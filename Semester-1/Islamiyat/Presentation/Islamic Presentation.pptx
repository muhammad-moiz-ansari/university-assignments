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2"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Lst>
  <p:sldSz cy="5143500" cx="9144000"/>
  <p:notesSz cx="6858000" cy="9144000"/>
  <p:embeddedFontLst>
    <p:embeddedFont>
      <p:font typeface="Montserrat"/>
      <p:regular r:id="rId25"/>
      <p:bold r:id="rId26"/>
      <p:italic r:id="rId27"/>
      <p:boldItalic r:id="rId28"/>
    </p:embeddedFont>
    <p:embeddedFont>
      <p:font typeface="Raleway Black"/>
      <p:bold r:id="rId29"/>
      <p:boldItalic r:id="rId30"/>
    </p:embeddedFont>
    <p:embeddedFont>
      <p:font typeface="Livvic"/>
      <p:regular r:id="rId31"/>
      <p:bold r:id="rId32"/>
      <p:italic r:id="rId33"/>
      <p:boldItalic r:id="rId34"/>
    </p:embeddedFont>
    <p:embeddedFont>
      <p:font typeface="Redressed"/>
      <p:regular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Montserrat-bold.fntdata"/><Relationship Id="rId25" Type="http://schemas.openxmlformats.org/officeDocument/2006/relationships/font" Target="fonts/Montserrat-regular.fntdata"/><Relationship Id="rId28" Type="http://schemas.openxmlformats.org/officeDocument/2006/relationships/font" Target="fonts/Montserrat-boldItalic.fntdata"/><Relationship Id="rId27" Type="http://schemas.openxmlformats.org/officeDocument/2006/relationships/font" Target="fonts/Montserrat-italic.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RalewayBlack-bold.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Livvic-regular.fntdata"/><Relationship Id="rId30" Type="http://schemas.openxmlformats.org/officeDocument/2006/relationships/font" Target="fonts/RalewayBlack-boldItalic.fntdata"/><Relationship Id="rId11" Type="http://schemas.openxmlformats.org/officeDocument/2006/relationships/slide" Target="slides/slide7.xml"/><Relationship Id="rId33" Type="http://schemas.openxmlformats.org/officeDocument/2006/relationships/font" Target="fonts/Livvic-italic.fntdata"/><Relationship Id="rId10" Type="http://schemas.openxmlformats.org/officeDocument/2006/relationships/slide" Target="slides/slide6.xml"/><Relationship Id="rId32" Type="http://schemas.openxmlformats.org/officeDocument/2006/relationships/font" Target="fonts/Livvic-bold.fntdata"/><Relationship Id="rId13" Type="http://schemas.openxmlformats.org/officeDocument/2006/relationships/slide" Target="slides/slide9.xml"/><Relationship Id="rId35" Type="http://schemas.openxmlformats.org/officeDocument/2006/relationships/font" Target="fonts/Redressed-regular.fntdata"/><Relationship Id="rId12" Type="http://schemas.openxmlformats.org/officeDocument/2006/relationships/slide" Target="slides/slide8.xml"/><Relationship Id="rId34" Type="http://schemas.openxmlformats.org/officeDocument/2006/relationships/font" Target="fonts/Livvic-boldItalic.fntdata"/><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0" name="Google Shape;190;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6" name="Google Shape;19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3" name="Google Shape;21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0" name="Google Shape;22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1" name="Google Shape;23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sz="1300">
                <a:solidFill>
                  <a:schemeClr val="dk1"/>
                </a:solidFill>
              </a:rPr>
              <a:t>Aoa everyone, I am Luqman Ansari and I will talk about Ususry that has an important role in human rights. Riba is an Islamic word that comes from the word Raba, which means to grow and expand. Riba is also called Usury. It is defined as the action and practice of lending money at unreasonably high rates of interest. Prophet PBUH mentioned it in his farewell sermon, as he says</a:t>
            </a:r>
            <a:endParaRPr sz="1300">
              <a:solidFill>
                <a:schemeClr val="dk1"/>
              </a:solidFill>
            </a:endParaRPr>
          </a:p>
          <a:p>
            <a:pPr indent="0" lvl="0" marL="0" rtl="0" algn="ctr">
              <a:lnSpc>
                <a:spcPct val="115000"/>
              </a:lnSpc>
              <a:spcBef>
                <a:spcPts val="1200"/>
              </a:spcBef>
              <a:spcAft>
                <a:spcPts val="0"/>
              </a:spcAft>
              <a:buClr>
                <a:schemeClr val="dk1"/>
              </a:buClr>
              <a:buSzPts val="1100"/>
              <a:buFont typeface="Arial"/>
              <a:buNone/>
            </a:pPr>
            <a:r>
              <a:rPr lang="en-US" sz="1300">
                <a:solidFill>
                  <a:schemeClr val="dk1"/>
                </a:solidFill>
              </a:rPr>
              <a:t>” </a:t>
            </a:r>
            <a:r>
              <a:rPr b="1" lang="en-US" sz="1300">
                <a:solidFill>
                  <a:schemeClr val="dk1"/>
                </a:solidFill>
              </a:rPr>
              <a:t>Allah has forbidden you to take usury (interest); therefore, all interest obligations shall henceforth be waived. Your capital is yours to keep. You will neither inflict nor suffer any inequity. Allah has judged that there shall be no interest</a:t>
            </a:r>
            <a:r>
              <a:rPr lang="en-US" sz="1300">
                <a:solidFill>
                  <a:schemeClr val="dk1"/>
                </a:solidFill>
              </a:rPr>
              <a:t>”</a:t>
            </a:r>
            <a:endParaRPr sz="1300">
              <a:solidFill>
                <a:schemeClr val="dk1"/>
              </a:solidFill>
            </a:endParaRPr>
          </a:p>
          <a:p>
            <a:pPr indent="0" lvl="0" marL="0" rtl="0" algn="l">
              <a:lnSpc>
                <a:spcPct val="100000"/>
              </a:lnSpc>
              <a:spcBef>
                <a:spcPts val="1200"/>
              </a:spcBef>
              <a:spcAft>
                <a:spcPts val="0"/>
              </a:spcAft>
              <a:buSzPts val="1100"/>
              <a:buNone/>
            </a:pPr>
            <a:r>
              <a:t/>
            </a:r>
            <a:endParaRPr sz="800"/>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8" name="Google Shape;238;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200"/>
              </a:spcBef>
              <a:spcAft>
                <a:spcPts val="0"/>
              </a:spcAft>
              <a:buClr>
                <a:schemeClr val="dk1"/>
              </a:buClr>
              <a:buSzPts val="1100"/>
              <a:buFont typeface="Arial"/>
              <a:buNone/>
            </a:pPr>
            <a:r>
              <a:rPr lang="en-US" sz="1300">
                <a:solidFill>
                  <a:schemeClr val="dk1"/>
                </a:solidFill>
              </a:rPr>
              <a:t>This verse is from surah ruma, ayat number 39, that usury will increase the property of a person, anything spent from it in the way of ALLAH will not accepted, this shows the money obtained from usury is useless. Instead, only money earned in the halal way will get accepted.</a:t>
            </a:r>
            <a:endParaRPr sz="1300">
              <a:solidFill>
                <a:schemeClr val="dk1"/>
              </a:solidFill>
            </a:endParaRPr>
          </a:p>
          <a:p>
            <a:pPr indent="0" lvl="0" marL="0" rtl="0" algn="ctr">
              <a:lnSpc>
                <a:spcPct val="107000"/>
              </a:lnSpc>
              <a:spcBef>
                <a:spcPts val="1200"/>
              </a:spcBef>
              <a:spcAft>
                <a:spcPts val="0"/>
              </a:spcAft>
              <a:buClr>
                <a:schemeClr val="dk1"/>
              </a:buClr>
              <a:buSzPts val="1100"/>
              <a:buFont typeface="Arial"/>
              <a:buNone/>
            </a:pPr>
            <a:r>
              <a:rPr lang="en-US" sz="1300">
                <a:solidFill>
                  <a:schemeClr val="dk1"/>
                </a:solidFill>
              </a:rPr>
              <a:t>In another, occasion Prophet PBUH said about usury that:</a:t>
            </a:r>
            <a:endParaRPr sz="1300">
              <a:solidFill>
                <a:schemeClr val="dk1"/>
              </a:solidFill>
            </a:endParaRPr>
          </a:p>
          <a:p>
            <a:pPr indent="0" lvl="0" marL="0" rtl="0" algn="ctr">
              <a:lnSpc>
                <a:spcPct val="115000"/>
              </a:lnSpc>
              <a:spcBef>
                <a:spcPts val="1200"/>
              </a:spcBef>
              <a:spcAft>
                <a:spcPts val="0"/>
              </a:spcAft>
              <a:buClr>
                <a:schemeClr val="dk1"/>
              </a:buClr>
              <a:buSzPts val="1100"/>
              <a:buFont typeface="Arial"/>
              <a:buNone/>
            </a:pPr>
            <a:r>
              <a:rPr lang="en-US" sz="1300">
                <a:solidFill>
                  <a:schemeClr val="dk1"/>
                </a:solidFill>
              </a:rPr>
              <a:t>“Here will certainly come a time for mankind when everyone will take riba and if he does not do so, its dust will reach him”</a:t>
            </a:r>
            <a:endParaRPr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300">
                <a:solidFill>
                  <a:schemeClr val="dk1"/>
                </a:solidFill>
              </a:rPr>
              <a:t>Prophet PBUH had already predicted in the past, 1400 yrs ago that the curse of usury will reach us in the future, in one way or another.</a:t>
            </a:r>
            <a:endParaRPr sz="1300">
              <a:solidFill>
                <a:schemeClr val="dk1"/>
              </a:solidFill>
            </a:endParaRPr>
          </a:p>
          <a:p>
            <a:pPr indent="0" lvl="0" marL="0" rtl="0" algn="l">
              <a:lnSpc>
                <a:spcPct val="100000"/>
              </a:lnSpc>
              <a:spcBef>
                <a:spcPts val="1200"/>
              </a:spcBef>
              <a:spcAft>
                <a:spcPts val="0"/>
              </a:spcAft>
              <a:buSzPts val="1100"/>
              <a:buNone/>
            </a:pPr>
            <a:r>
              <a:t/>
            </a:r>
            <a:endParaRPr sz="800"/>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8" name="Google Shape;298;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sz="1400">
                <a:solidFill>
                  <a:schemeClr val="dk1"/>
                </a:solidFill>
              </a:rPr>
              <a:t>Usury has many negative impacts on the society:</a:t>
            </a:r>
            <a:endParaRPr sz="1400">
              <a:solidFill>
                <a:schemeClr val="dk1"/>
              </a:solidFill>
            </a:endParaRPr>
          </a:p>
          <a:p>
            <a:pPr indent="0" lvl="0" marL="457200" rtl="0" algn="l">
              <a:lnSpc>
                <a:spcPct val="115000"/>
              </a:lnSpc>
              <a:spcBef>
                <a:spcPts val="1200"/>
              </a:spcBef>
              <a:spcAft>
                <a:spcPts val="0"/>
              </a:spcAft>
              <a:buClr>
                <a:schemeClr val="dk1"/>
              </a:buClr>
              <a:buSzPts val="1100"/>
              <a:buFont typeface="Arial"/>
              <a:buNone/>
            </a:pPr>
            <a:r>
              <a:rPr lang="en-US" sz="1400">
                <a:solidFill>
                  <a:schemeClr val="dk1"/>
                </a:solidFill>
              </a:rPr>
              <a:t>1.</a:t>
            </a:r>
            <a:r>
              <a:rPr lang="en-US" sz="500">
                <a:solidFill>
                  <a:schemeClr val="dk1"/>
                </a:solidFill>
              </a:rPr>
              <a:t>	</a:t>
            </a:r>
            <a:r>
              <a:rPr lang="en-US" sz="1400">
                <a:solidFill>
                  <a:schemeClr val="dk1"/>
                </a:solidFill>
              </a:rPr>
              <a:t>Due to usury the rich continue to get richer, and poor continues to get poorer.</a:t>
            </a:r>
            <a:endParaRPr sz="1400">
              <a:solidFill>
                <a:schemeClr val="dk1"/>
              </a:solidFill>
            </a:endParaRPr>
          </a:p>
          <a:p>
            <a:pPr indent="0" lvl="0" marL="457200" rtl="0" algn="l">
              <a:lnSpc>
                <a:spcPct val="115000"/>
              </a:lnSpc>
              <a:spcBef>
                <a:spcPts val="1200"/>
              </a:spcBef>
              <a:spcAft>
                <a:spcPts val="0"/>
              </a:spcAft>
              <a:buClr>
                <a:schemeClr val="dk1"/>
              </a:buClr>
              <a:buSzPts val="1100"/>
              <a:buFont typeface="Arial"/>
              <a:buNone/>
            </a:pPr>
            <a:r>
              <a:rPr lang="en-US" sz="1400">
                <a:solidFill>
                  <a:schemeClr val="dk1"/>
                </a:solidFill>
              </a:rPr>
              <a:t>2.</a:t>
            </a:r>
            <a:r>
              <a:rPr lang="en-US" sz="500">
                <a:solidFill>
                  <a:schemeClr val="dk1"/>
                </a:solidFill>
              </a:rPr>
              <a:t>	</a:t>
            </a:r>
            <a:r>
              <a:rPr lang="en-US" sz="1400">
                <a:solidFill>
                  <a:schemeClr val="dk1"/>
                </a:solidFill>
              </a:rPr>
              <a:t>Social Ties are cut, and it causes dis harmony and and dis unity among society members.</a:t>
            </a:r>
            <a:endParaRPr sz="1400">
              <a:solidFill>
                <a:schemeClr val="dk1"/>
              </a:solidFill>
            </a:endParaRPr>
          </a:p>
          <a:p>
            <a:pPr indent="0" lvl="0" marL="457200" rtl="0" algn="l">
              <a:lnSpc>
                <a:spcPct val="115000"/>
              </a:lnSpc>
              <a:spcBef>
                <a:spcPts val="1200"/>
              </a:spcBef>
              <a:spcAft>
                <a:spcPts val="0"/>
              </a:spcAft>
              <a:buClr>
                <a:schemeClr val="dk1"/>
              </a:buClr>
              <a:buSzPts val="1100"/>
              <a:buFont typeface="Arial"/>
              <a:buNone/>
            </a:pPr>
            <a:r>
              <a:rPr lang="en-US" sz="1400">
                <a:solidFill>
                  <a:schemeClr val="dk1"/>
                </a:solidFill>
              </a:rPr>
              <a:t>3.</a:t>
            </a:r>
            <a:r>
              <a:rPr lang="en-US" sz="500">
                <a:solidFill>
                  <a:schemeClr val="dk1"/>
                </a:solidFill>
              </a:rPr>
              <a:t>	</a:t>
            </a:r>
            <a:r>
              <a:rPr lang="en-US" sz="1400">
                <a:solidFill>
                  <a:schemeClr val="dk1"/>
                </a:solidFill>
              </a:rPr>
              <a:t>Increase of hatedness between poor and the rich.</a:t>
            </a:r>
            <a:endParaRPr sz="1400">
              <a:solidFill>
                <a:schemeClr val="dk1"/>
              </a:solidFill>
            </a:endParaRPr>
          </a:p>
          <a:p>
            <a:pPr indent="457200" lvl="0" marL="0" rtl="0" algn="l">
              <a:lnSpc>
                <a:spcPct val="100000"/>
              </a:lnSpc>
              <a:spcBef>
                <a:spcPts val="1200"/>
              </a:spcBef>
              <a:spcAft>
                <a:spcPts val="0"/>
              </a:spcAft>
              <a:buSzPts val="1100"/>
              <a:buNone/>
            </a:pPr>
            <a:r>
              <a:rPr lang="en-US" sz="1400">
                <a:solidFill>
                  <a:schemeClr val="dk1"/>
                </a:solidFill>
              </a:rPr>
              <a:t>4.	Increase of Corruption in society</a:t>
            </a:r>
            <a:endParaRPr sz="90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5" name="Google Shape;305;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2" name="Google Shape;312;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2" name="Google Shape;322;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9" name="Google Shape;329;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BEFORE ISLAM</a:t>
            </a:r>
            <a:endParaRPr/>
          </a:p>
          <a:p>
            <a:pPr indent="0" lvl="0" marL="0" rtl="0" algn="l">
              <a:lnSpc>
                <a:spcPct val="100000"/>
              </a:lnSpc>
              <a:spcBef>
                <a:spcPts val="0"/>
              </a:spcBef>
              <a:spcAft>
                <a:spcPts val="0"/>
              </a:spcAft>
              <a:buSzPts val="1100"/>
              <a:buNone/>
            </a:pPr>
            <a:r>
              <a:rPr lang="en-US"/>
              <a:t>DURING</a:t>
            </a:r>
            <a:endParaRPr/>
          </a:p>
          <a:p>
            <a:pPr indent="0" lvl="0" marL="0" rtl="0" algn="l">
              <a:lnSpc>
                <a:spcPct val="100000"/>
              </a:lnSpc>
              <a:spcBef>
                <a:spcPts val="0"/>
              </a:spcBef>
              <a:spcAft>
                <a:spcPts val="0"/>
              </a:spcAft>
              <a:buSzPts val="1100"/>
              <a:buNone/>
            </a:pPr>
            <a:r>
              <a:rPr lang="en-US"/>
              <a:t>SLAVES – ORIGIN – STATUS</a:t>
            </a:r>
            <a:endParaRPr/>
          </a:p>
          <a:p>
            <a:pPr indent="0" lvl="0" marL="0" rtl="0" algn="l">
              <a:lnSpc>
                <a:spcPct val="100000"/>
              </a:lnSpc>
              <a:spcBef>
                <a:spcPts val="0"/>
              </a:spcBef>
              <a:spcAft>
                <a:spcPts val="0"/>
              </a:spcAft>
              <a:buSzPts val="1100"/>
              <a:buNone/>
            </a:pPr>
            <a:r>
              <a:rPr lang="en-US"/>
              <a:t>LAGALITY</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6" name="Google Shape;336;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3" name="Google Shape;343;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109c82d590b_1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0" name="Google Shape;350;g109c82d590b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sz="1400">
                <a:solidFill>
                  <a:schemeClr val="dk1"/>
                </a:solidFill>
              </a:rPr>
              <a:t>Usury has many negative impacts on the society:</a:t>
            </a:r>
            <a:endParaRPr sz="1400">
              <a:solidFill>
                <a:schemeClr val="dk1"/>
              </a:solidFill>
            </a:endParaRPr>
          </a:p>
          <a:p>
            <a:pPr indent="0" lvl="0" marL="457200" rtl="0" algn="l">
              <a:lnSpc>
                <a:spcPct val="115000"/>
              </a:lnSpc>
              <a:spcBef>
                <a:spcPts val="1200"/>
              </a:spcBef>
              <a:spcAft>
                <a:spcPts val="0"/>
              </a:spcAft>
              <a:buClr>
                <a:schemeClr val="dk1"/>
              </a:buClr>
              <a:buSzPts val="1100"/>
              <a:buFont typeface="Arial"/>
              <a:buNone/>
            </a:pPr>
            <a:r>
              <a:rPr lang="en-US" sz="1400">
                <a:solidFill>
                  <a:schemeClr val="dk1"/>
                </a:solidFill>
              </a:rPr>
              <a:t>1.</a:t>
            </a:r>
            <a:r>
              <a:rPr lang="en-US" sz="500">
                <a:solidFill>
                  <a:schemeClr val="dk1"/>
                </a:solidFill>
              </a:rPr>
              <a:t>	</a:t>
            </a:r>
            <a:r>
              <a:rPr lang="en-US" sz="1400">
                <a:solidFill>
                  <a:schemeClr val="dk1"/>
                </a:solidFill>
              </a:rPr>
              <a:t>Due to usury the rich continue to get richer, and poor continues to get poorer.</a:t>
            </a:r>
            <a:endParaRPr sz="1400">
              <a:solidFill>
                <a:schemeClr val="dk1"/>
              </a:solidFill>
            </a:endParaRPr>
          </a:p>
          <a:p>
            <a:pPr indent="0" lvl="0" marL="457200" rtl="0" algn="l">
              <a:lnSpc>
                <a:spcPct val="115000"/>
              </a:lnSpc>
              <a:spcBef>
                <a:spcPts val="1200"/>
              </a:spcBef>
              <a:spcAft>
                <a:spcPts val="0"/>
              </a:spcAft>
              <a:buClr>
                <a:schemeClr val="dk1"/>
              </a:buClr>
              <a:buSzPts val="1100"/>
              <a:buFont typeface="Arial"/>
              <a:buNone/>
            </a:pPr>
            <a:r>
              <a:rPr lang="en-US" sz="1400">
                <a:solidFill>
                  <a:schemeClr val="dk1"/>
                </a:solidFill>
              </a:rPr>
              <a:t>2.</a:t>
            </a:r>
            <a:r>
              <a:rPr lang="en-US" sz="500">
                <a:solidFill>
                  <a:schemeClr val="dk1"/>
                </a:solidFill>
              </a:rPr>
              <a:t>	</a:t>
            </a:r>
            <a:r>
              <a:rPr lang="en-US" sz="1400">
                <a:solidFill>
                  <a:schemeClr val="dk1"/>
                </a:solidFill>
              </a:rPr>
              <a:t>Social Ties are cut, and it causes dis harmony and and dis unity among society members.</a:t>
            </a:r>
            <a:endParaRPr sz="1400">
              <a:solidFill>
                <a:schemeClr val="dk1"/>
              </a:solidFill>
            </a:endParaRPr>
          </a:p>
          <a:p>
            <a:pPr indent="0" lvl="0" marL="457200" rtl="0" algn="l">
              <a:lnSpc>
                <a:spcPct val="115000"/>
              </a:lnSpc>
              <a:spcBef>
                <a:spcPts val="1200"/>
              </a:spcBef>
              <a:spcAft>
                <a:spcPts val="0"/>
              </a:spcAft>
              <a:buClr>
                <a:schemeClr val="dk1"/>
              </a:buClr>
              <a:buSzPts val="1100"/>
              <a:buFont typeface="Arial"/>
              <a:buNone/>
            </a:pPr>
            <a:r>
              <a:rPr lang="en-US" sz="1400">
                <a:solidFill>
                  <a:schemeClr val="dk1"/>
                </a:solidFill>
              </a:rPr>
              <a:t>3.</a:t>
            </a:r>
            <a:r>
              <a:rPr lang="en-US" sz="500">
                <a:solidFill>
                  <a:schemeClr val="dk1"/>
                </a:solidFill>
              </a:rPr>
              <a:t>	</a:t>
            </a:r>
            <a:r>
              <a:rPr lang="en-US" sz="1400">
                <a:solidFill>
                  <a:schemeClr val="dk1"/>
                </a:solidFill>
              </a:rPr>
              <a:t>Increase of hatedness between poor and the rich.</a:t>
            </a:r>
            <a:endParaRPr sz="1400">
              <a:solidFill>
                <a:schemeClr val="dk1"/>
              </a:solidFill>
            </a:endParaRPr>
          </a:p>
          <a:p>
            <a:pPr indent="457200" lvl="0" marL="0" rtl="0" algn="l">
              <a:lnSpc>
                <a:spcPct val="100000"/>
              </a:lnSpc>
              <a:spcBef>
                <a:spcPts val="1200"/>
              </a:spcBef>
              <a:spcAft>
                <a:spcPts val="0"/>
              </a:spcAft>
              <a:buSzPts val="1100"/>
              <a:buNone/>
            </a:pPr>
            <a:r>
              <a:rPr lang="en-US" sz="1400">
                <a:solidFill>
                  <a:schemeClr val="dk1"/>
                </a:solidFill>
              </a:rPr>
              <a:t>4.	Increase of Corruption in society</a:t>
            </a:r>
            <a:endParaRPr sz="900"/>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109c82d590b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109c82d590b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3" name="Google Shape;363;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0" name="Google Shape;370;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5" name="Google Shape;425;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1" name="Google Shape;431;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7" name="Google Shape;437;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2"/>
        </a:solidFill>
      </p:bgPr>
    </p:bg>
    <p:spTree>
      <p:nvGrpSpPr>
        <p:cNvPr id="8" name="Shape 8"/>
        <p:cNvGrpSpPr/>
        <p:nvPr/>
      </p:nvGrpSpPr>
      <p:grpSpPr>
        <a:xfrm>
          <a:off x="0" y="0"/>
          <a:ext cx="0" cy="0"/>
          <a:chOff x="0" y="0"/>
          <a:chExt cx="0" cy="0"/>
        </a:xfrm>
      </p:grpSpPr>
      <p:sp>
        <p:nvSpPr>
          <p:cNvPr id="9" name="Google Shape;9;p2"/>
          <p:cNvSpPr/>
          <p:nvPr/>
        </p:nvSpPr>
        <p:spPr>
          <a:xfrm>
            <a:off x="0" y="0"/>
            <a:ext cx="9144259" cy="5143463"/>
          </a:xfrm>
          <a:custGeom>
            <a:rect b="b" l="l" r="r" t="t"/>
            <a:pathLst>
              <a:path extrusionOk="0" h="123123" w="246310">
                <a:moveTo>
                  <a:pt x="245442" y="2136"/>
                </a:moveTo>
                <a:lnTo>
                  <a:pt x="244175" y="2136"/>
                </a:lnTo>
                <a:lnTo>
                  <a:pt x="244175" y="1035"/>
                </a:lnTo>
                <a:lnTo>
                  <a:pt x="244075" y="768"/>
                </a:lnTo>
                <a:lnTo>
                  <a:pt x="243274" y="1"/>
                </a:lnTo>
                <a:lnTo>
                  <a:pt x="243141" y="1"/>
                </a:lnTo>
                <a:lnTo>
                  <a:pt x="242173" y="1"/>
                </a:lnTo>
                <a:lnTo>
                  <a:pt x="240372" y="1"/>
                </a:lnTo>
                <a:lnTo>
                  <a:pt x="239238" y="1"/>
                </a:lnTo>
                <a:lnTo>
                  <a:pt x="231499" y="1"/>
                </a:lnTo>
                <a:lnTo>
                  <a:pt x="231332" y="1"/>
                </a:lnTo>
                <a:lnTo>
                  <a:pt x="230532" y="1"/>
                </a:lnTo>
                <a:lnTo>
                  <a:pt x="230365" y="1"/>
                </a:lnTo>
                <a:lnTo>
                  <a:pt x="222626" y="1"/>
                </a:lnTo>
                <a:lnTo>
                  <a:pt x="222626" y="1"/>
                </a:lnTo>
                <a:lnTo>
                  <a:pt x="221492" y="1"/>
                </a:lnTo>
                <a:lnTo>
                  <a:pt x="219691" y="1"/>
                </a:lnTo>
                <a:lnTo>
                  <a:pt x="218723" y="1"/>
                </a:lnTo>
                <a:lnTo>
                  <a:pt x="218557" y="1"/>
                </a:lnTo>
                <a:lnTo>
                  <a:pt x="217789" y="768"/>
                </a:lnTo>
                <a:lnTo>
                  <a:pt x="217689" y="1035"/>
                </a:lnTo>
                <a:lnTo>
                  <a:pt x="217689" y="2136"/>
                </a:lnTo>
                <a:lnTo>
                  <a:pt x="216422" y="2136"/>
                </a:lnTo>
                <a:lnTo>
                  <a:pt x="215521" y="3036"/>
                </a:lnTo>
                <a:lnTo>
                  <a:pt x="214654" y="2136"/>
                </a:lnTo>
                <a:lnTo>
                  <a:pt x="213386" y="2136"/>
                </a:lnTo>
                <a:lnTo>
                  <a:pt x="213386" y="1035"/>
                </a:lnTo>
                <a:lnTo>
                  <a:pt x="213286" y="768"/>
                </a:lnTo>
                <a:lnTo>
                  <a:pt x="212519" y="1"/>
                </a:lnTo>
                <a:lnTo>
                  <a:pt x="212352" y="1"/>
                </a:lnTo>
                <a:lnTo>
                  <a:pt x="211385" y="1"/>
                </a:lnTo>
                <a:lnTo>
                  <a:pt x="209584" y="1"/>
                </a:lnTo>
                <a:lnTo>
                  <a:pt x="208449" y="1"/>
                </a:lnTo>
                <a:lnTo>
                  <a:pt x="200710" y="1"/>
                </a:lnTo>
                <a:lnTo>
                  <a:pt x="200544" y="1"/>
                </a:lnTo>
                <a:lnTo>
                  <a:pt x="199743" y="1"/>
                </a:lnTo>
                <a:lnTo>
                  <a:pt x="199576" y="1"/>
                </a:lnTo>
                <a:lnTo>
                  <a:pt x="191837" y="1"/>
                </a:lnTo>
                <a:lnTo>
                  <a:pt x="190703" y="1"/>
                </a:lnTo>
                <a:lnTo>
                  <a:pt x="188902" y="1"/>
                </a:lnTo>
                <a:lnTo>
                  <a:pt x="187935" y="1"/>
                </a:lnTo>
                <a:lnTo>
                  <a:pt x="187801" y="1"/>
                </a:lnTo>
                <a:lnTo>
                  <a:pt x="187001" y="768"/>
                </a:lnTo>
                <a:lnTo>
                  <a:pt x="186901" y="1035"/>
                </a:lnTo>
                <a:lnTo>
                  <a:pt x="186901" y="2136"/>
                </a:lnTo>
                <a:lnTo>
                  <a:pt x="185633" y="2136"/>
                </a:lnTo>
                <a:lnTo>
                  <a:pt x="184766" y="3036"/>
                </a:lnTo>
                <a:lnTo>
                  <a:pt x="183865" y="2136"/>
                </a:lnTo>
                <a:lnTo>
                  <a:pt x="182598" y="2136"/>
                </a:lnTo>
                <a:lnTo>
                  <a:pt x="182598" y="1035"/>
                </a:lnTo>
                <a:lnTo>
                  <a:pt x="182497" y="768"/>
                </a:lnTo>
                <a:lnTo>
                  <a:pt x="181730" y="1"/>
                </a:lnTo>
                <a:lnTo>
                  <a:pt x="181563" y="1"/>
                </a:lnTo>
                <a:lnTo>
                  <a:pt x="180596" y="1"/>
                </a:lnTo>
                <a:lnTo>
                  <a:pt x="178795" y="1"/>
                </a:lnTo>
                <a:lnTo>
                  <a:pt x="177661" y="1"/>
                </a:lnTo>
                <a:lnTo>
                  <a:pt x="169922" y="1"/>
                </a:lnTo>
                <a:lnTo>
                  <a:pt x="169755" y="1"/>
                </a:lnTo>
                <a:lnTo>
                  <a:pt x="168954" y="1"/>
                </a:lnTo>
                <a:lnTo>
                  <a:pt x="168788" y="1"/>
                </a:lnTo>
                <a:lnTo>
                  <a:pt x="161049" y="1"/>
                </a:lnTo>
                <a:lnTo>
                  <a:pt x="159948" y="1"/>
                </a:lnTo>
                <a:lnTo>
                  <a:pt x="158113" y="1"/>
                </a:lnTo>
                <a:lnTo>
                  <a:pt x="157179" y="1"/>
                </a:lnTo>
                <a:lnTo>
                  <a:pt x="157013" y="1"/>
                </a:lnTo>
                <a:lnTo>
                  <a:pt x="156245" y="768"/>
                </a:lnTo>
                <a:lnTo>
                  <a:pt x="156112" y="1035"/>
                </a:lnTo>
                <a:lnTo>
                  <a:pt x="156112" y="2136"/>
                </a:lnTo>
                <a:lnTo>
                  <a:pt x="154844" y="2136"/>
                </a:lnTo>
                <a:lnTo>
                  <a:pt x="153944" y="3036"/>
                </a:lnTo>
                <a:lnTo>
                  <a:pt x="153076" y="2136"/>
                </a:lnTo>
                <a:lnTo>
                  <a:pt x="151809" y="2136"/>
                </a:lnTo>
                <a:lnTo>
                  <a:pt x="151809" y="1035"/>
                </a:lnTo>
                <a:lnTo>
                  <a:pt x="151675" y="768"/>
                </a:lnTo>
                <a:lnTo>
                  <a:pt x="150908" y="1"/>
                </a:lnTo>
                <a:lnTo>
                  <a:pt x="150741" y="1"/>
                </a:lnTo>
                <a:lnTo>
                  <a:pt x="149807" y="1"/>
                </a:lnTo>
                <a:lnTo>
                  <a:pt x="147973" y="1"/>
                </a:lnTo>
                <a:lnTo>
                  <a:pt x="146872" y="1"/>
                </a:lnTo>
                <a:lnTo>
                  <a:pt x="139133" y="1"/>
                </a:lnTo>
                <a:lnTo>
                  <a:pt x="138966" y="1"/>
                </a:lnTo>
                <a:lnTo>
                  <a:pt x="138166" y="1"/>
                </a:lnTo>
                <a:lnTo>
                  <a:pt x="137999" y="1"/>
                </a:lnTo>
                <a:lnTo>
                  <a:pt x="130260" y="1"/>
                </a:lnTo>
                <a:lnTo>
                  <a:pt x="129126" y="1"/>
                </a:lnTo>
                <a:lnTo>
                  <a:pt x="127325" y="1"/>
                </a:lnTo>
                <a:lnTo>
                  <a:pt x="126357" y="1"/>
                </a:lnTo>
                <a:lnTo>
                  <a:pt x="126191" y="1"/>
                </a:lnTo>
                <a:lnTo>
                  <a:pt x="125423" y="768"/>
                </a:lnTo>
                <a:lnTo>
                  <a:pt x="125323" y="1035"/>
                </a:lnTo>
                <a:lnTo>
                  <a:pt x="125323" y="2136"/>
                </a:lnTo>
                <a:lnTo>
                  <a:pt x="124056" y="2136"/>
                </a:lnTo>
                <a:lnTo>
                  <a:pt x="123155" y="3036"/>
                </a:lnTo>
                <a:lnTo>
                  <a:pt x="122254" y="2136"/>
                </a:lnTo>
                <a:lnTo>
                  <a:pt x="121020" y="2136"/>
                </a:lnTo>
                <a:lnTo>
                  <a:pt x="121020" y="1035"/>
                </a:lnTo>
                <a:lnTo>
                  <a:pt x="120887" y="768"/>
                </a:lnTo>
                <a:lnTo>
                  <a:pt x="120120" y="1"/>
                </a:lnTo>
                <a:lnTo>
                  <a:pt x="119953" y="1"/>
                </a:lnTo>
                <a:lnTo>
                  <a:pt x="119019" y="1"/>
                </a:lnTo>
                <a:lnTo>
                  <a:pt x="117184" y="1"/>
                </a:lnTo>
                <a:lnTo>
                  <a:pt x="116083" y="1"/>
                </a:lnTo>
                <a:lnTo>
                  <a:pt x="108311" y="1"/>
                </a:lnTo>
                <a:lnTo>
                  <a:pt x="108144" y="1"/>
                </a:lnTo>
                <a:lnTo>
                  <a:pt x="107377" y="1"/>
                </a:lnTo>
                <a:lnTo>
                  <a:pt x="107210" y="1"/>
                </a:lnTo>
                <a:lnTo>
                  <a:pt x="99472" y="1"/>
                </a:lnTo>
                <a:lnTo>
                  <a:pt x="98337" y="1"/>
                </a:lnTo>
                <a:lnTo>
                  <a:pt x="96536" y="1"/>
                </a:lnTo>
                <a:lnTo>
                  <a:pt x="95569" y="1"/>
                </a:lnTo>
                <a:lnTo>
                  <a:pt x="95402" y="1"/>
                </a:lnTo>
                <a:lnTo>
                  <a:pt x="94635" y="768"/>
                </a:lnTo>
                <a:lnTo>
                  <a:pt x="94535" y="1035"/>
                </a:lnTo>
                <a:lnTo>
                  <a:pt x="94535" y="2136"/>
                </a:lnTo>
                <a:lnTo>
                  <a:pt x="93267" y="2136"/>
                </a:lnTo>
                <a:lnTo>
                  <a:pt x="92366" y="3036"/>
                </a:lnTo>
                <a:lnTo>
                  <a:pt x="91499" y="2136"/>
                </a:lnTo>
                <a:lnTo>
                  <a:pt x="90232" y="2136"/>
                </a:lnTo>
                <a:lnTo>
                  <a:pt x="90232" y="1035"/>
                </a:lnTo>
                <a:lnTo>
                  <a:pt x="90098" y="768"/>
                </a:lnTo>
                <a:lnTo>
                  <a:pt x="89331" y="1"/>
                </a:lnTo>
                <a:lnTo>
                  <a:pt x="89164" y="1"/>
                </a:lnTo>
                <a:lnTo>
                  <a:pt x="88197" y="1"/>
                </a:lnTo>
                <a:lnTo>
                  <a:pt x="86396" y="1"/>
                </a:lnTo>
                <a:lnTo>
                  <a:pt x="85295" y="1"/>
                </a:lnTo>
                <a:lnTo>
                  <a:pt x="77523" y="1"/>
                </a:lnTo>
                <a:lnTo>
                  <a:pt x="77356" y="1"/>
                </a:lnTo>
                <a:lnTo>
                  <a:pt x="76589" y="1"/>
                </a:lnTo>
                <a:lnTo>
                  <a:pt x="76422" y="1"/>
                </a:lnTo>
                <a:lnTo>
                  <a:pt x="68650" y="1"/>
                </a:lnTo>
                <a:lnTo>
                  <a:pt x="67549" y="1"/>
                </a:lnTo>
                <a:lnTo>
                  <a:pt x="65714" y="1"/>
                </a:lnTo>
                <a:lnTo>
                  <a:pt x="64780" y="1"/>
                </a:lnTo>
                <a:lnTo>
                  <a:pt x="64613" y="1"/>
                </a:lnTo>
                <a:lnTo>
                  <a:pt x="63846" y="768"/>
                </a:lnTo>
                <a:lnTo>
                  <a:pt x="63713" y="1035"/>
                </a:lnTo>
                <a:lnTo>
                  <a:pt x="63713" y="2136"/>
                </a:lnTo>
                <a:lnTo>
                  <a:pt x="62478" y="2136"/>
                </a:lnTo>
                <a:lnTo>
                  <a:pt x="61578" y="3036"/>
                </a:lnTo>
                <a:lnTo>
                  <a:pt x="60677" y="2136"/>
                </a:lnTo>
                <a:lnTo>
                  <a:pt x="59443" y="2136"/>
                </a:lnTo>
                <a:lnTo>
                  <a:pt x="59443" y="1035"/>
                </a:lnTo>
                <a:lnTo>
                  <a:pt x="59310" y="768"/>
                </a:lnTo>
                <a:lnTo>
                  <a:pt x="58542" y="1"/>
                </a:lnTo>
                <a:lnTo>
                  <a:pt x="58376" y="1"/>
                </a:lnTo>
                <a:lnTo>
                  <a:pt x="57408" y="1"/>
                </a:lnTo>
                <a:lnTo>
                  <a:pt x="55607" y="1"/>
                </a:lnTo>
                <a:lnTo>
                  <a:pt x="54506" y="1"/>
                </a:lnTo>
                <a:lnTo>
                  <a:pt x="46734" y="1"/>
                </a:lnTo>
                <a:lnTo>
                  <a:pt x="46567" y="1"/>
                </a:lnTo>
                <a:lnTo>
                  <a:pt x="45767" y="1"/>
                </a:lnTo>
                <a:lnTo>
                  <a:pt x="45600" y="1"/>
                </a:lnTo>
                <a:lnTo>
                  <a:pt x="37861" y="1"/>
                </a:lnTo>
                <a:lnTo>
                  <a:pt x="36760" y="1"/>
                </a:lnTo>
                <a:lnTo>
                  <a:pt x="34925" y="1"/>
                </a:lnTo>
                <a:lnTo>
                  <a:pt x="33991" y="1"/>
                </a:lnTo>
                <a:lnTo>
                  <a:pt x="33825" y="1"/>
                </a:lnTo>
                <a:lnTo>
                  <a:pt x="33057" y="768"/>
                </a:lnTo>
                <a:lnTo>
                  <a:pt x="32924" y="1035"/>
                </a:lnTo>
                <a:lnTo>
                  <a:pt x="32924" y="2136"/>
                </a:lnTo>
                <a:lnTo>
                  <a:pt x="31690" y="2136"/>
                </a:lnTo>
                <a:lnTo>
                  <a:pt x="30789" y="3036"/>
                </a:lnTo>
                <a:lnTo>
                  <a:pt x="29889" y="2136"/>
                </a:lnTo>
                <a:lnTo>
                  <a:pt x="28654" y="2136"/>
                </a:lnTo>
                <a:lnTo>
                  <a:pt x="28654" y="1035"/>
                </a:lnTo>
                <a:lnTo>
                  <a:pt x="28521" y="768"/>
                </a:lnTo>
                <a:lnTo>
                  <a:pt x="27754" y="1"/>
                </a:lnTo>
                <a:lnTo>
                  <a:pt x="27587" y="1"/>
                </a:lnTo>
                <a:lnTo>
                  <a:pt x="26620" y="1"/>
                </a:lnTo>
                <a:lnTo>
                  <a:pt x="24818" y="1"/>
                </a:lnTo>
                <a:lnTo>
                  <a:pt x="23684" y="1"/>
                </a:lnTo>
                <a:lnTo>
                  <a:pt x="23684" y="1"/>
                </a:lnTo>
                <a:lnTo>
                  <a:pt x="15945" y="1"/>
                </a:lnTo>
                <a:lnTo>
                  <a:pt x="15778" y="1"/>
                </a:lnTo>
                <a:lnTo>
                  <a:pt x="14978" y="1"/>
                </a:lnTo>
                <a:lnTo>
                  <a:pt x="14811" y="1"/>
                </a:lnTo>
                <a:lnTo>
                  <a:pt x="7072" y="1"/>
                </a:lnTo>
                <a:lnTo>
                  <a:pt x="5938" y="1"/>
                </a:lnTo>
                <a:lnTo>
                  <a:pt x="4137" y="1"/>
                </a:lnTo>
                <a:lnTo>
                  <a:pt x="3169" y="1"/>
                </a:lnTo>
                <a:lnTo>
                  <a:pt x="3036" y="1"/>
                </a:lnTo>
                <a:lnTo>
                  <a:pt x="2235" y="768"/>
                </a:lnTo>
                <a:lnTo>
                  <a:pt x="2135" y="1035"/>
                </a:lnTo>
                <a:lnTo>
                  <a:pt x="2135" y="2136"/>
                </a:lnTo>
                <a:lnTo>
                  <a:pt x="868" y="2136"/>
                </a:lnTo>
                <a:lnTo>
                  <a:pt x="0" y="3036"/>
                </a:lnTo>
                <a:lnTo>
                  <a:pt x="0" y="3203"/>
                </a:lnTo>
                <a:lnTo>
                  <a:pt x="0" y="4137"/>
                </a:lnTo>
                <a:lnTo>
                  <a:pt x="0" y="5972"/>
                </a:lnTo>
                <a:lnTo>
                  <a:pt x="0" y="7073"/>
                </a:lnTo>
                <a:lnTo>
                  <a:pt x="0" y="14845"/>
                </a:lnTo>
                <a:lnTo>
                  <a:pt x="0" y="14978"/>
                </a:lnTo>
                <a:lnTo>
                  <a:pt x="0" y="15779"/>
                </a:lnTo>
                <a:lnTo>
                  <a:pt x="0" y="15946"/>
                </a:lnTo>
                <a:lnTo>
                  <a:pt x="0" y="23685"/>
                </a:lnTo>
                <a:lnTo>
                  <a:pt x="0" y="24819"/>
                </a:lnTo>
                <a:lnTo>
                  <a:pt x="0" y="26620"/>
                </a:lnTo>
                <a:lnTo>
                  <a:pt x="0" y="27587"/>
                </a:lnTo>
                <a:lnTo>
                  <a:pt x="0" y="27754"/>
                </a:lnTo>
                <a:lnTo>
                  <a:pt x="868" y="28621"/>
                </a:lnTo>
                <a:lnTo>
                  <a:pt x="2135" y="28621"/>
                </a:lnTo>
                <a:lnTo>
                  <a:pt x="2135" y="29722"/>
                </a:lnTo>
                <a:lnTo>
                  <a:pt x="2235" y="30022"/>
                </a:lnTo>
                <a:lnTo>
                  <a:pt x="3036" y="30790"/>
                </a:lnTo>
                <a:lnTo>
                  <a:pt x="2235" y="31557"/>
                </a:lnTo>
                <a:lnTo>
                  <a:pt x="2135" y="31824"/>
                </a:lnTo>
                <a:lnTo>
                  <a:pt x="2135" y="32924"/>
                </a:lnTo>
                <a:lnTo>
                  <a:pt x="868" y="32924"/>
                </a:lnTo>
                <a:lnTo>
                  <a:pt x="0" y="33825"/>
                </a:lnTo>
                <a:lnTo>
                  <a:pt x="0" y="33959"/>
                </a:lnTo>
                <a:lnTo>
                  <a:pt x="0" y="34926"/>
                </a:lnTo>
                <a:lnTo>
                  <a:pt x="0" y="36727"/>
                </a:lnTo>
                <a:lnTo>
                  <a:pt x="0" y="37861"/>
                </a:lnTo>
                <a:lnTo>
                  <a:pt x="0" y="45600"/>
                </a:lnTo>
                <a:lnTo>
                  <a:pt x="0" y="45767"/>
                </a:lnTo>
                <a:lnTo>
                  <a:pt x="0" y="46568"/>
                </a:lnTo>
                <a:lnTo>
                  <a:pt x="0" y="46734"/>
                </a:lnTo>
                <a:lnTo>
                  <a:pt x="0" y="54473"/>
                </a:lnTo>
                <a:lnTo>
                  <a:pt x="0" y="55607"/>
                </a:lnTo>
                <a:lnTo>
                  <a:pt x="0" y="57409"/>
                </a:lnTo>
                <a:lnTo>
                  <a:pt x="0" y="58376"/>
                </a:lnTo>
                <a:lnTo>
                  <a:pt x="0" y="58509"/>
                </a:lnTo>
                <a:lnTo>
                  <a:pt x="868" y="59410"/>
                </a:lnTo>
                <a:lnTo>
                  <a:pt x="2135" y="59410"/>
                </a:lnTo>
                <a:lnTo>
                  <a:pt x="2135" y="60511"/>
                </a:lnTo>
                <a:lnTo>
                  <a:pt x="2235" y="60778"/>
                </a:lnTo>
                <a:lnTo>
                  <a:pt x="3036" y="61545"/>
                </a:lnTo>
                <a:lnTo>
                  <a:pt x="2235" y="62312"/>
                </a:lnTo>
                <a:lnTo>
                  <a:pt x="2135" y="62612"/>
                </a:lnTo>
                <a:lnTo>
                  <a:pt x="2135" y="63713"/>
                </a:lnTo>
                <a:lnTo>
                  <a:pt x="868" y="63713"/>
                </a:lnTo>
                <a:lnTo>
                  <a:pt x="0" y="64580"/>
                </a:lnTo>
                <a:lnTo>
                  <a:pt x="0" y="64747"/>
                </a:lnTo>
                <a:lnTo>
                  <a:pt x="0" y="65715"/>
                </a:lnTo>
                <a:lnTo>
                  <a:pt x="0" y="67516"/>
                </a:lnTo>
                <a:lnTo>
                  <a:pt x="0" y="68650"/>
                </a:lnTo>
                <a:lnTo>
                  <a:pt x="0" y="76389"/>
                </a:lnTo>
                <a:lnTo>
                  <a:pt x="0" y="76556"/>
                </a:lnTo>
                <a:lnTo>
                  <a:pt x="0" y="77356"/>
                </a:lnTo>
                <a:lnTo>
                  <a:pt x="0" y="77490"/>
                </a:lnTo>
                <a:lnTo>
                  <a:pt x="0" y="85262"/>
                </a:lnTo>
                <a:lnTo>
                  <a:pt x="0" y="86363"/>
                </a:lnTo>
                <a:lnTo>
                  <a:pt x="0" y="88197"/>
                </a:lnTo>
                <a:lnTo>
                  <a:pt x="0" y="89131"/>
                </a:lnTo>
                <a:lnTo>
                  <a:pt x="0" y="89298"/>
                </a:lnTo>
                <a:lnTo>
                  <a:pt x="868" y="90199"/>
                </a:lnTo>
                <a:lnTo>
                  <a:pt x="2135" y="90199"/>
                </a:lnTo>
                <a:lnTo>
                  <a:pt x="2135" y="91266"/>
                </a:lnTo>
                <a:lnTo>
                  <a:pt x="2235" y="91566"/>
                </a:lnTo>
                <a:lnTo>
                  <a:pt x="3036" y="92334"/>
                </a:lnTo>
                <a:lnTo>
                  <a:pt x="2235" y="93101"/>
                </a:lnTo>
                <a:lnTo>
                  <a:pt x="2135" y="93368"/>
                </a:lnTo>
                <a:lnTo>
                  <a:pt x="2135" y="94469"/>
                </a:lnTo>
                <a:lnTo>
                  <a:pt x="868" y="94469"/>
                </a:lnTo>
                <a:lnTo>
                  <a:pt x="0" y="95369"/>
                </a:lnTo>
                <a:lnTo>
                  <a:pt x="0" y="95536"/>
                </a:lnTo>
                <a:lnTo>
                  <a:pt x="0" y="96470"/>
                </a:lnTo>
                <a:lnTo>
                  <a:pt x="0" y="98305"/>
                </a:lnTo>
                <a:lnTo>
                  <a:pt x="0" y="99405"/>
                </a:lnTo>
                <a:lnTo>
                  <a:pt x="0" y="107178"/>
                </a:lnTo>
                <a:lnTo>
                  <a:pt x="0" y="107311"/>
                </a:lnTo>
                <a:lnTo>
                  <a:pt x="0" y="108112"/>
                </a:lnTo>
                <a:lnTo>
                  <a:pt x="0" y="108278"/>
                </a:lnTo>
                <a:lnTo>
                  <a:pt x="0" y="116017"/>
                </a:lnTo>
                <a:lnTo>
                  <a:pt x="0" y="117151"/>
                </a:lnTo>
                <a:lnTo>
                  <a:pt x="0" y="118953"/>
                </a:lnTo>
                <a:lnTo>
                  <a:pt x="0" y="119920"/>
                </a:lnTo>
                <a:lnTo>
                  <a:pt x="0" y="120087"/>
                </a:lnTo>
                <a:lnTo>
                  <a:pt x="868" y="120954"/>
                </a:lnTo>
                <a:lnTo>
                  <a:pt x="2135" y="120954"/>
                </a:lnTo>
                <a:lnTo>
                  <a:pt x="2135" y="122055"/>
                </a:lnTo>
                <a:lnTo>
                  <a:pt x="2235" y="122355"/>
                </a:lnTo>
                <a:lnTo>
                  <a:pt x="3036" y="123122"/>
                </a:lnTo>
                <a:lnTo>
                  <a:pt x="3169" y="123122"/>
                </a:lnTo>
                <a:lnTo>
                  <a:pt x="4137" y="123122"/>
                </a:lnTo>
                <a:lnTo>
                  <a:pt x="5938" y="123122"/>
                </a:lnTo>
                <a:lnTo>
                  <a:pt x="7072" y="123122"/>
                </a:lnTo>
                <a:lnTo>
                  <a:pt x="14811" y="123122"/>
                </a:lnTo>
                <a:lnTo>
                  <a:pt x="14978" y="123122"/>
                </a:lnTo>
                <a:lnTo>
                  <a:pt x="15778" y="123122"/>
                </a:lnTo>
                <a:lnTo>
                  <a:pt x="15945" y="123122"/>
                </a:lnTo>
                <a:lnTo>
                  <a:pt x="23684" y="123122"/>
                </a:lnTo>
                <a:lnTo>
                  <a:pt x="23684" y="123122"/>
                </a:lnTo>
                <a:lnTo>
                  <a:pt x="24818" y="123122"/>
                </a:lnTo>
                <a:lnTo>
                  <a:pt x="26620" y="123122"/>
                </a:lnTo>
                <a:lnTo>
                  <a:pt x="27587" y="123122"/>
                </a:lnTo>
                <a:lnTo>
                  <a:pt x="27754" y="123122"/>
                </a:lnTo>
                <a:lnTo>
                  <a:pt x="28521" y="122355"/>
                </a:lnTo>
                <a:lnTo>
                  <a:pt x="28621" y="122055"/>
                </a:lnTo>
                <a:lnTo>
                  <a:pt x="28621" y="120954"/>
                </a:lnTo>
                <a:lnTo>
                  <a:pt x="29889" y="120954"/>
                </a:lnTo>
                <a:lnTo>
                  <a:pt x="30789" y="120087"/>
                </a:lnTo>
                <a:lnTo>
                  <a:pt x="31656" y="120954"/>
                </a:lnTo>
                <a:lnTo>
                  <a:pt x="32924" y="120954"/>
                </a:lnTo>
                <a:lnTo>
                  <a:pt x="32924" y="122055"/>
                </a:lnTo>
                <a:lnTo>
                  <a:pt x="33024" y="122355"/>
                </a:lnTo>
                <a:lnTo>
                  <a:pt x="33825" y="123122"/>
                </a:lnTo>
                <a:lnTo>
                  <a:pt x="33958" y="123122"/>
                </a:lnTo>
                <a:lnTo>
                  <a:pt x="34925" y="123122"/>
                </a:lnTo>
                <a:lnTo>
                  <a:pt x="36727" y="123122"/>
                </a:lnTo>
                <a:lnTo>
                  <a:pt x="37861" y="123122"/>
                </a:lnTo>
                <a:lnTo>
                  <a:pt x="45600" y="123122"/>
                </a:lnTo>
                <a:lnTo>
                  <a:pt x="45767" y="123122"/>
                </a:lnTo>
                <a:lnTo>
                  <a:pt x="46567" y="123122"/>
                </a:lnTo>
                <a:lnTo>
                  <a:pt x="46734" y="123122"/>
                </a:lnTo>
                <a:lnTo>
                  <a:pt x="54473" y="123122"/>
                </a:lnTo>
                <a:lnTo>
                  <a:pt x="55607" y="123122"/>
                </a:lnTo>
                <a:lnTo>
                  <a:pt x="57408" y="123122"/>
                </a:lnTo>
                <a:lnTo>
                  <a:pt x="58376" y="123122"/>
                </a:lnTo>
                <a:lnTo>
                  <a:pt x="58542" y="123122"/>
                </a:lnTo>
                <a:lnTo>
                  <a:pt x="59310" y="122355"/>
                </a:lnTo>
                <a:lnTo>
                  <a:pt x="59410" y="122055"/>
                </a:lnTo>
                <a:lnTo>
                  <a:pt x="59410" y="120954"/>
                </a:lnTo>
                <a:lnTo>
                  <a:pt x="60677" y="120954"/>
                </a:lnTo>
                <a:lnTo>
                  <a:pt x="61578" y="120087"/>
                </a:lnTo>
                <a:lnTo>
                  <a:pt x="62445" y="120954"/>
                </a:lnTo>
                <a:lnTo>
                  <a:pt x="63713" y="120954"/>
                </a:lnTo>
                <a:lnTo>
                  <a:pt x="63713" y="122055"/>
                </a:lnTo>
                <a:lnTo>
                  <a:pt x="63813" y="122355"/>
                </a:lnTo>
                <a:lnTo>
                  <a:pt x="64613" y="123122"/>
                </a:lnTo>
                <a:lnTo>
                  <a:pt x="64747" y="123122"/>
                </a:lnTo>
                <a:lnTo>
                  <a:pt x="65714" y="123122"/>
                </a:lnTo>
                <a:lnTo>
                  <a:pt x="67515" y="123122"/>
                </a:lnTo>
                <a:lnTo>
                  <a:pt x="68650" y="123122"/>
                </a:lnTo>
                <a:lnTo>
                  <a:pt x="76388" y="123122"/>
                </a:lnTo>
                <a:lnTo>
                  <a:pt x="76555" y="123122"/>
                </a:lnTo>
                <a:lnTo>
                  <a:pt x="77356" y="123122"/>
                </a:lnTo>
                <a:lnTo>
                  <a:pt x="77523" y="123122"/>
                </a:lnTo>
                <a:lnTo>
                  <a:pt x="85261" y="123122"/>
                </a:lnTo>
                <a:lnTo>
                  <a:pt x="86362" y="123122"/>
                </a:lnTo>
                <a:lnTo>
                  <a:pt x="88197" y="123122"/>
                </a:lnTo>
                <a:lnTo>
                  <a:pt x="89131" y="123122"/>
                </a:lnTo>
                <a:lnTo>
                  <a:pt x="89298" y="123122"/>
                </a:lnTo>
                <a:lnTo>
                  <a:pt x="90065" y="122355"/>
                </a:lnTo>
                <a:lnTo>
                  <a:pt x="90198" y="122055"/>
                </a:lnTo>
                <a:lnTo>
                  <a:pt x="90198" y="120954"/>
                </a:lnTo>
                <a:lnTo>
                  <a:pt x="91466" y="120954"/>
                </a:lnTo>
                <a:lnTo>
                  <a:pt x="92333" y="120087"/>
                </a:lnTo>
                <a:lnTo>
                  <a:pt x="93234" y="120954"/>
                </a:lnTo>
                <a:lnTo>
                  <a:pt x="94501" y="120954"/>
                </a:lnTo>
                <a:lnTo>
                  <a:pt x="94501" y="122055"/>
                </a:lnTo>
                <a:lnTo>
                  <a:pt x="94601" y="122355"/>
                </a:lnTo>
                <a:lnTo>
                  <a:pt x="95369" y="123122"/>
                </a:lnTo>
                <a:lnTo>
                  <a:pt x="95535" y="123122"/>
                </a:lnTo>
                <a:lnTo>
                  <a:pt x="96503" y="123122"/>
                </a:lnTo>
                <a:lnTo>
                  <a:pt x="98304" y="123122"/>
                </a:lnTo>
                <a:lnTo>
                  <a:pt x="99438" y="123122"/>
                </a:lnTo>
                <a:lnTo>
                  <a:pt x="107177" y="123122"/>
                </a:lnTo>
                <a:lnTo>
                  <a:pt x="107344" y="123122"/>
                </a:lnTo>
                <a:lnTo>
                  <a:pt x="108111" y="123122"/>
                </a:lnTo>
                <a:lnTo>
                  <a:pt x="108278" y="123122"/>
                </a:lnTo>
                <a:lnTo>
                  <a:pt x="116050" y="123122"/>
                </a:lnTo>
                <a:lnTo>
                  <a:pt x="117151" y="123122"/>
                </a:lnTo>
                <a:lnTo>
                  <a:pt x="118985" y="123122"/>
                </a:lnTo>
                <a:lnTo>
                  <a:pt x="119919" y="123122"/>
                </a:lnTo>
                <a:lnTo>
                  <a:pt x="120086" y="123122"/>
                </a:lnTo>
                <a:lnTo>
                  <a:pt x="120853" y="122355"/>
                </a:lnTo>
                <a:lnTo>
                  <a:pt x="120987" y="122055"/>
                </a:lnTo>
                <a:lnTo>
                  <a:pt x="120987" y="120954"/>
                </a:lnTo>
                <a:lnTo>
                  <a:pt x="122221" y="120954"/>
                </a:lnTo>
                <a:lnTo>
                  <a:pt x="123122" y="120087"/>
                </a:lnTo>
                <a:lnTo>
                  <a:pt x="124022" y="120954"/>
                </a:lnTo>
                <a:lnTo>
                  <a:pt x="125257" y="120954"/>
                </a:lnTo>
                <a:lnTo>
                  <a:pt x="125257" y="122055"/>
                </a:lnTo>
                <a:lnTo>
                  <a:pt x="125390" y="122355"/>
                </a:lnTo>
                <a:lnTo>
                  <a:pt x="126157" y="123122"/>
                </a:lnTo>
                <a:lnTo>
                  <a:pt x="126324" y="123122"/>
                </a:lnTo>
                <a:lnTo>
                  <a:pt x="127291" y="123122"/>
                </a:lnTo>
                <a:lnTo>
                  <a:pt x="129093" y="123122"/>
                </a:lnTo>
                <a:lnTo>
                  <a:pt x="130193" y="123122"/>
                </a:lnTo>
                <a:lnTo>
                  <a:pt x="137966" y="123122"/>
                </a:lnTo>
                <a:lnTo>
                  <a:pt x="138132" y="123122"/>
                </a:lnTo>
                <a:lnTo>
                  <a:pt x="138900" y="123122"/>
                </a:lnTo>
                <a:lnTo>
                  <a:pt x="139066" y="123122"/>
                </a:lnTo>
                <a:lnTo>
                  <a:pt x="146839" y="123122"/>
                </a:lnTo>
                <a:lnTo>
                  <a:pt x="147939" y="123122"/>
                </a:lnTo>
                <a:lnTo>
                  <a:pt x="149741" y="123122"/>
                </a:lnTo>
                <a:lnTo>
                  <a:pt x="150708" y="123122"/>
                </a:lnTo>
                <a:lnTo>
                  <a:pt x="150875" y="123122"/>
                </a:lnTo>
                <a:lnTo>
                  <a:pt x="151642" y="122355"/>
                </a:lnTo>
                <a:lnTo>
                  <a:pt x="151776" y="122055"/>
                </a:lnTo>
                <a:lnTo>
                  <a:pt x="151776" y="120954"/>
                </a:lnTo>
                <a:lnTo>
                  <a:pt x="153010" y="120954"/>
                </a:lnTo>
                <a:lnTo>
                  <a:pt x="153910" y="120087"/>
                </a:lnTo>
                <a:lnTo>
                  <a:pt x="154778" y="120954"/>
                </a:lnTo>
                <a:lnTo>
                  <a:pt x="156112" y="120954"/>
                </a:lnTo>
                <a:lnTo>
                  <a:pt x="156112" y="122055"/>
                </a:lnTo>
                <a:lnTo>
                  <a:pt x="156212" y="122355"/>
                </a:lnTo>
                <a:lnTo>
                  <a:pt x="156979" y="123122"/>
                </a:lnTo>
                <a:lnTo>
                  <a:pt x="157146" y="123122"/>
                </a:lnTo>
                <a:lnTo>
                  <a:pt x="158113" y="123122"/>
                </a:lnTo>
                <a:lnTo>
                  <a:pt x="159915" y="123122"/>
                </a:lnTo>
                <a:lnTo>
                  <a:pt x="161049" y="123122"/>
                </a:lnTo>
                <a:lnTo>
                  <a:pt x="168788" y="123122"/>
                </a:lnTo>
                <a:lnTo>
                  <a:pt x="168954" y="123122"/>
                </a:lnTo>
                <a:lnTo>
                  <a:pt x="169722" y="123122"/>
                </a:lnTo>
                <a:lnTo>
                  <a:pt x="169888" y="123122"/>
                </a:lnTo>
                <a:lnTo>
                  <a:pt x="177661" y="123122"/>
                </a:lnTo>
                <a:lnTo>
                  <a:pt x="178761" y="123122"/>
                </a:lnTo>
                <a:lnTo>
                  <a:pt x="180596" y="123122"/>
                </a:lnTo>
                <a:lnTo>
                  <a:pt x="181530" y="123122"/>
                </a:lnTo>
                <a:lnTo>
                  <a:pt x="181697" y="123122"/>
                </a:lnTo>
                <a:lnTo>
                  <a:pt x="182464" y="122355"/>
                </a:lnTo>
                <a:lnTo>
                  <a:pt x="182598" y="122055"/>
                </a:lnTo>
                <a:lnTo>
                  <a:pt x="182598" y="120954"/>
                </a:lnTo>
                <a:lnTo>
                  <a:pt x="183832" y="120954"/>
                </a:lnTo>
                <a:lnTo>
                  <a:pt x="184732" y="120087"/>
                </a:lnTo>
                <a:lnTo>
                  <a:pt x="185633" y="120954"/>
                </a:lnTo>
                <a:lnTo>
                  <a:pt x="186867" y="120954"/>
                </a:lnTo>
                <a:lnTo>
                  <a:pt x="186867" y="122055"/>
                </a:lnTo>
                <a:lnTo>
                  <a:pt x="187001" y="122355"/>
                </a:lnTo>
                <a:lnTo>
                  <a:pt x="187768" y="123122"/>
                </a:lnTo>
                <a:lnTo>
                  <a:pt x="187935" y="123122"/>
                </a:lnTo>
                <a:lnTo>
                  <a:pt x="188869" y="123122"/>
                </a:lnTo>
                <a:lnTo>
                  <a:pt x="190703" y="123122"/>
                </a:lnTo>
                <a:lnTo>
                  <a:pt x="191804" y="123122"/>
                </a:lnTo>
                <a:lnTo>
                  <a:pt x="199576" y="123122"/>
                </a:lnTo>
                <a:lnTo>
                  <a:pt x="199743" y="123122"/>
                </a:lnTo>
                <a:lnTo>
                  <a:pt x="200510" y="123122"/>
                </a:lnTo>
                <a:lnTo>
                  <a:pt x="200677" y="123122"/>
                </a:lnTo>
                <a:lnTo>
                  <a:pt x="208449" y="123122"/>
                </a:lnTo>
                <a:lnTo>
                  <a:pt x="209550" y="123122"/>
                </a:lnTo>
                <a:lnTo>
                  <a:pt x="211351" y="123122"/>
                </a:lnTo>
                <a:lnTo>
                  <a:pt x="212319" y="123122"/>
                </a:lnTo>
                <a:lnTo>
                  <a:pt x="212486" y="123122"/>
                </a:lnTo>
                <a:lnTo>
                  <a:pt x="213253" y="122355"/>
                </a:lnTo>
                <a:lnTo>
                  <a:pt x="213386" y="122055"/>
                </a:lnTo>
                <a:lnTo>
                  <a:pt x="213386" y="120954"/>
                </a:lnTo>
                <a:lnTo>
                  <a:pt x="214620" y="120954"/>
                </a:lnTo>
                <a:lnTo>
                  <a:pt x="215521" y="120087"/>
                </a:lnTo>
                <a:lnTo>
                  <a:pt x="216388" y="120954"/>
                </a:lnTo>
                <a:lnTo>
                  <a:pt x="217656" y="120954"/>
                </a:lnTo>
                <a:lnTo>
                  <a:pt x="217656" y="122055"/>
                </a:lnTo>
                <a:lnTo>
                  <a:pt x="217789" y="122355"/>
                </a:lnTo>
                <a:lnTo>
                  <a:pt x="218557" y="123122"/>
                </a:lnTo>
                <a:lnTo>
                  <a:pt x="218723" y="123122"/>
                </a:lnTo>
                <a:lnTo>
                  <a:pt x="219657" y="123122"/>
                </a:lnTo>
                <a:lnTo>
                  <a:pt x="221492" y="123122"/>
                </a:lnTo>
                <a:lnTo>
                  <a:pt x="222593" y="123122"/>
                </a:lnTo>
                <a:lnTo>
                  <a:pt x="222593" y="123122"/>
                </a:lnTo>
                <a:lnTo>
                  <a:pt x="230365" y="123122"/>
                </a:lnTo>
                <a:lnTo>
                  <a:pt x="230498" y="123122"/>
                </a:lnTo>
                <a:lnTo>
                  <a:pt x="231299" y="123122"/>
                </a:lnTo>
                <a:lnTo>
                  <a:pt x="231466" y="123122"/>
                </a:lnTo>
                <a:lnTo>
                  <a:pt x="239205" y="123122"/>
                </a:lnTo>
                <a:lnTo>
                  <a:pt x="240339" y="123122"/>
                </a:lnTo>
                <a:lnTo>
                  <a:pt x="242140" y="123122"/>
                </a:lnTo>
                <a:lnTo>
                  <a:pt x="243107" y="123122"/>
                </a:lnTo>
                <a:lnTo>
                  <a:pt x="243274" y="123122"/>
                </a:lnTo>
                <a:lnTo>
                  <a:pt x="244041" y="122355"/>
                </a:lnTo>
                <a:lnTo>
                  <a:pt x="244142" y="122055"/>
                </a:lnTo>
                <a:lnTo>
                  <a:pt x="244142" y="120954"/>
                </a:lnTo>
                <a:lnTo>
                  <a:pt x="245409" y="120954"/>
                </a:lnTo>
                <a:lnTo>
                  <a:pt x="246310" y="120087"/>
                </a:lnTo>
                <a:lnTo>
                  <a:pt x="246310" y="119920"/>
                </a:lnTo>
                <a:lnTo>
                  <a:pt x="246310" y="118953"/>
                </a:lnTo>
                <a:lnTo>
                  <a:pt x="246310" y="117151"/>
                </a:lnTo>
                <a:lnTo>
                  <a:pt x="246310" y="116017"/>
                </a:lnTo>
                <a:lnTo>
                  <a:pt x="246310" y="108278"/>
                </a:lnTo>
                <a:lnTo>
                  <a:pt x="246310" y="108112"/>
                </a:lnTo>
                <a:lnTo>
                  <a:pt x="246310" y="107311"/>
                </a:lnTo>
                <a:lnTo>
                  <a:pt x="246310" y="107178"/>
                </a:lnTo>
                <a:lnTo>
                  <a:pt x="246310" y="99405"/>
                </a:lnTo>
                <a:lnTo>
                  <a:pt x="246310" y="98305"/>
                </a:lnTo>
                <a:lnTo>
                  <a:pt x="246310" y="96470"/>
                </a:lnTo>
                <a:lnTo>
                  <a:pt x="246310" y="95536"/>
                </a:lnTo>
                <a:lnTo>
                  <a:pt x="246310" y="95369"/>
                </a:lnTo>
                <a:lnTo>
                  <a:pt x="245409" y="94469"/>
                </a:lnTo>
                <a:lnTo>
                  <a:pt x="244142" y="94469"/>
                </a:lnTo>
                <a:lnTo>
                  <a:pt x="244142" y="93368"/>
                </a:lnTo>
                <a:lnTo>
                  <a:pt x="244041" y="93101"/>
                </a:lnTo>
                <a:lnTo>
                  <a:pt x="243274" y="92334"/>
                </a:lnTo>
                <a:lnTo>
                  <a:pt x="244041" y="91566"/>
                </a:lnTo>
                <a:lnTo>
                  <a:pt x="244142" y="91266"/>
                </a:lnTo>
                <a:lnTo>
                  <a:pt x="244142" y="90199"/>
                </a:lnTo>
                <a:lnTo>
                  <a:pt x="245409" y="90199"/>
                </a:lnTo>
                <a:lnTo>
                  <a:pt x="246310" y="89298"/>
                </a:lnTo>
                <a:lnTo>
                  <a:pt x="246310" y="89131"/>
                </a:lnTo>
                <a:lnTo>
                  <a:pt x="246310" y="88197"/>
                </a:lnTo>
                <a:lnTo>
                  <a:pt x="246310" y="86363"/>
                </a:lnTo>
                <a:lnTo>
                  <a:pt x="246310" y="85262"/>
                </a:lnTo>
                <a:lnTo>
                  <a:pt x="246310" y="77490"/>
                </a:lnTo>
                <a:lnTo>
                  <a:pt x="246310" y="77323"/>
                </a:lnTo>
                <a:lnTo>
                  <a:pt x="246310" y="76556"/>
                </a:lnTo>
                <a:lnTo>
                  <a:pt x="246310" y="76389"/>
                </a:lnTo>
                <a:lnTo>
                  <a:pt x="246310" y="68617"/>
                </a:lnTo>
                <a:lnTo>
                  <a:pt x="246310" y="67516"/>
                </a:lnTo>
                <a:lnTo>
                  <a:pt x="246310" y="65715"/>
                </a:lnTo>
                <a:lnTo>
                  <a:pt x="246310" y="64747"/>
                </a:lnTo>
                <a:lnTo>
                  <a:pt x="246310" y="64580"/>
                </a:lnTo>
                <a:lnTo>
                  <a:pt x="245409" y="63713"/>
                </a:lnTo>
                <a:lnTo>
                  <a:pt x="244142" y="63713"/>
                </a:lnTo>
                <a:lnTo>
                  <a:pt x="244142" y="62612"/>
                </a:lnTo>
                <a:lnTo>
                  <a:pt x="244041" y="62312"/>
                </a:lnTo>
                <a:lnTo>
                  <a:pt x="243274" y="61545"/>
                </a:lnTo>
                <a:lnTo>
                  <a:pt x="244041" y="60778"/>
                </a:lnTo>
                <a:lnTo>
                  <a:pt x="244142" y="60511"/>
                </a:lnTo>
                <a:lnTo>
                  <a:pt x="244142" y="59410"/>
                </a:lnTo>
                <a:lnTo>
                  <a:pt x="245409" y="59410"/>
                </a:lnTo>
                <a:lnTo>
                  <a:pt x="246310" y="58509"/>
                </a:lnTo>
                <a:lnTo>
                  <a:pt x="246310" y="58376"/>
                </a:lnTo>
                <a:lnTo>
                  <a:pt x="246310" y="57409"/>
                </a:lnTo>
                <a:lnTo>
                  <a:pt x="246310" y="55607"/>
                </a:lnTo>
                <a:lnTo>
                  <a:pt x="246310" y="54473"/>
                </a:lnTo>
                <a:lnTo>
                  <a:pt x="246310" y="46734"/>
                </a:lnTo>
                <a:lnTo>
                  <a:pt x="246310" y="46568"/>
                </a:lnTo>
                <a:lnTo>
                  <a:pt x="246310" y="45800"/>
                </a:lnTo>
                <a:lnTo>
                  <a:pt x="246310" y="45634"/>
                </a:lnTo>
                <a:lnTo>
                  <a:pt x="246310" y="37861"/>
                </a:lnTo>
                <a:lnTo>
                  <a:pt x="246310" y="36761"/>
                </a:lnTo>
                <a:lnTo>
                  <a:pt x="246310" y="34926"/>
                </a:lnTo>
                <a:lnTo>
                  <a:pt x="246310" y="33992"/>
                </a:lnTo>
                <a:lnTo>
                  <a:pt x="246310" y="33825"/>
                </a:lnTo>
                <a:lnTo>
                  <a:pt x="245409" y="32924"/>
                </a:lnTo>
                <a:lnTo>
                  <a:pt x="244142" y="32924"/>
                </a:lnTo>
                <a:lnTo>
                  <a:pt x="244142" y="31824"/>
                </a:lnTo>
                <a:lnTo>
                  <a:pt x="244041" y="31557"/>
                </a:lnTo>
                <a:lnTo>
                  <a:pt x="243274" y="30790"/>
                </a:lnTo>
                <a:lnTo>
                  <a:pt x="244041" y="30022"/>
                </a:lnTo>
                <a:lnTo>
                  <a:pt x="244142" y="29722"/>
                </a:lnTo>
                <a:lnTo>
                  <a:pt x="244142" y="28655"/>
                </a:lnTo>
                <a:lnTo>
                  <a:pt x="245409" y="28655"/>
                </a:lnTo>
                <a:lnTo>
                  <a:pt x="246310" y="27754"/>
                </a:lnTo>
                <a:lnTo>
                  <a:pt x="246310" y="27587"/>
                </a:lnTo>
                <a:lnTo>
                  <a:pt x="246310" y="26620"/>
                </a:lnTo>
                <a:lnTo>
                  <a:pt x="246310" y="24819"/>
                </a:lnTo>
                <a:lnTo>
                  <a:pt x="246310" y="23718"/>
                </a:lnTo>
                <a:lnTo>
                  <a:pt x="246310" y="15946"/>
                </a:lnTo>
                <a:lnTo>
                  <a:pt x="246310" y="15779"/>
                </a:lnTo>
                <a:lnTo>
                  <a:pt x="246310" y="15012"/>
                </a:lnTo>
                <a:lnTo>
                  <a:pt x="246310" y="14845"/>
                </a:lnTo>
                <a:lnTo>
                  <a:pt x="246310" y="7073"/>
                </a:lnTo>
                <a:lnTo>
                  <a:pt x="246310" y="5972"/>
                </a:lnTo>
                <a:lnTo>
                  <a:pt x="246310" y="4137"/>
                </a:lnTo>
                <a:lnTo>
                  <a:pt x="246310" y="3203"/>
                </a:lnTo>
                <a:lnTo>
                  <a:pt x="246310" y="3036"/>
                </a:lnTo>
                <a:close/>
                <a:moveTo>
                  <a:pt x="242574" y="401"/>
                </a:moveTo>
                <a:lnTo>
                  <a:pt x="243374" y="1202"/>
                </a:lnTo>
                <a:lnTo>
                  <a:pt x="243374" y="2503"/>
                </a:lnTo>
                <a:lnTo>
                  <a:pt x="242107" y="3804"/>
                </a:lnTo>
                <a:lnTo>
                  <a:pt x="242107" y="1735"/>
                </a:lnTo>
                <a:lnTo>
                  <a:pt x="240739" y="401"/>
                </a:lnTo>
                <a:lnTo>
                  <a:pt x="242574" y="401"/>
                </a:lnTo>
                <a:close/>
                <a:moveTo>
                  <a:pt x="239338" y="6439"/>
                </a:moveTo>
                <a:lnTo>
                  <a:pt x="234635" y="6439"/>
                </a:lnTo>
                <a:lnTo>
                  <a:pt x="231332" y="3103"/>
                </a:lnTo>
                <a:lnTo>
                  <a:pt x="231332" y="935"/>
                </a:lnTo>
                <a:lnTo>
                  <a:pt x="235269" y="4904"/>
                </a:lnTo>
                <a:lnTo>
                  <a:pt x="240873" y="4904"/>
                </a:lnTo>
                <a:close/>
                <a:moveTo>
                  <a:pt x="239338" y="37228"/>
                </a:moveTo>
                <a:lnTo>
                  <a:pt x="234635" y="37228"/>
                </a:lnTo>
                <a:lnTo>
                  <a:pt x="231332" y="33892"/>
                </a:lnTo>
                <a:lnTo>
                  <a:pt x="231332" y="31757"/>
                </a:lnTo>
                <a:lnTo>
                  <a:pt x="235269" y="35693"/>
                </a:lnTo>
                <a:lnTo>
                  <a:pt x="240873" y="35693"/>
                </a:lnTo>
                <a:close/>
                <a:moveTo>
                  <a:pt x="239205" y="42932"/>
                </a:moveTo>
                <a:lnTo>
                  <a:pt x="242073" y="45800"/>
                </a:lnTo>
                <a:lnTo>
                  <a:pt x="239705" y="45800"/>
                </a:lnTo>
                <a:lnTo>
                  <a:pt x="237437" y="43499"/>
                </a:lnTo>
                <a:lnTo>
                  <a:pt x="237437" y="40230"/>
                </a:lnTo>
                <a:lnTo>
                  <a:pt x="239105" y="38562"/>
                </a:lnTo>
                <a:lnTo>
                  <a:pt x="239105" y="42631"/>
                </a:lnTo>
                <a:close/>
                <a:moveTo>
                  <a:pt x="239338" y="68016"/>
                </a:moveTo>
                <a:lnTo>
                  <a:pt x="234635" y="68016"/>
                </a:lnTo>
                <a:lnTo>
                  <a:pt x="231332" y="64714"/>
                </a:lnTo>
                <a:lnTo>
                  <a:pt x="231332" y="62546"/>
                </a:lnTo>
                <a:lnTo>
                  <a:pt x="235269" y="66482"/>
                </a:lnTo>
                <a:lnTo>
                  <a:pt x="240873" y="66482"/>
                </a:lnTo>
                <a:close/>
                <a:moveTo>
                  <a:pt x="239338" y="98805"/>
                </a:moveTo>
                <a:lnTo>
                  <a:pt x="234635" y="98805"/>
                </a:lnTo>
                <a:lnTo>
                  <a:pt x="231332" y="95503"/>
                </a:lnTo>
                <a:lnTo>
                  <a:pt x="231332" y="93334"/>
                </a:lnTo>
                <a:lnTo>
                  <a:pt x="235269" y="97271"/>
                </a:lnTo>
                <a:lnTo>
                  <a:pt x="240873" y="97271"/>
                </a:lnTo>
                <a:close/>
                <a:moveTo>
                  <a:pt x="239205" y="104509"/>
                </a:moveTo>
                <a:lnTo>
                  <a:pt x="242073" y="107378"/>
                </a:lnTo>
                <a:lnTo>
                  <a:pt x="239705" y="107378"/>
                </a:lnTo>
                <a:lnTo>
                  <a:pt x="237437" y="105076"/>
                </a:lnTo>
                <a:lnTo>
                  <a:pt x="237437" y="101840"/>
                </a:lnTo>
                <a:lnTo>
                  <a:pt x="239105" y="100139"/>
                </a:lnTo>
                <a:lnTo>
                  <a:pt x="239105" y="104209"/>
                </a:lnTo>
                <a:close/>
                <a:moveTo>
                  <a:pt x="239105" y="115384"/>
                </a:moveTo>
                <a:lnTo>
                  <a:pt x="237437" y="113716"/>
                </a:lnTo>
                <a:lnTo>
                  <a:pt x="237437" y="110447"/>
                </a:lnTo>
                <a:lnTo>
                  <a:pt x="239705" y="108145"/>
                </a:lnTo>
                <a:lnTo>
                  <a:pt x="242073" y="108145"/>
                </a:lnTo>
                <a:lnTo>
                  <a:pt x="239105" y="111147"/>
                </a:lnTo>
                <a:lnTo>
                  <a:pt x="239105" y="115384"/>
                </a:lnTo>
                <a:close/>
                <a:moveTo>
                  <a:pt x="220425" y="117685"/>
                </a:moveTo>
                <a:lnTo>
                  <a:pt x="220425" y="112114"/>
                </a:lnTo>
                <a:lnTo>
                  <a:pt x="216488" y="108178"/>
                </a:lnTo>
                <a:lnTo>
                  <a:pt x="218657" y="108178"/>
                </a:lnTo>
                <a:lnTo>
                  <a:pt x="221959" y="111481"/>
                </a:lnTo>
                <a:lnTo>
                  <a:pt x="221959" y="116151"/>
                </a:lnTo>
                <a:close/>
                <a:moveTo>
                  <a:pt x="210618" y="117685"/>
                </a:moveTo>
                <a:lnTo>
                  <a:pt x="209083" y="116184"/>
                </a:lnTo>
                <a:lnTo>
                  <a:pt x="209083" y="111481"/>
                </a:lnTo>
                <a:lnTo>
                  <a:pt x="212419" y="108178"/>
                </a:lnTo>
                <a:lnTo>
                  <a:pt x="214587" y="108178"/>
                </a:lnTo>
                <a:lnTo>
                  <a:pt x="210618" y="112114"/>
                </a:lnTo>
                <a:lnTo>
                  <a:pt x="210618" y="117685"/>
                </a:lnTo>
                <a:close/>
                <a:moveTo>
                  <a:pt x="189636" y="117685"/>
                </a:moveTo>
                <a:lnTo>
                  <a:pt x="189636" y="112114"/>
                </a:lnTo>
                <a:lnTo>
                  <a:pt x="185700" y="108178"/>
                </a:lnTo>
                <a:lnTo>
                  <a:pt x="187868" y="108178"/>
                </a:lnTo>
                <a:lnTo>
                  <a:pt x="191170" y="111481"/>
                </a:lnTo>
                <a:lnTo>
                  <a:pt x="191170" y="116151"/>
                </a:lnTo>
                <a:close/>
                <a:moveTo>
                  <a:pt x="179829" y="117685"/>
                </a:moveTo>
                <a:lnTo>
                  <a:pt x="178294" y="116184"/>
                </a:lnTo>
                <a:lnTo>
                  <a:pt x="178294" y="111481"/>
                </a:lnTo>
                <a:lnTo>
                  <a:pt x="181630" y="108178"/>
                </a:lnTo>
                <a:lnTo>
                  <a:pt x="183798" y="108178"/>
                </a:lnTo>
                <a:lnTo>
                  <a:pt x="179829" y="112114"/>
                </a:lnTo>
                <a:lnTo>
                  <a:pt x="179829" y="117685"/>
                </a:lnTo>
                <a:close/>
                <a:moveTo>
                  <a:pt x="158847" y="117685"/>
                </a:moveTo>
                <a:lnTo>
                  <a:pt x="158847" y="112114"/>
                </a:lnTo>
                <a:lnTo>
                  <a:pt x="154911" y="108178"/>
                </a:lnTo>
                <a:lnTo>
                  <a:pt x="157079" y="108178"/>
                </a:lnTo>
                <a:lnTo>
                  <a:pt x="160382" y="111481"/>
                </a:lnTo>
                <a:lnTo>
                  <a:pt x="160382" y="116151"/>
                </a:lnTo>
                <a:close/>
                <a:moveTo>
                  <a:pt x="149040" y="117685"/>
                </a:moveTo>
                <a:lnTo>
                  <a:pt x="147506" y="116184"/>
                </a:lnTo>
                <a:lnTo>
                  <a:pt x="147506" y="111481"/>
                </a:lnTo>
                <a:lnTo>
                  <a:pt x="150842" y="108178"/>
                </a:lnTo>
                <a:lnTo>
                  <a:pt x="152976" y="108178"/>
                </a:lnTo>
                <a:lnTo>
                  <a:pt x="149040" y="112114"/>
                </a:lnTo>
                <a:lnTo>
                  <a:pt x="149040" y="117685"/>
                </a:lnTo>
                <a:close/>
                <a:moveTo>
                  <a:pt x="128059" y="117685"/>
                </a:moveTo>
                <a:lnTo>
                  <a:pt x="128059" y="112114"/>
                </a:lnTo>
                <a:lnTo>
                  <a:pt x="124122" y="108178"/>
                </a:lnTo>
                <a:lnTo>
                  <a:pt x="126291" y="108178"/>
                </a:lnTo>
                <a:lnTo>
                  <a:pt x="129593" y="111481"/>
                </a:lnTo>
                <a:lnTo>
                  <a:pt x="129593" y="116151"/>
                </a:lnTo>
                <a:close/>
                <a:moveTo>
                  <a:pt x="118252" y="117685"/>
                </a:moveTo>
                <a:lnTo>
                  <a:pt x="116717" y="116184"/>
                </a:lnTo>
                <a:lnTo>
                  <a:pt x="116717" y="111481"/>
                </a:lnTo>
                <a:lnTo>
                  <a:pt x="120053" y="108178"/>
                </a:lnTo>
                <a:lnTo>
                  <a:pt x="122188" y="108178"/>
                </a:lnTo>
                <a:lnTo>
                  <a:pt x="118252" y="112114"/>
                </a:lnTo>
                <a:close/>
                <a:moveTo>
                  <a:pt x="97270" y="117685"/>
                </a:moveTo>
                <a:lnTo>
                  <a:pt x="97270" y="112114"/>
                </a:lnTo>
                <a:lnTo>
                  <a:pt x="93334" y="108178"/>
                </a:lnTo>
                <a:lnTo>
                  <a:pt x="95469" y="108178"/>
                </a:lnTo>
                <a:lnTo>
                  <a:pt x="98804" y="111481"/>
                </a:lnTo>
                <a:lnTo>
                  <a:pt x="98804" y="116151"/>
                </a:lnTo>
                <a:close/>
                <a:moveTo>
                  <a:pt x="87463" y="117685"/>
                </a:moveTo>
                <a:lnTo>
                  <a:pt x="85929" y="116184"/>
                </a:lnTo>
                <a:lnTo>
                  <a:pt x="85929" y="111481"/>
                </a:lnTo>
                <a:lnTo>
                  <a:pt x="89231" y="108178"/>
                </a:lnTo>
                <a:lnTo>
                  <a:pt x="91399" y="108178"/>
                </a:lnTo>
                <a:lnTo>
                  <a:pt x="87463" y="112114"/>
                </a:lnTo>
                <a:close/>
                <a:moveTo>
                  <a:pt x="66481" y="117685"/>
                </a:moveTo>
                <a:lnTo>
                  <a:pt x="66481" y="112114"/>
                </a:lnTo>
                <a:lnTo>
                  <a:pt x="62545" y="108178"/>
                </a:lnTo>
                <a:lnTo>
                  <a:pt x="64680" y="108178"/>
                </a:lnTo>
                <a:lnTo>
                  <a:pt x="68016" y="111481"/>
                </a:lnTo>
                <a:lnTo>
                  <a:pt x="68016" y="116151"/>
                </a:lnTo>
                <a:close/>
                <a:moveTo>
                  <a:pt x="56674" y="117685"/>
                </a:moveTo>
                <a:lnTo>
                  <a:pt x="55140" y="116184"/>
                </a:lnTo>
                <a:lnTo>
                  <a:pt x="55140" y="111481"/>
                </a:lnTo>
                <a:lnTo>
                  <a:pt x="58442" y="108178"/>
                </a:lnTo>
                <a:lnTo>
                  <a:pt x="60610" y="108178"/>
                </a:lnTo>
                <a:lnTo>
                  <a:pt x="56674" y="112114"/>
                </a:lnTo>
                <a:close/>
                <a:moveTo>
                  <a:pt x="35693" y="117685"/>
                </a:moveTo>
                <a:lnTo>
                  <a:pt x="35693" y="112114"/>
                </a:lnTo>
                <a:lnTo>
                  <a:pt x="31723" y="108178"/>
                </a:lnTo>
                <a:lnTo>
                  <a:pt x="33891" y="108178"/>
                </a:lnTo>
                <a:lnTo>
                  <a:pt x="37227" y="111481"/>
                </a:lnTo>
                <a:lnTo>
                  <a:pt x="37227" y="116151"/>
                </a:lnTo>
                <a:close/>
                <a:moveTo>
                  <a:pt x="25886" y="117685"/>
                </a:moveTo>
                <a:lnTo>
                  <a:pt x="24351" y="116184"/>
                </a:lnTo>
                <a:lnTo>
                  <a:pt x="24351" y="111481"/>
                </a:lnTo>
                <a:lnTo>
                  <a:pt x="27654" y="108178"/>
                </a:lnTo>
                <a:lnTo>
                  <a:pt x="29822" y="108178"/>
                </a:lnTo>
                <a:lnTo>
                  <a:pt x="25886" y="112114"/>
                </a:lnTo>
                <a:lnTo>
                  <a:pt x="25886" y="117685"/>
                </a:lnTo>
                <a:close/>
                <a:moveTo>
                  <a:pt x="6972" y="85929"/>
                </a:moveTo>
                <a:lnTo>
                  <a:pt x="11675" y="85929"/>
                </a:lnTo>
                <a:lnTo>
                  <a:pt x="14978" y="89265"/>
                </a:lnTo>
                <a:lnTo>
                  <a:pt x="14978" y="91400"/>
                </a:lnTo>
                <a:lnTo>
                  <a:pt x="11042" y="87464"/>
                </a:lnTo>
                <a:lnTo>
                  <a:pt x="5438" y="87464"/>
                </a:lnTo>
                <a:close/>
                <a:moveTo>
                  <a:pt x="7106" y="80258"/>
                </a:moveTo>
                <a:lnTo>
                  <a:pt x="4237" y="77356"/>
                </a:lnTo>
                <a:lnTo>
                  <a:pt x="6605" y="77356"/>
                </a:lnTo>
                <a:lnTo>
                  <a:pt x="8873" y="79658"/>
                </a:lnTo>
                <a:lnTo>
                  <a:pt x="8873" y="82927"/>
                </a:lnTo>
                <a:lnTo>
                  <a:pt x="7206" y="84595"/>
                </a:lnTo>
                <a:lnTo>
                  <a:pt x="7206" y="80525"/>
                </a:lnTo>
                <a:close/>
                <a:moveTo>
                  <a:pt x="6972" y="55140"/>
                </a:moveTo>
                <a:lnTo>
                  <a:pt x="11675" y="55140"/>
                </a:lnTo>
                <a:lnTo>
                  <a:pt x="14978" y="58443"/>
                </a:lnTo>
                <a:lnTo>
                  <a:pt x="14978" y="60611"/>
                </a:lnTo>
                <a:lnTo>
                  <a:pt x="11042" y="56675"/>
                </a:lnTo>
                <a:lnTo>
                  <a:pt x="5438" y="56675"/>
                </a:lnTo>
                <a:close/>
                <a:moveTo>
                  <a:pt x="6972" y="24352"/>
                </a:moveTo>
                <a:lnTo>
                  <a:pt x="11675" y="24352"/>
                </a:lnTo>
                <a:lnTo>
                  <a:pt x="14978" y="27654"/>
                </a:lnTo>
                <a:lnTo>
                  <a:pt x="14978" y="29822"/>
                </a:lnTo>
                <a:lnTo>
                  <a:pt x="11042" y="25886"/>
                </a:lnTo>
                <a:lnTo>
                  <a:pt x="5438" y="25886"/>
                </a:lnTo>
                <a:close/>
                <a:moveTo>
                  <a:pt x="7106" y="18648"/>
                </a:moveTo>
                <a:lnTo>
                  <a:pt x="4237" y="15779"/>
                </a:lnTo>
                <a:lnTo>
                  <a:pt x="6605" y="15779"/>
                </a:lnTo>
                <a:lnTo>
                  <a:pt x="8873" y="18081"/>
                </a:lnTo>
                <a:lnTo>
                  <a:pt x="8873" y="21316"/>
                </a:lnTo>
                <a:lnTo>
                  <a:pt x="7206" y="23017"/>
                </a:lnTo>
                <a:lnTo>
                  <a:pt x="7206" y="18948"/>
                </a:lnTo>
                <a:close/>
                <a:moveTo>
                  <a:pt x="7206" y="7773"/>
                </a:moveTo>
                <a:lnTo>
                  <a:pt x="8873" y="9441"/>
                </a:lnTo>
                <a:lnTo>
                  <a:pt x="8873" y="12710"/>
                </a:lnTo>
                <a:lnTo>
                  <a:pt x="6605" y="15012"/>
                </a:lnTo>
                <a:lnTo>
                  <a:pt x="4237" y="15012"/>
                </a:lnTo>
                <a:lnTo>
                  <a:pt x="7206" y="12010"/>
                </a:lnTo>
                <a:lnTo>
                  <a:pt x="7206" y="7773"/>
                </a:lnTo>
                <a:close/>
                <a:moveTo>
                  <a:pt x="25886" y="5471"/>
                </a:moveTo>
                <a:lnTo>
                  <a:pt x="25886" y="11042"/>
                </a:lnTo>
                <a:lnTo>
                  <a:pt x="29822" y="15012"/>
                </a:lnTo>
                <a:lnTo>
                  <a:pt x="27654" y="15012"/>
                </a:lnTo>
                <a:lnTo>
                  <a:pt x="24351" y="11676"/>
                </a:lnTo>
                <a:lnTo>
                  <a:pt x="24351" y="6973"/>
                </a:lnTo>
                <a:close/>
                <a:moveTo>
                  <a:pt x="35693" y="5471"/>
                </a:moveTo>
                <a:lnTo>
                  <a:pt x="37227" y="6973"/>
                </a:lnTo>
                <a:lnTo>
                  <a:pt x="37227" y="11676"/>
                </a:lnTo>
                <a:lnTo>
                  <a:pt x="33891" y="15012"/>
                </a:lnTo>
                <a:lnTo>
                  <a:pt x="31723" y="15012"/>
                </a:lnTo>
                <a:lnTo>
                  <a:pt x="35693" y="11042"/>
                </a:lnTo>
                <a:lnTo>
                  <a:pt x="35693" y="5471"/>
                </a:lnTo>
                <a:close/>
                <a:moveTo>
                  <a:pt x="56674" y="5471"/>
                </a:moveTo>
                <a:lnTo>
                  <a:pt x="56674" y="11042"/>
                </a:lnTo>
                <a:lnTo>
                  <a:pt x="60610" y="15012"/>
                </a:lnTo>
                <a:lnTo>
                  <a:pt x="58442" y="15012"/>
                </a:lnTo>
                <a:lnTo>
                  <a:pt x="55140" y="11676"/>
                </a:lnTo>
                <a:lnTo>
                  <a:pt x="55140" y="6973"/>
                </a:lnTo>
                <a:close/>
                <a:moveTo>
                  <a:pt x="66481" y="5471"/>
                </a:moveTo>
                <a:lnTo>
                  <a:pt x="68016" y="6973"/>
                </a:lnTo>
                <a:lnTo>
                  <a:pt x="68016" y="11676"/>
                </a:lnTo>
                <a:lnTo>
                  <a:pt x="64680" y="15012"/>
                </a:lnTo>
                <a:lnTo>
                  <a:pt x="62512" y="15012"/>
                </a:lnTo>
                <a:lnTo>
                  <a:pt x="66481" y="11042"/>
                </a:lnTo>
                <a:lnTo>
                  <a:pt x="66481" y="5471"/>
                </a:lnTo>
                <a:close/>
                <a:moveTo>
                  <a:pt x="87463" y="5471"/>
                </a:moveTo>
                <a:lnTo>
                  <a:pt x="87463" y="11042"/>
                </a:lnTo>
                <a:lnTo>
                  <a:pt x="91399" y="15012"/>
                </a:lnTo>
                <a:lnTo>
                  <a:pt x="89231" y="15012"/>
                </a:lnTo>
                <a:lnTo>
                  <a:pt x="85929" y="11676"/>
                </a:lnTo>
                <a:lnTo>
                  <a:pt x="85929" y="6973"/>
                </a:lnTo>
                <a:close/>
                <a:moveTo>
                  <a:pt x="97270" y="5471"/>
                </a:moveTo>
                <a:lnTo>
                  <a:pt x="98804" y="6973"/>
                </a:lnTo>
                <a:lnTo>
                  <a:pt x="98804" y="11676"/>
                </a:lnTo>
                <a:lnTo>
                  <a:pt x="95502" y="15012"/>
                </a:lnTo>
                <a:lnTo>
                  <a:pt x="93334" y="15012"/>
                </a:lnTo>
                <a:lnTo>
                  <a:pt x="97270" y="11042"/>
                </a:lnTo>
                <a:lnTo>
                  <a:pt x="97270" y="5471"/>
                </a:lnTo>
                <a:close/>
                <a:moveTo>
                  <a:pt x="118252" y="5471"/>
                </a:moveTo>
                <a:lnTo>
                  <a:pt x="118252" y="11042"/>
                </a:lnTo>
                <a:lnTo>
                  <a:pt x="122188" y="15012"/>
                </a:lnTo>
                <a:lnTo>
                  <a:pt x="120053" y="15012"/>
                </a:lnTo>
                <a:lnTo>
                  <a:pt x="116717" y="11676"/>
                </a:lnTo>
                <a:lnTo>
                  <a:pt x="116717" y="6973"/>
                </a:lnTo>
                <a:close/>
                <a:moveTo>
                  <a:pt x="128059" y="5471"/>
                </a:moveTo>
                <a:lnTo>
                  <a:pt x="129593" y="6973"/>
                </a:lnTo>
                <a:lnTo>
                  <a:pt x="129593" y="11676"/>
                </a:lnTo>
                <a:lnTo>
                  <a:pt x="126291" y="15012"/>
                </a:lnTo>
                <a:lnTo>
                  <a:pt x="124122" y="15012"/>
                </a:lnTo>
                <a:lnTo>
                  <a:pt x="128059" y="11042"/>
                </a:lnTo>
                <a:lnTo>
                  <a:pt x="128059" y="5471"/>
                </a:lnTo>
                <a:close/>
                <a:moveTo>
                  <a:pt x="149040" y="5471"/>
                </a:moveTo>
                <a:lnTo>
                  <a:pt x="149040" y="11042"/>
                </a:lnTo>
                <a:lnTo>
                  <a:pt x="153010" y="15012"/>
                </a:lnTo>
                <a:lnTo>
                  <a:pt x="150842" y="15012"/>
                </a:lnTo>
                <a:lnTo>
                  <a:pt x="147506" y="11676"/>
                </a:lnTo>
                <a:lnTo>
                  <a:pt x="147506" y="6973"/>
                </a:lnTo>
                <a:close/>
                <a:moveTo>
                  <a:pt x="158847" y="5471"/>
                </a:moveTo>
                <a:lnTo>
                  <a:pt x="160382" y="6973"/>
                </a:lnTo>
                <a:lnTo>
                  <a:pt x="160382" y="11676"/>
                </a:lnTo>
                <a:lnTo>
                  <a:pt x="157079" y="15012"/>
                </a:lnTo>
                <a:lnTo>
                  <a:pt x="154911" y="15012"/>
                </a:lnTo>
                <a:lnTo>
                  <a:pt x="158847" y="11042"/>
                </a:lnTo>
                <a:close/>
                <a:moveTo>
                  <a:pt x="179829" y="5471"/>
                </a:moveTo>
                <a:lnTo>
                  <a:pt x="179829" y="11042"/>
                </a:lnTo>
                <a:lnTo>
                  <a:pt x="183798" y="15012"/>
                </a:lnTo>
                <a:lnTo>
                  <a:pt x="181630" y="15012"/>
                </a:lnTo>
                <a:lnTo>
                  <a:pt x="178294" y="11676"/>
                </a:lnTo>
                <a:lnTo>
                  <a:pt x="178294" y="6973"/>
                </a:lnTo>
                <a:close/>
                <a:moveTo>
                  <a:pt x="189636" y="5471"/>
                </a:moveTo>
                <a:lnTo>
                  <a:pt x="191170" y="6973"/>
                </a:lnTo>
                <a:lnTo>
                  <a:pt x="191170" y="11676"/>
                </a:lnTo>
                <a:lnTo>
                  <a:pt x="187868" y="15012"/>
                </a:lnTo>
                <a:lnTo>
                  <a:pt x="185700" y="15012"/>
                </a:lnTo>
                <a:lnTo>
                  <a:pt x="189636" y="11042"/>
                </a:lnTo>
                <a:lnTo>
                  <a:pt x="189636" y="5471"/>
                </a:lnTo>
                <a:close/>
                <a:moveTo>
                  <a:pt x="210618" y="5471"/>
                </a:moveTo>
                <a:lnTo>
                  <a:pt x="210618" y="11042"/>
                </a:lnTo>
                <a:lnTo>
                  <a:pt x="214587" y="15012"/>
                </a:lnTo>
                <a:lnTo>
                  <a:pt x="212419" y="15012"/>
                </a:lnTo>
                <a:lnTo>
                  <a:pt x="209083" y="11676"/>
                </a:lnTo>
                <a:lnTo>
                  <a:pt x="209083" y="6973"/>
                </a:lnTo>
                <a:close/>
                <a:moveTo>
                  <a:pt x="220425" y="5471"/>
                </a:moveTo>
                <a:lnTo>
                  <a:pt x="221959" y="6973"/>
                </a:lnTo>
                <a:lnTo>
                  <a:pt x="221959" y="11676"/>
                </a:lnTo>
                <a:lnTo>
                  <a:pt x="218657" y="15012"/>
                </a:lnTo>
                <a:lnTo>
                  <a:pt x="216488" y="15012"/>
                </a:lnTo>
                <a:lnTo>
                  <a:pt x="220425" y="11042"/>
                </a:lnTo>
                <a:lnTo>
                  <a:pt x="220425" y="5471"/>
                </a:lnTo>
                <a:close/>
                <a:moveTo>
                  <a:pt x="236636" y="112915"/>
                </a:moveTo>
                <a:lnTo>
                  <a:pt x="235302" y="111581"/>
                </a:lnTo>
                <a:lnTo>
                  <a:pt x="235302" y="109579"/>
                </a:lnTo>
                <a:lnTo>
                  <a:pt x="236736" y="108145"/>
                </a:lnTo>
                <a:lnTo>
                  <a:pt x="238604" y="108145"/>
                </a:lnTo>
                <a:lnTo>
                  <a:pt x="236636" y="110113"/>
                </a:lnTo>
                <a:close/>
                <a:moveTo>
                  <a:pt x="219757" y="107378"/>
                </a:moveTo>
                <a:lnTo>
                  <a:pt x="222760" y="104376"/>
                </a:lnTo>
                <a:lnTo>
                  <a:pt x="222760" y="100139"/>
                </a:lnTo>
                <a:lnTo>
                  <a:pt x="224427" y="101840"/>
                </a:lnTo>
                <a:lnTo>
                  <a:pt x="224427" y="105076"/>
                </a:lnTo>
                <a:lnTo>
                  <a:pt x="222159" y="107378"/>
                </a:lnTo>
                <a:close/>
                <a:moveTo>
                  <a:pt x="216488" y="107378"/>
                </a:moveTo>
                <a:lnTo>
                  <a:pt x="220425" y="103408"/>
                </a:lnTo>
                <a:lnTo>
                  <a:pt x="220425" y="97838"/>
                </a:lnTo>
                <a:lnTo>
                  <a:pt x="221959" y="99372"/>
                </a:lnTo>
                <a:lnTo>
                  <a:pt x="221959" y="104042"/>
                </a:lnTo>
                <a:lnTo>
                  <a:pt x="218657" y="107378"/>
                </a:lnTo>
                <a:lnTo>
                  <a:pt x="216488" y="107378"/>
                </a:lnTo>
                <a:close/>
                <a:moveTo>
                  <a:pt x="212419" y="107378"/>
                </a:moveTo>
                <a:lnTo>
                  <a:pt x="209083" y="104042"/>
                </a:lnTo>
                <a:lnTo>
                  <a:pt x="209083" y="99372"/>
                </a:lnTo>
                <a:lnTo>
                  <a:pt x="210618" y="97838"/>
                </a:lnTo>
                <a:lnTo>
                  <a:pt x="210618" y="103408"/>
                </a:lnTo>
                <a:lnTo>
                  <a:pt x="214587" y="107378"/>
                </a:lnTo>
                <a:lnTo>
                  <a:pt x="212419" y="107378"/>
                </a:lnTo>
                <a:close/>
                <a:moveTo>
                  <a:pt x="208916" y="107378"/>
                </a:moveTo>
                <a:lnTo>
                  <a:pt x="206648" y="105076"/>
                </a:lnTo>
                <a:lnTo>
                  <a:pt x="206648" y="101840"/>
                </a:lnTo>
                <a:lnTo>
                  <a:pt x="208316" y="100139"/>
                </a:lnTo>
                <a:lnTo>
                  <a:pt x="208316" y="104376"/>
                </a:lnTo>
                <a:lnTo>
                  <a:pt x="211285" y="107378"/>
                </a:lnTo>
                <a:lnTo>
                  <a:pt x="208916" y="107378"/>
                </a:lnTo>
                <a:close/>
                <a:moveTo>
                  <a:pt x="205848" y="112915"/>
                </a:moveTo>
                <a:lnTo>
                  <a:pt x="204513" y="111581"/>
                </a:lnTo>
                <a:lnTo>
                  <a:pt x="204513" y="109579"/>
                </a:lnTo>
                <a:lnTo>
                  <a:pt x="205948" y="108145"/>
                </a:lnTo>
                <a:lnTo>
                  <a:pt x="207816" y="108145"/>
                </a:lnTo>
                <a:lnTo>
                  <a:pt x="205848" y="110113"/>
                </a:lnTo>
                <a:close/>
                <a:moveTo>
                  <a:pt x="188969" y="107378"/>
                </a:moveTo>
                <a:lnTo>
                  <a:pt x="191837" y="104509"/>
                </a:lnTo>
                <a:lnTo>
                  <a:pt x="191971" y="104209"/>
                </a:lnTo>
                <a:lnTo>
                  <a:pt x="191971" y="100139"/>
                </a:lnTo>
                <a:lnTo>
                  <a:pt x="193639" y="101840"/>
                </a:lnTo>
                <a:lnTo>
                  <a:pt x="193639" y="105076"/>
                </a:lnTo>
                <a:lnTo>
                  <a:pt x="191337" y="107378"/>
                </a:lnTo>
                <a:lnTo>
                  <a:pt x="188969" y="107378"/>
                </a:lnTo>
                <a:close/>
                <a:moveTo>
                  <a:pt x="185700" y="107378"/>
                </a:moveTo>
                <a:lnTo>
                  <a:pt x="189636" y="103408"/>
                </a:lnTo>
                <a:lnTo>
                  <a:pt x="189636" y="97838"/>
                </a:lnTo>
                <a:lnTo>
                  <a:pt x="191170" y="99372"/>
                </a:lnTo>
                <a:lnTo>
                  <a:pt x="191170" y="104042"/>
                </a:lnTo>
                <a:lnTo>
                  <a:pt x="187868" y="107378"/>
                </a:lnTo>
                <a:lnTo>
                  <a:pt x="185700" y="107378"/>
                </a:lnTo>
                <a:close/>
                <a:moveTo>
                  <a:pt x="181630" y="107378"/>
                </a:moveTo>
                <a:lnTo>
                  <a:pt x="178294" y="104042"/>
                </a:lnTo>
                <a:lnTo>
                  <a:pt x="178294" y="99372"/>
                </a:lnTo>
                <a:lnTo>
                  <a:pt x="179829" y="97838"/>
                </a:lnTo>
                <a:lnTo>
                  <a:pt x="179829" y="103408"/>
                </a:lnTo>
                <a:lnTo>
                  <a:pt x="183798" y="107378"/>
                </a:lnTo>
                <a:lnTo>
                  <a:pt x="181630" y="107378"/>
                </a:lnTo>
                <a:close/>
                <a:moveTo>
                  <a:pt x="178128" y="107378"/>
                </a:moveTo>
                <a:lnTo>
                  <a:pt x="175826" y="105076"/>
                </a:lnTo>
                <a:lnTo>
                  <a:pt x="175826" y="101840"/>
                </a:lnTo>
                <a:lnTo>
                  <a:pt x="177527" y="100139"/>
                </a:lnTo>
                <a:lnTo>
                  <a:pt x="177527" y="104209"/>
                </a:lnTo>
                <a:lnTo>
                  <a:pt x="177627" y="104509"/>
                </a:lnTo>
                <a:lnTo>
                  <a:pt x="180496" y="107378"/>
                </a:lnTo>
                <a:lnTo>
                  <a:pt x="178128" y="107378"/>
                </a:lnTo>
                <a:close/>
                <a:moveTo>
                  <a:pt x="175059" y="112915"/>
                </a:moveTo>
                <a:lnTo>
                  <a:pt x="173725" y="111581"/>
                </a:lnTo>
                <a:lnTo>
                  <a:pt x="173725" y="109579"/>
                </a:lnTo>
                <a:lnTo>
                  <a:pt x="175159" y="108145"/>
                </a:lnTo>
                <a:lnTo>
                  <a:pt x="177027" y="108145"/>
                </a:lnTo>
                <a:lnTo>
                  <a:pt x="175059" y="110113"/>
                </a:lnTo>
                <a:close/>
                <a:moveTo>
                  <a:pt x="158180" y="107378"/>
                </a:moveTo>
                <a:lnTo>
                  <a:pt x="161182" y="104376"/>
                </a:lnTo>
                <a:lnTo>
                  <a:pt x="161182" y="100139"/>
                </a:lnTo>
                <a:lnTo>
                  <a:pt x="162850" y="101840"/>
                </a:lnTo>
                <a:lnTo>
                  <a:pt x="162850" y="105076"/>
                </a:lnTo>
                <a:lnTo>
                  <a:pt x="160548" y="107378"/>
                </a:lnTo>
                <a:close/>
                <a:moveTo>
                  <a:pt x="154911" y="107378"/>
                </a:moveTo>
                <a:lnTo>
                  <a:pt x="158847" y="103408"/>
                </a:lnTo>
                <a:lnTo>
                  <a:pt x="158847" y="97838"/>
                </a:lnTo>
                <a:lnTo>
                  <a:pt x="160382" y="99372"/>
                </a:lnTo>
                <a:lnTo>
                  <a:pt x="160382" y="104042"/>
                </a:lnTo>
                <a:lnTo>
                  <a:pt x="157079" y="107378"/>
                </a:lnTo>
                <a:lnTo>
                  <a:pt x="154911" y="107378"/>
                </a:lnTo>
                <a:close/>
                <a:moveTo>
                  <a:pt x="150842" y="107378"/>
                </a:moveTo>
                <a:lnTo>
                  <a:pt x="147506" y="104042"/>
                </a:lnTo>
                <a:lnTo>
                  <a:pt x="147506" y="99372"/>
                </a:lnTo>
                <a:lnTo>
                  <a:pt x="149040" y="97838"/>
                </a:lnTo>
                <a:lnTo>
                  <a:pt x="149040" y="103408"/>
                </a:lnTo>
                <a:lnTo>
                  <a:pt x="153010" y="107378"/>
                </a:lnTo>
                <a:lnTo>
                  <a:pt x="150842" y="107378"/>
                </a:lnTo>
                <a:close/>
                <a:moveTo>
                  <a:pt x="147339" y="107378"/>
                </a:moveTo>
                <a:lnTo>
                  <a:pt x="145037" y="105076"/>
                </a:lnTo>
                <a:lnTo>
                  <a:pt x="145037" y="101840"/>
                </a:lnTo>
                <a:lnTo>
                  <a:pt x="146739" y="100139"/>
                </a:lnTo>
                <a:lnTo>
                  <a:pt x="146739" y="104376"/>
                </a:lnTo>
                <a:lnTo>
                  <a:pt x="149707" y="107378"/>
                </a:lnTo>
                <a:lnTo>
                  <a:pt x="147339" y="107378"/>
                </a:lnTo>
                <a:close/>
                <a:moveTo>
                  <a:pt x="144270" y="112915"/>
                </a:moveTo>
                <a:lnTo>
                  <a:pt x="142936" y="111581"/>
                </a:lnTo>
                <a:lnTo>
                  <a:pt x="142936" y="109579"/>
                </a:lnTo>
                <a:lnTo>
                  <a:pt x="144370" y="108145"/>
                </a:lnTo>
                <a:lnTo>
                  <a:pt x="146238" y="108145"/>
                </a:lnTo>
                <a:lnTo>
                  <a:pt x="144270" y="110113"/>
                </a:lnTo>
                <a:close/>
                <a:moveTo>
                  <a:pt x="127391" y="107378"/>
                </a:moveTo>
                <a:lnTo>
                  <a:pt x="130260" y="104509"/>
                </a:lnTo>
                <a:lnTo>
                  <a:pt x="130394" y="104209"/>
                </a:lnTo>
                <a:lnTo>
                  <a:pt x="130394" y="100139"/>
                </a:lnTo>
                <a:lnTo>
                  <a:pt x="132061" y="101840"/>
                </a:lnTo>
                <a:lnTo>
                  <a:pt x="132061" y="105076"/>
                </a:lnTo>
                <a:lnTo>
                  <a:pt x="129760" y="107378"/>
                </a:lnTo>
                <a:lnTo>
                  <a:pt x="127391" y="107378"/>
                </a:lnTo>
                <a:close/>
                <a:moveTo>
                  <a:pt x="124122" y="107378"/>
                </a:moveTo>
                <a:lnTo>
                  <a:pt x="128059" y="103408"/>
                </a:lnTo>
                <a:lnTo>
                  <a:pt x="128059" y="97838"/>
                </a:lnTo>
                <a:lnTo>
                  <a:pt x="129593" y="99372"/>
                </a:lnTo>
                <a:lnTo>
                  <a:pt x="129593" y="104042"/>
                </a:lnTo>
                <a:lnTo>
                  <a:pt x="126291" y="107378"/>
                </a:lnTo>
                <a:lnTo>
                  <a:pt x="124122" y="107378"/>
                </a:lnTo>
                <a:close/>
                <a:moveTo>
                  <a:pt x="120053" y="107378"/>
                </a:moveTo>
                <a:lnTo>
                  <a:pt x="116717" y="104042"/>
                </a:lnTo>
                <a:lnTo>
                  <a:pt x="116717" y="99372"/>
                </a:lnTo>
                <a:lnTo>
                  <a:pt x="118252" y="97838"/>
                </a:lnTo>
                <a:lnTo>
                  <a:pt x="118252" y="103408"/>
                </a:lnTo>
                <a:lnTo>
                  <a:pt x="122188" y="107378"/>
                </a:lnTo>
                <a:lnTo>
                  <a:pt x="120053" y="107378"/>
                </a:lnTo>
                <a:close/>
                <a:moveTo>
                  <a:pt x="116550" y="107378"/>
                </a:moveTo>
                <a:lnTo>
                  <a:pt x="114249" y="105076"/>
                </a:lnTo>
                <a:lnTo>
                  <a:pt x="114249" y="101840"/>
                </a:lnTo>
                <a:lnTo>
                  <a:pt x="115950" y="100139"/>
                </a:lnTo>
                <a:lnTo>
                  <a:pt x="115950" y="104209"/>
                </a:lnTo>
                <a:lnTo>
                  <a:pt x="116050" y="104509"/>
                </a:lnTo>
                <a:lnTo>
                  <a:pt x="118919" y="107378"/>
                </a:lnTo>
                <a:lnTo>
                  <a:pt x="116550" y="107378"/>
                </a:lnTo>
                <a:close/>
                <a:moveTo>
                  <a:pt x="113482" y="112915"/>
                </a:moveTo>
                <a:lnTo>
                  <a:pt x="112147" y="111581"/>
                </a:lnTo>
                <a:lnTo>
                  <a:pt x="112147" y="109579"/>
                </a:lnTo>
                <a:lnTo>
                  <a:pt x="113582" y="108145"/>
                </a:lnTo>
                <a:lnTo>
                  <a:pt x="115450" y="108145"/>
                </a:lnTo>
                <a:lnTo>
                  <a:pt x="113482" y="110113"/>
                </a:lnTo>
                <a:close/>
                <a:moveTo>
                  <a:pt x="96603" y="107378"/>
                </a:moveTo>
                <a:lnTo>
                  <a:pt x="99605" y="104376"/>
                </a:lnTo>
                <a:lnTo>
                  <a:pt x="99605" y="100139"/>
                </a:lnTo>
                <a:lnTo>
                  <a:pt x="101273" y="101840"/>
                </a:lnTo>
                <a:lnTo>
                  <a:pt x="101273" y="105076"/>
                </a:lnTo>
                <a:lnTo>
                  <a:pt x="98971" y="107378"/>
                </a:lnTo>
                <a:close/>
                <a:moveTo>
                  <a:pt x="93334" y="107378"/>
                </a:moveTo>
                <a:lnTo>
                  <a:pt x="97270" y="103408"/>
                </a:lnTo>
                <a:lnTo>
                  <a:pt x="97270" y="97838"/>
                </a:lnTo>
                <a:lnTo>
                  <a:pt x="98804" y="99372"/>
                </a:lnTo>
                <a:lnTo>
                  <a:pt x="98804" y="104042"/>
                </a:lnTo>
                <a:lnTo>
                  <a:pt x="95469" y="107378"/>
                </a:lnTo>
                <a:lnTo>
                  <a:pt x="93334" y="107378"/>
                </a:lnTo>
                <a:close/>
                <a:moveTo>
                  <a:pt x="89231" y="107378"/>
                </a:moveTo>
                <a:lnTo>
                  <a:pt x="85929" y="104042"/>
                </a:lnTo>
                <a:lnTo>
                  <a:pt x="85929" y="99372"/>
                </a:lnTo>
                <a:lnTo>
                  <a:pt x="87463" y="97838"/>
                </a:lnTo>
                <a:lnTo>
                  <a:pt x="87463" y="103408"/>
                </a:lnTo>
                <a:lnTo>
                  <a:pt x="91399" y="107378"/>
                </a:lnTo>
                <a:lnTo>
                  <a:pt x="89231" y="107378"/>
                </a:lnTo>
                <a:close/>
                <a:moveTo>
                  <a:pt x="85762" y="107378"/>
                </a:moveTo>
                <a:lnTo>
                  <a:pt x="83460" y="105076"/>
                </a:lnTo>
                <a:lnTo>
                  <a:pt x="83460" y="101840"/>
                </a:lnTo>
                <a:lnTo>
                  <a:pt x="85128" y="100139"/>
                </a:lnTo>
                <a:lnTo>
                  <a:pt x="85128" y="104376"/>
                </a:lnTo>
                <a:lnTo>
                  <a:pt x="88130" y="107378"/>
                </a:lnTo>
                <a:lnTo>
                  <a:pt x="85762" y="107378"/>
                </a:lnTo>
                <a:close/>
                <a:moveTo>
                  <a:pt x="82660" y="112915"/>
                </a:moveTo>
                <a:lnTo>
                  <a:pt x="81359" y="111581"/>
                </a:lnTo>
                <a:lnTo>
                  <a:pt x="81359" y="109579"/>
                </a:lnTo>
                <a:lnTo>
                  <a:pt x="82793" y="108145"/>
                </a:lnTo>
                <a:lnTo>
                  <a:pt x="84628" y="108145"/>
                </a:lnTo>
                <a:lnTo>
                  <a:pt x="82660" y="110113"/>
                </a:lnTo>
                <a:close/>
                <a:moveTo>
                  <a:pt x="65814" y="107378"/>
                </a:moveTo>
                <a:lnTo>
                  <a:pt x="68683" y="104509"/>
                </a:lnTo>
                <a:lnTo>
                  <a:pt x="68816" y="104209"/>
                </a:lnTo>
                <a:lnTo>
                  <a:pt x="68816" y="100139"/>
                </a:lnTo>
                <a:lnTo>
                  <a:pt x="70484" y="101840"/>
                </a:lnTo>
                <a:lnTo>
                  <a:pt x="70484" y="105076"/>
                </a:lnTo>
                <a:lnTo>
                  <a:pt x="68183" y="107378"/>
                </a:lnTo>
                <a:lnTo>
                  <a:pt x="65814" y="107378"/>
                </a:lnTo>
                <a:close/>
                <a:moveTo>
                  <a:pt x="62512" y="107378"/>
                </a:moveTo>
                <a:lnTo>
                  <a:pt x="66481" y="103408"/>
                </a:lnTo>
                <a:lnTo>
                  <a:pt x="66481" y="97838"/>
                </a:lnTo>
                <a:lnTo>
                  <a:pt x="68016" y="99372"/>
                </a:lnTo>
                <a:lnTo>
                  <a:pt x="68016" y="104042"/>
                </a:lnTo>
                <a:lnTo>
                  <a:pt x="64680" y="107378"/>
                </a:lnTo>
                <a:lnTo>
                  <a:pt x="62512" y="107378"/>
                </a:lnTo>
                <a:close/>
                <a:moveTo>
                  <a:pt x="58442" y="107378"/>
                </a:moveTo>
                <a:lnTo>
                  <a:pt x="55140" y="104042"/>
                </a:lnTo>
                <a:lnTo>
                  <a:pt x="55140" y="99372"/>
                </a:lnTo>
                <a:lnTo>
                  <a:pt x="56674" y="97838"/>
                </a:lnTo>
                <a:lnTo>
                  <a:pt x="56674" y="103408"/>
                </a:lnTo>
                <a:lnTo>
                  <a:pt x="60610" y="107378"/>
                </a:lnTo>
                <a:lnTo>
                  <a:pt x="58442" y="107378"/>
                </a:lnTo>
                <a:close/>
                <a:moveTo>
                  <a:pt x="54973" y="107378"/>
                </a:moveTo>
                <a:lnTo>
                  <a:pt x="52671" y="105076"/>
                </a:lnTo>
                <a:lnTo>
                  <a:pt x="52671" y="101840"/>
                </a:lnTo>
                <a:lnTo>
                  <a:pt x="54339" y="100139"/>
                </a:lnTo>
                <a:lnTo>
                  <a:pt x="54339" y="104209"/>
                </a:lnTo>
                <a:lnTo>
                  <a:pt x="54473" y="104509"/>
                </a:lnTo>
                <a:lnTo>
                  <a:pt x="57341" y="107378"/>
                </a:lnTo>
                <a:lnTo>
                  <a:pt x="54973" y="107378"/>
                </a:lnTo>
                <a:close/>
                <a:moveTo>
                  <a:pt x="51871" y="112915"/>
                </a:moveTo>
                <a:lnTo>
                  <a:pt x="50570" y="111581"/>
                </a:lnTo>
                <a:lnTo>
                  <a:pt x="50570" y="109579"/>
                </a:lnTo>
                <a:lnTo>
                  <a:pt x="51971" y="108145"/>
                </a:lnTo>
                <a:lnTo>
                  <a:pt x="53839" y="108145"/>
                </a:lnTo>
                <a:lnTo>
                  <a:pt x="51871" y="110113"/>
                </a:lnTo>
                <a:close/>
                <a:moveTo>
                  <a:pt x="35026" y="107378"/>
                </a:moveTo>
                <a:lnTo>
                  <a:pt x="37994" y="104376"/>
                </a:lnTo>
                <a:lnTo>
                  <a:pt x="37994" y="100139"/>
                </a:lnTo>
                <a:lnTo>
                  <a:pt x="39696" y="101840"/>
                </a:lnTo>
                <a:lnTo>
                  <a:pt x="39696" y="105076"/>
                </a:lnTo>
                <a:lnTo>
                  <a:pt x="37394" y="107378"/>
                </a:lnTo>
                <a:close/>
                <a:moveTo>
                  <a:pt x="31723" y="107378"/>
                </a:moveTo>
                <a:lnTo>
                  <a:pt x="35693" y="103408"/>
                </a:lnTo>
                <a:lnTo>
                  <a:pt x="35693" y="97838"/>
                </a:lnTo>
                <a:lnTo>
                  <a:pt x="37227" y="99372"/>
                </a:lnTo>
                <a:lnTo>
                  <a:pt x="37227" y="104042"/>
                </a:lnTo>
                <a:lnTo>
                  <a:pt x="33891" y="107378"/>
                </a:lnTo>
                <a:lnTo>
                  <a:pt x="31723" y="107378"/>
                </a:lnTo>
                <a:close/>
                <a:moveTo>
                  <a:pt x="27654" y="107378"/>
                </a:moveTo>
                <a:lnTo>
                  <a:pt x="24351" y="104042"/>
                </a:lnTo>
                <a:lnTo>
                  <a:pt x="24351" y="99372"/>
                </a:lnTo>
                <a:lnTo>
                  <a:pt x="25886" y="97838"/>
                </a:lnTo>
                <a:lnTo>
                  <a:pt x="25886" y="103408"/>
                </a:lnTo>
                <a:lnTo>
                  <a:pt x="29822" y="107378"/>
                </a:lnTo>
                <a:lnTo>
                  <a:pt x="27654" y="107378"/>
                </a:lnTo>
                <a:close/>
                <a:moveTo>
                  <a:pt x="24184" y="107378"/>
                </a:moveTo>
                <a:lnTo>
                  <a:pt x="21883" y="105076"/>
                </a:lnTo>
                <a:lnTo>
                  <a:pt x="21883" y="101840"/>
                </a:lnTo>
                <a:lnTo>
                  <a:pt x="23551" y="100139"/>
                </a:lnTo>
                <a:lnTo>
                  <a:pt x="23551" y="104376"/>
                </a:lnTo>
                <a:lnTo>
                  <a:pt x="26553" y="107378"/>
                </a:lnTo>
                <a:lnTo>
                  <a:pt x="24184" y="107378"/>
                </a:lnTo>
                <a:close/>
                <a:moveTo>
                  <a:pt x="21082" y="112915"/>
                </a:moveTo>
                <a:lnTo>
                  <a:pt x="19781" y="111581"/>
                </a:lnTo>
                <a:lnTo>
                  <a:pt x="19781" y="109579"/>
                </a:lnTo>
                <a:lnTo>
                  <a:pt x="21182" y="108145"/>
                </a:lnTo>
                <a:lnTo>
                  <a:pt x="23050" y="108145"/>
                </a:lnTo>
                <a:lnTo>
                  <a:pt x="21082" y="110113"/>
                </a:lnTo>
                <a:close/>
                <a:moveTo>
                  <a:pt x="9674" y="10242"/>
                </a:moveTo>
                <a:lnTo>
                  <a:pt x="11008" y="11576"/>
                </a:lnTo>
                <a:lnTo>
                  <a:pt x="11008" y="13577"/>
                </a:lnTo>
                <a:lnTo>
                  <a:pt x="9574" y="15012"/>
                </a:lnTo>
                <a:lnTo>
                  <a:pt x="7706" y="15012"/>
                </a:lnTo>
                <a:lnTo>
                  <a:pt x="9674" y="13044"/>
                </a:lnTo>
                <a:close/>
                <a:moveTo>
                  <a:pt x="26553" y="15779"/>
                </a:moveTo>
                <a:lnTo>
                  <a:pt x="23551" y="18781"/>
                </a:lnTo>
                <a:lnTo>
                  <a:pt x="23551" y="23017"/>
                </a:lnTo>
                <a:lnTo>
                  <a:pt x="21883" y="21316"/>
                </a:lnTo>
                <a:lnTo>
                  <a:pt x="21883" y="18081"/>
                </a:lnTo>
                <a:lnTo>
                  <a:pt x="24184" y="15779"/>
                </a:lnTo>
                <a:lnTo>
                  <a:pt x="26553" y="15779"/>
                </a:lnTo>
                <a:close/>
                <a:moveTo>
                  <a:pt x="29822" y="15779"/>
                </a:moveTo>
                <a:lnTo>
                  <a:pt x="25886" y="19748"/>
                </a:lnTo>
                <a:lnTo>
                  <a:pt x="25886" y="25319"/>
                </a:lnTo>
                <a:lnTo>
                  <a:pt x="24351" y="23785"/>
                </a:lnTo>
                <a:lnTo>
                  <a:pt x="24351" y="19115"/>
                </a:lnTo>
                <a:lnTo>
                  <a:pt x="27654" y="15779"/>
                </a:lnTo>
                <a:lnTo>
                  <a:pt x="29822" y="15779"/>
                </a:lnTo>
                <a:close/>
                <a:moveTo>
                  <a:pt x="33891" y="15779"/>
                </a:moveTo>
                <a:lnTo>
                  <a:pt x="37227" y="19115"/>
                </a:lnTo>
                <a:lnTo>
                  <a:pt x="37227" y="23785"/>
                </a:lnTo>
                <a:lnTo>
                  <a:pt x="35693" y="25319"/>
                </a:lnTo>
                <a:lnTo>
                  <a:pt x="35693" y="19748"/>
                </a:lnTo>
                <a:lnTo>
                  <a:pt x="31723" y="15779"/>
                </a:lnTo>
                <a:lnTo>
                  <a:pt x="33891" y="15779"/>
                </a:lnTo>
                <a:close/>
                <a:moveTo>
                  <a:pt x="37394" y="15779"/>
                </a:moveTo>
                <a:lnTo>
                  <a:pt x="39696" y="18081"/>
                </a:lnTo>
                <a:lnTo>
                  <a:pt x="39696" y="21316"/>
                </a:lnTo>
                <a:lnTo>
                  <a:pt x="37994" y="23017"/>
                </a:lnTo>
                <a:lnTo>
                  <a:pt x="37994" y="18781"/>
                </a:lnTo>
                <a:lnTo>
                  <a:pt x="35026" y="15779"/>
                </a:lnTo>
                <a:lnTo>
                  <a:pt x="37394" y="15779"/>
                </a:lnTo>
                <a:close/>
                <a:moveTo>
                  <a:pt x="40463" y="10242"/>
                </a:moveTo>
                <a:lnTo>
                  <a:pt x="41797" y="11576"/>
                </a:lnTo>
                <a:lnTo>
                  <a:pt x="41797" y="13577"/>
                </a:lnTo>
                <a:lnTo>
                  <a:pt x="40363" y="15012"/>
                </a:lnTo>
                <a:lnTo>
                  <a:pt x="38495" y="15012"/>
                </a:lnTo>
                <a:lnTo>
                  <a:pt x="40463" y="13044"/>
                </a:lnTo>
                <a:close/>
                <a:moveTo>
                  <a:pt x="57341" y="15779"/>
                </a:moveTo>
                <a:lnTo>
                  <a:pt x="54473" y="18648"/>
                </a:lnTo>
                <a:lnTo>
                  <a:pt x="54339" y="18948"/>
                </a:lnTo>
                <a:lnTo>
                  <a:pt x="54339" y="23017"/>
                </a:lnTo>
                <a:lnTo>
                  <a:pt x="52671" y="21316"/>
                </a:lnTo>
                <a:lnTo>
                  <a:pt x="52671" y="18081"/>
                </a:lnTo>
                <a:lnTo>
                  <a:pt x="54973" y="15779"/>
                </a:lnTo>
                <a:lnTo>
                  <a:pt x="57341" y="15779"/>
                </a:lnTo>
                <a:close/>
                <a:moveTo>
                  <a:pt x="60610" y="15779"/>
                </a:moveTo>
                <a:lnTo>
                  <a:pt x="56674" y="19748"/>
                </a:lnTo>
                <a:lnTo>
                  <a:pt x="56674" y="25319"/>
                </a:lnTo>
                <a:lnTo>
                  <a:pt x="55140" y="23785"/>
                </a:lnTo>
                <a:lnTo>
                  <a:pt x="55140" y="19115"/>
                </a:lnTo>
                <a:lnTo>
                  <a:pt x="58442" y="15779"/>
                </a:lnTo>
                <a:lnTo>
                  <a:pt x="60610" y="15779"/>
                </a:lnTo>
                <a:close/>
                <a:moveTo>
                  <a:pt x="64680" y="15779"/>
                </a:moveTo>
                <a:lnTo>
                  <a:pt x="68016" y="19115"/>
                </a:lnTo>
                <a:lnTo>
                  <a:pt x="68016" y="23785"/>
                </a:lnTo>
                <a:lnTo>
                  <a:pt x="66481" y="25319"/>
                </a:lnTo>
                <a:lnTo>
                  <a:pt x="66481" y="19748"/>
                </a:lnTo>
                <a:lnTo>
                  <a:pt x="62545" y="15779"/>
                </a:lnTo>
                <a:lnTo>
                  <a:pt x="64680" y="15779"/>
                </a:lnTo>
                <a:close/>
                <a:moveTo>
                  <a:pt x="68183" y="15779"/>
                </a:moveTo>
                <a:lnTo>
                  <a:pt x="70484" y="18081"/>
                </a:lnTo>
                <a:lnTo>
                  <a:pt x="70484" y="21316"/>
                </a:lnTo>
                <a:lnTo>
                  <a:pt x="68783" y="23017"/>
                </a:lnTo>
                <a:lnTo>
                  <a:pt x="68783" y="18948"/>
                </a:lnTo>
                <a:lnTo>
                  <a:pt x="68683" y="18648"/>
                </a:lnTo>
                <a:lnTo>
                  <a:pt x="65814" y="15779"/>
                </a:lnTo>
                <a:lnTo>
                  <a:pt x="68183" y="15779"/>
                </a:lnTo>
                <a:close/>
                <a:moveTo>
                  <a:pt x="71251" y="10242"/>
                </a:moveTo>
                <a:lnTo>
                  <a:pt x="72586" y="11576"/>
                </a:lnTo>
                <a:lnTo>
                  <a:pt x="72586" y="13577"/>
                </a:lnTo>
                <a:lnTo>
                  <a:pt x="71151" y="15012"/>
                </a:lnTo>
                <a:lnTo>
                  <a:pt x="69283" y="15012"/>
                </a:lnTo>
                <a:lnTo>
                  <a:pt x="71251" y="13044"/>
                </a:lnTo>
                <a:lnTo>
                  <a:pt x="71251" y="10242"/>
                </a:lnTo>
                <a:close/>
                <a:moveTo>
                  <a:pt x="88130" y="15779"/>
                </a:moveTo>
                <a:lnTo>
                  <a:pt x="85128" y="18781"/>
                </a:lnTo>
                <a:lnTo>
                  <a:pt x="85128" y="23017"/>
                </a:lnTo>
                <a:lnTo>
                  <a:pt x="83460" y="21316"/>
                </a:lnTo>
                <a:lnTo>
                  <a:pt x="83460" y="18081"/>
                </a:lnTo>
                <a:lnTo>
                  <a:pt x="85762" y="15779"/>
                </a:lnTo>
                <a:lnTo>
                  <a:pt x="88130" y="15779"/>
                </a:lnTo>
                <a:close/>
                <a:moveTo>
                  <a:pt x="91399" y="15779"/>
                </a:moveTo>
                <a:lnTo>
                  <a:pt x="87463" y="19748"/>
                </a:lnTo>
                <a:lnTo>
                  <a:pt x="87463" y="25319"/>
                </a:lnTo>
                <a:lnTo>
                  <a:pt x="85929" y="23785"/>
                </a:lnTo>
                <a:lnTo>
                  <a:pt x="85929" y="19115"/>
                </a:lnTo>
                <a:lnTo>
                  <a:pt x="89231" y="15779"/>
                </a:lnTo>
                <a:lnTo>
                  <a:pt x="91399" y="15779"/>
                </a:lnTo>
                <a:close/>
                <a:moveTo>
                  <a:pt x="95469" y="15779"/>
                </a:moveTo>
                <a:lnTo>
                  <a:pt x="98804" y="19115"/>
                </a:lnTo>
                <a:lnTo>
                  <a:pt x="98804" y="23785"/>
                </a:lnTo>
                <a:lnTo>
                  <a:pt x="97270" y="25319"/>
                </a:lnTo>
                <a:lnTo>
                  <a:pt x="97270" y="19748"/>
                </a:lnTo>
                <a:lnTo>
                  <a:pt x="93334" y="15779"/>
                </a:lnTo>
                <a:lnTo>
                  <a:pt x="95469" y="15779"/>
                </a:lnTo>
                <a:close/>
                <a:moveTo>
                  <a:pt x="98971" y="15779"/>
                </a:moveTo>
                <a:lnTo>
                  <a:pt x="101273" y="18081"/>
                </a:lnTo>
                <a:lnTo>
                  <a:pt x="101273" y="21316"/>
                </a:lnTo>
                <a:lnTo>
                  <a:pt x="99572" y="23017"/>
                </a:lnTo>
                <a:lnTo>
                  <a:pt x="99572" y="18781"/>
                </a:lnTo>
                <a:lnTo>
                  <a:pt x="96603" y="15779"/>
                </a:lnTo>
                <a:lnTo>
                  <a:pt x="98971" y="15779"/>
                </a:lnTo>
                <a:close/>
                <a:moveTo>
                  <a:pt x="102040" y="10242"/>
                </a:moveTo>
                <a:lnTo>
                  <a:pt x="103374" y="11576"/>
                </a:lnTo>
                <a:lnTo>
                  <a:pt x="103374" y="13577"/>
                </a:lnTo>
                <a:lnTo>
                  <a:pt x="101940" y="15012"/>
                </a:lnTo>
                <a:lnTo>
                  <a:pt x="100072" y="15012"/>
                </a:lnTo>
                <a:lnTo>
                  <a:pt x="102040" y="13044"/>
                </a:lnTo>
                <a:close/>
                <a:moveTo>
                  <a:pt x="118919" y="15779"/>
                </a:moveTo>
                <a:lnTo>
                  <a:pt x="116050" y="18648"/>
                </a:lnTo>
                <a:lnTo>
                  <a:pt x="115917" y="18948"/>
                </a:lnTo>
                <a:lnTo>
                  <a:pt x="115917" y="23017"/>
                </a:lnTo>
                <a:lnTo>
                  <a:pt x="114249" y="21316"/>
                </a:lnTo>
                <a:lnTo>
                  <a:pt x="114249" y="18081"/>
                </a:lnTo>
                <a:lnTo>
                  <a:pt x="116550" y="15779"/>
                </a:lnTo>
                <a:lnTo>
                  <a:pt x="118919" y="15779"/>
                </a:lnTo>
                <a:close/>
                <a:moveTo>
                  <a:pt x="122188" y="15779"/>
                </a:moveTo>
                <a:lnTo>
                  <a:pt x="118252" y="19748"/>
                </a:lnTo>
                <a:lnTo>
                  <a:pt x="118252" y="25319"/>
                </a:lnTo>
                <a:lnTo>
                  <a:pt x="116717" y="23785"/>
                </a:lnTo>
                <a:lnTo>
                  <a:pt x="116717" y="19115"/>
                </a:lnTo>
                <a:lnTo>
                  <a:pt x="120053" y="15779"/>
                </a:lnTo>
                <a:lnTo>
                  <a:pt x="122188" y="15779"/>
                </a:lnTo>
                <a:close/>
                <a:moveTo>
                  <a:pt x="126291" y="15779"/>
                </a:moveTo>
                <a:lnTo>
                  <a:pt x="129593" y="19115"/>
                </a:lnTo>
                <a:lnTo>
                  <a:pt x="129593" y="23785"/>
                </a:lnTo>
                <a:lnTo>
                  <a:pt x="128059" y="25319"/>
                </a:lnTo>
                <a:lnTo>
                  <a:pt x="128059" y="19748"/>
                </a:lnTo>
                <a:lnTo>
                  <a:pt x="124122" y="15779"/>
                </a:lnTo>
                <a:lnTo>
                  <a:pt x="126291" y="15779"/>
                </a:lnTo>
                <a:close/>
                <a:moveTo>
                  <a:pt x="129760" y="15779"/>
                </a:moveTo>
                <a:lnTo>
                  <a:pt x="132061" y="18081"/>
                </a:lnTo>
                <a:lnTo>
                  <a:pt x="132061" y="21316"/>
                </a:lnTo>
                <a:lnTo>
                  <a:pt x="130394" y="23017"/>
                </a:lnTo>
                <a:lnTo>
                  <a:pt x="130394" y="18948"/>
                </a:lnTo>
                <a:lnTo>
                  <a:pt x="130260" y="18648"/>
                </a:lnTo>
                <a:lnTo>
                  <a:pt x="127391" y="15779"/>
                </a:lnTo>
                <a:lnTo>
                  <a:pt x="129760" y="15779"/>
                </a:lnTo>
                <a:close/>
                <a:moveTo>
                  <a:pt x="132862" y="10242"/>
                </a:moveTo>
                <a:lnTo>
                  <a:pt x="134163" y="11576"/>
                </a:lnTo>
                <a:lnTo>
                  <a:pt x="134163" y="13577"/>
                </a:lnTo>
                <a:lnTo>
                  <a:pt x="132729" y="15012"/>
                </a:lnTo>
                <a:lnTo>
                  <a:pt x="130894" y="15012"/>
                </a:lnTo>
                <a:lnTo>
                  <a:pt x="132862" y="13044"/>
                </a:lnTo>
                <a:close/>
                <a:moveTo>
                  <a:pt x="149707" y="15779"/>
                </a:moveTo>
                <a:lnTo>
                  <a:pt x="146739" y="18781"/>
                </a:lnTo>
                <a:lnTo>
                  <a:pt x="146739" y="23017"/>
                </a:lnTo>
                <a:lnTo>
                  <a:pt x="145037" y="21316"/>
                </a:lnTo>
                <a:lnTo>
                  <a:pt x="145037" y="18081"/>
                </a:lnTo>
                <a:lnTo>
                  <a:pt x="147339" y="15779"/>
                </a:lnTo>
                <a:lnTo>
                  <a:pt x="149707" y="15779"/>
                </a:lnTo>
                <a:close/>
                <a:moveTo>
                  <a:pt x="153010" y="15779"/>
                </a:moveTo>
                <a:lnTo>
                  <a:pt x="149040" y="19748"/>
                </a:lnTo>
                <a:lnTo>
                  <a:pt x="149040" y="25319"/>
                </a:lnTo>
                <a:lnTo>
                  <a:pt x="147506" y="23785"/>
                </a:lnTo>
                <a:lnTo>
                  <a:pt x="147506" y="19115"/>
                </a:lnTo>
                <a:lnTo>
                  <a:pt x="150842" y="15779"/>
                </a:lnTo>
                <a:lnTo>
                  <a:pt x="153010" y="15779"/>
                </a:lnTo>
                <a:close/>
                <a:moveTo>
                  <a:pt x="157079" y="15779"/>
                </a:moveTo>
                <a:lnTo>
                  <a:pt x="160382" y="19115"/>
                </a:lnTo>
                <a:lnTo>
                  <a:pt x="160382" y="23785"/>
                </a:lnTo>
                <a:lnTo>
                  <a:pt x="158847" y="25319"/>
                </a:lnTo>
                <a:lnTo>
                  <a:pt x="158847" y="19748"/>
                </a:lnTo>
                <a:lnTo>
                  <a:pt x="154911" y="15779"/>
                </a:lnTo>
                <a:lnTo>
                  <a:pt x="157079" y="15779"/>
                </a:lnTo>
                <a:close/>
                <a:moveTo>
                  <a:pt x="160548" y="15779"/>
                </a:moveTo>
                <a:lnTo>
                  <a:pt x="162850" y="18081"/>
                </a:lnTo>
                <a:lnTo>
                  <a:pt x="162850" y="21316"/>
                </a:lnTo>
                <a:lnTo>
                  <a:pt x="161182" y="23017"/>
                </a:lnTo>
                <a:lnTo>
                  <a:pt x="161182" y="18781"/>
                </a:lnTo>
                <a:lnTo>
                  <a:pt x="158180" y="15779"/>
                </a:lnTo>
                <a:lnTo>
                  <a:pt x="160548" y="15779"/>
                </a:lnTo>
                <a:close/>
                <a:moveTo>
                  <a:pt x="163651" y="10242"/>
                </a:moveTo>
                <a:lnTo>
                  <a:pt x="164952" y="11576"/>
                </a:lnTo>
                <a:lnTo>
                  <a:pt x="164952" y="13577"/>
                </a:lnTo>
                <a:lnTo>
                  <a:pt x="163551" y="15012"/>
                </a:lnTo>
                <a:lnTo>
                  <a:pt x="161683" y="15012"/>
                </a:lnTo>
                <a:lnTo>
                  <a:pt x="163651" y="13044"/>
                </a:lnTo>
                <a:close/>
                <a:moveTo>
                  <a:pt x="180496" y="15779"/>
                </a:moveTo>
                <a:lnTo>
                  <a:pt x="177627" y="18648"/>
                </a:lnTo>
                <a:lnTo>
                  <a:pt x="177527" y="18948"/>
                </a:lnTo>
                <a:lnTo>
                  <a:pt x="177527" y="23017"/>
                </a:lnTo>
                <a:lnTo>
                  <a:pt x="175826" y="21316"/>
                </a:lnTo>
                <a:lnTo>
                  <a:pt x="175826" y="18081"/>
                </a:lnTo>
                <a:lnTo>
                  <a:pt x="178128" y="15779"/>
                </a:lnTo>
                <a:lnTo>
                  <a:pt x="180496" y="15779"/>
                </a:lnTo>
                <a:close/>
                <a:moveTo>
                  <a:pt x="183798" y="15779"/>
                </a:moveTo>
                <a:lnTo>
                  <a:pt x="179829" y="19748"/>
                </a:lnTo>
                <a:lnTo>
                  <a:pt x="179829" y="25319"/>
                </a:lnTo>
                <a:lnTo>
                  <a:pt x="178294" y="23785"/>
                </a:lnTo>
                <a:lnTo>
                  <a:pt x="178294" y="19115"/>
                </a:lnTo>
                <a:lnTo>
                  <a:pt x="181630" y="15779"/>
                </a:lnTo>
                <a:lnTo>
                  <a:pt x="183798" y="15779"/>
                </a:lnTo>
                <a:close/>
                <a:moveTo>
                  <a:pt x="187868" y="15779"/>
                </a:moveTo>
                <a:lnTo>
                  <a:pt x="191170" y="19115"/>
                </a:lnTo>
                <a:lnTo>
                  <a:pt x="191170" y="23785"/>
                </a:lnTo>
                <a:lnTo>
                  <a:pt x="189636" y="25319"/>
                </a:lnTo>
                <a:lnTo>
                  <a:pt x="189636" y="19748"/>
                </a:lnTo>
                <a:lnTo>
                  <a:pt x="185700" y="15779"/>
                </a:lnTo>
                <a:lnTo>
                  <a:pt x="187868" y="15779"/>
                </a:lnTo>
                <a:close/>
                <a:moveTo>
                  <a:pt x="191337" y="15779"/>
                </a:moveTo>
                <a:lnTo>
                  <a:pt x="193639" y="18081"/>
                </a:lnTo>
                <a:lnTo>
                  <a:pt x="193639" y="21316"/>
                </a:lnTo>
                <a:lnTo>
                  <a:pt x="191971" y="23017"/>
                </a:lnTo>
                <a:lnTo>
                  <a:pt x="191971" y="18948"/>
                </a:lnTo>
                <a:lnTo>
                  <a:pt x="191837" y="18648"/>
                </a:lnTo>
                <a:lnTo>
                  <a:pt x="188969" y="15779"/>
                </a:lnTo>
                <a:lnTo>
                  <a:pt x="191337" y="15779"/>
                </a:lnTo>
                <a:close/>
                <a:moveTo>
                  <a:pt x="194439" y="10242"/>
                </a:moveTo>
                <a:lnTo>
                  <a:pt x="195740" y="11576"/>
                </a:lnTo>
                <a:lnTo>
                  <a:pt x="195740" y="13577"/>
                </a:lnTo>
                <a:lnTo>
                  <a:pt x="194339" y="15012"/>
                </a:lnTo>
                <a:lnTo>
                  <a:pt x="192471" y="15012"/>
                </a:lnTo>
                <a:lnTo>
                  <a:pt x="194439" y="13044"/>
                </a:lnTo>
                <a:close/>
                <a:moveTo>
                  <a:pt x="211285" y="15779"/>
                </a:moveTo>
                <a:lnTo>
                  <a:pt x="208316" y="18781"/>
                </a:lnTo>
                <a:lnTo>
                  <a:pt x="208316" y="23017"/>
                </a:lnTo>
                <a:lnTo>
                  <a:pt x="206615" y="21316"/>
                </a:lnTo>
                <a:lnTo>
                  <a:pt x="206615" y="18081"/>
                </a:lnTo>
                <a:lnTo>
                  <a:pt x="208916" y="15779"/>
                </a:lnTo>
                <a:lnTo>
                  <a:pt x="211285" y="15779"/>
                </a:lnTo>
                <a:close/>
                <a:moveTo>
                  <a:pt x="214587" y="15779"/>
                </a:moveTo>
                <a:lnTo>
                  <a:pt x="210618" y="19748"/>
                </a:lnTo>
                <a:lnTo>
                  <a:pt x="210618" y="25319"/>
                </a:lnTo>
                <a:lnTo>
                  <a:pt x="209083" y="23785"/>
                </a:lnTo>
                <a:lnTo>
                  <a:pt x="209083" y="19115"/>
                </a:lnTo>
                <a:lnTo>
                  <a:pt x="212419" y="15779"/>
                </a:lnTo>
                <a:lnTo>
                  <a:pt x="214587" y="15779"/>
                </a:lnTo>
                <a:close/>
                <a:moveTo>
                  <a:pt x="218657" y="15779"/>
                </a:moveTo>
                <a:lnTo>
                  <a:pt x="221959" y="19115"/>
                </a:lnTo>
                <a:lnTo>
                  <a:pt x="221959" y="23785"/>
                </a:lnTo>
                <a:lnTo>
                  <a:pt x="220425" y="25319"/>
                </a:lnTo>
                <a:lnTo>
                  <a:pt x="220425" y="19748"/>
                </a:lnTo>
                <a:lnTo>
                  <a:pt x="216488" y="15779"/>
                </a:lnTo>
                <a:lnTo>
                  <a:pt x="218657" y="15779"/>
                </a:lnTo>
                <a:close/>
                <a:moveTo>
                  <a:pt x="222126" y="15779"/>
                </a:moveTo>
                <a:lnTo>
                  <a:pt x="224427" y="18081"/>
                </a:lnTo>
                <a:lnTo>
                  <a:pt x="224427" y="21316"/>
                </a:lnTo>
                <a:lnTo>
                  <a:pt x="222760" y="23017"/>
                </a:lnTo>
                <a:lnTo>
                  <a:pt x="222760" y="18781"/>
                </a:lnTo>
                <a:lnTo>
                  <a:pt x="219757" y="15779"/>
                </a:lnTo>
                <a:lnTo>
                  <a:pt x="222126" y="15779"/>
                </a:lnTo>
                <a:close/>
                <a:moveTo>
                  <a:pt x="225228" y="10242"/>
                </a:moveTo>
                <a:lnTo>
                  <a:pt x="226529" y="11576"/>
                </a:lnTo>
                <a:lnTo>
                  <a:pt x="226529" y="13577"/>
                </a:lnTo>
                <a:lnTo>
                  <a:pt x="225128" y="15012"/>
                </a:lnTo>
                <a:lnTo>
                  <a:pt x="223260" y="15012"/>
                </a:lnTo>
                <a:lnTo>
                  <a:pt x="225228" y="13044"/>
                </a:lnTo>
                <a:close/>
                <a:moveTo>
                  <a:pt x="234635" y="14011"/>
                </a:moveTo>
                <a:lnTo>
                  <a:pt x="235635" y="15012"/>
                </a:lnTo>
                <a:lnTo>
                  <a:pt x="231866" y="15012"/>
                </a:lnTo>
                <a:lnTo>
                  <a:pt x="234535" y="12343"/>
                </a:lnTo>
                <a:lnTo>
                  <a:pt x="234535" y="13744"/>
                </a:lnTo>
                <a:close/>
                <a:moveTo>
                  <a:pt x="234635" y="75588"/>
                </a:moveTo>
                <a:lnTo>
                  <a:pt x="235635" y="76589"/>
                </a:lnTo>
                <a:lnTo>
                  <a:pt x="231866" y="76589"/>
                </a:lnTo>
                <a:lnTo>
                  <a:pt x="234535" y="73920"/>
                </a:lnTo>
                <a:lnTo>
                  <a:pt x="234535" y="75321"/>
                </a:lnTo>
                <a:close/>
                <a:moveTo>
                  <a:pt x="234535" y="109413"/>
                </a:moveTo>
                <a:lnTo>
                  <a:pt x="234535" y="110814"/>
                </a:lnTo>
                <a:lnTo>
                  <a:pt x="231899" y="108178"/>
                </a:lnTo>
                <a:lnTo>
                  <a:pt x="235635" y="108178"/>
                </a:lnTo>
                <a:lnTo>
                  <a:pt x="234635" y="109146"/>
                </a:lnTo>
                <a:close/>
                <a:moveTo>
                  <a:pt x="227229" y="109146"/>
                </a:moveTo>
                <a:lnTo>
                  <a:pt x="226229" y="108178"/>
                </a:lnTo>
                <a:lnTo>
                  <a:pt x="229965" y="108178"/>
                </a:lnTo>
                <a:lnTo>
                  <a:pt x="227330" y="110814"/>
                </a:lnTo>
                <a:lnTo>
                  <a:pt x="227330" y="109413"/>
                </a:lnTo>
                <a:close/>
                <a:moveTo>
                  <a:pt x="227330" y="104743"/>
                </a:moveTo>
                <a:lnTo>
                  <a:pt x="229965" y="107378"/>
                </a:lnTo>
                <a:lnTo>
                  <a:pt x="226229" y="107378"/>
                </a:lnTo>
                <a:lnTo>
                  <a:pt x="227330" y="106277"/>
                </a:lnTo>
                <a:lnTo>
                  <a:pt x="227330" y="104743"/>
                </a:lnTo>
                <a:close/>
                <a:moveTo>
                  <a:pt x="227897" y="104175"/>
                </a:moveTo>
                <a:lnTo>
                  <a:pt x="229264" y="104175"/>
                </a:lnTo>
                <a:lnTo>
                  <a:pt x="229431" y="104175"/>
                </a:lnTo>
                <a:lnTo>
                  <a:pt x="230532" y="103075"/>
                </a:lnTo>
                <a:lnTo>
                  <a:pt x="230532" y="106811"/>
                </a:lnTo>
                <a:close/>
                <a:moveTo>
                  <a:pt x="230532" y="108712"/>
                </a:moveTo>
                <a:lnTo>
                  <a:pt x="230532" y="112448"/>
                </a:lnTo>
                <a:lnTo>
                  <a:pt x="229431" y="111381"/>
                </a:lnTo>
                <a:lnTo>
                  <a:pt x="227897" y="111381"/>
                </a:lnTo>
                <a:close/>
                <a:moveTo>
                  <a:pt x="231332" y="108712"/>
                </a:moveTo>
                <a:lnTo>
                  <a:pt x="233968" y="111381"/>
                </a:lnTo>
                <a:lnTo>
                  <a:pt x="232567" y="111381"/>
                </a:lnTo>
                <a:lnTo>
                  <a:pt x="232300" y="111481"/>
                </a:lnTo>
                <a:lnTo>
                  <a:pt x="231332" y="112448"/>
                </a:lnTo>
                <a:lnTo>
                  <a:pt x="231332" y="108712"/>
                </a:lnTo>
                <a:close/>
                <a:moveTo>
                  <a:pt x="231866" y="107378"/>
                </a:moveTo>
                <a:lnTo>
                  <a:pt x="234535" y="104743"/>
                </a:lnTo>
                <a:lnTo>
                  <a:pt x="234535" y="106277"/>
                </a:lnTo>
                <a:lnTo>
                  <a:pt x="235635" y="107378"/>
                </a:lnTo>
                <a:close/>
                <a:moveTo>
                  <a:pt x="231332" y="106811"/>
                </a:moveTo>
                <a:lnTo>
                  <a:pt x="231332" y="103075"/>
                </a:lnTo>
                <a:lnTo>
                  <a:pt x="232300" y="104042"/>
                </a:lnTo>
                <a:lnTo>
                  <a:pt x="232567" y="104175"/>
                </a:lnTo>
                <a:lnTo>
                  <a:pt x="233968" y="104175"/>
                </a:lnTo>
                <a:close/>
                <a:moveTo>
                  <a:pt x="230532" y="101941"/>
                </a:moveTo>
                <a:lnTo>
                  <a:pt x="229097" y="103375"/>
                </a:lnTo>
                <a:lnTo>
                  <a:pt x="227096" y="103375"/>
                </a:lnTo>
                <a:lnTo>
                  <a:pt x="225762" y="102074"/>
                </a:lnTo>
                <a:lnTo>
                  <a:pt x="228397" y="102074"/>
                </a:lnTo>
                <a:lnTo>
                  <a:pt x="228564" y="102074"/>
                </a:lnTo>
                <a:lnTo>
                  <a:pt x="230532" y="100106"/>
                </a:lnTo>
                <a:lnTo>
                  <a:pt x="230532" y="101941"/>
                </a:lnTo>
                <a:close/>
                <a:moveTo>
                  <a:pt x="228230" y="101273"/>
                </a:moveTo>
                <a:lnTo>
                  <a:pt x="224995" y="101273"/>
                </a:lnTo>
                <a:lnTo>
                  <a:pt x="223327" y="99606"/>
                </a:lnTo>
                <a:lnTo>
                  <a:pt x="227363" y="99606"/>
                </a:lnTo>
                <a:lnTo>
                  <a:pt x="227530" y="99606"/>
                </a:lnTo>
                <a:lnTo>
                  <a:pt x="230532" y="96603"/>
                </a:lnTo>
                <a:lnTo>
                  <a:pt x="230532" y="98972"/>
                </a:lnTo>
                <a:close/>
                <a:moveTo>
                  <a:pt x="227229" y="98805"/>
                </a:moveTo>
                <a:lnTo>
                  <a:pt x="222526" y="98805"/>
                </a:lnTo>
                <a:lnTo>
                  <a:pt x="220992" y="97271"/>
                </a:lnTo>
                <a:lnTo>
                  <a:pt x="226429" y="97271"/>
                </a:lnTo>
                <a:lnTo>
                  <a:pt x="226596" y="97271"/>
                </a:lnTo>
                <a:lnTo>
                  <a:pt x="230532" y="93334"/>
                </a:lnTo>
                <a:lnTo>
                  <a:pt x="230532" y="95503"/>
                </a:lnTo>
                <a:close/>
                <a:moveTo>
                  <a:pt x="203746" y="109413"/>
                </a:moveTo>
                <a:lnTo>
                  <a:pt x="203746" y="110814"/>
                </a:lnTo>
                <a:lnTo>
                  <a:pt x="201077" y="108178"/>
                </a:lnTo>
                <a:lnTo>
                  <a:pt x="204847" y="108178"/>
                </a:lnTo>
                <a:lnTo>
                  <a:pt x="203846" y="109146"/>
                </a:lnTo>
                <a:close/>
                <a:moveTo>
                  <a:pt x="196407" y="109146"/>
                </a:moveTo>
                <a:lnTo>
                  <a:pt x="195440" y="108178"/>
                </a:lnTo>
                <a:lnTo>
                  <a:pt x="199176" y="108178"/>
                </a:lnTo>
                <a:lnTo>
                  <a:pt x="196541" y="110814"/>
                </a:lnTo>
                <a:lnTo>
                  <a:pt x="196541" y="109413"/>
                </a:lnTo>
                <a:close/>
                <a:moveTo>
                  <a:pt x="192538" y="99606"/>
                </a:moveTo>
                <a:lnTo>
                  <a:pt x="196741" y="99606"/>
                </a:lnTo>
                <a:lnTo>
                  <a:pt x="199743" y="96603"/>
                </a:lnTo>
                <a:lnTo>
                  <a:pt x="199743" y="98972"/>
                </a:lnTo>
                <a:lnTo>
                  <a:pt x="197441" y="101273"/>
                </a:lnTo>
                <a:lnTo>
                  <a:pt x="194206" y="101273"/>
                </a:lnTo>
                <a:close/>
                <a:moveTo>
                  <a:pt x="190203" y="97271"/>
                </a:moveTo>
                <a:lnTo>
                  <a:pt x="195807" y="97271"/>
                </a:lnTo>
                <a:lnTo>
                  <a:pt x="199743" y="93334"/>
                </a:lnTo>
                <a:lnTo>
                  <a:pt x="199743" y="95503"/>
                </a:lnTo>
                <a:lnTo>
                  <a:pt x="196441" y="98805"/>
                </a:lnTo>
                <a:lnTo>
                  <a:pt x="191737" y="98805"/>
                </a:lnTo>
                <a:close/>
                <a:moveTo>
                  <a:pt x="177761" y="98805"/>
                </a:moveTo>
                <a:lnTo>
                  <a:pt x="173057" y="98805"/>
                </a:lnTo>
                <a:lnTo>
                  <a:pt x="169755" y="95503"/>
                </a:lnTo>
                <a:lnTo>
                  <a:pt x="169755" y="93334"/>
                </a:lnTo>
                <a:lnTo>
                  <a:pt x="173691" y="97271"/>
                </a:lnTo>
                <a:lnTo>
                  <a:pt x="179262" y="97271"/>
                </a:lnTo>
                <a:close/>
                <a:moveTo>
                  <a:pt x="175292" y="101273"/>
                </a:moveTo>
                <a:lnTo>
                  <a:pt x="172023" y="101273"/>
                </a:lnTo>
                <a:lnTo>
                  <a:pt x="169755" y="98972"/>
                </a:lnTo>
                <a:lnTo>
                  <a:pt x="169755" y="96603"/>
                </a:lnTo>
                <a:lnTo>
                  <a:pt x="172724" y="99606"/>
                </a:lnTo>
                <a:lnTo>
                  <a:pt x="176960" y="99606"/>
                </a:lnTo>
                <a:close/>
                <a:moveTo>
                  <a:pt x="173191" y="103375"/>
                </a:moveTo>
                <a:lnTo>
                  <a:pt x="171156" y="103375"/>
                </a:lnTo>
                <a:lnTo>
                  <a:pt x="169755" y="101941"/>
                </a:lnTo>
                <a:lnTo>
                  <a:pt x="169755" y="100106"/>
                </a:lnTo>
                <a:lnTo>
                  <a:pt x="171723" y="102074"/>
                </a:lnTo>
                <a:lnTo>
                  <a:pt x="174492" y="102074"/>
                </a:lnTo>
                <a:close/>
                <a:moveTo>
                  <a:pt x="172957" y="109413"/>
                </a:moveTo>
                <a:lnTo>
                  <a:pt x="172957" y="110814"/>
                </a:lnTo>
                <a:lnTo>
                  <a:pt x="170289" y="108178"/>
                </a:lnTo>
                <a:lnTo>
                  <a:pt x="174025" y="108178"/>
                </a:lnTo>
                <a:lnTo>
                  <a:pt x="173057" y="109146"/>
                </a:lnTo>
                <a:close/>
                <a:moveTo>
                  <a:pt x="165619" y="109146"/>
                </a:moveTo>
                <a:lnTo>
                  <a:pt x="164651" y="108178"/>
                </a:lnTo>
                <a:lnTo>
                  <a:pt x="168387" y="108178"/>
                </a:lnTo>
                <a:lnTo>
                  <a:pt x="165752" y="110814"/>
                </a:lnTo>
                <a:lnTo>
                  <a:pt x="165752" y="109413"/>
                </a:lnTo>
                <a:close/>
                <a:moveTo>
                  <a:pt x="161749" y="99606"/>
                </a:moveTo>
                <a:lnTo>
                  <a:pt x="165786" y="99606"/>
                </a:lnTo>
                <a:lnTo>
                  <a:pt x="165952" y="99606"/>
                </a:lnTo>
                <a:lnTo>
                  <a:pt x="168954" y="96603"/>
                </a:lnTo>
                <a:lnTo>
                  <a:pt x="168954" y="98972"/>
                </a:lnTo>
                <a:lnTo>
                  <a:pt x="166653" y="101273"/>
                </a:lnTo>
                <a:lnTo>
                  <a:pt x="163417" y="101273"/>
                </a:lnTo>
                <a:close/>
                <a:moveTo>
                  <a:pt x="159414" y="97271"/>
                </a:moveTo>
                <a:lnTo>
                  <a:pt x="164852" y="97271"/>
                </a:lnTo>
                <a:lnTo>
                  <a:pt x="164985" y="97271"/>
                </a:lnTo>
                <a:lnTo>
                  <a:pt x="168954" y="93334"/>
                </a:lnTo>
                <a:lnTo>
                  <a:pt x="168954" y="95503"/>
                </a:lnTo>
                <a:lnTo>
                  <a:pt x="165619" y="98805"/>
                </a:lnTo>
                <a:lnTo>
                  <a:pt x="160949" y="98805"/>
                </a:lnTo>
                <a:close/>
                <a:moveTo>
                  <a:pt x="142135" y="109413"/>
                </a:moveTo>
                <a:lnTo>
                  <a:pt x="142135" y="110814"/>
                </a:lnTo>
                <a:lnTo>
                  <a:pt x="139500" y="108178"/>
                </a:lnTo>
                <a:lnTo>
                  <a:pt x="143236" y="108178"/>
                </a:lnTo>
                <a:lnTo>
                  <a:pt x="142269" y="109146"/>
                </a:lnTo>
                <a:close/>
                <a:moveTo>
                  <a:pt x="134830" y="109146"/>
                </a:moveTo>
                <a:lnTo>
                  <a:pt x="133863" y="108178"/>
                </a:lnTo>
                <a:lnTo>
                  <a:pt x="137599" y="108178"/>
                </a:lnTo>
                <a:lnTo>
                  <a:pt x="134964" y="110814"/>
                </a:lnTo>
                <a:lnTo>
                  <a:pt x="134964" y="109413"/>
                </a:lnTo>
                <a:close/>
                <a:moveTo>
                  <a:pt x="130927" y="99606"/>
                </a:moveTo>
                <a:lnTo>
                  <a:pt x="135164" y="99606"/>
                </a:lnTo>
                <a:lnTo>
                  <a:pt x="138166" y="96603"/>
                </a:lnTo>
                <a:lnTo>
                  <a:pt x="138166" y="98972"/>
                </a:lnTo>
                <a:lnTo>
                  <a:pt x="135864" y="101273"/>
                </a:lnTo>
                <a:lnTo>
                  <a:pt x="132629" y="101273"/>
                </a:lnTo>
                <a:close/>
                <a:moveTo>
                  <a:pt x="128626" y="97271"/>
                </a:moveTo>
                <a:lnTo>
                  <a:pt x="134196" y="97271"/>
                </a:lnTo>
                <a:lnTo>
                  <a:pt x="138166" y="93334"/>
                </a:lnTo>
                <a:lnTo>
                  <a:pt x="138166" y="95503"/>
                </a:lnTo>
                <a:lnTo>
                  <a:pt x="134830" y="98805"/>
                </a:lnTo>
                <a:lnTo>
                  <a:pt x="130160" y="98805"/>
                </a:lnTo>
                <a:close/>
                <a:moveTo>
                  <a:pt x="116150" y="98805"/>
                </a:moveTo>
                <a:lnTo>
                  <a:pt x="111480" y="98805"/>
                </a:lnTo>
                <a:lnTo>
                  <a:pt x="108144" y="95503"/>
                </a:lnTo>
                <a:lnTo>
                  <a:pt x="108144" y="93334"/>
                </a:lnTo>
                <a:lnTo>
                  <a:pt x="112114" y="97271"/>
                </a:lnTo>
                <a:lnTo>
                  <a:pt x="117685" y="97271"/>
                </a:lnTo>
                <a:close/>
                <a:moveTo>
                  <a:pt x="113682" y="101273"/>
                </a:moveTo>
                <a:lnTo>
                  <a:pt x="110446" y="101273"/>
                </a:lnTo>
                <a:lnTo>
                  <a:pt x="108144" y="98972"/>
                </a:lnTo>
                <a:lnTo>
                  <a:pt x="108144" y="96603"/>
                </a:lnTo>
                <a:lnTo>
                  <a:pt x="111147" y="99606"/>
                </a:lnTo>
                <a:lnTo>
                  <a:pt x="115383" y="99606"/>
                </a:lnTo>
                <a:close/>
                <a:moveTo>
                  <a:pt x="111580" y="103375"/>
                </a:moveTo>
                <a:lnTo>
                  <a:pt x="109579" y="103375"/>
                </a:lnTo>
                <a:lnTo>
                  <a:pt x="108144" y="101941"/>
                </a:lnTo>
                <a:lnTo>
                  <a:pt x="108144" y="100106"/>
                </a:lnTo>
                <a:lnTo>
                  <a:pt x="110112" y="102074"/>
                </a:lnTo>
                <a:lnTo>
                  <a:pt x="112914" y="102074"/>
                </a:lnTo>
                <a:close/>
                <a:moveTo>
                  <a:pt x="111347" y="109413"/>
                </a:moveTo>
                <a:lnTo>
                  <a:pt x="111347" y="110814"/>
                </a:lnTo>
                <a:lnTo>
                  <a:pt x="108711" y="108178"/>
                </a:lnTo>
                <a:lnTo>
                  <a:pt x="112447" y="108178"/>
                </a:lnTo>
                <a:lnTo>
                  <a:pt x="111480" y="109146"/>
                </a:lnTo>
                <a:close/>
                <a:moveTo>
                  <a:pt x="104041" y="109146"/>
                </a:moveTo>
                <a:lnTo>
                  <a:pt x="103074" y="108178"/>
                </a:lnTo>
                <a:lnTo>
                  <a:pt x="106810" y="108178"/>
                </a:lnTo>
                <a:lnTo>
                  <a:pt x="104175" y="110814"/>
                </a:lnTo>
                <a:lnTo>
                  <a:pt x="104175" y="109413"/>
                </a:lnTo>
                <a:close/>
                <a:moveTo>
                  <a:pt x="100139" y="99606"/>
                </a:moveTo>
                <a:lnTo>
                  <a:pt x="104208" y="99606"/>
                </a:lnTo>
                <a:lnTo>
                  <a:pt x="104375" y="99606"/>
                </a:lnTo>
                <a:lnTo>
                  <a:pt x="107377" y="96603"/>
                </a:lnTo>
                <a:lnTo>
                  <a:pt x="107377" y="98972"/>
                </a:lnTo>
                <a:lnTo>
                  <a:pt x="105076" y="101273"/>
                </a:lnTo>
                <a:lnTo>
                  <a:pt x="101807" y="101273"/>
                </a:lnTo>
                <a:close/>
                <a:moveTo>
                  <a:pt x="97837" y="97271"/>
                </a:moveTo>
                <a:lnTo>
                  <a:pt x="103241" y="97271"/>
                </a:lnTo>
                <a:lnTo>
                  <a:pt x="103408" y="97271"/>
                </a:lnTo>
                <a:lnTo>
                  <a:pt x="107344" y="93334"/>
                </a:lnTo>
                <a:lnTo>
                  <a:pt x="107344" y="95503"/>
                </a:lnTo>
                <a:lnTo>
                  <a:pt x="104041" y="98805"/>
                </a:lnTo>
                <a:lnTo>
                  <a:pt x="99371" y="98805"/>
                </a:lnTo>
                <a:close/>
                <a:moveTo>
                  <a:pt x="80558" y="109413"/>
                </a:moveTo>
                <a:lnTo>
                  <a:pt x="80558" y="110814"/>
                </a:lnTo>
                <a:lnTo>
                  <a:pt x="77923" y="108178"/>
                </a:lnTo>
                <a:lnTo>
                  <a:pt x="81659" y="108178"/>
                </a:lnTo>
                <a:lnTo>
                  <a:pt x="80691" y="109146"/>
                </a:lnTo>
                <a:close/>
                <a:moveTo>
                  <a:pt x="73253" y="109146"/>
                </a:moveTo>
                <a:lnTo>
                  <a:pt x="72285" y="108178"/>
                </a:lnTo>
                <a:lnTo>
                  <a:pt x="76021" y="108178"/>
                </a:lnTo>
                <a:lnTo>
                  <a:pt x="73386" y="110814"/>
                </a:lnTo>
                <a:lnTo>
                  <a:pt x="73386" y="109413"/>
                </a:lnTo>
                <a:close/>
                <a:moveTo>
                  <a:pt x="69350" y="99606"/>
                </a:moveTo>
                <a:lnTo>
                  <a:pt x="73586" y="99606"/>
                </a:lnTo>
                <a:lnTo>
                  <a:pt x="76589" y="96603"/>
                </a:lnTo>
                <a:lnTo>
                  <a:pt x="76589" y="98972"/>
                </a:lnTo>
                <a:lnTo>
                  <a:pt x="74287" y="101273"/>
                </a:lnTo>
                <a:lnTo>
                  <a:pt x="71018" y="101273"/>
                </a:lnTo>
                <a:close/>
                <a:moveTo>
                  <a:pt x="67048" y="97271"/>
                </a:moveTo>
                <a:lnTo>
                  <a:pt x="72619" y="97271"/>
                </a:lnTo>
                <a:lnTo>
                  <a:pt x="76589" y="93334"/>
                </a:lnTo>
                <a:lnTo>
                  <a:pt x="76589" y="95503"/>
                </a:lnTo>
                <a:lnTo>
                  <a:pt x="73253" y="98805"/>
                </a:lnTo>
                <a:lnTo>
                  <a:pt x="68583" y="98805"/>
                </a:lnTo>
                <a:close/>
                <a:moveTo>
                  <a:pt x="54573" y="98805"/>
                </a:moveTo>
                <a:lnTo>
                  <a:pt x="49903" y="98805"/>
                </a:lnTo>
                <a:lnTo>
                  <a:pt x="46567" y="95503"/>
                </a:lnTo>
                <a:lnTo>
                  <a:pt x="46567" y="93334"/>
                </a:lnTo>
                <a:lnTo>
                  <a:pt x="50537" y="97271"/>
                </a:lnTo>
                <a:lnTo>
                  <a:pt x="56107" y="97271"/>
                </a:lnTo>
                <a:close/>
                <a:moveTo>
                  <a:pt x="52104" y="101273"/>
                </a:moveTo>
                <a:lnTo>
                  <a:pt x="48869" y="101273"/>
                </a:lnTo>
                <a:lnTo>
                  <a:pt x="46567" y="98972"/>
                </a:lnTo>
                <a:lnTo>
                  <a:pt x="46567" y="96603"/>
                </a:lnTo>
                <a:lnTo>
                  <a:pt x="49569" y="99606"/>
                </a:lnTo>
                <a:lnTo>
                  <a:pt x="53806" y="99606"/>
                </a:lnTo>
                <a:close/>
                <a:moveTo>
                  <a:pt x="50003" y="103375"/>
                </a:moveTo>
                <a:lnTo>
                  <a:pt x="48001" y="103375"/>
                </a:lnTo>
                <a:lnTo>
                  <a:pt x="46567" y="101941"/>
                </a:lnTo>
                <a:lnTo>
                  <a:pt x="46567" y="100106"/>
                </a:lnTo>
                <a:lnTo>
                  <a:pt x="48535" y="102074"/>
                </a:lnTo>
                <a:lnTo>
                  <a:pt x="51337" y="102074"/>
                </a:lnTo>
                <a:close/>
                <a:moveTo>
                  <a:pt x="49769" y="109413"/>
                </a:moveTo>
                <a:lnTo>
                  <a:pt x="49769" y="110814"/>
                </a:lnTo>
                <a:lnTo>
                  <a:pt x="47134" y="108178"/>
                </a:lnTo>
                <a:lnTo>
                  <a:pt x="50870" y="108178"/>
                </a:lnTo>
                <a:lnTo>
                  <a:pt x="49903" y="109146"/>
                </a:lnTo>
                <a:close/>
                <a:moveTo>
                  <a:pt x="42464" y="109146"/>
                </a:moveTo>
                <a:lnTo>
                  <a:pt x="41497" y="108178"/>
                </a:lnTo>
                <a:lnTo>
                  <a:pt x="45233" y="108178"/>
                </a:lnTo>
                <a:lnTo>
                  <a:pt x="42564" y="110814"/>
                </a:lnTo>
                <a:lnTo>
                  <a:pt x="42564" y="109413"/>
                </a:lnTo>
                <a:close/>
                <a:moveTo>
                  <a:pt x="38561" y="99606"/>
                </a:moveTo>
                <a:lnTo>
                  <a:pt x="42631" y="99606"/>
                </a:lnTo>
                <a:lnTo>
                  <a:pt x="42798" y="99606"/>
                </a:lnTo>
                <a:lnTo>
                  <a:pt x="45800" y="96603"/>
                </a:lnTo>
                <a:lnTo>
                  <a:pt x="45800" y="98972"/>
                </a:lnTo>
                <a:lnTo>
                  <a:pt x="43498" y="101273"/>
                </a:lnTo>
                <a:lnTo>
                  <a:pt x="40229" y="101273"/>
                </a:lnTo>
                <a:close/>
                <a:moveTo>
                  <a:pt x="36260" y="97271"/>
                </a:moveTo>
                <a:lnTo>
                  <a:pt x="41664" y="97271"/>
                </a:lnTo>
                <a:lnTo>
                  <a:pt x="41830" y="97271"/>
                </a:lnTo>
                <a:lnTo>
                  <a:pt x="45767" y="93334"/>
                </a:lnTo>
                <a:lnTo>
                  <a:pt x="45767" y="95503"/>
                </a:lnTo>
                <a:lnTo>
                  <a:pt x="42464" y="98805"/>
                </a:lnTo>
                <a:lnTo>
                  <a:pt x="37761" y="98805"/>
                </a:lnTo>
                <a:close/>
                <a:moveTo>
                  <a:pt x="18981" y="109413"/>
                </a:moveTo>
                <a:lnTo>
                  <a:pt x="18981" y="110814"/>
                </a:lnTo>
                <a:lnTo>
                  <a:pt x="16346" y="108178"/>
                </a:lnTo>
                <a:lnTo>
                  <a:pt x="20082" y="108178"/>
                </a:lnTo>
                <a:lnTo>
                  <a:pt x="19114" y="109146"/>
                </a:lnTo>
                <a:close/>
                <a:moveTo>
                  <a:pt x="11675" y="109146"/>
                </a:moveTo>
                <a:lnTo>
                  <a:pt x="10675" y="108178"/>
                </a:lnTo>
                <a:lnTo>
                  <a:pt x="14444" y="108178"/>
                </a:lnTo>
                <a:lnTo>
                  <a:pt x="11776" y="110814"/>
                </a:lnTo>
                <a:lnTo>
                  <a:pt x="11776" y="109413"/>
                </a:lnTo>
                <a:close/>
                <a:moveTo>
                  <a:pt x="15778" y="103075"/>
                </a:moveTo>
                <a:lnTo>
                  <a:pt x="16879" y="104175"/>
                </a:lnTo>
                <a:lnTo>
                  <a:pt x="17046" y="104175"/>
                </a:lnTo>
                <a:lnTo>
                  <a:pt x="18414" y="104175"/>
                </a:lnTo>
                <a:lnTo>
                  <a:pt x="15778" y="106811"/>
                </a:lnTo>
                <a:close/>
                <a:moveTo>
                  <a:pt x="14978" y="106811"/>
                </a:moveTo>
                <a:lnTo>
                  <a:pt x="12343" y="104175"/>
                </a:lnTo>
                <a:lnTo>
                  <a:pt x="13744" y="104175"/>
                </a:lnTo>
                <a:lnTo>
                  <a:pt x="14011" y="104042"/>
                </a:lnTo>
                <a:lnTo>
                  <a:pt x="14978" y="103075"/>
                </a:lnTo>
                <a:close/>
                <a:moveTo>
                  <a:pt x="14978" y="101941"/>
                </a:moveTo>
                <a:lnTo>
                  <a:pt x="13577" y="103375"/>
                </a:lnTo>
                <a:lnTo>
                  <a:pt x="11542" y="103375"/>
                </a:lnTo>
                <a:lnTo>
                  <a:pt x="10241" y="102074"/>
                </a:lnTo>
                <a:lnTo>
                  <a:pt x="13010" y="102074"/>
                </a:lnTo>
                <a:lnTo>
                  <a:pt x="14978" y="100106"/>
                </a:lnTo>
                <a:lnTo>
                  <a:pt x="14978" y="101941"/>
                </a:lnTo>
                <a:close/>
                <a:moveTo>
                  <a:pt x="11776" y="104743"/>
                </a:moveTo>
                <a:lnTo>
                  <a:pt x="14411" y="107378"/>
                </a:lnTo>
                <a:lnTo>
                  <a:pt x="10675" y="107378"/>
                </a:lnTo>
                <a:lnTo>
                  <a:pt x="11776" y="106277"/>
                </a:lnTo>
                <a:lnTo>
                  <a:pt x="11776" y="104743"/>
                </a:lnTo>
                <a:close/>
                <a:moveTo>
                  <a:pt x="14978" y="108712"/>
                </a:moveTo>
                <a:lnTo>
                  <a:pt x="14978" y="112448"/>
                </a:lnTo>
                <a:lnTo>
                  <a:pt x="14011" y="111481"/>
                </a:lnTo>
                <a:lnTo>
                  <a:pt x="13744" y="111381"/>
                </a:lnTo>
                <a:lnTo>
                  <a:pt x="12343" y="111381"/>
                </a:lnTo>
                <a:close/>
                <a:moveTo>
                  <a:pt x="15778" y="108712"/>
                </a:moveTo>
                <a:lnTo>
                  <a:pt x="18414" y="111381"/>
                </a:lnTo>
                <a:lnTo>
                  <a:pt x="16879" y="111381"/>
                </a:lnTo>
                <a:lnTo>
                  <a:pt x="15778" y="112448"/>
                </a:lnTo>
                <a:close/>
                <a:moveTo>
                  <a:pt x="16346" y="107378"/>
                </a:moveTo>
                <a:lnTo>
                  <a:pt x="18981" y="104743"/>
                </a:lnTo>
                <a:lnTo>
                  <a:pt x="18981" y="106277"/>
                </a:lnTo>
                <a:lnTo>
                  <a:pt x="20082" y="107378"/>
                </a:lnTo>
                <a:close/>
                <a:moveTo>
                  <a:pt x="19214" y="103375"/>
                </a:moveTo>
                <a:lnTo>
                  <a:pt x="17213" y="103375"/>
                </a:lnTo>
                <a:lnTo>
                  <a:pt x="15778" y="101941"/>
                </a:lnTo>
                <a:lnTo>
                  <a:pt x="15778" y="100106"/>
                </a:lnTo>
                <a:lnTo>
                  <a:pt x="17747" y="102074"/>
                </a:lnTo>
                <a:lnTo>
                  <a:pt x="17913" y="102074"/>
                </a:lnTo>
                <a:lnTo>
                  <a:pt x="20515" y="102074"/>
                </a:lnTo>
                <a:close/>
                <a:moveTo>
                  <a:pt x="21316" y="101273"/>
                </a:moveTo>
                <a:lnTo>
                  <a:pt x="18080" y="101273"/>
                </a:lnTo>
                <a:lnTo>
                  <a:pt x="15778" y="98972"/>
                </a:lnTo>
                <a:lnTo>
                  <a:pt x="15778" y="96603"/>
                </a:lnTo>
                <a:lnTo>
                  <a:pt x="18781" y="99606"/>
                </a:lnTo>
                <a:lnTo>
                  <a:pt x="18914" y="99606"/>
                </a:lnTo>
                <a:lnTo>
                  <a:pt x="22984" y="99606"/>
                </a:lnTo>
                <a:close/>
                <a:moveTo>
                  <a:pt x="23784" y="98805"/>
                </a:moveTo>
                <a:lnTo>
                  <a:pt x="19081" y="98805"/>
                </a:lnTo>
                <a:lnTo>
                  <a:pt x="15778" y="95503"/>
                </a:lnTo>
                <a:lnTo>
                  <a:pt x="15778" y="93334"/>
                </a:lnTo>
                <a:lnTo>
                  <a:pt x="19715" y="97271"/>
                </a:lnTo>
                <a:lnTo>
                  <a:pt x="19881" y="97271"/>
                </a:lnTo>
                <a:lnTo>
                  <a:pt x="25319" y="97271"/>
                </a:lnTo>
                <a:close/>
                <a:moveTo>
                  <a:pt x="11675" y="47568"/>
                </a:moveTo>
                <a:lnTo>
                  <a:pt x="10675" y="46568"/>
                </a:lnTo>
                <a:lnTo>
                  <a:pt x="14444" y="46568"/>
                </a:lnTo>
                <a:lnTo>
                  <a:pt x="11776" y="49236"/>
                </a:lnTo>
                <a:lnTo>
                  <a:pt x="11776" y="47835"/>
                </a:lnTo>
                <a:close/>
                <a:moveTo>
                  <a:pt x="11776" y="13744"/>
                </a:moveTo>
                <a:lnTo>
                  <a:pt x="11776" y="12343"/>
                </a:lnTo>
                <a:lnTo>
                  <a:pt x="14411" y="15012"/>
                </a:lnTo>
                <a:lnTo>
                  <a:pt x="10675" y="15012"/>
                </a:lnTo>
                <a:lnTo>
                  <a:pt x="11675" y="14011"/>
                </a:lnTo>
                <a:close/>
                <a:moveTo>
                  <a:pt x="19114" y="14011"/>
                </a:moveTo>
                <a:lnTo>
                  <a:pt x="20082" y="15012"/>
                </a:lnTo>
                <a:lnTo>
                  <a:pt x="16346" y="15012"/>
                </a:lnTo>
                <a:lnTo>
                  <a:pt x="18981" y="12343"/>
                </a:lnTo>
                <a:lnTo>
                  <a:pt x="18981" y="13744"/>
                </a:lnTo>
                <a:close/>
                <a:moveTo>
                  <a:pt x="18981" y="18447"/>
                </a:moveTo>
                <a:lnTo>
                  <a:pt x="16346" y="15779"/>
                </a:lnTo>
                <a:lnTo>
                  <a:pt x="20082" y="15779"/>
                </a:lnTo>
                <a:lnTo>
                  <a:pt x="18981" y="16880"/>
                </a:lnTo>
                <a:lnTo>
                  <a:pt x="18981" y="18447"/>
                </a:lnTo>
                <a:close/>
                <a:moveTo>
                  <a:pt x="18414" y="18981"/>
                </a:moveTo>
                <a:lnTo>
                  <a:pt x="17046" y="18981"/>
                </a:lnTo>
                <a:lnTo>
                  <a:pt x="16879" y="18981"/>
                </a:lnTo>
                <a:lnTo>
                  <a:pt x="15778" y="20082"/>
                </a:lnTo>
                <a:lnTo>
                  <a:pt x="15778" y="16346"/>
                </a:lnTo>
                <a:close/>
                <a:moveTo>
                  <a:pt x="15778" y="14445"/>
                </a:moveTo>
                <a:lnTo>
                  <a:pt x="15778" y="10709"/>
                </a:lnTo>
                <a:lnTo>
                  <a:pt x="16879" y="11776"/>
                </a:lnTo>
                <a:lnTo>
                  <a:pt x="18414" y="11776"/>
                </a:lnTo>
                <a:close/>
                <a:moveTo>
                  <a:pt x="14978" y="14445"/>
                </a:moveTo>
                <a:lnTo>
                  <a:pt x="12343" y="11776"/>
                </a:lnTo>
                <a:lnTo>
                  <a:pt x="13744" y="11776"/>
                </a:lnTo>
                <a:lnTo>
                  <a:pt x="14011" y="11676"/>
                </a:lnTo>
                <a:lnTo>
                  <a:pt x="14978" y="10709"/>
                </a:lnTo>
                <a:close/>
                <a:moveTo>
                  <a:pt x="14444" y="15779"/>
                </a:moveTo>
                <a:lnTo>
                  <a:pt x="11776" y="18414"/>
                </a:lnTo>
                <a:lnTo>
                  <a:pt x="11776" y="16880"/>
                </a:lnTo>
                <a:lnTo>
                  <a:pt x="10675" y="15779"/>
                </a:lnTo>
                <a:close/>
                <a:moveTo>
                  <a:pt x="14978" y="16346"/>
                </a:moveTo>
                <a:lnTo>
                  <a:pt x="14978" y="20082"/>
                </a:lnTo>
                <a:lnTo>
                  <a:pt x="14011" y="19115"/>
                </a:lnTo>
                <a:lnTo>
                  <a:pt x="13744" y="18981"/>
                </a:lnTo>
                <a:lnTo>
                  <a:pt x="12343" y="18981"/>
                </a:lnTo>
                <a:close/>
                <a:moveTo>
                  <a:pt x="15778" y="21216"/>
                </a:moveTo>
                <a:lnTo>
                  <a:pt x="17213" y="19782"/>
                </a:lnTo>
                <a:lnTo>
                  <a:pt x="19214" y="19782"/>
                </a:lnTo>
                <a:lnTo>
                  <a:pt x="20515" y="21083"/>
                </a:lnTo>
                <a:lnTo>
                  <a:pt x="17913" y="21083"/>
                </a:lnTo>
                <a:lnTo>
                  <a:pt x="17747" y="21083"/>
                </a:lnTo>
                <a:lnTo>
                  <a:pt x="15778" y="23051"/>
                </a:lnTo>
                <a:close/>
                <a:moveTo>
                  <a:pt x="18080" y="21883"/>
                </a:moveTo>
                <a:lnTo>
                  <a:pt x="21316" y="21883"/>
                </a:lnTo>
                <a:lnTo>
                  <a:pt x="23017" y="23551"/>
                </a:lnTo>
                <a:lnTo>
                  <a:pt x="18947" y="23551"/>
                </a:lnTo>
                <a:lnTo>
                  <a:pt x="18781" y="23551"/>
                </a:lnTo>
                <a:lnTo>
                  <a:pt x="15778" y="26553"/>
                </a:lnTo>
                <a:lnTo>
                  <a:pt x="15778" y="24185"/>
                </a:lnTo>
                <a:close/>
                <a:moveTo>
                  <a:pt x="19081" y="24352"/>
                </a:moveTo>
                <a:lnTo>
                  <a:pt x="23784" y="24352"/>
                </a:lnTo>
                <a:lnTo>
                  <a:pt x="25319" y="25886"/>
                </a:lnTo>
                <a:lnTo>
                  <a:pt x="19881" y="25886"/>
                </a:lnTo>
                <a:lnTo>
                  <a:pt x="19748" y="25886"/>
                </a:lnTo>
                <a:lnTo>
                  <a:pt x="15778" y="29822"/>
                </a:lnTo>
                <a:lnTo>
                  <a:pt x="15778" y="27654"/>
                </a:lnTo>
                <a:close/>
                <a:moveTo>
                  <a:pt x="42564" y="13744"/>
                </a:moveTo>
                <a:lnTo>
                  <a:pt x="42564" y="12343"/>
                </a:lnTo>
                <a:lnTo>
                  <a:pt x="45233" y="15012"/>
                </a:lnTo>
                <a:lnTo>
                  <a:pt x="41497" y="15012"/>
                </a:lnTo>
                <a:lnTo>
                  <a:pt x="42464" y="14011"/>
                </a:lnTo>
                <a:close/>
                <a:moveTo>
                  <a:pt x="49903" y="14011"/>
                </a:moveTo>
                <a:lnTo>
                  <a:pt x="50870" y="15012"/>
                </a:lnTo>
                <a:lnTo>
                  <a:pt x="47134" y="15012"/>
                </a:lnTo>
                <a:lnTo>
                  <a:pt x="49769" y="12343"/>
                </a:lnTo>
                <a:lnTo>
                  <a:pt x="49769" y="13744"/>
                </a:lnTo>
                <a:close/>
                <a:moveTo>
                  <a:pt x="53772" y="23551"/>
                </a:moveTo>
                <a:lnTo>
                  <a:pt x="49569" y="23551"/>
                </a:lnTo>
                <a:lnTo>
                  <a:pt x="46567" y="26553"/>
                </a:lnTo>
                <a:lnTo>
                  <a:pt x="46567" y="24185"/>
                </a:lnTo>
                <a:lnTo>
                  <a:pt x="48869" y="21883"/>
                </a:lnTo>
                <a:lnTo>
                  <a:pt x="52104" y="21883"/>
                </a:lnTo>
                <a:close/>
                <a:moveTo>
                  <a:pt x="56107" y="25886"/>
                </a:moveTo>
                <a:lnTo>
                  <a:pt x="50537" y="25886"/>
                </a:lnTo>
                <a:lnTo>
                  <a:pt x="46567" y="29822"/>
                </a:lnTo>
                <a:lnTo>
                  <a:pt x="46567" y="27654"/>
                </a:lnTo>
                <a:lnTo>
                  <a:pt x="49903" y="24352"/>
                </a:lnTo>
                <a:lnTo>
                  <a:pt x="54573" y="24352"/>
                </a:lnTo>
                <a:close/>
                <a:moveTo>
                  <a:pt x="68583" y="24352"/>
                </a:moveTo>
                <a:lnTo>
                  <a:pt x="73253" y="24352"/>
                </a:lnTo>
                <a:lnTo>
                  <a:pt x="76555" y="27654"/>
                </a:lnTo>
                <a:lnTo>
                  <a:pt x="76555" y="29822"/>
                </a:lnTo>
                <a:lnTo>
                  <a:pt x="72619" y="25886"/>
                </a:lnTo>
                <a:lnTo>
                  <a:pt x="67048" y="25886"/>
                </a:lnTo>
                <a:close/>
                <a:moveTo>
                  <a:pt x="71018" y="21883"/>
                </a:moveTo>
                <a:lnTo>
                  <a:pt x="74287" y="21883"/>
                </a:lnTo>
                <a:lnTo>
                  <a:pt x="76589" y="24185"/>
                </a:lnTo>
                <a:lnTo>
                  <a:pt x="76589" y="26553"/>
                </a:lnTo>
                <a:lnTo>
                  <a:pt x="73586" y="23551"/>
                </a:lnTo>
                <a:lnTo>
                  <a:pt x="69350" y="23551"/>
                </a:lnTo>
                <a:close/>
                <a:moveTo>
                  <a:pt x="73153" y="19782"/>
                </a:moveTo>
                <a:lnTo>
                  <a:pt x="75154" y="19782"/>
                </a:lnTo>
                <a:lnTo>
                  <a:pt x="76555" y="21216"/>
                </a:lnTo>
                <a:lnTo>
                  <a:pt x="76555" y="23051"/>
                </a:lnTo>
                <a:lnTo>
                  <a:pt x="74587" y="21083"/>
                </a:lnTo>
                <a:lnTo>
                  <a:pt x="71818" y="21083"/>
                </a:lnTo>
                <a:close/>
                <a:moveTo>
                  <a:pt x="73386" y="13744"/>
                </a:moveTo>
                <a:lnTo>
                  <a:pt x="73386" y="12343"/>
                </a:lnTo>
                <a:lnTo>
                  <a:pt x="76021" y="15012"/>
                </a:lnTo>
                <a:lnTo>
                  <a:pt x="72285" y="15012"/>
                </a:lnTo>
                <a:lnTo>
                  <a:pt x="73253" y="14011"/>
                </a:lnTo>
                <a:close/>
                <a:moveTo>
                  <a:pt x="80691" y="14011"/>
                </a:moveTo>
                <a:lnTo>
                  <a:pt x="81659" y="15012"/>
                </a:lnTo>
                <a:lnTo>
                  <a:pt x="77923" y="15012"/>
                </a:lnTo>
                <a:lnTo>
                  <a:pt x="80558" y="12343"/>
                </a:lnTo>
                <a:lnTo>
                  <a:pt x="80558" y="13744"/>
                </a:lnTo>
                <a:close/>
                <a:moveTo>
                  <a:pt x="84561" y="23551"/>
                </a:moveTo>
                <a:lnTo>
                  <a:pt x="80525" y="23551"/>
                </a:lnTo>
                <a:lnTo>
                  <a:pt x="80358" y="23551"/>
                </a:lnTo>
                <a:lnTo>
                  <a:pt x="77356" y="26553"/>
                </a:lnTo>
                <a:lnTo>
                  <a:pt x="77356" y="24185"/>
                </a:lnTo>
                <a:lnTo>
                  <a:pt x="79657" y="21883"/>
                </a:lnTo>
                <a:lnTo>
                  <a:pt x="82893" y="21883"/>
                </a:lnTo>
                <a:close/>
                <a:moveTo>
                  <a:pt x="86896" y="25886"/>
                </a:moveTo>
                <a:lnTo>
                  <a:pt x="81492" y="25886"/>
                </a:lnTo>
                <a:lnTo>
                  <a:pt x="81325" y="25886"/>
                </a:lnTo>
                <a:lnTo>
                  <a:pt x="77356" y="29822"/>
                </a:lnTo>
                <a:lnTo>
                  <a:pt x="77356" y="27654"/>
                </a:lnTo>
                <a:lnTo>
                  <a:pt x="80691" y="24352"/>
                </a:lnTo>
                <a:lnTo>
                  <a:pt x="85361" y="24352"/>
                </a:lnTo>
                <a:close/>
                <a:moveTo>
                  <a:pt x="104175" y="13744"/>
                </a:moveTo>
                <a:lnTo>
                  <a:pt x="104175" y="12343"/>
                </a:lnTo>
                <a:lnTo>
                  <a:pt x="106810" y="15012"/>
                </a:lnTo>
                <a:lnTo>
                  <a:pt x="103074" y="15012"/>
                </a:lnTo>
                <a:lnTo>
                  <a:pt x="104041" y="14011"/>
                </a:lnTo>
                <a:close/>
                <a:moveTo>
                  <a:pt x="111480" y="14011"/>
                </a:moveTo>
                <a:lnTo>
                  <a:pt x="112447" y="15012"/>
                </a:lnTo>
                <a:lnTo>
                  <a:pt x="108711" y="15012"/>
                </a:lnTo>
                <a:lnTo>
                  <a:pt x="111347" y="12343"/>
                </a:lnTo>
                <a:lnTo>
                  <a:pt x="111347" y="13744"/>
                </a:lnTo>
                <a:close/>
                <a:moveTo>
                  <a:pt x="115383" y="23551"/>
                </a:moveTo>
                <a:lnTo>
                  <a:pt x="111147" y="23551"/>
                </a:lnTo>
                <a:lnTo>
                  <a:pt x="108144" y="26553"/>
                </a:lnTo>
                <a:lnTo>
                  <a:pt x="108144" y="24185"/>
                </a:lnTo>
                <a:lnTo>
                  <a:pt x="110446" y="21883"/>
                </a:lnTo>
                <a:lnTo>
                  <a:pt x="113682" y="21883"/>
                </a:lnTo>
                <a:close/>
                <a:moveTo>
                  <a:pt x="117685" y="25886"/>
                </a:moveTo>
                <a:lnTo>
                  <a:pt x="112114" y="25886"/>
                </a:lnTo>
                <a:lnTo>
                  <a:pt x="108144" y="29822"/>
                </a:lnTo>
                <a:lnTo>
                  <a:pt x="108144" y="27654"/>
                </a:lnTo>
                <a:lnTo>
                  <a:pt x="111480" y="24352"/>
                </a:lnTo>
                <a:lnTo>
                  <a:pt x="116150" y="24352"/>
                </a:lnTo>
                <a:close/>
                <a:moveTo>
                  <a:pt x="130160" y="24352"/>
                </a:moveTo>
                <a:lnTo>
                  <a:pt x="134830" y="24352"/>
                </a:lnTo>
                <a:lnTo>
                  <a:pt x="138166" y="27654"/>
                </a:lnTo>
                <a:lnTo>
                  <a:pt x="138166" y="29822"/>
                </a:lnTo>
                <a:lnTo>
                  <a:pt x="134196" y="25886"/>
                </a:lnTo>
                <a:lnTo>
                  <a:pt x="128626" y="25886"/>
                </a:lnTo>
                <a:close/>
                <a:moveTo>
                  <a:pt x="132629" y="21883"/>
                </a:moveTo>
                <a:lnTo>
                  <a:pt x="135864" y="21883"/>
                </a:lnTo>
                <a:lnTo>
                  <a:pt x="138166" y="24185"/>
                </a:lnTo>
                <a:lnTo>
                  <a:pt x="138166" y="26553"/>
                </a:lnTo>
                <a:lnTo>
                  <a:pt x="135164" y="23551"/>
                </a:lnTo>
                <a:lnTo>
                  <a:pt x="130927" y="23551"/>
                </a:lnTo>
                <a:close/>
                <a:moveTo>
                  <a:pt x="134730" y="19782"/>
                </a:moveTo>
                <a:lnTo>
                  <a:pt x="136731" y="19782"/>
                </a:lnTo>
                <a:lnTo>
                  <a:pt x="138166" y="21216"/>
                </a:lnTo>
                <a:lnTo>
                  <a:pt x="138166" y="23051"/>
                </a:lnTo>
                <a:lnTo>
                  <a:pt x="136198" y="21083"/>
                </a:lnTo>
                <a:lnTo>
                  <a:pt x="133396" y="21083"/>
                </a:lnTo>
                <a:close/>
                <a:moveTo>
                  <a:pt x="134964" y="13744"/>
                </a:moveTo>
                <a:lnTo>
                  <a:pt x="134964" y="12343"/>
                </a:lnTo>
                <a:lnTo>
                  <a:pt x="137599" y="15012"/>
                </a:lnTo>
                <a:lnTo>
                  <a:pt x="133863" y="15012"/>
                </a:lnTo>
                <a:lnTo>
                  <a:pt x="134830" y="14011"/>
                </a:lnTo>
                <a:close/>
                <a:moveTo>
                  <a:pt x="142269" y="14011"/>
                </a:moveTo>
                <a:lnTo>
                  <a:pt x="143236" y="15012"/>
                </a:lnTo>
                <a:lnTo>
                  <a:pt x="139500" y="15012"/>
                </a:lnTo>
                <a:lnTo>
                  <a:pt x="142135" y="12343"/>
                </a:lnTo>
                <a:lnTo>
                  <a:pt x="142135" y="13744"/>
                </a:lnTo>
                <a:close/>
                <a:moveTo>
                  <a:pt x="146172" y="23551"/>
                </a:moveTo>
                <a:lnTo>
                  <a:pt x="142102" y="23551"/>
                </a:lnTo>
                <a:lnTo>
                  <a:pt x="141935" y="23551"/>
                </a:lnTo>
                <a:lnTo>
                  <a:pt x="138933" y="26553"/>
                </a:lnTo>
                <a:lnTo>
                  <a:pt x="138933" y="24185"/>
                </a:lnTo>
                <a:lnTo>
                  <a:pt x="141235" y="21883"/>
                </a:lnTo>
                <a:lnTo>
                  <a:pt x="144504" y="21883"/>
                </a:lnTo>
                <a:close/>
                <a:moveTo>
                  <a:pt x="148473" y="25886"/>
                </a:moveTo>
                <a:lnTo>
                  <a:pt x="143069" y="25886"/>
                </a:lnTo>
                <a:lnTo>
                  <a:pt x="142903" y="25886"/>
                </a:lnTo>
                <a:lnTo>
                  <a:pt x="138966" y="29822"/>
                </a:lnTo>
                <a:lnTo>
                  <a:pt x="138966" y="27654"/>
                </a:lnTo>
                <a:lnTo>
                  <a:pt x="142269" y="24352"/>
                </a:lnTo>
                <a:lnTo>
                  <a:pt x="146972" y="24352"/>
                </a:lnTo>
                <a:close/>
                <a:moveTo>
                  <a:pt x="165752" y="13744"/>
                </a:moveTo>
                <a:lnTo>
                  <a:pt x="165752" y="12343"/>
                </a:lnTo>
                <a:lnTo>
                  <a:pt x="168387" y="15012"/>
                </a:lnTo>
                <a:lnTo>
                  <a:pt x="164651" y="15012"/>
                </a:lnTo>
                <a:lnTo>
                  <a:pt x="165619" y="14011"/>
                </a:lnTo>
                <a:close/>
                <a:moveTo>
                  <a:pt x="173057" y="14011"/>
                </a:moveTo>
                <a:lnTo>
                  <a:pt x="174025" y="15012"/>
                </a:lnTo>
                <a:lnTo>
                  <a:pt x="170289" y="15012"/>
                </a:lnTo>
                <a:lnTo>
                  <a:pt x="172957" y="12343"/>
                </a:lnTo>
                <a:lnTo>
                  <a:pt x="172957" y="13744"/>
                </a:lnTo>
                <a:close/>
                <a:moveTo>
                  <a:pt x="176960" y="23551"/>
                </a:moveTo>
                <a:lnTo>
                  <a:pt x="172724" y="23551"/>
                </a:lnTo>
                <a:lnTo>
                  <a:pt x="169722" y="26553"/>
                </a:lnTo>
                <a:lnTo>
                  <a:pt x="169722" y="24185"/>
                </a:lnTo>
                <a:lnTo>
                  <a:pt x="172023" y="21883"/>
                </a:lnTo>
                <a:lnTo>
                  <a:pt x="175292" y="21883"/>
                </a:lnTo>
                <a:close/>
                <a:moveTo>
                  <a:pt x="179262" y="25886"/>
                </a:moveTo>
                <a:lnTo>
                  <a:pt x="173691" y="25886"/>
                </a:lnTo>
                <a:lnTo>
                  <a:pt x="169755" y="29822"/>
                </a:lnTo>
                <a:lnTo>
                  <a:pt x="169755" y="27654"/>
                </a:lnTo>
                <a:lnTo>
                  <a:pt x="173057" y="24352"/>
                </a:lnTo>
                <a:lnTo>
                  <a:pt x="177727" y="24352"/>
                </a:lnTo>
                <a:close/>
                <a:moveTo>
                  <a:pt x="191737" y="24352"/>
                </a:moveTo>
                <a:lnTo>
                  <a:pt x="196441" y="24352"/>
                </a:lnTo>
                <a:lnTo>
                  <a:pt x="199743" y="27654"/>
                </a:lnTo>
                <a:lnTo>
                  <a:pt x="199743" y="29822"/>
                </a:lnTo>
                <a:lnTo>
                  <a:pt x="195807" y="25886"/>
                </a:lnTo>
                <a:lnTo>
                  <a:pt x="190203" y="25886"/>
                </a:lnTo>
                <a:close/>
                <a:moveTo>
                  <a:pt x="194206" y="21883"/>
                </a:moveTo>
                <a:lnTo>
                  <a:pt x="197441" y="21883"/>
                </a:lnTo>
                <a:lnTo>
                  <a:pt x="199743" y="24185"/>
                </a:lnTo>
                <a:lnTo>
                  <a:pt x="199743" y="26553"/>
                </a:lnTo>
                <a:lnTo>
                  <a:pt x="196741" y="23551"/>
                </a:lnTo>
                <a:lnTo>
                  <a:pt x="192538" y="23551"/>
                </a:lnTo>
                <a:close/>
                <a:moveTo>
                  <a:pt x="196307" y="19782"/>
                </a:moveTo>
                <a:lnTo>
                  <a:pt x="198309" y="19782"/>
                </a:lnTo>
                <a:lnTo>
                  <a:pt x="199743" y="21216"/>
                </a:lnTo>
                <a:lnTo>
                  <a:pt x="199743" y="23051"/>
                </a:lnTo>
                <a:lnTo>
                  <a:pt x="197775" y="21083"/>
                </a:lnTo>
                <a:lnTo>
                  <a:pt x="195006" y="21083"/>
                </a:lnTo>
                <a:close/>
                <a:moveTo>
                  <a:pt x="196541" y="13744"/>
                </a:moveTo>
                <a:lnTo>
                  <a:pt x="196541" y="12343"/>
                </a:lnTo>
                <a:lnTo>
                  <a:pt x="199176" y="15012"/>
                </a:lnTo>
                <a:lnTo>
                  <a:pt x="195440" y="15012"/>
                </a:lnTo>
                <a:lnTo>
                  <a:pt x="196407" y="14011"/>
                </a:lnTo>
                <a:close/>
                <a:moveTo>
                  <a:pt x="203846" y="14011"/>
                </a:moveTo>
                <a:lnTo>
                  <a:pt x="204847" y="15012"/>
                </a:lnTo>
                <a:lnTo>
                  <a:pt x="201077" y="15012"/>
                </a:lnTo>
                <a:lnTo>
                  <a:pt x="203746" y="12343"/>
                </a:lnTo>
                <a:lnTo>
                  <a:pt x="203746" y="13744"/>
                </a:lnTo>
                <a:close/>
                <a:moveTo>
                  <a:pt x="207749" y="23551"/>
                </a:moveTo>
                <a:lnTo>
                  <a:pt x="203679" y="23551"/>
                </a:lnTo>
                <a:lnTo>
                  <a:pt x="203512" y="23551"/>
                </a:lnTo>
                <a:lnTo>
                  <a:pt x="200544" y="26553"/>
                </a:lnTo>
                <a:lnTo>
                  <a:pt x="200544" y="24185"/>
                </a:lnTo>
                <a:lnTo>
                  <a:pt x="202812" y="21883"/>
                </a:lnTo>
                <a:lnTo>
                  <a:pt x="206081" y="21883"/>
                </a:lnTo>
                <a:close/>
                <a:moveTo>
                  <a:pt x="210084" y="25886"/>
                </a:moveTo>
                <a:lnTo>
                  <a:pt x="204647" y="25886"/>
                </a:lnTo>
                <a:lnTo>
                  <a:pt x="204480" y="25886"/>
                </a:lnTo>
                <a:lnTo>
                  <a:pt x="200544" y="29822"/>
                </a:lnTo>
                <a:lnTo>
                  <a:pt x="200544" y="27654"/>
                </a:lnTo>
                <a:lnTo>
                  <a:pt x="203846" y="24352"/>
                </a:lnTo>
                <a:lnTo>
                  <a:pt x="208549" y="24352"/>
                </a:lnTo>
                <a:close/>
                <a:moveTo>
                  <a:pt x="224427" y="40263"/>
                </a:moveTo>
                <a:lnTo>
                  <a:pt x="224427" y="43499"/>
                </a:lnTo>
                <a:lnTo>
                  <a:pt x="222126" y="45800"/>
                </a:lnTo>
                <a:lnTo>
                  <a:pt x="219757" y="45800"/>
                </a:lnTo>
                <a:lnTo>
                  <a:pt x="222760" y="42798"/>
                </a:lnTo>
                <a:lnTo>
                  <a:pt x="222760" y="38562"/>
                </a:lnTo>
                <a:close/>
                <a:moveTo>
                  <a:pt x="226529" y="42365"/>
                </a:moveTo>
                <a:lnTo>
                  <a:pt x="226529" y="44366"/>
                </a:lnTo>
                <a:lnTo>
                  <a:pt x="225128" y="45800"/>
                </a:lnTo>
                <a:lnTo>
                  <a:pt x="223260" y="45800"/>
                </a:lnTo>
                <a:lnTo>
                  <a:pt x="225228" y="43832"/>
                </a:lnTo>
                <a:lnTo>
                  <a:pt x="225228" y="41030"/>
                </a:lnTo>
                <a:close/>
                <a:moveTo>
                  <a:pt x="222760" y="53806"/>
                </a:moveTo>
                <a:lnTo>
                  <a:pt x="222760" y="49570"/>
                </a:lnTo>
                <a:lnTo>
                  <a:pt x="219757" y="46568"/>
                </a:lnTo>
                <a:lnTo>
                  <a:pt x="222126" y="46568"/>
                </a:lnTo>
                <a:lnTo>
                  <a:pt x="224427" y="48869"/>
                </a:lnTo>
                <a:lnTo>
                  <a:pt x="224427" y="52105"/>
                </a:lnTo>
                <a:close/>
                <a:moveTo>
                  <a:pt x="220425" y="56108"/>
                </a:moveTo>
                <a:lnTo>
                  <a:pt x="220425" y="50537"/>
                </a:lnTo>
                <a:lnTo>
                  <a:pt x="216488" y="46568"/>
                </a:lnTo>
                <a:lnTo>
                  <a:pt x="218657" y="46568"/>
                </a:lnTo>
                <a:lnTo>
                  <a:pt x="221959" y="49903"/>
                </a:lnTo>
                <a:lnTo>
                  <a:pt x="221959" y="54573"/>
                </a:lnTo>
                <a:close/>
                <a:moveTo>
                  <a:pt x="224427" y="71052"/>
                </a:moveTo>
                <a:lnTo>
                  <a:pt x="224427" y="74287"/>
                </a:lnTo>
                <a:lnTo>
                  <a:pt x="222126" y="76589"/>
                </a:lnTo>
                <a:lnTo>
                  <a:pt x="219757" y="76589"/>
                </a:lnTo>
                <a:lnTo>
                  <a:pt x="222760" y="73587"/>
                </a:lnTo>
                <a:lnTo>
                  <a:pt x="222760" y="69351"/>
                </a:lnTo>
                <a:close/>
                <a:moveTo>
                  <a:pt x="226529" y="73153"/>
                </a:moveTo>
                <a:lnTo>
                  <a:pt x="226529" y="75155"/>
                </a:lnTo>
                <a:lnTo>
                  <a:pt x="225128" y="76589"/>
                </a:lnTo>
                <a:lnTo>
                  <a:pt x="223260" y="76589"/>
                </a:lnTo>
                <a:lnTo>
                  <a:pt x="225228" y="74621"/>
                </a:lnTo>
                <a:lnTo>
                  <a:pt x="225228" y="71819"/>
                </a:lnTo>
                <a:close/>
                <a:moveTo>
                  <a:pt x="222760" y="84595"/>
                </a:moveTo>
                <a:lnTo>
                  <a:pt x="222760" y="80358"/>
                </a:lnTo>
                <a:lnTo>
                  <a:pt x="219757" y="77356"/>
                </a:lnTo>
                <a:lnTo>
                  <a:pt x="222126" y="77356"/>
                </a:lnTo>
                <a:lnTo>
                  <a:pt x="224427" y="79658"/>
                </a:lnTo>
                <a:lnTo>
                  <a:pt x="224427" y="82894"/>
                </a:lnTo>
                <a:close/>
                <a:moveTo>
                  <a:pt x="220425" y="86896"/>
                </a:moveTo>
                <a:lnTo>
                  <a:pt x="220425" y="81326"/>
                </a:lnTo>
                <a:lnTo>
                  <a:pt x="216488" y="77356"/>
                </a:lnTo>
                <a:lnTo>
                  <a:pt x="218657" y="77356"/>
                </a:lnTo>
                <a:lnTo>
                  <a:pt x="221959" y="80692"/>
                </a:lnTo>
                <a:lnTo>
                  <a:pt x="221959" y="85362"/>
                </a:lnTo>
                <a:close/>
                <a:moveTo>
                  <a:pt x="200544" y="103075"/>
                </a:moveTo>
                <a:lnTo>
                  <a:pt x="201644" y="104175"/>
                </a:lnTo>
                <a:lnTo>
                  <a:pt x="201778" y="104175"/>
                </a:lnTo>
                <a:lnTo>
                  <a:pt x="203179" y="104175"/>
                </a:lnTo>
                <a:lnTo>
                  <a:pt x="200544" y="106811"/>
                </a:lnTo>
                <a:close/>
                <a:moveTo>
                  <a:pt x="199743" y="106811"/>
                </a:moveTo>
                <a:lnTo>
                  <a:pt x="197108" y="104175"/>
                </a:lnTo>
                <a:lnTo>
                  <a:pt x="198476" y="104175"/>
                </a:lnTo>
                <a:lnTo>
                  <a:pt x="198776" y="104042"/>
                </a:lnTo>
                <a:lnTo>
                  <a:pt x="199743" y="103075"/>
                </a:lnTo>
                <a:lnTo>
                  <a:pt x="199743" y="106811"/>
                </a:lnTo>
                <a:close/>
                <a:moveTo>
                  <a:pt x="168954" y="106811"/>
                </a:moveTo>
                <a:lnTo>
                  <a:pt x="166319" y="104175"/>
                </a:lnTo>
                <a:lnTo>
                  <a:pt x="167687" y="104175"/>
                </a:lnTo>
                <a:lnTo>
                  <a:pt x="167854" y="104175"/>
                </a:lnTo>
                <a:lnTo>
                  <a:pt x="168954" y="103075"/>
                </a:lnTo>
                <a:close/>
                <a:moveTo>
                  <a:pt x="138933" y="103075"/>
                </a:moveTo>
                <a:lnTo>
                  <a:pt x="140034" y="104175"/>
                </a:lnTo>
                <a:lnTo>
                  <a:pt x="140201" y="104175"/>
                </a:lnTo>
                <a:lnTo>
                  <a:pt x="141602" y="104175"/>
                </a:lnTo>
                <a:lnTo>
                  <a:pt x="138933" y="106811"/>
                </a:lnTo>
                <a:close/>
                <a:moveTo>
                  <a:pt x="138166" y="106811"/>
                </a:moveTo>
                <a:lnTo>
                  <a:pt x="135531" y="104175"/>
                </a:lnTo>
                <a:lnTo>
                  <a:pt x="136898" y="104175"/>
                </a:lnTo>
                <a:lnTo>
                  <a:pt x="137165" y="104042"/>
                </a:lnTo>
                <a:lnTo>
                  <a:pt x="138166" y="103075"/>
                </a:lnTo>
                <a:lnTo>
                  <a:pt x="138166" y="106811"/>
                </a:lnTo>
                <a:close/>
                <a:moveTo>
                  <a:pt x="107377" y="106811"/>
                </a:moveTo>
                <a:lnTo>
                  <a:pt x="104709" y="104175"/>
                </a:lnTo>
                <a:lnTo>
                  <a:pt x="106110" y="104175"/>
                </a:lnTo>
                <a:lnTo>
                  <a:pt x="106276" y="104175"/>
                </a:lnTo>
                <a:lnTo>
                  <a:pt x="107377" y="103075"/>
                </a:lnTo>
                <a:lnTo>
                  <a:pt x="107377" y="106811"/>
                </a:lnTo>
                <a:close/>
                <a:moveTo>
                  <a:pt x="77356" y="103075"/>
                </a:moveTo>
                <a:lnTo>
                  <a:pt x="78457" y="104175"/>
                </a:lnTo>
                <a:lnTo>
                  <a:pt x="78623" y="104175"/>
                </a:lnTo>
                <a:lnTo>
                  <a:pt x="79991" y="104175"/>
                </a:lnTo>
                <a:lnTo>
                  <a:pt x="77356" y="106811"/>
                </a:lnTo>
                <a:lnTo>
                  <a:pt x="77356" y="103075"/>
                </a:lnTo>
                <a:close/>
                <a:moveTo>
                  <a:pt x="76589" y="106811"/>
                </a:moveTo>
                <a:lnTo>
                  <a:pt x="73920" y="104175"/>
                </a:lnTo>
                <a:lnTo>
                  <a:pt x="75321" y="104175"/>
                </a:lnTo>
                <a:lnTo>
                  <a:pt x="75588" y="104042"/>
                </a:lnTo>
                <a:lnTo>
                  <a:pt x="76555" y="103075"/>
                </a:lnTo>
                <a:lnTo>
                  <a:pt x="76555" y="106811"/>
                </a:lnTo>
                <a:close/>
                <a:moveTo>
                  <a:pt x="45767" y="106811"/>
                </a:moveTo>
                <a:lnTo>
                  <a:pt x="43131" y="104175"/>
                </a:lnTo>
                <a:lnTo>
                  <a:pt x="44532" y="104175"/>
                </a:lnTo>
                <a:lnTo>
                  <a:pt x="44699" y="104175"/>
                </a:lnTo>
                <a:lnTo>
                  <a:pt x="45767" y="103075"/>
                </a:lnTo>
                <a:close/>
                <a:moveTo>
                  <a:pt x="21883" y="82927"/>
                </a:moveTo>
                <a:lnTo>
                  <a:pt x="21883" y="79658"/>
                </a:lnTo>
                <a:lnTo>
                  <a:pt x="24184" y="77356"/>
                </a:lnTo>
                <a:lnTo>
                  <a:pt x="26553" y="77356"/>
                </a:lnTo>
                <a:lnTo>
                  <a:pt x="23551" y="80358"/>
                </a:lnTo>
                <a:lnTo>
                  <a:pt x="23551" y="84595"/>
                </a:lnTo>
                <a:close/>
                <a:moveTo>
                  <a:pt x="19781" y="80792"/>
                </a:moveTo>
                <a:lnTo>
                  <a:pt x="19781" y="78791"/>
                </a:lnTo>
                <a:lnTo>
                  <a:pt x="21182" y="77356"/>
                </a:lnTo>
                <a:lnTo>
                  <a:pt x="23050" y="77356"/>
                </a:lnTo>
                <a:lnTo>
                  <a:pt x="21082" y="79324"/>
                </a:lnTo>
                <a:lnTo>
                  <a:pt x="21082" y="82126"/>
                </a:lnTo>
                <a:close/>
                <a:moveTo>
                  <a:pt x="23551" y="69351"/>
                </a:moveTo>
                <a:lnTo>
                  <a:pt x="23551" y="73587"/>
                </a:lnTo>
                <a:lnTo>
                  <a:pt x="26553" y="76589"/>
                </a:lnTo>
                <a:lnTo>
                  <a:pt x="24184" y="76589"/>
                </a:lnTo>
                <a:lnTo>
                  <a:pt x="21883" y="74287"/>
                </a:lnTo>
                <a:lnTo>
                  <a:pt x="21883" y="71052"/>
                </a:lnTo>
                <a:close/>
                <a:moveTo>
                  <a:pt x="25886" y="67049"/>
                </a:moveTo>
                <a:lnTo>
                  <a:pt x="25886" y="72620"/>
                </a:lnTo>
                <a:lnTo>
                  <a:pt x="29822" y="76589"/>
                </a:lnTo>
                <a:lnTo>
                  <a:pt x="27654" y="76589"/>
                </a:lnTo>
                <a:lnTo>
                  <a:pt x="24351" y="73253"/>
                </a:lnTo>
                <a:lnTo>
                  <a:pt x="24351" y="68583"/>
                </a:lnTo>
                <a:close/>
                <a:moveTo>
                  <a:pt x="21883" y="52105"/>
                </a:moveTo>
                <a:lnTo>
                  <a:pt x="21883" y="48869"/>
                </a:lnTo>
                <a:lnTo>
                  <a:pt x="24184" y="46568"/>
                </a:lnTo>
                <a:lnTo>
                  <a:pt x="26553" y="46568"/>
                </a:lnTo>
                <a:lnTo>
                  <a:pt x="23551" y="49570"/>
                </a:lnTo>
                <a:lnTo>
                  <a:pt x="23551" y="53806"/>
                </a:lnTo>
                <a:close/>
                <a:moveTo>
                  <a:pt x="19781" y="50003"/>
                </a:moveTo>
                <a:lnTo>
                  <a:pt x="19781" y="48002"/>
                </a:lnTo>
                <a:lnTo>
                  <a:pt x="21182" y="46568"/>
                </a:lnTo>
                <a:lnTo>
                  <a:pt x="23050" y="46568"/>
                </a:lnTo>
                <a:lnTo>
                  <a:pt x="21082" y="48536"/>
                </a:lnTo>
                <a:lnTo>
                  <a:pt x="21082" y="51338"/>
                </a:lnTo>
                <a:close/>
                <a:moveTo>
                  <a:pt x="23551" y="38562"/>
                </a:moveTo>
                <a:lnTo>
                  <a:pt x="23551" y="42798"/>
                </a:lnTo>
                <a:lnTo>
                  <a:pt x="26553" y="45800"/>
                </a:lnTo>
                <a:lnTo>
                  <a:pt x="24184" y="45800"/>
                </a:lnTo>
                <a:lnTo>
                  <a:pt x="21883" y="43499"/>
                </a:lnTo>
                <a:lnTo>
                  <a:pt x="21883" y="40230"/>
                </a:lnTo>
                <a:close/>
                <a:moveTo>
                  <a:pt x="25886" y="36260"/>
                </a:moveTo>
                <a:lnTo>
                  <a:pt x="25886" y="41831"/>
                </a:lnTo>
                <a:lnTo>
                  <a:pt x="29822" y="45800"/>
                </a:lnTo>
                <a:lnTo>
                  <a:pt x="27654" y="45800"/>
                </a:lnTo>
                <a:lnTo>
                  <a:pt x="24351" y="42465"/>
                </a:lnTo>
                <a:lnTo>
                  <a:pt x="24351" y="37795"/>
                </a:lnTo>
                <a:close/>
                <a:moveTo>
                  <a:pt x="45767" y="20082"/>
                </a:moveTo>
                <a:lnTo>
                  <a:pt x="44699" y="18981"/>
                </a:lnTo>
                <a:lnTo>
                  <a:pt x="44532" y="18981"/>
                </a:lnTo>
                <a:lnTo>
                  <a:pt x="43131" y="18981"/>
                </a:lnTo>
                <a:lnTo>
                  <a:pt x="45767" y="16346"/>
                </a:lnTo>
                <a:close/>
                <a:moveTo>
                  <a:pt x="46567" y="16346"/>
                </a:moveTo>
                <a:lnTo>
                  <a:pt x="49202" y="18981"/>
                </a:lnTo>
                <a:lnTo>
                  <a:pt x="47835" y="18981"/>
                </a:lnTo>
                <a:lnTo>
                  <a:pt x="47568" y="19115"/>
                </a:lnTo>
                <a:lnTo>
                  <a:pt x="46567" y="20082"/>
                </a:lnTo>
                <a:lnTo>
                  <a:pt x="46567" y="16346"/>
                </a:lnTo>
                <a:close/>
                <a:moveTo>
                  <a:pt x="77356" y="16346"/>
                </a:moveTo>
                <a:lnTo>
                  <a:pt x="80024" y="18981"/>
                </a:lnTo>
                <a:lnTo>
                  <a:pt x="78623" y="18981"/>
                </a:lnTo>
                <a:lnTo>
                  <a:pt x="78457" y="18981"/>
                </a:lnTo>
                <a:lnTo>
                  <a:pt x="77356" y="20082"/>
                </a:lnTo>
                <a:lnTo>
                  <a:pt x="77356" y="16346"/>
                </a:lnTo>
                <a:close/>
                <a:moveTo>
                  <a:pt x="107377" y="20082"/>
                </a:moveTo>
                <a:lnTo>
                  <a:pt x="106276" y="18981"/>
                </a:lnTo>
                <a:lnTo>
                  <a:pt x="106110" y="18981"/>
                </a:lnTo>
                <a:lnTo>
                  <a:pt x="104709" y="18981"/>
                </a:lnTo>
                <a:lnTo>
                  <a:pt x="107377" y="16346"/>
                </a:lnTo>
                <a:lnTo>
                  <a:pt x="107377" y="20082"/>
                </a:lnTo>
                <a:close/>
                <a:moveTo>
                  <a:pt x="108144" y="16346"/>
                </a:moveTo>
                <a:lnTo>
                  <a:pt x="110813" y="18981"/>
                </a:lnTo>
                <a:lnTo>
                  <a:pt x="109412" y="18981"/>
                </a:lnTo>
                <a:lnTo>
                  <a:pt x="109145" y="19115"/>
                </a:lnTo>
                <a:lnTo>
                  <a:pt x="108144" y="20082"/>
                </a:lnTo>
                <a:lnTo>
                  <a:pt x="108144" y="16346"/>
                </a:lnTo>
                <a:close/>
                <a:moveTo>
                  <a:pt x="138933" y="16346"/>
                </a:moveTo>
                <a:lnTo>
                  <a:pt x="141602" y="18981"/>
                </a:lnTo>
                <a:lnTo>
                  <a:pt x="140201" y="18981"/>
                </a:lnTo>
                <a:lnTo>
                  <a:pt x="140034" y="18981"/>
                </a:lnTo>
                <a:lnTo>
                  <a:pt x="138933" y="20082"/>
                </a:lnTo>
                <a:close/>
                <a:moveTo>
                  <a:pt x="168954" y="20082"/>
                </a:moveTo>
                <a:lnTo>
                  <a:pt x="167854" y="18981"/>
                </a:lnTo>
                <a:lnTo>
                  <a:pt x="167687" y="18981"/>
                </a:lnTo>
                <a:lnTo>
                  <a:pt x="166319" y="18981"/>
                </a:lnTo>
                <a:lnTo>
                  <a:pt x="168954" y="16346"/>
                </a:lnTo>
                <a:close/>
                <a:moveTo>
                  <a:pt x="169755" y="16346"/>
                </a:moveTo>
                <a:lnTo>
                  <a:pt x="172390" y="18981"/>
                </a:lnTo>
                <a:lnTo>
                  <a:pt x="170989" y="18981"/>
                </a:lnTo>
                <a:lnTo>
                  <a:pt x="170722" y="19115"/>
                </a:lnTo>
                <a:lnTo>
                  <a:pt x="169755" y="20082"/>
                </a:lnTo>
                <a:lnTo>
                  <a:pt x="169755" y="16346"/>
                </a:lnTo>
                <a:close/>
                <a:moveTo>
                  <a:pt x="200544" y="16346"/>
                </a:moveTo>
                <a:lnTo>
                  <a:pt x="203179" y="18981"/>
                </a:lnTo>
                <a:lnTo>
                  <a:pt x="201778" y="18981"/>
                </a:lnTo>
                <a:lnTo>
                  <a:pt x="201644" y="18981"/>
                </a:lnTo>
                <a:lnTo>
                  <a:pt x="200544" y="20082"/>
                </a:lnTo>
                <a:close/>
                <a:moveTo>
                  <a:pt x="219757" y="96170"/>
                </a:moveTo>
                <a:lnTo>
                  <a:pt x="218457" y="94902"/>
                </a:lnTo>
                <a:lnTo>
                  <a:pt x="218457" y="93568"/>
                </a:lnTo>
                <a:lnTo>
                  <a:pt x="219290" y="92767"/>
                </a:lnTo>
                <a:lnTo>
                  <a:pt x="221092" y="92767"/>
                </a:lnTo>
                <a:lnTo>
                  <a:pt x="219757" y="94102"/>
                </a:lnTo>
                <a:lnTo>
                  <a:pt x="219757" y="96170"/>
                </a:lnTo>
                <a:close/>
                <a:moveTo>
                  <a:pt x="215521" y="95403"/>
                </a:moveTo>
                <a:lnTo>
                  <a:pt x="214654" y="94502"/>
                </a:lnTo>
                <a:lnTo>
                  <a:pt x="213386" y="94502"/>
                </a:lnTo>
                <a:lnTo>
                  <a:pt x="213386" y="93434"/>
                </a:lnTo>
                <a:lnTo>
                  <a:pt x="213286" y="93134"/>
                </a:lnTo>
                <a:lnTo>
                  <a:pt x="212486" y="92367"/>
                </a:lnTo>
                <a:lnTo>
                  <a:pt x="213286" y="91600"/>
                </a:lnTo>
                <a:lnTo>
                  <a:pt x="213386" y="91333"/>
                </a:lnTo>
                <a:lnTo>
                  <a:pt x="213386" y="90232"/>
                </a:lnTo>
                <a:lnTo>
                  <a:pt x="214654" y="90232"/>
                </a:lnTo>
                <a:lnTo>
                  <a:pt x="215521" y="89332"/>
                </a:lnTo>
                <a:lnTo>
                  <a:pt x="216422" y="90232"/>
                </a:lnTo>
                <a:lnTo>
                  <a:pt x="217689" y="90232"/>
                </a:lnTo>
                <a:lnTo>
                  <a:pt x="217689" y="91333"/>
                </a:lnTo>
                <a:lnTo>
                  <a:pt x="217789" y="91600"/>
                </a:lnTo>
                <a:lnTo>
                  <a:pt x="218557" y="92367"/>
                </a:lnTo>
                <a:lnTo>
                  <a:pt x="217789" y="93134"/>
                </a:lnTo>
                <a:lnTo>
                  <a:pt x="217689" y="93434"/>
                </a:lnTo>
                <a:lnTo>
                  <a:pt x="217689" y="94502"/>
                </a:lnTo>
                <a:lnTo>
                  <a:pt x="216422" y="94502"/>
                </a:lnTo>
                <a:close/>
                <a:moveTo>
                  <a:pt x="211318" y="96170"/>
                </a:moveTo>
                <a:lnTo>
                  <a:pt x="211318" y="94135"/>
                </a:lnTo>
                <a:lnTo>
                  <a:pt x="209950" y="92767"/>
                </a:lnTo>
                <a:lnTo>
                  <a:pt x="211785" y="92767"/>
                </a:lnTo>
                <a:lnTo>
                  <a:pt x="212586" y="93601"/>
                </a:lnTo>
                <a:lnTo>
                  <a:pt x="212586" y="94902"/>
                </a:lnTo>
                <a:close/>
                <a:moveTo>
                  <a:pt x="188969" y="96170"/>
                </a:moveTo>
                <a:lnTo>
                  <a:pt x="187668" y="94902"/>
                </a:lnTo>
                <a:lnTo>
                  <a:pt x="187668" y="93568"/>
                </a:lnTo>
                <a:lnTo>
                  <a:pt x="188502" y="92767"/>
                </a:lnTo>
                <a:lnTo>
                  <a:pt x="190303" y="92767"/>
                </a:lnTo>
                <a:lnTo>
                  <a:pt x="188969" y="94102"/>
                </a:lnTo>
                <a:lnTo>
                  <a:pt x="188969" y="96170"/>
                </a:lnTo>
                <a:close/>
                <a:moveTo>
                  <a:pt x="184732" y="95403"/>
                </a:moveTo>
                <a:lnTo>
                  <a:pt x="183865" y="94502"/>
                </a:lnTo>
                <a:lnTo>
                  <a:pt x="182598" y="94502"/>
                </a:lnTo>
                <a:lnTo>
                  <a:pt x="182598" y="93434"/>
                </a:lnTo>
                <a:lnTo>
                  <a:pt x="182464" y="93134"/>
                </a:lnTo>
                <a:lnTo>
                  <a:pt x="181697" y="92367"/>
                </a:lnTo>
                <a:lnTo>
                  <a:pt x="182464" y="91600"/>
                </a:lnTo>
                <a:lnTo>
                  <a:pt x="182598" y="91333"/>
                </a:lnTo>
                <a:lnTo>
                  <a:pt x="182598" y="90232"/>
                </a:lnTo>
                <a:lnTo>
                  <a:pt x="183865" y="90232"/>
                </a:lnTo>
                <a:lnTo>
                  <a:pt x="184732" y="89332"/>
                </a:lnTo>
                <a:lnTo>
                  <a:pt x="185633" y="90232"/>
                </a:lnTo>
                <a:lnTo>
                  <a:pt x="186901" y="90232"/>
                </a:lnTo>
                <a:lnTo>
                  <a:pt x="186901" y="91333"/>
                </a:lnTo>
                <a:lnTo>
                  <a:pt x="187001" y="91600"/>
                </a:lnTo>
                <a:lnTo>
                  <a:pt x="187768" y="92367"/>
                </a:lnTo>
                <a:lnTo>
                  <a:pt x="187001" y="93134"/>
                </a:lnTo>
                <a:lnTo>
                  <a:pt x="186901" y="93434"/>
                </a:lnTo>
                <a:lnTo>
                  <a:pt x="186901" y="94502"/>
                </a:lnTo>
                <a:lnTo>
                  <a:pt x="185633" y="94502"/>
                </a:lnTo>
                <a:close/>
                <a:moveTo>
                  <a:pt x="180529" y="96170"/>
                </a:moveTo>
                <a:lnTo>
                  <a:pt x="180529" y="94135"/>
                </a:lnTo>
                <a:lnTo>
                  <a:pt x="179162" y="92767"/>
                </a:lnTo>
                <a:lnTo>
                  <a:pt x="180996" y="92767"/>
                </a:lnTo>
                <a:lnTo>
                  <a:pt x="181797" y="93601"/>
                </a:lnTo>
                <a:lnTo>
                  <a:pt x="181797" y="94902"/>
                </a:lnTo>
                <a:close/>
                <a:moveTo>
                  <a:pt x="158180" y="96170"/>
                </a:moveTo>
                <a:lnTo>
                  <a:pt x="156879" y="94902"/>
                </a:lnTo>
                <a:lnTo>
                  <a:pt x="156879" y="93568"/>
                </a:lnTo>
                <a:lnTo>
                  <a:pt x="157713" y="92767"/>
                </a:lnTo>
                <a:lnTo>
                  <a:pt x="159514" y="92767"/>
                </a:lnTo>
                <a:lnTo>
                  <a:pt x="158180" y="94102"/>
                </a:lnTo>
                <a:lnTo>
                  <a:pt x="158180" y="96170"/>
                </a:lnTo>
                <a:close/>
                <a:moveTo>
                  <a:pt x="153944" y="95403"/>
                </a:moveTo>
                <a:lnTo>
                  <a:pt x="153076" y="94502"/>
                </a:lnTo>
                <a:lnTo>
                  <a:pt x="151809" y="94502"/>
                </a:lnTo>
                <a:lnTo>
                  <a:pt x="151809" y="93434"/>
                </a:lnTo>
                <a:lnTo>
                  <a:pt x="151675" y="93134"/>
                </a:lnTo>
                <a:lnTo>
                  <a:pt x="150908" y="92367"/>
                </a:lnTo>
                <a:lnTo>
                  <a:pt x="151675" y="91600"/>
                </a:lnTo>
                <a:lnTo>
                  <a:pt x="151809" y="91333"/>
                </a:lnTo>
                <a:lnTo>
                  <a:pt x="151809" y="90232"/>
                </a:lnTo>
                <a:lnTo>
                  <a:pt x="153076" y="90232"/>
                </a:lnTo>
                <a:lnTo>
                  <a:pt x="153944" y="89332"/>
                </a:lnTo>
                <a:lnTo>
                  <a:pt x="154844" y="90232"/>
                </a:lnTo>
                <a:lnTo>
                  <a:pt x="156112" y="90232"/>
                </a:lnTo>
                <a:lnTo>
                  <a:pt x="156112" y="91333"/>
                </a:lnTo>
                <a:lnTo>
                  <a:pt x="156212" y="91600"/>
                </a:lnTo>
                <a:lnTo>
                  <a:pt x="156979" y="92367"/>
                </a:lnTo>
                <a:lnTo>
                  <a:pt x="156212" y="93134"/>
                </a:lnTo>
                <a:lnTo>
                  <a:pt x="156112" y="93434"/>
                </a:lnTo>
                <a:lnTo>
                  <a:pt x="156112" y="94502"/>
                </a:lnTo>
                <a:lnTo>
                  <a:pt x="154844" y="94502"/>
                </a:lnTo>
                <a:close/>
                <a:moveTo>
                  <a:pt x="149741" y="96170"/>
                </a:moveTo>
                <a:lnTo>
                  <a:pt x="149741" y="94135"/>
                </a:lnTo>
                <a:lnTo>
                  <a:pt x="148373" y="92767"/>
                </a:lnTo>
                <a:lnTo>
                  <a:pt x="150208" y="92767"/>
                </a:lnTo>
                <a:lnTo>
                  <a:pt x="151008" y="93601"/>
                </a:lnTo>
                <a:lnTo>
                  <a:pt x="151008" y="94902"/>
                </a:lnTo>
                <a:close/>
                <a:moveTo>
                  <a:pt x="127391" y="96170"/>
                </a:moveTo>
                <a:lnTo>
                  <a:pt x="126091" y="94902"/>
                </a:lnTo>
                <a:lnTo>
                  <a:pt x="126091" y="93568"/>
                </a:lnTo>
                <a:lnTo>
                  <a:pt x="126924" y="92767"/>
                </a:lnTo>
                <a:lnTo>
                  <a:pt x="128726" y="92767"/>
                </a:lnTo>
                <a:lnTo>
                  <a:pt x="127391" y="94102"/>
                </a:lnTo>
                <a:lnTo>
                  <a:pt x="127391" y="96170"/>
                </a:lnTo>
                <a:close/>
                <a:moveTo>
                  <a:pt x="123155" y="95403"/>
                </a:moveTo>
                <a:lnTo>
                  <a:pt x="122254" y="94502"/>
                </a:lnTo>
                <a:lnTo>
                  <a:pt x="121020" y="94502"/>
                </a:lnTo>
                <a:lnTo>
                  <a:pt x="121020" y="93434"/>
                </a:lnTo>
                <a:lnTo>
                  <a:pt x="120887" y="93134"/>
                </a:lnTo>
                <a:lnTo>
                  <a:pt x="120120" y="92367"/>
                </a:lnTo>
                <a:lnTo>
                  <a:pt x="120887" y="91600"/>
                </a:lnTo>
                <a:lnTo>
                  <a:pt x="121020" y="91333"/>
                </a:lnTo>
                <a:lnTo>
                  <a:pt x="121020" y="90232"/>
                </a:lnTo>
                <a:lnTo>
                  <a:pt x="122254" y="90232"/>
                </a:lnTo>
                <a:lnTo>
                  <a:pt x="123155" y="89332"/>
                </a:lnTo>
                <a:lnTo>
                  <a:pt x="124056" y="90232"/>
                </a:lnTo>
                <a:lnTo>
                  <a:pt x="125290" y="90232"/>
                </a:lnTo>
                <a:lnTo>
                  <a:pt x="125290" y="91333"/>
                </a:lnTo>
                <a:lnTo>
                  <a:pt x="125423" y="91600"/>
                </a:lnTo>
                <a:lnTo>
                  <a:pt x="126191" y="92367"/>
                </a:lnTo>
                <a:lnTo>
                  <a:pt x="125423" y="93134"/>
                </a:lnTo>
                <a:lnTo>
                  <a:pt x="125290" y="93434"/>
                </a:lnTo>
                <a:lnTo>
                  <a:pt x="125290" y="94502"/>
                </a:lnTo>
                <a:lnTo>
                  <a:pt x="124056" y="94502"/>
                </a:lnTo>
                <a:close/>
                <a:moveTo>
                  <a:pt x="118952" y="96170"/>
                </a:moveTo>
                <a:lnTo>
                  <a:pt x="118952" y="94135"/>
                </a:lnTo>
                <a:lnTo>
                  <a:pt x="117584" y="92767"/>
                </a:lnTo>
                <a:lnTo>
                  <a:pt x="119386" y="92767"/>
                </a:lnTo>
                <a:lnTo>
                  <a:pt x="120220" y="93601"/>
                </a:lnTo>
                <a:lnTo>
                  <a:pt x="120220" y="94902"/>
                </a:lnTo>
                <a:close/>
                <a:moveTo>
                  <a:pt x="96569" y="96170"/>
                </a:moveTo>
                <a:lnTo>
                  <a:pt x="95302" y="94902"/>
                </a:lnTo>
                <a:lnTo>
                  <a:pt x="95302" y="93568"/>
                </a:lnTo>
                <a:lnTo>
                  <a:pt x="96136" y="92767"/>
                </a:lnTo>
                <a:lnTo>
                  <a:pt x="97937" y="92767"/>
                </a:lnTo>
                <a:lnTo>
                  <a:pt x="96569" y="94102"/>
                </a:lnTo>
                <a:lnTo>
                  <a:pt x="96569" y="96170"/>
                </a:lnTo>
                <a:close/>
                <a:moveTo>
                  <a:pt x="92366" y="95403"/>
                </a:moveTo>
                <a:lnTo>
                  <a:pt x="91466" y="94502"/>
                </a:lnTo>
                <a:lnTo>
                  <a:pt x="90232" y="94502"/>
                </a:lnTo>
                <a:lnTo>
                  <a:pt x="90232" y="93434"/>
                </a:lnTo>
                <a:lnTo>
                  <a:pt x="90098" y="93134"/>
                </a:lnTo>
                <a:lnTo>
                  <a:pt x="89331" y="92367"/>
                </a:lnTo>
                <a:lnTo>
                  <a:pt x="90098" y="91600"/>
                </a:lnTo>
                <a:lnTo>
                  <a:pt x="90232" y="91333"/>
                </a:lnTo>
                <a:lnTo>
                  <a:pt x="90232" y="90232"/>
                </a:lnTo>
                <a:lnTo>
                  <a:pt x="91466" y="90232"/>
                </a:lnTo>
                <a:lnTo>
                  <a:pt x="92366" y="89332"/>
                </a:lnTo>
                <a:lnTo>
                  <a:pt x="93267" y="90232"/>
                </a:lnTo>
                <a:lnTo>
                  <a:pt x="94501" y="90232"/>
                </a:lnTo>
                <a:lnTo>
                  <a:pt x="94501" y="91333"/>
                </a:lnTo>
                <a:lnTo>
                  <a:pt x="94635" y="91600"/>
                </a:lnTo>
                <a:lnTo>
                  <a:pt x="95402" y="92367"/>
                </a:lnTo>
                <a:lnTo>
                  <a:pt x="94635" y="93134"/>
                </a:lnTo>
                <a:lnTo>
                  <a:pt x="94501" y="93434"/>
                </a:lnTo>
                <a:lnTo>
                  <a:pt x="94501" y="94502"/>
                </a:lnTo>
                <a:lnTo>
                  <a:pt x="93267" y="94502"/>
                </a:lnTo>
                <a:close/>
                <a:moveTo>
                  <a:pt x="88130" y="96170"/>
                </a:moveTo>
                <a:lnTo>
                  <a:pt x="88130" y="94135"/>
                </a:lnTo>
                <a:lnTo>
                  <a:pt x="86796" y="92767"/>
                </a:lnTo>
                <a:lnTo>
                  <a:pt x="88597" y="92767"/>
                </a:lnTo>
                <a:lnTo>
                  <a:pt x="89431" y="93601"/>
                </a:lnTo>
                <a:lnTo>
                  <a:pt x="89431" y="94902"/>
                </a:lnTo>
                <a:close/>
                <a:moveTo>
                  <a:pt x="65781" y="96170"/>
                </a:moveTo>
                <a:lnTo>
                  <a:pt x="64513" y="94902"/>
                </a:lnTo>
                <a:lnTo>
                  <a:pt x="64513" y="93568"/>
                </a:lnTo>
                <a:lnTo>
                  <a:pt x="65347" y="92767"/>
                </a:lnTo>
                <a:lnTo>
                  <a:pt x="67148" y="92767"/>
                </a:lnTo>
                <a:lnTo>
                  <a:pt x="65781" y="94102"/>
                </a:lnTo>
                <a:close/>
                <a:moveTo>
                  <a:pt x="61578" y="95403"/>
                </a:moveTo>
                <a:lnTo>
                  <a:pt x="60677" y="94502"/>
                </a:lnTo>
                <a:lnTo>
                  <a:pt x="59410" y="94502"/>
                </a:lnTo>
                <a:lnTo>
                  <a:pt x="59410" y="93434"/>
                </a:lnTo>
                <a:lnTo>
                  <a:pt x="59310" y="93134"/>
                </a:lnTo>
                <a:lnTo>
                  <a:pt x="58542" y="92367"/>
                </a:lnTo>
                <a:lnTo>
                  <a:pt x="59310" y="91600"/>
                </a:lnTo>
                <a:lnTo>
                  <a:pt x="59410" y="91333"/>
                </a:lnTo>
                <a:lnTo>
                  <a:pt x="59410" y="90232"/>
                </a:lnTo>
                <a:lnTo>
                  <a:pt x="60677" y="90232"/>
                </a:lnTo>
                <a:lnTo>
                  <a:pt x="61578" y="89332"/>
                </a:lnTo>
                <a:lnTo>
                  <a:pt x="62445" y="90232"/>
                </a:lnTo>
                <a:lnTo>
                  <a:pt x="63713" y="90232"/>
                </a:lnTo>
                <a:lnTo>
                  <a:pt x="63713" y="91333"/>
                </a:lnTo>
                <a:lnTo>
                  <a:pt x="63846" y="91600"/>
                </a:lnTo>
                <a:lnTo>
                  <a:pt x="64613" y="92367"/>
                </a:lnTo>
                <a:lnTo>
                  <a:pt x="63846" y="93134"/>
                </a:lnTo>
                <a:lnTo>
                  <a:pt x="63713" y="93434"/>
                </a:lnTo>
                <a:lnTo>
                  <a:pt x="63713" y="94502"/>
                </a:lnTo>
                <a:lnTo>
                  <a:pt x="62445" y="94502"/>
                </a:lnTo>
                <a:close/>
                <a:moveTo>
                  <a:pt x="57341" y="96170"/>
                </a:moveTo>
                <a:lnTo>
                  <a:pt x="57341" y="94135"/>
                </a:lnTo>
                <a:lnTo>
                  <a:pt x="56007" y="92767"/>
                </a:lnTo>
                <a:lnTo>
                  <a:pt x="57808" y="92767"/>
                </a:lnTo>
                <a:lnTo>
                  <a:pt x="58642" y="93601"/>
                </a:lnTo>
                <a:lnTo>
                  <a:pt x="58642" y="94902"/>
                </a:lnTo>
                <a:close/>
                <a:moveTo>
                  <a:pt x="34992" y="96170"/>
                </a:moveTo>
                <a:lnTo>
                  <a:pt x="33725" y="94902"/>
                </a:lnTo>
                <a:lnTo>
                  <a:pt x="33725" y="93568"/>
                </a:lnTo>
                <a:lnTo>
                  <a:pt x="34525" y="92767"/>
                </a:lnTo>
                <a:lnTo>
                  <a:pt x="36360" y="92767"/>
                </a:lnTo>
                <a:lnTo>
                  <a:pt x="34992" y="94102"/>
                </a:lnTo>
                <a:close/>
                <a:moveTo>
                  <a:pt x="30789" y="95403"/>
                </a:moveTo>
                <a:lnTo>
                  <a:pt x="29889" y="94502"/>
                </a:lnTo>
                <a:lnTo>
                  <a:pt x="28621" y="94502"/>
                </a:lnTo>
                <a:lnTo>
                  <a:pt x="28621" y="93434"/>
                </a:lnTo>
                <a:lnTo>
                  <a:pt x="28521" y="93134"/>
                </a:lnTo>
                <a:lnTo>
                  <a:pt x="27754" y="92367"/>
                </a:lnTo>
                <a:lnTo>
                  <a:pt x="28521" y="91600"/>
                </a:lnTo>
                <a:lnTo>
                  <a:pt x="28621" y="91333"/>
                </a:lnTo>
                <a:lnTo>
                  <a:pt x="28621" y="90232"/>
                </a:lnTo>
                <a:lnTo>
                  <a:pt x="29889" y="90232"/>
                </a:lnTo>
                <a:lnTo>
                  <a:pt x="30789" y="89332"/>
                </a:lnTo>
                <a:lnTo>
                  <a:pt x="31656" y="90232"/>
                </a:lnTo>
                <a:lnTo>
                  <a:pt x="32924" y="90232"/>
                </a:lnTo>
                <a:lnTo>
                  <a:pt x="32924" y="91333"/>
                </a:lnTo>
                <a:lnTo>
                  <a:pt x="33057" y="91600"/>
                </a:lnTo>
                <a:lnTo>
                  <a:pt x="33825" y="92367"/>
                </a:lnTo>
                <a:lnTo>
                  <a:pt x="33057" y="93134"/>
                </a:lnTo>
                <a:lnTo>
                  <a:pt x="32924" y="93434"/>
                </a:lnTo>
                <a:lnTo>
                  <a:pt x="32924" y="94502"/>
                </a:lnTo>
                <a:lnTo>
                  <a:pt x="31656" y="94502"/>
                </a:lnTo>
                <a:close/>
                <a:moveTo>
                  <a:pt x="26553" y="96170"/>
                </a:moveTo>
                <a:lnTo>
                  <a:pt x="26553" y="94135"/>
                </a:lnTo>
                <a:lnTo>
                  <a:pt x="25219" y="92767"/>
                </a:lnTo>
                <a:lnTo>
                  <a:pt x="27020" y="92767"/>
                </a:lnTo>
                <a:lnTo>
                  <a:pt x="27854" y="93601"/>
                </a:lnTo>
                <a:lnTo>
                  <a:pt x="27854" y="94902"/>
                </a:lnTo>
                <a:close/>
                <a:moveTo>
                  <a:pt x="26553" y="26987"/>
                </a:moveTo>
                <a:lnTo>
                  <a:pt x="27854" y="28254"/>
                </a:lnTo>
                <a:lnTo>
                  <a:pt x="27854" y="29555"/>
                </a:lnTo>
                <a:lnTo>
                  <a:pt x="27020" y="30389"/>
                </a:lnTo>
                <a:lnTo>
                  <a:pt x="25219" y="30389"/>
                </a:lnTo>
                <a:lnTo>
                  <a:pt x="26553" y="29055"/>
                </a:lnTo>
                <a:lnTo>
                  <a:pt x="26553" y="26987"/>
                </a:lnTo>
                <a:close/>
                <a:moveTo>
                  <a:pt x="30789" y="27754"/>
                </a:moveTo>
                <a:lnTo>
                  <a:pt x="31656" y="28655"/>
                </a:lnTo>
                <a:lnTo>
                  <a:pt x="32924" y="28655"/>
                </a:lnTo>
                <a:lnTo>
                  <a:pt x="32924" y="29722"/>
                </a:lnTo>
                <a:lnTo>
                  <a:pt x="33057" y="30022"/>
                </a:lnTo>
                <a:lnTo>
                  <a:pt x="33825" y="30790"/>
                </a:lnTo>
                <a:lnTo>
                  <a:pt x="33057" y="31557"/>
                </a:lnTo>
                <a:lnTo>
                  <a:pt x="32924" y="31824"/>
                </a:lnTo>
                <a:lnTo>
                  <a:pt x="32924" y="32924"/>
                </a:lnTo>
                <a:lnTo>
                  <a:pt x="31656" y="32924"/>
                </a:lnTo>
                <a:lnTo>
                  <a:pt x="30789" y="33825"/>
                </a:lnTo>
                <a:lnTo>
                  <a:pt x="29889" y="32924"/>
                </a:lnTo>
                <a:lnTo>
                  <a:pt x="28621" y="32924"/>
                </a:lnTo>
                <a:lnTo>
                  <a:pt x="28621" y="31824"/>
                </a:lnTo>
                <a:lnTo>
                  <a:pt x="28521" y="31557"/>
                </a:lnTo>
                <a:lnTo>
                  <a:pt x="27754" y="30790"/>
                </a:lnTo>
                <a:lnTo>
                  <a:pt x="28521" y="30022"/>
                </a:lnTo>
                <a:lnTo>
                  <a:pt x="28621" y="29722"/>
                </a:lnTo>
                <a:lnTo>
                  <a:pt x="28621" y="28655"/>
                </a:lnTo>
                <a:lnTo>
                  <a:pt x="29889" y="28655"/>
                </a:lnTo>
                <a:close/>
                <a:moveTo>
                  <a:pt x="34992" y="26987"/>
                </a:moveTo>
                <a:lnTo>
                  <a:pt x="34992" y="29022"/>
                </a:lnTo>
                <a:lnTo>
                  <a:pt x="36360" y="30389"/>
                </a:lnTo>
                <a:lnTo>
                  <a:pt x="34525" y="30389"/>
                </a:lnTo>
                <a:lnTo>
                  <a:pt x="33725" y="29555"/>
                </a:lnTo>
                <a:lnTo>
                  <a:pt x="33725" y="28254"/>
                </a:lnTo>
                <a:close/>
                <a:moveTo>
                  <a:pt x="57341" y="26987"/>
                </a:moveTo>
                <a:lnTo>
                  <a:pt x="58642" y="28254"/>
                </a:lnTo>
                <a:lnTo>
                  <a:pt x="58642" y="29555"/>
                </a:lnTo>
                <a:lnTo>
                  <a:pt x="57808" y="30389"/>
                </a:lnTo>
                <a:lnTo>
                  <a:pt x="56007" y="30389"/>
                </a:lnTo>
                <a:lnTo>
                  <a:pt x="57341" y="29055"/>
                </a:lnTo>
                <a:close/>
                <a:moveTo>
                  <a:pt x="61578" y="27754"/>
                </a:moveTo>
                <a:lnTo>
                  <a:pt x="62445" y="28655"/>
                </a:lnTo>
                <a:lnTo>
                  <a:pt x="63713" y="28655"/>
                </a:lnTo>
                <a:lnTo>
                  <a:pt x="63713" y="29722"/>
                </a:lnTo>
                <a:lnTo>
                  <a:pt x="63846" y="30022"/>
                </a:lnTo>
                <a:lnTo>
                  <a:pt x="64613" y="30790"/>
                </a:lnTo>
                <a:lnTo>
                  <a:pt x="63846" y="31557"/>
                </a:lnTo>
                <a:lnTo>
                  <a:pt x="63713" y="31824"/>
                </a:lnTo>
                <a:lnTo>
                  <a:pt x="63713" y="32924"/>
                </a:lnTo>
                <a:lnTo>
                  <a:pt x="62445" y="32924"/>
                </a:lnTo>
                <a:lnTo>
                  <a:pt x="61578" y="33825"/>
                </a:lnTo>
                <a:lnTo>
                  <a:pt x="60677" y="32924"/>
                </a:lnTo>
                <a:lnTo>
                  <a:pt x="59410" y="32924"/>
                </a:lnTo>
                <a:lnTo>
                  <a:pt x="59410" y="31824"/>
                </a:lnTo>
                <a:lnTo>
                  <a:pt x="59310" y="31557"/>
                </a:lnTo>
                <a:lnTo>
                  <a:pt x="58542" y="30790"/>
                </a:lnTo>
                <a:lnTo>
                  <a:pt x="59310" y="30022"/>
                </a:lnTo>
                <a:lnTo>
                  <a:pt x="59410" y="29722"/>
                </a:lnTo>
                <a:lnTo>
                  <a:pt x="59410" y="28655"/>
                </a:lnTo>
                <a:lnTo>
                  <a:pt x="60677" y="28655"/>
                </a:lnTo>
                <a:close/>
                <a:moveTo>
                  <a:pt x="65781" y="26987"/>
                </a:moveTo>
                <a:lnTo>
                  <a:pt x="65781" y="29022"/>
                </a:lnTo>
                <a:lnTo>
                  <a:pt x="67148" y="30389"/>
                </a:lnTo>
                <a:lnTo>
                  <a:pt x="65347" y="30389"/>
                </a:lnTo>
                <a:lnTo>
                  <a:pt x="64513" y="29555"/>
                </a:lnTo>
                <a:lnTo>
                  <a:pt x="64513" y="28254"/>
                </a:lnTo>
                <a:close/>
                <a:moveTo>
                  <a:pt x="88130" y="26987"/>
                </a:moveTo>
                <a:lnTo>
                  <a:pt x="89431" y="28254"/>
                </a:lnTo>
                <a:lnTo>
                  <a:pt x="89431" y="29555"/>
                </a:lnTo>
                <a:lnTo>
                  <a:pt x="88597" y="30389"/>
                </a:lnTo>
                <a:lnTo>
                  <a:pt x="86796" y="30389"/>
                </a:lnTo>
                <a:lnTo>
                  <a:pt x="88130" y="29055"/>
                </a:lnTo>
                <a:lnTo>
                  <a:pt x="88130" y="26987"/>
                </a:lnTo>
                <a:close/>
                <a:moveTo>
                  <a:pt x="92366" y="27754"/>
                </a:moveTo>
                <a:lnTo>
                  <a:pt x="93267" y="28655"/>
                </a:lnTo>
                <a:lnTo>
                  <a:pt x="94501" y="28655"/>
                </a:lnTo>
                <a:lnTo>
                  <a:pt x="94501" y="29722"/>
                </a:lnTo>
                <a:lnTo>
                  <a:pt x="94635" y="30022"/>
                </a:lnTo>
                <a:lnTo>
                  <a:pt x="95402" y="30790"/>
                </a:lnTo>
                <a:lnTo>
                  <a:pt x="94635" y="31557"/>
                </a:lnTo>
                <a:lnTo>
                  <a:pt x="94501" y="31824"/>
                </a:lnTo>
                <a:lnTo>
                  <a:pt x="94501" y="32924"/>
                </a:lnTo>
                <a:lnTo>
                  <a:pt x="93267" y="32924"/>
                </a:lnTo>
                <a:lnTo>
                  <a:pt x="92366" y="33825"/>
                </a:lnTo>
                <a:lnTo>
                  <a:pt x="91466" y="32924"/>
                </a:lnTo>
                <a:lnTo>
                  <a:pt x="90232" y="32924"/>
                </a:lnTo>
                <a:lnTo>
                  <a:pt x="90232" y="31824"/>
                </a:lnTo>
                <a:lnTo>
                  <a:pt x="90098" y="31557"/>
                </a:lnTo>
                <a:lnTo>
                  <a:pt x="89331" y="30790"/>
                </a:lnTo>
                <a:lnTo>
                  <a:pt x="90098" y="30022"/>
                </a:lnTo>
                <a:lnTo>
                  <a:pt x="90232" y="29722"/>
                </a:lnTo>
                <a:lnTo>
                  <a:pt x="90232" y="28655"/>
                </a:lnTo>
                <a:lnTo>
                  <a:pt x="91466" y="28655"/>
                </a:lnTo>
                <a:close/>
                <a:moveTo>
                  <a:pt x="96569" y="26987"/>
                </a:moveTo>
                <a:lnTo>
                  <a:pt x="96569" y="29022"/>
                </a:lnTo>
                <a:lnTo>
                  <a:pt x="97937" y="30389"/>
                </a:lnTo>
                <a:lnTo>
                  <a:pt x="96136" y="30389"/>
                </a:lnTo>
                <a:lnTo>
                  <a:pt x="95302" y="29555"/>
                </a:lnTo>
                <a:lnTo>
                  <a:pt x="95302" y="28254"/>
                </a:lnTo>
                <a:close/>
                <a:moveTo>
                  <a:pt x="118952" y="26987"/>
                </a:moveTo>
                <a:lnTo>
                  <a:pt x="120220" y="28254"/>
                </a:lnTo>
                <a:lnTo>
                  <a:pt x="120220" y="29555"/>
                </a:lnTo>
                <a:lnTo>
                  <a:pt x="119386" y="30389"/>
                </a:lnTo>
                <a:lnTo>
                  <a:pt x="117584" y="30389"/>
                </a:lnTo>
                <a:lnTo>
                  <a:pt x="118952" y="29055"/>
                </a:lnTo>
                <a:lnTo>
                  <a:pt x="118952" y="26987"/>
                </a:lnTo>
                <a:close/>
                <a:moveTo>
                  <a:pt x="123155" y="27754"/>
                </a:moveTo>
                <a:lnTo>
                  <a:pt x="124056" y="28655"/>
                </a:lnTo>
                <a:lnTo>
                  <a:pt x="125290" y="28655"/>
                </a:lnTo>
                <a:lnTo>
                  <a:pt x="125290" y="29722"/>
                </a:lnTo>
                <a:lnTo>
                  <a:pt x="125423" y="30022"/>
                </a:lnTo>
                <a:lnTo>
                  <a:pt x="126191" y="30790"/>
                </a:lnTo>
                <a:lnTo>
                  <a:pt x="125423" y="31557"/>
                </a:lnTo>
                <a:lnTo>
                  <a:pt x="125290" y="31824"/>
                </a:lnTo>
                <a:lnTo>
                  <a:pt x="125290" y="32924"/>
                </a:lnTo>
                <a:lnTo>
                  <a:pt x="124056" y="32924"/>
                </a:lnTo>
                <a:lnTo>
                  <a:pt x="123155" y="33825"/>
                </a:lnTo>
                <a:lnTo>
                  <a:pt x="122254" y="32924"/>
                </a:lnTo>
                <a:lnTo>
                  <a:pt x="121020" y="32924"/>
                </a:lnTo>
                <a:lnTo>
                  <a:pt x="121020" y="31857"/>
                </a:lnTo>
                <a:lnTo>
                  <a:pt x="120887" y="31557"/>
                </a:lnTo>
                <a:lnTo>
                  <a:pt x="120120" y="30790"/>
                </a:lnTo>
                <a:lnTo>
                  <a:pt x="120887" y="30022"/>
                </a:lnTo>
                <a:lnTo>
                  <a:pt x="121020" y="29722"/>
                </a:lnTo>
                <a:lnTo>
                  <a:pt x="121020" y="28655"/>
                </a:lnTo>
                <a:lnTo>
                  <a:pt x="122254" y="28655"/>
                </a:lnTo>
                <a:close/>
                <a:moveTo>
                  <a:pt x="127391" y="26987"/>
                </a:moveTo>
                <a:lnTo>
                  <a:pt x="127391" y="29022"/>
                </a:lnTo>
                <a:lnTo>
                  <a:pt x="128726" y="30389"/>
                </a:lnTo>
                <a:lnTo>
                  <a:pt x="126924" y="30389"/>
                </a:lnTo>
                <a:lnTo>
                  <a:pt x="126091" y="29555"/>
                </a:lnTo>
                <a:lnTo>
                  <a:pt x="126091" y="28254"/>
                </a:lnTo>
                <a:close/>
                <a:moveTo>
                  <a:pt x="149741" y="26987"/>
                </a:moveTo>
                <a:lnTo>
                  <a:pt x="151008" y="28254"/>
                </a:lnTo>
                <a:lnTo>
                  <a:pt x="151008" y="29555"/>
                </a:lnTo>
                <a:lnTo>
                  <a:pt x="150174" y="30389"/>
                </a:lnTo>
                <a:lnTo>
                  <a:pt x="148373" y="30389"/>
                </a:lnTo>
                <a:lnTo>
                  <a:pt x="149741" y="29055"/>
                </a:lnTo>
                <a:lnTo>
                  <a:pt x="149741" y="26987"/>
                </a:lnTo>
                <a:close/>
                <a:moveTo>
                  <a:pt x="153944" y="27754"/>
                </a:moveTo>
                <a:lnTo>
                  <a:pt x="154844" y="28655"/>
                </a:lnTo>
                <a:lnTo>
                  <a:pt x="156112" y="28655"/>
                </a:lnTo>
                <a:lnTo>
                  <a:pt x="156112" y="29722"/>
                </a:lnTo>
                <a:lnTo>
                  <a:pt x="156212" y="30022"/>
                </a:lnTo>
                <a:lnTo>
                  <a:pt x="156979" y="30790"/>
                </a:lnTo>
                <a:lnTo>
                  <a:pt x="156212" y="31557"/>
                </a:lnTo>
                <a:lnTo>
                  <a:pt x="156112" y="31824"/>
                </a:lnTo>
                <a:lnTo>
                  <a:pt x="156112" y="32924"/>
                </a:lnTo>
                <a:lnTo>
                  <a:pt x="154844" y="32924"/>
                </a:lnTo>
                <a:lnTo>
                  <a:pt x="153944" y="33825"/>
                </a:lnTo>
                <a:lnTo>
                  <a:pt x="153076" y="32924"/>
                </a:lnTo>
                <a:lnTo>
                  <a:pt x="151809" y="32924"/>
                </a:lnTo>
                <a:lnTo>
                  <a:pt x="151809" y="31824"/>
                </a:lnTo>
                <a:lnTo>
                  <a:pt x="151675" y="31557"/>
                </a:lnTo>
                <a:lnTo>
                  <a:pt x="150908" y="30790"/>
                </a:lnTo>
                <a:lnTo>
                  <a:pt x="151675" y="30022"/>
                </a:lnTo>
                <a:lnTo>
                  <a:pt x="151809" y="29722"/>
                </a:lnTo>
                <a:lnTo>
                  <a:pt x="151809" y="28655"/>
                </a:lnTo>
                <a:lnTo>
                  <a:pt x="153076" y="28655"/>
                </a:lnTo>
                <a:close/>
                <a:moveTo>
                  <a:pt x="158180" y="26987"/>
                </a:moveTo>
                <a:lnTo>
                  <a:pt x="158180" y="29022"/>
                </a:lnTo>
                <a:lnTo>
                  <a:pt x="159514" y="30389"/>
                </a:lnTo>
                <a:lnTo>
                  <a:pt x="157713" y="30389"/>
                </a:lnTo>
                <a:lnTo>
                  <a:pt x="156879" y="29555"/>
                </a:lnTo>
                <a:lnTo>
                  <a:pt x="156879" y="28254"/>
                </a:lnTo>
                <a:close/>
                <a:moveTo>
                  <a:pt x="180529" y="26987"/>
                </a:moveTo>
                <a:lnTo>
                  <a:pt x="181797" y="28254"/>
                </a:lnTo>
                <a:lnTo>
                  <a:pt x="181797" y="29555"/>
                </a:lnTo>
                <a:lnTo>
                  <a:pt x="180963" y="30389"/>
                </a:lnTo>
                <a:lnTo>
                  <a:pt x="179162" y="30389"/>
                </a:lnTo>
                <a:lnTo>
                  <a:pt x="180529" y="29055"/>
                </a:lnTo>
                <a:lnTo>
                  <a:pt x="180529" y="26987"/>
                </a:lnTo>
                <a:close/>
                <a:moveTo>
                  <a:pt x="184732" y="27754"/>
                </a:moveTo>
                <a:lnTo>
                  <a:pt x="185633" y="28655"/>
                </a:lnTo>
                <a:lnTo>
                  <a:pt x="186901" y="28655"/>
                </a:lnTo>
                <a:lnTo>
                  <a:pt x="186901" y="29722"/>
                </a:lnTo>
                <a:lnTo>
                  <a:pt x="187001" y="30022"/>
                </a:lnTo>
                <a:lnTo>
                  <a:pt x="187768" y="30790"/>
                </a:lnTo>
                <a:lnTo>
                  <a:pt x="187001" y="31557"/>
                </a:lnTo>
                <a:lnTo>
                  <a:pt x="186901" y="31824"/>
                </a:lnTo>
                <a:lnTo>
                  <a:pt x="186901" y="32924"/>
                </a:lnTo>
                <a:lnTo>
                  <a:pt x="185633" y="32924"/>
                </a:lnTo>
                <a:lnTo>
                  <a:pt x="184732" y="33825"/>
                </a:lnTo>
                <a:lnTo>
                  <a:pt x="183865" y="32924"/>
                </a:lnTo>
                <a:lnTo>
                  <a:pt x="182598" y="32924"/>
                </a:lnTo>
                <a:lnTo>
                  <a:pt x="182598" y="31824"/>
                </a:lnTo>
                <a:lnTo>
                  <a:pt x="182464" y="31557"/>
                </a:lnTo>
                <a:lnTo>
                  <a:pt x="181697" y="30790"/>
                </a:lnTo>
                <a:lnTo>
                  <a:pt x="182464" y="30022"/>
                </a:lnTo>
                <a:lnTo>
                  <a:pt x="182598" y="29722"/>
                </a:lnTo>
                <a:lnTo>
                  <a:pt x="182598" y="28655"/>
                </a:lnTo>
                <a:lnTo>
                  <a:pt x="183865" y="28655"/>
                </a:lnTo>
                <a:close/>
                <a:moveTo>
                  <a:pt x="188969" y="26987"/>
                </a:moveTo>
                <a:lnTo>
                  <a:pt x="188969" y="29022"/>
                </a:lnTo>
                <a:lnTo>
                  <a:pt x="190303" y="30389"/>
                </a:lnTo>
                <a:lnTo>
                  <a:pt x="188502" y="30389"/>
                </a:lnTo>
                <a:lnTo>
                  <a:pt x="187668" y="29555"/>
                </a:lnTo>
                <a:lnTo>
                  <a:pt x="187668" y="28254"/>
                </a:lnTo>
                <a:close/>
                <a:moveTo>
                  <a:pt x="211318" y="26987"/>
                </a:moveTo>
                <a:lnTo>
                  <a:pt x="212586" y="28254"/>
                </a:lnTo>
                <a:lnTo>
                  <a:pt x="212586" y="29555"/>
                </a:lnTo>
                <a:lnTo>
                  <a:pt x="211785" y="30389"/>
                </a:lnTo>
                <a:lnTo>
                  <a:pt x="209950" y="30389"/>
                </a:lnTo>
                <a:lnTo>
                  <a:pt x="211318" y="29055"/>
                </a:lnTo>
                <a:lnTo>
                  <a:pt x="211318" y="26987"/>
                </a:lnTo>
                <a:close/>
                <a:moveTo>
                  <a:pt x="215521" y="27754"/>
                </a:moveTo>
                <a:lnTo>
                  <a:pt x="216422" y="28655"/>
                </a:lnTo>
                <a:lnTo>
                  <a:pt x="217689" y="28655"/>
                </a:lnTo>
                <a:lnTo>
                  <a:pt x="217689" y="29722"/>
                </a:lnTo>
                <a:lnTo>
                  <a:pt x="217789" y="30022"/>
                </a:lnTo>
                <a:lnTo>
                  <a:pt x="218557" y="30790"/>
                </a:lnTo>
                <a:lnTo>
                  <a:pt x="217789" y="31557"/>
                </a:lnTo>
                <a:lnTo>
                  <a:pt x="217689" y="31824"/>
                </a:lnTo>
                <a:lnTo>
                  <a:pt x="217689" y="32924"/>
                </a:lnTo>
                <a:lnTo>
                  <a:pt x="216422" y="32924"/>
                </a:lnTo>
                <a:lnTo>
                  <a:pt x="215521" y="33825"/>
                </a:lnTo>
                <a:lnTo>
                  <a:pt x="214654" y="32924"/>
                </a:lnTo>
                <a:lnTo>
                  <a:pt x="213386" y="32924"/>
                </a:lnTo>
                <a:lnTo>
                  <a:pt x="213386" y="31824"/>
                </a:lnTo>
                <a:lnTo>
                  <a:pt x="213286" y="31557"/>
                </a:lnTo>
                <a:lnTo>
                  <a:pt x="212486" y="30790"/>
                </a:lnTo>
                <a:lnTo>
                  <a:pt x="213286" y="30022"/>
                </a:lnTo>
                <a:lnTo>
                  <a:pt x="213386" y="29722"/>
                </a:lnTo>
                <a:lnTo>
                  <a:pt x="213386" y="28655"/>
                </a:lnTo>
                <a:lnTo>
                  <a:pt x="214654" y="28655"/>
                </a:lnTo>
                <a:close/>
                <a:moveTo>
                  <a:pt x="218056" y="89432"/>
                </a:moveTo>
                <a:lnTo>
                  <a:pt x="216755" y="89432"/>
                </a:lnTo>
                <a:lnTo>
                  <a:pt x="215921" y="88598"/>
                </a:lnTo>
                <a:lnTo>
                  <a:pt x="215921" y="86796"/>
                </a:lnTo>
                <a:lnTo>
                  <a:pt x="217156" y="88031"/>
                </a:lnTo>
                <a:lnTo>
                  <a:pt x="217456" y="88164"/>
                </a:lnTo>
                <a:lnTo>
                  <a:pt x="219324" y="88164"/>
                </a:lnTo>
                <a:close/>
                <a:moveTo>
                  <a:pt x="211785" y="91967"/>
                </a:moveTo>
                <a:lnTo>
                  <a:pt x="209950" y="91967"/>
                </a:lnTo>
                <a:lnTo>
                  <a:pt x="211318" y="90632"/>
                </a:lnTo>
                <a:lnTo>
                  <a:pt x="211318" y="88564"/>
                </a:lnTo>
                <a:lnTo>
                  <a:pt x="212586" y="89865"/>
                </a:lnTo>
                <a:lnTo>
                  <a:pt x="212586" y="91166"/>
                </a:lnTo>
                <a:close/>
                <a:moveTo>
                  <a:pt x="188502" y="91967"/>
                </a:moveTo>
                <a:lnTo>
                  <a:pt x="187668" y="91166"/>
                </a:lnTo>
                <a:lnTo>
                  <a:pt x="187668" y="89865"/>
                </a:lnTo>
                <a:lnTo>
                  <a:pt x="188969" y="88564"/>
                </a:lnTo>
                <a:lnTo>
                  <a:pt x="188969" y="90632"/>
                </a:lnTo>
                <a:lnTo>
                  <a:pt x="190303" y="91967"/>
                </a:lnTo>
                <a:lnTo>
                  <a:pt x="188502" y="91967"/>
                </a:lnTo>
                <a:close/>
                <a:moveTo>
                  <a:pt x="180996" y="91967"/>
                </a:moveTo>
                <a:lnTo>
                  <a:pt x="179162" y="91967"/>
                </a:lnTo>
                <a:lnTo>
                  <a:pt x="180529" y="90632"/>
                </a:lnTo>
                <a:lnTo>
                  <a:pt x="180529" y="88564"/>
                </a:lnTo>
                <a:lnTo>
                  <a:pt x="181797" y="89865"/>
                </a:lnTo>
                <a:lnTo>
                  <a:pt x="181797" y="91166"/>
                </a:lnTo>
                <a:close/>
                <a:moveTo>
                  <a:pt x="157713" y="91967"/>
                </a:moveTo>
                <a:lnTo>
                  <a:pt x="156879" y="91166"/>
                </a:lnTo>
                <a:lnTo>
                  <a:pt x="156879" y="89865"/>
                </a:lnTo>
                <a:lnTo>
                  <a:pt x="158180" y="88564"/>
                </a:lnTo>
                <a:lnTo>
                  <a:pt x="158180" y="90632"/>
                </a:lnTo>
                <a:lnTo>
                  <a:pt x="159514" y="91967"/>
                </a:lnTo>
                <a:lnTo>
                  <a:pt x="157713" y="91967"/>
                </a:lnTo>
                <a:close/>
                <a:moveTo>
                  <a:pt x="150174" y="91967"/>
                </a:moveTo>
                <a:lnTo>
                  <a:pt x="148373" y="91967"/>
                </a:lnTo>
                <a:lnTo>
                  <a:pt x="149741" y="90632"/>
                </a:lnTo>
                <a:lnTo>
                  <a:pt x="149741" y="88564"/>
                </a:lnTo>
                <a:lnTo>
                  <a:pt x="151008" y="89865"/>
                </a:lnTo>
                <a:lnTo>
                  <a:pt x="151008" y="91166"/>
                </a:lnTo>
                <a:close/>
                <a:moveTo>
                  <a:pt x="126924" y="91967"/>
                </a:moveTo>
                <a:lnTo>
                  <a:pt x="126091" y="91166"/>
                </a:lnTo>
                <a:lnTo>
                  <a:pt x="126091" y="89865"/>
                </a:lnTo>
                <a:lnTo>
                  <a:pt x="127358" y="88564"/>
                </a:lnTo>
                <a:lnTo>
                  <a:pt x="127358" y="90632"/>
                </a:lnTo>
                <a:lnTo>
                  <a:pt x="128726" y="91967"/>
                </a:lnTo>
                <a:lnTo>
                  <a:pt x="126924" y="91967"/>
                </a:lnTo>
                <a:close/>
                <a:moveTo>
                  <a:pt x="119386" y="91967"/>
                </a:moveTo>
                <a:lnTo>
                  <a:pt x="117584" y="91967"/>
                </a:lnTo>
                <a:lnTo>
                  <a:pt x="118952" y="90632"/>
                </a:lnTo>
                <a:lnTo>
                  <a:pt x="118952" y="88564"/>
                </a:lnTo>
                <a:lnTo>
                  <a:pt x="120220" y="89865"/>
                </a:lnTo>
                <a:lnTo>
                  <a:pt x="120220" y="91166"/>
                </a:lnTo>
                <a:close/>
                <a:moveTo>
                  <a:pt x="96136" y="91967"/>
                </a:moveTo>
                <a:lnTo>
                  <a:pt x="95302" y="91166"/>
                </a:lnTo>
                <a:lnTo>
                  <a:pt x="95302" y="89865"/>
                </a:lnTo>
                <a:lnTo>
                  <a:pt x="96569" y="88564"/>
                </a:lnTo>
                <a:lnTo>
                  <a:pt x="96569" y="90632"/>
                </a:lnTo>
                <a:lnTo>
                  <a:pt x="97937" y="91967"/>
                </a:lnTo>
                <a:lnTo>
                  <a:pt x="96136" y="91967"/>
                </a:lnTo>
                <a:close/>
                <a:moveTo>
                  <a:pt x="88597" y="91967"/>
                </a:moveTo>
                <a:lnTo>
                  <a:pt x="86796" y="91967"/>
                </a:lnTo>
                <a:lnTo>
                  <a:pt x="88130" y="90632"/>
                </a:lnTo>
                <a:lnTo>
                  <a:pt x="88130" y="88564"/>
                </a:lnTo>
                <a:lnTo>
                  <a:pt x="89431" y="89865"/>
                </a:lnTo>
                <a:lnTo>
                  <a:pt x="89431" y="91166"/>
                </a:lnTo>
                <a:close/>
                <a:moveTo>
                  <a:pt x="65347" y="91967"/>
                </a:moveTo>
                <a:lnTo>
                  <a:pt x="64513" y="91166"/>
                </a:lnTo>
                <a:lnTo>
                  <a:pt x="64513" y="89865"/>
                </a:lnTo>
                <a:lnTo>
                  <a:pt x="65781" y="88564"/>
                </a:lnTo>
                <a:lnTo>
                  <a:pt x="65781" y="90632"/>
                </a:lnTo>
                <a:lnTo>
                  <a:pt x="67148" y="91967"/>
                </a:lnTo>
                <a:lnTo>
                  <a:pt x="65347" y="91967"/>
                </a:lnTo>
                <a:close/>
                <a:moveTo>
                  <a:pt x="57808" y="91967"/>
                </a:moveTo>
                <a:lnTo>
                  <a:pt x="56007" y="91967"/>
                </a:lnTo>
                <a:lnTo>
                  <a:pt x="57341" y="90632"/>
                </a:lnTo>
                <a:lnTo>
                  <a:pt x="57341" y="88564"/>
                </a:lnTo>
                <a:lnTo>
                  <a:pt x="58642" y="89865"/>
                </a:lnTo>
                <a:lnTo>
                  <a:pt x="58642" y="91166"/>
                </a:lnTo>
                <a:close/>
                <a:moveTo>
                  <a:pt x="34525" y="91967"/>
                </a:moveTo>
                <a:lnTo>
                  <a:pt x="33725" y="91166"/>
                </a:lnTo>
                <a:lnTo>
                  <a:pt x="33725" y="89865"/>
                </a:lnTo>
                <a:lnTo>
                  <a:pt x="34992" y="88564"/>
                </a:lnTo>
                <a:lnTo>
                  <a:pt x="34992" y="90632"/>
                </a:lnTo>
                <a:lnTo>
                  <a:pt x="36360" y="91967"/>
                </a:lnTo>
                <a:lnTo>
                  <a:pt x="34525" y="91967"/>
                </a:lnTo>
                <a:close/>
                <a:moveTo>
                  <a:pt x="28254" y="89432"/>
                </a:moveTo>
                <a:lnTo>
                  <a:pt x="26986" y="88164"/>
                </a:lnTo>
                <a:lnTo>
                  <a:pt x="28854" y="88164"/>
                </a:lnTo>
                <a:lnTo>
                  <a:pt x="29155" y="88031"/>
                </a:lnTo>
                <a:lnTo>
                  <a:pt x="30389" y="86796"/>
                </a:lnTo>
                <a:lnTo>
                  <a:pt x="30389" y="88598"/>
                </a:lnTo>
                <a:lnTo>
                  <a:pt x="29555" y="89432"/>
                </a:lnTo>
                <a:lnTo>
                  <a:pt x="28254" y="89432"/>
                </a:lnTo>
                <a:close/>
                <a:moveTo>
                  <a:pt x="28254" y="33725"/>
                </a:moveTo>
                <a:lnTo>
                  <a:pt x="29555" y="33725"/>
                </a:lnTo>
                <a:lnTo>
                  <a:pt x="30389" y="34559"/>
                </a:lnTo>
                <a:lnTo>
                  <a:pt x="30389" y="36360"/>
                </a:lnTo>
                <a:lnTo>
                  <a:pt x="29155" y="35126"/>
                </a:lnTo>
                <a:lnTo>
                  <a:pt x="28854" y="34993"/>
                </a:lnTo>
                <a:lnTo>
                  <a:pt x="26986" y="34993"/>
                </a:lnTo>
                <a:close/>
                <a:moveTo>
                  <a:pt x="34525" y="31190"/>
                </a:moveTo>
                <a:lnTo>
                  <a:pt x="36360" y="31190"/>
                </a:lnTo>
                <a:lnTo>
                  <a:pt x="34992" y="32524"/>
                </a:lnTo>
                <a:lnTo>
                  <a:pt x="34992" y="34592"/>
                </a:lnTo>
                <a:lnTo>
                  <a:pt x="33725" y="33291"/>
                </a:lnTo>
                <a:lnTo>
                  <a:pt x="33725" y="31990"/>
                </a:lnTo>
                <a:close/>
                <a:moveTo>
                  <a:pt x="57808" y="31190"/>
                </a:moveTo>
                <a:lnTo>
                  <a:pt x="58642" y="31990"/>
                </a:lnTo>
                <a:lnTo>
                  <a:pt x="58642" y="33291"/>
                </a:lnTo>
                <a:lnTo>
                  <a:pt x="57341" y="34592"/>
                </a:lnTo>
                <a:lnTo>
                  <a:pt x="57341" y="32524"/>
                </a:lnTo>
                <a:lnTo>
                  <a:pt x="56007" y="31190"/>
                </a:lnTo>
                <a:lnTo>
                  <a:pt x="57808" y="31190"/>
                </a:lnTo>
                <a:close/>
                <a:moveTo>
                  <a:pt x="65347" y="31190"/>
                </a:moveTo>
                <a:lnTo>
                  <a:pt x="67148" y="31190"/>
                </a:lnTo>
                <a:lnTo>
                  <a:pt x="65781" y="32524"/>
                </a:lnTo>
                <a:lnTo>
                  <a:pt x="65781" y="34592"/>
                </a:lnTo>
                <a:lnTo>
                  <a:pt x="64513" y="33291"/>
                </a:lnTo>
                <a:lnTo>
                  <a:pt x="64513" y="31990"/>
                </a:lnTo>
                <a:close/>
                <a:moveTo>
                  <a:pt x="88597" y="31190"/>
                </a:moveTo>
                <a:lnTo>
                  <a:pt x="89431" y="31990"/>
                </a:lnTo>
                <a:lnTo>
                  <a:pt x="89431" y="33291"/>
                </a:lnTo>
                <a:lnTo>
                  <a:pt x="88130" y="34592"/>
                </a:lnTo>
                <a:lnTo>
                  <a:pt x="88130" y="32524"/>
                </a:lnTo>
                <a:lnTo>
                  <a:pt x="86796" y="31190"/>
                </a:lnTo>
                <a:lnTo>
                  <a:pt x="88597" y="31190"/>
                </a:lnTo>
                <a:close/>
                <a:moveTo>
                  <a:pt x="96136" y="31190"/>
                </a:moveTo>
                <a:lnTo>
                  <a:pt x="97937" y="31190"/>
                </a:lnTo>
                <a:lnTo>
                  <a:pt x="96569" y="32524"/>
                </a:lnTo>
                <a:lnTo>
                  <a:pt x="96569" y="34592"/>
                </a:lnTo>
                <a:lnTo>
                  <a:pt x="95302" y="33291"/>
                </a:lnTo>
                <a:lnTo>
                  <a:pt x="95302" y="31990"/>
                </a:lnTo>
                <a:close/>
                <a:moveTo>
                  <a:pt x="119386" y="31190"/>
                </a:moveTo>
                <a:lnTo>
                  <a:pt x="120220" y="31990"/>
                </a:lnTo>
                <a:lnTo>
                  <a:pt x="120220" y="33291"/>
                </a:lnTo>
                <a:lnTo>
                  <a:pt x="118952" y="34592"/>
                </a:lnTo>
                <a:lnTo>
                  <a:pt x="118952" y="32524"/>
                </a:lnTo>
                <a:lnTo>
                  <a:pt x="117584" y="31190"/>
                </a:lnTo>
                <a:lnTo>
                  <a:pt x="119386" y="31190"/>
                </a:lnTo>
                <a:close/>
                <a:moveTo>
                  <a:pt x="126924" y="31190"/>
                </a:moveTo>
                <a:lnTo>
                  <a:pt x="128726" y="31190"/>
                </a:lnTo>
                <a:lnTo>
                  <a:pt x="127391" y="32524"/>
                </a:lnTo>
                <a:lnTo>
                  <a:pt x="127391" y="34592"/>
                </a:lnTo>
                <a:lnTo>
                  <a:pt x="126091" y="33291"/>
                </a:lnTo>
                <a:lnTo>
                  <a:pt x="126091" y="31990"/>
                </a:lnTo>
                <a:close/>
                <a:moveTo>
                  <a:pt x="150174" y="31190"/>
                </a:moveTo>
                <a:lnTo>
                  <a:pt x="151008" y="31990"/>
                </a:lnTo>
                <a:lnTo>
                  <a:pt x="151008" y="33291"/>
                </a:lnTo>
                <a:lnTo>
                  <a:pt x="149741" y="34592"/>
                </a:lnTo>
                <a:lnTo>
                  <a:pt x="149741" y="32524"/>
                </a:lnTo>
                <a:lnTo>
                  <a:pt x="148373" y="31190"/>
                </a:lnTo>
                <a:lnTo>
                  <a:pt x="150174" y="31190"/>
                </a:lnTo>
                <a:close/>
                <a:moveTo>
                  <a:pt x="157713" y="31190"/>
                </a:moveTo>
                <a:lnTo>
                  <a:pt x="159514" y="31190"/>
                </a:lnTo>
                <a:lnTo>
                  <a:pt x="158180" y="32524"/>
                </a:lnTo>
                <a:lnTo>
                  <a:pt x="158180" y="34592"/>
                </a:lnTo>
                <a:lnTo>
                  <a:pt x="156879" y="33291"/>
                </a:lnTo>
                <a:lnTo>
                  <a:pt x="156879" y="31990"/>
                </a:lnTo>
                <a:close/>
                <a:moveTo>
                  <a:pt x="180996" y="31190"/>
                </a:moveTo>
                <a:lnTo>
                  <a:pt x="181797" y="31990"/>
                </a:lnTo>
                <a:lnTo>
                  <a:pt x="181797" y="33291"/>
                </a:lnTo>
                <a:lnTo>
                  <a:pt x="180529" y="34592"/>
                </a:lnTo>
                <a:lnTo>
                  <a:pt x="180529" y="32524"/>
                </a:lnTo>
                <a:lnTo>
                  <a:pt x="179162" y="31190"/>
                </a:lnTo>
                <a:lnTo>
                  <a:pt x="180996" y="31190"/>
                </a:lnTo>
                <a:close/>
                <a:moveTo>
                  <a:pt x="188502" y="31190"/>
                </a:moveTo>
                <a:lnTo>
                  <a:pt x="190303" y="31190"/>
                </a:lnTo>
                <a:lnTo>
                  <a:pt x="188969" y="32524"/>
                </a:lnTo>
                <a:lnTo>
                  <a:pt x="188969" y="34592"/>
                </a:lnTo>
                <a:lnTo>
                  <a:pt x="187668" y="33291"/>
                </a:lnTo>
                <a:lnTo>
                  <a:pt x="187668" y="31990"/>
                </a:lnTo>
                <a:close/>
                <a:moveTo>
                  <a:pt x="211785" y="31190"/>
                </a:moveTo>
                <a:lnTo>
                  <a:pt x="212586" y="31990"/>
                </a:lnTo>
                <a:lnTo>
                  <a:pt x="212586" y="33291"/>
                </a:lnTo>
                <a:lnTo>
                  <a:pt x="211318" y="34592"/>
                </a:lnTo>
                <a:lnTo>
                  <a:pt x="211318" y="32524"/>
                </a:lnTo>
                <a:lnTo>
                  <a:pt x="209950" y="31190"/>
                </a:lnTo>
                <a:lnTo>
                  <a:pt x="211785" y="31190"/>
                </a:lnTo>
                <a:close/>
                <a:moveTo>
                  <a:pt x="215121" y="57809"/>
                </a:moveTo>
                <a:lnTo>
                  <a:pt x="214320" y="58643"/>
                </a:lnTo>
                <a:lnTo>
                  <a:pt x="213019" y="58643"/>
                </a:lnTo>
                <a:lnTo>
                  <a:pt x="211718" y="57375"/>
                </a:lnTo>
                <a:lnTo>
                  <a:pt x="213620" y="57375"/>
                </a:lnTo>
                <a:lnTo>
                  <a:pt x="213887" y="57242"/>
                </a:lnTo>
                <a:lnTo>
                  <a:pt x="215121" y="56008"/>
                </a:lnTo>
                <a:close/>
                <a:moveTo>
                  <a:pt x="31189" y="65348"/>
                </a:moveTo>
                <a:lnTo>
                  <a:pt x="31990" y="64514"/>
                </a:lnTo>
                <a:lnTo>
                  <a:pt x="33291" y="64514"/>
                </a:lnTo>
                <a:lnTo>
                  <a:pt x="34592" y="65815"/>
                </a:lnTo>
                <a:lnTo>
                  <a:pt x="32691" y="65815"/>
                </a:lnTo>
                <a:lnTo>
                  <a:pt x="32424" y="65915"/>
                </a:lnTo>
                <a:lnTo>
                  <a:pt x="31156" y="67149"/>
                </a:lnTo>
                <a:lnTo>
                  <a:pt x="31156" y="65348"/>
                </a:lnTo>
                <a:close/>
                <a:moveTo>
                  <a:pt x="210618" y="86896"/>
                </a:moveTo>
                <a:lnTo>
                  <a:pt x="209083" y="85362"/>
                </a:lnTo>
                <a:lnTo>
                  <a:pt x="209083" y="80692"/>
                </a:lnTo>
                <a:lnTo>
                  <a:pt x="212419" y="77356"/>
                </a:lnTo>
                <a:lnTo>
                  <a:pt x="214587" y="77356"/>
                </a:lnTo>
                <a:lnTo>
                  <a:pt x="210618" y="81326"/>
                </a:lnTo>
                <a:lnTo>
                  <a:pt x="210618" y="86896"/>
                </a:lnTo>
                <a:close/>
                <a:moveTo>
                  <a:pt x="189636" y="86896"/>
                </a:moveTo>
                <a:lnTo>
                  <a:pt x="189636" y="81326"/>
                </a:lnTo>
                <a:lnTo>
                  <a:pt x="185700" y="77356"/>
                </a:lnTo>
                <a:lnTo>
                  <a:pt x="187868" y="77356"/>
                </a:lnTo>
                <a:lnTo>
                  <a:pt x="191170" y="80692"/>
                </a:lnTo>
                <a:lnTo>
                  <a:pt x="191170" y="85362"/>
                </a:lnTo>
                <a:close/>
                <a:moveTo>
                  <a:pt x="179829" y="86896"/>
                </a:moveTo>
                <a:lnTo>
                  <a:pt x="178294" y="85362"/>
                </a:lnTo>
                <a:lnTo>
                  <a:pt x="178294" y="80692"/>
                </a:lnTo>
                <a:lnTo>
                  <a:pt x="181630" y="77356"/>
                </a:lnTo>
                <a:lnTo>
                  <a:pt x="183798" y="77356"/>
                </a:lnTo>
                <a:lnTo>
                  <a:pt x="179829" y="81326"/>
                </a:lnTo>
                <a:lnTo>
                  <a:pt x="179829" y="86896"/>
                </a:lnTo>
                <a:close/>
                <a:moveTo>
                  <a:pt x="158847" y="86896"/>
                </a:moveTo>
                <a:lnTo>
                  <a:pt x="158847" y="81326"/>
                </a:lnTo>
                <a:lnTo>
                  <a:pt x="154911" y="77356"/>
                </a:lnTo>
                <a:lnTo>
                  <a:pt x="157079" y="77356"/>
                </a:lnTo>
                <a:lnTo>
                  <a:pt x="160382" y="80692"/>
                </a:lnTo>
                <a:lnTo>
                  <a:pt x="160382" y="85362"/>
                </a:lnTo>
                <a:close/>
                <a:moveTo>
                  <a:pt x="149040" y="86896"/>
                </a:moveTo>
                <a:lnTo>
                  <a:pt x="147506" y="85362"/>
                </a:lnTo>
                <a:lnTo>
                  <a:pt x="147506" y="80692"/>
                </a:lnTo>
                <a:lnTo>
                  <a:pt x="150842" y="77356"/>
                </a:lnTo>
                <a:lnTo>
                  <a:pt x="152976" y="77356"/>
                </a:lnTo>
                <a:lnTo>
                  <a:pt x="149040" y="81326"/>
                </a:lnTo>
                <a:lnTo>
                  <a:pt x="149040" y="86896"/>
                </a:lnTo>
                <a:close/>
                <a:moveTo>
                  <a:pt x="128059" y="86896"/>
                </a:moveTo>
                <a:lnTo>
                  <a:pt x="128059" y="81326"/>
                </a:lnTo>
                <a:lnTo>
                  <a:pt x="124122" y="77356"/>
                </a:lnTo>
                <a:lnTo>
                  <a:pt x="126291" y="77356"/>
                </a:lnTo>
                <a:lnTo>
                  <a:pt x="129593" y="80692"/>
                </a:lnTo>
                <a:lnTo>
                  <a:pt x="129593" y="85362"/>
                </a:lnTo>
                <a:close/>
                <a:moveTo>
                  <a:pt x="118252" y="86896"/>
                </a:moveTo>
                <a:lnTo>
                  <a:pt x="116717" y="85362"/>
                </a:lnTo>
                <a:lnTo>
                  <a:pt x="116717" y="80692"/>
                </a:lnTo>
                <a:lnTo>
                  <a:pt x="120053" y="77356"/>
                </a:lnTo>
                <a:lnTo>
                  <a:pt x="122188" y="77356"/>
                </a:lnTo>
                <a:lnTo>
                  <a:pt x="118252" y="81326"/>
                </a:lnTo>
                <a:close/>
                <a:moveTo>
                  <a:pt x="97270" y="86896"/>
                </a:moveTo>
                <a:lnTo>
                  <a:pt x="97270" y="81326"/>
                </a:lnTo>
                <a:lnTo>
                  <a:pt x="93334" y="77356"/>
                </a:lnTo>
                <a:lnTo>
                  <a:pt x="95469" y="77356"/>
                </a:lnTo>
                <a:lnTo>
                  <a:pt x="98804" y="80692"/>
                </a:lnTo>
                <a:lnTo>
                  <a:pt x="98804" y="85362"/>
                </a:lnTo>
                <a:close/>
                <a:moveTo>
                  <a:pt x="87463" y="86896"/>
                </a:moveTo>
                <a:lnTo>
                  <a:pt x="85929" y="85362"/>
                </a:lnTo>
                <a:lnTo>
                  <a:pt x="85929" y="80692"/>
                </a:lnTo>
                <a:lnTo>
                  <a:pt x="89231" y="77356"/>
                </a:lnTo>
                <a:lnTo>
                  <a:pt x="91399" y="77356"/>
                </a:lnTo>
                <a:lnTo>
                  <a:pt x="87463" y="81326"/>
                </a:lnTo>
                <a:close/>
                <a:moveTo>
                  <a:pt x="66481" y="86896"/>
                </a:moveTo>
                <a:lnTo>
                  <a:pt x="66481" y="81326"/>
                </a:lnTo>
                <a:lnTo>
                  <a:pt x="62545" y="77356"/>
                </a:lnTo>
                <a:lnTo>
                  <a:pt x="64713" y="77356"/>
                </a:lnTo>
                <a:lnTo>
                  <a:pt x="68016" y="80692"/>
                </a:lnTo>
                <a:lnTo>
                  <a:pt x="68016" y="85362"/>
                </a:lnTo>
                <a:close/>
                <a:moveTo>
                  <a:pt x="56674" y="86896"/>
                </a:moveTo>
                <a:lnTo>
                  <a:pt x="55140" y="85362"/>
                </a:lnTo>
                <a:lnTo>
                  <a:pt x="55140" y="80692"/>
                </a:lnTo>
                <a:lnTo>
                  <a:pt x="58442" y="77356"/>
                </a:lnTo>
                <a:lnTo>
                  <a:pt x="60610" y="77356"/>
                </a:lnTo>
                <a:lnTo>
                  <a:pt x="56674" y="81326"/>
                </a:lnTo>
                <a:close/>
                <a:moveTo>
                  <a:pt x="35693" y="86896"/>
                </a:moveTo>
                <a:lnTo>
                  <a:pt x="35693" y="81326"/>
                </a:lnTo>
                <a:lnTo>
                  <a:pt x="31723" y="77356"/>
                </a:lnTo>
                <a:lnTo>
                  <a:pt x="33891" y="77356"/>
                </a:lnTo>
                <a:lnTo>
                  <a:pt x="37227" y="80692"/>
                </a:lnTo>
                <a:lnTo>
                  <a:pt x="37227" y="85362"/>
                </a:lnTo>
                <a:close/>
                <a:moveTo>
                  <a:pt x="35693" y="36260"/>
                </a:moveTo>
                <a:lnTo>
                  <a:pt x="37227" y="37795"/>
                </a:lnTo>
                <a:lnTo>
                  <a:pt x="37227" y="42465"/>
                </a:lnTo>
                <a:lnTo>
                  <a:pt x="33891" y="45800"/>
                </a:lnTo>
                <a:lnTo>
                  <a:pt x="31723" y="45800"/>
                </a:lnTo>
                <a:lnTo>
                  <a:pt x="35693" y="41831"/>
                </a:lnTo>
                <a:lnTo>
                  <a:pt x="35693" y="36260"/>
                </a:lnTo>
                <a:close/>
                <a:moveTo>
                  <a:pt x="56674" y="36260"/>
                </a:moveTo>
                <a:lnTo>
                  <a:pt x="56674" y="41831"/>
                </a:lnTo>
                <a:lnTo>
                  <a:pt x="60610" y="45800"/>
                </a:lnTo>
                <a:lnTo>
                  <a:pt x="58442" y="45800"/>
                </a:lnTo>
                <a:lnTo>
                  <a:pt x="55140" y="42465"/>
                </a:lnTo>
                <a:lnTo>
                  <a:pt x="55140" y="37795"/>
                </a:lnTo>
                <a:close/>
                <a:moveTo>
                  <a:pt x="66481" y="36260"/>
                </a:moveTo>
                <a:lnTo>
                  <a:pt x="68016" y="37795"/>
                </a:lnTo>
                <a:lnTo>
                  <a:pt x="68016" y="42465"/>
                </a:lnTo>
                <a:lnTo>
                  <a:pt x="64680" y="45800"/>
                </a:lnTo>
                <a:lnTo>
                  <a:pt x="62512" y="45800"/>
                </a:lnTo>
                <a:lnTo>
                  <a:pt x="66481" y="41831"/>
                </a:lnTo>
                <a:lnTo>
                  <a:pt x="66481" y="36260"/>
                </a:lnTo>
                <a:close/>
                <a:moveTo>
                  <a:pt x="87463" y="36260"/>
                </a:moveTo>
                <a:lnTo>
                  <a:pt x="87463" y="41831"/>
                </a:lnTo>
                <a:lnTo>
                  <a:pt x="91399" y="45800"/>
                </a:lnTo>
                <a:lnTo>
                  <a:pt x="89231" y="45800"/>
                </a:lnTo>
                <a:lnTo>
                  <a:pt x="85929" y="42465"/>
                </a:lnTo>
                <a:lnTo>
                  <a:pt x="85929" y="37795"/>
                </a:lnTo>
                <a:close/>
                <a:moveTo>
                  <a:pt x="97270" y="36260"/>
                </a:moveTo>
                <a:lnTo>
                  <a:pt x="98804" y="37795"/>
                </a:lnTo>
                <a:lnTo>
                  <a:pt x="98804" y="42465"/>
                </a:lnTo>
                <a:lnTo>
                  <a:pt x="95469" y="45800"/>
                </a:lnTo>
                <a:lnTo>
                  <a:pt x="93334" y="45800"/>
                </a:lnTo>
                <a:lnTo>
                  <a:pt x="97270" y="41831"/>
                </a:lnTo>
                <a:close/>
                <a:moveTo>
                  <a:pt x="118252" y="36260"/>
                </a:moveTo>
                <a:lnTo>
                  <a:pt x="118252" y="41831"/>
                </a:lnTo>
                <a:lnTo>
                  <a:pt x="122188" y="45800"/>
                </a:lnTo>
                <a:lnTo>
                  <a:pt x="120053" y="45800"/>
                </a:lnTo>
                <a:lnTo>
                  <a:pt x="116717" y="42465"/>
                </a:lnTo>
                <a:lnTo>
                  <a:pt x="116717" y="37795"/>
                </a:lnTo>
                <a:close/>
                <a:moveTo>
                  <a:pt x="128059" y="36260"/>
                </a:moveTo>
                <a:lnTo>
                  <a:pt x="129593" y="37795"/>
                </a:lnTo>
                <a:lnTo>
                  <a:pt x="129593" y="42465"/>
                </a:lnTo>
                <a:lnTo>
                  <a:pt x="126291" y="45800"/>
                </a:lnTo>
                <a:lnTo>
                  <a:pt x="124122" y="45800"/>
                </a:lnTo>
                <a:lnTo>
                  <a:pt x="128059" y="41831"/>
                </a:lnTo>
                <a:lnTo>
                  <a:pt x="128059" y="36260"/>
                </a:lnTo>
                <a:close/>
                <a:moveTo>
                  <a:pt x="149040" y="36260"/>
                </a:moveTo>
                <a:lnTo>
                  <a:pt x="149040" y="41831"/>
                </a:lnTo>
                <a:lnTo>
                  <a:pt x="153010" y="45800"/>
                </a:lnTo>
                <a:lnTo>
                  <a:pt x="150842" y="45800"/>
                </a:lnTo>
                <a:lnTo>
                  <a:pt x="147506" y="42465"/>
                </a:lnTo>
                <a:lnTo>
                  <a:pt x="147506" y="37795"/>
                </a:lnTo>
                <a:close/>
                <a:moveTo>
                  <a:pt x="158847" y="36260"/>
                </a:moveTo>
                <a:lnTo>
                  <a:pt x="160382" y="37795"/>
                </a:lnTo>
                <a:lnTo>
                  <a:pt x="160382" y="42465"/>
                </a:lnTo>
                <a:lnTo>
                  <a:pt x="157079" y="45800"/>
                </a:lnTo>
                <a:lnTo>
                  <a:pt x="154911" y="45800"/>
                </a:lnTo>
                <a:lnTo>
                  <a:pt x="158847" y="41831"/>
                </a:lnTo>
                <a:lnTo>
                  <a:pt x="158847" y="36260"/>
                </a:lnTo>
                <a:close/>
                <a:moveTo>
                  <a:pt x="179829" y="36260"/>
                </a:moveTo>
                <a:lnTo>
                  <a:pt x="179829" y="41831"/>
                </a:lnTo>
                <a:lnTo>
                  <a:pt x="183798" y="45800"/>
                </a:lnTo>
                <a:lnTo>
                  <a:pt x="181630" y="45800"/>
                </a:lnTo>
                <a:lnTo>
                  <a:pt x="178294" y="42465"/>
                </a:lnTo>
                <a:lnTo>
                  <a:pt x="178294" y="37795"/>
                </a:lnTo>
                <a:close/>
                <a:moveTo>
                  <a:pt x="189636" y="36260"/>
                </a:moveTo>
                <a:lnTo>
                  <a:pt x="191170" y="37795"/>
                </a:lnTo>
                <a:lnTo>
                  <a:pt x="191170" y="42465"/>
                </a:lnTo>
                <a:lnTo>
                  <a:pt x="187868" y="45800"/>
                </a:lnTo>
                <a:lnTo>
                  <a:pt x="185700" y="45800"/>
                </a:lnTo>
                <a:lnTo>
                  <a:pt x="189636" y="41831"/>
                </a:lnTo>
                <a:lnTo>
                  <a:pt x="189636" y="36260"/>
                </a:lnTo>
                <a:close/>
                <a:moveTo>
                  <a:pt x="208549" y="68016"/>
                </a:moveTo>
                <a:lnTo>
                  <a:pt x="203846" y="68016"/>
                </a:lnTo>
                <a:lnTo>
                  <a:pt x="200544" y="64714"/>
                </a:lnTo>
                <a:lnTo>
                  <a:pt x="200544" y="62546"/>
                </a:lnTo>
                <a:lnTo>
                  <a:pt x="204480" y="66482"/>
                </a:lnTo>
                <a:lnTo>
                  <a:pt x="210084" y="66482"/>
                </a:lnTo>
                <a:close/>
                <a:moveTo>
                  <a:pt x="208916" y="76589"/>
                </a:moveTo>
                <a:lnTo>
                  <a:pt x="206648" y="74287"/>
                </a:lnTo>
                <a:lnTo>
                  <a:pt x="206648" y="71052"/>
                </a:lnTo>
                <a:lnTo>
                  <a:pt x="208316" y="69351"/>
                </a:lnTo>
                <a:lnTo>
                  <a:pt x="208316" y="73587"/>
                </a:lnTo>
                <a:lnTo>
                  <a:pt x="211285" y="76589"/>
                </a:lnTo>
                <a:lnTo>
                  <a:pt x="208916" y="76589"/>
                </a:lnTo>
                <a:close/>
                <a:moveTo>
                  <a:pt x="205848" y="82126"/>
                </a:moveTo>
                <a:lnTo>
                  <a:pt x="204513" y="80792"/>
                </a:lnTo>
                <a:lnTo>
                  <a:pt x="204513" y="78791"/>
                </a:lnTo>
                <a:lnTo>
                  <a:pt x="205948" y="77356"/>
                </a:lnTo>
                <a:lnTo>
                  <a:pt x="207816" y="77356"/>
                </a:lnTo>
                <a:lnTo>
                  <a:pt x="205848" y="79324"/>
                </a:lnTo>
                <a:close/>
                <a:moveTo>
                  <a:pt x="188969" y="76589"/>
                </a:moveTo>
                <a:lnTo>
                  <a:pt x="191971" y="73587"/>
                </a:lnTo>
                <a:lnTo>
                  <a:pt x="191971" y="69351"/>
                </a:lnTo>
                <a:lnTo>
                  <a:pt x="193639" y="71052"/>
                </a:lnTo>
                <a:lnTo>
                  <a:pt x="193639" y="74287"/>
                </a:lnTo>
                <a:lnTo>
                  <a:pt x="191337" y="76589"/>
                </a:lnTo>
                <a:close/>
                <a:moveTo>
                  <a:pt x="185700" y="76589"/>
                </a:moveTo>
                <a:lnTo>
                  <a:pt x="189636" y="72620"/>
                </a:lnTo>
                <a:lnTo>
                  <a:pt x="189636" y="67049"/>
                </a:lnTo>
                <a:lnTo>
                  <a:pt x="191170" y="68583"/>
                </a:lnTo>
                <a:lnTo>
                  <a:pt x="191170" y="73253"/>
                </a:lnTo>
                <a:lnTo>
                  <a:pt x="187868" y="76589"/>
                </a:lnTo>
                <a:lnTo>
                  <a:pt x="185700" y="76589"/>
                </a:lnTo>
                <a:close/>
                <a:moveTo>
                  <a:pt x="181630" y="76589"/>
                </a:moveTo>
                <a:lnTo>
                  <a:pt x="178294" y="73253"/>
                </a:lnTo>
                <a:lnTo>
                  <a:pt x="178294" y="68583"/>
                </a:lnTo>
                <a:lnTo>
                  <a:pt x="179829" y="67049"/>
                </a:lnTo>
                <a:lnTo>
                  <a:pt x="179829" y="72620"/>
                </a:lnTo>
                <a:lnTo>
                  <a:pt x="183798" y="76589"/>
                </a:lnTo>
                <a:lnTo>
                  <a:pt x="181630" y="76589"/>
                </a:lnTo>
                <a:close/>
                <a:moveTo>
                  <a:pt x="178128" y="76589"/>
                </a:moveTo>
                <a:lnTo>
                  <a:pt x="175826" y="74287"/>
                </a:lnTo>
                <a:lnTo>
                  <a:pt x="175826" y="71052"/>
                </a:lnTo>
                <a:lnTo>
                  <a:pt x="177527" y="69351"/>
                </a:lnTo>
                <a:lnTo>
                  <a:pt x="177527" y="73587"/>
                </a:lnTo>
                <a:lnTo>
                  <a:pt x="180496" y="76589"/>
                </a:lnTo>
                <a:lnTo>
                  <a:pt x="178128" y="76589"/>
                </a:lnTo>
                <a:close/>
                <a:moveTo>
                  <a:pt x="175059" y="82126"/>
                </a:moveTo>
                <a:lnTo>
                  <a:pt x="173725" y="80792"/>
                </a:lnTo>
                <a:lnTo>
                  <a:pt x="173725" y="78791"/>
                </a:lnTo>
                <a:lnTo>
                  <a:pt x="175159" y="77356"/>
                </a:lnTo>
                <a:lnTo>
                  <a:pt x="177027" y="77356"/>
                </a:lnTo>
                <a:lnTo>
                  <a:pt x="175059" y="79324"/>
                </a:lnTo>
                <a:close/>
                <a:moveTo>
                  <a:pt x="158180" y="76589"/>
                </a:moveTo>
                <a:lnTo>
                  <a:pt x="161182" y="73587"/>
                </a:lnTo>
                <a:lnTo>
                  <a:pt x="161182" y="69351"/>
                </a:lnTo>
                <a:lnTo>
                  <a:pt x="162850" y="71052"/>
                </a:lnTo>
                <a:lnTo>
                  <a:pt x="162850" y="74287"/>
                </a:lnTo>
                <a:lnTo>
                  <a:pt x="160548" y="76589"/>
                </a:lnTo>
                <a:close/>
                <a:moveTo>
                  <a:pt x="154911" y="76589"/>
                </a:moveTo>
                <a:lnTo>
                  <a:pt x="158847" y="72620"/>
                </a:lnTo>
                <a:lnTo>
                  <a:pt x="158847" y="67049"/>
                </a:lnTo>
                <a:lnTo>
                  <a:pt x="160382" y="68583"/>
                </a:lnTo>
                <a:lnTo>
                  <a:pt x="160382" y="73253"/>
                </a:lnTo>
                <a:lnTo>
                  <a:pt x="157079" y="76589"/>
                </a:lnTo>
                <a:lnTo>
                  <a:pt x="154911" y="76589"/>
                </a:lnTo>
                <a:close/>
                <a:moveTo>
                  <a:pt x="150842" y="76589"/>
                </a:moveTo>
                <a:lnTo>
                  <a:pt x="147506" y="73253"/>
                </a:lnTo>
                <a:lnTo>
                  <a:pt x="147506" y="68583"/>
                </a:lnTo>
                <a:lnTo>
                  <a:pt x="149040" y="67049"/>
                </a:lnTo>
                <a:lnTo>
                  <a:pt x="149040" y="72620"/>
                </a:lnTo>
                <a:lnTo>
                  <a:pt x="153010" y="76589"/>
                </a:lnTo>
                <a:lnTo>
                  <a:pt x="150842" y="76589"/>
                </a:lnTo>
                <a:close/>
                <a:moveTo>
                  <a:pt x="147339" y="76589"/>
                </a:moveTo>
                <a:lnTo>
                  <a:pt x="145037" y="74287"/>
                </a:lnTo>
                <a:lnTo>
                  <a:pt x="145037" y="71052"/>
                </a:lnTo>
                <a:lnTo>
                  <a:pt x="146739" y="69351"/>
                </a:lnTo>
                <a:lnTo>
                  <a:pt x="146739" y="73587"/>
                </a:lnTo>
                <a:lnTo>
                  <a:pt x="149707" y="76589"/>
                </a:lnTo>
                <a:lnTo>
                  <a:pt x="147339" y="76589"/>
                </a:lnTo>
                <a:close/>
                <a:moveTo>
                  <a:pt x="144270" y="82126"/>
                </a:moveTo>
                <a:lnTo>
                  <a:pt x="142936" y="80792"/>
                </a:lnTo>
                <a:lnTo>
                  <a:pt x="142936" y="78791"/>
                </a:lnTo>
                <a:lnTo>
                  <a:pt x="144370" y="77356"/>
                </a:lnTo>
                <a:lnTo>
                  <a:pt x="146238" y="77356"/>
                </a:lnTo>
                <a:lnTo>
                  <a:pt x="144270" y="79324"/>
                </a:lnTo>
                <a:close/>
                <a:moveTo>
                  <a:pt x="127391" y="76589"/>
                </a:moveTo>
                <a:lnTo>
                  <a:pt x="130394" y="73587"/>
                </a:lnTo>
                <a:lnTo>
                  <a:pt x="130394" y="69351"/>
                </a:lnTo>
                <a:lnTo>
                  <a:pt x="132061" y="71052"/>
                </a:lnTo>
                <a:lnTo>
                  <a:pt x="132061" y="74287"/>
                </a:lnTo>
                <a:lnTo>
                  <a:pt x="129760" y="76589"/>
                </a:lnTo>
                <a:close/>
                <a:moveTo>
                  <a:pt x="124122" y="76589"/>
                </a:moveTo>
                <a:lnTo>
                  <a:pt x="128059" y="72620"/>
                </a:lnTo>
                <a:lnTo>
                  <a:pt x="128059" y="67049"/>
                </a:lnTo>
                <a:lnTo>
                  <a:pt x="129593" y="68583"/>
                </a:lnTo>
                <a:lnTo>
                  <a:pt x="129593" y="73253"/>
                </a:lnTo>
                <a:lnTo>
                  <a:pt x="126291" y="76589"/>
                </a:lnTo>
                <a:lnTo>
                  <a:pt x="124122" y="76589"/>
                </a:lnTo>
                <a:close/>
                <a:moveTo>
                  <a:pt x="120053" y="76589"/>
                </a:moveTo>
                <a:lnTo>
                  <a:pt x="116717" y="73253"/>
                </a:lnTo>
                <a:lnTo>
                  <a:pt x="116717" y="68583"/>
                </a:lnTo>
                <a:lnTo>
                  <a:pt x="118252" y="67049"/>
                </a:lnTo>
                <a:lnTo>
                  <a:pt x="118252" y="72620"/>
                </a:lnTo>
                <a:lnTo>
                  <a:pt x="122188" y="76589"/>
                </a:lnTo>
                <a:lnTo>
                  <a:pt x="120053" y="76589"/>
                </a:lnTo>
                <a:close/>
                <a:moveTo>
                  <a:pt x="116550" y="76589"/>
                </a:moveTo>
                <a:lnTo>
                  <a:pt x="114249" y="74287"/>
                </a:lnTo>
                <a:lnTo>
                  <a:pt x="114249" y="71052"/>
                </a:lnTo>
                <a:lnTo>
                  <a:pt x="115950" y="69351"/>
                </a:lnTo>
                <a:lnTo>
                  <a:pt x="115950" y="73587"/>
                </a:lnTo>
                <a:lnTo>
                  <a:pt x="118919" y="76589"/>
                </a:lnTo>
                <a:lnTo>
                  <a:pt x="116550" y="76589"/>
                </a:lnTo>
                <a:close/>
                <a:moveTo>
                  <a:pt x="113482" y="82126"/>
                </a:moveTo>
                <a:lnTo>
                  <a:pt x="112147" y="80792"/>
                </a:lnTo>
                <a:lnTo>
                  <a:pt x="112147" y="78791"/>
                </a:lnTo>
                <a:lnTo>
                  <a:pt x="113582" y="77356"/>
                </a:lnTo>
                <a:lnTo>
                  <a:pt x="115450" y="77356"/>
                </a:lnTo>
                <a:lnTo>
                  <a:pt x="113482" y="79324"/>
                </a:lnTo>
                <a:close/>
                <a:moveTo>
                  <a:pt x="96603" y="76589"/>
                </a:moveTo>
                <a:lnTo>
                  <a:pt x="99605" y="73587"/>
                </a:lnTo>
                <a:lnTo>
                  <a:pt x="99605" y="69351"/>
                </a:lnTo>
                <a:lnTo>
                  <a:pt x="101273" y="71052"/>
                </a:lnTo>
                <a:lnTo>
                  <a:pt x="101273" y="74287"/>
                </a:lnTo>
                <a:lnTo>
                  <a:pt x="98971" y="76589"/>
                </a:lnTo>
                <a:close/>
                <a:moveTo>
                  <a:pt x="93334" y="76589"/>
                </a:moveTo>
                <a:lnTo>
                  <a:pt x="97270" y="72620"/>
                </a:lnTo>
                <a:lnTo>
                  <a:pt x="97270" y="67049"/>
                </a:lnTo>
                <a:lnTo>
                  <a:pt x="98804" y="68583"/>
                </a:lnTo>
                <a:lnTo>
                  <a:pt x="98804" y="73253"/>
                </a:lnTo>
                <a:lnTo>
                  <a:pt x="95469" y="76589"/>
                </a:lnTo>
                <a:lnTo>
                  <a:pt x="93334" y="76589"/>
                </a:lnTo>
                <a:close/>
                <a:moveTo>
                  <a:pt x="89231" y="76589"/>
                </a:moveTo>
                <a:lnTo>
                  <a:pt x="85929" y="73253"/>
                </a:lnTo>
                <a:lnTo>
                  <a:pt x="85929" y="68583"/>
                </a:lnTo>
                <a:lnTo>
                  <a:pt x="87463" y="67049"/>
                </a:lnTo>
                <a:lnTo>
                  <a:pt x="87463" y="72620"/>
                </a:lnTo>
                <a:lnTo>
                  <a:pt x="91399" y="76589"/>
                </a:lnTo>
                <a:lnTo>
                  <a:pt x="89231" y="76589"/>
                </a:lnTo>
                <a:close/>
                <a:moveTo>
                  <a:pt x="85762" y="76589"/>
                </a:moveTo>
                <a:lnTo>
                  <a:pt x="83460" y="74287"/>
                </a:lnTo>
                <a:lnTo>
                  <a:pt x="83460" y="71052"/>
                </a:lnTo>
                <a:lnTo>
                  <a:pt x="85128" y="69351"/>
                </a:lnTo>
                <a:lnTo>
                  <a:pt x="85128" y="73587"/>
                </a:lnTo>
                <a:lnTo>
                  <a:pt x="88130" y="76589"/>
                </a:lnTo>
                <a:lnTo>
                  <a:pt x="85762" y="76589"/>
                </a:lnTo>
                <a:close/>
                <a:moveTo>
                  <a:pt x="82660" y="82126"/>
                </a:moveTo>
                <a:lnTo>
                  <a:pt x="81359" y="80792"/>
                </a:lnTo>
                <a:lnTo>
                  <a:pt x="81359" y="78791"/>
                </a:lnTo>
                <a:lnTo>
                  <a:pt x="82793" y="77356"/>
                </a:lnTo>
                <a:lnTo>
                  <a:pt x="84628" y="77356"/>
                </a:lnTo>
                <a:lnTo>
                  <a:pt x="82660" y="79324"/>
                </a:lnTo>
                <a:close/>
                <a:moveTo>
                  <a:pt x="65814" y="76589"/>
                </a:moveTo>
                <a:lnTo>
                  <a:pt x="68816" y="73587"/>
                </a:lnTo>
                <a:lnTo>
                  <a:pt x="68816" y="69351"/>
                </a:lnTo>
                <a:lnTo>
                  <a:pt x="70484" y="71052"/>
                </a:lnTo>
                <a:lnTo>
                  <a:pt x="70484" y="74287"/>
                </a:lnTo>
                <a:lnTo>
                  <a:pt x="68183" y="76589"/>
                </a:lnTo>
                <a:close/>
                <a:moveTo>
                  <a:pt x="62512" y="76589"/>
                </a:moveTo>
                <a:lnTo>
                  <a:pt x="66481" y="72620"/>
                </a:lnTo>
                <a:lnTo>
                  <a:pt x="66481" y="67049"/>
                </a:lnTo>
                <a:lnTo>
                  <a:pt x="68016" y="68583"/>
                </a:lnTo>
                <a:lnTo>
                  <a:pt x="68016" y="73253"/>
                </a:lnTo>
                <a:lnTo>
                  <a:pt x="64680" y="76589"/>
                </a:lnTo>
                <a:lnTo>
                  <a:pt x="62512" y="76589"/>
                </a:lnTo>
                <a:close/>
                <a:moveTo>
                  <a:pt x="58442" y="76589"/>
                </a:moveTo>
                <a:lnTo>
                  <a:pt x="55140" y="73253"/>
                </a:lnTo>
                <a:lnTo>
                  <a:pt x="55140" y="68583"/>
                </a:lnTo>
                <a:lnTo>
                  <a:pt x="56674" y="67049"/>
                </a:lnTo>
                <a:lnTo>
                  <a:pt x="56674" y="72620"/>
                </a:lnTo>
                <a:lnTo>
                  <a:pt x="60610" y="76589"/>
                </a:lnTo>
                <a:lnTo>
                  <a:pt x="58442" y="76589"/>
                </a:lnTo>
                <a:close/>
                <a:moveTo>
                  <a:pt x="54973" y="76589"/>
                </a:moveTo>
                <a:lnTo>
                  <a:pt x="52671" y="74287"/>
                </a:lnTo>
                <a:lnTo>
                  <a:pt x="52671" y="71052"/>
                </a:lnTo>
                <a:lnTo>
                  <a:pt x="54339" y="69351"/>
                </a:lnTo>
                <a:lnTo>
                  <a:pt x="54339" y="73587"/>
                </a:lnTo>
                <a:lnTo>
                  <a:pt x="57341" y="76589"/>
                </a:lnTo>
                <a:lnTo>
                  <a:pt x="54973" y="76589"/>
                </a:lnTo>
                <a:close/>
                <a:moveTo>
                  <a:pt x="51871" y="82126"/>
                </a:moveTo>
                <a:lnTo>
                  <a:pt x="50570" y="80792"/>
                </a:lnTo>
                <a:lnTo>
                  <a:pt x="50570" y="78791"/>
                </a:lnTo>
                <a:lnTo>
                  <a:pt x="51971" y="77356"/>
                </a:lnTo>
                <a:lnTo>
                  <a:pt x="53839" y="77356"/>
                </a:lnTo>
                <a:lnTo>
                  <a:pt x="51871" y="79324"/>
                </a:lnTo>
                <a:close/>
                <a:moveTo>
                  <a:pt x="35026" y="76589"/>
                </a:moveTo>
                <a:lnTo>
                  <a:pt x="37994" y="73587"/>
                </a:lnTo>
                <a:lnTo>
                  <a:pt x="37994" y="69351"/>
                </a:lnTo>
                <a:lnTo>
                  <a:pt x="39696" y="71052"/>
                </a:lnTo>
                <a:lnTo>
                  <a:pt x="39696" y="74287"/>
                </a:lnTo>
                <a:lnTo>
                  <a:pt x="37394" y="76589"/>
                </a:lnTo>
                <a:close/>
                <a:moveTo>
                  <a:pt x="37761" y="55140"/>
                </a:moveTo>
                <a:lnTo>
                  <a:pt x="42464" y="55140"/>
                </a:lnTo>
                <a:lnTo>
                  <a:pt x="45767" y="58443"/>
                </a:lnTo>
                <a:lnTo>
                  <a:pt x="45767" y="60611"/>
                </a:lnTo>
                <a:lnTo>
                  <a:pt x="41830" y="56675"/>
                </a:lnTo>
                <a:lnTo>
                  <a:pt x="36226" y="56675"/>
                </a:lnTo>
                <a:close/>
                <a:moveTo>
                  <a:pt x="37394" y="46568"/>
                </a:moveTo>
                <a:lnTo>
                  <a:pt x="39696" y="48869"/>
                </a:lnTo>
                <a:lnTo>
                  <a:pt x="39696" y="52105"/>
                </a:lnTo>
                <a:lnTo>
                  <a:pt x="37994" y="53806"/>
                </a:lnTo>
                <a:lnTo>
                  <a:pt x="37994" y="49570"/>
                </a:lnTo>
                <a:lnTo>
                  <a:pt x="35026" y="46568"/>
                </a:lnTo>
                <a:close/>
                <a:moveTo>
                  <a:pt x="40463" y="41030"/>
                </a:moveTo>
                <a:lnTo>
                  <a:pt x="41797" y="42365"/>
                </a:lnTo>
                <a:lnTo>
                  <a:pt x="41797" y="44366"/>
                </a:lnTo>
                <a:lnTo>
                  <a:pt x="40363" y="45800"/>
                </a:lnTo>
                <a:lnTo>
                  <a:pt x="38495" y="45800"/>
                </a:lnTo>
                <a:lnTo>
                  <a:pt x="40463" y="43832"/>
                </a:lnTo>
                <a:close/>
                <a:moveTo>
                  <a:pt x="57341" y="46568"/>
                </a:moveTo>
                <a:lnTo>
                  <a:pt x="54339" y="49570"/>
                </a:lnTo>
                <a:lnTo>
                  <a:pt x="54339" y="53806"/>
                </a:lnTo>
                <a:lnTo>
                  <a:pt x="52671" y="52105"/>
                </a:lnTo>
                <a:lnTo>
                  <a:pt x="52671" y="48869"/>
                </a:lnTo>
                <a:lnTo>
                  <a:pt x="54973" y="46568"/>
                </a:lnTo>
                <a:close/>
                <a:moveTo>
                  <a:pt x="60610" y="46568"/>
                </a:moveTo>
                <a:lnTo>
                  <a:pt x="56674" y="50537"/>
                </a:lnTo>
                <a:lnTo>
                  <a:pt x="56674" y="56108"/>
                </a:lnTo>
                <a:lnTo>
                  <a:pt x="55140" y="54573"/>
                </a:lnTo>
                <a:lnTo>
                  <a:pt x="55140" y="49903"/>
                </a:lnTo>
                <a:lnTo>
                  <a:pt x="58442" y="46568"/>
                </a:lnTo>
                <a:close/>
                <a:moveTo>
                  <a:pt x="64680" y="46568"/>
                </a:moveTo>
                <a:lnTo>
                  <a:pt x="68016" y="49903"/>
                </a:lnTo>
                <a:lnTo>
                  <a:pt x="68016" y="54573"/>
                </a:lnTo>
                <a:lnTo>
                  <a:pt x="66481" y="56108"/>
                </a:lnTo>
                <a:lnTo>
                  <a:pt x="66481" y="50537"/>
                </a:lnTo>
                <a:lnTo>
                  <a:pt x="62545" y="46568"/>
                </a:lnTo>
                <a:close/>
                <a:moveTo>
                  <a:pt x="68183" y="46568"/>
                </a:moveTo>
                <a:lnTo>
                  <a:pt x="70484" y="48869"/>
                </a:lnTo>
                <a:lnTo>
                  <a:pt x="70484" y="52105"/>
                </a:lnTo>
                <a:lnTo>
                  <a:pt x="68783" y="53806"/>
                </a:lnTo>
                <a:lnTo>
                  <a:pt x="68783" y="49570"/>
                </a:lnTo>
                <a:lnTo>
                  <a:pt x="65814" y="46568"/>
                </a:lnTo>
                <a:close/>
                <a:moveTo>
                  <a:pt x="71251" y="41030"/>
                </a:moveTo>
                <a:lnTo>
                  <a:pt x="72586" y="42365"/>
                </a:lnTo>
                <a:lnTo>
                  <a:pt x="72586" y="44366"/>
                </a:lnTo>
                <a:lnTo>
                  <a:pt x="71151" y="45800"/>
                </a:lnTo>
                <a:lnTo>
                  <a:pt x="69283" y="45800"/>
                </a:lnTo>
                <a:lnTo>
                  <a:pt x="71251" y="43832"/>
                </a:lnTo>
                <a:lnTo>
                  <a:pt x="71251" y="41030"/>
                </a:lnTo>
                <a:close/>
                <a:moveTo>
                  <a:pt x="88130" y="46568"/>
                </a:moveTo>
                <a:lnTo>
                  <a:pt x="85128" y="49570"/>
                </a:lnTo>
                <a:lnTo>
                  <a:pt x="85128" y="53806"/>
                </a:lnTo>
                <a:lnTo>
                  <a:pt x="83460" y="52105"/>
                </a:lnTo>
                <a:lnTo>
                  <a:pt x="83460" y="48869"/>
                </a:lnTo>
                <a:lnTo>
                  <a:pt x="85762" y="46568"/>
                </a:lnTo>
                <a:close/>
                <a:moveTo>
                  <a:pt x="91399" y="46568"/>
                </a:moveTo>
                <a:lnTo>
                  <a:pt x="87463" y="50537"/>
                </a:lnTo>
                <a:lnTo>
                  <a:pt x="87463" y="56108"/>
                </a:lnTo>
                <a:lnTo>
                  <a:pt x="85929" y="54573"/>
                </a:lnTo>
                <a:lnTo>
                  <a:pt x="85929" y="49903"/>
                </a:lnTo>
                <a:lnTo>
                  <a:pt x="89231" y="46568"/>
                </a:lnTo>
                <a:close/>
                <a:moveTo>
                  <a:pt x="95469" y="46568"/>
                </a:moveTo>
                <a:lnTo>
                  <a:pt x="98804" y="49903"/>
                </a:lnTo>
                <a:lnTo>
                  <a:pt x="98804" y="54573"/>
                </a:lnTo>
                <a:lnTo>
                  <a:pt x="97270" y="56108"/>
                </a:lnTo>
                <a:lnTo>
                  <a:pt x="97270" y="50537"/>
                </a:lnTo>
                <a:lnTo>
                  <a:pt x="93334" y="46568"/>
                </a:lnTo>
                <a:close/>
                <a:moveTo>
                  <a:pt x="98971" y="46568"/>
                </a:moveTo>
                <a:lnTo>
                  <a:pt x="101273" y="48869"/>
                </a:lnTo>
                <a:lnTo>
                  <a:pt x="101273" y="52105"/>
                </a:lnTo>
                <a:lnTo>
                  <a:pt x="99572" y="53806"/>
                </a:lnTo>
                <a:lnTo>
                  <a:pt x="99572" y="49570"/>
                </a:lnTo>
                <a:lnTo>
                  <a:pt x="96603" y="46568"/>
                </a:lnTo>
                <a:close/>
                <a:moveTo>
                  <a:pt x="102040" y="41030"/>
                </a:moveTo>
                <a:lnTo>
                  <a:pt x="103374" y="42365"/>
                </a:lnTo>
                <a:lnTo>
                  <a:pt x="103374" y="44366"/>
                </a:lnTo>
                <a:lnTo>
                  <a:pt x="101940" y="45800"/>
                </a:lnTo>
                <a:lnTo>
                  <a:pt x="100072" y="45800"/>
                </a:lnTo>
                <a:lnTo>
                  <a:pt x="102040" y="43832"/>
                </a:lnTo>
                <a:close/>
                <a:moveTo>
                  <a:pt x="118919" y="46568"/>
                </a:moveTo>
                <a:lnTo>
                  <a:pt x="115917" y="49570"/>
                </a:lnTo>
                <a:lnTo>
                  <a:pt x="115917" y="53806"/>
                </a:lnTo>
                <a:lnTo>
                  <a:pt x="114249" y="52105"/>
                </a:lnTo>
                <a:lnTo>
                  <a:pt x="114249" y="48869"/>
                </a:lnTo>
                <a:lnTo>
                  <a:pt x="116550" y="46568"/>
                </a:lnTo>
                <a:close/>
                <a:moveTo>
                  <a:pt x="122188" y="46568"/>
                </a:moveTo>
                <a:lnTo>
                  <a:pt x="118252" y="50537"/>
                </a:lnTo>
                <a:lnTo>
                  <a:pt x="118252" y="56108"/>
                </a:lnTo>
                <a:lnTo>
                  <a:pt x="116717" y="54573"/>
                </a:lnTo>
                <a:lnTo>
                  <a:pt x="116717" y="49903"/>
                </a:lnTo>
                <a:lnTo>
                  <a:pt x="120053" y="46568"/>
                </a:lnTo>
                <a:close/>
                <a:moveTo>
                  <a:pt x="126291" y="46568"/>
                </a:moveTo>
                <a:lnTo>
                  <a:pt x="129593" y="49903"/>
                </a:lnTo>
                <a:lnTo>
                  <a:pt x="129593" y="54573"/>
                </a:lnTo>
                <a:lnTo>
                  <a:pt x="128059" y="56108"/>
                </a:lnTo>
                <a:lnTo>
                  <a:pt x="128059" y="50537"/>
                </a:lnTo>
                <a:lnTo>
                  <a:pt x="124122" y="46568"/>
                </a:lnTo>
                <a:close/>
                <a:moveTo>
                  <a:pt x="129760" y="46568"/>
                </a:moveTo>
                <a:lnTo>
                  <a:pt x="132061" y="48869"/>
                </a:lnTo>
                <a:lnTo>
                  <a:pt x="132061" y="52105"/>
                </a:lnTo>
                <a:lnTo>
                  <a:pt x="130394" y="53806"/>
                </a:lnTo>
                <a:lnTo>
                  <a:pt x="130394" y="49570"/>
                </a:lnTo>
                <a:lnTo>
                  <a:pt x="127391" y="46568"/>
                </a:lnTo>
                <a:close/>
                <a:moveTo>
                  <a:pt x="132862" y="41030"/>
                </a:moveTo>
                <a:lnTo>
                  <a:pt x="134163" y="42365"/>
                </a:lnTo>
                <a:lnTo>
                  <a:pt x="134163" y="44366"/>
                </a:lnTo>
                <a:lnTo>
                  <a:pt x="132729" y="45800"/>
                </a:lnTo>
                <a:lnTo>
                  <a:pt x="130894" y="45800"/>
                </a:lnTo>
                <a:lnTo>
                  <a:pt x="132862" y="43832"/>
                </a:lnTo>
                <a:close/>
                <a:moveTo>
                  <a:pt x="149707" y="46568"/>
                </a:moveTo>
                <a:lnTo>
                  <a:pt x="146739" y="49570"/>
                </a:lnTo>
                <a:lnTo>
                  <a:pt x="146739" y="53806"/>
                </a:lnTo>
                <a:lnTo>
                  <a:pt x="145037" y="52105"/>
                </a:lnTo>
                <a:lnTo>
                  <a:pt x="145037" y="48869"/>
                </a:lnTo>
                <a:lnTo>
                  <a:pt x="147339" y="46568"/>
                </a:lnTo>
                <a:close/>
                <a:moveTo>
                  <a:pt x="153010" y="46568"/>
                </a:moveTo>
                <a:lnTo>
                  <a:pt x="149040" y="50537"/>
                </a:lnTo>
                <a:lnTo>
                  <a:pt x="149040" y="56108"/>
                </a:lnTo>
                <a:lnTo>
                  <a:pt x="147506" y="54573"/>
                </a:lnTo>
                <a:lnTo>
                  <a:pt x="147506" y="49903"/>
                </a:lnTo>
                <a:lnTo>
                  <a:pt x="150842" y="46568"/>
                </a:lnTo>
                <a:close/>
                <a:moveTo>
                  <a:pt x="157079" y="46568"/>
                </a:moveTo>
                <a:lnTo>
                  <a:pt x="160382" y="49903"/>
                </a:lnTo>
                <a:lnTo>
                  <a:pt x="160382" y="54573"/>
                </a:lnTo>
                <a:lnTo>
                  <a:pt x="158847" y="56108"/>
                </a:lnTo>
                <a:lnTo>
                  <a:pt x="158847" y="50537"/>
                </a:lnTo>
                <a:lnTo>
                  <a:pt x="154911" y="46568"/>
                </a:lnTo>
                <a:close/>
                <a:moveTo>
                  <a:pt x="160548" y="46568"/>
                </a:moveTo>
                <a:lnTo>
                  <a:pt x="162850" y="48869"/>
                </a:lnTo>
                <a:lnTo>
                  <a:pt x="162850" y="52105"/>
                </a:lnTo>
                <a:lnTo>
                  <a:pt x="161182" y="53806"/>
                </a:lnTo>
                <a:lnTo>
                  <a:pt x="161182" y="49570"/>
                </a:lnTo>
                <a:lnTo>
                  <a:pt x="158180" y="46568"/>
                </a:lnTo>
                <a:close/>
                <a:moveTo>
                  <a:pt x="163651" y="41030"/>
                </a:moveTo>
                <a:lnTo>
                  <a:pt x="164952" y="42365"/>
                </a:lnTo>
                <a:lnTo>
                  <a:pt x="164952" y="44366"/>
                </a:lnTo>
                <a:lnTo>
                  <a:pt x="163551" y="45800"/>
                </a:lnTo>
                <a:lnTo>
                  <a:pt x="161683" y="45800"/>
                </a:lnTo>
                <a:lnTo>
                  <a:pt x="163651" y="43832"/>
                </a:lnTo>
                <a:close/>
                <a:moveTo>
                  <a:pt x="180496" y="46568"/>
                </a:moveTo>
                <a:lnTo>
                  <a:pt x="177494" y="49570"/>
                </a:lnTo>
                <a:lnTo>
                  <a:pt x="177494" y="53806"/>
                </a:lnTo>
                <a:lnTo>
                  <a:pt x="175826" y="52105"/>
                </a:lnTo>
                <a:lnTo>
                  <a:pt x="175826" y="48869"/>
                </a:lnTo>
                <a:lnTo>
                  <a:pt x="178128" y="46568"/>
                </a:lnTo>
                <a:close/>
                <a:moveTo>
                  <a:pt x="183798" y="46568"/>
                </a:moveTo>
                <a:lnTo>
                  <a:pt x="179829" y="50537"/>
                </a:lnTo>
                <a:lnTo>
                  <a:pt x="179829" y="56108"/>
                </a:lnTo>
                <a:lnTo>
                  <a:pt x="178294" y="54573"/>
                </a:lnTo>
                <a:lnTo>
                  <a:pt x="178294" y="49903"/>
                </a:lnTo>
                <a:lnTo>
                  <a:pt x="181630" y="46568"/>
                </a:lnTo>
                <a:close/>
                <a:moveTo>
                  <a:pt x="187868" y="46568"/>
                </a:moveTo>
                <a:lnTo>
                  <a:pt x="191170" y="49903"/>
                </a:lnTo>
                <a:lnTo>
                  <a:pt x="191170" y="54573"/>
                </a:lnTo>
                <a:lnTo>
                  <a:pt x="189636" y="56108"/>
                </a:lnTo>
                <a:lnTo>
                  <a:pt x="189636" y="50537"/>
                </a:lnTo>
                <a:lnTo>
                  <a:pt x="185700" y="46568"/>
                </a:lnTo>
                <a:close/>
                <a:moveTo>
                  <a:pt x="191337" y="46568"/>
                </a:moveTo>
                <a:lnTo>
                  <a:pt x="193639" y="48869"/>
                </a:lnTo>
                <a:lnTo>
                  <a:pt x="193639" y="52105"/>
                </a:lnTo>
                <a:lnTo>
                  <a:pt x="191971" y="53806"/>
                </a:lnTo>
                <a:lnTo>
                  <a:pt x="191971" y="49570"/>
                </a:lnTo>
                <a:lnTo>
                  <a:pt x="188969" y="46568"/>
                </a:lnTo>
                <a:close/>
                <a:moveTo>
                  <a:pt x="194439" y="41030"/>
                </a:moveTo>
                <a:lnTo>
                  <a:pt x="195740" y="42365"/>
                </a:lnTo>
                <a:lnTo>
                  <a:pt x="195740" y="44366"/>
                </a:lnTo>
                <a:lnTo>
                  <a:pt x="194339" y="45800"/>
                </a:lnTo>
                <a:lnTo>
                  <a:pt x="192471" y="45800"/>
                </a:lnTo>
                <a:lnTo>
                  <a:pt x="194439" y="43832"/>
                </a:lnTo>
                <a:close/>
                <a:moveTo>
                  <a:pt x="203979" y="72586"/>
                </a:moveTo>
                <a:lnTo>
                  <a:pt x="201945" y="72586"/>
                </a:lnTo>
                <a:lnTo>
                  <a:pt x="200544" y="71152"/>
                </a:lnTo>
                <a:lnTo>
                  <a:pt x="200544" y="69317"/>
                </a:lnTo>
                <a:lnTo>
                  <a:pt x="202512" y="71285"/>
                </a:lnTo>
                <a:lnTo>
                  <a:pt x="205280" y="71285"/>
                </a:lnTo>
                <a:close/>
                <a:moveTo>
                  <a:pt x="203846" y="75588"/>
                </a:moveTo>
                <a:lnTo>
                  <a:pt x="204847" y="76589"/>
                </a:lnTo>
                <a:lnTo>
                  <a:pt x="201077" y="76589"/>
                </a:lnTo>
                <a:lnTo>
                  <a:pt x="203746" y="73920"/>
                </a:lnTo>
                <a:lnTo>
                  <a:pt x="203746" y="75321"/>
                </a:lnTo>
                <a:close/>
                <a:moveTo>
                  <a:pt x="203746" y="80025"/>
                </a:moveTo>
                <a:lnTo>
                  <a:pt x="201077" y="77356"/>
                </a:lnTo>
                <a:lnTo>
                  <a:pt x="204847" y="77356"/>
                </a:lnTo>
                <a:lnTo>
                  <a:pt x="203746" y="78457"/>
                </a:lnTo>
                <a:lnTo>
                  <a:pt x="203746" y="80025"/>
                </a:lnTo>
                <a:close/>
                <a:moveTo>
                  <a:pt x="192538" y="68817"/>
                </a:moveTo>
                <a:lnTo>
                  <a:pt x="196741" y="68817"/>
                </a:lnTo>
                <a:lnTo>
                  <a:pt x="199743" y="65815"/>
                </a:lnTo>
                <a:lnTo>
                  <a:pt x="199743" y="68183"/>
                </a:lnTo>
                <a:lnTo>
                  <a:pt x="197441" y="70485"/>
                </a:lnTo>
                <a:lnTo>
                  <a:pt x="194206" y="70485"/>
                </a:lnTo>
                <a:close/>
                <a:moveTo>
                  <a:pt x="190203" y="66482"/>
                </a:moveTo>
                <a:lnTo>
                  <a:pt x="195807" y="66482"/>
                </a:lnTo>
                <a:lnTo>
                  <a:pt x="199743" y="62546"/>
                </a:lnTo>
                <a:lnTo>
                  <a:pt x="199743" y="64714"/>
                </a:lnTo>
                <a:lnTo>
                  <a:pt x="196441" y="68016"/>
                </a:lnTo>
                <a:lnTo>
                  <a:pt x="191737" y="68016"/>
                </a:lnTo>
                <a:close/>
                <a:moveTo>
                  <a:pt x="177761" y="68016"/>
                </a:moveTo>
                <a:lnTo>
                  <a:pt x="173057" y="68016"/>
                </a:lnTo>
                <a:lnTo>
                  <a:pt x="169755" y="64714"/>
                </a:lnTo>
                <a:lnTo>
                  <a:pt x="169755" y="62546"/>
                </a:lnTo>
                <a:lnTo>
                  <a:pt x="173691" y="66482"/>
                </a:lnTo>
                <a:lnTo>
                  <a:pt x="179262" y="66482"/>
                </a:lnTo>
                <a:close/>
                <a:moveTo>
                  <a:pt x="175292" y="70485"/>
                </a:moveTo>
                <a:lnTo>
                  <a:pt x="172023" y="70485"/>
                </a:lnTo>
                <a:lnTo>
                  <a:pt x="169755" y="68183"/>
                </a:lnTo>
                <a:lnTo>
                  <a:pt x="169755" y="65815"/>
                </a:lnTo>
                <a:lnTo>
                  <a:pt x="172724" y="68817"/>
                </a:lnTo>
                <a:lnTo>
                  <a:pt x="176960" y="68817"/>
                </a:lnTo>
                <a:close/>
                <a:moveTo>
                  <a:pt x="173191" y="72586"/>
                </a:moveTo>
                <a:lnTo>
                  <a:pt x="171156" y="72586"/>
                </a:lnTo>
                <a:lnTo>
                  <a:pt x="169755" y="71152"/>
                </a:lnTo>
                <a:lnTo>
                  <a:pt x="169755" y="69317"/>
                </a:lnTo>
                <a:lnTo>
                  <a:pt x="171723" y="71285"/>
                </a:lnTo>
                <a:lnTo>
                  <a:pt x="174492" y="71285"/>
                </a:lnTo>
                <a:close/>
                <a:moveTo>
                  <a:pt x="173057" y="75588"/>
                </a:moveTo>
                <a:lnTo>
                  <a:pt x="174025" y="76589"/>
                </a:lnTo>
                <a:lnTo>
                  <a:pt x="170289" y="76589"/>
                </a:lnTo>
                <a:lnTo>
                  <a:pt x="172957" y="73920"/>
                </a:lnTo>
                <a:lnTo>
                  <a:pt x="172957" y="75321"/>
                </a:lnTo>
                <a:close/>
                <a:moveTo>
                  <a:pt x="172957" y="80025"/>
                </a:moveTo>
                <a:lnTo>
                  <a:pt x="170289" y="77356"/>
                </a:lnTo>
                <a:lnTo>
                  <a:pt x="174025" y="77356"/>
                </a:lnTo>
                <a:lnTo>
                  <a:pt x="172957" y="78457"/>
                </a:lnTo>
                <a:lnTo>
                  <a:pt x="172957" y="80025"/>
                </a:lnTo>
                <a:close/>
                <a:moveTo>
                  <a:pt x="161749" y="68817"/>
                </a:moveTo>
                <a:lnTo>
                  <a:pt x="165786" y="68817"/>
                </a:lnTo>
                <a:lnTo>
                  <a:pt x="166086" y="68683"/>
                </a:lnTo>
                <a:lnTo>
                  <a:pt x="168954" y="65815"/>
                </a:lnTo>
                <a:lnTo>
                  <a:pt x="168954" y="68183"/>
                </a:lnTo>
                <a:lnTo>
                  <a:pt x="166653" y="70485"/>
                </a:lnTo>
                <a:lnTo>
                  <a:pt x="163417" y="70485"/>
                </a:lnTo>
                <a:close/>
                <a:moveTo>
                  <a:pt x="159414" y="66482"/>
                </a:moveTo>
                <a:lnTo>
                  <a:pt x="164985" y="66482"/>
                </a:lnTo>
                <a:lnTo>
                  <a:pt x="168954" y="62546"/>
                </a:lnTo>
                <a:lnTo>
                  <a:pt x="168954" y="64714"/>
                </a:lnTo>
                <a:lnTo>
                  <a:pt x="165619" y="68016"/>
                </a:lnTo>
                <a:lnTo>
                  <a:pt x="160949" y="68016"/>
                </a:lnTo>
                <a:close/>
                <a:moveTo>
                  <a:pt x="146939" y="68016"/>
                </a:moveTo>
                <a:lnTo>
                  <a:pt x="142269" y="68016"/>
                </a:lnTo>
                <a:lnTo>
                  <a:pt x="138933" y="64714"/>
                </a:lnTo>
                <a:lnTo>
                  <a:pt x="138933" y="62546"/>
                </a:lnTo>
                <a:lnTo>
                  <a:pt x="142903" y="66482"/>
                </a:lnTo>
                <a:lnTo>
                  <a:pt x="148473" y="66482"/>
                </a:lnTo>
                <a:close/>
                <a:moveTo>
                  <a:pt x="144504" y="70485"/>
                </a:moveTo>
                <a:lnTo>
                  <a:pt x="141235" y="70485"/>
                </a:lnTo>
                <a:lnTo>
                  <a:pt x="138933" y="68183"/>
                </a:lnTo>
                <a:lnTo>
                  <a:pt x="138933" y="65815"/>
                </a:lnTo>
                <a:lnTo>
                  <a:pt x="141835" y="68683"/>
                </a:lnTo>
                <a:lnTo>
                  <a:pt x="142102" y="68817"/>
                </a:lnTo>
                <a:lnTo>
                  <a:pt x="146172" y="68817"/>
                </a:lnTo>
                <a:close/>
                <a:moveTo>
                  <a:pt x="142369" y="72586"/>
                </a:moveTo>
                <a:lnTo>
                  <a:pt x="140367" y="72586"/>
                </a:lnTo>
                <a:lnTo>
                  <a:pt x="138933" y="71152"/>
                </a:lnTo>
                <a:lnTo>
                  <a:pt x="138933" y="69317"/>
                </a:lnTo>
                <a:lnTo>
                  <a:pt x="140901" y="71285"/>
                </a:lnTo>
                <a:lnTo>
                  <a:pt x="143703" y="71285"/>
                </a:lnTo>
                <a:close/>
                <a:moveTo>
                  <a:pt x="142269" y="75588"/>
                </a:moveTo>
                <a:lnTo>
                  <a:pt x="143236" y="76589"/>
                </a:lnTo>
                <a:lnTo>
                  <a:pt x="139500" y="76589"/>
                </a:lnTo>
                <a:lnTo>
                  <a:pt x="142135" y="73920"/>
                </a:lnTo>
                <a:lnTo>
                  <a:pt x="142135" y="75321"/>
                </a:lnTo>
                <a:close/>
                <a:moveTo>
                  <a:pt x="142135" y="80025"/>
                </a:moveTo>
                <a:lnTo>
                  <a:pt x="139500" y="77356"/>
                </a:lnTo>
                <a:lnTo>
                  <a:pt x="143236" y="77356"/>
                </a:lnTo>
                <a:lnTo>
                  <a:pt x="142135" y="78457"/>
                </a:lnTo>
                <a:lnTo>
                  <a:pt x="142135" y="80025"/>
                </a:lnTo>
                <a:close/>
                <a:moveTo>
                  <a:pt x="130927" y="68817"/>
                </a:moveTo>
                <a:lnTo>
                  <a:pt x="135164" y="68817"/>
                </a:lnTo>
                <a:lnTo>
                  <a:pt x="138166" y="65815"/>
                </a:lnTo>
                <a:lnTo>
                  <a:pt x="138166" y="68183"/>
                </a:lnTo>
                <a:lnTo>
                  <a:pt x="135864" y="70485"/>
                </a:lnTo>
                <a:lnTo>
                  <a:pt x="132629" y="70485"/>
                </a:lnTo>
                <a:close/>
                <a:moveTo>
                  <a:pt x="128626" y="66482"/>
                </a:moveTo>
                <a:lnTo>
                  <a:pt x="134196" y="66482"/>
                </a:lnTo>
                <a:lnTo>
                  <a:pt x="138166" y="62546"/>
                </a:lnTo>
                <a:lnTo>
                  <a:pt x="138166" y="64714"/>
                </a:lnTo>
                <a:lnTo>
                  <a:pt x="134830" y="68016"/>
                </a:lnTo>
                <a:lnTo>
                  <a:pt x="130160" y="68016"/>
                </a:lnTo>
                <a:close/>
                <a:moveTo>
                  <a:pt x="116150" y="68016"/>
                </a:moveTo>
                <a:lnTo>
                  <a:pt x="111480" y="68016"/>
                </a:lnTo>
                <a:lnTo>
                  <a:pt x="108144" y="64714"/>
                </a:lnTo>
                <a:lnTo>
                  <a:pt x="108144" y="62546"/>
                </a:lnTo>
                <a:lnTo>
                  <a:pt x="112114" y="66482"/>
                </a:lnTo>
                <a:lnTo>
                  <a:pt x="117685" y="66482"/>
                </a:lnTo>
                <a:close/>
                <a:moveTo>
                  <a:pt x="113682" y="70485"/>
                </a:moveTo>
                <a:lnTo>
                  <a:pt x="110446" y="70485"/>
                </a:lnTo>
                <a:lnTo>
                  <a:pt x="108144" y="68183"/>
                </a:lnTo>
                <a:lnTo>
                  <a:pt x="108144" y="65815"/>
                </a:lnTo>
                <a:lnTo>
                  <a:pt x="111147" y="68817"/>
                </a:lnTo>
                <a:lnTo>
                  <a:pt x="115383" y="68817"/>
                </a:lnTo>
                <a:close/>
                <a:moveTo>
                  <a:pt x="111580" y="72586"/>
                </a:moveTo>
                <a:lnTo>
                  <a:pt x="109579" y="72586"/>
                </a:lnTo>
                <a:lnTo>
                  <a:pt x="108144" y="71152"/>
                </a:lnTo>
                <a:lnTo>
                  <a:pt x="108144" y="69317"/>
                </a:lnTo>
                <a:lnTo>
                  <a:pt x="110112" y="71285"/>
                </a:lnTo>
                <a:lnTo>
                  <a:pt x="112914" y="71285"/>
                </a:lnTo>
                <a:close/>
                <a:moveTo>
                  <a:pt x="111480" y="75588"/>
                </a:moveTo>
                <a:lnTo>
                  <a:pt x="112447" y="76589"/>
                </a:lnTo>
                <a:lnTo>
                  <a:pt x="108711" y="76589"/>
                </a:lnTo>
                <a:lnTo>
                  <a:pt x="111347" y="73920"/>
                </a:lnTo>
                <a:lnTo>
                  <a:pt x="111347" y="75321"/>
                </a:lnTo>
                <a:close/>
                <a:moveTo>
                  <a:pt x="111347" y="80025"/>
                </a:moveTo>
                <a:lnTo>
                  <a:pt x="108711" y="77356"/>
                </a:lnTo>
                <a:lnTo>
                  <a:pt x="112447" y="77356"/>
                </a:lnTo>
                <a:lnTo>
                  <a:pt x="111347" y="78457"/>
                </a:lnTo>
                <a:close/>
                <a:moveTo>
                  <a:pt x="100139" y="68817"/>
                </a:moveTo>
                <a:lnTo>
                  <a:pt x="104208" y="68817"/>
                </a:lnTo>
                <a:lnTo>
                  <a:pt x="104475" y="68683"/>
                </a:lnTo>
                <a:lnTo>
                  <a:pt x="107377" y="65815"/>
                </a:lnTo>
                <a:lnTo>
                  <a:pt x="107377" y="68183"/>
                </a:lnTo>
                <a:lnTo>
                  <a:pt x="105076" y="70485"/>
                </a:lnTo>
                <a:lnTo>
                  <a:pt x="101807" y="70485"/>
                </a:lnTo>
                <a:close/>
                <a:moveTo>
                  <a:pt x="97837" y="66482"/>
                </a:moveTo>
                <a:lnTo>
                  <a:pt x="103408" y="66482"/>
                </a:lnTo>
                <a:lnTo>
                  <a:pt x="107377" y="62546"/>
                </a:lnTo>
                <a:lnTo>
                  <a:pt x="107377" y="64714"/>
                </a:lnTo>
                <a:lnTo>
                  <a:pt x="104041" y="68016"/>
                </a:lnTo>
                <a:lnTo>
                  <a:pt x="99371" y="68016"/>
                </a:lnTo>
                <a:close/>
                <a:moveTo>
                  <a:pt x="85361" y="68016"/>
                </a:moveTo>
                <a:lnTo>
                  <a:pt x="80691" y="68016"/>
                </a:lnTo>
                <a:lnTo>
                  <a:pt x="77356" y="64714"/>
                </a:lnTo>
                <a:lnTo>
                  <a:pt x="77356" y="62546"/>
                </a:lnTo>
                <a:lnTo>
                  <a:pt x="81325" y="66482"/>
                </a:lnTo>
                <a:lnTo>
                  <a:pt x="86896" y="66482"/>
                </a:lnTo>
                <a:close/>
                <a:moveTo>
                  <a:pt x="82893" y="70485"/>
                </a:moveTo>
                <a:lnTo>
                  <a:pt x="79657" y="70485"/>
                </a:lnTo>
                <a:lnTo>
                  <a:pt x="77356" y="68183"/>
                </a:lnTo>
                <a:lnTo>
                  <a:pt x="77356" y="65815"/>
                </a:lnTo>
                <a:lnTo>
                  <a:pt x="80224" y="68683"/>
                </a:lnTo>
                <a:lnTo>
                  <a:pt x="80525" y="68817"/>
                </a:lnTo>
                <a:lnTo>
                  <a:pt x="84594" y="68817"/>
                </a:lnTo>
                <a:close/>
                <a:moveTo>
                  <a:pt x="80792" y="72586"/>
                </a:moveTo>
                <a:lnTo>
                  <a:pt x="78790" y="72586"/>
                </a:lnTo>
                <a:lnTo>
                  <a:pt x="77356" y="71152"/>
                </a:lnTo>
                <a:lnTo>
                  <a:pt x="77356" y="69317"/>
                </a:lnTo>
                <a:lnTo>
                  <a:pt x="79324" y="71285"/>
                </a:lnTo>
                <a:lnTo>
                  <a:pt x="82126" y="71285"/>
                </a:lnTo>
                <a:close/>
                <a:moveTo>
                  <a:pt x="80691" y="75588"/>
                </a:moveTo>
                <a:lnTo>
                  <a:pt x="81659" y="76589"/>
                </a:lnTo>
                <a:lnTo>
                  <a:pt x="77923" y="76589"/>
                </a:lnTo>
                <a:lnTo>
                  <a:pt x="80558" y="73920"/>
                </a:lnTo>
                <a:lnTo>
                  <a:pt x="80558" y="75321"/>
                </a:lnTo>
                <a:close/>
                <a:moveTo>
                  <a:pt x="80558" y="80025"/>
                </a:moveTo>
                <a:lnTo>
                  <a:pt x="77923" y="77356"/>
                </a:lnTo>
                <a:lnTo>
                  <a:pt x="81659" y="77356"/>
                </a:lnTo>
                <a:lnTo>
                  <a:pt x="80558" y="78457"/>
                </a:lnTo>
                <a:close/>
                <a:moveTo>
                  <a:pt x="69350" y="68817"/>
                </a:moveTo>
                <a:lnTo>
                  <a:pt x="73586" y="68817"/>
                </a:lnTo>
                <a:lnTo>
                  <a:pt x="76589" y="65815"/>
                </a:lnTo>
                <a:lnTo>
                  <a:pt x="76589" y="68183"/>
                </a:lnTo>
                <a:lnTo>
                  <a:pt x="74287" y="70485"/>
                </a:lnTo>
                <a:lnTo>
                  <a:pt x="71018" y="70485"/>
                </a:lnTo>
                <a:close/>
                <a:moveTo>
                  <a:pt x="67048" y="66482"/>
                </a:moveTo>
                <a:lnTo>
                  <a:pt x="72619" y="66482"/>
                </a:lnTo>
                <a:lnTo>
                  <a:pt x="76589" y="62546"/>
                </a:lnTo>
                <a:lnTo>
                  <a:pt x="76589" y="64714"/>
                </a:lnTo>
                <a:lnTo>
                  <a:pt x="73253" y="68016"/>
                </a:lnTo>
                <a:lnTo>
                  <a:pt x="68583" y="68016"/>
                </a:lnTo>
                <a:close/>
                <a:moveTo>
                  <a:pt x="54573" y="68016"/>
                </a:moveTo>
                <a:lnTo>
                  <a:pt x="49903" y="68016"/>
                </a:lnTo>
                <a:lnTo>
                  <a:pt x="46567" y="64714"/>
                </a:lnTo>
                <a:lnTo>
                  <a:pt x="46567" y="62546"/>
                </a:lnTo>
                <a:lnTo>
                  <a:pt x="50537" y="66482"/>
                </a:lnTo>
                <a:lnTo>
                  <a:pt x="56107" y="66482"/>
                </a:lnTo>
                <a:close/>
                <a:moveTo>
                  <a:pt x="52104" y="70485"/>
                </a:moveTo>
                <a:lnTo>
                  <a:pt x="48869" y="70485"/>
                </a:lnTo>
                <a:lnTo>
                  <a:pt x="46567" y="68183"/>
                </a:lnTo>
                <a:lnTo>
                  <a:pt x="46567" y="65815"/>
                </a:lnTo>
                <a:lnTo>
                  <a:pt x="49569" y="68817"/>
                </a:lnTo>
                <a:lnTo>
                  <a:pt x="53806" y="68817"/>
                </a:lnTo>
                <a:close/>
                <a:moveTo>
                  <a:pt x="50003" y="72586"/>
                </a:moveTo>
                <a:lnTo>
                  <a:pt x="48001" y="72586"/>
                </a:lnTo>
                <a:lnTo>
                  <a:pt x="46567" y="71152"/>
                </a:lnTo>
                <a:lnTo>
                  <a:pt x="46567" y="69317"/>
                </a:lnTo>
                <a:lnTo>
                  <a:pt x="48535" y="71285"/>
                </a:lnTo>
                <a:lnTo>
                  <a:pt x="51337" y="71285"/>
                </a:lnTo>
                <a:close/>
                <a:moveTo>
                  <a:pt x="49903" y="75588"/>
                </a:moveTo>
                <a:lnTo>
                  <a:pt x="50870" y="76589"/>
                </a:lnTo>
                <a:lnTo>
                  <a:pt x="47134" y="76589"/>
                </a:lnTo>
                <a:lnTo>
                  <a:pt x="49769" y="73920"/>
                </a:lnTo>
                <a:lnTo>
                  <a:pt x="49769" y="75321"/>
                </a:lnTo>
                <a:close/>
                <a:moveTo>
                  <a:pt x="49769" y="80025"/>
                </a:moveTo>
                <a:lnTo>
                  <a:pt x="47134" y="77356"/>
                </a:lnTo>
                <a:lnTo>
                  <a:pt x="50870" y="77356"/>
                </a:lnTo>
                <a:lnTo>
                  <a:pt x="49769" y="78457"/>
                </a:lnTo>
                <a:close/>
                <a:moveTo>
                  <a:pt x="38561" y="68817"/>
                </a:moveTo>
                <a:lnTo>
                  <a:pt x="42631" y="68817"/>
                </a:lnTo>
                <a:lnTo>
                  <a:pt x="42898" y="68683"/>
                </a:lnTo>
                <a:lnTo>
                  <a:pt x="45800" y="65815"/>
                </a:lnTo>
                <a:lnTo>
                  <a:pt x="45800" y="68183"/>
                </a:lnTo>
                <a:lnTo>
                  <a:pt x="43498" y="70485"/>
                </a:lnTo>
                <a:lnTo>
                  <a:pt x="40229" y="70485"/>
                </a:lnTo>
                <a:close/>
                <a:moveTo>
                  <a:pt x="42364" y="50570"/>
                </a:moveTo>
                <a:lnTo>
                  <a:pt x="44366" y="50570"/>
                </a:lnTo>
                <a:lnTo>
                  <a:pt x="45767" y="52005"/>
                </a:lnTo>
                <a:lnTo>
                  <a:pt x="45767" y="53873"/>
                </a:lnTo>
                <a:lnTo>
                  <a:pt x="43798" y="51905"/>
                </a:lnTo>
                <a:lnTo>
                  <a:pt x="41030" y="51905"/>
                </a:lnTo>
                <a:close/>
                <a:moveTo>
                  <a:pt x="42464" y="47568"/>
                </a:moveTo>
                <a:lnTo>
                  <a:pt x="41497" y="46568"/>
                </a:lnTo>
                <a:lnTo>
                  <a:pt x="45233" y="46568"/>
                </a:lnTo>
                <a:lnTo>
                  <a:pt x="42564" y="49236"/>
                </a:lnTo>
                <a:lnTo>
                  <a:pt x="42564" y="47835"/>
                </a:lnTo>
                <a:close/>
                <a:moveTo>
                  <a:pt x="42564" y="43132"/>
                </a:moveTo>
                <a:lnTo>
                  <a:pt x="45233" y="45800"/>
                </a:lnTo>
                <a:lnTo>
                  <a:pt x="41497" y="45800"/>
                </a:lnTo>
                <a:lnTo>
                  <a:pt x="42564" y="44700"/>
                </a:lnTo>
                <a:lnTo>
                  <a:pt x="42564" y="43132"/>
                </a:lnTo>
                <a:close/>
                <a:moveTo>
                  <a:pt x="53806" y="54340"/>
                </a:moveTo>
                <a:lnTo>
                  <a:pt x="49569" y="54340"/>
                </a:lnTo>
                <a:lnTo>
                  <a:pt x="46567" y="57342"/>
                </a:lnTo>
                <a:lnTo>
                  <a:pt x="46567" y="54974"/>
                </a:lnTo>
                <a:lnTo>
                  <a:pt x="48869" y="52672"/>
                </a:lnTo>
                <a:lnTo>
                  <a:pt x="52104" y="52672"/>
                </a:lnTo>
                <a:close/>
                <a:moveTo>
                  <a:pt x="56107" y="56675"/>
                </a:moveTo>
                <a:lnTo>
                  <a:pt x="50537" y="56675"/>
                </a:lnTo>
                <a:lnTo>
                  <a:pt x="46567" y="60611"/>
                </a:lnTo>
                <a:lnTo>
                  <a:pt x="46567" y="58476"/>
                </a:lnTo>
                <a:lnTo>
                  <a:pt x="49903" y="55140"/>
                </a:lnTo>
                <a:lnTo>
                  <a:pt x="54573" y="55140"/>
                </a:lnTo>
                <a:close/>
                <a:moveTo>
                  <a:pt x="68583" y="55140"/>
                </a:moveTo>
                <a:lnTo>
                  <a:pt x="73253" y="55140"/>
                </a:lnTo>
                <a:lnTo>
                  <a:pt x="76555" y="58443"/>
                </a:lnTo>
                <a:lnTo>
                  <a:pt x="76555" y="60611"/>
                </a:lnTo>
                <a:lnTo>
                  <a:pt x="72619" y="56675"/>
                </a:lnTo>
                <a:lnTo>
                  <a:pt x="67048" y="56675"/>
                </a:lnTo>
                <a:close/>
                <a:moveTo>
                  <a:pt x="71018" y="52672"/>
                </a:moveTo>
                <a:lnTo>
                  <a:pt x="74287" y="52672"/>
                </a:lnTo>
                <a:lnTo>
                  <a:pt x="76589" y="54974"/>
                </a:lnTo>
                <a:lnTo>
                  <a:pt x="76589" y="57342"/>
                </a:lnTo>
                <a:lnTo>
                  <a:pt x="73586" y="54340"/>
                </a:lnTo>
                <a:lnTo>
                  <a:pt x="69350" y="54340"/>
                </a:lnTo>
                <a:close/>
                <a:moveTo>
                  <a:pt x="73153" y="50570"/>
                </a:moveTo>
                <a:lnTo>
                  <a:pt x="75154" y="50570"/>
                </a:lnTo>
                <a:lnTo>
                  <a:pt x="76555" y="52005"/>
                </a:lnTo>
                <a:lnTo>
                  <a:pt x="76555" y="53873"/>
                </a:lnTo>
                <a:lnTo>
                  <a:pt x="74587" y="51905"/>
                </a:lnTo>
                <a:lnTo>
                  <a:pt x="71818" y="51905"/>
                </a:lnTo>
                <a:close/>
                <a:moveTo>
                  <a:pt x="73253" y="47568"/>
                </a:moveTo>
                <a:lnTo>
                  <a:pt x="72285" y="46568"/>
                </a:lnTo>
                <a:lnTo>
                  <a:pt x="76021" y="46568"/>
                </a:lnTo>
                <a:lnTo>
                  <a:pt x="73386" y="49236"/>
                </a:lnTo>
                <a:lnTo>
                  <a:pt x="73386" y="47835"/>
                </a:lnTo>
                <a:close/>
                <a:moveTo>
                  <a:pt x="73386" y="43132"/>
                </a:moveTo>
                <a:lnTo>
                  <a:pt x="76021" y="45800"/>
                </a:lnTo>
                <a:lnTo>
                  <a:pt x="72285" y="45800"/>
                </a:lnTo>
                <a:lnTo>
                  <a:pt x="73386" y="44700"/>
                </a:lnTo>
                <a:close/>
                <a:moveTo>
                  <a:pt x="84561" y="54340"/>
                </a:moveTo>
                <a:lnTo>
                  <a:pt x="80525" y="54340"/>
                </a:lnTo>
                <a:lnTo>
                  <a:pt x="80224" y="54473"/>
                </a:lnTo>
                <a:lnTo>
                  <a:pt x="77356" y="57342"/>
                </a:lnTo>
                <a:lnTo>
                  <a:pt x="77356" y="54974"/>
                </a:lnTo>
                <a:lnTo>
                  <a:pt x="79657" y="52672"/>
                </a:lnTo>
                <a:lnTo>
                  <a:pt x="82893" y="52672"/>
                </a:lnTo>
                <a:close/>
                <a:moveTo>
                  <a:pt x="86896" y="56675"/>
                </a:moveTo>
                <a:lnTo>
                  <a:pt x="81325" y="56675"/>
                </a:lnTo>
                <a:lnTo>
                  <a:pt x="77356" y="60611"/>
                </a:lnTo>
                <a:lnTo>
                  <a:pt x="77356" y="58476"/>
                </a:lnTo>
                <a:lnTo>
                  <a:pt x="80691" y="55140"/>
                </a:lnTo>
                <a:lnTo>
                  <a:pt x="85361" y="55140"/>
                </a:lnTo>
                <a:close/>
                <a:moveTo>
                  <a:pt x="99371" y="55140"/>
                </a:moveTo>
                <a:lnTo>
                  <a:pt x="104041" y="55140"/>
                </a:lnTo>
                <a:lnTo>
                  <a:pt x="107377" y="58443"/>
                </a:lnTo>
                <a:lnTo>
                  <a:pt x="107377" y="60611"/>
                </a:lnTo>
                <a:lnTo>
                  <a:pt x="103408" y="56675"/>
                </a:lnTo>
                <a:lnTo>
                  <a:pt x="97837" y="56675"/>
                </a:lnTo>
                <a:close/>
                <a:moveTo>
                  <a:pt x="101840" y="52672"/>
                </a:moveTo>
                <a:lnTo>
                  <a:pt x="105076" y="52672"/>
                </a:lnTo>
                <a:lnTo>
                  <a:pt x="107377" y="54974"/>
                </a:lnTo>
                <a:lnTo>
                  <a:pt x="107377" y="57342"/>
                </a:lnTo>
                <a:lnTo>
                  <a:pt x="104508" y="54473"/>
                </a:lnTo>
                <a:lnTo>
                  <a:pt x="104208" y="54340"/>
                </a:lnTo>
                <a:lnTo>
                  <a:pt x="100139" y="54340"/>
                </a:lnTo>
                <a:close/>
                <a:moveTo>
                  <a:pt x="103941" y="50570"/>
                </a:moveTo>
                <a:lnTo>
                  <a:pt x="105943" y="50570"/>
                </a:lnTo>
                <a:lnTo>
                  <a:pt x="107377" y="52005"/>
                </a:lnTo>
                <a:lnTo>
                  <a:pt x="107377" y="53873"/>
                </a:lnTo>
                <a:lnTo>
                  <a:pt x="105409" y="51905"/>
                </a:lnTo>
                <a:lnTo>
                  <a:pt x="102607" y="51905"/>
                </a:lnTo>
                <a:close/>
                <a:moveTo>
                  <a:pt x="104041" y="47568"/>
                </a:moveTo>
                <a:lnTo>
                  <a:pt x="103074" y="46568"/>
                </a:lnTo>
                <a:lnTo>
                  <a:pt x="106810" y="46568"/>
                </a:lnTo>
                <a:lnTo>
                  <a:pt x="104175" y="49236"/>
                </a:lnTo>
                <a:lnTo>
                  <a:pt x="104175" y="47835"/>
                </a:lnTo>
                <a:close/>
                <a:moveTo>
                  <a:pt x="104175" y="43132"/>
                </a:moveTo>
                <a:lnTo>
                  <a:pt x="106810" y="45800"/>
                </a:lnTo>
                <a:lnTo>
                  <a:pt x="103074" y="45800"/>
                </a:lnTo>
                <a:lnTo>
                  <a:pt x="104175" y="44700"/>
                </a:lnTo>
                <a:close/>
                <a:moveTo>
                  <a:pt x="115383" y="54340"/>
                </a:moveTo>
                <a:lnTo>
                  <a:pt x="111147" y="54340"/>
                </a:lnTo>
                <a:lnTo>
                  <a:pt x="108144" y="57342"/>
                </a:lnTo>
                <a:lnTo>
                  <a:pt x="108144" y="54974"/>
                </a:lnTo>
                <a:lnTo>
                  <a:pt x="110446" y="52672"/>
                </a:lnTo>
                <a:lnTo>
                  <a:pt x="113682" y="52672"/>
                </a:lnTo>
                <a:close/>
                <a:moveTo>
                  <a:pt x="117685" y="56675"/>
                </a:moveTo>
                <a:lnTo>
                  <a:pt x="112114" y="56675"/>
                </a:lnTo>
                <a:lnTo>
                  <a:pt x="108144" y="60611"/>
                </a:lnTo>
                <a:lnTo>
                  <a:pt x="108144" y="58476"/>
                </a:lnTo>
                <a:lnTo>
                  <a:pt x="111480" y="55140"/>
                </a:lnTo>
                <a:lnTo>
                  <a:pt x="116150" y="55140"/>
                </a:lnTo>
                <a:close/>
                <a:moveTo>
                  <a:pt x="130160" y="55140"/>
                </a:moveTo>
                <a:lnTo>
                  <a:pt x="134830" y="55140"/>
                </a:lnTo>
                <a:lnTo>
                  <a:pt x="138166" y="58443"/>
                </a:lnTo>
                <a:lnTo>
                  <a:pt x="138166" y="60611"/>
                </a:lnTo>
                <a:lnTo>
                  <a:pt x="134196" y="56675"/>
                </a:lnTo>
                <a:lnTo>
                  <a:pt x="128626" y="56675"/>
                </a:lnTo>
                <a:close/>
                <a:moveTo>
                  <a:pt x="132629" y="52672"/>
                </a:moveTo>
                <a:lnTo>
                  <a:pt x="135864" y="52672"/>
                </a:lnTo>
                <a:lnTo>
                  <a:pt x="138166" y="54974"/>
                </a:lnTo>
                <a:lnTo>
                  <a:pt x="138166" y="57342"/>
                </a:lnTo>
                <a:lnTo>
                  <a:pt x="135164" y="54340"/>
                </a:lnTo>
                <a:lnTo>
                  <a:pt x="130927" y="54340"/>
                </a:lnTo>
                <a:close/>
                <a:moveTo>
                  <a:pt x="134730" y="50570"/>
                </a:moveTo>
                <a:lnTo>
                  <a:pt x="136731" y="50570"/>
                </a:lnTo>
                <a:lnTo>
                  <a:pt x="138166" y="52005"/>
                </a:lnTo>
                <a:lnTo>
                  <a:pt x="138166" y="53873"/>
                </a:lnTo>
                <a:lnTo>
                  <a:pt x="136198" y="51905"/>
                </a:lnTo>
                <a:lnTo>
                  <a:pt x="133396" y="51905"/>
                </a:lnTo>
                <a:close/>
                <a:moveTo>
                  <a:pt x="134830" y="47568"/>
                </a:moveTo>
                <a:lnTo>
                  <a:pt x="133863" y="46568"/>
                </a:lnTo>
                <a:lnTo>
                  <a:pt x="137599" y="46568"/>
                </a:lnTo>
                <a:lnTo>
                  <a:pt x="134964" y="49236"/>
                </a:lnTo>
                <a:lnTo>
                  <a:pt x="134964" y="47835"/>
                </a:lnTo>
                <a:close/>
                <a:moveTo>
                  <a:pt x="134964" y="43132"/>
                </a:moveTo>
                <a:lnTo>
                  <a:pt x="137599" y="45800"/>
                </a:lnTo>
                <a:lnTo>
                  <a:pt x="133863" y="45800"/>
                </a:lnTo>
                <a:lnTo>
                  <a:pt x="134964" y="44700"/>
                </a:lnTo>
                <a:lnTo>
                  <a:pt x="134964" y="43132"/>
                </a:lnTo>
                <a:close/>
                <a:moveTo>
                  <a:pt x="146172" y="54340"/>
                </a:moveTo>
                <a:lnTo>
                  <a:pt x="142102" y="54340"/>
                </a:lnTo>
                <a:lnTo>
                  <a:pt x="141835" y="54473"/>
                </a:lnTo>
                <a:lnTo>
                  <a:pt x="138933" y="57342"/>
                </a:lnTo>
                <a:lnTo>
                  <a:pt x="138933" y="54974"/>
                </a:lnTo>
                <a:lnTo>
                  <a:pt x="141235" y="52672"/>
                </a:lnTo>
                <a:lnTo>
                  <a:pt x="144504" y="52672"/>
                </a:lnTo>
                <a:close/>
                <a:moveTo>
                  <a:pt x="148473" y="56675"/>
                </a:moveTo>
                <a:lnTo>
                  <a:pt x="142903" y="56675"/>
                </a:lnTo>
                <a:lnTo>
                  <a:pt x="138966" y="60611"/>
                </a:lnTo>
                <a:lnTo>
                  <a:pt x="138966" y="58476"/>
                </a:lnTo>
                <a:lnTo>
                  <a:pt x="142269" y="55140"/>
                </a:lnTo>
                <a:lnTo>
                  <a:pt x="146972" y="55140"/>
                </a:lnTo>
                <a:close/>
                <a:moveTo>
                  <a:pt x="160949" y="55140"/>
                </a:moveTo>
                <a:lnTo>
                  <a:pt x="165619" y="55140"/>
                </a:lnTo>
                <a:lnTo>
                  <a:pt x="168954" y="58443"/>
                </a:lnTo>
                <a:lnTo>
                  <a:pt x="168954" y="60611"/>
                </a:lnTo>
                <a:lnTo>
                  <a:pt x="164985" y="56675"/>
                </a:lnTo>
                <a:lnTo>
                  <a:pt x="159414" y="56675"/>
                </a:lnTo>
                <a:close/>
                <a:moveTo>
                  <a:pt x="163417" y="52672"/>
                </a:moveTo>
                <a:lnTo>
                  <a:pt x="166653" y="52672"/>
                </a:lnTo>
                <a:lnTo>
                  <a:pt x="168954" y="54974"/>
                </a:lnTo>
                <a:lnTo>
                  <a:pt x="168954" y="57342"/>
                </a:lnTo>
                <a:lnTo>
                  <a:pt x="166086" y="54473"/>
                </a:lnTo>
                <a:lnTo>
                  <a:pt x="165786" y="54340"/>
                </a:lnTo>
                <a:lnTo>
                  <a:pt x="161716" y="54340"/>
                </a:lnTo>
                <a:close/>
                <a:moveTo>
                  <a:pt x="165519" y="50570"/>
                </a:moveTo>
                <a:lnTo>
                  <a:pt x="167520" y="50570"/>
                </a:lnTo>
                <a:lnTo>
                  <a:pt x="168954" y="52005"/>
                </a:lnTo>
                <a:lnTo>
                  <a:pt x="168954" y="53873"/>
                </a:lnTo>
                <a:lnTo>
                  <a:pt x="166986" y="51905"/>
                </a:lnTo>
                <a:lnTo>
                  <a:pt x="164184" y="51905"/>
                </a:lnTo>
                <a:close/>
                <a:moveTo>
                  <a:pt x="165619" y="47568"/>
                </a:moveTo>
                <a:lnTo>
                  <a:pt x="164651" y="46568"/>
                </a:lnTo>
                <a:lnTo>
                  <a:pt x="168387" y="46568"/>
                </a:lnTo>
                <a:lnTo>
                  <a:pt x="165752" y="49236"/>
                </a:lnTo>
                <a:lnTo>
                  <a:pt x="165752" y="47835"/>
                </a:lnTo>
                <a:close/>
                <a:moveTo>
                  <a:pt x="165752" y="43132"/>
                </a:moveTo>
                <a:lnTo>
                  <a:pt x="168387" y="45800"/>
                </a:lnTo>
                <a:lnTo>
                  <a:pt x="164651" y="45800"/>
                </a:lnTo>
                <a:lnTo>
                  <a:pt x="165752" y="44700"/>
                </a:lnTo>
                <a:lnTo>
                  <a:pt x="165752" y="43132"/>
                </a:lnTo>
                <a:close/>
                <a:moveTo>
                  <a:pt x="176960" y="54340"/>
                </a:moveTo>
                <a:lnTo>
                  <a:pt x="172724" y="54340"/>
                </a:lnTo>
                <a:lnTo>
                  <a:pt x="169755" y="57342"/>
                </a:lnTo>
                <a:lnTo>
                  <a:pt x="169755" y="54974"/>
                </a:lnTo>
                <a:lnTo>
                  <a:pt x="172023" y="52672"/>
                </a:lnTo>
                <a:lnTo>
                  <a:pt x="175292" y="52672"/>
                </a:lnTo>
                <a:close/>
                <a:moveTo>
                  <a:pt x="179262" y="56675"/>
                </a:moveTo>
                <a:lnTo>
                  <a:pt x="173691" y="56675"/>
                </a:lnTo>
                <a:lnTo>
                  <a:pt x="169755" y="60611"/>
                </a:lnTo>
                <a:lnTo>
                  <a:pt x="169755" y="58476"/>
                </a:lnTo>
                <a:lnTo>
                  <a:pt x="173057" y="55140"/>
                </a:lnTo>
                <a:lnTo>
                  <a:pt x="177727" y="55140"/>
                </a:lnTo>
                <a:close/>
                <a:moveTo>
                  <a:pt x="191737" y="55140"/>
                </a:moveTo>
                <a:lnTo>
                  <a:pt x="196441" y="55140"/>
                </a:lnTo>
                <a:lnTo>
                  <a:pt x="199743" y="58443"/>
                </a:lnTo>
                <a:lnTo>
                  <a:pt x="199743" y="60611"/>
                </a:lnTo>
                <a:lnTo>
                  <a:pt x="195807" y="56675"/>
                </a:lnTo>
                <a:lnTo>
                  <a:pt x="190203" y="56675"/>
                </a:lnTo>
                <a:close/>
                <a:moveTo>
                  <a:pt x="194206" y="52672"/>
                </a:moveTo>
                <a:lnTo>
                  <a:pt x="197441" y="52672"/>
                </a:lnTo>
                <a:lnTo>
                  <a:pt x="199743" y="54974"/>
                </a:lnTo>
                <a:lnTo>
                  <a:pt x="199743" y="57342"/>
                </a:lnTo>
                <a:lnTo>
                  <a:pt x="196741" y="54340"/>
                </a:lnTo>
                <a:lnTo>
                  <a:pt x="192538" y="54340"/>
                </a:lnTo>
                <a:close/>
                <a:moveTo>
                  <a:pt x="196307" y="50570"/>
                </a:moveTo>
                <a:lnTo>
                  <a:pt x="198309" y="50570"/>
                </a:lnTo>
                <a:lnTo>
                  <a:pt x="199743" y="52005"/>
                </a:lnTo>
                <a:lnTo>
                  <a:pt x="199743" y="53873"/>
                </a:lnTo>
                <a:lnTo>
                  <a:pt x="197775" y="51905"/>
                </a:lnTo>
                <a:lnTo>
                  <a:pt x="195006" y="51905"/>
                </a:lnTo>
                <a:close/>
                <a:moveTo>
                  <a:pt x="196407" y="47568"/>
                </a:moveTo>
                <a:lnTo>
                  <a:pt x="195440" y="46568"/>
                </a:lnTo>
                <a:lnTo>
                  <a:pt x="199176" y="46568"/>
                </a:lnTo>
                <a:lnTo>
                  <a:pt x="196541" y="49236"/>
                </a:lnTo>
                <a:lnTo>
                  <a:pt x="196541" y="47835"/>
                </a:lnTo>
                <a:close/>
                <a:moveTo>
                  <a:pt x="196541" y="43132"/>
                </a:moveTo>
                <a:lnTo>
                  <a:pt x="199176" y="45800"/>
                </a:lnTo>
                <a:lnTo>
                  <a:pt x="195440" y="45800"/>
                </a:lnTo>
                <a:lnTo>
                  <a:pt x="196541" y="44700"/>
                </a:lnTo>
                <a:lnTo>
                  <a:pt x="196541" y="43132"/>
                </a:lnTo>
                <a:close/>
                <a:moveTo>
                  <a:pt x="200544" y="47135"/>
                </a:moveTo>
                <a:lnTo>
                  <a:pt x="203179" y="49770"/>
                </a:lnTo>
                <a:lnTo>
                  <a:pt x="201644" y="49770"/>
                </a:lnTo>
                <a:lnTo>
                  <a:pt x="200544" y="50871"/>
                </a:lnTo>
                <a:close/>
                <a:moveTo>
                  <a:pt x="200544" y="52005"/>
                </a:moveTo>
                <a:lnTo>
                  <a:pt x="201945" y="50570"/>
                </a:lnTo>
                <a:lnTo>
                  <a:pt x="203979" y="50570"/>
                </a:lnTo>
                <a:lnTo>
                  <a:pt x="205280" y="51905"/>
                </a:lnTo>
                <a:lnTo>
                  <a:pt x="202512" y="51905"/>
                </a:lnTo>
                <a:lnTo>
                  <a:pt x="200544" y="53873"/>
                </a:lnTo>
                <a:close/>
                <a:moveTo>
                  <a:pt x="203746" y="47835"/>
                </a:moveTo>
                <a:lnTo>
                  <a:pt x="203746" y="49203"/>
                </a:lnTo>
                <a:lnTo>
                  <a:pt x="201077" y="46568"/>
                </a:lnTo>
                <a:lnTo>
                  <a:pt x="204847" y="46568"/>
                </a:lnTo>
                <a:lnTo>
                  <a:pt x="203846" y="47568"/>
                </a:lnTo>
                <a:close/>
                <a:moveTo>
                  <a:pt x="201077" y="45800"/>
                </a:moveTo>
                <a:lnTo>
                  <a:pt x="203746" y="43132"/>
                </a:lnTo>
                <a:lnTo>
                  <a:pt x="203746" y="44700"/>
                </a:lnTo>
                <a:lnTo>
                  <a:pt x="204847" y="45800"/>
                </a:lnTo>
                <a:lnTo>
                  <a:pt x="201077" y="45800"/>
                </a:lnTo>
                <a:close/>
                <a:moveTo>
                  <a:pt x="200544" y="45233"/>
                </a:moveTo>
                <a:lnTo>
                  <a:pt x="200544" y="41497"/>
                </a:lnTo>
                <a:lnTo>
                  <a:pt x="201644" y="42598"/>
                </a:lnTo>
                <a:lnTo>
                  <a:pt x="201778" y="42598"/>
                </a:lnTo>
                <a:lnTo>
                  <a:pt x="203179" y="42598"/>
                </a:lnTo>
                <a:close/>
                <a:moveTo>
                  <a:pt x="199743" y="45233"/>
                </a:moveTo>
                <a:lnTo>
                  <a:pt x="197108" y="42598"/>
                </a:lnTo>
                <a:lnTo>
                  <a:pt x="198476" y="42598"/>
                </a:lnTo>
                <a:lnTo>
                  <a:pt x="198776" y="42465"/>
                </a:lnTo>
                <a:lnTo>
                  <a:pt x="199743" y="41497"/>
                </a:lnTo>
                <a:lnTo>
                  <a:pt x="199743" y="45233"/>
                </a:lnTo>
                <a:close/>
                <a:moveTo>
                  <a:pt x="199743" y="47135"/>
                </a:moveTo>
                <a:lnTo>
                  <a:pt x="199743" y="50871"/>
                </a:lnTo>
                <a:lnTo>
                  <a:pt x="198776" y="49903"/>
                </a:lnTo>
                <a:lnTo>
                  <a:pt x="198476" y="49770"/>
                </a:lnTo>
                <a:lnTo>
                  <a:pt x="197108" y="49770"/>
                </a:lnTo>
                <a:close/>
                <a:moveTo>
                  <a:pt x="168954" y="76022"/>
                </a:moveTo>
                <a:lnTo>
                  <a:pt x="166319" y="73387"/>
                </a:lnTo>
                <a:lnTo>
                  <a:pt x="167854" y="73387"/>
                </a:lnTo>
                <a:lnTo>
                  <a:pt x="168954" y="72286"/>
                </a:lnTo>
                <a:close/>
                <a:moveTo>
                  <a:pt x="138166" y="76022"/>
                </a:moveTo>
                <a:lnTo>
                  <a:pt x="135531" y="73387"/>
                </a:lnTo>
                <a:lnTo>
                  <a:pt x="136898" y="73387"/>
                </a:lnTo>
                <a:lnTo>
                  <a:pt x="137165" y="73253"/>
                </a:lnTo>
                <a:lnTo>
                  <a:pt x="138166" y="72286"/>
                </a:lnTo>
                <a:lnTo>
                  <a:pt x="138166" y="76022"/>
                </a:lnTo>
                <a:close/>
                <a:moveTo>
                  <a:pt x="107377" y="76022"/>
                </a:moveTo>
                <a:lnTo>
                  <a:pt x="104709" y="73387"/>
                </a:lnTo>
                <a:lnTo>
                  <a:pt x="106276" y="73387"/>
                </a:lnTo>
                <a:lnTo>
                  <a:pt x="107377" y="72286"/>
                </a:lnTo>
                <a:close/>
                <a:moveTo>
                  <a:pt x="76589" y="76022"/>
                </a:moveTo>
                <a:lnTo>
                  <a:pt x="73920" y="73387"/>
                </a:lnTo>
                <a:lnTo>
                  <a:pt x="75321" y="73387"/>
                </a:lnTo>
                <a:lnTo>
                  <a:pt x="75588" y="73253"/>
                </a:lnTo>
                <a:lnTo>
                  <a:pt x="76555" y="72286"/>
                </a:lnTo>
                <a:lnTo>
                  <a:pt x="76555" y="76022"/>
                </a:lnTo>
                <a:close/>
                <a:moveTo>
                  <a:pt x="77356" y="47135"/>
                </a:moveTo>
                <a:lnTo>
                  <a:pt x="80024" y="49770"/>
                </a:lnTo>
                <a:lnTo>
                  <a:pt x="78457" y="49770"/>
                </a:lnTo>
                <a:lnTo>
                  <a:pt x="77356" y="50871"/>
                </a:lnTo>
                <a:close/>
                <a:moveTo>
                  <a:pt x="108144" y="47135"/>
                </a:moveTo>
                <a:lnTo>
                  <a:pt x="110813" y="49770"/>
                </a:lnTo>
                <a:lnTo>
                  <a:pt x="109412" y="49770"/>
                </a:lnTo>
                <a:lnTo>
                  <a:pt x="109145" y="49903"/>
                </a:lnTo>
                <a:lnTo>
                  <a:pt x="108144" y="50871"/>
                </a:lnTo>
                <a:lnTo>
                  <a:pt x="108144" y="47135"/>
                </a:lnTo>
                <a:close/>
                <a:moveTo>
                  <a:pt x="138933" y="47135"/>
                </a:moveTo>
                <a:lnTo>
                  <a:pt x="141602" y="49770"/>
                </a:lnTo>
                <a:lnTo>
                  <a:pt x="140034" y="49770"/>
                </a:lnTo>
                <a:lnTo>
                  <a:pt x="138933" y="50871"/>
                </a:lnTo>
                <a:close/>
                <a:moveTo>
                  <a:pt x="169755" y="47135"/>
                </a:moveTo>
                <a:lnTo>
                  <a:pt x="172390" y="49770"/>
                </a:lnTo>
                <a:lnTo>
                  <a:pt x="170989" y="49770"/>
                </a:lnTo>
                <a:lnTo>
                  <a:pt x="170722" y="49903"/>
                </a:lnTo>
                <a:lnTo>
                  <a:pt x="169755" y="50871"/>
                </a:lnTo>
                <a:lnTo>
                  <a:pt x="169755" y="47135"/>
                </a:lnTo>
                <a:close/>
                <a:moveTo>
                  <a:pt x="188969" y="65381"/>
                </a:moveTo>
                <a:lnTo>
                  <a:pt x="187668" y="64080"/>
                </a:lnTo>
                <a:lnTo>
                  <a:pt x="187668" y="62779"/>
                </a:lnTo>
                <a:lnTo>
                  <a:pt x="188502" y="61979"/>
                </a:lnTo>
                <a:lnTo>
                  <a:pt x="190303" y="61979"/>
                </a:lnTo>
                <a:lnTo>
                  <a:pt x="188969" y="63313"/>
                </a:lnTo>
                <a:lnTo>
                  <a:pt x="188969" y="65381"/>
                </a:lnTo>
                <a:close/>
                <a:moveTo>
                  <a:pt x="184732" y="64614"/>
                </a:moveTo>
                <a:lnTo>
                  <a:pt x="183865" y="63713"/>
                </a:lnTo>
                <a:lnTo>
                  <a:pt x="182598" y="63713"/>
                </a:lnTo>
                <a:lnTo>
                  <a:pt x="182598" y="62646"/>
                </a:lnTo>
                <a:lnTo>
                  <a:pt x="182464" y="62346"/>
                </a:lnTo>
                <a:lnTo>
                  <a:pt x="181697" y="61578"/>
                </a:lnTo>
                <a:lnTo>
                  <a:pt x="182464" y="60811"/>
                </a:lnTo>
                <a:lnTo>
                  <a:pt x="182598" y="60544"/>
                </a:lnTo>
                <a:lnTo>
                  <a:pt x="182598" y="59443"/>
                </a:lnTo>
                <a:lnTo>
                  <a:pt x="183865" y="59443"/>
                </a:lnTo>
                <a:lnTo>
                  <a:pt x="184732" y="58543"/>
                </a:lnTo>
                <a:lnTo>
                  <a:pt x="185633" y="59443"/>
                </a:lnTo>
                <a:lnTo>
                  <a:pt x="186901" y="59443"/>
                </a:lnTo>
                <a:lnTo>
                  <a:pt x="186901" y="60544"/>
                </a:lnTo>
                <a:lnTo>
                  <a:pt x="187001" y="60811"/>
                </a:lnTo>
                <a:lnTo>
                  <a:pt x="187768" y="61578"/>
                </a:lnTo>
                <a:lnTo>
                  <a:pt x="187001" y="62346"/>
                </a:lnTo>
                <a:lnTo>
                  <a:pt x="186901" y="62646"/>
                </a:lnTo>
                <a:lnTo>
                  <a:pt x="186901" y="63713"/>
                </a:lnTo>
                <a:lnTo>
                  <a:pt x="185633" y="63713"/>
                </a:lnTo>
                <a:close/>
                <a:moveTo>
                  <a:pt x="180529" y="65381"/>
                </a:moveTo>
                <a:lnTo>
                  <a:pt x="180529" y="63313"/>
                </a:lnTo>
                <a:lnTo>
                  <a:pt x="179162" y="61979"/>
                </a:lnTo>
                <a:lnTo>
                  <a:pt x="180963" y="61979"/>
                </a:lnTo>
                <a:lnTo>
                  <a:pt x="181797" y="62813"/>
                </a:lnTo>
                <a:lnTo>
                  <a:pt x="181797" y="64113"/>
                </a:lnTo>
                <a:close/>
                <a:moveTo>
                  <a:pt x="158180" y="65381"/>
                </a:moveTo>
                <a:lnTo>
                  <a:pt x="156879" y="64080"/>
                </a:lnTo>
                <a:lnTo>
                  <a:pt x="156879" y="62779"/>
                </a:lnTo>
                <a:lnTo>
                  <a:pt x="157713" y="61979"/>
                </a:lnTo>
                <a:lnTo>
                  <a:pt x="159514" y="61979"/>
                </a:lnTo>
                <a:lnTo>
                  <a:pt x="158180" y="63313"/>
                </a:lnTo>
                <a:lnTo>
                  <a:pt x="158180" y="65381"/>
                </a:lnTo>
                <a:close/>
                <a:moveTo>
                  <a:pt x="153944" y="64614"/>
                </a:moveTo>
                <a:lnTo>
                  <a:pt x="153076" y="63713"/>
                </a:lnTo>
                <a:lnTo>
                  <a:pt x="151809" y="63713"/>
                </a:lnTo>
                <a:lnTo>
                  <a:pt x="151809" y="62646"/>
                </a:lnTo>
                <a:lnTo>
                  <a:pt x="151675" y="62346"/>
                </a:lnTo>
                <a:lnTo>
                  <a:pt x="150908" y="61578"/>
                </a:lnTo>
                <a:lnTo>
                  <a:pt x="151675" y="60811"/>
                </a:lnTo>
                <a:lnTo>
                  <a:pt x="151809" y="60544"/>
                </a:lnTo>
                <a:lnTo>
                  <a:pt x="151809" y="59443"/>
                </a:lnTo>
                <a:lnTo>
                  <a:pt x="153076" y="59443"/>
                </a:lnTo>
                <a:lnTo>
                  <a:pt x="153944" y="58543"/>
                </a:lnTo>
                <a:lnTo>
                  <a:pt x="154844" y="59443"/>
                </a:lnTo>
                <a:lnTo>
                  <a:pt x="156112" y="59443"/>
                </a:lnTo>
                <a:lnTo>
                  <a:pt x="156112" y="60544"/>
                </a:lnTo>
                <a:lnTo>
                  <a:pt x="156212" y="60811"/>
                </a:lnTo>
                <a:lnTo>
                  <a:pt x="156979" y="61578"/>
                </a:lnTo>
                <a:lnTo>
                  <a:pt x="156212" y="62346"/>
                </a:lnTo>
                <a:lnTo>
                  <a:pt x="156112" y="62646"/>
                </a:lnTo>
                <a:lnTo>
                  <a:pt x="156112" y="63713"/>
                </a:lnTo>
                <a:lnTo>
                  <a:pt x="154844" y="63713"/>
                </a:lnTo>
                <a:close/>
                <a:moveTo>
                  <a:pt x="149741" y="65381"/>
                </a:moveTo>
                <a:lnTo>
                  <a:pt x="149741" y="63313"/>
                </a:lnTo>
                <a:lnTo>
                  <a:pt x="148373" y="61979"/>
                </a:lnTo>
                <a:lnTo>
                  <a:pt x="150174" y="61979"/>
                </a:lnTo>
                <a:lnTo>
                  <a:pt x="151008" y="62813"/>
                </a:lnTo>
                <a:lnTo>
                  <a:pt x="151008" y="64113"/>
                </a:lnTo>
                <a:close/>
                <a:moveTo>
                  <a:pt x="127391" y="65381"/>
                </a:moveTo>
                <a:lnTo>
                  <a:pt x="126091" y="64080"/>
                </a:lnTo>
                <a:lnTo>
                  <a:pt x="126091" y="62779"/>
                </a:lnTo>
                <a:lnTo>
                  <a:pt x="126924" y="61979"/>
                </a:lnTo>
                <a:lnTo>
                  <a:pt x="128726" y="61979"/>
                </a:lnTo>
                <a:lnTo>
                  <a:pt x="127358" y="63313"/>
                </a:lnTo>
                <a:lnTo>
                  <a:pt x="127358" y="65381"/>
                </a:lnTo>
                <a:close/>
                <a:moveTo>
                  <a:pt x="123155" y="64614"/>
                </a:moveTo>
                <a:lnTo>
                  <a:pt x="122254" y="63713"/>
                </a:lnTo>
                <a:lnTo>
                  <a:pt x="121020" y="63713"/>
                </a:lnTo>
                <a:lnTo>
                  <a:pt x="121020" y="62646"/>
                </a:lnTo>
                <a:lnTo>
                  <a:pt x="120887" y="62346"/>
                </a:lnTo>
                <a:lnTo>
                  <a:pt x="120120" y="61578"/>
                </a:lnTo>
                <a:lnTo>
                  <a:pt x="120887" y="60811"/>
                </a:lnTo>
                <a:lnTo>
                  <a:pt x="121020" y="60544"/>
                </a:lnTo>
                <a:lnTo>
                  <a:pt x="121020" y="59443"/>
                </a:lnTo>
                <a:lnTo>
                  <a:pt x="122254" y="59443"/>
                </a:lnTo>
                <a:lnTo>
                  <a:pt x="123155" y="58543"/>
                </a:lnTo>
                <a:lnTo>
                  <a:pt x="124056" y="59443"/>
                </a:lnTo>
                <a:lnTo>
                  <a:pt x="125290" y="59443"/>
                </a:lnTo>
                <a:lnTo>
                  <a:pt x="125290" y="60544"/>
                </a:lnTo>
                <a:lnTo>
                  <a:pt x="125423" y="60811"/>
                </a:lnTo>
                <a:lnTo>
                  <a:pt x="126191" y="61578"/>
                </a:lnTo>
                <a:lnTo>
                  <a:pt x="125423" y="62346"/>
                </a:lnTo>
                <a:lnTo>
                  <a:pt x="125290" y="62646"/>
                </a:lnTo>
                <a:lnTo>
                  <a:pt x="125290" y="63713"/>
                </a:lnTo>
                <a:lnTo>
                  <a:pt x="124056" y="63713"/>
                </a:lnTo>
                <a:close/>
                <a:moveTo>
                  <a:pt x="118952" y="65381"/>
                </a:moveTo>
                <a:lnTo>
                  <a:pt x="118952" y="63313"/>
                </a:lnTo>
                <a:lnTo>
                  <a:pt x="117584" y="61979"/>
                </a:lnTo>
                <a:lnTo>
                  <a:pt x="119386" y="61979"/>
                </a:lnTo>
                <a:lnTo>
                  <a:pt x="120220" y="62813"/>
                </a:lnTo>
                <a:lnTo>
                  <a:pt x="120220" y="64113"/>
                </a:lnTo>
                <a:close/>
                <a:moveTo>
                  <a:pt x="96569" y="65381"/>
                </a:moveTo>
                <a:lnTo>
                  <a:pt x="95302" y="64080"/>
                </a:lnTo>
                <a:lnTo>
                  <a:pt x="95302" y="62779"/>
                </a:lnTo>
                <a:lnTo>
                  <a:pt x="96136" y="61979"/>
                </a:lnTo>
                <a:lnTo>
                  <a:pt x="97937" y="61979"/>
                </a:lnTo>
                <a:lnTo>
                  <a:pt x="96569" y="63313"/>
                </a:lnTo>
                <a:lnTo>
                  <a:pt x="96569" y="65381"/>
                </a:lnTo>
                <a:close/>
                <a:moveTo>
                  <a:pt x="92366" y="64614"/>
                </a:moveTo>
                <a:lnTo>
                  <a:pt x="91466" y="63713"/>
                </a:lnTo>
                <a:lnTo>
                  <a:pt x="90232" y="63713"/>
                </a:lnTo>
                <a:lnTo>
                  <a:pt x="90232" y="62646"/>
                </a:lnTo>
                <a:lnTo>
                  <a:pt x="90098" y="62346"/>
                </a:lnTo>
                <a:lnTo>
                  <a:pt x="89331" y="61578"/>
                </a:lnTo>
                <a:lnTo>
                  <a:pt x="90098" y="60811"/>
                </a:lnTo>
                <a:lnTo>
                  <a:pt x="90232" y="60544"/>
                </a:lnTo>
                <a:lnTo>
                  <a:pt x="90232" y="59443"/>
                </a:lnTo>
                <a:lnTo>
                  <a:pt x="91466" y="59443"/>
                </a:lnTo>
                <a:lnTo>
                  <a:pt x="92366" y="58543"/>
                </a:lnTo>
                <a:lnTo>
                  <a:pt x="93267" y="59443"/>
                </a:lnTo>
                <a:lnTo>
                  <a:pt x="94501" y="59443"/>
                </a:lnTo>
                <a:lnTo>
                  <a:pt x="94501" y="60544"/>
                </a:lnTo>
                <a:lnTo>
                  <a:pt x="94635" y="60811"/>
                </a:lnTo>
                <a:lnTo>
                  <a:pt x="95402" y="61578"/>
                </a:lnTo>
                <a:lnTo>
                  <a:pt x="94635" y="62346"/>
                </a:lnTo>
                <a:lnTo>
                  <a:pt x="94501" y="62646"/>
                </a:lnTo>
                <a:lnTo>
                  <a:pt x="94501" y="63713"/>
                </a:lnTo>
                <a:lnTo>
                  <a:pt x="93267" y="63713"/>
                </a:lnTo>
                <a:close/>
                <a:moveTo>
                  <a:pt x="88130" y="65381"/>
                </a:moveTo>
                <a:lnTo>
                  <a:pt x="88130" y="63313"/>
                </a:lnTo>
                <a:lnTo>
                  <a:pt x="86796" y="61979"/>
                </a:lnTo>
                <a:lnTo>
                  <a:pt x="88597" y="61979"/>
                </a:lnTo>
                <a:lnTo>
                  <a:pt x="89431" y="62813"/>
                </a:lnTo>
                <a:lnTo>
                  <a:pt x="89431" y="64113"/>
                </a:lnTo>
                <a:close/>
                <a:moveTo>
                  <a:pt x="65781" y="65381"/>
                </a:moveTo>
                <a:lnTo>
                  <a:pt x="64513" y="64080"/>
                </a:lnTo>
                <a:lnTo>
                  <a:pt x="64513" y="62779"/>
                </a:lnTo>
                <a:lnTo>
                  <a:pt x="65347" y="61979"/>
                </a:lnTo>
                <a:lnTo>
                  <a:pt x="67148" y="61979"/>
                </a:lnTo>
                <a:lnTo>
                  <a:pt x="65781" y="63313"/>
                </a:lnTo>
                <a:lnTo>
                  <a:pt x="65781" y="65381"/>
                </a:lnTo>
                <a:close/>
                <a:moveTo>
                  <a:pt x="61578" y="64614"/>
                </a:moveTo>
                <a:lnTo>
                  <a:pt x="60677" y="63713"/>
                </a:lnTo>
                <a:lnTo>
                  <a:pt x="59410" y="63713"/>
                </a:lnTo>
                <a:lnTo>
                  <a:pt x="59410" y="62646"/>
                </a:lnTo>
                <a:lnTo>
                  <a:pt x="59310" y="62346"/>
                </a:lnTo>
                <a:lnTo>
                  <a:pt x="58542" y="61578"/>
                </a:lnTo>
                <a:lnTo>
                  <a:pt x="59310" y="60811"/>
                </a:lnTo>
                <a:lnTo>
                  <a:pt x="59410" y="60544"/>
                </a:lnTo>
                <a:lnTo>
                  <a:pt x="59410" y="59443"/>
                </a:lnTo>
                <a:lnTo>
                  <a:pt x="60677" y="59443"/>
                </a:lnTo>
                <a:lnTo>
                  <a:pt x="61578" y="58543"/>
                </a:lnTo>
                <a:lnTo>
                  <a:pt x="62445" y="59443"/>
                </a:lnTo>
                <a:lnTo>
                  <a:pt x="63713" y="59443"/>
                </a:lnTo>
                <a:lnTo>
                  <a:pt x="63713" y="60544"/>
                </a:lnTo>
                <a:lnTo>
                  <a:pt x="63846" y="60811"/>
                </a:lnTo>
                <a:lnTo>
                  <a:pt x="64613" y="61578"/>
                </a:lnTo>
                <a:lnTo>
                  <a:pt x="63846" y="62346"/>
                </a:lnTo>
                <a:lnTo>
                  <a:pt x="63713" y="62646"/>
                </a:lnTo>
                <a:lnTo>
                  <a:pt x="63713" y="63713"/>
                </a:lnTo>
                <a:lnTo>
                  <a:pt x="62445" y="63713"/>
                </a:lnTo>
                <a:close/>
                <a:moveTo>
                  <a:pt x="57341" y="65381"/>
                </a:moveTo>
                <a:lnTo>
                  <a:pt x="57341" y="63313"/>
                </a:lnTo>
                <a:lnTo>
                  <a:pt x="56007" y="61979"/>
                </a:lnTo>
                <a:lnTo>
                  <a:pt x="57808" y="61979"/>
                </a:lnTo>
                <a:lnTo>
                  <a:pt x="58642" y="62813"/>
                </a:lnTo>
                <a:lnTo>
                  <a:pt x="58642" y="64113"/>
                </a:lnTo>
                <a:close/>
                <a:moveTo>
                  <a:pt x="57341" y="57776"/>
                </a:moveTo>
                <a:lnTo>
                  <a:pt x="58642" y="59077"/>
                </a:lnTo>
                <a:lnTo>
                  <a:pt x="58642" y="60377"/>
                </a:lnTo>
                <a:lnTo>
                  <a:pt x="57808" y="61178"/>
                </a:lnTo>
                <a:lnTo>
                  <a:pt x="56007" y="61178"/>
                </a:lnTo>
                <a:lnTo>
                  <a:pt x="57341" y="59844"/>
                </a:lnTo>
                <a:close/>
                <a:moveTo>
                  <a:pt x="65781" y="57776"/>
                </a:moveTo>
                <a:lnTo>
                  <a:pt x="65781" y="59844"/>
                </a:lnTo>
                <a:lnTo>
                  <a:pt x="67148" y="61178"/>
                </a:lnTo>
                <a:lnTo>
                  <a:pt x="65347" y="61178"/>
                </a:lnTo>
                <a:lnTo>
                  <a:pt x="64513" y="60344"/>
                </a:lnTo>
                <a:lnTo>
                  <a:pt x="64513" y="59043"/>
                </a:lnTo>
                <a:close/>
                <a:moveTo>
                  <a:pt x="88130" y="57776"/>
                </a:moveTo>
                <a:lnTo>
                  <a:pt x="89431" y="59077"/>
                </a:lnTo>
                <a:lnTo>
                  <a:pt x="89431" y="60377"/>
                </a:lnTo>
                <a:lnTo>
                  <a:pt x="88597" y="61178"/>
                </a:lnTo>
                <a:lnTo>
                  <a:pt x="86796" y="61178"/>
                </a:lnTo>
                <a:lnTo>
                  <a:pt x="88130" y="59844"/>
                </a:lnTo>
                <a:lnTo>
                  <a:pt x="88130" y="57776"/>
                </a:lnTo>
                <a:close/>
                <a:moveTo>
                  <a:pt x="96569" y="57776"/>
                </a:moveTo>
                <a:lnTo>
                  <a:pt x="96569" y="59844"/>
                </a:lnTo>
                <a:lnTo>
                  <a:pt x="97937" y="61178"/>
                </a:lnTo>
                <a:lnTo>
                  <a:pt x="96136" y="61178"/>
                </a:lnTo>
                <a:lnTo>
                  <a:pt x="95302" y="60377"/>
                </a:lnTo>
                <a:lnTo>
                  <a:pt x="95302" y="59077"/>
                </a:lnTo>
                <a:close/>
                <a:moveTo>
                  <a:pt x="118952" y="57776"/>
                </a:moveTo>
                <a:lnTo>
                  <a:pt x="120220" y="59077"/>
                </a:lnTo>
                <a:lnTo>
                  <a:pt x="120220" y="60377"/>
                </a:lnTo>
                <a:lnTo>
                  <a:pt x="119386" y="61178"/>
                </a:lnTo>
                <a:lnTo>
                  <a:pt x="117584" y="61178"/>
                </a:lnTo>
                <a:lnTo>
                  <a:pt x="118952" y="59844"/>
                </a:lnTo>
                <a:lnTo>
                  <a:pt x="118952" y="57776"/>
                </a:lnTo>
                <a:close/>
                <a:moveTo>
                  <a:pt x="127391" y="57776"/>
                </a:moveTo>
                <a:lnTo>
                  <a:pt x="127391" y="59844"/>
                </a:lnTo>
                <a:lnTo>
                  <a:pt x="128726" y="61178"/>
                </a:lnTo>
                <a:lnTo>
                  <a:pt x="126924" y="61178"/>
                </a:lnTo>
                <a:lnTo>
                  <a:pt x="126091" y="60344"/>
                </a:lnTo>
                <a:lnTo>
                  <a:pt x="126091" y="59043"/>
                </a:lnTo>
                <a:close/>
                <a:moveTo>
                  <a:pt x="149741" y="57776"/>
                </a:moveTo>
                <a:lnTo>
                  <a:pt x="151008" y="59077"/>
                </a:lnTo>
                <a:lnTo>
                  <a:pt x="151008" y="60377"/>
                </a:lnTo>
                <a:lnTo>
                  <a:pt x="150174" y="61178"/>
                </a:lnTo>
                <a:lnTo>
                  <a:pt x="148373" y="61178"/>
                </a:lnTo>
                <a:lnTo>
                  <a:pt x="149741" y="59844"/>
                </a:lnTo>
                <a:lnTo>
                  <a:pt x="149741" y="57776"/>
                </a:lnTo>
                <a:close/>
                <a:moveTo>
                  <a:pt x="158180" y="57776"/>
                </a:moveTo>
                <a:lnTo>
                  <a:pt x="158180" y="59844"/>
                </a:lnTo>
                <a:lnTo>
                  <a:pt x="159514" y="61178"/>
                </a:lnTo>
                <a:lnTo>
                  <a:pt x="157713" y="61178"/>
                </a:lnTo>
                <a:lnTo>
                  <a:pt x="156879" y="60344"/>
                </a:lnTo>
                <a:lnTo>
                  <a:pt x="156879" y="59043"/>
                </a:lnTo>
                <a:close/>
                <a:moveTo>
                  <a:pt x="180529" y="57776"/>
                </a:moveTo>
                <a:lnTo>
                  <a:pt x="181797" y="59077"/>
                </a:lnTo>
                <a:lnTo>
                  <a:pt x="181797" y="60377"/>
                </a:lnTo>
                <a:lnTo>
                  <a:pt x="180963" y="61178"/>
                </a:lnTo>
                <a:lnTo>
                  <a:pt x="179162" y="61178"/>
                </a:lnTo>
                <a:lnTo>
                  <a:pt x="180529" y="59844"/>
                </a:lnTo>
                <a:lnTo>
                  <a:pt x="180529" y="57776"/>
                </a:lnTo>
                <a:close/>
                <a:moveTo>
                  <a:pt x="188969" y="57776"/>
                </a:moveTo>
                <a:lnTo>
                  <a:pt x="188969" y="59844"/>
                </a:lnTo>
                <a:lnTo>
                  <a:pt x="190303" y="61178"/>
                </a:lnTo>
                <a:lnTo>
                  <a:pt x="188502" y="61178"/>
                </a:lnTo>
                <a:lnTo>
                  <a:pt x="187668" y="60344"/>
                </a:lnTo>
                <a:lnTo>
                  <a:pt x="187668" y="59043"/>
                </a:lnTo>
                <a:close/>
                <a:moveTo>
                  <a:pt x="191437" y="61178"/>
                </a:moveTo>
                <a:lnTo>
                  <a:pt x="189736" y="59510"/>
                </a:lnTo>
                <a:lnTo>
                  <a:pt x="189736" y="57475"/>
                </a:lnTo>
                <a:lnTo>
                  <a:pt x="195473" y="57475"/>
                </a:lnTo>
                <a:lnTo>
                  <a:pt x="199176" y="61178"/>
                </a:lnTo>
                <a:close/>
                <a:moveTo>
                  <a:pt x="187268" y="58643"/>
                </a:moveTo>
                <a:lnTo>
                  <a:pt x="185967" y="58643"/>
                </a:lnTo>
                <a:lnTo>
                  <a:pt x="185133" y="57809"/>
                </a:lnTo>
                <a:lnTo>
                  <a:pt x="185133" y="56008"/>
                </a:lnTo>
                <a:lnTo>
                  <a:pt x="186367" y="57242"/>
                </a:lnTo>
                <a:lnTo>
                  <a:pt x="186667" y="57375"/>
                </a:lnTo>
                <a:lnTo>
                  <a:pt x="188535" y="57375"/>
                </a:lnTo>
                <a:close/>
                <a:moveTo>
                  <a:pt x="184332" y="57809"/>
                </a:moveTo>
                <a:lnTo>
                  <a:pt x="183532" y="58643"/>
                </a:lnTo>
                <a:lnTo>
                  <a:pt x="182231" y="58643"/>
                </a:lnTo>
                <a:lnTo>
                  <a:pt x="180930" y="57375"/>
                </a:lnTo>
                <a:lnTo>
                  <a:pt x="182831" y="57375"/>
                </a:lnTo>
                <a:lnTo>
                  <a:pt x="183098" y="57242"/>
                </a:lnTo>
                <a:lnTo>
                  <a:pt x="184332" y="56008"/>
                </a:lnTo>
                <a:close/>
                <a:moveTo>
                  <a:pt x="179729" y="59510"/>
                </a:moveTo>
                <a:lnTo>
                  <a:pt x="178061" y="61178"/>
                </a:lnTo>
                <a:lnTo>
                  <a:pt x="170289" y="61178"/>
                </a:lnTo>
                <a:lnTo>
                  <a:pt x="174025" y="57475"/>
                </a:lnTo>
                <a:lnTo>
                  <a:pt x="179729" y="57475"/>
                </a:lnTo>
                <a:lnTo>
                  <a:pt x="179729" y="59510"/>
                </a:lnTo>
                <a:close/>
                <a:moveTo>
                  <a:pt x="160649" y="61178"/>
                </a:moveTo>
                <a:lnTo>
                  <a:pt x="158947" y="59510"/>
                </a:lnTo>
                <a:lnTo>
                  <a:pt x="158947" y="57475"/>
                </a:lnTo>
                <a:lnTo>
                  <a:pt x="164685" y="57475"/>
                </a:lnTo>
                <a:lnTo>
                  <a:pt x="168387" y="61178"/>
                </a:lnTo>
                <a:close/>
                <a:moveTo>
                  <a:pt x="156479" y="58643"/>
                </a:moveTo>
                <a:lnTo>
                  <a:pt x="155178" y="58643"/>
                </a:lnTo>
                <a:lnTo>
                  <a:pt x="154344" y="57809"/>
                </a:lnTo>
                <a:lnTo>
                  <a:pt x="154344" y="56008"/>
                </a:lnTo>
                <a:lnTo>
                  <a:pt x="155578" y="57242"/>
                </a:lnTo>
                <a:lnTo>
                  <a:pt x="155845" y="57375"/>
                </a:lnTo>
                <a:lnTo>
                  <a:pt x="157746" y="57375"/>
                </a:lnTo>
                <a:close/>
                <a:moveTo>
                  <a:pt x="153543" y="57809"/>
                </a:moveTo>
                <a:lnTo>
                  <a:pt x="152743" y="58643"/>
                </a:lnTo>
                <a:lnTo>
                  <a:pt x="151442" y="58643"/>
                </a:lnTo>
                <a:lnTo>
                  <a:pt x="150141" y="57375"/>
                </a:lnTo>
                <a:lnTo>
                  <a:pt x="152042" y="57375"/>
                </a:lnTo>
                <a:lnTo>
                  <a:pt x="152309" y="57242"/>
                </a:lnTo>
                <a:lnTo>
                  <a:pt x="153543" y="56008"/>
                </a:lnTo>
                <a:close/>
                <a:moveTo>
                  <a:pt x="148940" y="59510"/>
                </a:moveTo>
                <a:lnTo>
                  <a:pt x="147272" y="61178"/>
                </a:lnTo>
                <a:lnTo>
                  <a:pt x="139500" y="61178"/>
                </a:lnTo>
                <a:lnTo>
                  <a:pt x="143236" y="57475"/>
                </a:lnTo>
                <a:lnTo>
                  <a:pt x="148940" y="57475"/>
                </a:lnTo>
                <a:lnTo>
                  <a:pt x="148940" y="59510"/>
                </a:lnTo>
                <a:close/>
                <a:moveTo>
                  <a:pt x="129860" y="61178"/>
                </a:moveTo>
                <a:lnTo>
                  <a:pt x="128159" y="59510"/>
                </a:lnTo>
                <a:lnTo>
                  <a:pt x="128159" y="57475"/>
                </a:lnTo>
                <a:lnTo>
                  <a:pt x="133896" y="57475"/>
                </a:lnTo>
                <a:lnTo>
                  <a:pt x="137599" y="61178"/>
                </a:lnTo>
                <a:close/>
                <a:moveTo>
                  <a:pt x="125690" y="58643"/>
                </a:moveTo>
                <a:lnTo>
                  <a:pt x="124389" y="58643"/>
                </a:lnTo>
                <a:lnTo>
                  <a:pt x="123555" y="57809"/>
                </a:lnTo>
                <a:lnTo>
                  <a:pt x="123555" y="56008"/>
                </a:lnTo>
                <a:lnTo>
                  <a:pt x="124790" y="57242"/>
                </a:lnTo>
                <a:lnTo>
                  <a:pt x="125056" y="57375"/>
                </a:lnTo>
                <a:lnTo>
                  <a:pt x="126958" y="57375"/>
                </a:lnTo>
                <a:close/>
                <a:moveTo>
                  <a:pt x="122755" y="57809"/>
                </a:moveTo>
                <a:lnTo>
                  <a:pt x="121954" y="58643"/>
                </a:lnTo>
                <a:lnTo>
                  <a:pt x="120653" y="58643"/>
                </a:lnTo>
                <a:lnTo>
                  <a:pt x="119352" y="57375"/>
                </a:lnTo>
                <a:lnTo>
                  <a:pt x="121254" y="57375"/>
                </a:lnTo>
                <a:lnTo>
                  <a:pt x="121521" y="57242"/>
                </a:lnTo>
                <a:lnTo>
                  <a:pt x="122755" y="56008"/>
                </a:lnTo>
                <a:lnTo>
                  <a:pt x="122755" y="57809"/>
                </a:lnTo>
                <a:close/>
                <a:moveTo>
                  <a:pt x="118152" y="59510"/>
                </a:moveTo>
                <a:lnTo>
                  <a:pt x="116450" y="61178"/>
                </a:lnTo>
                <a:lnTo>
                  <a:pt x="108711" y="61178"/>
                </a:lnTo>
                <a:lnTo>
                  <a:pt x="112414" y="57475"/>
                </a:lnTo>
                <a:lnTo>
                  <a:pt x="118152" y="57475"/>
                </a:lnTo>
                <a:lnTo>
                  <a:pt x="118152" y="59510"/>
                </a:lnTo>
                <a:close/>
                <a:moveTo>
                  <a:pt x="99071" y="61178"/>
                </a:moveTo>
                <a:lnTo>
                  <a:pt x="97370" y="59510"/>
                </a:lnTo>
                <a:lnTo>
                  <a:pt x="97370" y="57475"/>
                </a:lnTo>
                <a:lnTo>
                  <a:pt x="103074" y="57475"/>
                </a:lnTo>
                <a:lnTo>
                  <a:pt x="106810" y="61178"/>
                </a:lnTo>
                <a:close/>
                <a:moveTo>
                  <a:pt x="94868" y="58643"/>
                </a:moveTo>
                <a:lnTo>
                  <a:pt x="93567" y="58643"/>
                </a:lnTo>
                <a:lnTo>
                  <a:pt x="92767" y="57809"/>
                </a:lnTo>
                <a:lnTo>
                  <a:pt x="92767" y="56008"/>
                </a:lnTo>
                <a:lnTo>
                  <a:pt x="94001" y="57242"/>
                </a:lnTo>
                <a:lnTo>
                  <a:pt x="94268" y="57375"/>
                </a:lnTo>
                <a:lnTo>
                  <a:pt x="96169" y="57375"/>
                </a:lnTo>
                <a:close/>
                <a:moveTo>
                  <a:pt x="91966" y="57809"/>
                </a:moveTo>
                <a:lnTo>
                  <a:pt x="91166" y="58643"/>
                </a:lnTo>
                <a:lnTo>
                  <a:pt x="89865" y="58643"/>
                </a:lnTo>
                <a:lnTo>
                  <a:pt x="88564" y="57375"/>
                </a:lnTo>
                <a:lnTo>
                  <a:pt x="90465" y="57375"/>
                </a:lnTo>
                <a:lnTo>
                  <a:pt x="90732" y="57242"/>
                </a:lnTo>
                <a:lnTo>
                  <a:pt x="91966" y="56008"/>
                </a:lnTo>
                <a:lnTo>
                  <a:pt x="91966" y="57809"/>
                </a:lnTo>
                <a:close/>
                <a:moveTo>
                  <a:pt x="87363" y="59510"/>
                </a:moveTo>
                <a:lnTo>
                  <a:pt x="85662" y="61178"/>
                </a:lnTo>
                <a:lnTo>
                  <a:pt x="77923" y="61178"/>
                </a:lnTo>
                <a:lnTo>
                  <a:pt x="81625" y="57475"/>
                </a:lnTo>
                <a:lnTo>
                  <a:pt x="87363" y="57475"/>
                </a:lnTo>
                <a:lnTo>
                  <a:pt x="87363" y="59510"/>
                </a:lnTo>
                <a:close/>
                <a:moveTo>
                  <a:pt x="68249" y="61178"/>
                </a:moveTo>
                <a:lnTo>
                  <a:pt x="66581" y="59510"/>
                </a:lnTo>
                <a:lnTo>
                  <a:pt x="66581" y="57475"/>
                </a:lnTo>
                <a:lnTo>
                  <a:pt x="72285" y="57475"/>
                </a:lnTo>
                <a:lnTo>
                  <a:pt x="76021" y="61178"/>
                </a:lnTo>
                <a:close/>
                <a:moveTo>
                  <a:pt x="64080" y="58643"/>
                </a:moveTo>
                <a:lnTo>
                  <a:pt x="62779" y="58643"/>
                </a:lnTo>
                <a:lnTo>
                  <a:pt x="61978" y="57809"/>
                </a:lnTo>
                <a:lnTo>
                  <a:pt x="61978" y="56008"/>
                </a:lnTo>
                <a:lnTo>
                  <a:pt x="63212" y="57242"/>
                </a:lnTo>
                <a:lnTo>
                  <a:pt x="63479" y="57375"/>
                </a:lnTo>
                <a:lnTo>
                  <a:pt x="65381" y="57375"/>
                </a:lnTo>
                <a:close/>
                <a:moveTo>
                  <a:pt x="61178" y="57809"/>
                </a:moveTo>
                <a:lnTo>
                  <a:pt x="60344" y="58643"/>
                </a:lnTo>
                <a:lnTo>
                  <a:pt x="59043" y="58643"/>
                </a:lnTo>
                <a:lnTo>
                  <a:pt x="57775" y="57375"/>
                </a:lnTo>
                <a:lnTo>
                  <a:pt x="59676" y="57375"/>
                </a:lnTo>
                <a:lnTo>
                  <a:pt x="59943" y="57242"/>
                </a:lnTo>
                <a:lnTo>
                  <a:pt x="61178" y="56008"/>
                </a:lnTo>
                <a:close/>
                <a:moveTo>
                  <a:pt x="56574" y="59510"/>
                </a:moveTo>
                <a:lnTo>
                  <a:pt x="54873" y="61178"/>
                </a:lnTo>
                <a:lnTo>
                  <a:pt x="47134" y="61178"/>
                </a:lnTo>
                <a:lnTo>
                  <a:pt x="50837" y="57475"/>
                </a:lnTo>
                <a:lnTo>
                  <a:pt x="56574" y="57475"/>
                </a:lnTo>
                <a:close/>
                <a:moveTo>
                  <a:pt x="54873" y="61979"/>
                </a:moveTo>
                <a:lnTo>
                  <a:pt x="56574" y="63646"/>
                </a:lnTo>
                <a:lnTo>
                  <a:pt x="56574" y="65681"/>
                </a:lnTo>
                <a:lnTo>
                  <a:pt x="50837" y="65681"/>
                </a:lnTo>
                <a:lnTo>
                  <a:pt x="47134" y="61979"/>
                </a:lnTo>
                <a:lnTo>
                  <a:pt x="54873" y="61979"/>
                </a:lnTo>
                <a:close/>
                <a:moveTo>
                  <a:pt x="59043" y="64514"/>
                </a:moveTo>
                <a:lnTo>
                  <a:pt x="60344" y="64514"/>
                </a:lnTo>
                <a:lnTo>
                  <a:pt x="61178" y="65348"/>
                </a:lnTo>
                <a:lnTo>
                  <a:pt x="61178" y="67149"/>
                </a:lnTo>
                <a:lnTo>
                  <a:pt x="59943" y="65915"/>
                </a:lnTo>
                <a:lnTo>
                  <a:pt x="59676" y="65781"/>
                </a:lnTo>
                <a:lnTo>
                  <a:pt x="57775" y="65781"/>
                </a:lnTo>
                <a:close/>
                <a:moveTo>
                  <a:pt x="61978" y="65348"/>
                </a:moveTo>
                <a:lnTo>
                  <a:pt x="62779" y="64514"/>
                </a:lnTo>
                <a:lnTo>
                  <a:pt x="64080" y="64514"/>
                </a:lnTo>
                <a:lnTo>
                  <a:pt x="65381" y="65815"/>
                </a:lnTo>
                <a:lnTo>
                  <a:pt x="63479" y="65815"/>
                </a:lnTo>
                <a:lnTo>
                  <a:pt x="63212" y="65915"/>
                </a:lnTo>
                <a:lnTo>
                  <a:pt x="61978" y="67149"/>
                </a:lnTo>
                <a:close/>
                <a:moveTo>
                  <a:pt x="66581" y="63646"/>
                </a:moveTo>
                <a:lnTo>
                  <a:pt x="68249" y="61979"/>
                </a:lnTo>
                <a:lnTo>
                  <a:pt x="76021" y="61979"/>
                </a:lnTo>
                <a:lnTo>
                  <a:pt x="72285" y="65681"/>
                </a:lnTo>
                <a:lnTo>
                  <a:pt x="66581" y="65681"/>
                </a:lnTo>
                <a:lnTo>
                  <a:pt x="66581" y="63646"/>
                </a:lnTo>
                <a:close/>
                <a:moveTo>
                  <a:pt x="85662" y="61979"/>
                </a:moveTo>
                <a:lnTo>
                  <a:pt x="87363" y="63646"/>
                </a:lnTo>
                <a:lnTo>
                  <a:pt x="87363" y="65681"/>
                </a:lnTo>
                <a:lnTo>
                  <a:pt x="81659" y="65681"/>
                </a:lnTo>
                <a:lnTo>
                  <a:pt x="77923" y="61979"/>
                </a:lnTo>
                <a:lnTo>
                  <a:pt x="85662" y="61979"/>
                </a:lnTo>
                <a:close/>
                <a:moveTo>
                  <a:pt x="89831" y="64514"/>
                </a:moveTo>
                <a:lnTo>
                  <a:pt x="91132" y="64514"/>
                </a:lnTo>
                <a:lnTo>
                  <a:pt x="91966" y="65348"/>
                </a:lnTo>
                <a:lnTo>
                  <a:pt x="91966" y="67149"/>
                </a:lnTo>
                <a:lnTo>
                  <a:pt x="90732" y="65915"/>
                </a:lnTo>
                <a:lnTo>
                  <a:pt x="90465" y="65781"/>
                </a:lnTo>
                <a:lnTo>
                  <a:pt x="88564" y="65781"/>
                </a:lnTo>
                <a:close/>
                <a:moveTo>
                  <a:pt x="92767" y="65348"/>
                </a:moveTo>
                <a:lnTo>
                  <a:pt x="93567" y="64514"/>
                </a:lnTo>
                <a:lnTo>
                  <a:pt x="94868" y="64514"/>
                </a:lnTo>
                <a:lnTo>
                  <a:pt x="96169" y="65815"/>
                </a:lnTo>
                <a:lnTo>
                  <a:pt x="94268" y="65815"/>
                </a:lnTo>
                <a:lnTo>
                  <a:pt x="94001" y="65915"/>
                </a:lnTo>
                <a:lnTo>
                  <a:pt x="92767" y="67149"/>
                </a:lnTo>
                <a:lnTo>
                  <a:pt x="92767" y="65348"/>
                </a:lnTo>
                <a:close/>
                <a:moveTo>
                  <a:pt x="97370" y="63646"/>
                </a:moveTo>
                <a:lnTo>
                  <a:pt x="99071" y="61979"/>
                </a:lnTo>
                <a:lnTo>
                  <a:pt x="106810" y="61979"/>
                </a:lnTo>
                <a:lnTo>
                  <a:pt x="103074" y="65681"/>
                </a:lnTo>
                <a:lnTo>
                  <a:pt x="97370" y="65681"/>
                </a:lnTo>
                <a:lnTo>
                  <a:pt x="97370" y="63646"/>
                </a:lnTo>
                <a:close/>
                <a:moveTo>
                  <a:pt x="116450" y="61979"/>
                </a:moveTo>
                <a:lnTo>
                  <a:pt x="118152" y="63646"/>
                </a:lnTo>
                <a:lnTo>
                  <a:pt x="118152" y="65681"/>
                </a:lnTo>
                <a:lnTo>
                  <a:pt x="112447" y="65681"/>
                </a:lnTo>
                <a:lnTo>
                  <a:pt x="108711" y="61979"/>
                </a:lnTo>
                <a:lnTo>
                  <a:pt x="116450" y="61979"/>
                </a:lnTo>
                <a:close/>
                <a:moveTo>
                  <a:pt x="120653" y="64514"/>
                </a:moveTo>
                <a:lnTo>
                  <a:pt x="121954" y="64514"/>
                </a:lnTo>
                <a:lnTo>
                  <a:pt x="122755" y="65348"/>
                </a:lnTo>
                <a:lnTo>
                  <a:pt x="122755" y="67149"/>
                </a:lnTo>
                <a:lnTo>
                  <a:pt x="121521" y="65915"/>
                </a:lnTo>
                <a:lnTo>
                  <a:pt x="121254" y="65781"/>
                </a:lnTo>
                <a:lnTo>
                  <a:pt x="119352" y="65781"/>
                </a:lnTo>
                <a:close/>
                <a:moveTo>
                  <a:pt x="123555" y="65348"/>
                </a:moveTo>
                <a:lnTo>
                  <a:pt x="124389" y="64514"/>
                </a:lnTo>
                <a:lnTo>
                  <a:pt x="125657" y="64514"/>
                </a:lnTo>
                <a:lnTo>
                  <a:pt x="126958" y="65815"/>
                </a:lnTo>
                <a:lnTo>
                  <a:pt x="125056" y="65815"/>
                </a:lnTo>
                <a:lnTo>
                  <a:pt x="124790" y="65915"/>
                </a:lnTo>
                <a:lnTo>
                  <a:pt x="123555" y="67149"/>
                </a:lnTo>
                <a:lnTo>
                  <a:pt x="123555" y="65348"/>
                </a:lnTo>
                <a:close/>
                <a:moveTo>
                  <a:pt x="128159" y="63646"/>
                </a:moveTo>
                <a:lnTo>
                  <a:pt x="129860" y="61979"/>
                </a:lnTo>
                <a:lnTo>
                  <a:pt x="137599" y="61979"/>
                </a:lnTo>
                <a:lnTo>
                  <a:pt x="133863" y="65681"/>
                </a:lnTo>
                <a:lnTo>
                  <a:pt x="128159" y="65681"/>
                </a:lnTo>
                <a:lnTo>
                  <a:pt x="128159" y="63646"/>
                </a:lnTo>
                <a:close/>
                <a:moveTo>
                  <a:pt x="147272" y="61979"/>
                </a:moveTo>
                <a:lnTo>
                  <a:pt x="148940" y="63646"/>
                </a:lnTo>
                <a:lnTo>
                  <a:pt x="148940" y="65681"/>
                </a:lnTo>
                <a:lnTo>
                  <a:pt x="143236" y="65681"/>
                </a:lnTo>
                <a:lnTo>
                  <a:pt x="139500" y="61979"/>
                </a:lnTo>
                <a:lnTo>
                  <a:pt x="147272" y="61979"/>
                </a:lnTo>
                <a:close/>
                <a:moveTo>
                  <a:pt x="151442" y="64514"/>
                </a:moveTo>
                <a:lnTo>
                  <a:pt x="152743" y="64514"/>
                </a:lnTo>
                <a:lnTo>
                  <a:pt x="153543" y="65348"/>
                </a:lnTo>
                <a:lnTo>
                  <a:pt x="153543" y="67149"/>
                </a:lnTo>
                <a:lnTo>
                  <a:pt x="152309" y="65915"/>
                </a:lnTo>
                <a:lnTo>
                  <a:pt x="152042" y="65781"/>
                </a:lnTo>
                <a:lnTo>
                  <a:pt x="150141" y="65781"/>
                </a:lnTo>
                <a:close/>
                <a:moveTo>
                  <a:pt x="154344" y="65348"/>
                </a:moveTo>
                <a:lnTo>
                  <a:pt x="155178" y="64514"/>
                </a:lnTo>
                <a:lnTo>
                  <a:pt x="156479" y="64514"/>
                </a:lnTo>
                <a:lnTo>
                  <a:pt x="157746" y="65815"/>
                </a:lnTo>
                <a:lnTo>
                  <a:pt x="155845" y="65815"/>
                </a:lnTo>
                <a:lnTo>
                  <a:pt x="155578" y="65915"/>
                </a:lnTo>
                <a:lnTo>
                  <a:pt x="154344" y="67149"/>
                </a:lnTo>
                <a:close/>
                <a:moveTo>
                  <a:pt x="158947" y="63646"/>
                </a:moveTo>
                <a:lnTo>
                  <a:pt x="160649" y="61979"/>
                </a:lnTo>
                <a:lnTo>
                  <a:pt x="168387" y="61979"/>
                </a:lnTo>
                <a:lnTo>
                  <a:pt x="164651" y="65681"/>
                </a:lnTo>
                <a:lnTo>
                  <a:pt x="158947" y="65681"/>
                </a:lnTo>
                <a:lnTo>
                  <a:pt x="158947" y="63646"/>
                </a:lnTo>
                <a:close/>
                <a:moveTo>
                  <a:pt x="178061" y="61979"/>
                </a:moveTo>
                <a:lnTo>
                  <a:pt x="179729" y="63646"/>
                </a:lnTo>
                <a:lnTo>
                  <a:pt x="179729" y="65681"/>
                </a:lnTo>
                <a:lnTo>
                  <a:pt x="174025" y="65681"/>
                </a:lnTo>
                <a:lnTo>
                  <a:pt x="170289" y="61979"/>
                </a:lnTo>
                <a:lnTo>
                  <a:pt x="178061" y="61979"/>
                </a:lnTo>
                <a:close/>
                <a:moveTo>
                  <a:pt x="182231" y="64514"/>
                </a:moveTo>
                <a:lnTo>
                  <a:pt x="183532" y="64514"/>
                </a:lnTo>
                <a:lnTo>
                  <a:pt x="184332" y="65348"/>
                </a:lnTo>
                <a:lnTo>
                  <a:pt x="184332" y="67149"/>
                </a:lnTo>
                <a:lnTo>
                  <a:pt x="183098" y="65915"/>
                </a:lnTo>
                <a:lnTo>
                  <a:pt x="182831" y="65781"/>
                </a:lnTo>
                <a:lnTo>
                  <a:pt x="180930" y="65781"/>
                </a:lnTo>
                <a:close/>
                <a:moveTo>
                  <a:pt x="185133" y="65348"/>
                </a:moveTo>
                <a:lnTo>
                  <a:pt x="185967" y="64514"/>
                </a:lnTo>
                <a:lnTo>
                  <a:pt x="187268" y="64514"/>
                </a:lnTo>
                <a:lnTo>
                  <a:pt x="188535" y="65815"/>
                </a:lnTo>
                <a:lnTo>
                  <a:pt x="186667" y="65815"/>
                </a:lnTo>
                <a:lnTo>
                  <a:pt x="186367" y="65915"/>
                </a:lnTo>
                <a:lnTo>
                  <a:pt x="185133" y="67149"/>
                </a:lnTo>
                <a:close/>
                <a:moveTo>
                  <a:pt x="189736" y="63646"/>
                </a:moveTo>
                <a:lnTo>
                  <a:pt x="191437" y="61979"/>
                </a:lnTo>
                <a:lnTo>
                  <a:pt x="199176" y="61979"/>
                </a:lnTo>
                <a:lnTo>
                  <a:pt x="195473" y="65681"/>
                </a:lnTo>
                <a:lnTo>
                  <a:pt x="189736" y="65681"/>
                </a:lnTo>
                <a:lnTo>
                  <a:pt x="189736" y="63646"/>
                </a:lnTo>
                <a:close/>
                <a:moveTo>
                  <a:pt x="188869" y="56575"/>
                </a:moveTo>
                <a:lnTo>
                  <a:pt x="186801" y="56575"/>
                </a:lnTo>
                <a:lnTo>
                  <a:pt x="185133" y="54874"/>
                </a:lnTo>
                <a:lnTo>
                  <a:pt x="185133" y="47135"/>
                </a:lnTo>
                <a:lnTo>
                  <a:pt x="188869" y="50871"/>
                </a:lnTo>
                <a:lnTo>
                  <a:pt x="188869" y="56575"/>
                </a:lnTo>
                <a:close/>
                <a:moveTo>
                  <a:pt x="184332" y="54874"/>
                </a:moveTo>
                <a:lnTo>
                  <a:pt x="182664" y="56575"/>
                </a:lnTo>
                <a:lnTo>
                  <a:pt x="180629" y="56575"/>
                </a:lnTo>
                <a:lnTo>
                  <a:pt x="180629" y="50871"/>
                </a:lnTo>
                <a:lnTo>
                  <a:pt x="184332" y="47135"/>
                </a:lnTo>
                <a:lnTo>
                  <a:pt x="184332" y="54874"/>
                </a:lnTo>
                <a:close/>
                <a:moveTo>
                  <a:pt x="171723" y="51905"/>
                </a:moveTo>
                <a:lnTo>
                  <a:pt x="169755" y="53873"/>
                </a:lnTo>
                <a:lnTo>
                  <a:pt x="169755" y="52005"/>
                </a:lnTo>
                <a:lnTo>
                  <a:pt x="171156" y="50570"/>
                </a:lnTo>
                <a:lnTo>
                  <a:pt x="173157" y="50570"/>
                </a:lnTo>
                <a:lnTo>
                  <a:pt x="174492" y="51905"/>
                </a:lnTo>
                <a:close/>
                <a:moveTo>
                  <a:pt x="172957" y="47835"/>
                </a:moveTo>
                <a:lnTo>
                  <a:pt x="172957" y="49203"/>
                </a:lnTo>
                <a:lnTo>
                  <a:pt x="170289" y="46568"/>
                </a:lnTo>
                <a:lnTo>
                  <a:pt x="174025" y="46568"/>
                </a:lnTo>
                <a:lnTo>
                  <a:pt x="173057" y="47568"/>
                </a:lnTo>
                <a:close/>
                <a:moveTo>
                  <a:pt x="170289" y="45800"/>
                </a:moveTo>
                <a:lnTo>
                  <a:pt x="172957" y="43132"/>
                </a:lnTo>
                <a:lnTo>
                  <a:pt x="172957" y="44700"/>
                </a:lnTo>
                <a:lnTo>
                  <a:pt x="174025" y="45800"/>
                </a:lnTo>
                <a:lnTo>
                  <a:pt x="170289" y="45800"/>
                </a:lnTo>
                <a:close/>
                <a:moveTo>
                  <a:pt x="169755" y="45233"/>
                </a:moveTo>
                <a:lnTo>
                  <a:pt x="169755" y="41497"/>
                </a:lnTo>
                <a:lnTo>
                  <a:pt x="170722" y="42465"/>
                </a:lnTo>
                <a:lnTo>
                  <a:pt x="170989" y="42598"/>
                </a:lnTo>
                <a:lnTo>
                  <a:pt x="172390" y="42598"/>
                </a:lnTo>
                <a:close/>
                <a:moveTo>
                  <a:pt x="168954" y="45233"/>
                </a:moveTo>
                <a:lnTo>
                  <a:pt x="166319" y="42598"/>
                </a:lnTo>
                <a:lnTo>
                  <a:pt x="167687" y="42598"/>
                </a:lnTo>
                <a:lnTo>
                  <a:pt x="167854" y="42598"/>
                </a:lnTo>
                <a:lnTo>
                  <a:pt x="168954" y="41497"/>
                </a:lnTo>
                <a:close/>
                <a:moveTo>
                  <a:pt x="168954" y="47135"/>
                </a:moveTo>
                <a:lnTo>
                  <a:pt x="168954" y="50871"/>
                </a:lnTo>
                <a:lnTo>
                  <a:pt x="167854" y="49770"/>
                </a:lnTo>
                <a:lnTo>
                  <a:pt x="166319" y="49770"/>
                </a:lnTo>
                <a:close/>
                <a:moveTo>
                  <a:pt x="158047" y="56575"/>
                </a:moveTo>
                <a:lnTo>
                  <a:pt x="156012" y="56575"/>
                </a:lnTo>
                <a:lnTo>
                  <a:pt x="154344" y="54874"/>
                </a:lnTo>
                <a:lnTo>
                  <a:pt x="154344" y="47135"/>
                </a:lnTo>
                <a:lnTo>
                  <a:pt x="158047" y="50871"/>
                </a:lnTo>
                <a:lnTo>
                  <a:pt x="158047" y="56575"/>
                </a:lnTo>
                <a:close/>
                <a:moveTo>
                  <a:pt x="153543" y="54874"/>
                </a:moveTo>
                <a:lnTo>
                  <a:pt x="151876" y="56575"/>
                </a:lnTo>
                <a:lnTo>
                  <a:pt x="149841" y="56575"/>
                </a:lnTo>
                <a:lnTo>
                  <a:pt x="149841" y="50871"/>
                </a:lnTo>
                <a:lnTo>
                  <a:pt x="153543" y="47135"/>
                </a:lnTo>
                <a:lnTo>
                  <a:pt x="153543" y="54874"/>
                </a:lnTo>
                <a:close/>
                <a:moveTo>
                  <a:pt x="140901" y="51905"/>
                </a:moveTo>
                <a:lnTo>
                  <a:pt x="138933" y="53873"/>
                </a:lnTo>
                <a:lnTo>
                  <a:pt x="138933" y="52005"/>
                </a:lnTo>
                <a:lnTo>
                  <a:pt x="140367" y="50570"/>
                </a:lnTo>
                <a:lnTo>
                  <a:pt x="142369" y="50570"/>
                </a:lnTo>
                <a:lnTo>
                  <a:pt x="143703" y="51905"/>
                </a:lnTo>
                <a:close/>
                <a:moveTo>
                  <a:pt x="142135" y="47835"/>
                </a:moveTo>
                <a:lnTo>
                  <a:pt x="142135" y="49203"/>
                </a:lnTo>
                <a:lnTo>
                  <a:pt x="139500" y="46568"/>
                </a:lnTo>
                <a:lnTo>
                  <a:pt x="143236" y="46568"/>
                </a:lnTo>
                <a:lnTo>
                  <a:pt x="142269" y="47568"/>
                </a:lnTo>
                <a:close/>
                <a:moveTo>
                  <a:pt x="139500" y="45800"/>
                </a:moveTo>
                <a:lnTo>
                  <a:pt x="142135" y="43132"/>
                </a:lnTo>
                <a:lnTo>
                  <a:pt x="142135" y="44700"/>
                </a:lnTo>
                <a:lnTo>
                  <a:pt x="143236" y="45800"/>
                </a:lnTo>
                <a:lnTo>
                  <a:pt x="139500" y="45800"/>
                </a:lnTo>
                <a:close/>
                <a:moveTo>
                  <a:pt x="138933" y="45233"/>
                </a:moveTo>
                <a:lnTo>
                  <a:pt x="138933" y="41497"/>
                </a:lnTo>
                <a:lnTo>
                  <a:pt x="140034" y="42598"/>
                </a:lnTo>
                <a:lnTo>
                  <a:pt x="140201" y="42598"/>
                </a:lnTo>
                <a:lnTo>
                  <a:pt x="141602" y="42598"/>
                </a:lnTo>
                <a:close/>
                <a:moveTo>
                  <a:pt x="138166" y="45233"/>
                </a:moveTo>
                <a:lnTo>
                  <a:pt x="135531" y="42598"/>
                </a:lnTo>
                <a:lnTo>
                  <a:pt x="136898" y="42598"/>
                </a:lnTo>
                <a:lnTo>
                  <a:pt x="137165" y="42465"/>
                </a:lnTo>
                <a:lnTo>
                  <a:pt x="138166" y="41497"/>
                </a:lnTo>
                <a:lnTo>
                  <a:pt x="138166" y="45233"/>
                </a:lnTo>
                <a:close/>
                <a:moveTo>
                  <a:pt x="138166" y="47135"/>
                </a:moveTo>
                <a:lnTo>
                  <a:pt x="138166" y="50871"/>
                </a:lnTo>
                <a:lnTo>
                  <a:pt x="137165" y="49903"/>
                </a:lnTo>
                <a:lnTo>
                  <a:pt x="136898" y="49770"/>
                </a:lnTo>
                <a:lnTo>
                  <a:pt x="135531" y="49770"/>
                </a:lnTo>
                <a:close/>
                <a:moveTo>
                  <a:pt x="127258" y="56575"/>
                </a:moveTo>
                <a:lnTo>
                  <a:pt x="125223" y="56575"/>
                </a:lnTo>
                <a:lnTo>
                  <a:pt x="123555" y="54874"/>
                </a:lnTo>
                <a:lnTo>
                  <a:pt x="123555" y="47135"/>
                </a:lnTo>
                <a:lnTo>
                  <a:pt x="127258" y="50871"/>
                </a:lnTo>
                <a:close/>
                <a:moveTo>
                  <a:pt x="122755" y="54874"/>
                </a:moveTo>
                <a:lnTo>
                  <a:pt x="121087" y="56575"/>
                </a:lnTo>
                <a:lnTo>
                  <a:pt x="119052" y="56575"/>
                </a:lnTo>
                <a:lnTo>
                  <a:pt x="119052" y="50871"/>
                </a:lnTo>
                <a:lnTo>
                  <a:pt x="122755" y="47135"/>
                </a:lnTo>
                <a:close/>
                <a:moveTo>
                  <a:pt x="110112" y="51905"/>
                </a:moveTo>
                <a:lnTo>
                  <a:pt x="108144" y="53873"/>
                </a:lnTo>
                <a:lnTo>
                  <a:pt x="108144" y="52005"/>
                </a:lnTo>
                <a:lnTo>
                  <a:pt x="109579" y="50570"/>
                </a:lnTo>
                <a:lnTo>
                  <a:pt x="111580" y="50570"/>
                </a:lnTo>
                <a:lnTo>
                  <a:pt x="112914" y="51905"/>
                </a:lnTo>
                <a:close/>
                <a:moveTo>
                  <a:pt x="111347" y="47835"/>
                </a:moveTo>
                <a:lnTo>
                  <a:pt x="111347" y="49203"/>
                </a:lnTo>
                <a:lnTo>
                  <a:pt x="108711" y="46568"/>
                </a:lnTo>
                <a:lnTo>
                  <a:pt x="112447" y="46568"/>
                </a:lnTo>
                <a:lnTo>
                  <a:pt x="111480" y="47568"/>
                </a:lnTo>
                <a:close/>
                <a:moveTo>
                  <a:pt x="108711" y="45800"/>
                </a:moveTo>
                <a:lnTo>
                  <a:pt x="111347" y="43132"/>
                </a:lnTo>
                <a:lnTo>
                  <a:pt x="111347" y="44700"/>
                </a:lnTo>
                <a:lnTo>
                  <a:pt x="112447" y="45800"/>
                </a:lnTo>
                <a:lnTo>
                  <a:pt x="108711" y="45800"/>
                </a:lnTo>
                <a:close/>
                <a:moveTo>
                  <a:pt x="108144" y="45233"/>
                </a:moveTo>
                <a:lnTo>
                  <a:pt x="108144" y="41497"/>
                </a:lnTo>
                <a:lnTo>
                  <a:pt x="109145" y="42465"/>
                </a:lnTo>
                <a:lnTo>
                  <a:pt x="109412" y="42598"/>
                </a:lnTo>
                <a:lnTo>
                  <a:pt x="110813" y="42598"/>
                </a:lnTo>
                <a:close/>
                <a:moveTo>
                  <a:pt x="107377" y="45233"/>
                </a:moveTo>
                <a:lnTo>
                  <a:pt x="104709" y="42598"/>
                </a:lnTo>
                <a:lnTo>
                  <a:pt x="106110" y="42598"/>
                </a:lnTo>
                <a:lnTo>
                  <a:pt x="106276" y="42598"/>
                </a:lnTo>
                <a:lnTo>
                  <a:pt x="107377" y="41497"/>
                </a:lnTo>
                <a:lnTo>
                  <a:pt x="107377" y="45233"/>
                </a:lnTo>
                <a:close/>
                <a:moveTo>
                  <a:pt x="107377" y="47135"/>
                </a:moveTo>
                <a:lnTo>
                  <a:pt x="107377" y="50871"/>
                </a:lnTo>
                <a:lnTo>
                  <a:pt x="106276" y="49770"/>
                </a:lnTo>
                <a:lnTo>
                  <a:pt x="104709" y="49770"/>
                </a:lnTo>
                <a:close/>
                <a:moveTo>
                  <a:pt x="96469" y="56575"/>
                </a:moveTo>
                <a:lnTo>
                  <a:pt x="94435" y="56575"/>
                </a:lnTo>
                <a:lnTo>
                  <a:pt x="92767" y="54874"/>
                </a:lnTo>
                <a:lnTo>
                  <a:pt x="92767" y="47135"/>
                </a:lnTo>
                <a:lnTo>
                  <a:pt x="96469" y="50871"/>
                </a:lnTo>
                <a:close/>
                <a:moveTo>
                  <a:pt x="91966" y="54874"/>
                </a:moveTo>
                <a:lnTo>
                  <a:pt x="90298" y="56575"/>
                </a:lnTo>
                <a:lnTo>
                  <a:pt x="88264" y="56575"/>
                </a:lnTo>
                <a:lnTo>
                  <a:pt x="88264" y="50871"/>
                </a:lnTo>
                <a:lnTo>
                  <a:pt x="91966" y="47135"/>
                </a:lnTo>
                <a:close/>
                <a:moveTo>
                  <a:pt x="79324" y="51905"/>
                </a:moveTo>
                <a:lnTo>
                  <a:pt x="77356" y="53873"/>
                </a:lnTo>
                <a:lnTo>
                  <a:pt x="77356" y="52005"/>
                </a:lnTo>
                <a:lnTo>
                  <a:pt x="78790" y="50570"/>
                </a:lnTo>
                <a:lnTo>
                  <a:pt x="80792" y="50570"/>
                </a:lnTo>
                <a:lnTo>
                  <a:pt x="82126" y="51905"/>
                </a:lnTo>
                <a:close/>
                <a:moveTo>
                  <a:pt x="80558" y="47835"/>
                </a:moveTo>
                <a:lnTo>
                  <a:pt x="80558" y="49203"/>
                </a:lnTo>
                <a:lnTo>
                  <a:pt x="77923" y="46568"/>
                </a:lnTo>
                <a:lnTo>
                  <a:pt x="81659" y="46568"/>
                </a:lnTo>
                <a:lnTo>
                  <a:pt x="80691" y="47568"/>
                </a:lnTo>
                <a:close/>
                <a:moveTo>
                  <a:pt x="77923" y="45800"/>
                </a:moveTo>
                <a:lnTo>
                  <a:pt x="80558" y="43132"/>
                </a:lnTo>
                <a:lnTo>
                  <a:pt x="80558" y="44700"/>
                </a:lnTo>
                <a:lnTo>
                  <a:pt x="81659" y="45800"/>
                </a:lnTo>
                <a:lnTo>
                  <a:pt x="77923" y="45800"/>
                </a:lnTo>
                <a:close/>
                <a:moveTo>
                  <a:pt x="77356" y="45233"/>
                </a:moveTo>
                <a:lnTo>
                  <a:pt x="77356" y="41497"/>
                </a:lnTo>
                <a:lnTo>
                  <a:pt x="78457" y="42598"/>
                </a:lnTo>
                <a:lnTo>
                  <a:pt x="78623" y="42598"/>
                </a:lnTo>
                <a:lnTo>
                  <a:pt x="79991" y="42598"/>
                </a:lnTo>
                <a:close/>
                <a:moveTo>
                  <a:pt x="76589" y="45233"/>
                </a:moveTo>
                <a:lnTo>
                  <a:pt x="73920" y="42598"/>
                </a:lnTo>
                <a:lnTo>
                  <a:pt x="75321" y="42598"/>
                </a:lnTo>
                <a:lnTo>
                  <a:pt x="75588" y="42465"/>
                </a:lnTo>
                <a:lnTo>
                  <a:pt x="76555" y="41497"/>
                </a:lnTo>
                <a:lnTo>
                  <a:pt x="76555" y="45233"/>
                </a:lnTo>
                <a:close/>
                <a:moveTo>
                  <a:pt x="76589" y="47135"/>
                </a:moveTo>
                <a:lnTo>
                  <a:pt x="76589" y="50871"/>
                </a:lnTo>
                <a:lnTo>
                  <a:pt x="75588" y="49903"/>
                </a:lnTo>
                <a:lnTo>
                  <a:pt x="75321" y="49770"/>
                </a:lnTo>
                <a:lnTo>
                  <a:pt x="73920" y="49770"/>
                </a:lnTo>
                <a:close/>
                <a:moveTo>
                  <a:pt x="65681" y="56575"/>
                </a:moveTo>
                <a:lnTo>
                  <a:pt x="63646" y="56575"/>
                </a:lnTo>
                <a:lnTo>
                  <a:pt x="61978" y="54874"/>
                </a:lnTo>
                <a:lnTo>
                  <a:pt x="61978" y="47135"/>
                </a:lnTo>
                <a:lnTo>
                  <a:pt x="65681" y="50871"/>
                </a:lnTo>
                <a:close/>
                <a:moveTo>
                  <a:pt x="61178" y="54874"/>
                </a:moveTo>
                <a:lnTo>
                  <a:pt x="59510" y="56575"/>
                </a:lnTo>
                <a:lnTo>
                  <a:pt x="57475" y="56575"/>
                </a:lnTo>
                <a:lnTo>
                  <a:pt x="57475" y="50871"/>
                </a:lnTo>
                <a:lnTo>
                  <a:pt x="61178" y="47135"/>
                </a:lnTo>
                <a:close/>
                <a:moveTo>
                  <a:pt x="48535" y="51905"/>
                </a:moveTo>
                <a:lnTo>
                  <a:pt x="46567" y="53873"/>
                </a:lnTo>
                <a:lnTo>
                  <a:pt x="46567" y="52005"/>
                </a:lnTo>
                <a:lnTo>
                  <a:pt x="48001" y="50570"/>
                </a:lnTo>
                <a:lnTo>
                  <a:pt x="50003" y="50570"/>
                </a:lnTo>
                <a:lnTo>
                  <a:pt x="51337" y="51905"/>
                </a:lnTo>
                <a:close/>
                <a:moveTo>
                  <a:pt x="46567" y="47135"/>
                </a:moveTo>
                <a:lnTo>
                  <a:pt x="49202" y="49770"/>
                </a:lnTo>
                <a:lnTo>
                  <a:pt x="47835" y="49770"/>
                </a:lnTo>
                <a:lnTo>
                  <a:pt x="47568" y="49903"/>
                </a:lnTo>
                <a:lnTo>
                  <a:pt x="46567" y="50871"/>
                </a:lnTo>
                <a:lnTo>
                  <a:pt x="46567" y="47135"/>
                </a:lnTo>
                <a:close/>
                <a:moveTo>
                  <a:pt x="49769" y="47835"/>
                </a:moveTo>
                <a:lnTo>
                  <a:pt x="49769" y="49203"/>
                </a:lnTo>
                <a:lnTo>
                  <a:pt x="47134" y="46568"/>
                </a:lnTo>
                <a:lnTo>
                  <a:pt x="50870" y="46568"/>
                </a:lnTo>
                <a:lnTo>
                  <a:pt x="49903" y="47568"/>
                </a:lnTo>
                <a:close/>
                <a:moveTo>
                  <a:pt x="47134" y="45800"/>
                </a:moveTo>
                <a:lnTo>
                  <a:pt x="49769" y="43132"/>
                </a:lnTo>
                <a:lnTo>
                  <a:pt x="49769" y="44700"/>
                </a:lnTo>
                <a:lnTo>
                  <a:pt x="50870" y="45800"/>
                </a:lnTo>
                <a:lnTo>
                  <a:pt x="47134" y="45800"/>
                </a:lnTo>
                <a:close/>
                <a:moveTo>
                  <a:pt x="46567" y="45233"/>
                </a:moveTo>
                <a:lnTo>
                  <a:pt x="46567" y="41497"/>
                </a:lnTo>
                <a:lnTo>
                  <a:pt x="47534" y="42465"/>
                </a:lnTo>
                <a:lnTo>
                  <a:pt x="47835" y="42598"/>
                </a:lnTo>
                <a:lnTo>
                  <a:pt x="49202" y="42598"/>
                </a:lnTo>
                <a:close/>
                <a:moveTo>
                  <a:pt x="45767" y="45233"/>
                </a:moveTo>
                <a:lnTo>
                  <a:pt x="43131" y="42598"/>
                </a:lnTo>
                <a:lnTo>
                  <a:pt x="44532" y="42598"/>
                </a:lnTo>
                <a:lnTo>
                  <a:pt x="44699" y="42598"/>
                </a:lnTo>
                <a:lnTo>
                  <a:pt x="45767" y="41497"/>
                </a:lnTo>
                <a:close/>
                <a:moveTo>
                  <a:pt x="45767" y="47135"/>
                </a:moveTo>
                <a:lnTo>
                  <a:pt x="45767" y="50871"/>
                </a:lnTo>
                <a:lnTo>
                  <a:pt x="44699" y="49770"/>
                </a:lnTo>
                <a:lnTo>
                  <a:pt x="43131" y="49770"/>
                </a:lnTo>
                <a:close/>
                <a:moveTo>
                  <a:pt x="45767" y="76022"/>
                </a:moveTo>
                <a:lnTo>
                  <a:pt x="43131" y="73387"/>
                </a:lnTo>
                <a:lnTo>
                  <a:pt x="44699" y="73387"/>
                </a:lnTo>
                <a:lnTo>
                  <a:pt x="45767" y="72286"/>
                </a:lnTo>
                <a:close/>
                <a:moveTo>
                  <a:pt x="43798" y="71285"/>
                </a:moveTo>
                <a:lnTo>
                  <a:pt x="45767" y="69317"/>
                </a:lnTo>
                <a:lnTo>
                  <a:pt x="45767" y="71152"/>
                </a:lnTo>
                <a:lnTo>
                  <a:pt x="44366" y="72586"/>
                </a:lnTo>
                <a:lnTo>
                  <a:pt x="42364" y="72586"/>
                </a:lnTo>
                <a:lnTo>
                  <a:pt x="41030" y="71285"/>
                </a:lnTo>
                <a:close/>
                <a:moveTo>
                  <a:pt x="42564" y="75321"/>
                </a:moveTo>
                <a:lnTo>
                  <a:pt x="42564" y="73954"/>
                </a:lnTo>
                <a:lnTo>
                  <a:pt x="45233" y="76589"/>
                </a:lnTo>
                <a:lnTo>
                  <a:pt x="41497" y="76589"/>
                </a:lnTo>
                <a:lnTo>
                  <a:pt x="42464" y="75588"/>
                </a:lnTo>
                <a:close/>
                <a:moveTo>
                  <a:pt x="45233" y="77356"/>
                </a:moveTo>
                <a:lnTo>
                  <a:pt x="42564" y="80025"/>
                </a:lnTo>
                <a:lnTo>
                  <a:pt x="42564" y="78457"/>
                </a:lnTo>
                <a:lnTo>
                  <a:pt x="41497" y="77356"/>
                </a:lnTo>
                <a:close/>
                <a:moveTo>
                  <a:pt x="45767" y="77923"/>
                </a:moveTo>
                <a:lnTo>
                  <a:pt x="45767" y="81659"/>
                </a:lnTo>
                <a:lnTo>
                  <a:pt x="44699" y="80559"/>
                </a:lnTo>
                <a:lnTo>
                  <a:pt x="44532" y="80559"/>
                </a:lnTo>
                <a:lnTo>
                  <a:pt x="43131" y="80559"/>
                </a:lnTo>
                <a:close/>
                <a:moveTo>
                  <a:pt x="46567" y="77923"/>
                </a:moveTo>
                <a:lnTo>
                  <a:pt x="49202" y="80559"/>
                </a:lnTo>
                <a:lnTo>
                  <a:pt x="47835" y="80559"/>
                </a:lnTo>
                <a:lnTo>
                  <a:pt x="47568" y="80692"/>
                </a:lnTo>
                <a:lnTo>
                  <a:pt x="46567" y="81659"/>
                </a:lnTo>
                <a:lnTo>
                  <a:pt x="46567" y="77923"/>
                </a:lnTo>
                <a:close/>
                <a:moveTo>
                  <a:pt x="46567" y="76022"/>
                </a:moveTo>
                <a:lnTo>
                  <a:pt x="46567" y="72286"/>
                </a:lnTo>
                <a:lnTo>
                  <a:pt x="47534" y="73253"/>
                </a:lnTo>
                <a:lnTo>
                  <a:pt x="47835" y="73387"/>
                </a:lnTo>
                <a:lnTo>
                  <a:pt x="49202" y="73387"/>
                </a:lnTo>
                <a:close/>
                <a:moveTo>
                  <a:pt x="57475" y="66582"/>
                </a:moveTo>
                <a:lnTo>
                  <a:pt x="59510" y="66582"/>
                </a:lnTo>
                <a:lnTo>
                  <a:pt x="61178" y="68283"/>
                </a:lnTo>
                <a:lnTo>
                  <a:pt x="61178" y="76022"/>
                </a:lnTo>
                <a:lnTo>
                  <a:pt x="57475" y="72286"/>
                </a:lnTo>
                <a:close/>
                <a:moveTo>
                  <a:pt x="61978" y="68283"/>
                </a:moveTo>
                <a:lnTo>
                  <a:pt x="63646" y="66582"/>
                </a:lnTo>
                <a:lnTo>
                  <a:pt x="65681" y="66582"/>
                </a:lnTo>
                <a:lnTo>
                  <a:pt x="65681" y="72286"/>
                </a:lnTo>
                <a:lnTo>
                  <a:pt x="61978" y="76022"/>
                </a:lnTo>
                <a:close/>
                <a:moveTo>
                  <a:pt x="74620" y="71285"/>
                </a:moveTo>
                <a:lnTo>
                  <a:pt x="76589" y="69317"/>
                </a:lnTo>
                <a:lnTo>
                  <a:pt x="76589" y="71152"/>
                </a:lnTo>
                <a:lnTo>
                  <a:pt x="75154" y="72586"/>
                </a:lnTo>
                <a:lnTo>
                  <a:pt x="73153" y="72586"/>
                </a:lnTo>
                <a:lnTo>
                  <a:pt x="71818" y="71285"/>
                </a:lnTo>
                <a:close/>
                <a:moveTo>
                  <a:pt x="73386" y="75321"/>
                </a:moveTo>
                <a:lnTo>
                  <a:pt x="73386" y="73954"/>
                </a:lnTo>
                <a:lnTo>
                  <a:pt x="76021" y="76589"/>
                </a:lnTo>
                <a:lnTo>
                  <a:pt x="72285" y="76589"/>
                </a:lnTo>
                <a:lnTo>
                  <a:pt x="73253" y="75588"/>
                </a:lnTo>
                <a:close/>
                <a:moveTo>
                  <a:pt x="76021" y="77356"/>
                </a:moveTo>
                <a:lnTo>
                  <a:pt x="73386" y="80025"/>
                </a:lnTo>
                <a:lnTo>
                  <a:pt x="73386" y="78457"/>
                </a:lnTo>
                <a:lnTo>
                  <a:pt x="72285" y="77356"/>
                </a:lnTo>
                <a:close/>
                <a:moveTo>
                  <a:pt x="76589" y="77923"/>
                </a:moveTo>
                <a:lnTo>
                  <a:pt x="76589" y="81659"/>
                </a:lnTo>
                <a:lnTo>
                  <a:pt x="75588" y="80692"/>
                </a:lnTo>
                <a:lnTo>
                  <a:pt x="75321" y="80559"/>
                </a:lnTo>
                <a:lnTo>
                  <a:pt x="73920" y="80559"/>
                </a:lnTo>
                <a:close/>
                <a:moveTo>
                  <a:pt x="77356" y="77923"/>
                </a:moveTo>
                <a:lnTo>
                  <a:pt x="80024" y="80559"/>
                </a:lnTo>
                <a:lnTo>
                  <a:pt x="78623" y="80559"/>
                </a:lnTo>
                <a:lnTo>
                  <a:pt x="78457" y="80559"/>
                </a:lnTo>
                <a:lnTo>
                  <a:pt x="77356" y="81659"/>
                </a:lnTo>
                <a:lnTo>
                  <a:pt x="77356" y="77923"/>
                </a:lnTo>
                <a:close/>
                <a:moveTo>
                  <a:pt x="77356" y="76022"/>
                </a:moveTo>
                <a:lnTo>
                  <a:pt x="77356" y="72286"/>
                </a:lnTo>
                <a:lnTo>
                  <a:pt x="78457" y="73387"/>
                </a:lnTo>
                <a:lnTo>
                  <a:pt x="80024" y="73387"/>
                </a:lnTo>
                <a:close/>
                <a:moveTo>
                  <a:pt x="88264" y="66582"/>
                </a:moveTo>
                <a:lnTo>
                  <a:pt x="90298" y="66582"/>
                </a:lnTo>
                <a:lnTo>
                  <a:pt x="91966" y="68283"/>
                </a:lnTo>
                <a:lnTo>
                  <a:pt x="91966" y="76022"/>
                </a:lnTo>
                <a:lnTo>
                  <a:pt x="88264" y="72286"/>
                </a:lnTo>
                <a:close/>
                <a:moveTo>
                  <a:pt x="92767" y="68283"/>
                </a:moveTo>
                <a:lnTo>
                  <a:pt x="94435" y="66582"/>
                </a:lnTo>
                <a:lnTo>
                  <a:pt x="96469" y="66582"/>
                </a:lnTo>
                <a:lnTo>
                  <a:pt x="96469" y="72286"/>
                </a:lnTo>
                <a:lnTo>
                  <a:pt x="92767" y="76022"/>
                </a:lnTo>
                <a:close/>
                <a:moveTo>
                  <a:pt x="105409" y="71285"/>
                </a:moveTo>
                <a:lnTo>
                  <a:pt x="107377" y="69317"/>
                </a:lnTo>
                <a:lnTo>
                  <a:pt x="107377" y="71152"/>
                </a:lnTo>
                <a:lnTo>
                  <a:pt x="105943" y="72586"/>
                </a:lnTo>
                <a:lnTo>
                  <a:pt x="103941" y="72586"/>
                </a:lnTo>
                <a:lnTo>
                  <a:pt x="102607" y="71285"/>
                </a:lnTo>
                <a:close/>
                <a:moveTo>
                  <a:pt x="104175" y="75321"/>
                </a:moveTo>
                <a:lnTo>
                  <a:pt x="104175" y="73954"/>
                </a:lnTo>
                <a:lnTo>
                  <a:pt x="106810" y="76589"/>
                </a:lnTo>
                <a:lnTo>
                  <a:pt x="103074" y="76589"/>
                </a:lnTo>
                <a:lnTo>
                  <a:pt x="104041" y="75588"/>
                </a:lnTo>
                <a:close/>
                <a:moveTo>
                  <a:pt x="106810" y="77356"/>
                </a:moveTo>
                <a:lnTo>
                  <a:pt x="104175" y="80025"/>
                </a:lnTo>
                <a:lnTo>
                  <a:pt x="104175" y="78457"/>
                </a:lnTo>
                <a:lnTo>
                  <a:pt x="103074" y="77356"/>
                </a:lnTo>
                <a:close/>
                <a:moveTo>
                  <a:pt x="107377" y="77923"/>
                </a:moveTo>
                <a:lnTo>
                  <a:pt x="107377" y="81659"/>
                </a:lnTo>
                <a:lnTo>
                  <a:pt x="106276" y="80559"/>
                </a:lnTo>
                <a:lnTo>
                  <a:pt x="106110" y="80559"/>
                </a:lnTo>
                <a:lnTo>
                  <a:pt x="104709" y="80559"/>
                </a:lnTo>
                <a:close/>
                <a:moveTo>
                  <a:pt x="108144" y="77923"/>
                </a:moveTo>
                <a:lnTo>
                  <a:pt x="110813" y="80559"/>
                </a:lnTo>
                <a:lnTo>
                  <a:pt x="109412" y="80559"/>
                </a:lnTo>
                <a:lnTo>
                  <a:pt x="109145" y="80692"/>
                </a:lnTo>
                <a:lnTo>
                  <a:pt x="108144" y="81659"/>
                </a:lnTo>
                <a:lnTo>
                  <a:pt x="108144" y="77923"/>
                </a:lnTo>
                <a:close/>
                <a:moveTo>
                  <a:pt x="108144" y="76022"/>
                </a:moveTo>
                <a:lnTo>
                  <a:pt x="108144" y="72286"/>
                </a:lnTo>
                <a:lnTo>
                  <a:pt x="109145" y="73253"/>
                </a:lnTo>
                <a:lnTo>
                  <a:pt x="109412" y="73387"/>
                </a:lnTo>
                <a:lnTo>
                  <a:pt x="110813" y="73387"/>
                </a:lnTo>
                <a:close/>
                <a:moveTo>
                  <a:pt x="119052" y="66582"/>
                </a:moveTo>
                <a:lnTo>
                  <a:pt x="121087" y="66582"/>
                </a:lnTo>
                <a:lnTo>
                  <a:pt x="122755" y="68283"/>
                </a:lnTo>
                <a:lnTo>
                  <a:pt x="122755" y="76022"/>
                </a:lnTo>
                <a:lnTo>
                  <a:pt x="119052" y="72286"/>
                </a:lnTo>
                <a:close/>
                <a:moveTo>
                  <a:pt x="123555" y="68283"/>
                </a:moveTo>
                <a:lnTo>
                  <a:pt x="125223" y="66582"/>
                </a:lnTo>
                <a:lnTo>
                  <a:pt x="127258" y="66582"/>
                </a:lnTo>
                <a:lnTo>
                  <a:pt x="127258" y="72286"/>
                </a:lnTo>
                <a:lnTo>
                  <a:pt x="123555" y="76022"/>
                </a:lnTo>
                <a:lnTo>
                  <a:pt x="123555" y="68283"/>
                </a:lnTo>
                <a:close/>
                <a:moveTo>
                  <a:pt x="136198" y="71285"/>
                </a:moveTo>
                <a:lnTo>
                  <a:pt x="138166" y="69317"/>
                </a:lnTo>
                <a:lnTo>
                  <a:pt x="138166" y="71152"/>
                </a:lnTo>
                <a:lnTo>
                  <a:pt x="136731" y="72586"/>
                </a:lnTo>
                <a:lnTo>
                  <a:pt x="134730" y="72586"/>
                </a:lnTo>
                <a:lnTo>
                  <a:pt x="133396" y="71285"/>
                </a:lnTo>
                <a:close/>
                <a:moveTo>
                  <a:pt x="134964" y="75321"/>
                </a:moveTo>
                <a:lnTo>
                  <a:pt x="134964" y="73954"/>
                </a:lnTo>
                <a:lnTo>
                  <a:pt x="137599" y="76589"/>
                </a:lnTo>
                <a:lnTo>
                  <a:pt x="133863" y="76589"/>
                </a:lnTo>
                <a:lnTo>
                  <a:pt x="134830" y="75588"/>
                </a:lnTo>
                <a:close/>
                <a:moveTo>
                  <a:pt x="137599" y="77356"/>
                </a:moveTo>
                <a:lnTo>
                  <a:pt x="134964" y="80025"/>
                </a:lnTo>
                <a:lnTo>
                  <a:pt x="134964" y="78457"/>
                </a:lnTo>
                <a:lnTo>
                  <a:pt x="133863" y="77356"/>
                </a:lnTo>
                <a:close/>
                <a:moveTo>
                  <a:pt x="138166" y="77923"/>
                </a:moveTo>
                <a:lnTo>
                  <a:pt x="138166" y="81659"/>
                </a:lnTo>
                <a:lnTo>
                  <a:pt x="137165" y="80692"/>
                </a:lnTo>
                <a:lnTo>
                  <a:pt x="136898" y="80559"/>
                </a:lnTo>
                <a:lnTo>
                  <a:pt x="135531" y="80559"/>
                </a:lnTo>
                <a:close/>
                <a:moveTo>
                  <a:pt x="138933" y="77923"/>
                </a:moveTo>
                <a:lnTo>
                  <a:pt x="141602" y="80559"/>
                </a:lnTo>
                <a:lnTo>
                  <a:pt x="140201" y="80559"/>
                </a:lnTo>
                <a:lnTo>
                  <a:pt x="140034" y="80559"/>
                </a:lnTo>
                <a:lnTo>
                  <a:pt x="138933" y="81659"/>
                </a:lnTo>
                <a:close/>
                <a:moveTo>
                  <a:pt x="138933" y="76022"/>
                </a:moveTo>
                <a:lnTo>
                  <a:pt x="138933" y="72286"/>
                </a:lnTo>
                <a:lnTo>
                  <a:pt x="140034" y="73387"/>
                </a:lnTo>
                <a:lnTo>
                  <a:pt x="141602" y="73387"/>
                </a:lnTo>
                <a:close/>
                <a:moveTo>
                  <a:pt x="149841" y="66582"/>
                </a:moveTo>
                <a:lnTo>
                  <a:pt x="151876" y="66582"/>
                </a:lnTo>
                <a:lnTo>
                  <a:pt x="153543" y="68283"/>
                </a:lnTo>
                <a:lnTo>
                  <a:pt x="153543" y="76022"/>
                </a:lnTo>
                <a:lnTo>
                  <a:pt x="149841" y="72286"/>
                </a:lnTo>
                <a:lnTo>
                  <a:pt x="149841" y="66582"/>
                </a:lnTo>
                <a:close/>
                <a:moveTo>
                  <a:pt x="154344" y="68283"/>
                </a:moveTo>
                <a:lnTo>
                  <a:pt x="156012" y="66582"/>
                </a:lnTo>
                <a:lnTo>
                  <a:pt x="158047" y="66582"/>
                </a:lnTo>
                <a:lnTo>
                  <a:pt x="158047" y="72286"/>
                </a:lnTo>
                <a:lnTo>
                  <a:pt x="154344" y="76022"/>
                </a:lnTo>
                <a:lnTo>
                  <a:pt x="154344" y="68283"/>
                </a:lnTo>
                <a:close/>
                <a:moveTo>
                  <a:pt x="166986" y="71285"/>
                </a:moveTo>
                <a:lnTo>
                  <a:pt x="168954" y="69317"/>
                </a:lnTo>
                <a:lnTo>
                  <a:pt x="168954" y="71152"/>
                </a:lnTo>
                <a:lnTo>
                  <a:pt x="167520" y="72586"/>
                </a:lnTo>
                <a:lnTo>
                  <a:pt x="165519" y="72586"/>
                </a:lnTo>
                <a:lnTo>
                  <a:pt x="164184" y="71285"/>
                </a:lnTo>
                <a:close/>
                <a:moveTo>
                  <a:pt x="165752" y="75321"/>
                </a:moveTo>
                <a:lnTo>
                  <a:pt x="165752" y="73954"/>
                </a:lnTo>
                <a:lnTo>
                  <a:pt x="168387" y="76589"/>
                </a:lnTo>
                <a:lnTo>
                  <a:pt x="164651" y="76589"/>
                </a:lnTo>
                <a:lnTo>
                  <a:pt x="165619" y="75588"/>
                </a:lnTo>
                <a:close/>
                <a:moveTo>
                  <a:pt x="168387" y="77356"/>
                </a:moveTo>
                <a:lnTo>
                  <a:pt x="165752" y="80025"/>
                </a:lnTo>
                <a:lnTo>
                  <a:pt x="165752" y="78457"/>
                </a:lnTo>
                <a:lnTo>
                  <a:pt x="164651" y="77356"/>
                </a:lnTo>
                <a:close/>
                <a:moveTo>
                  <a:pt x="168954" y="77923"/>
                </a:moveTo>
                <a:lnTo>
                  <a:pt x="168954" y="81659"/>
                </a:lnTo>
                <a:lnTo>
                  <a:pt x="167854" y="80559"/>
                </a:lnTo>
                <a:lnTo>
                  <a:pt x="167687" y="80559"/>
                </a:lnTo>
                <a:lnTo>
                  <a:pt x="166319" y="80559"/>
                </a:lnTo>
                <a:close/>
                <a:moveTo>
                  <a:pt x="169755" y="77923"/>
                </a:moveTo>
                <a:lnTo>
                  <a:pt x="172390" y="80559"/>
                </a:lnTo>
                <a:lnTo>
                  <a:pt x="170989" y="80559"/>
                </a:lnTo>
                <a:lnTo>
                  <a:pt x="170722" y="80692"/>
                </a:lnTo>
                <a:lnTo>
                  <a:pt x="169755" y="81659"/>
                </a:lnTo>
                <a:lnTo>
                  <a:pt x="169755" y="77923"/>
                </a:lnTo>
                <a:close/>
                <a:moveTo>
                  <a:pt x="169755" y="76022"/>
                </a:moveTo>
                <a:lnTo>
                  <a:pt x="169755" y="72286"/>
                </a:lnTo>
                <a:lnTo>
                  <a:pt x="170722" y="73253"/>
                </a:lnTo>
                <a:lnTo>
                  <a:pt x="170989" y="73387"/>
                </a:lnTo>
                <a:lnTo>
                  <a:pt x="172390" y="73387"/>
                </a:lnTo>
                <a:close/>
                <a:moveTo>
                  <a:pt x="180629" y="66582"/>
                </a:moveTo>
                <a:lnTo>
                  <a:pt x="182664" y="66582"/>
                </a:lnTo>
                <a:lnTo>
                  <a:pt x="184332" y="68283"/>
                </a:lnTo>
                <a:lnTo>
                  <a:pt x="184332" y="76022"/>
                </a:lnTo>
                <a:lnTo>
                  <a:pt x="180629" y="72286"/>
                </a:lnTo>
                <a:lnTo>
                  <a:pt x="180629" y="66582"/>
                </a:lnTo>
                <a:close/>
                <a:moveTo>
                  <a:pt x="185133" y="68283"/>
                </a:moveTo>
                <a:lnTo>
                  <a:pt x="186801" y="66582"/>
                </a:lnTo>
                <a:lnTo>
                  <a:pt x="188835" y="66582"/>
                </a:lnTo>
                <a:lnTo>
                  <a:pt x="188835" y="72286"/>
                </a:lnTo>
                <a:lnTo>
                  <a:pt x="185133" y="76022"/>
                </a:lnTo>
                <a:lnTo>
                  <a:pt x="185133" y="68283"/>
                </a:lnTo>
                <a:close/>
                <a:moveTo>
                  <a:pt x="197775" y="71285"/>
                </a:moveTo>
                <a:lnTo>
                  <a:pt x="199743" y="69317"/>
                </a:lnTo>
                <a:lnTo>
                  <a:pt x="199743" y="71152"/>
                </a:lnTo>
                <a:lnTo>
                  <a:pt x="198309" y="72586"/>
                </a:lnTo>
                <a:lnTo>
                  <a:pt x="196307" y="72586"/>
                </a:lnTo>
                <a:lnTo>
                  <a:pt x="194973" y="71285"/>
                </a:lnTo>
                <a:close/>
                <a:moveTo>
                  <a:pt x="199743" y="76022"/>
                </a:moveTo>
                <a:lnTo>
                  <a:pt x="197108" y="73387"/>
                </a:lnTo>
                <a:lnTo>
                  <a:pt x="198476" y="73387"/>
                </a:lnTo>
                <a:lnTo>
                  <a:pt x="198776" y="73253"/>
                </a:lnTo>
                <a:lnTo>
                  <a:pt x="199743" y="72286"/>
                </a:lnTo>
                <a:lnTo>
                  <a:pt x="199743" y="76022"/>
                </a:lnTo>
                <a:close/>
                <a:moveTo>
                  <a:pt x="196541" y="75321"/>
                </a:moveTo>
                <a:lnTo>
                  <a:pt x="196541" y="73954"/>
                </a:lnTo>
                <a:lnTo>
                  <a:pt x="199176" y="76589"/>
                </a:lnTo>
                <a:lnTo>
                  <a:pt x="195440" y="76589"/>
                </a:lnTo>
                <a:lnTo>
                  <a:pt x="196407" y="75588"/>
                </a:lnTo>
                <a:close/>
                <a:moveTo>
                  <a:pt x="199176" y="77356"/>
                </a:moveTo>
                <a:lnTo>
                  <a:pt x="196541" y="80025"/>
                </a:lnTo>
                <a:lnTo>
                  <a:pt x="196541" y="78457"/>
                </a:lnTo>
                <a:lnTo>
                  <a:pt x="195440" y="77356"/>
                </a:lnTo>
                <a:close/>
                <a:moveTo>
                  <a:pt x="199743" y="77923"/>
                </a:moveTo>
                <a:lnTo>
                  <a:pt x="199743" y="81659"/>
                </a:lnTo>
                <a:lnTo>
                  <a:pt x="198776" y="80692"/>
                </a:lnTo>
                <a:lnTo>
                  <a:pt x="198476" y="80559"/>
                </a:lnTo>
                <a:lnTo>
                  <a:pt x="197108" y="80559"/>
                </a:lnTo>
                <a:close/>
                <a:moveTo>
                  <a:pt x="200544" y="77923"/>
                </a:moveTo>
                <a:lnTo>
                  <a:pt x="203179" y="80559"/>
                </a:lnTo>
                <a:lnTo>
                  <a:pt x="201778" y="80559"/>
                </a:lnTo>
                <a:lnTo>
                  <a:pt x="201644" y="80559"/>
                </a:lnTo>
                <a:lnTo>
                  <a:pt x="200544" y="81659"/>
                </a:lnTo>
                <a:close/>
                <a:moveTo>
                  <a:pt x="200544" y="76022"/>
                </a:moveTo>
                <a:lnTo>
                  <a:pt x="200544" y="72286"/>
                </a:lnTo>
                <a:lnTo>
                  <a:pt x="201644" y="73387"/>
                </a:lnTo>
                <a:lnTo>
                  <a:pt x="203179" y="73387"/>
                </a:lnTo>
                <a:close/>
                <a:moveTo>
                  <a:pt x="200544" y="54974"/>
                </a:moveTo>
                <a:lnTo>
                  <a:pt x="202812" y="52672"/>
                </a:lnTo>
                <a:lnTo>
                  <a:pt x="206081" y="52672"/>
                </a:lnTo>
                <a:lnTo>
                  <a:pt x="207749" y="54373"/>
                </a:lnTo>
                <a:lnTo>
                  <a:pt x="203679" y="54373"/>
                </a:lnTo>
                <a:lnTo>
                  <a:pt x="203412" y="54473"/>
                </a:lnTo>
                <a:lnTo>
                  <a:pt x="200544" y="57342"/>
                </a:lnTo>
                <a:close/>
                <a:moveTo>
                  <a:pt x="205848" y="51338"/>
                </a:moveTo>
                <a:lnTo>
                  <a:pt x="204513" y="50003"/>
                </a:lnTo>
                <a:lnTo>
                  <a:pt x="204513" y="48002"/>
                </a:lnTo>
                <a:lnTo>
                  <a:pt x="205948" y="46568"/>
                </a:lnTo>
                <a:lnTo>
                  <a:pt x="207816" y="46568"/>
                </a:lnTo>
                <a:lnTo>
                  <a:pt x="205848" y="48536"/>
                </a:lnTo>
                <a:close/>
                <a:moveTo>
                  <a:pt x="205948" y="45800"/>
                </a:moveTo>
                <a:lnTo>
                  <a:pt x="204513" y="44366"/>
                </a:lnTo>
                <a:lnTo>
                  <a:pt x="204513" y="42365"/>
                </a:lnTo>
                <a:lnTo>
                  <a:pt x="205848" y="41030"/>
                </a:lnTo>
                <a:lnTo>
                  <a:pt x="205848" y="43832"/>
                </a:lnTo>
                <a:lnTo>
                  <a:pt x="207816" y="45800"/>
                </a:lnTo>
                <a:lnTo>
                  <a:pt x="205948" y="45800"/>
                </a:lnTo>
                <a:close/>
                <a:moveTo>
                  <a:pt x="203979" y="41797"/>
                </a:moveTo>
                <a:lnTo>
                  <a:pt x="201945" y="41797"/>
                </a:lnTo>
                <a:lnTo>
                  <a:pt x="200544" y="40363"/>
                </a:lnTo>
                <a:lnTo>
                  <a:pt x="200544" y="38495"/>
                </a:lnTo>
                <a:lnTo>
                  <a:pt x="202512" y="40463"/>
                </a:lnTo>
                <a:lnTo>
                  <a:pt x="202645" y="40463"/>
                </a:lnTo>
                <a:lnTo>
                  <a:pt x="205280" y="40463"/>
                </a:lnTo>
                <a:close/>
                <a:moveTo>
                  <a:pt x="199743" y="40363"/>
                </a:moveTo>
                <a:lnTo>
                  <a:pt x="198309" y="41797"/>
                </a:lnTo>
                <a:lnTo>
                  <a:pt x="196307" y="41797"/>
                </a:lnTo>
                <a:lnTo>
                  <a:pt x="194973" y="40463"/>
                </a:lnTo>
                <a:lnTo>
                  <a:pt x="197775" y="40463"/>
                </a:lnTo>
                <a:lnTo>
                  <a:pt x="199743" y="38495"/>
                </a:lnTo>
                <a:lnTo>
                  <a:pt x="199743" y="40363"/>
                </a:lnTo>
                <a:close/>
                <a:moveTo>
                  <a:pt x="194339" y="46568"/>
                </a:moveTo>
                <a:lnTo>
                  <a:pt x="195740" y="48002"/>
                </a:lnTo>
                <a:lnTo>
                  <a:pt x="195740" y="50003"/>
                </a:lnTo>
                <a:lnTo>
                  <a:pt x="194439" y="51338"/>
                </a:lnTo>
                <a:lnTo>
                  <a:pt x="194439" y="48536"/>
                </a:lnTo>
                <a:lnTo>
                  <a:pt x="192471" y="46568"/>
                </a:lnTo>
                <a:lnTo>
                  <a:pt x="194339" y="46568"/>
                </a:lnTo>
                <a:close/>
                <a:moveTo>
                  <a:pt x="175059" y="48536"/>
                </a:moveTo>
                <a:lnTo>
                  <a:pt x="175059" y="51338"/>
                </a:lnTo>
                <a:lnTo>
                  <a:pt x="173725" y="50003"/>
                </a:lnTo>
                <a:lnTo>
                  <a:pt x="173725" y="48002"/>
                </a:lnTo>
                <a:lnTo>
                  <a:pt x="175159" y="46568"/>
                </a:lnTo>
                <a:lnTo>
                  <a:pt x="177027" y="46568"/>
                </a:lnTo>
                <a:close/>
                <a:moveTo>
                  <a:pt x="175159" y="45800"/>
                </a:moveTo>
                <a:lnTo>
                  <a:pt x="173725" y="44366"/>
                </a:lnTo>
                <a:lnTo>
                  <a:pt x="173725" y="42365"/>
                </a:lnTo>
                <a:lnTo>
                  <a:pt x="175059" y="41030"/>
                </a:lnTo>
                <a:lnTo>
                  <a:pt x="175059" y="43832"/>
                </a:lnTo>
                <a:lnTo>
                  <a:pt x="177027" y="45800"/>
                </a:lnTo>
                <a:lnTo>
                  <a:pt x="175159" y="45800"/>
                </a:lnTo>
                <a:close/>
                <a:moveTo>
                  <a:pt x="173191" y="41797"/>
                </a:moveTo>
                <a:lnTo>
                  <a:pt x="171156" y="41797"/>
                </a:lnTo>
                <a:lnTo>
                  <a:pt x="169755" y="40363"/>
                </a:lnTo>
                <a:lnTo>
                  <a:pt x="169755" y="38495"/>
                </a:lnTo>
                <a:lnTo>
                  <a:pt x="171723" y="40463"/>
                </a:lnTo>
                <a:lnTo>
                  <a:pt x="174492" y="40463"/>
                </a:lnTo>
                <a:close/>
                <a:moveTo>
                  <a:pt x="168954" y="40363"/>
                </a:moveTo>
                <a:lnTo>
                  <a:pt x="167520" y="41797"/>
                </a:lnTo>
                <a:lnTo>
                  <a:pt x="165519" y="41797"/>
                </a:lnTo>
                <a:lnTo>
                  <a:pt x="164184" y="40463"/>
                </a:lnTo>
                <a:lnTo>
                  <a:pt x="166820" y="40463"/>
                </a:lnTo>
                <a:lnTo>
                  <a:pt x="166986" y="40463"/>
                </a:lnTo>
                <a:lnTo>
                  <a:pt x="168954" y="38495"/>
                </a:lnTo>
                <a:lnTo>
                  <a:pt x="168954" y="40363"/>
                </a:lnTo>
                <a:close/>
                <a:moveTo>
                  <a:pt x="163517" y="46568"/>
                </a:moveTo>
                <a:lnTo>
                  <a:pt x="164952" y="48002"/>
                </a:lnTo>
                <a:lnTo>
                  <a:pt x="164952" y="50003"/>
                </a:lnTo>
                <a:lnTo>
                  <a:pt x="163651" y="51338"/>
                </a:lnTo>
                <a:lnTo>
                  <a:pt x="163651" y="48536"/>
                </a:lnTo>
                <a:lnTo>
                  <a:pt x="161649" y="46568"/>
                </a:lnTo>
                <a:lnTo>
                  <a:pt x="163517" y="46568"/>
                </a:lnTo>
                <a:close/>
                <a:moveTo>
                  <a:pt x="144270" y="48536"/>
                </a:moveTo>
                <a:lnTo>
                  <a:pt x="144270" y="51338"/>
                </a:lnTo>
                <a:lnTo>
                  <a:pt x="142936" y="50003"/>
                </a:lnTo>
                <a:lnTo>
                  <a:pt x="142936" y="48002"/>
                </a:lnTo>
                <a:lnTo>
                  <a:pt x="144370" y="46568"/>
                </a:lnTo>
                <a:lnTo>
                  <a:pt x="146238" y="46568"/>
                </a:lnTo>
                <a:close/>
                <a:moveTo>
                  <a:pt x="144370" y="45800"/>
                </a:moveTo>
                <a:lnTo>
                  <a:pt x="142936" y="44366"/>
                </a:lnTo>
                <a:lnTo>
                  <a:pt x="142936" y="42365"/>
                </a:lnTo>
                <a:lnTo>
                  <a:pt x="144270" y="41030"/>
                </a:lnTo>
                <a:lnTo>
                  <a:pt x="144270" y="43832"/>
                </a:lnTo>
                <a:lnTo>
                  <a:pt x="146238" y="45800"/>
                </a:lnTo>
                <a:lnTo>
                  <a:pt x="144370" y="45800"/>
                </a:lnTo>
                <a:close/>
                <a:moveTo>
                  <a:pt x="142369" y="41797"/>
                </a:moveTo>
                <a:lnTo>
                  <a:pt x="140367" y="41797"/>
                </a:lnTo>
                <a:lnTo>
                  <a:pt x="138933" y="40363"/>
                </a:lnTo>
                <a:lnTo>
                  <a:pt x="138933" y="38495"/>
                </a:lnTo>
                <a:lnTo>
                  <a:pt x="140901" y="40463"/>
                </a:lnTo>
                <a:lnTo>
                  <a:pt x="141068" y="40463"/>
                </a:lnTo>
                <a:lnTo>
                  <a:pt x="143703" y="40463"/>
                </a:lnTo>
                <a:close/>
                <a:moveTo>
                  <a:pt x="138166" y="40363"/>
                </a:moveTo>
                <a:lnTo>
                  <a:pt x="136731" y="41797"/>
                </a:lnTo>
                <a:lnTo>
                  <a:pt x="134730" y="41797"/>
                </a:lnTo>
                <a:lnTo>
                  <a:pt x="133396" y="40463"/>
                </a:lnTo>
                <a:lnTo>
                  <a:pt x="136198" y="40463"/>
                </a:lnTo>
                <a:lnTo>
                  <a:pt x="138166" y="38495"/>
                </a:lnTo>
                <a:close/>
                <a:moveTo>
                  <a:pt x="132729" y="46568"/>
                </a:moveTo>
                <a:lnTo>
                  <a:pt x="134163" y="48002"/>
                </a:lnTo>
                <a:lnTo>
                  <a:pt x="134163" y="50003"/>
                </a:lnTo>
                <a:lnTo>
                  <a:pt x="132862" y="51338"/>
                </a:lnTo>
                <a:lnTo>
                  <a:pt x="132862" y="48536"/>
                </a:lnTo>
                <a:lnTo>
                  <a:pt x="130894" y="46568"/>
                </a:lnTo>
                <a:lnTo>
                  <a:pt x="132729" y="46568"/>
                </a:lnTo>
                <a:close/>
                <a:moveTo>
                  <a:pt x="113482" y="48536"/>
                </a:moveTo>
                <a:lnTo>
                  <a:pt x="113482" y="51338"/>
                </a:lnTo>
                <a:lnTo>
                  <a:pt x="112147" y="50003"/>
                </a:lnTo>
                <a:lnTo>
                  <a:pt x="112147" y="48002"/>
                </a:lnTo>
                <a:lnTo>
                  <a:pt x="113582" y="46568"/>
                </a:lnTo>
                <a:lnTo>
                  <a:pt x="115450" y="46568"/>
                </a:lnTo>
                <a:close/>
                <a:moveTo>
                  <a:pt x="113582" y="45800"/>
                </a:moveTo>
                <a:lnTo>
                  <a:pt x="112147" y="44366"/>
                </a:lnTo>
                <a:lnTo>
                  <a:pt x="112147" y="42365"/>
                </a:lnTo>
                <a:lnTo>
                  <a:pt x="113482" y="41030"/>
                </a:lnTo>
                <a:lnTo>
                  <a:pt x="113482" y="43832"/>
                </a:lnTo>
                <a:lnTo>
                  <a:pt x="115450" y="45800"/>
                </a:lnTo>
                <a:lnTo>
                  <a:pt x="113582" y="45800"/>
                </a:lnTo>
                <a:close/>
                <a:moveTo>
                  <a:pt x="111580" y="41797"/>
                </a:moveTo>
                <a:lnTo>
                  <a:pt x="109579" y="41797"/>
                </a:lnTo>
                <a:lnTo>
                  <a:pt x="108144" y="40363"/>
                </a:lnTo>
                <a:lnTo>
                  <a:pt x="108144" y="38495"/>
                </a:lnTo>
                <a:lnTo>
                  <a:pt x="110112" y="40463"/>
                </a:lnTo>
                <a:lnTo>
                  <a:pt x="112914" y="40463"/>
                </a:lnTo>
                <a:close/>
                <a:moveTo>
                  <a:pt x="107377" y="40363"/>
                </a:moveTo>
                <a:lnTo>
                  <a:pt x="105943" y="41797"/>
                </a:lnTo>
                <a:lnTo>
                  <a:pt x="103941" y="41797"/>
                </a:lnTo>
                <a:lnTo>
                  <a:pt x="102607" y="40463"/>
                </a:lnTo>
                <a:lnTo>
                  <a:pt x="105242" y="40463"/>
                </a:lnTo>
                <a:lnTo>
                  <a:pt x="105376" y="40463"/>
                </a:lnTo>
                <a:lnTo>
                  <a:pt x="107344" y="38495"/>
                </a:lnTo>
                <a:lnTo>
                  <a:pt x="107344" y="40363"/>
                </a:lnTo>
                <a:close/>
                <a:moveTo>
                  <a:pt x="101940" y="46568"/>
                </a:moveTo>
                <a:lnTo>
                  <a:pt x="103374" y="48002"/>
                </a:lnTo>
                <a:lnTo>
                  <a:pt x="103374" y="50003"/>
                </a:lnTo>
                <a:lnTo>
                  <a:pt x="102040" y="51338"/>
                </a:lnTo>
                <a:lnTo>
                  <a:pt x="102040" y="48536"/>
                </a:lnTo>
                <a:lnTo>
                  <a:pt x="100072" y="46568"/>
                </a:lnTo>
                <a:lnTo>
                  <a:pt x="101940" y="46568"/>
                </a:lnTo>
                <a:close/>
                <a:moveTo>
                  <a:pt x="82660" y="48536"/>
                </a:moveTo>
                <a:lnTo>
                  <a:pt x="82660" y="51338"/>
                </a:lnTo>
                <a:lnTo>
                  <a:pt x="81359" y="50003"/>
                </a:lnTo>
                <a:lnTo>
                  <a:pt x="81359" y="48002"/>
                </a:lnTo>
                <a:lnTo>
                  <a:pt x="82793" y="46568"/>
                </a:lnTo>
                <a:lnTo>
                  <a:pt x="84628" y="46568"/>
                </a:lnTo>
                <a:close/>
                <a:moveTo>
                  <a:pt x="82793" y="45800"/>
                </a:moveTo>
                <a:lnTo>
                  <a:pt x="81359" y="44366"/>
                </a:lnTo>
                <a:lnTo>
                  <a:pt x="81359" y="42365"/>
                </a:lnTo>
                <a:lnTo>
                  <a:pt x="82660" y="41030"/>
                </a:lnTo>
                <a:lnTo>
                  <a:pt x="82660" y="43832"/>
                </a:lnTo>
                <a:lnTo>
                  <a:pt x="84628" y="45800"/>
                </a:lnTo>
                <a:lnTo>
                  <a:pt x="82793" y="45800"/>
                </a:lnTo>
                <a:close/>
                <a:moveTo>
                  <a:pt x="80792" y="41797"/>
                </a:moveTo>
                <a:lnTo>
                  <a:pt x="78790" y="41797"/>
                </a:lnTo>
                <a:lnTo>
                  <a:pt x="77356" y="40363"/>
                </a:lnTo>
                <a:lnTo>
                  <a:pt x="77356" y="38495"/>
                </a:lnTo>
                <a:lnTo>
                  <a:pt x="79324" y="40463"/>
                </a:lnTo>
                <a:lnTo>
                  <a:pt x="79491" y="40463"/>
                </a:lnTo>
                <a:lnTo>
                  <a:pt x="82092" y="40463"/>
                </a:lnTo>
                <a:close/>
                <a:moveTo>
                  <a:pt x="76589" y="40363"/>
                </a:moveTo>
                <a:lnTo>
                  <a:pt x="75154" y="41797"/>
                </a:lnTo>
                <a:lnTo>
                  <a:pt x="73153" y="41797"/>
                </a:lnTo>
                <a:lnTo>
                  <a:pt x="71818" y="40463"/>
                </a:lnTo>
                <a:lnTo>
                  <a:pt x="74620" y="40463"/>
                </a:lnTo>
                <a:lnTo>
                  <a:pt x="76589" y="38495"/>
                </a:lnTo>
                <a:close/>
                <a:moveTo>
                  <a:pt x="71151" y="46568"/>
                </a:moveTo>
                <a:lnTo>
                  <a:pt x="72586" y="48002"/>
                </a:lnTo>
                <a:lnTo>
                  <a:pt x="72586" y="50003"/>
                </a:lnTo>
                <a:lnTo>
                  <a:pt x="71251" y="51338"/>
                </a:lnTo>
                <a:lnTo>
                  <a:pt x="71251" y="48536"/>
                </a:lnTo>
                <a:lnTo>
                  <a:pt x="69283" y="46568"/>
                </a:lnTo>
                <a:lnTo>
                  <a:pt x="71151" y="46568"/>
                </a:lnTo>
                <a:close/>
                <a:moveTo>
                  <a:pt x="51871" y="48536"/>
                </a:moveTo>
                <a:lnTo>
                  <a:pt x="51871" y="51338"/>
                </a:lnTo>
                <a:lnTo>
                  <a:pt x="50570" y="50003"/>
                </a:lnTo>
                <a:lnTo>
                  <a:pt x="50570" y="48002"/>
                </a:lnTo>
                <a:lnTo>
                  <a:pt x="51971" y="46568"/>
                </a:lnTo>
                <a:lnTo>
                  <a:pt x="53839" y="46568"/>
                </a:lnTo>
                <a:close/>
                <a:moveTo>
                  <a:pt x="51971" y="45800"/>
                </a:moveTo>
                <a:lnTo>
                  <a:pt x="50570" y="44366"/>
                </a:lnTo>
                <a:lnTo>
                  <a:pt x="50570" y="42365"/>
                </a:lnTo>
                <a:lnTo>
                  <a:pt x="51871" y="41030"/>
                </a:lnTo>
                <a:lnTo>
                  <a:pt x="51871" y="43832"/>
                </a:lnTo>
                <a:lnTo>
                  <a:pt x="53839" y="45800"/>
                </a:lnTo>
                <a:lnTo>
                  <a:pt x="51971" y="45800"/>
                </a:lnTo>
                <a:close/>
                <a:moveTo>
                  <a:pt x="50003" y="41797"/>
                </a:moveTo>
                <a:lnTo>
                  <a:pt x="48001" y="41797"/>
                </a:lnTo>
                <a:lnTo>
                  <a:pt x="46567" y="40363"/>
                </a:lnTo>
                <a:lnTo>
                  <a:pt x="46567" y="38495"/>
                </a:lnTo>
                <a:lnTo>
                  <a:pt x="48535" y="40463"/>
                </a:lnTo>
                <a:lnTo>
                  <a:pt x="51337" y="40463"/>
                </a:lnTo>
                <a:close/>
                <a:moveTo>
                  <a:pt x="45767" y="40363"/>
                </a:moveTo>
                <a:lnTo>
                  <a:pt x="44366" y="41797"/>
                </a:lnTo>
                <a:lnTo>
                  <a:pt x="42364" y="41797"/>
                </a:lnTo>
                <a:lnTo>
                  <a:pt x="41030" y="40463"/>
                </a:lnTo>
                <a:lnTo>
                  <a:pt x="43665" y="40463"/>
                </a:lnTo>
                <a:lnTo>
                  <a:pt x="43798" y="40463"/>
                </a:lnTo>
                <a:lnTo>
                  <a:pt x="45767" y="38495"/>
                </a:lnTo>
                <a:close/>
                <a:moveTo>
                  <a:pt x="40363" y="46568"/>
                </a:moveTo>
                <a:lnTo>
                  <a:pt x="41797" y="48002"/>
                </a:lnTo>
                <a:lnTo>
                  <a:pt x="41797" y="50003"/>
                </a:lnTo>
                <a:lnTo>
                  <a:pt x="40463" y="51338"/>
                </a:lnTo>
                <a:lnTo>
                  <a:pt x="40463" y="48536"/>
                </a:lnTo>
                <a:lnTo>
                  <a:pt x="38495" y="46568"/>
                </a:lnTo>
                <a:lnTo>
                  <a:pt x="40363" y="46568"/>
                </a:lnTo>
                <a:close/>
                <a:moveTo>
                  <a:pt x="40229" y="52672"/>
                </a:moveTo>
                <a:lnTo>
                  <a:pt x="43498" y="52672"/>
                </a:lnTo>
                <a:lnTo>
                  <a:pt x="45767" y="54974"/>
                </a:lnTo>
                <a:lnTo>
                  <a:pt x="45767" y="57342"/>
                </a:lnTo>
                <a:lnTo>
                  <a:pt x="42898" y="54473"/>
                </a:lnTo>
                <a:lnTo>
                  <a:pt x="42631" y="54340"/>
                </a:lnTo>
                <a:lnTo>
                  <a:pt x="38561" y="54340"/>
                </a:lnTo>
                <a:close/>
                <a:moveTo>
                  <a:pt x="45767" y="64714"/>
                </a:moveTo>
                <a:lnTo>
                  <a:pt x="42464" y="68016"/>
                </a:lnTo>
                <a:lnTo>
                  <a:pt x="37761" y="68016"/>
                </a:lnTo>
                <a:lnTo>
                  <a:pt x="36226" y="66482"/>
                </a:lnTo>
                <a:lnTo>
                  <a:pt x="41830" y="66482"/>
                </a:lnTo>
                <a:lnTo>
                  <a:pt x="45767" y="62546"/>
                </a:lnTo>
                <a:lnTo>
                  <a:pt x="45767" y="64714"/>
                </a:lnTo>
                <a:close/>
                <a:moveTo>
                  <a:pt x="40463" y="74621"/>
                </a:moveTo>
                <a:lnTo>
                  <a:pt x="40463" y="71819"/>
                </a:lnTo>
                <a:lnTo>
                  <a:pt x="41797" y="73153"/>
                </a:lnTo>
                <a:lnTo>
                  <a:pt x="41797" y="75155"/>
                </a:lnTo>
                <a:lnTo>
                  <a:pt x="40363" y="76589"/>
                </a:lnTo>
                <a:lnTo>
                  <a:pt x="38495" y="76589"/>
                </a:lnTo>
                <a:close/>
                <a:moveTo>
                  <a:pt x="40363" y="77356"/>
                </a:moveTo>
                <a:lnTo>
                  <a:pt x="41797" y="78791"/>
                </a:lnTo>
                <a:lnTo>
                  <a:pt x="41797" y="80792"/>
                </a:lnTo>
                <a:lnTo>
                  <a:pt x="40463" y="82126"/>
                </a:lnTo>
                <a:lnTo>
                  <a:pt x="40463" y="79324"/>
                </a:lnTo>
                <a:lnTo>
                  <a:pt x="38495" y="77356"/>
                </a:lnTo>
                <a:close/>
                <a:moveTo>
                  <a:pt x="42364" y="81359"/>
                </a:moveTo>
                <a:lnTo>
                  <a:pt x="44366" y="81359"/>
                </a:lnTo>
                <a:lnTo>
                  <a:pt x="45767" y="82794"/>
                </a:lnTo>
                <a:lnTo>
                  <a:pt x="45767" y="84662"/>
                </a:lnTo>
                <a:lnTo>
                  <a:pt x="43798" y="82693"/>
                </a:lnTo>
                <a:lnTo>
                  <a:pt x="43665" y="82693"/>
                </a:lnTo>
                <a:lnTo>
                  <a:pt x="41030" y="82693"/>
                </a:lnTo>
                <a:close/>
                <a:moveTo>
                  <a:pt x="46567" y="82794"/>
                </a:moveTo>
                <a:lnTo>
                  <a:pt x="48001" y="81359"/>
                </a:lnTo>
                <a:lnTo>
                  <a:pt x="50003" y="81359"/>
                </a:lnTo>
                <a:lnTo>
                  <a:pt x="51337" y="82693"/>
                </a:lnTo>
                <a:lnTo>
                  <a:pt x="48535" y="82693"/>
                </a:lnTo>
                <a:lnTo>
                  <a:pt x="46567" y="84662"/>
                </a:lnTo>
                <a:lnTo>
                  <a:pt x="46567" y="82794"/>
                </a:lnTo>
                <a:close/>
                <a:moveTo>
                  <a:pt x="51971" y="76589"/>
                </a:moveTo>
                <a:lnTo>
                  <a:pt x="50570" y="75155"/>
                </a:lnTo>
                <a:lnTo>
                  <a:pt x="50570" y="73153"/>
                </a:lnTo>
                <a:lnTo>
                  <a:pt x="51871" y="71819"/>
                </a:lnTo>
                <a:lnTo>
                  <a:pt x="51871" y="74621"/>
                </a:lnTo>
                <a:lnTo>
                  <a:pt x="53839" y="76589"/>
                </a:lnTo>
                <a:close/>
                <a:moveTo>
                  <a:pt x="71251" y="74621"/>
                </a:moveTo>
                <a:lnTo>
                  <a:pt x="71251" y="71819"/>
                </a:lnTo>
                <a:lnTo>
                  <a:pt x="72586" y="73153"/>
                </a:lnTo>
                <a:lnTo>
                  <a:pt x="72586" y="75155"/>
                </a:lnTo>
                <a:lnTo>
                  <a:pt x="71151" y="76589"/>
                </a:lnTo>
                <a:lnTo>
                  <a:pt x="69283" y="76589"/>
                </a:lnTo>
                <a:close/>
                <a:moveTo>
                  <a:pt x="71151" y="77356"/>
                </a:moveTo>
                <a:lnTo>
                  <a:pt x="72586" y="78791"/>
                </a:lnTo>
                <a:lnTo>
                  <a:pt x="72586" y="80792"/>
                </a:lnTo>
                <a:lnTo>
                  <a:pt x="71251" y="82126"/>
                </a:lnTo>
                <a:lnTo>
                  <a:pt x="71251" y="79324"/>
                </a:lnTo>
                <a:lnTo>
                  <a:pt x="69283" y="77356"/>
                </a:lnTo>
                <a:close/>
                <a:moveTo>
                  <a:pt x="73153" y="81359"/>
                </a:moveTo>
                <a:lnTo>
                  <a:pt x="75154" y="81359"/>
                </a:lnTo>
                <a:lnTo>
                  <a:pt x="76555" y="82794"/>
                </a:lnTo>
                <a:lnTo>
                  <a:pt x="76555" y="84662"/>
                </a:lnTo>
                <a:lnTo>
                  <a:pt x="74587" y="82693"/>
                </a:lnTo>
                <a:lnTo>
                  <a:pt x="71818" y="82693"/>
                </a:lnTo>
                <a:close/>
                <a:moveTo>
                  <a:pt x="77356" y="82794"/>
                </a:moveTo>
                <a:lnTo>
                  <a:pt x="78790" y="81359"/>
                </a:lnTo>
                <a:lnTo>
                  <a:pt x="80792" y="81359"/>
                </a:lnTo>
                <a:lnTo>
                  <a:pt x="82126" y="82693"/>
                </a:lnTo>
                <a:lnTo>
                  <a:pt x="79491" y="82693"/>
                </a:lnTo>
                <a:lnTo>
                  <a:pt x="79324" y="82693"/>
                </a:lnTo>
                <a:lnTo>
                  <a:pt x="77356" y="84662"/>
                </a:lnTo>
                <a:lnTo>
                  <a:pt x="77356" y="82794"/>
                </a:lnTo>
                <a:close/>
                <a:moveTo>
                  <a:pt x="82793" y="76589"/>
                </a:moveTo>
                <a:lnTo>
                  <a:pt x="81359" y="75155"/>
                </a:lnTo>
                <a:lnTo>
                  <a:pt x="81359" y="73153"/>
                </a:lnTo>
                <a:lnTo>
                  <a:pt x="82660" y="71819"/>
                </a:lnTo>
                <a:lnTo>
                  <a:pt x="82660" y="74621"/>
                </a:lnTo>
                <a:lnTo>
                  <a:pt x="84628" y="76589"/>
                </a:lnTo>
                <a:close/>
                <a:moveTo>
                  <a:pt x="102040" y="74621"/>
                </a:moveTo>
                <a:lnTo>
                  <a:pt x="102040" y="71819"/>
                </a:lnTo>
                <a:lnTo>
                  <a:pt x="103374" y="73153"/>
                </a:lnTo>
                <a:lnTo>
                  <a:pt x="103374" y="75155"/>
                </a:lnTo>
                <a:lnTo>
                  <a:pt x="101940" y="76589"/>
                </a:lnTo>
                <a:lnTo>
                  <a:pt x="100072" y="76589"/>
                </a:lnTo>
                <a:close/>
                <a:moveTo>
                  <a:pt x="101940" y="77356"/>
                </a:moveTo>
                <a:lnTo>
                  <a:pt x="103374" y="78791"/>
                </a:lnTo>
                <a:lnTo>
                  <a:pt x="103374" y="80792"/>
                </a:lnTo>
                <a:lnTo>
                  <a:pt x="102040" y="82126"/>
                </a:lnTo>
                <a:lnTo>
                  <a:pt x="102040" y="79324"/>
                </a:lnTo>
                <a:lnTo>
                  <a:pt x="100072" y="77356"/>
                </a:lnTo>
                <a:close/>
                <a:moveTo>
                  <a:pt x="103941" y="81359"/>
                </a:moveTo>
                <a:lnTo>
                  <a:pt x="105943" y="81359"/>
                </a:lnTo>
                <a:lnTo>
                  <a:pt x="107377" y="82794"/>
                </a:lnTo>
                <a:lnTo>
                  <a:pt x="107377" y="84662"/>
                </a:lnTo>
                <a:lnTo>
                  <a:pt x="105409" y="82693"/>
                </a:lnTo>
                <a:lnTo>
                  <a:pt x="105242" y="82693"/>
                </a:lnTo>
                <a:lnTo>
                  <a:pt x="102607" y="82693"/>
                </a:lnTo>
                <a:close/>
                <a:moveTo>
                  <a:pt x="108144" y="82794"/>
                </a:moveTo>
                <a:lnTo>
                  <a:pt x="109579" y="81359"/>
                </a:lnTo>
                <a:lnTo>
                  <a:pt x="111580" y="81359"/>
                </a:lnTo>
                <a:lnTo>
                  <a:pt x="112914" y="82693"/>
                </a:lnTo>
                <a:lnTo>
                  <a:pt x="110112" y="82693"/>
                </a:lnTo>
                <a:lnTo>
                  <a:pt x="108144" y="84662"/>
                </a:lnTo>
                <a:close/>
                <a:moveTo>
                  <a:pt x="113582" y="76589"/>
                </a:moveTo>
                <a:lnTo>
                  <a:pt x="112147" y="75155"/>
                </a:lnTo>
                <a:lnTo>
                  <a:pt x="112147" y="73153"/>
                </a:lnTo>
                <a:lnTo>
                  <a:pt x="113482" y="71819"/>
                </a:lnTo>
                <a:lnTo>
                  <a:pt x="113482" y="74621"/>
                </a:lnTo>
                <a:lnTo>
                  <a:pt x="115450" y="76589"/>
                </a:lnTo>
                <a:close/>
                <a:moveTo>
                  <a:pt x="132862" y="74621"/>
                </a:moveTo>
                <a:lnTo>
                  <a:pt x="132862" y="71819"/>
                </a:lnTo>
                <a:lnTo>
                  <a:pt x="134163" y="73153"/>
                </a:lnTo>
                <a:lnTo>
                  <a:pt x="134163" y="75155"/>
                </a:lnTo>
                <a:lnTo>
                  <a:pt x="132729" y="76589"/>
                </a:lnTo>
                <a:lnTo>
                  <a:pt x="130894" y="76589"/>
                </a:lnTo>
                <a:close/>
                <a:moveTo>
                  <a:pt x="132729" y="77356"/>
                </a:moveTo>
                <a:lnTo>
                  <a:pt x="134163" y="78791"/>
                </a:lnTo>
                <a:lnTo>
                  <a:pt x="134163" y="80792"/>
                </a:lnTo>
                <a:lnTo>
                  <a:pt x="132862" y="82126"/>
                </a:lnTo>
                <a:lnTo>
                  <a:pt x="132862" y="79324"/>
                </a:lnTo>
                <a:lnTo>
                  <a:pt x="130894" y="77356"/>
                </a:lnTo>
                <a:close/>
                <a:moveTo>
                  <a:pt x="134730" y="81359"/>
                </a:moveTo>
                <a:lnTo>
                  <a:pt x="136731" y="81359"/>
                </a:lnTo>
                <a:lnTo>
                  <a:pt x="138166" y="82794"/>
                </a:lnTo>
                <a:lnTo>
                  <a:pt x="138166" y="84662"/>
                </a:lnTo>
                <a:lnTo>
                  <a:pt x="136198" y="82693"/>
                </a:lnTo>
                <a:lnTo>
                  <a:pt x="133396" y="82693"/>
                </a:lnTo>
                <a:close/>
                <a:moveTo>
                  <a:pt x="138933" y="82794"/>
                </a:moveTo>
                <a:lnTo>
                  <a:pt x="140367" y="81359"/>
                </a:lnTo>
                <a:lnTo>
                  <a:pt x="142369" y="81359"/>
                </a:lnTo>
                <a:lnTo>
                  <a:pt x="143703" y="82693"/>
                </a:lnTo>
                <a:lnTo>
                  <a:pt x="141068" y="82693"/>
                </a:lnTo>
                <a:lnTo>
                  <a:pt x="140934" y="82693"/>
                </a:lnTo>
                <a:lnTo>
                  <a:pt x="138966" y="84662"/>
                </a:lnTo>
                <a:lnTo>
                  <a:pt x="138966" y="82794"/>
                </a:lnTo>
                <a:close/>
                <a:moveTo>
                  <a:pt x="144370" y="76589"/>
                </a:moveTo>
                <a:lnTo>
                  <a:pt x="142936" y="75155"/>
                </a:lnTo>
                <a:lnTo>
                  <a:pt x="142936" y="73153"/>
                </a:lnTo>
                <a:lnTo>
                  <a:pt x="144270" y="71819"/>
                </a:lnTo>
                <a:lnTo>
                  <a:pt x="144270" y="74621"/>
                </a:lnTo>
                <a:lnTo>
                  <a:pt x="146238" y="76589"/>
                </a:lnTo>
                <a:close/>
                <a:moveTo>
                  <a:pt x="163651" y="74621"/>
                </a:moveTo>
                <a:lnTo>
                  <a:pt x="163651" y="71819"/>
                </a:lnTo>
                <a:lnTo>
                  <a:pt x="164952" y="73153"/>
                </a:lnTo>
                <a:lnTo>
                  <a:pt x="164952" y="75155"/>
                </a:lnTo>
                <a:lnTo>
                  <a:pt x="163551" y="76589"/>
                </a:lnTo>
                <a:lnTo>
                  <a:pt x="161683" y="76589"/>
                </a:lnTo>
                <a:close/>
                <a:moveTo>
                  <a:pt x="163517" y="77356"/>
                </a:moveTo>
                <a:lnTo>
                  <a:pt x="164952" y="78791"/>
                </a:lnTo>
                <a:lnTo>
                  <a:pt x="164952" y="80792"/>
                </a:lnTo>
                <a:lnTo>
                  <a:pt x="163651" y="82126"/>
                </a:lnTo>
                <a:lnTo>
                  <a:pt x="163651" y="79324"/>
                </a:lnTo>
                <a:lnTo>
                  <a:pt x="161649" y="77356"/>
                </a:lnTo>
                <a:close/>
                <a:moveTo>
                  <a:pt x="165519" y="81359"/>
                </a:moveTo>
                <a:lnTo>
                  <a:pt x="167520" y="81359"/>
                </a:lnTo>
                <a:lnTo>
                  <a:pt x="168954" y="82794"/>
                </a:lnTo>
                <a:lnTo>
                  <a:pt x="168954" y="84662"/>
                </a:lnTo>
                <a:lnTo>
                  <a:pt x="166986" y="82693"/>
                </a:lnTo>
                <a:lnTo>
                  <a:pt x="166820" y="82693"/>
                </a:lnTo>
                <a:lnTo>
                  <a:pt x="164218" y="82693"/>
                </a:lnTo>
                <a:close/>
                <a:moveTo>
                  <a:pt x="169755" y="82794"/>
                </a:moveTo>
                <a:lnTo>
                  <a:pt x="171156" y="81359"/>
                </a:lnTo>
                <a:lnTo>
                  <a:pt x="173191" y="81359"/>
                </a:lnTo>
                <a:lnTo>
                  <a:pt x="174492" y="82693"/>
                </a:lnTo>
                <a:lnTo>
                  <a:pt x="171723" y="82693"/>
                </a:lnTo>
                <a:lnTo>
                  <a:pt x="169755" y="84662"/>
                </a:lnTo>
                <a:lnTo>
                  <a:pt x="169755" y="82794"/>
                </a:lnTo>
                <a:close/>
                <a:moveTo>
                  <a:pt x="175159" y="76589"/>
                </a:moveTo>
                <a:lnTo>
                  <a:pt x="173725" y="75155"/>
                </a:lnTo>
                <a:lnTo>
                  <a:pt x="173725" y="73153"/>
                </a:lnTo>
                <a:lnTo>
                  <a:pt x="175059" y="71819"/>
                </a:lnTo>
                <a:lnTo>
                  <a:pt x="175059" y="74621"/>
                </a:lnTo>
                <a:lnTo>
                  <a:pt x="177027" y="76589"/>
                </a:lnTo>
                <a:close/>
                <a:moveTo>
                  <a:pt x="194439" y="74621"/>
                </a:moveTo>
                <a:lnTo>
                  <a:pt x="194439" y="71819"/>
                </a:lnTo>
                <a:lnTo>
                  <a:pt x="195740" y="73153"/>
                </a:lnTo>
                <a:lnTo>
                  <a:pt x="195740" y="75155"/>
                </a:lnTo>
                <a:lnTo>
                  <a:pt x="194339" y="76589"/>
                </a:lnTo>
                <a:lnTo>
                  <a:pt x="192471" y="76589"/>
                </a:lnTo>
                <a:close/>
                <a:moveTo>
                  <a:pt x="194339" y="77356"/>
                </a:moveTo>
                <a:lnTo>
                  <a:pt x="195740" y="78791"/>
                </a:lnTo>
                <a:lnTo>
                  <a:pt x="195740" y="80792"/>
                </a:lnTo>
                <a:lnTo>
                  <a:pt x="194439" y="82126"/>
                </a:lnTo>
                <a:lnTo>
                  <a:pt x="194439" y="79324"/>
                </a:lnTo>
                <a:lnTo>
                  <a:pt x="192471" y="77356"/>
                </a:lnTo>
                <a:close/>
                <a:moveTo>
                  <a:pt x="196307" y="81359"/>
                </a:moveTo>
                <a:lnTo>
                  <a:pt x="198309" y="81359"/>
                </a:lnTo>
                <a:lnTo>
                  <a:pt x="199743" y="82794"/>
                </a:lnTo>
                <a:lnTo>
                  <a:pt x="199743" y="84662"/>
                </a:lnTo>
                <a:lnTo>
                  <a:pt x="197775" y="82693"/>
                </a:lnTo>
                <a:lnTo>
                  <a:pt x="195006" y="82693"/>
                </a:lnTo>
                <a:close/>
                <a:moveTo>
                  <a:pt x="200544" y="82794"/>
                </a:moveTo>
                <a:lnTo>
                  <a:pt x="201945" y="81359"/>
                </a:lnTo>
                <a:lnTo>
                  <a:pt x="203979" y="81359"/>
                </a:lnTo>
                <a:lnTo>
                  <a:pt x="205280" y="82693"/>
                </a:lnTo>
                <a:lnTo>
                  <a:pt x="202679" y="82693"/>
                </a:lnTo>
                <a:lnTo>
                  <a:pt x="202512" y="82693"/>
                </a:lnTo>
                <a:lnTo>
                  <a:pt x="200544" y="84662"/>
                </a:lnTo>
                <a:lnTo>
                  <a:pt x="200544" y="82794"/>
                </a:lnTo>
                <a:close/>
                <a:moveTo>
                  <a:pt x="205948" y="76589"/>
                </a:moveTo>
                <a:lnTo>
                  <a:pt x="204513" y="75155"/>
                </a:lnTo>
                <a:lnTo>
                  <a:pt x="204513" y="73153"/>
                </a:lnTo>
                <a:lnTo>
                  <a:pt x="205848" y="71819"/>
                </a:lnTo>
                <a:lnTo>
                  <a:pt x="205848" y="74588"/>
                </a:lnTo>
                <a:lnTo>
                  <a:pt x="207816" y="76556"/>
                </a:lnTo>
                <a:lnTo>
                  <a:pt x="205948" y="76556"/>
                </a:lnTo>
                <a:close/>
                <a:moveTo>
                  <a:pt x="206081" y="70485"/>
                </a:moveTo>
                <a:lnTo>
                  <a:pt x="202812" y="70485"/>
                </a:lnTo>
                <a:lnTo>
                  <a:pt x="200544" y="68183"/>
                </a:lnTo>
                <a:lnTo>
                  <a:pt x="200544" y="65815"/>
                </a:lnTo>
                <a:lnTo>
                  <a:pt x="203412" y="68683"/>
                </a:lnTo>
                <a:lnTo>
                  <a:pt x="203679" y="68817"/>
                </a:lnTo>
                <a:lnTo>
                  <a:pt x="207749" y="68817"/>
                </a:lnTo>
                <a:close/>
                <a:moveTo>
                  <a:pt x="200544" y="58476"/>
                </a:moveTo>
                <a:lnTo>
                  <a:pt x="203846" y="55140"/>
                </a:lnTo>
                <a:lnTo>
                  <a:pt x="208549" y="55140"/>
                </a:lnTo>
                <a:lnTo>
                  <a:pt x="210084" y="56675"/>
                </a:lnTo>
                <a:lnTo>
                  <a:pt x="204480" y="56675"/>
                </a:lnTo>
                <a:lnTo>
                  <a:pt x="200544" y="60611"/>
                </a:lnTo>
                <a:close/>
                <a:moveTo>
                  <a:pt x="208316" y="53806"/>
                </a:moveTo>
                <a:lnTo>
                  <a:pt x="206615" y="52105"/>
                </a:lnTo>
                <a:lnTo>
                  <a:pt x="206615" y="48869"/>
                </a:lnTo>
                <a:lnTo>
                  <a:pt x="208916" y="46568"/>
                </a:lnTo>
                <a:lnTo>
                  <a:pt x="211285" y="46568"/>
                </a:lnTo>
                <a:lnTo>
                  <a:pt x="208316" y="49570"/>
                </a:lnTo>
                <a:lnTo>
                  <a:pt x="208316" y="53806"/>
                </a:lnTo>
                <a:close/>
                <a:moveTo>
                  <a:pt x="208916" y="45800"/>
                </a:moveTo>
                <a:lnTo>
                  <a:pt x="206648" y="43499"/>
                </a:lnTo>
                <a:lnTo>
                  <a:pt x="206648" y="40230"/>
                </a:lnTo>
                <a:lnTo>
                  <a:pt x="208316" y="38562"/>
                </a:lnTo>
                <a:lnTo>
                  <a:pt x="208316" y="42798"/>
                </a:lnTo>
                <a:lnTo>
                  <a:pt x="211285" y="45800"/>
                </a:lnTo>
                <a:close/>
                <a:moveTo>
                  <a:pt x="206081" y="39696"/>
                </a:moveTo>
                <a:lnTo>
                  <a:pt x="202812" y="39696"/>
                </a:lnTo>
                <a:lnTo>
                  <a:pt x="200544" y="37394"/>
                </a:lnTo>
                <a:lnTo>
                  <a:pt x="200544" y="35026"/>
                </a:lnTo>
                <a:lnTo>
                  <a:pt x="203512" y="38028"/>
                </a:lnTo>
                <a:lnTo>
                  <a:pt x="203679" y="38028"/>
                </a:lnTo>
                <a:lnTo>
                  <a:pt x="207749" y="38028"/>
                </a:lnTo>
                <a:close/>
                <a:moveTo>
                  <a:pt x="199743" y="37394"/>
                </a:moveTo>
                <a:lnTo>
                  <a:pt x="197441" y="39696"/>
                </a:lnTo>
                <a:lnTo>
                  <a:pt x="194206" y="39696"/>
                </a:lnTo>
                <a:lnTo>
                  <a:pt x="192538" y="37995"/>
                </a:lnTo>
                <a:lnTo>
                  <a:pt x="196741" y="37995"/>
                </a:lnTo>
                <a:lnTo>
                  <a:pt x="199743" y="35026"/>
                </a:lnTo>
                <a:close/>
                <a:moveTo>
                  <a:pt x="193639" y="40263"/>
                </a:moveTo>
                <a:lnTo>
                  <a:pt x="193639" y="43499"/>
                </a:lnTo>
                <a:lnTo>
                  <a:pt x="191337" y="45800"/>
                </a:lnTo>
                <a:lnTo>
                  <a:pt x="188969" y="45800"/>
                </a:lnTo>
                <a:lnTo>
                  <a:pt x="191837" y="42932"/>
                </a:lnTo>
                <a:lnTo>
                  <a:pt x="191971" y="42631"/>
                </a:lnTo>
                <a:lnTo>
                  <a:pt x="191971" y="38562"/>
                </a:lnTo>
                <a:close/>
                <a:moveTo>
                  <a:pt x="177627" y="42932"/>
                </a:moveTo>
                <a:lnTo>
                  <a:pt x="180496" y="45800"/>
                </a:lnTo>
                <a:lnTo>
                  <a:pt x="178128" y="45800"/>
                </a:lnTo>
                <a:lnTo>
                  <a:pt x="175826" y="43499"/>
                </a:lnTo>
                <a:lnTo>
                  <a:pt x="175826" y="40230"/>
                </a:lnTo>
                <a:lnTo>
                  <a:pt x="177527" y="38562"/>
                </a:lnTo>
                <a:lnTo>
                  <a:pt x="177527" y="42631"/>
                </a:lnTo>
                <a:close/>
                <a:moveTo>
                  <a:pt x="175292" y="39696"/>
                </a:moveTo>
                <a:lnTo>
                  <a:pt x="172023" y="39696"/>
                </a:lnTo>
                <a:lnTo>
                  <a:pt x="169755" y="37394"/>
                </a:lnTo>
                <a:lnTo>
                  <a:pt x="169755" y="35026"/>
                </a:lnTo>
                <a:lnTo>
                  <a:pt x="172724" y="38028"/>
                </a:lnTo>
                <a:lnTo>
                  <a:pt x="176960" y="38028"/>
                </a:lnTo>
                <a:close/>
                <a:moveTo>
                  <a:pt x="168954" y="37394"/>
                </a:moveTo>
                <a:lnTo>
                  <a:pt x="166653" y="39696"/>
                </a:lnTo>
                <a:lnTo>
                  <a:pt x="163417" y="39696"/>
                </a:lnTo>
                <a:lnTo>
                  <a:pt x="161716" y="37995"/>
                </a:lnTo>
                <a:lnTo>
                  <a:pt x="165786" y="37995"/>
                </a:lnTo>
                <a:lnTo>
                  <a:pt x="165952" y="37995"/>
                </a:lnTo>
                <a:lnTo>
                  <a:pt x="168954" y="35026"/>
                </a:lnTo>
                <a:close/>
                <a:moveTo>
                  <a:pt x="162850" y="40263"/>
                </a:moveTo>
                <a:lnTo>
                  <a:pt x="162850" y="43499"/>
                </a:lnTo>
                <a:lnTo>
                  <a:pt x="160548" y="45800"/>
                </a:lnTo>
                <a:lnTo>
                  <a:pt x="158180" y="45800"/>
                </a:lnTo>
                <a:lnTo>
                  <a:pt x="161182" y="42798"/>
                </a:lnTo>
                <a:lnTo>
                  <a:pt x="161182" y="38562"/>
                </a:lnTo>
                <a:close/>
                <a:moveTo>
                  <a:pt x="149707" y="45800"/>
                </a:moveTo>
                <a:lnTo>
                  <a:pt x="147339" y="45800"/>
                </a:lnTo>
                <a:lnTo>
                  <a:pt x="145037" y="43499"/>
                </a:lnTo>
                <a:lnTo>
                  <a:pt x="145037" y="40230"/>
                </a:lnTo>
                <a:lnTo>
                  <a:pt x="146739" y="38562"/>
                </a:lnTo>
                <a:lnTo>
                  <a:pt x="146739" y="42798"/>
                </a:lnTo>
                <a:close/>
                <a:moveTo>
                  <a:pt x="144504" y="39696"/>
                </a:moveTo>
                <a:lnTo>
                  <a:pt x="141235" y="39696"/>
                </a:lnTo>
                <a:lnTo>
                  <a:pt x="138933" y="37394"/>
                </a:lnTo>
                <a:lnTo>
                  <a:pt x="138933" y="35026"/>
                </a:lnTo>
                <a:lnTo>
                  <a:pt x="141935" y="38028"/>
                </a:lnTo>
                <a:lnTo>
                  <a:pt x="142102" y="38028"/>
                </a:lnTo>
                <a:lnTo>
                  <a:pt x="146172" y="38028"/>
                </a:lnTo>
                <a:close/>
                <a:moveTo>
                  <a:pt x="138166" y="37394"/>
                </a:moveTo>
                <a:lnTo>
                  <a:pt x="135864" y="39696"/>
                </a:lnTo>
                <a:lnTo>
                  <a:pt x="132629" y="39696"/>
                </a:lnTo>
                <a:lnTo>
                  <a:pt x="130927" y="37995"/>
                </a:lnTo>
                <a:lnTo>
                  <a:pt x="135164" y="37995"/>
                </a:lnTo>
                <a:lnTo>
                  <a:pt x="138166" y="35026"/>
                </a:lnTo>
                <a:close/>
                <a:moveTo>
                  <a:pt x="132061" y="40263"/>
                </a:moveTo>
                <a:lnTo>
                  <a:pt x="132061" y="43499"/>
                </a:lnTo>
                <a:lnTo>
                  <a:pt x="129760" y="45800"/>
                </a:lnTo>
                <a:lnTo>
                  <a:pt x="127391" y="45800"/>
                </a:lnTo>
                <a:lnTo>
                  <a:pt x="130260" y="42932"/>
                </a:lnTo>
                <a:lnTo>
                  <a:pt x="130394" y="42631"/>
                </a:lnTo>
                <a:lnTo>
                  <a:pt x="130394" y="38562"/>
                </a:lnTo>
                <a:close/>
                <a:moveTo>
                  <a:pt x="116050" y="42932"/>
                </a:moveTo>
                <a:lnTo>
                  <a:pt x="118919" y="45800"/>
                </a:lnTo>
                <a:lnTo>
                  <a:pt x="116550" y="45800"/>
                </a:lnTo>
                <a:lnTo>
                  <a:pt x="114249" y="43499"/>
                </a:lnTo>
                <a:lnTo>
                  <a:pt x="114249" y="40230"/>
                </a:lnTo>
                <a:lnTo>
                  <a:pt x="115917" y="38562"/>
                </a:lnTo>
                <a:lnTo>
                  <a:pt x="115917" y="42631"/>
                </a:lnTo>
                <a:close/>
                <a:moveTo>
                  <a:pt x="113682" y="39696"/>
                </a:moveTo>
                <a:lnTo>
                  <a:pt x="110446" y="39696"/>
                </a:lnTo>
                <a:lnTo>
                  <a:pt x="108144" y="37394"/>
                </a:lnTo>
                <a:lnTo>
                  <a:pt x="108144" y="35026"/>
                </a:lnTo>
                <a:lnTo>
                  <a:pt x="111147" y="38028"/>
                </a:lnTo>
                <a:lnTo>
                  <a:pt x="115383" y="38028"/>
                </a:lnTo>
                <a:close/>
                <a:moveTo>
                  <a:pt x="107377" y="37394"/>
                </a:moveTo>
                <a:lnTo>
                  <a:pt x="105076" y="39696"/>
                </a:lnTo>
                <a:lnTo>
                  <a:pt x="101840" y="39696"/>
                </a:lnTo>
                <a:lnTo>
                  <a:pt x="100139" y="37995"/>
                </a:lnTo>
                <a:lnTo>
                  <a:pt x="104208" y="37995"/>
                </a:lnTo>
                <a:lnTo>
                  <a:pt x="104375" y="37995"/>
                </a:lnTo>
                <a:lnTo>
                  <a:pt x="107377" y="35026"/>
                </a:lnTo>
                <a:lnTo>
                  <a:pt x="107377" y="37394"/>
                </a:lnTo>
                <a:close/>
                <a:moveTo>
                  <a:pt x="101273" y="40263"/>
                </a:moveTo>
                <a:lnTo>
                  <a:pt x="101273" y="43499"/>
                </a:lnTo>
                <a:lnTo>
                  <a:pt x="98971" y="45800"/>
                </a:lnTo>
                <a:lnTo>
                  <a:pt x="96603" y="45800"/>
                </a:lnTo>
                <a:lnTo>
                  <a:pt x="99605" y="42798"/>
                </a:lnTo>
                <a:lnTo>
                  <a:pt x="99605" y="38562"/>
                </a:lnTo>
                <a:close/>
                <a:moveTo>
                  <a:pt x="88130" y="45800"/>
                </a:moveTo>
                <a:lnTo>
                  <a:pt x="85762" y="45800"/>
                </a:lnTo>
                <a:lnTo>
                  <a:pt x="83460" y="43499"/>
                </a:lnTo>
                <a:lnTo>
                  <a:pt x="83460" y="40230"/>
                </a:lnTo>
                <a:lnTo>
                  <a:pt x="85128" y="38562"/>
                </a:lnTo>
                <a:lnTo>
                  <a:pt x="85128" y="42798"/>
                </a:lnTo>
                <a:close/>
                <a:moveTo>
                  <a:pt x="82893" y="39696"/>
                </a:moveTo>
                <a:lnTo>
                  <a:pt x="79657" y="39696"/>
                </a:lnTo>
                <a:lnTo>
                  <a:pt x="77356" y="37394"/>
                </a:lnTo>
                <a:lnTo>
                  <a:pt x="77356" y="35026"/>
                </a:lnTo>
                <a:lnTo>
                  <a:pt x="80358" y="38028"/>
                </a:lnTo>
                <a:lnTo>
                  <a:pt x="80525" y="38028"/>
                </a:lnTo>
                <a:lnTo>
                  <a:pt x="84594" y="38028"/>
                </a:lnTo>
                <a:close/>
                <a:moveTo>
                  <a:pt x="76589" y="37394"/>
                </a:moveTo>
                <a:lnTo>
                  <a:pt x="74287" y="39696"/>
                </a:lnTo>
                <a:lnTo>
                  <a:pt x="71018" y="39696"/>
                </a:lnTo>
                <a:lnTo>
                  <a:pt x="69350" y="37995"/>
                </a:lnTo>
                <a:lnTo>
                  <a:pt x="73586" y="37995"/>
                </a:lnTo>
                <a:lnTo>
                  <a:pt x="76589" y="35026"/>
                </a:lnTo>
                <a:close/>
                <a:moveTo>
                  <a:pt x="70484" y="40263"/>
                </a:moveTo>
                <a:lnTo>
                  <a:pt x="70484" y="43499"/>
                </a:lnTo>
                <a:lnTo>
                  <a:pt x="68183" y="45800"/>
                </a:lnTo>
                <a:lnTo>
                  <a:pt x="65814" y="45800"/>
                </a:lnTo>
                <a:lnTo>
                  <a:pt x="68683" y="42932"/>
                </a:lnTo>
                <a:lnTo>
                  <a:pt x="68816" y="42631"/>
                </a:lnTo>
                <a:lnTo>
                  <a:pt x="68816" y="38562"/>
                </a:lnTo>
                <a:close/>
                <a:moveTo>
                  <a:pt x="54473" y="42932"/>
                </a:moveTo>
                <a:lnTo>
                  <a:pt x="57341" y="45800"/>
                </a:lnTo>
                <a:lnTo>
                  <a:pt x="54973" y="45800"/>
                </a:lnTo>
                <a:lnTo>
                  <a:pt x="52671" y="43499"/>
                </a:lnTo>
                <a:lnTo>
                  <a:pt x="52671" y="40230"/>
                </a:lnTo>
                <a:lnTo>
                  <a:pt x="54339" y="38562"/>
                </a:lnTo>
                <a:lnTo>
                  <a:pt x="54339" y="42631"/>
                </a:lnTo>
                <a:close/>
                <a:moveTo>
                  <a:pt x="52104" y="39696"/>
                </a:moveTo>
                <a:lnTo>
                  <a:pt x="48869" y="39696"/>
                </a:lnTo>
                <a:lnTo>
                  <a:pt x="46567" y="37394"/>
                </a:lnTo>
                <a:lnTo>
                  <a:pt x="46567" y="35026"/>
                </a:lnTo>
                <a:lnTo>
                  <a:pt x="49569" y="38028"/>
                </a:lnTo>
                <a:lnTo>
                  <a:pt x="53806" y="38028"/>
                </a:lnTo>
                <a:close/>
                <a:moveTo>
                  <a:pt x="45767" y="37394"/>
                </a:moveTo>
                <a:lnTo>
                  <a:pt x="43498" y="39696"/>
                </a:lnTo>
                <a:lnTo>
                  <a:pt x="40229" y="39696"/>
                </a:lnTo>
                <a:lnTo>
                  <a:pt x="38561" y="37995"/>
                </a:lnTo>
                <a:lnTo>
                  <a:pt x="42631" y="37995"/>
                </a:lnTo>
                <a:lnTo>
                  <a:pt x="42798" y="37995"/>
                </a:lnTo>
                <a:lnTo>
                  <a:pt x="45767" y="35026"/>
                </a:lnTo>
                <a:close/>
                <a:moveTo>
                  <a:pt x="39696" y="40263"/>
                </a:moveTo>
                <a:lnTo>
                  <a:pt x="39696" y="43499"/>
                </a:lnTo>
                <a:lnTo>
                  <a:pt x="37394" y="45800"/>
                </a:lnTo>
                <a:lnTo>
                  <a:pt x="35026" y="45800"/>
                </a:lnTo>
                <a:lnTo>
                  <a:pt x="37994" y="42798"/>
                </a:lnTo>
                <a:lnTo>
                  <a:pt x="37994" y="38562"/>
                </a:lnTo>
                <a:close/>
                <a:moveTo>
                  <a:pt x="33891" y="46568"/>
                </a:moveTo>
                <a:lnTo>
                  <a:pt x="37227" y="49903"/>
                </a:lnTo>
                <a:lnTo>
                  <a:pt x="37227" y="54573"/>
                </a:lnTo>
                <a:lnTo>
                  <a:pt x="35693" y="56108"/>
                </a:lnTo>
                <a:lnTo>
                  <a:pt x="35693" y="50537"/>
                </a:lnTo>
                <a:lnTo>
                  <a:pt x="31723" y="46568"/>
                </a:lnTo>
                <a:close/>
                <a:moveTo>
                  <a:pt x="35793" y="57475"/>
                </a:moveTo>
                <a:lnTo>
                  <a:pt x="41497" y="57475"/>
                </a:lnTo>
                <a:lnTo>
                  <a:pt x="45233" y="61178"/>
                </a:lnTo>
                <a:lnTo>
                  <a:pt x="37461" y="61178"/>
                </a:lnTo>
                <a:lnTo>
                  <a:pt x="35793" y="59510"/>
                </a:lnTo>
                <a:close/>
                <a:moveTo>
                  <a:pt x="45233" y="61979"/>
                </a:moveTo>
                <a:lnTo>
                  <a:pt x="41497" y="65681"/>
                </a:lnTo>
                <a:lnTo>
                  <a:pt x="35793" y="65681"/>
                </a:lnTo>
                <a:lnTo>
                  <a:pt x="35793" y="63646"/>
                </a:lnTo>
                <a:lnTo>
                  <a:pt x="37461" y="61979"/>
                </a:lnTo>
                <a:close/>
                <a:moveTo>
                  <a:pt x="35693" y="67049"/>
                </a:moveTo>
                <a:lnTo>
                  <a:pt x="37227" y="68583"/>
                </a:lnTo>
                <a:lnTo>
                  <a:pt x="37227" y="73253"/>
                </a:lnTo>
                <a:lnTo>
                  <a:pt x="33891" y="76589"/>
                </a:lnTo>
                <a:lnTo>
                  <a:pt x="31723" y="76589"/>
                </a:lnTo>
                <a:lnTo>
                  <a:pt x="35693" y="72620"/>
                </a:lnTo>
                <a:lnTo>
                  <a:pt x="35693" y="67049"/>
                </a:lnTo>
                <a:close/>
                <a:moveTo>
                  <a:pt x="35026" y="77356"/>
                </a:moveTo>
                <a:lnTo>
                  <a:pt x="37394" y="77356"/>
                </a:lnTo>
                <a:lnTo>
                  <a:pt x="39696" y="79658"/>
                </a:lnTo>
                <a:lnTo>
                  <a:pt x="39696" y="82927"/>
                </a:lnTo>
                <a:lnTo>
                  <a:pt x="37994" y="84595"/>
                </a:lnTo>
                <a:lnTo>
                  <a:pt x="37994" y="80358"/>
                </a:lnTo>
                <a:close/>
                <a:moveTo>
                  <a:pt x="40229" y="83461"/>
                </a:moveTo>
                <a:lnTo>
                  <a:pt x="43498" y="83461"/>
                </a:lnTo>
                <a:lnTo>
                  <a:pt x="45767" y="85762"/>
                </a:lnTo>
                <a:lnTo>
                  <a:pt x="45767" y="88131"/>
                </a:lnTo>
                <a:lnTo>
                  <a:pt x="42798" y="85129"/>
                </a:lnTo>
                <a:lnTo>
                  <a:pt x="42631" y="85129"/>
                </a:lnTo>
                <a:lnTo>
                  <a:pt x="38561" y="85129"/>
                </a:lnTo>
                <a:close/>
                <a:moveTo>
                  <a:pt x="46567" y="85762"/>
                </a:moveTo>
                <a:lnTo>
                  <a:pt x="48869" y="83461"/>
                </a:lnTo>
                <a:lnTo>
                  <a:pt x="52104" y="83461"/>
                </a:lnTo>
                <a:lnTo>
                  <a:pt x="53806" y="85162"/>
                </a:lnTo>
                <a:lnTo>
                  <a:pt x="49569" y="85162"/>
                </a:lnTo>
                <a:lnTo>
                  <a:pt x="46567" y="88131"/>
                </a:lnTo>
                <a:close/>
                <a:moveTo>
                  <a:pt x="52671" y="82927"/>
                </a:moveTo>
                <a:lnTo>
                  <a:pt x="52671" y="79658"/>
                </a:lnTo>
                <a:lnTo>
                  <a:pt x="54973" y="77356"/>
                </a:lnTo>
                <a:lnTo>
                  <a:pt x="57341" y="77356"/>
                </a:lnTo>
                <a:lnTo>
                  <a:pt x="54473" y="80258"/>
                </a:lnTo>
                <a:lnTo>
                  <a:pt x="54339" y="80525"/>
                </a:lnTo>
                <a:lnTo>
                  <a:pt x="54339" y="84595"/>
                </a:lnTo>
                <a:close/>
                <a:moveTo>
                  <a:pt x="68683" y="80258"/>
                </a:moveTo>
                <a:lnTo>
                  <a:pt x="65814" y="77356"/>
                </a:lnTo>
                <a:lnTo>
                  <a:pt x="68183" y="77356"/>
                </a:lnTo>
                <a:lnTo>
                  <a:pt x="70484" y="79658"/>
                </a:lnTo>
                <a:lnTo>
                  <a:pt x="70484" y="82927"/>
                </a:lnTo>
                <a:lnTo>
                  <a:pt x="68783" y="84595"/>
                </a:lnTo>
                <a:lnTo>
                  <a:pt x="68783" y="80525"/>
                </a:lnTo>
                <a:close/>
                <a:moveTo>
                  <a:pt x="71018" y="83461"/>
                </a:moveTo>
                <a:lnTo>
                  <a:pt x="74287" y="83461"/>
                </a:lnTo>
                <a:lnTo>
                  <a:pt x="76589" y="85762"/>
                </a:lnTo>
                <a:lnTo>
                  <a:pt x="76589" y="88131"/>
                </a:lnTo>
                <a:lnTo>
                  <a:pt x="73586" y="85129"/>
                </a:lnTo>
                <a:lnTo>
                  <a:pt x="69350" y="85129"/>
                </a:lnTo>
                <a:close/>
                <a:moveTo>
                  <a:pt x="77356" y="85762"/>
                </a:moveTo>
                <a:lnTo>
                  <a:pt x="79657" y="83461"/>
                </a:lnTo>
                <a:lnTo>
                  <a:pt x="82893" y="83461"/>
                </a:lnTo>
                <a:lnTo>
                  <a:pt x="84594" y="85162"/>
                </a:lnTo>
                <a:lnTo>
                  <a:pt x="80525" y="85162"/>
                </a:lnTo>
                <a:lnTo>
                  <a:pt x="80358" y="85162"/>
                </a:lnTo>
                <a:lnTo>
                  <a:pt x="77356" y="88131"/>
                </a:lnTo>
                <a:lnTo>
                  <a:pt x="77356" y="85762"/>
                </a:lnTo>
                <a:close/>
                <a:moveTo>
                  <a:pt x="83460" y="82927"/>
                </a:moveTo>
                <a:lnTo>
                  <a:pt x="83460" y="79658"/>
                </a:lnTo>
                <a:lnTo>
                  <a:pt x="85762" y="77356"/>
                </a:lnTo>
                <a:lnTo>
                  <a:pt x="88130" y="77356"/>
                </a:lnTo>
                <a:lnTo>
                  <a:pt x="85128" y="80358"/>
                </a:lnTo>
                <a:lnTo>
                  <a:pt x="85128" y="84595"/>
                </a:lnTo>
                <a:close/>
                <a:moveTo>
                  <a:pt x="96603" y="77356"/>
                </a:moveTo>
                <a:lnTo>
                  <a:pt x="98971" y="77356"/>
                </a:lnTo>
                <a:lnTo>
                  <a:pt x="101273" y="79658"/>
                </a:lnTo>
                <a:lnTo>
                  <a:pt x="101273" y="82927"/>
                </a:lnTo>
                <a:lnTo>
                  <a:pt x="99572" y="84595"/>
                </a:lnTo>
                <a:lnTo>
                  <a:pt x="99572" y="80358"/>
                </a:lnTo>
                <a:close/>
                <a:moveTo>
                  <a:pt x="101840" y="83461"/>
                </a:moveTo>
                <a:lnTo>
                  <a:pt x="105076" y="83461"/>
                </a:lnTo>
                <a:lnTo>
                  <a:pt x="107377" y="85762"/>
                </a:lnTo>
                <a:lnTo>
                  <a:pt x="107377" y="88131"/>
                </a:lnTo>
                <a:lnTo>
                  <a:pt x="104375" y="85129"/>
                </a:lnTo>
                <a:lnTo>
                  <a:pt x="104208" y="85129"/>
                </a:lnTo>
                <a:lnTo>
                  <a:pt x="100139" y="85129"/>
                </a:lnTo>
                <a:close/>
                <a:moveTo>
                  <a:pt x="108144" y="85762"/>
                </a:moveTo>
                <a:lnTo>
                  <a:pt x="110446" y="83461"/>
                </a:lnTo>
                <a:lnTo>
                  <a:pt x="113682" y="83461"/>
                </a:lnTo>
                <a:lnTo>
                  <a:pt x="115383" y="85162"/>
                </a:lnTo>
                <a:lnTo>
                  <a:pt x="111147" y="85162"/>
                </a:lnTo>
                <a:lnTo>
                  <a:pt x="108144" y="88131"/>
                </a:lnTo>
                <a:close/>
                <a:moveTo>
                  <a:pt x="114249" y="82927"/>
                </a:moveTo>
                <a:lnTo>
                  <a:pt x="114249" y="79658"/>
                </a:lnTo>
                <a:lnTo>
                  <a:pt x="116550" y="77356"/>
                </a:lnTo>
                <a:lnTo>
                  <a:pt x="118919" y="77356"/>
                </a:lnTo>
                <a:lnTo>
                  <a:pt x="116050" y="80258"/>
                </a:lnTo>
                <a:lnTo>
                  <a:pt x="115917" y="80525"/>
                </a:lnTo>
                <a:lnTo>
                  <a:pt x="115917" y="84595"/>
                </a:lnTo>
                <a:close/>
                <a:moveTo>
                  <a:pt x="130260" y="80258"/>
                </a:moveTo>
                <a:lnTo>
                  <a:pt x="127391" y="77356"/>
                </a:lnTo>
                <a:lnTo>
                  <a:pt x="129760" y="77356"/>
                </a:lnTo>
                <a:lnTo>
                  <a:pt x="132061" y="79658"/>
                </a:lnTo>
                <a:lnTo>
                  <a:pt x="132061" y="82927"/>
                </a:lnTo>
                <a:lnTo>
                  <a:pt x="130394" y="84595"/>
                </a:lnTo>
                <a:lnTo>
                  <a:pt x="130394" y="80525"/>
                </a:lnTo>
                <a:close/>
                <a:moveTo>
                  <a:pt x="132629" y="83461"/>
                </a:moveTo>
                <a:lnTo>
                  <a:pt x="135864" y="83461"/>
                </a:lnTo>
                <a:lnTo>
                  <a:pt x="138166" y="85762"/>
                </a:lnTo>
                <a:lnTo>
                  <a:pt x="138166" y="88131"/>
                </a:lnTo>
                <a:lnTo>
                  <a:pt x="135164" y="85129"/>
                </a:lnTo>
                <a:lnTo>
                  <a:pt x="130927" y="85129"/>
                </a:lnTo>
                <a:close/>
                <a:moveTo>
                  <a:pt x="138933" y="85762"/>
                </a:moveTo>
                <a:lnTo>
                  <a:pt x="141235" y="83461"/>
                </a:lnTo>
                <a:lnTo>
                  <a:pt x="144504" y="83461"/>
                </a:lnTo>
                <a:lnTo>
                  <a:pt x="146172" y="85162"/>
                </a:lnTo>
                <a:lnTo>
                  <a:pt x="142102" y="85162"/>
                </a:lnTo>
                <a:lnTo>
                  <a:pt x="141935" y="85162"/>
                </a:lnTo>
                <a:lnTo>
                  <a:pt x="138933" y="88131"/>
                </a:lnTo>
                <a:close/>
                <a:moveTo>
                  <a:pt x="145037" y="82927"/>
                </a:moveTo>
                <a:lnTo>
                  <a:pt x="145037" y="79658"/>
                </a:lnTo>
                <a:lnTo>
                  <a:pt x="147339" y="77356"/>
                </a:lnTo>
                <a:lnTo>
                  <a:pt x="149707" y="77356"/>
                </a:lnTo>
                <a:lnTo>
                  <a:pt x="146705" y="80358"/>
                </a:lnTo>
                <a:lnTo>
                  <a:pt x="146705" y="84595"/>
                </a:lnTo>
                <a:close/>
                <a:moveTo>
                  <a:pt x="158180" y="77356"/>
                </a:moveTo>
                <a:lnTo>
                  <a:pt x="160548" y="77356"/>
                </a:lnTo>
                <a:lnTo>
                  <a:pt x="162850" y="79658"/>
                </a:lnTo>
                <a:lnTo>
                  <a:pt x="162850" y="82927"/>
                </a:lnTo>
                <a:lnTo>
                  <a:pt x="161182" y="84595"/>
                </a:lnTo>
                <a:lnTo>
                  <a:pt x="161182" y="80358"/>
                </a:lnTo>
                <a:close/>
                <a:moveTo>
                  <a:pt x="163417" y="83461"/>
                </a:moveTo>
                <a:lnTo>
                  <a:pt x="166653" y="83461"/>
                </a:lnTo>
                <a:lnTo>
                  <a:pt x="168954" y="85762"/>
                </a:lnTo>
                <a:lnTo>
                  <a:pt x="168954" y="88131"/>
                </a:lnTo>
                <a:lnTo>
                  <a:pt x="165952" y="85129"/>
                </a:lnTo>
                <a:lnTo>
                  <a:pt x="165786" y="85129"/>
                </a:lnTo>
                <a:lnTo>
                  <a:pt x="161716" y="85129"/>
                </a:lnTo>
                <a:close/>
                <a:moveTo>
                  <a:pt x="169755" y="85762"/>
                </a:moveTo>
                <a:lnTo>
                  <a:pt x="172023" y="83461"/>
                </a:lnTo>
                <a:lnTo>
                  <a:pt x="175292" y="83461"/>
                </a:lnTo>
                <a:lnTo>
                  <a:pt x="176960" y="85162"/>
                </a:lnTo>
                <a:lnTo>
                  <a:pt x="172724" y="85162"/>
                </a:lnTo>
                <a:lnTo>
                  <a:pt x="169755" y="88131"/>
                </a:lnTo>
                <a:close/>
                <a:moveTo>
                  <a:pt x="175826" y="82927"/>
                </a:moveTo>
                <a:lnTo>
                  <a:pt x="175826" y="79658"/>
                </a:lnTo>
                <a:lnTo>
                  <a:pt x="178128" y="77356"/>
                </a:lnTo>
                <a:lnTo>
                  <a:pt x="180496" y="77356"/>
                </a:lnTo>
                <a:lnTo>
                  <a:pt x="177627" y="80258"/>
                </a:lnTo>
                <a:lnTo>
                  <a:pt x="177527" y="80525"/>
                </a:lnTo>
                <a:lnTo>
                  <a:pt x="177527" y="84595"/>
                </a:lnTo>
                <a:close/>
                <a:moveTo>
                  <a:pt x="191837" y="80258"/>
                </a:moveTo>
                <a:lnTo>
                  <a:pt x="188969" y="77356"/>
                </a:lnTo>
                <a:lnTo>
                  <a:pt x="191337" y="77356"/>
                </a:lnTo>
                <a:lnTo>
                  <a:pt x="193639" y="79658"/>
                </a:lnTo>
                <a:lnTo>
                  <a:pt x="193639" y="82927"/>
                </a:lnTo>
                <a:lnTo>
                  <a:pt x="191971" y="84595"/>
                </a:lnTo>
                <a:lnTo>
                  <a:pt x="191971" y="80525"/>
                </a:lnTo>
                <a:close/>
                <a:moveTo>
                  <a:pt x="194206" y="83461"/>
                </a:moveTo>
                <a:lnTo>
                  <a:pt x="197441" y="83461"/>
                </a:lnTo>
                <a:lnTo>
                  <a:pt x="199743" y="85762"/>
                </a:lnTo>
                <a:lnTo>
                  <a:pt x="199743" y="88131"/>
                </a:lnTo>
                <a:lnTo>
                  <a:pt x="196741" y="85129"/>
                </a:lnTo>
                <a:lnTo>
                  <a:pt x="192538" y="85129"/>
                </a:lnTo>
                <a:close/>
                <a:moveTo>
                  <a:pt x="200544" y="85762"/>
                </a:moveTo>
                <a:lnTo>
                  <a:pt x="202812" y="83461"/>
                </a:lnTo>
                <a:lnTo>
                  <a:pt x="206081" y="83461"/>
                </a:lnTo>
                <a:lnTo>
                  <a:pt x="207749" y="85162"/>
                </a:lnTo>
                <a:lnTo>
                  <a:pt x="203679" y="85162"/>
                </a:lnTo>
                <a:lnTo>
                  <a:pt x="203512" y="85162"/>
                </a:lnTo>
                <a:lnTo>
                  <a:pt x="200544" y="88131"/>
                </a:lnTo>
                <a:close/>
                <a:moveTo>
                  <a:pt x="206648" y="82927"/>
                </a:moveTo>
                <a:lnTo>
                  <a:pt x="206648" y="79658"/>
                </a:lnTo>
                <a:lnTo>
                  <a:pt x="208916" y="77356"/>
                </a:lnTo>
                <a:lnTo>
                  <a:pt x="211285" y="77356"/>
                </a:lnTo>
                <a:lnTo>
                  <a:pt x="208316" y="80358"/>
                </a:lnTo>
                <a:lnTo>
                  <a:pt x="208316" y="84595"/>
                </a:lnTo>
                <a:close/>
                <a:moveTo>
                  <a:pt x="212419" y="76589"/>
                </a:moveTo>
                <a:lnTo>
                  <a:pt x="209083" y="73253"/>
                </a:lnTo>
                <a:lnTo>
                  <a:pt x="209083" y="68583"/>
                </a:lnTo>
                <a:lnTo>
                  <a:pt x="210618" y="67049"/>
                </a:lnTo>
                <a:lnTo>
                  <a:pt x="210618" y="72620"/>
                </a:lnTo>
                <a:lnTo>
                  <a:pt x="214587" y="76589"/>
                </a:lnTo>
                <a:lnTo>
                  <a:pt x="212419" y="76589"/>
                </a:lnTo>
                <a:close/>
                <a:moveTo>
                  <a:pt x="210518" y="65681"/>
                </a:moveTo>
                <a:lnTo>
                  <a:pt x="204813" y="65681"/>
                </a:lnTo>
                <a:lnTo>
                  <a:pt x="201077" y="61979"/>
                </a:lnTo>
                <a:lnTo>
                  <a:pt x="208850" y="61979"/>
                </a:lnTo>
                <a:lnTo>
                  <a:pt x="210518" y="63646"/>
                </a:lnTo>
                <a:lnTo>
                  <a:pt x="210518" y="65681"/>
                </a:lnTo>
                <a:close/>
                <a:moveTo>
                  <a:pt x="201077" y="61178"/>
                </a:moveTo>
                <a:lnTo>
                  <a:pt x="204813" y="57475"/>
                </a:lnTo>
                <a:lnTo>
                  <a:pt x="210518" y="57475"/>
                </a:lnTo>
                <a:lnTo>
                  <a:pt x="210518" y="59510"/>
                </a:lnTo>
                <a:lnTo>
                  <a:pt x="208850" y="61178"/>
                </a:lnTo>
                <a:close/>
                <a:moveTo>
                  <a:pt x="210618" y="56108"/>
                </a:moveTo>
                <a:lnTo>
                  <a:pt x="209083" y="54573"/>
                </a:lnTo>
                <a:lnTo>
                  <a:pt x="209083" y="49903"/>
                </a:lnTo>
                <a:lnTo>
                  <a:pt x="212419" y="46568"/>
                </a:lnTo>
                <a:lnTo>
                  <a:pt x="214587" y="46568"/>
                </a:lnTo>
                <a:lnTo>
                  <a:pt x="210618" y="50537"/>
                </a:lnTo>
                <a:lnTo>
                  <a:pt x="210618" y="56108"/>
                </a:lnTo>
                <a:close/>
                <a:moveTo>
                  <a:pt x="212419" y="45800"/>
                </a:moveTo>
                <a:lnTo>
                  <a:pt x="209083" y="42465"/>
                </a:lnTo>
                <a:lnTo>
                  <a:pt x="209083" y="37795"/>
                </a:lnTo>
                <a:lnTo>
                  <a:pt x="210618" y="36260"/>
                </a:lnTo>
                <a:lnTo>
                  <a:pt x="210618" y="41831"/>
                </a:lnTo>
                <a:lnTo>
                  <a:pt x="214587" y="45800"/>
                </a:lnTo>
                <a:close/>
                <a:moveTo>
                  <a:pt x="208549" y="37228"/>
                </a:moveTo>
                <a:lnTo>
                  <a:pt x="203846" y="37228"/>
                </a:lnTo>
                <a:lnTo>
                  <a:pt x="200544" y="33892"/>
                </a:lnTo>
                <a:lnTo>
                  <a:pt x="200544" y="31757"/>
                </a:lnTo>
                <a:lnTo>
                  <a:pt x="204480" y="35693"/>
                </a:lnTo>
                <a:lnTo>
                  <a:pt x="204647" y="35693"/>
                </a:lnTo>
                <a:lnTo>
                  <a:pt x="210084" y="35693"/>
                </a:lnTo>
                <a:close/>
                <a:moveTo>
                  <a:pt x="199743" y="33892"/>
                </a:moveTo>
                <a:lnTo>
                  <a:pt x="196441" y="37228"/>
                </a:lnTo>
                <a:lnTo>
                  <a:pt x="191737" y="37228"/>
                </a:lnTo>
                <a:lnTo>
                  <a:pt x="190203" y="35693"/>
                </a:lnTo>
                <a:lnTo>
                  <a:pt x="195807" y="35693"/>
                </a:lnTo>
                <a:lnTo>
                  <a:pt x="199743" y="31757"/>
                </a:lnTo>
                <a:close/>
                <a:moveTo>
                  <a:pt x="188869" y="41497"/>
                </a:moveTo>
                <a:lnTo>
                  <a:pt x="185133" y="45233"/>
                </a:lnTo>
                <a:lnTo>
                  <a:pt x="185133" y="37494"/>
                </a:lnTo>
                <a:lnTo>
                  <a:pt x="186801" y="35793"/>
                </a:lnTo>
                <a:lnTo>
                  <a:pt x="188835" y="35793"/>
                </a:lnTo>
                <a:lnTo>
                  <a:pt x="188835" y="41497"/>
                </a:lnTo>
                <a:close/>
                <a:moveTo>
                  <a:pt x="184332" y="45233"/>
                </a:moveTo>
                <a:lnTo>
                  <a:pt x="180629" y="41497"/>
                </a:lnTo>
                <a:lnTo>
                  <a:pt x="180629" y="35793"/>
                </a:lnTo>
                <a:lnTo>
                  <a:pt x="182664" y="35793"/>
                </a:lnTo>
                <a:lnTo>
                  <a:pt x="184332" y="37461"/>
                </a:lnTo>
                <a:lnTo>
                  <a:pt x="184332" y="45233"/>
                </a:lnTo>
                <a:close/>
                <a:moveTo>
                  <a:pt x="177761" y="37228"/>
                </a:moveTo>
                <a:lnTo>
                  <a:pt x="173057" y="37228"/>
                </a:lnTo>
                <a:lnTo>
                  <a:pt x="169755" y="33892"/>
                </a:lnTo>
                <a:lnTo>
                  <a:pt x="169755" y="31757"/>
                </a:lnTo>
                <a:lnTo>
                  <a:pt x="173691" y="35693"/>
                </a:lnTo>
                <a:lnTo>
                  <a:pt x="179262" y="35693"/>
                </a:lnTo>
                <a:close/>
                <a:moveTo>
                  <a:pt x="168954" y="33892"/>
                </a:moveTo>
                <a:lnTo>
                  <a:pt x="165619" y="37228"/>
                </a:lnTo>
                <a:lnTo>
                  <a:pt x="160949" y="37228"/>
                </a:lnTo>
                <a:lnTo>
                  <a:pt x="159414" y="35693"/>
                </a:lnTo>
                <a:lnTo>
                  <a:pt x="164852" y="35693"/>
                </a:lnTo>
                <a:lnTo>
                  <a:pt x="164985" y="35693"/>
                </a:lnTo>
                <a:lnTo>
                  <a:pt x="168954" y="31757"/>
                </a:lnTo>
                <a:close/>
                <a:moveTo>
                  <a:pt x="158047" y="41497"/>
                </a:moveTo>
                <a:lnTo>
                  <a:pt x="154344" y="45233"/>
                </a:lnTo>
                <a:lnTo>
                  <a:pt x="154344" y="37494"/>
                </a:lnTo>
                <a:lnTo>
                  <a:pt x="156012" y="35793"/>
                </a:lnTo>
                <a:lnTo>
                  <a:pt x="158047" y="35793"/>
                </a:lnTo>
                <a:lnTo>
                  <a:pt x="158047" y="41497"/>
                </a:lnTo>
                <a:close/>
                <a:moveTo>
                  <a:pt x="153543" y="45233"/>
                </a:moveTo>
                <a:lnTo>
                  <a:pt x="149841" y="41497"/>
                </a:lnTo>
                <a:lnTo>
                  <a:pt x="149841" y="35793"/>
                </a:lnTo>
                <a:lnTo>
                  <a:pt x="151876" y="35793"/>
                </a:lnTo>
                <a:lnTo>
                  <a:pt x="153543" y="37461"/>
                </a:lnTo>
                <a:lnTo>
                  <a:pt x="153543" y="45233"/>
                </a:lnTo>
                <a:close/>
                <a:moveTo>
                  <a:pt x="146939" y="37228"/>
                </a:moveTo>
                <a:lnTo>
                  <a:pt x="142269" y="37228"/>
                </a:lnTo>
                <a:lnTo>
                  <a:pt x="138933" y="33892"/>
                </a:lnTo>
                <a:lnTo>
                  <a:pt x="138933" y="31757"/>
                </a:lnTo>
                <a:lnTo>
                  <a:pt x="142903" y="35693"/>
                </a:lnTo>
                <a:lnTo>
                  <a:pt x="143069" y="35693"/>
                </a:lnTo>
                <a:lnTo>
                  <a:pt x="148473" y="35693"/>
                </a:lnTo>
                <a:close/>
                <a:moveTo>
                  <a:pt x="138166" y="33892"/>
                </a:moveTo>
                <a:lnTo>
                  <a:pt x="134830" y="37228"/>
                </a:lnTo>
                <a:lnTo>
                  <a:pt x="130160" y="37228"/>
                </a:lnTo>
                <a:lnTo>
                  <a:pt x="128626" y="35693"/>
                </a:lnTo>
                <a:lnTo>
                  <a:pt x="134196" y="35693"/>
                </a:lnTo>
                <a:lnTo>
                  <a:pt x="138166" y="31757"/>
                </a:lnTo>
                <a:close/>
                <a:moveTo>
                  <a:pt x="127258" y="41497"/>
                </a:moveTo>
                <a:lnTo>
                  <a:pt x="123555" y="45233"/>
                </a:lnTo>
                <a:lnTo>
                  <a:pt x="123555" y="37494"/>
                </a:lnTo>
                <a:lnTo>
                  <a:pt x="125223" y="35793"/>
                </a:lnTo>
                <a:lnTo>
                  <a:pt x="127258" y="35793"/>
                </a:lnTo>
                <a:close/>
                <a:moveTo>
                  <a:pt x="122755" y="45233"/>
                </a:moveTo>
                <a:lnTo>
                  <a:pt x="119052" y="41497"/>
                </a:lnTo>
                <a:lnTo>
                  <a:pt x="119052" y="35793"/>
                </a:lnTo>
                <a:lnTo>
                  <a:pt x="121087" y="35793"/>
                </a:lnTo>
                <a:lnTo>
                  <a:pt x="122755" y="37461"/>
                </a:lnTo>
                <a:close/>
                <a:moveTo>
                  <a:pt x="116150" y="37228"/>
                </a:moveTo>
                <a:lnTo>
                  <a:pt x="111480" y="37228"/>
                </a:lnTo>
                <a:lnTo>
                  <a:pt x="108144" y="33892"/>
                </a:lnTo>
                <a:lnTo>
                  <a:pt x="108144" y="31757"/>
                </a:lnTo>
                <a:lnTo>
                  <a:pt x="112114" y="35693"/>
                </a:lnTo>
                <a:lnTo>
                  <a:pt x="117685" y="35693"/>
                </a:lnTo>
                <a:close/>
                <a:moveTo>
                  <a:pt x="107377" y="33892"/>
                </a:moveTo>
                <a:lnTo>
                  <a:pt x="104041" y="37228"/>
                </a:lnTo>
                <a:lnTo>
                  <a:pt x="99371" y="37228"/>
                </a:lnTo>
                <a:lnTo>
                  <a:pt x="97837" y="35693"/>
                </a:lnTo>
                <a:lnTo>
                  <a:pt x="103241" y="35693"/>
                </a:lnTo>
                <a:lnTo>
                  <a:pt x="103408" y="35693"/>
                </a:lnTo>
                <a:lnTo>
                  <a:pt x="107377" y="31757"/>
                </a:lnTo>
                <a:close/>
                <a:moveTo>
                  <a:pt x="96469" y="41497"/>
                </a:moveTo>
                <a:lnTo>
                  <a:pt x="92767" y="45233"/>
                </a:lnTo>
                <a:lnTo>
                  <a:pt x="92767" y="37494"/>
                </a:lnTo>
                <a:lnTo>
                  <a:pt x="94435" y="35793"/>
                </a:lnTo>
                <a:lnTo>
                  <a:pt x="96469" y="35793"/>
                </a:lnTo>
                <a:close/>
                <a:moveTo>
                  <a:pt x="91966" y="45233"/>
                </a:moveTo>
                <a:lnTo>
                  <a:pt x="88264" y="41497"/>
                </a:lnTo>
                <a:lnTo>
                  <a:pt x="88264" y="35793"/>
                </a:lnTo>
                <a:lnTo>
                  <a:pt x="90298" y="35793"/>
                </a:lnTo>
                <a:lnTo>
                  <a:pt x="91966" y="37461"/>
                </a:lnTo>
                <a:close/>
                <a:moveTo>
                  <a:pt x="85361" y="37228"/>
                </a:moveTo>
                <a:lnTo>
                  <a:pt x="80691" y="37228"/>
                </a:lnTo>
                <a:lnTo>
                  <a:pt x="77356" y="33892"/>
                </a:lnTo>
                <a:lnTo>
                  <a:pt x="77356" y="31757"/>
                </a:lnTo>
                <a:lnTo>
                  <a:pt x="81325" y="35693"/>
                </a:lnTo>
                <a:lnTo>
                  <a:pt x="81492" y="35693"/>
                </a:lnTo>
                <a:lnTo>
                  <a:pt x="86896" y="35693"/>
                </a:lnTo>
                <a:close/>
                <a:moveTo>
                  <a:pt x="76589" y="33892"/>
                </a:moveTo>
                <a:lnTo>
                  <a:pt x="73253" y="37228"/>
                </a:lnTo>
                <a:lnTo>
                  <a:pt x="68583" y="37228"/>
                </a:lnTo>
                <a:lnTo>
                  <a:pt x="67048" y="35693"/>
                </a:lnTo>
                <a:lnTo>
                  <a:pt x="72619" y="35693"/>
                </a:lnTo>
                <a:lnTo>
                  <a:pt x="76589" y="31757"/>
                </a:lnTo>
                <a:close/>
                <a:moveTo>
                  <a:pt x="65681" y="41497"/>
                </a:moveTo>
                <a:lnTo>
                  <a:pt x="61978" y="45233"/>
                </a:lnTo>
                <a:lnTo>
                  <a:pt x="61978" y="37494"/>
                </a:lnTo>
                <a:lnTo>
                  <a:pt x="63646" y="35793"/>
                </a:lnTo>
                <a:lnTo>
                  <a:pt x="65681" y="35793"/>
                </a:lnTo>
                <a:close/>
                <a:moveTo>
                  <a:pt x="61178" y="45233"/>
                </a:moveTo>
                <a:lnTo>
                  <a:pt x="57475" y="41497"/>
                </a:lnTo>
                <a:lnTo>
                  <a:pt x="57475" y="35793"/>
                </a:lnTo>
                <a:lnTo>
                  <a:pt x="59510" y="35793"/>
                </a:lnTo>
                <a:lnTo>
                  <a:pt x="61178" y="37461"/>
                </a:lnTo>
                <a:close/>
                <a:moveTo>
                  <a:pt x="54573" y="37228"/>
                </a:moveTo>
                <a:lnTo>
                  <a:pt x="49903" y="37228"/>
                </a:lnTo>
                <a:lnTo>
                  <a:pt x="46567" y="33892"/>
                </a:lnTo>
                <a:lnTo>
                  <a:pt x="46567" y="31757"/>
                </a:lnTo>
                <a:lnTo>
                  <a:pt x="50537" y="35693"/>
                </a:lnTo>
                <a:lnTo>
                  <a:pt x="56107" y="35693"/>
                </a:lnTo>
                <a:close/>
                <a:moveTo>
                  <a:pt x="45767" y="33892"/>
                </a:moveTo>
                <a:lnTo>
                  <a:pt x="42464" y="37228"/>
                </a:lnTo>
                <a:lnTo>
                  <a:pt x="37761" y="37228"/>
                </a:lnTo>
                <a:lnTo>
                  <a:pt x="36226" y="35693"/>
                </a:lnTo>
                <a:lnTo>
                  <a:pt x="41664" y="35693"/>
                </a:lnTo>
                <a:lnTo>
                  <a:pt x="41830" y="35693"/>
                </a:lnTo>
                <a:lnTo>
                  <a:pt x="45767" y="31757"/>
                </a:lnTo>
                <a:lnTo>
                  <a:pt x="45767" y="33892"/>
                </a:lnTo>
                <a:close/>
                <a:moveTo>
                  <a:pt x="34892" y="41497"/>
                </a:moveTo>
                <a:lnTo>
                  <a:pt x="31189" y="45233"/>
                </a:lnTo>
                <a:lnTo>
                  <a:pt x="31189" y="37494"/>
                </a:lnTo>
                <a:lnTo>
                  <a:pt x="32857" y="35793"/>
                </a:lnTo>
                <a:lnTo>
                  <a:pt x="34892" y="35793"/>
                </a:lnTo>
                <a:close/>
                <a:moveTo>
                  <a:pt x="34892" y="50871"/>
                </a:moveTo>
                <a:lnTo>
                  <a:pt x="34892" y="56575"/>
                </a:lnTo>
                <a:lnTo>
                  <a:pt x="32857" y="56575"/>
                </a:lnTo>
                <a:lnTo>
                  <a:pt x="31189" y="54874"/>
                </a:lnTo>
                <a:lnTo>
                  <a:pt x="31189" y="47135"/>
                </a:lnTo>
                <a:close/>
                <a:moveTo>
                  <a:pt x="32424" y="57242"/>
                </a:moveTo>
                <a:lnTo>
                  <a:pt x="32691" y="57375"/>
                </a:lnTo>
                <a:lnTo>
                  <a:pt x="34592" y="57375"/>
                </a:lnTo>
                <a:lnTo>
                  <a:pt x="33291" y="58643"/>
                </a:lnTo>
                <a:lnTo>
                  <a:pt x="31990" y="58643"/>
                </a:lnTo>
                <a:lnTo>
                  <a:pt x="31189" y="57809"/>
                </a:lnTo>
                <a:lnTo>
                  <a:pt x="31189" y="56008"/>
                </a:lnTo>
                <a:close/>
                <a:moveTo>
                  <a:pt x="33725" y="59077"/>
                </a:moveTo>
                <a:lnTo>
                  <a:pt x="34992" y="57776"/>
                </a:lnTo>
                <a:lnTo>
                  <a:pt x="34992" y="59844"/>
                </a:lnTo>
                <a:lnTo>
                  <a:pt x="36360" y="61178"/>
                </a:lnTo>
                <a:lnTo>
                  <a:pt x="34525" y="61178"/>
                </a:lnTo>
                <a:lnTo>
                  <a:pt x="33725" y="60377"/>
                </a:lnTo>
                <a:close/>
                <a:moveTo>
                  <a:pt x="34525" y="61979"/>
                </a:moveTo>
                <a:lnTo>
                  <a:pt x="36360" y="61979"/>
                </a:lnTo>
                <a:lnTo>
                  <a:pt x="34992" y="63313"/>
                </a:lnTo>
                <a:lnTo>
                  <a:pt x="34992" y="65381"/>
                </a:lnTo>
                <a:lnTo>
                  <a:pt x="33725" y="64080"/>
                </a:lnTo>
                <a:lnTo>
                  <a:pt x="33725" y="62779"/>
                </a:lnTo>
                <a:close/>
                <a:moveTo>
                  <a:pt x="32857" y="66582"/>
                </a:moveTo>
                <a:lnTo>
                  <a:pt x="34892" y="66582"/>
                </a:lnTo>
                <a:lnTo>
                  <a:pt x="34892" y="72286"/>
                </a:lnTo>
                <a:lnTo>
                  <a:pt x="31189" y="76022"/>
                </a:lnTo>
                <a:lnTo>
                  <a:pt x="31189" y="68250"/>
                </a:lnTo>
                <a:close/>
                <a:moveTo>
                  <a:pt x="34892" y="81659"/>
                </a:moveTo>
                <a:lnTo>
                  <a:pt x="34892" y="87363"/>
                </a:lnTo>
                <a:lnTo>
                  <a:pt x="32857" y="87363"/>
                </a:lnTo>
                <a:lnTo>
                  <a:pt x="31189" y="85696"/>
                </a:lnTo>
                <a:lnTo>
                  <a:pt x="31189" y="77923"/>
                </a:lnTo>
                <a:close/>
                <a:moveTo>
                  <a:pt x="37761" y="85929"/>
                </a:moveTo>
                <a:lnTo>
                  <a:pt x="42464" y="85929"/>
                </a:lnTo>
                <a:lnTo>
                  <a:pt x="45767" y="89265"/>
                </a:lnTo>
                <a:lnTo>
                  <a:pt x="45767" y="91400"/>
                </a:lnTo>
                <a:lnTo>
                  <a:pt x="41830" y="87464"/>
                </a:lnTo>
                <a:lnTo>
                  <a:pt x="41664" y="87464"/>
                </a:lnTo>
                <a:lnTo>
                  <a:pt x="36260" y="87464"/>
                </a:lnTo>
                <a:close/>
                <a:moveTo>
                  <a:pt x="46567" y="89265"/>
                </a:moveTo>
                <a:lnTo>
                  <a:pt x="49903" y="85929"/>
                </a:lnTo>
                <a:lnTo>
                  <a:pt x="54573" y="85929"/>
                </a:lnTo>
                <a:lnTo>
                  <a:pt x="56107" y="87464"/>
                </a:lnTo>
                <a:lnTo>
                  <a:pt x="50537" y="87464"/>
                </a:lnTo>
                <a:lnTo>
                  <a:pt x="46567" y="91400"/>
                </a:lnTo>
                <a:close/>
                <a:moveTo>
                  <a:pt x="57475" y="81659"/>
                </a:moveTo>
                <a:lnTo>
                  <a:pt x="61178" y="77923"/>
                </a:lnTo>
                <a:lnTo>
                  <a:pt x="61178" y="85696"/>
                </a:lnTo>
                <a:lnTo>
                  <a:pt x="59510" y="87363"/>
                </a:lnTo>
                <a:lnTo>
                  <a:pt x="57475" y="87363"/>
                </a:lnTo>
                <a:close/>
                <a:moveTo>
                  <a:pt x="61978" y="77923"/>
                </a:moveTo>
                <a:lnTo>
                  <a:pt x="65681" y="81659"/>
                </a:lnTo>
                <a:lnTo>
                  <a:pt x="65681" y="87363"/>
                </a:lnTo>
                <a:lnTo>
                  <a:pt x="63646" y="87363"/>
                </a:lnTo>
                <a:lnTo>
                  <a:pt x="61978" y="85662"/>
                </a:lnTo>
                <a:close/>
                <a:moveTo>
                  <a:pt x="68583" y="85929"/>
                </a:moveTo>
                <a:lnTo>
                  <a:pt x="73253" y="85929"/>
                </a:lnTo>
                <a:lnTo>
                  <a:pt x="76555" y="89265"/>
                </a:lnTo>
                <a:lnTo>
                  <a:pt x="76555" y="91400"/>
                </a:lnTo>
                <a:lnTo>
                  <a:pt x="72619" y="87464"/>
                </a:lnTo>
                <a:lnTo>
                  <a:pt x="67048" y="87464"/>
                </a:lnTo>
                <a:close/>
                <a:moveTo>
                  <a:pt x="77356" y="89265"/>
                </a:moveTo>
                <a:lnTo>
                  <a:pt x="80691" y="85929"/>
                </a:lnTo>
                <a:lnTo>
                  <a:pt x="85361" y="85929"/>
                </a:lnTo>
                <a:lnTo>
                  <a:pt x="86896" y="87464"/>
                </a:lnTo>
                <a:lnTo>
                  <a:pt x="81492" y="87464"/>
                </a:lnTo>
                <a:lnTo>
                  <a:pt x="81325" y="87464"/>
                </a:lnTo>
                <a:lnTo>
                  <a:pt x="77356" y="91400"/>
                </a:lnTo>
                <a:close/>
                <a:moveTo>
                  <a:pt x="88264" y="81659"/>
                </a:moveTo>
                <a:lnTo>
                  <a:pt x="91966" y="77923"/>
                </a:lnTo>
                <a:lnTo>
                  <a:pt x="91966" y="85696"/>
                </a:lnTo>
                <a:lnTo>
                  <a:pt x="90298" y="87363"/>
                </a:lnTo>
                <a:lnTo>
                  <a:pt x="88264" y="87363"/>
                </a:lnTo>
                <a:close/>
                <a:moveTo>
                  <a:pt x="92767" y="77923"/>
                </a:moveTo>
                <a:lnTo>
                  <a:pt x="96469" y="81659"/>
                </a:lnTo>
                <a:lnTo>
                  <a:pt x="96469" y="87363"/>
                </a:lnTo>
                <a:lnTo>
                  <a:pt x="94435" y="87363"/>
                </a:lnTo>
                <a:lnTo>
                  <a:pt x="92767" y="85662"/>
                </a:lnTo>
                <a:close/>
                <a:moveTo>
                  <a:pt x="99371" y="85929"/>
                </a:moveTo>
                <a:lnTo>
                  <a:pt x="104041" y="85929"/>
                </a:lnTo>
                <a:lnTo>
                  <a:pt x="107377" y="89265"/>
                </a:lnTo>
                <a:lnTo>
                  <a:pt x="107377" y="91400"/>
                </a:lnTo>
                <a:lnTo>
                  <a:pt x="103408" y="87464"/>
                </a:lnTo>
                <a:lnTo>
                  <a:pt x="103241" y="87464"/>
                </a:lnTo>
                <a:lnTo>
                  <a:pt x="97837" y="87464"/>
                </a:lnTo>
                <a:close/>
                <a:moveTo>
                  <a:pt x="108144" y="89265"/>
                </a:moveTo>
                <a:lnTo>
                  <a:pt x="111480" y="85929"/>
                </a:lnTo>
                <a:lnTo>
                  <a:pt x="116150" y="85929"/>
                </a:lnTo>
                <a:lnTo>
                  <a:pt x="117685" y="87464"/>
                </a:lnTo>
                <a:lnTo>
                  <a:pt x="112114" y="87464"/>
                </a:lnTo>
                <a:lnTo>
                  <a:pt x="108144" y="91400"/>
                </a:lnTo>
                <a:lnTo>
                  <a:pt x="108144" y="89265"/>
                </a:lnTo>
                <a:close/>
                <a:moveTo>
                  <a:pt x="119052" y="81659"/>
                </a:moveTo>
                <a:lnTo>
                  <a:pt x="122755" y="77923"/>
                </a:lnTo>
                <a:lnTo>
                  <a:pt x="122755" y="85696"/>
                </a:lnTo>
                <a:lnTo>
                  <a:pt x="121087" y="87363"/>
                </a:lnTo>
                <a:lnTo>
                  <a:pt x="119052" y="87363"/>
                </a:lnTo>
                <a:close/>
                <a:moveTo>
                  <a:pt x="123555" y="77923"/>
                </a:moveTo>
                <a:lnTo>
                  <a:pt x="127258" y="81659"/>
                </a:lnTo>
                <a:lnTo>
                  <a:pt x="127258" y="87363"/>
                </a:lnTo>
                <a:lnTo>
                  <a:pt x="125223" y="87363"/>
                </a:lnTo>
                <a:lnTo>
                  <a:pt x="123555" y="85662"/>
                </a:lnTo>
                <a:lnTo>
                  <a:pt x="123555" y="77923"/>
                </a:lnTo>
                <a:close/>
                <a:moveTo>
                  <a:pt x="130160" y="85929"/>
                </a:moveTo>
                <a:lnTo>
                  <a:pt x="134830" y="85929"/>
                </a:lnTo>
                <a:lnTo>
                  <a:pt x="138166" y="89265"/>
                </a:lnTo>
                <a:lnTo>
                  <a:pt x="138166" y="91400"/>
                </a:lnTo>
                <a:lnTo>
                  <a:pt x="134196" y="87464"/>
                </a:lnTo>
                <a:lnTo>
                  <a:pt x="128626" y="87464"/>
                </a:lnTo>
                <a:close/>
                <a:moveTo>
                  <a:pt x="138933" y="89265"/>
                </a:moveTo>
                <a:lnTo>
                  <a:pt x="142269" y="85929"/>
                </a:lnTo>
                <a:lnTo>
                  <a:pt x="146939" y="85929"/>
                </a:lnTo>
                <a:lnTo>
                  <a:pt x="148473" y="87464"/>
                </a:lnTo>
                <a:lnTo>
                  <a:pt x="143069" y="87464"/>
                </a:lnTo>
                <a:lnTo>
                  <a:pt x="142903" y="87464"/>
                </a:lnTo>
                <a:lnTo>
                  <a:pt x="138933" y="91400"/>
                </a:lnTo>
                <a:close/>
                <a:moveTo>
                  <a:pt x="149841" y="81659"/>
                </a:moveTo>
                <a:lnTo>
                  <a:pt x="153543" y="77923"/>
                </a:lnTo>
                <a:lnTo>
                  <a:pt x="153543" y="85696"/>
                </a:lnTo>
                <a:lnTo>
                  <a:pt x="151876" y="87363"/>
                </a:lnTo>
                <a:lnTo>
                  <a:pt x="149841" y="87363"/>
                </a:lnTo>
                <a:lnTo>
                  <a:pt x="149841" y="81659"/>
                </a:lnTo>
                <a:close/>
                <a:moveTo>
                  <a:pt x="154344" y="77923"/>
                </a:moveTo>
                <a:lnTo>
                  <a:pt x="158047" y="81659"/>
                </a:lnTo>
                <a:lnTo>
                  <a:pt x="158047" y="87363"/>
                </a:lnTo>
                <a:lnTo>
                  <a:pt x="156012" y="87363"/>
                </a:lnTo>
                <a:lnTo>
                  <a:pt x="154344" y="85662"/>
                </a:lnTo>
                <a:lnTo>
                  <a:pt x="154344" y="77923"/>
                </a:lnTo>
                <a:close/>
                <a:moveTo>
                  <a:pt x="160949" y="85929"/>
                </a:moveTo>
                <a:lnTo>
                  <a:pt x="165619" y="85929"/>
                </a:lnTo>
                <a:lnTo>
                  <a:pt x="168954" y="89265"/>
                </a:lnTo>
                <a:lnTo>
                  <a:pt x="168954" y="91400"/>
                </a:lnTo>
                <a:lnTo>
                  <a:pt x="164985" y="87464"/>
                </a:lnTo>
                <a:lnTo>
                  <a:pt x="164852" y="87464"/>
                </a:lnTo>
                <a:lnTo>
                  <a:pt x="159414" y="87464"/>
                </a:lnTo>
                <a:close/>
                <a:moveTo>
                  <a:pt x="169755" y="89265"/>
                </a:moveTo>
                <a:lnTo>
                  <a:pt x="173057" y="85929"/>
                </a:lnTo>
                <a:lnTo>
                  <a:pt x="177761" y="85929"/>
                </a:lnTo>
                <a:lnTo>
                  <a:pt x="179262" y="87464"/>
                </a:lnTo>
                <a:lnTo>
                  <a:pt x="173691" y="87464"/>
                </a:lnTo>
                <a:lnTo>
                  <a:pt x="169755" y="91400"/>
                </a:lnTo>
                <a:close/>
                <a:moveTo>
                  <a:pt x="180629" y="81659"/>
                </a:moveTo>
                <a:lnTo>
                  <a:pt x="184332" y="77923"/>
                </a:lnTo>
                <a:lnTo>
                  <a:pt x="184332" y="85696"/>
                </a:lnTo>
                <a:lnTo>
                  <a:pt x="182664" y="87363"/>
                </a:lnTo>
                <a:lnTo>
                  <a:pt x="180629" y="87363"/>
                </a:lnTo>
                <a:lnTo>
                  <a:pt x="180629" y="81659"/>
                </a:lnTo>
                <a:close/>
                <a:moveTo>
                  <a:pt x="185133" y="77923"/>
                </a:moveTo>
                <a:lnTo>
                  <a:pt x="188869" y="81659"/>
                </a:lnTo>
                <a:lnTo>
                  <a:pt x="188869" y="87363"/>
                </a:lnTo>
                <a:lnTo>
                  <a:pt x="186801" y="87363"/>
                </a:lnTo>
                <a:lnTo>
                  <a:pt x="185133" y="85662"/>
                </a:lnTo>
                <a:lnTo>
                  <a:pt x="185133" y="77923"/>
                </a:lnTo>
                <a:close/>
                <a:moveTo>
                  <a:pt x="191737" y="85929"/>
                </a:moveTo>
                <a:lnTo>
                  <a:pt x="196441" y="85929"/>
                </a:lnTo>
                <a:lnTo>
                  <a:pt x="199743" y="89265"/>
                </a:lnTo>
                <a:lnTo>
                  <a:pt x="199743" y="91400"/>
                </a:lnTo>
                <a:lnTo>
                  <a:pt x="195807" y="87464"/>
                </a:lnTo>
                <a:lnTo>
                  <a:pt x="190203" y="87464"/>
                </a:lnTo>
                <a:close/>
                <a:moveTo>
                  <a:pt x="200544" y="89265"/>
                </a:moveTo>
                <a:lnTo>
                  <a:pt x="203846" y="85929"/>
                </a:lnTo>
                <a:lnTo>
                  <a:pt x="208549" y="85929"/>
                </a:lnTo>
                <a:lnTo>
                  <a:pt x="210084" y="87464"/>
                </a:lnTo>
                <a:lnTo>
                  <a:pt x="204647" y="87464"/>
                </a:lnTo>
                <a:lnTo>
                  <a:pt x="204480" y="87464"/>
                </a:lnTo>
                <a:lnTo>
                  <a:pt x="200544" y="91400"/>
                </a:lnTo>
                <a:close/>
                <a:moveTo>
                  <a:pt x="211418" y="81659"/>
                </a:moveTo>
                <a:lnTo>
                  <a:pt x="215154" y="77923"/>
                </a:lnTo>
                <a:lnTo>
                  <a:pt x="215154" y="85696"/>
                </a:lnTo>
                <a:lnTo>
                  <a:pt x="213453" y="87363"/>
                </a:lnTo>
                <a:lnTo>
                  <a:pt x="211418" y="87363"/>
                </a:lnTo>
                <a:lnTo>
                  <a:pt x="211418" y="81659"/>
                </a:lnTo>
                <a:close/>
                <a:moveTo>
                  <a:pt x="211418" y="72286"/>
                </a:moveTo>
                <a:lnTo>
                  <a:pt x="211418" y="66582"/>
                </a:lnTo>
                <a:lnTo>
                  <a:pt x="213453" y="66582"/>
                </a:lnTo>
                <a:lnTo>
                  <a:pt x="215154" y="68283"/>
                </a:lnTo>
                <a:lnTo>
                  <a:pt x="215154" y="76022"/>
                </a:lnTo>
                <a:close/>
                <a:moveTo>
                  <a:pt x="213887" y="65915"/>
                </a:moveTo>
                <a:lnTo>
                  <a:pt x="213620" y="65815"/>
                </a:lnTo>
                <a:lnTo>
                  <a:pt x="211718" y="65815"/>
                </a:lnTo>
                <a:lnTo>
                  <a:pt x="213019" y="64514"/>
                </a:lnTo>
                <a:lnTo>
                  <a:pt x="214320" y="64514"/>
                </a:lnTo>
                <a:lnTo>
                  <a:pt x="215154" y="65348"/>
                </a:lnTo>
                <a:lnTo>
                  <a:pt x="215154" y="67149"/>
                </a:lnTo>
                <a:close/>
                <a:moveTo>
                  <a:pt x="212586" y="64113"/>
                </a:moveTo>
                <a:lnTo>
                  <a:pt x="211318" y="65381"/>
                </a:lnTo>
                <a:lnTo>
                  <a:pt x="211318" y="63346"/>
                </a:lnTo>
                <a:lnTo>
                  <a:pt x="209950" y="61979"/>
                </a:lnTo>
                <a:lnTo>
                  <a:pt x="211785" y="61979"/>
                </a:lnTo>
                <a:lnTo>
                  <a:pt x="212586" y="62813"/>
                </a:lnTo>
                <a:lnTo>
                  <a:pt x="212586" y="64113"/>
                </a:lnTo>
                <a:close/>
                <a:moveTo>
                  <a:pt x="211785" y="61178"/>
                </a:moveTo>
                <a:lnTo>
                  <a:pt x="209950" y="61178"/>
                </a:lnTo>
                <a:lnTo>
                  <a:pt x="211318" y="59844"/>
                </a:lnTo>
                <a:lnTo>
                  <a:pt x="211318" y="57776"/>
                </a:lnTo>
                <a:lnTo>
                  <a:pt x="212586" y="59077"/>
                </a:lnTo>
                <a:lnTo>
                  <a:pt x="212586" y="60377"/>
                </a:lnTo>
                <a:close/>
                <a:moveTo>
                  <a:pt x="213453" y="56575"/>
                </a:moveTo>
                <a:lnTo>
                  <a:pt x="211418" y="56575"/>
                </a:lnTo>
                <a:lnTo>
                  <a:pt x="211418" y="50871"/>
                </a:lnTo>
                <a:lnTo>
                  <a:pt x="215154" y="47135"/>
                </a:lnTo>
                <a:lnTo>
                  <a:pt x="215154" y="54874"/>
                </a:lnTo>
                <a:close/>
                <a:moveTo>
                  <a:pt x="211418" y="41497"/>
                </a:moveTo>
                <a:lnTo>
                  <a:pt x="211418" y="35793"/>
                </a:lnTo>
                <a:lnTo>
                  <a:pt x="213453" y="35793"/>
                </a:lnTo>
                <a:lnTo>
                  <a:pt x="215154" y="37494"/>
                </a:lnTo>
                <a:lnTo>
                  <a:pt x="215154" y="45233"/>
                </a:lnTo>
                <a:close/>
                <a:moveTo>
                  <a:pt x="213887" y="35126"/>
                </a:moveTo>
                <a:lnTo>
                  <a:pt x="213620" y="34993"/>
                </a:lnTo>
                <a:lnTo>
                  <a:pt x="211718" y="34993"/>
                </a:lnTo>
                <a:lnTo>
                  <a:pt x="213019" y="33725"/>
                </a:lnTo>
                <a:lnTo>
                  <a:pt x="214320" y="33725"/>
                </a:lnTo>
                <a:lnTo>
                  <a:pt x="215154" y="34559"/>
                </a:lnTo>
                <a:lnTo>
                  <a:pt x="215154" y="36360"/>
                </a:lnTo>
                <a:close/>
                <a:moveTo>
                  <a:pt x="210518" y="32858"/>
                </a:moveTo>
                <a:lnTo>
                  <a:pt x="210518" y="34893"/>
                </a:lnTo>
                <a:lnTo>
                  <a:pt x="204813" y="34893"/>
                </a:lnTo>
                <a:lnTo>
                  <a:pt x="201077" y="31190"/>
                </a:lnTo>
                <a:lnTo>
                  <a:pt x="208850" y="31190"/>
                </a:lnTo>
                <a:close/>
                <a:moveTo>
                  <a:pt x="195473" y="34893"/>
                </a:moveTo>
                <a:lnTo>
                  <a:pt x="189736" y="34893"/>
                </a:lnTo>
                <a:lnTo>
                  <a:pt x="189736" y="32858"/>
                </a:lnTo>
                <a:lnTo>
                  <a:pt x="191437" y="31190"/>
                </a:lnTo>
                <a:lnTo>
                  <a:pt x="199176" y="31190"/>
                </a:lnTo>
                <a:close/>
                <a:moveTo>
                  <a:pt x="187268" y="33725"/>
                </a:moveTo>
                <a:lnTo>
                  <a:pt x="188535" y="34993"/>
                </a:lnTo>
                <a:lnTo>
                  <a:pt x="186667" y="34993"/>
                </a:lnTo>
                <a:lnTo>
                  <a:pt x="186367" y="35126"/>
                </a:lnTo>
                <a:lnTo>
                  <a:pt x="185133" y="36360"/>
                </a:lnTo>
                <a:lnTo>
                  <a:pt x="185133" y="34559"/>
                </a:lnTo>
                <a:lnTo>
                  <a:pt x="185967" y="33725"/>
                </a:lnTo>
                <a:lnTo>
                  <a:pt x="187268" y="33725"/>
                </a:lnTo>
                <a:close/>
                <a:moveTo>
                  <a:pt x="184332" y="36360"/>
                </a:moveTo>
                <a:lnTo>
                  <a:pt x="183098" y="35126"/>
                </a:lnTo>
                <a:lnTo>
                  <a:pt x="182831" y="34993"/>
                </a:lnTo>
                <a:lnTo>
                  <a:pt x="180930" y="34993"/>
                </a:lnTo>
                <a:lnTo>
                  <a:pt x="182231" y="33725"/>
                </a:lnTo>
                <a:lnTo>
                  <a:pt x="183532" y="33725"/>
                </a:lnTo>
                <a:lnTo>
                  <a:pt x="184332" y="34559"/>
                </a:lnTo>
                <a:close/>
                <a:moveTo>
                  <a:pt x="179729" y="32858"/>
                </a:moveTo>
                <a:lnTo>
                  <a:pt x="179729" y="34893"/>
                </a:lnTo>
                <a:lnTo>
                  <a:pt x="174025" y="34893"/>
                </a:lnTo>
                <a:lnTo>
                  <a:pt x="170289" y="31190"/>
                </a:lnTo>
                <a:lnTo>
                  <a:pt x="178061" y="31190"/>
                </a:lnTo>
                <a:close/>
                <a:moveTo>
                  <a:pt x="164685" y="34893"/>
                </a:moveTo>
                <a:lnTo>
                  <a:pt x="158947" y="34893"/>
                </a:lnTo>
                <a:lnTo>
                  <a:pt x="158947" y="32858"/>
                </a:lnTo>
                <a:lnTo>
                  <a:pt x="160649" y="31190"/>
                </a:lnTo>
                <a:lnTo>
                  <a:pt x="168387" y="31190"/>
                </a:lnTo>
                <a:close/>
                <a:moveTo>
                  <a:pt x="156479" y="33725"/>
                </a:moveTo>
                <a:lnTo>
                  <a:pt x="157746" y="34993"/>
                </a:lnTo>
                <a:lnTo>
                  <a:pt x="155878" y="34993"/>
                </a:lnTo>
                <a:lnTo>
                  <a:pt x="155578" y="35126"/>
                </a:lnTo>
                <a:lnTo>
                  <a:pt x="154344" y="36360"/>
                </a:lnTo>
                <a:lnTo>
                  <a:pt x="154344" y="34559"/>
                </a:lnTo>
                <a:lnTo>
                  <a:pt x="155178" y="33725"/>
                </a:lnTo>
                <a:lnTo>
                  <a:pt x="156479" y="33725"/>
                </a:lnTo>
                <a:close/>
                <a:moveTo>
                  <a:pt x="153543" y="36360"/>
                </a:moveTo>
                <a:lnTo>
                  <a:pt x="152309" y="35126"/>
                </a:lnTo>
                <a:lnTo>
                  <a:pt x="152042" y="34993"/>
                </a:lnTo>
                <a:lnTo>
                  <a:pt x="150141" y="34993"/>
                </a:lnTo>
                <a:lnTo>
                  <a:pt x="151442" y="33725"/>
                </a:lnTo>
                <a:lnTo>
                  <a:pt x="152743" y="33725"/>
                </a:lnTo>
                <a:lnTo>
                  <a:pt x="153543" y="34559"/>
                </a:lnTo>
                <a:close/>
                <a:moveTo>
                  <a:pt x="148940" y="32858"/>
                </a:moveTo>
                <a:lnTo>
                  <a:pt x="148940" y="34893"/>
                </a:lnTo>
                <a:lnTo>
                  <a:pt x="143236" y="34893"/>
                </a:lnTo>
                <a:lnTo>
                  <a:pt x="139500" y="31190"/>
                </a:lnTo>
                <a:lnTo>
                  <a:pt x="147239" y="31190"/>
                </a:lnTo>
                <a:close/>
                <a:moveTo>
                  <a:pt x="133896" y="34893"/>
                </a:moveTo>
                <a:lnTo>
                  <a:pt x="128159" y="34893"/>
                </a:lnTo>
                <a:lnTo>
                  <a:pt x="128159" y="32858"/>
                </a:lnTo>
                <a:lnTo>
                  <a:pt x="129860" y="31190"/>
                </a:lnTo>
                <a:lnTo>
                  <a:pt x="137599" y="31190"/>
                </a:lnTo>
                <a:close/>
                <a:moveTo>
                  <a:pt x="125690" y="33725"/>
                </a:moveTo>
                <a:lnTo>
                  <a:pt x="126958" y="34993"/>
                </a:lnTo>
                <a:lnTo>
                  <a:pt x="125056" y="34993"/>
                </a:lnTo>
                <a:lnTo>
                  <a:pt x="124790" y="35126"/>
                </a:lnTo>
                <a:lnTo>
                  <a:pt x="123555" y="36360"/>
                </a:lnTo>
                <a:lnTo>
                  <a:pt x="123555" y="34559"/>
                </a:lnTo>
                <a:lnTo>
                  <a:pt x="124389" y="33725"/>
                </a:lnTo>
                <a:lnTo>
                  <a:pt x="125690" y="33725"/>
                </a:lnTo>
                <a:close/>
                <a:moveTo>
                  <a:pt x="122755" y="36360"/>
                </a:moveTo>
                <a:lnTo>
                  <a:pt x="121521" y="35126"/>
                </a:lnTo>
                <a:lnTo>
                  <a:pt x="121254" y="34993"/>
                </a:lnTo>
                <a:lnTo>
                  <a:pt x="119352" y="34993"/>
                </a:lnTo>
                <a:lnTo>
                  <a:pt x="120653" y="33725"/>
                </a:lnTo>
                <a:lnTo>
                  <a:pt x="121954" y="33725"/>
                </a:lnTo>
                <a:lnTo>
                  <a:pt x="122755" y="34559"/>
                </a:lnTo>
                <a:lnTo>
                  <a:pt x="122755" y="36360"/>
                </a:lnTo>
                <a:close/>
                <a:moveTo>
                  <a:pt x="118152" y="32858"/>
                </a:moveTo>
                <a:lnTo>
                  <a:pt x="118152" y="34893"/>
                </a:lnTo>
                <a:lnTo>
                  <a:pt x="112447" y="34893"/>
                </a:lnTo>
                <a:lnTo>
                  <a:pt x="108711" y="31190"/>
                </a:lnTo>
                <a:lnTo>
                  <a:pt x="116450" y="31190"/>
                </a:lnTo>
                <a:close/>
                <a:moveTo>
                  <a:pt x="103074" y="34893"/>
                </a:moveTo>
                <a:lnTo>
                  <a:pt x="97370" y="34893"/>
                </a:lnTo>
                <a:lnTo>
                  <a:pt x="97370" y="32858"/>
                </a:lnTo>
                <a:lnTo>
                  <a:pt x="99071" y="31190"/>
                </a:lnTo>
                <a:lnTo>
                  <a:pt x="106810" y="31190"/>
                </a:lnTo>
                <a:close/>
                <a:moveTo>
                  <a:pt x="94868" y="33725"/>
                </a:moveTo>
                <a:lnTo>
                  <a:pt x="96169" y="34993"/>
                </a:lnTo>
                <a:lnTo>
                  <a:pt x="94268" y="34993"/>
                </a:lnTo>
                <a:lnTo>
                  <a:pt x="94001" y="35126"/>
                </a:lnTo>
                <a:lnTo>
                  <a:pt x="92767" y="36360"/>
                </a:lnTo>
                <a:lnTo>
                  <a:pt x="92767" y="34559"/>
                </a:lnTo>
                <a:lnTo>
                  <a:pt x="93567" y="33725"/>
                </a:lnTo>
                <a:lnTo>
                  <a:pt x="94868" y="33725"/>
                </a:lnTo>
                <a:close/>
                <a:moveTo>
                  <a:pt x="91966" y="36360"/>
                </a:moveTo>
                <a:lnTo>
                  <a:pt x="90732" y="35126"/>
                </a:lnTo>
                <a:lnTo>
                  <a:pt x="90465" y="34993"/>
                </a:lnTo>
                <a:lnTo>
                  <a:pt x="88564" y="34993"/>
                </a:lnTo>
                <a:lnTo>
                  <a:pt x="89865" y="33725"/>
                </a:lnTo>
                <a:lnTo>
                  <a:pt x="91166" y="33725"/>
                </a:lnTo>
                <a:lnTo>
                  <a:pt x="91966" y="34559"/>
                </a:lnTo>
                <a:lnTo>
                  <a:pt x="91966" y="36360"/>
                </a:lnTo>
                <a:close/>
                <a:moveTo>
                  <a:pt x="87363" y="32858"/>
                </a:moveTo>
                <a:lnTo>
                  <a:pt x="87363" y="34893"/>
                </a:lnTo>
                <a:lnTo>
                  <a:pt x="81659" y="34893"/>
                </a:lnTo>
                <a:lnTo>
                  <a:pt x="77923" y="31190"/>
                </a:lnTo>
                <a:lnTo>
                  <a:pt x="85662" y="31190"/>
                </a:lnTo>
                <a:close/>
                <a:moveTo>
                  <a:pt x="72285" y="34893"/>
                </a:moveTo>
                <a:lnTo>
                  <a:pt x="66581" y="34893"/>
                </a:lnTo>
                <a:lnTo>
                  <a:pt x="66581" y="32858"/>
                </a:lnTo>
                <a:lnTo>
                  <a:pt x="68249" y="31190"/>
                </a:lnTo>
                <a:lnTo>
                  <a:pt x="76021" y="31190"/>
                </a:lnTo>
                <a:close/>
                <a:moveTo>
                  <a:pt x="64080" y="33725"/>
                </a:moveTo>
                <a:lnTo>
                  <a:pt x="65381" y="34993"/>
                </a:lnTo>
                <a:lnTo>
                  <a:pt x="63479" y="34993"/>
                </a:lnTo>
                <a:lnTo>
                  <a:pt x="63212" y="35126"/>
                </a:lnTo>
                <a:lnTo>
                  <a:pt x="61978" y="36360"/>
                </a:lnTo>
                <a:lnTo>
                  <a:pt x="61978" y="34559"/>
                </a:lnTo>
                <a:lnTo>
                  <a:pt x="62779" y="33725"/>
                </a:lnTo>
                <a:lnTo>
                  <a:pt x="64080" y="33725"/>
                </a:lnTo>
                <a:close/>
                <a:moveTo>
                  <a:pt x="61178" y="36360"/>
                </a:moveTo>
                <a:lnTo>
                  <a:pt x="59943" y="35126"/>
                </a:lnTo>
                <a:lnTo>
                  <a:pt x="59676" y="34993"/>
                </a:lnTo>
                <a:lnTo>
                  <a:pt x="57775" y="34993"/>
                </a:lnTo>
                <a:lnTo>
                  <a:pt x="59043" y="33725"/>
                </a:lnTo>
                <a:lnTo>
                  <a:pt x="60344" y="33725"/>
                </a:lnTo>
                <a:lnTo>
                  <a:pt x="61178" y="34559"/>
                </a:lnTo>
                <a:close/>
                <a:moveTo>
                  <a:pt x="56574" y="32858"/>
                </a:moveTo>
                <a:lnTo>
                  <a:pt x="56574" y="34893"/>
                </a:lnTo>
                <a:lnTo>
                  <a:pt x="50837" y="34893"/>
                </a:lnTo>
                <a:lnTo>
                  <a:pt x="47134" y="31190"/>
                </a:lnTo>
                <a:lnTo>
                  <a:pt x="54873" y="31190"/>
                </a:lnTo>
                <a:close/>
                <a:moveTo>
                  <a:pt x="41497" y="34893"/>
                </a:moveTo>
                <a:lnTo>
                  <a:pt x="35793" y="34893"/>
                </a:lnTo>
                <a:lnTo>
                  <a:pt x="35793" y="32858"/>
                </a:lnTo>
                <a:lnTo>
                  <a:pt x="37461" y="31190"/>
                </a:lnTo>
                <a:lnTo>
                  <a:pt x="45233" y="31190"/>
                </a:lnTo>
                <a:close/>
                <a:moveTo>
                  <a:pt x="33291" y="33725"/>
                </a:moveTo>
                <a:lnTo>
                  <a:pt x="34592" y="34993"/>
                </a:lnTo>
                <a:lnTo>
                  <a:pt x="32691" y="34993"/>
                </a:lnTo>
                <a:lnTo>
                  <a:pt x="32424" y="35126"/>
                </a:lnTo>
                <a:lnTo>
                  <a:pt x="31189" y="36360"/>
                </a:lnTo>
                <a:lnTo>
                  <a:pt x="31189" y="34559"/>
                </a:lnTo>
                <a:lnTo>
                  <a:pt x="31990" y="33725"/>
                </a:lnTo>
                <a:lnTo>
                  <a:pt x="33291" y="33725"/>
                </a:lnTo>
                <a:close/>
                <a:moveTo>
                  <a:pt x="30389" y="57809"/>
                </a:moveTo>
                <a:lnTo>
                  <a:pt x="29555" y="58643"/>
                </a:lnTo>
                <a:lnTo>
                  <a:pt x="28254" y="58643"/>
                </a:lnTo>
                <a:lnTo>
                  <a:pt x="26986" y="57375"/>
                </a:lnTo>
                <a:lnTo>
                  <a:pt x="28854" y="57375"/>
                </a:lnTo>
                <a:lnTo>
                  <a:pt x="29155" y="57242"/>
                </a:lnTo>
                <a:lnTo>
                  <a:pt x="30389" y="56008"/>
                </a:lnTo>
                <a:lnTo>
                  <a:pt x="30389" y="57809"/>
                </a:lnTo>
                <a:close/>
                <a:moveTo>
                  <a:pt x="28521" y="60811"/>
                </a:moveTo>
                <a:lnTo>
                  <a:pt x="28621" y="60511"/>
                </a:lnTo>
                <a:lnTo>
                  <a:pt x="28621" y="59443"/>
                </a:lnTo>
                <a:lnTo>
                  <a:pt x="29889" y="59443"/>
                </a:lnTo>
                <a:lnTo>
                  <a:pt x="30789" y="58543"/>
                </a:lnTo>
                <a:lnTo>
                  <a:pt x="31656" y="59443"/>
                </a:lnTo>
                <a:lnTo>
                  <a:pt x="32924" y="59443"/>
                </a:lnTo>
                <a:lnTo>
                  <a:pt x="32924" y="60511"/>
                </a:lnTo>
                <a:lnTo>
                  <a:pt x="33057" y="60811"/>
                </a:lnTo>
                <a:lnTo>
                  <a:pt x="33825" y="61578"/>
                </a:lnTo>
                <a:lnTo>
                  <a:pt x="33057" y="62346"/>
                </a:lnTo>
                <a:lnTo>
                  <a:pt x="32924" y="62612"/>
                </a:lnTo>
                <a:lnTo>
                  <a:pt x="32924" y="63713"/>
                </a:lnTo>
                <a:lnTo>
                  <a:pt x="31656" y="63713"/>
                </a:lnTo>
                <a:lnTo>
                  <a:pt x="30789" y="64614"/>
                </a:lnTo>
                <a:lnTo>
                  <a:pt x="29889" y="63713"/>
                </a:lnTo>
                <a:lnTo>
                  <a:pt x="28621" y="63713"/>
                </a:lnTo>
                <a:lnTo>
                  <a:pt x="28621" y="62612"/>
                </a:lnTo>
                <a:lnTo>
                  <a:pt x="28521" y="62346"/>
                </a:lnTo>
                <a:lnTo>
                  <a:pt x="27754" y="61578"/>
                </a:lnTo>
                <a:close/>
                <a:moveTo>
                  <a:pt x="28254" y="64514"/>
                </a:moveTo>
                <a:lnTo>
                  <a:pt x="29555" y="64514"/>
                </a:lnTo>
                <a:lnTo>
                  <a:pt x="30389" y="65348"/>
                </a:lnTo>
                <a:lnTo>
                  <a:pt x="30389" y="67149"/>
                </a:lnTo>
                <a:lnTo>
                  <a:pt x="29155" y="65915"/>
                </a:lnTo>
                <a:lnTo>
                  <a:pt x="28854" y="65781"/>
                </a:lnTo>
                <a:lnTo>
                  <a:pt x="26986" y="65781"/>
                </a:lnTo>
                <a:close/>
                <a:moveTo>
                  <a:pt x="31189" y="86796"/>
                </a:moveTo>
                <a:lnTo>
                  <a:pt x="32424" y="88031"/>
                </a:lnTo>
                <a:lnTo>
                  <a:pt x="32691" y="88164"/>
                </a:lnTo>
                <a:lnTo>
                  <a:pt x="34592" y="88164"/>
                </a:lnTo>
                <a:lnTo>
                  <a:pt x="33291" y="89432"/>
                </a:lnTo>
                <a:lnTo>
                  <a:pt x="31990" y="89432"/>
                </a:lnTo>
                <a:lnTo>
                  <a:pt x="31189" y="88631"/>
                </a:lnTo>
                <a:lnTo>
                  <a:pt x="31189" y="86796"/>
                </a:lnTo>
                <a:close/>
                <a:moveTo>
                  <a:pt x="35793" y="90299"/>
                </a:moveTo>
                <a:lnTo>
                  <a:pt x="35793" y="88264"/>
                </a:lnTo>
                <a:lnTo>
                  <a:pt x="41497" y="88264"/>
                </a:lnTo>
                <a:lnTo>
                  <a:pt x="45233" y="91967"/>
                </a:lnTo>
                <a:lnTo>
                  <a:pt x="37461" y="91967"/>
                </a:lnTo>
                <a:close/>
                <a:moveTo>
                  <a:pt x="50837" y="88264"/>
                </a:moveTo>
                <a:lnTo>
                  <a:pt x="56574" y="88264"/>
                </a:lnTo>
                <a:lnTo>
                  <a:pt x="56574" y="90299"/>
                </a:lnTo>
                <a:lnTo>
                  <a:pt x="54873" y="91967"/>
                </a:lnTo>
                <a:lnTo>
                  <a:pt x="47134" y="91967"/>
                </a:lnTo>
                <a:close/>
                <a:moveTo>
                  <a:pt x="59043" y="89432"/>
                </a:moveTo>
                <a:lnTo>
                  <a:pt x="57775" y="88164"/>
                </a:lnTo>
                <a:lnTo>
                  <a:pt x="59676" y="88164"/>
                </a:lnTo>
                <a:lnTo>
                  <a:pt x="59943" y="88031"/>
                </a:lnTo>
                <a:lnTo>
                  <a:pt x="61178" y="86796"/>
                </a:lnTo>
                <a:lnTo>
                  <a:pt x="61178" y="88598"/>
                </a:lnTo>
                <a:lnTo>
                  <a:pt x="60344" y="89432"/>
                </a:lnTo>
                <a:lnTo>
                  <a:pt x="59043" y="89432"/>
                </a:lnTo>
                <a:close/>
                <a:moveTo>
                  <a:pt x="61978" y="86796"/>
                </a:moveTo>
                <a:lnTo>
                  <a:pt x="63212" y="88031"/>
                </a:lnTo>
                <a:lnTo>
                  <a:pt x="63479" y="88164"/>
                </a:lnTo>
                <a:lnTo>
                  <a:pt x="65381" y="88164"/>
                </a:lnTo>
                <a:lnTo>
                  <a:pt x="64080" y="89432"/>
                </a:lnTo>
                <a:lnTo>
                  <a:pt x="62779" y="89432"/>
                </a:lnTo>
                <a:lnTo>
                  <a:pt x="61978" y="88631"/>
                </a:lnTo>
                <a:close/>
                <a:moveTo>
                  <a:pt x="66581" y="90299"/>
                </a:moveTo>
                <a:lnTo>
                  <a:pt x="66581" y="88264"/>
                </a:lnTo>
                <a:lnTo>
                  <a:pt x="72285" y="88264"/>
                </a:lnTo>
                <a:lnTo>
                  <a:pt x="76021" y="91967"/>
                </a:lnTo>
                <a:lnTo>
                  <a:pt x="68249" y="91967"/>
                </a:lnTo>
                <a:close/>
                <a:moveTo>
                  <a:pt x="81659" y="88264"/>
                </a:moveTo>
                <a:lnTo>
                  <a:pt x="87363" y="88264"/>
                </a:lnTo>
                <a:lnTo>
                  <a:pt x="87363" y="90299"/>
                </a:lnTo>
                <a:lnTo>
                  <a:pt x="85662" y="91967"/>
                </a:lnTo>
                <a:lnTo>
                  <a:pt x="77923" y="91967"/>
                </a:lnTo>
                <a:close/>
                <a:moveTo>
                  <a:pt x="89831" y="89432"/>
                </a:moveTo>
                <a:lnTo>
                  <a:pt x="88564" y="88164"/>
                </a:lnTo>
                <a:lnTo>
                  <a:pt x="90465" y="88164"/>
                </a:lnTo>
                <a:lnTo>
                  <a:pt x="90732" y="88031"/>
                </a:lnTo>
                <a:lnTo>
                  <a:pt x="91966" y="86796"/>
                </a:lnTo>
                <a:lnTo>
                  <a:pt x="91966" y="88598"/>
                </a:lnTo>
                <a:lnTo>
                  <a:pt x="91132" y="89432"/>
                </a:lnTo>
                <a:lnTo>
                  <a:pt x="89831" y="89432"/>
                </a:lnTo>
                <a:close/>
                <a:moveTo>
                  <a:pt x="92767" y="86796"/>
                </a:moveTo>
                <a:lnTo>
                  <a:pt x="94001" y="88031"/>
                </a:lnTo>
                <a:lnTo>
                  <a:pt x="94268" y="88164"/>
                </a:lnTo>
                <a:lnTo>
                  <a:pt x="96169" y="88164"/>
                </a:lnTo>
                <a:lnTo>
                  <a:pt x="94868" y="89432"/>
                </a:lnTo>
                <a:lnTo>
                  <a:pt x="93567" y="89432"/>
                </a:lnTo>
                <a:lnTo>
                  <a:pt x="92767" y="88631"/>
                </a:lnTo>
                <a:lnTo>
                  <a:pt x="92767" y="86796"/>
                </a:lnTo>
                <a:close/>
                <a:moveTo>
                  <a:pt x="97370" y="90299"/>
                </a:moveTo>
                <a:lnTo>
                  <a:pt x="97370" y="88264"/>
                </a:lnTo>
                <a:lnTo>
                  <a:pt x="103074" y="88264"/>
                </a:lnTo>
                <a:lnTo>
                  <a:pt x="106810" y="91967"/>
                </a:lnTo>
                <a:lnTo>
                  <a:pt x="99071" y="91967"/>
                </a:lnTo>
                <a:close/>
                <a:moveTo>
                  <a:pt x="112447" y="88264"/>
                </a:moveTo>
                <a:lnTo>
                  <a:pt x="118152" y="88264"/>
                </a:lnTo>
                <a:lnTo>
                  <a:pt x="118152" y="90299"/>
                </a:lnTo>
                <a:lnTo>
                  <a:pt x="116450" y="91967"/>
                </a:lnTo>
                <a:lnTo>
                  <a:pt x="108711" y="91967"/>
                </a:lnTo>
                <a:close/>
                <a:moveTo>
                  <a:pt x="120653" y="89432"/>
                </a:moveTo>
                <a:lnTo>
                  <a:pt x="119352" y="88164"/>
                </a:lnTo>
                <a:lnTo>
                  <a:pt x="121254" y="88164"/>
                </a:lnTo>
                <a:lnTo>
                  <a:pt x="121521" y="88031"/>
                </a:lnTo>
                <a:lnTo>
                  <a:pt x="122755" y="86796"/>
                </a:lnTo>
                <a:lnTo>
                  <a:pt x="122755" y="88598"/>
                </a:lnTo>
                <a:lnTo>
                  <a:pt x="121954" y="89432"/>
                </a:lnTo>
                <a:lnTo>
                  <a:pt x="120653" y="89432"/>
                </a:lnTo>
                <a:close/>
                <a:moveTo>
                  <a:pt x="123555" y="86796"/>
                </a:moveTo>
                <a:lnTo>
                  <a:pt x="124790" y="88031"/>
                </a:lnTo>
                <a:lnTo>
                  <a:pt x="125056" y="88164"/>
                </a:lnTo>
                <a:lnTo>
                  <a:pt x="126958" y="88164"/>
                </a:lnTo>
                <a:lnTo>
                  <a:pt x="125657" y="89432"/>
                </a:lnTo>
                <a:lnTo>
                  <a:pt x="124356" y="89432"/>
                </a:lnTo>
                <a:lnTo>
                  <a:pt x="123555" y="88631"/>
                </a:lnTo>
                <a:lnTo>
                  <a:pt x="123555" y="86796"/>
                </a:lnTo>
                <a:close/>
                <a:moveTo>
                  <a:pt x="128159" y="90299"/>
                </a:moveTo>
                <a:lnTo>
                  <a:pt x="128159" y="88264"/>
                </a:lnTo>
                <a:lnTo>
                  <a:pt x="133863" y="88264"/>
                </a:lnTo>
                <a:lnTo>
                  <a:pt x="137599" y="91967"/>
                </a:lnTo>
                <a:lnTo>
                  <a:pt x="129860" y="91967"/>
                </a:lnTo>
                <a:close/>
                <a:moveTo>
                  <a:pt x="143236" y="88264"/>
                </a:moveTo>
                <a:lnTo>
                  <a:pt x="148940" y="88264"/>
                </a:lnTo>
                <a:lnTo>
                  <a:pt x="148940" y="90299"/>
                </a:lnTo>
                <a:lnTo>
                  <a:pt x="147272" y="91967"/>
                </a:lnTo>
                <a:lnTo>
                  <a:pt x="139500" y="91967"/>
                </a:lnTo>
                <a:close/>
                <a:moveTo>
                  <a:pt x="151442" y="89432"/>
                </a:moveTo>
                <a:lnTo>
                  <a:pt x="150141" y="88164"/>
                </a:lnTo>
                <a:lnTo>
                  <a:pt x="152042" y="88164"/>
                </a:lnTo>
                <a:lnTo>
                  <a:pt x="152309" y="88031"/>
                </a:lnTo>
                <a:lnTo>
                  <a:pt x="153543" y="86796"/>
                </a:lnTo>
                <a:lnTo>
                  <a:pt x="153543" y="88598"/>
                </a:lnTo>
                <a:lnTo>
                  <a:pt x="152743" y="89432"/>
                </a:lnTo>
                <a:lnTo>
                  <a:pt x="151442" y="89432"/>
                </a:lnTo>
                <a:close/>
                <a:moveTo>
                  <a:pt x="154344" y="86796"/>
                </a:moveTo>
                <a:lnTo>
                  <a:pt x="155578" y="88031"/>
                </a:lnTo>
                <a:lnTo>
                  <a:pt x="155845" y="88164"/>
                </a:lnTo>
                <a:lnTo>
                  <a:pt x="157746" y="88164"/>
                </a:lnTo>
                <a:lnTo>
                  <a:pt x="156479" y="89432"/>
                </a:lnTo>
                <a:lnTo>
                  <a:pt x="155178" y="89432"/>
                </a:lnTo>
                <a:lnTo>
                  <a:pt x="154344" y="88631"/>
                </a:lnTo>
                <a:close/>
                <a:moveTo>
                  <a:pt x="158947" y="90299"/>
                </a:moveTo>
                <a:lnTo>
                  <a:pt x="158947" y="88264"/>
                </a:lnTo>
                <a:lnTo>
                  <a:pt x="164685" y="88264"/>
                </a:lnTo>
                <a:lnTo>
                  <a:pt x="168387" y="91967"/>
                </a:lnTo>
                <a:lnTo>
                  <a:pt x="160649" y="91967"/>
                </a:lnTo>
                <a:close/>
                <a:moveTo>
                  <a:pt x="174025" y="88264"/>
                </a:moveTo>
                <a:lnTo>
                  <a:pt x="179729" y="88264"/>
                </a:lnTo>
                <a:lnTo>
                  <a:pt x="179729" y="90299"/>
                </a:lnTo>
                <a:lnTo>
                  <a:pt x="178061" y="91967"/>
                </a:lnTo>
                <a:lnTo>
                  <a:pt x="170289" y="91967"/>
                </a:lnTo>
                <a:close/>
                <a:moveTo>
                  <a:pt x="182231" y="89432"/>
                </a:moveTo>
                <a:lnTo>
                  <a:pt x="180930" y="88164"/>
                </a:lnTo>
                <a:lnTo>
                  <a:pt x="182831" y="88164"/>
                </a:lnTo>
                <a:lnTo>
                  <a:pt x="183098" y="88031"/>
                </a:lnTo>
                <a:lnTo>
                  <a:pt x="184332" y="86796"/>
                </a:lnTo>
                <a:lnTo>
                  <a:pt x="184332" y="88598"/>
                </a:lnTo>
                <a:lnTo>
                  <a:pt x="183532" y="89432"/>
                </a:lnTo>
                <a:lnTo>
                  <a:pt x="182231" y="89432"/>
                </a:lnTo>
                <a:close/>
                <a:moveTo>
                  <a:pt x="185133" y="86796"/>
                </a:moveTo>
                <a:lnTo>
                  <a:pt x="186367" y="88031"/>
                </a:lnTo>
                <a:lnTo>
                  <a:pt x="186667" y="88164"/>
                </a:lnTo>
                <a:lnTo>
                  <a:pt x="188535" y="88164"/>
                </a:lnTo>
                <a:lnTo>
                  <a:pt x="187268" y="89432"/>
                </a:lnTo>
                <a:lnTo>
                  <a:pt x="185967" y="89432"/>
                </a:lnTo>
                <a:lnTo>
                  <a:pt x="185133" y="88631"/>
                </a:lnTo>
                <a:close/>
                <a:moveTo>
                  <a:pt x="189736" y="90299"/>
                </a:moveTo>
                <a:lnTo>
                  <a:pt x="189736" y="88264"/>
                </a:lnTo>
                <a:lnTo>
                  <a:pt x="195473" y="88264"/>
                </a:lnTo>
                <a:lnTo>
                  <a:pt x="199176" y="91967"/>
                </a:lnTo>
                <a:lnTo>
                  <a:pt x="191437" y="91967"/>
                </a:lnTo>
                <a:close/>
                <a:moveTo>
                  <a:pt x="204813" y="88264"/>
                </a:moveTo>
                <a:lnTo>
                  <a:pt x="210518" y="88264"/>
                </a:lnTo>
                <a:lnTo>
                  <a:pt x="210518" y="90299"/>
                </a:lnTo>
                <a:lnTo>
                  <a:pt x="208850" y="91967"/>
                </a:lnTo>
                <a:lnTo>
                  <a:pt x="201077" y="91967"/>
                </a:lnTo>
                <a:close/>
                <a:moveTo>
                  <a:pt x="213019" y="89432"/>
                </a:moveTo>
                <a:lnTo>
                  <a:pt x="211718" y="88164"/>
                </a:lnTo>
                <a:lnTo>
                  <a:pt x="213620" y="88164"/>
                </a:lnTo>
                <a:lnTo>
                  <a:pt x="213887" y="88031"/>
                </a:lnTo>
                <a:lnTo>
                  <a:pt x="215121" y="86796"/>
                </a:lnTo>
                <a:lnTo>
                  <a:pt x="215121" y="88598"/>
                </a:lnTo>
                <a:lnTo>
                  <a:pt x="214320" y="89432"/>
                </a:lnTo>
                <a:lnTo>
                  <a:pt x="213019" y="89432"/>
                </a:lnTo>
                <a:close/>
                <a:moveTo>
                  <a:pt x="215921" y="65348"/>
                </a:moveTo>
                <a:lnTo>
                  <a:pt x="216755" y="64514"/>
                </a:lnTo>
                <a:lnTo>
                  <a:pt x="218056" y="64514"/>
                </a:lnTo>
                <a:lnTo>
                  <a:pt x="219324" y="65815"/>
                </a:lnTo>
                <a:lnTo>
                  <a:pt x="217456" y="65815"/>
                </a:lnTo>
                <a:lnTo>
                  <a:pt x="217156" y="65915"/>
                </a:lnTo>
                <a:lnTo>
                  <a:pt x="215921" y="67149"/>
                </a:lnTo>
                <a:close/>
                <a:moveTo>
                  <a:pt x="217789" y="62346"/>
                </a:moveTo>
                <a:lnTo>
                  <a:pt x="217689" y="62646"/>
                </a:lnTo>
                <a:lnTo>
                  <a:pt x="217689" y="63713"/>
                </a:lnTo>
                <a:lnTo>
                  <a:pt x="216422" y="63713"/>
                </a:lnTo>
                <a:lnTo>
                  <a:pt x="215521" y="64614"/>
                </a:lnTo>
                <a:lnTo>
                  <a:pt x="214654" y="63713"/>
                </a:lnTo>
                <a:lnTo>
                  <a:pt x="213386" y="63713"/>
                </a:lnTo>
                <a:lnTo>
                  <a:pt x="213386" y="62646"/>
                </a:lnTo>
                <a:lnTo>
                  <a:pt x="213286" y="62346"/>
                </a:lnTo>
                <a:lnTo>
                  <a:pt x="212486" y="61578"/>
                </a:lnTo>
                <a:lnTo>
                  <a:pt x="213286" y="60811"/>
                </a:lnTo>
                <a:lnTo>
                  <a:pt x="213386" y="60544"/>
                </a:lnTo>
                <a:lnTo>
                  <a:pt x="213386" y="59443"/>
                </a:lnTo>
                <a:lnTo>
                  <a:pt x="214654" y="59443"/>
                </a:lnTo>
                <a:lnTo>
                  <a:pt x="215521" y="58543"/>
                </a:lnTo>
                <a:lnTo>
                  <a:pt x="216422" y="59443"/>
                </a:lnTo>
                <a:lnTo>
                  <a:pt x="217689" y="59443"/>
                </a:lnTo>
                <a:lnTo>
                  <a:pt x="217689" y="60544"/>
                </a:lnTo>
                <a:lnTo>
                  <a:pt x="217789" y="60811"/>
                </a:lnTo>
                <a:lnTo>
                  <a:pt x="218557" y="61578"/>
                </a:lnTo>
                <a:close/>
                <a:moveTo>
                  <a:pt x="218056" y="58643"/>
                </a:moveTo>
                <a:lnTo>
                  <a:pt x="216755" y="58643"/>
                </a:lnTo>
                <a:lnTo>
                  <a:pt x="215921" y="57809"/>
                </a:lnTo>
                <a:lnTo>
                  <a:pt x="215921" y="56008"/>
                </a:lnTo>
                <a:lnTo>
                  <a:pt x="217156" y="57242"/>
                </a:lnTo>
                <a:lnTo>
                  <a:pt x="217456" y="57375"/>
                </a:lnTo>
                <a:lnTo>
                  <a:pt x="219324" y="57375"/>
                </a:lnTo>
                <a:close/>
                <a:moveTo>
                  <a:pt x="215921" y="34559"/>
                </a:moveTo>
                <a:lnTo>
                  <a:pt x="216755" y="33725"/>
                </a:lnTo>
                <a:lnTo>
                  <a:pt x="218056" y="33725"/>
                </a:lnTo>
                <a:lnTo>
                  <a:pt x="219324" y="34993"/>
                </a:lnTo>
                <a:lnTo>
                  <a:pt x="217456" y="34993"/>
                </a:lnTo>
                <a:lnTo>
                  <a:pt x="217156" y="35126"/>
                </a:lnTo>
                <a:lnTo>
                  <a:pt x="215921" y="36360"/>
                </a:lnTo>
                <a:close/>
                <a:moveTo>
                  <a:pt x="27020" y="31190"/>
                </a:moveTo>
                <a:lnTo>
                  <a:pt x="27854" y="31990"/>
                </a:lnTo>
                <a:lnTo>
                  <a:pt x="27854" y="33291"/>
                </a:lnTo>
                <a:lnTo>
                  <a:pt x="26553" y="34592"/>
                </a:lnTo>
                <a:lnTo>
                  <a:pt x="26553" y="32524"/>
                </a:lnTo>
                <a:lnTo>
                  <a:pt x="25219" y="31190"/>
                </a:lnTo>
                <a:lnTo>
                  <a:pt x="27020" y="31190"/>
                </a:lnTo>
                <a:close/>
                <a:moveTo>
                  <a:pt x="26653" y="35793"/>
                </a:moveTo>
                <a:lnTo>
                  <a:pt x="28721" y="35793"/>
                </a:lnTo>
                <a:lnTo>
                  <a:pt x="30389" y="37494"/>
                </a:lnTo>
                <a:lnTo>
                  <a:pt x="30389" y="45233"/>
                </a:lnTo>
                <a:lnTo>
                  <a:pt x="26653" y="41497"/>
                </a:lnTo>
                <a:lnTo>
                  <a:pt x="26653" y="35793"/>
                </a:lnTo>
                <a:close/>
                <a:moveTo>
                  <a:pt x="30389" y="54874"/>
                </a:moveTo>
                <a:lnTo>
                  <a:pt x="28721" y="56575"/>
                </a:lnTo>
                <a:lnTo>
                  <a:pt x="26653" y="56575"/>
                </a:lnTo>
                <a:lnTo>
                  <a:pt x="26653" y="50871"/>
                </a:lnTo>
                <a:lnTo>
                  <a:pt x="30389" y="47135"/>
                </a:lnTo>
                <a:lnTo>
                  <a:pt x="30389" y="54874"/>
                </a:lnTo>
                <a:close/>
                <a:moveTo>
                  <a:pt x="26553" y="57776"/>
                </a:moveTo>
                <a:lnTo>
                  <a:pt x="27854" y="59077"/>
                </a:lnTo>
                <a:lnTo>
                  <a:pt x="27854" y="60377"/>
                </a:lnTo>
                <a:lnTo>
                  <a:pt x="27020" y="61178"/>
                </a:lnTo>
                <a:lnTo>
                  <a:pt x="25219" y="61178"/>
                </a:lnTo>
                <a:lnTo>
                  <a:pt x="26553" y="59844"/>
                </a:lnTo>
                <a:lnTo>
                  <a:pt x="26553" y="57776"/>
                </a:lnTo>
                <a:close/>
                <a:moveTo>
                  <a:pt x="27020" y="61979"/>
                </a:moveTo>
                <a:lnTo>
                  <a:pt x="27854" y="62813"/>
                </a:lnTo>
                <a:lnTo>
                  <a:pt x="27854" y="64113"/>
                </a:lnTo>
                <a:lnTo>
                  <a:pt x="26553" y="65381"/>
                </a:lnTo>
                <a:lnTo>
                  <a:pt x="26553" y="63346"/>
                </a:lnTo>
                <a:lnTo>
                  <a:pt x="25185" y="61979"/>
                </a:lnTo>
                <a:lnTo>
                  <a:pt x="27020" y="61979"/>
                </a:lnTo>
                <a:close/>
                <a:moveTo>
                  <a:pt x="26653" y="66582"/>
                </a:moveTo>
                <a:lnTo>
                  <a:pt x="28721" y="66582"/>
                </a:lnTo>
                <a:lnTo>
                  <a:pt x="30389" y="68283"/>
                </a:lnTo>
                <a:lnTo>
                  <a:pt x="30389" y="76022"/>
                </a:lnTo>
                <a:lnTo>
                  <a:pt x="26653" y="72286"/>
                </a:lnTo>
                <a:lnTo>
                  <a:pt x="26653" y="66582"/>
                </a:lnTo>
                <a:close/>
                <a:moveTo>
                  <a:pt x="30389" y="85696"/>
                </a:moveTo>
                <a:lnTo>
                  <a:pt x="28721" y="87363"/>
                </a:lnTo>
                <a:lnTo>
                  <a:pt x="26653" y="87363"/>
                </a:lnTo>
                <a:lnTo>
                  <a:pt x="26653" y="81659"/>
                </a:lnTo>
                <a:lnTo>
                  <a:pt x="30389" y="77923"/>
                </a:lnTo>
                <a:lnTo>
                  <a:pt x="30389" y="85696"/>
                </a:lnTo>
                <a:close/>
                <a:moveTo>
                  <a:pt x="26553" y="88564"/>
                </a:moveTo>
                <a:lnTo>
                  <a:pt x="27854" y="89865"/>
                </a:lnTo>
                <a:lnTo>
                  <a:pt x="27854" y="91166"/>
                </a:lnTo>
                <a:lnTo>
                  <a:pt x="27020" y="91967"/>
                </a:lnTo>
                <a:lnTo>
                  <a:pt x="25219" y="91967"/>
                </a:lnTo>
                <a:lnTo>
                  <a:pt x="26553" y="90632"/>
                </a:lnTo>
                <a:lnTo>
                  <a:pt x="26553" y="88564"/>
                </a:lnTo>
                <a:close/>
                <a:moveTo>
                  <a:pt x="219290" y="91967"/>
                </a:moveTo>
                <a:lnTo>
                  <a:pt x="218457" y="91166"/>
                </a:lnTo>
                <a:lnTo>
                  <a:pt x="218457" y="89865"/>
                </a:lnTo>
                <a:lnTo>
                  <a:pt x="219757" y="88564"/>
                </a:lnTo>
                <a:lnTo>
                  <a:pt x="219757" y="90632"/>
                </a:lnTo>
                <a:lnTo>
                  <a:pt x="221092" y="91967"/>
                </a:lnTo>
                <a:lnTo>
                  <a:pt x="219290" y="91967"/>
                </a:lnTo>
                <a:close/>
                <a:moveTo>
                  <a:pt x="219657" y="87363"/>
                </a:moveTo>
                <a:lnTo>
                  <a:pt x="217623" y="87363"/>
                </a:lnTo>
                <a:lnTo>
                  <a:pt x="215921" y="85696"/>
                </a:lnTo>
                <a:lnTo>
                  <a:pt x="215921" y="77923"/>
                </a:lnTo>
                <a:lnTo>
                  <a:pt x="219657" y="81659"/>
                </a:lnTo>
                <a:lnTo>
                  <a:pt x="219657" y="87363"/>
                </a:lnTo>
                <a:close/>
                <a:moveTo>
                  <a:pt x="215921" y="68283"/>
                </a:moveTo>
                <a:lnTo>
                  <a:pt x="217623" y="66582"/>
                </a:lnTo>
                <a:lnTo>
                  <a:pt x="219657" y="66582"/>
                </a:lnTo>
                <a:lnTo>
                  <a:pt x="219657" y="72286"/>
                </a:lnTo>
                <a:lnTo>
                  <a:pt x="215921" y="76022"/>
                </a:lnTo>
                <a:lnTo>
                  <a:pt x="215921" y="68283"/>
                </a:lnTo>
                <a:close/>
                <a:moveTo>
                  <a:pt x="219757" y="65381"/>
                </a:moveTo>
                <a:lnTo>
                  <a:pt x="218457" y="64080"/>
                </a:lnTo>
                <a:lnTo>
                  <a:pt x="218457" y="62779"/>
                </a:lnTo>
                <a:lnTo>
                  <a:pt x="219290" y="61979"/>
                </a:lnTo>
                <a:lnTo>
                  <a:pt x="221092" y="61979"/>
                </a:lnTo>
                <a:lnTo>
                  <a:pt x="219757" y="63313"/>
                </a:lnTo>
                <a:lnTo>
                  <a:pt x="219757" y="65381"/>
                </a:lnTo>
                <a:close/>
                <a:moveTo>
                  <a:pt x="219290" y="61178"/>
                </a:moveTo>
                <a:lnTo>
                  <a:pt x="218457" y="60377"/>
                </a:lnTo>
                <a:lnTo>
                  <a:pt x="218457" y="59077"/>
                </a:lnTo>
                <a:lnTo>
                  <a:pt x="219757" y="57776"/>
                </a:lnTo>
                <a:lnTo>
                  <a:pt x="219757" y="59844"/>
                </a:lnTo>
                <a:lnTo>
                  <a:pt x="221092" y="61178"/>
                </a:lnTo>
                <a:lnTo>
                  <a:pt x="219290" y="61178"/>
                </a:lnTo>
                <a:close/>
                <a:moveTo>
                  <a:pt x="219657" y="56575"/>
                </a:moveTo>
                <a:lnTo>
                  <a:pt x="217623" y="56575"/>
                </a:lnTo>
                <a:lnTo>
                  <a:pt x="215921" y="54874"/>
                </a:lnTo>
                <a:lnTo>
                  <a:pt x="215921" y="47135"/>
                </a:lnTo>
                <a:lnTo>
                  <a:pt x="219657" y="50871"/>
                </a:lnTo>
                <a:lnTo>
                  <a:pt x="219657" y="56575"/>
                </a:lnTo>
                <a:close/>
                <a:moveTo>
                  <a:pt x="215921" y="37494"/>
                </a:moveTo>
                <a:lnTo>
                  <a:pt x="217623" y="35793"/>
                </a:lnTo>
                <a:lnTo>
                  <a:pt x="219657" y="35793"/>
                </a:lnTo>
                <a:lnTo>
                  <a:pt x="219657" y="41497"/>
                </a:lnTo>
                <a:lnTo>
                  <a:pt x="215921" y="45233"/>
                </a:lnTo>
                <a:lnTo>
                  <a:pt x="215921" y="37494"/>
                </a:lnTo>
                <a:close/>
                <a:moveTo>
                  <a:pt x="219757" y="34592"/>
                </a:moveTo>
                <a:lnTo>
                  <a:pt x="218457" y="33291"/>
                </a:lnTo>
                <a:lnTo>
                  <a:pt x="218457" y="31990"/>
                </a:lnTo>
                <a:lnTo>
                  <a:pt x="219290" y="31190"/>
                </a:lnTo>
                <a:lnTo>
                  <a:pt x="221092" y="31190"/>
                </a:lnTo>
                <a:lnTo>
                  <a:pt x="219757" y="32524"/>
                </a:lnTo>
                <a:lnTo>
                  <a:pt x="219757" y="34592"/>
                </a:lnTo>
                <a:close/>
                <a:moveTo>
                  <a:pt x="219290" y="30389"/>
                </a:moveTo>
                <a:lnTo>
                  <a:pt x="218457" y="29555"/>
                </a:lnTo>
                <a:lnTo>
                  <a:pt x="218457" y="28254"/>
                </a:lnTo>
                <a:lnTo>
                  <a:pt x="219757" y="26987"/>
                </a:lnTo>
                <a:lnTo>
                  <a:pt x="219757" y="29022"/>
                </a:lnTo>
                <a:lnTo>
                  <a:pt x="221092" y="30389"/>
                </a:lnTo>
                <a:lnTo>
                  <a:pt x="219290" y="30389"/>
                </a:lnTo>
                <a:close/>
                <a:moveTo>
                  <a:pt x="218056" y="27854"/>
                </a:moveTo>
                <a:lnTo>
                  <a:pt x="216755" y="27854"/>
                </a:lnTo>
                <a:lnTo>
                  <a:pt x="215921" y="27020"/>
                </a:lnTo>
                <a:lnTo>
                  <a:pt x="215921" y="25219"/>
                </a:lnTo>
                <a:lnTo>
                  <a:pt x="217156" y="26453"/>
                </a:lnTo>
                <a:lnTo>
                  <a:pt x="217456" y="26553"/>
                </a:lnTo>
                <a:lnTo>
                  <a:pt x="219324" y="26553"/>
                </a:lnTo>
                <a:close/>
                <a:moveTo>
                  <a:pt x="215121" y="27020"/>
                </a:moveTo>
                <a:lnTo>
                  <a:pt x="214320" y="27854"/>
                </a:lnTo>
                <a:lnTo>
                  <a:pt x="213019" y="27854"/>
                </a:lnTo>
                <a:lnTo>
                  <a:pt x="211718" y="26553"/>
                </a:lnTo>
                <a:lnTo>
                  <a:pt x="213620" y="26553"/>
                </a:lnTo>
                <a:lnTo>
                  <a:pt x="213887" y="26453"/>
                </a:lnTo>
                <a:lnTo>
                  <a:pt x="215121" y="25219"/>
                </a:lnTo>
                <a:close/>
                <a:moveTo>
                  <a:pt x="210518" y="28721"/>
                </a:moveTo>
                <a:lnTo>
                  <a:pt x="208850" y="30389"/>
                </a:lnTo>
                <a:lnTo>
                  <a:pt x="201077" y="30389"/>
                </a:lnTo>
                <a:lnTo>
                  <a:pt x="204813" y="26687"/>
                </a:lnTo>
                <a:lnTo>
                  <a:pt x="210518" y="26687"/>
                </a:lnTo>
                <a:lnTo>
                  <a:pt x="210518" y="28721"/>
                </a:lnTo>
                <a:close/>
                <a:moveTo>
                  <a:pt x="191437" y="30389"/>
                </a:moveTo>
                <a:lnTo>
                  <a:pt x="189736" y="28721"/>
                </a:lnTo>
                <a:lnTo>
                  <a:pt x="189736" y="26687"/>
                </a:lnTo>
                <a:lnTo>
                  <a:pt x="195473" y="26687"/>
                </a:lnTo>
                <a:lnTo>
                  <a:pt x="199176" y="30389"/>
                </a:lnTo>
                <a:lnTo>
                  <a:pt x="191437" y="30389"/>
                </a:lnTo>
                <a:close/>
                <a:moveTo>
                  <a:pt x="187268" y="27854"/>
                </a:moveTo>
                <a:lnTo>
                  <a:pt x="185967" y="27854"/>
                </a:lnTo>
                <a:lnTo>
                  <a:pt x="185133" y="27020"/>
                </a:lnTo>
                <a:lnTo>
                  <a:pt x="185133" y="25219"/>
                </a:lnTo>
                <a:lnTo>
                  <a:pt x="186367" y="26453"/>
                </a:lnTo>
                <a:lnTo>
                  <a:pt x="186667" y="26553"/>
                </a:lnTo>
                <a:lnTo>
                  <a:pt x="188535" y="26553"/>
                </a:lnTo>
                <a:close/>
                <a:moveTo>
                  <a:pt x="184332" y="27020"/>
                </a:moveTo>
                <a:lnTo>
                  <a:pt x="183532" y="27854"/>
                </a:lnTo>
                <a:lnTo>
                  <a:pt x="182231" y="27854"/>
                </a:lnTo>
                <a:lnTo>
                  <a:pt x="180930" y="26553"/>
                </a:lnTo>
                <a:lnTo>
                  <a:pt x="182831" y="26553"/>
                </a:lnTo>
                <a:lnTo>
                  <a:pt x="183098" y="26453"/>
                </a:lnTo>
                <a:lnTo>
                  <a:pt x="184332" y="25219"/>
                </a:lnTo>
                <a:close/>
                <a:moveTo>
                  <a:pt x="179729" y="28721"/>
                </a:moveTo>
                <a:lnTo>
                  <a:pt x="178061" y="30389"/>
                </a:lnTo>
                <a:lnTo>
                  <a:pt x="170289" y="30389"/>
                </a:lnTo>
                <a:lnTo>
                  <a:pt x="174025" y="26687"/>
                </a:lnTo>
                <a:lnTo>
                  <a:pt x="179729" y="26687"/>
                </a:lnTo>
                <a:lnTo>
                  <a:pt x="179729" y="28721"/>
                </a:lnTo>
                <a:close/>
                <a:moveTo>
                  <a:pt x="160649" y="30389"/>
                </a:moveTo>
                <a:lnTo>
                  <a:pt x="158947" y="28721"/>
                </a:lnTo>
                <a:lnTo>
                  <a:pt x="158947" y="26687"/>
                </a:lnTo>
                <a:lnTo>
                  <a:pt x="164685" y="26687"/>
                </a:lnTo>
                <a:lnTo>
                  <a:pt x="168387" y="30389"/>
                </a:lnTo>
                <a:lnTo>
                  <a:pt x="160649" y="30389"/>
                </a:lnTo>
                <a:close/>
                <a:moveTo>
                  <a:pt x="156479" y="27854"/>
                </a:moveTo>
                <a:lnTo>
                  <a:pt x="155178" y="27854"/>
                </a:lnTo>
                <a:lnTo>
                  <a:pt x="154344" y="27020"/>
                </a:lnTo>
                <a:lnTo>
                  <a:pt x="154344" y="25219"/>
                </a:lnTo>
                <a:lnTo>
                  <a:pt x="155578" y="26453"/>
                </a:lnTo>
                <a:lnTo>
                  <a:pt x="155878" y="26553"/>
                </a:lnTo>
                <a:lnTo>
                  <a:pt x="157746" y="26553"/>
                </a:lnTo>
                <a:close/>
                <a:moveTo>
                  <a:pt x="153543" y="27020"/>
                </a:moveTo>
                <a:lnTo>
                  <a:pt x="152743" y="27854"/>
                </a:lnTo>
                <a:lnTo>
                  <a:pt x="151442" y="27854"/>
                </a:lnTo>
                <a:lnTo>
                  <a:pt x="150141" y="26553"/>
                </a:lnTo>
                <a:lnTo>
                  <a:pt x="152042" y="26553"/>
                </a:lnTo>
                <a:lnTo>
                  <a:pt x="152309" y="26453"/>
                </a:lnTo>
                <a:lnTo>
                  <a:pt x="153543" y="25219"/>
                </a:lnTo>
                <a:close/>
                <a:moveTo>
                  <a:pt x="148940" y="28721"/>
                </a:moveTo>
                <a:lnTo>
                  <a:pt x="147272" y="30389"/>
                </a:lnTo>
                <a:lnTo>
                  <a:pt x="139500" y="30389"/>
                </a:lnTo>
                <a:lnTo>
                  <a:pt x="143236" y="26687"/>
                </a:lnTo>
                <a:lnTo>
                  <a:pt x="148940" y="26687"/>
                </a:lnTo>
                <a:lnTo>
                  <a:pt x="148940" y="28721"/>
                </a:lnTo>
                <a:close/>
                <a:moveTo>
                  <a:pt x="129860" y="30389"/>
                </a:moveTo>
                <a:lnTo>
                  <a:pt x="128159" y="28721"/>
                </a:lnTo>
                <a:lnTo>
                  <a:pt x="128159" y="26687"/>
                </a:lnTo>
                <a:lnTo>
                  <a:pt x="133896" y="26687"/>
                </a:lnTo>
                <a:lnTo>
                  <a:pt x="137599" y="30389"/>
                </a:lnTo>
                <a:lnTo>
                  <a:pt x="129860" y="30389"/>
                </a:lnTo>
                <a:close/>
                <a:moveTo>
                  <a:pt x="125690" y="27854"/>
                </a:moveTo>
                <a:lnTo>
                  <a:pt x="124389" y="27854"/>
                </a:lnTo>
                <a:lnTo>
                  <a:pt x="123555" y="27020"/>
                </a:lnTo>
                <a:lnTo>
                  <a:pt x="123555" y="25219"/>
                </a:lnTo>
                <a:lnTo>
                  <a:pt x="124790" y="26453"/>
                </a:lnTo>
                <a:lnTo>
                  <a:pt x="125056" y="26553"/>
                </a:lnTo>
                <a:lnTo>
                  <a:pt x="126958" y="26553"/>
                </a:lnTo>
                <a:close/>
                <a:moveTo>
                  <a:pt x="122755" y="27020"/>
                </a:moveTo>
                <a:lnTo>
                  <a:pt x="121954" y="27854"/>
                </a:lnTo>
                <a:lnTo>
                  <a:pt x="120653" y="27854"/>
                </a:lnTo>
                <a:lnTo>
                  <a:pt x="119352" y="26553"/>
                </a:lnTo>
                <a:lnTo>
                  <a:pt x="121254" y="26553"/>
                </a:lnTo>
                <a:lnTo>
                  <a:pt x="121521" y="26453"/>
                </a:lnTo>
                <a:lnTo>
                  <a:pt x="122755" y="25219"/>
                </a:lnTo>
                <a:lnTo>
                  <a:pt x="122755" y="27020"/>
                </a:lnTo>
                <a:close/>
                <a:moveTo>
                  <a:pt x="118152" y="28721"/>
                </a:moveTo>
                <a:lnTo>
                  <a:pt x="116450" y="30389"/>
                </a:lnTo>
                <a:lnTo>
                  <a:pt x="108711" y="30389"/>
                </a:lnTo>
                <a:lnTo>
                  <a:pt x="112414" y="26687"/>
                </a:lnTo>
                <a:lnTo>
                  <a:pt x="118152" y="26687"/>
                </a:lnTo>
                <a:lnTo>
                  <a:pt x="118152" y="28721"/>
                </a:lnTo>
                <a:close/>
                <a:moveTo>
                  <a:pt x="99071" y="30389"/>
                </a:moveTo>
                <a:lnTo>
                  <a:pt x="97370" y="28721"/>
                </a:lnTo>
                <a:lnTo>
                  <a:pt x="97370" y="26687"/>
                </a:lnTo>
                <a:lnTo>
                  <a:pt x="103074" y="26687"/>
                </a:lnTo>
                <a:lnTo>
                  <a:pt x="106810" y="30389"/>
                </a:lnTo>
                <a:lnTo>
                  <a:pt x="99071" y="30389"/>
                </a:lnTo>
                <a:close/>
                <a:moveTo>
                  <a:pt x="94868" y="27854"/>
                </a:moveTo>
                <a:lnTo>
                  <a:pt x="93567" y="27854"/>
                </a:lnTo>
                <a:lnTo>
                  <a:pt x="92767" y="27020"/>
                </a:lnTo>
                <a:lnTo>
                  <a:pt x="92767" y="25219"/>
                </a:lnTo>
                <a:lnTo>
                  <a:pt x="94001" y="26453"/>
                </a:lnTo>
                <a:lnTo>
                  <a:pt x="94268" y="26587"/>
                </a:lnTo>
                <a:lnTo>
                  <a:pt x="96169" y="26587"/>
                </a:lnTo>
                <a:close/>
                <a:moveTo>
                  <a:pt x="91966" y="27020"/>
                </a:moveTo>
                <a:lnTo>
                  <a:pt x="91166" y="27854"/>
                </a:lnTo>
                <a:lnTo>
                  <a:pt x="89865" y="27854"/>
                </a:lnTo>
                <a:lnTo>
                  <a:pt x="88564" y="26553"/>
                </a:lnTo>
                <a:lnTo>
                  <a:pt x="90465" y="26553"/>
                </a:lnTo>
                <a:lnTo>
                  <a:pt x="90732" y="26453"/>
                </a:lnTo>
                <a:lnTo>
                  <a:pt x="91966" y="25219"/>
                </a:lnTo>
                <a:lnTo>
                  <a:pt x="91966" y="27020"/>
                </a:lnTo>
                <a:close/>
                <a:moveTo>
                  <a:pt x="87363" y="28721"/>
                </a:moveTo>
                <a:lnTo>
                  <a:pt x="85662" y="30389"/>
                </a:lnTo>
                <a:lnTo>
                  <a:pt x="77923" y="30389"/>
                </a:lnTo>
                <a:lnTo>
                  <a:pt x="81625" y="26687"/>
                </a:lnTo>
                <a:lnTo>
                  <a:pt x="87363" y="26687"/>
                </a:lnTo>
                <a:lnTo>
                  <a:pt x="87363" y="28721"/>
                </a:lnTo>
                <a:close/>
                <a:moveTo>
                  <a:pt x="68249" y="30389"/>
                </a:moveTo>
                <a:lnTo>
                  <a:pt x="66581" y="28721"/>
                </a:lnTo>
                <a:lnTo>
                  <a:pt x="66581" y="26687"/>
                </a:lnTo>
                <a:lnTo>
                  <a:pt x="72285" y="26687"/>
                </a:lnTo>
                <a:lnTo>
                  <a:pt x="76021" y="30389"/>
                </a:lnTo>
                <a:lnTo>
                  <a:pt x="68249" y="30389"/>
                </a:lnTo>
                <a:close/>
                <a:moveTo>
                  <a:pt x="64080" y="27854"/>
                </a:moveTo>
                <a:lnTo>
                  <a:pt x="62779" y="27854"/>
                </a:lnTo>
                <a:lnTo>
                  <a:pt x="61978" y="27020"/>
                </a:lnTo>
                <a:lnTo>
                  <a:pt x="61978" y="25219"/>
                </a:lnTo>
                <a:lnTo>
                  <a:pt x="63212" y="26453"/>
                </a:lnTo>
                <a:lnTo>
                  <a:pt x="63479" y="26553"/>
                </a:lnTo>
                <a:lnTo>
                  <a:pt x="65381" y="26553"/>
                </a:lnTo>
                <a:close/>
                <a:moveTo>
                  <a:pt x="61178" y="27020"/>
                </a:moveTo>
                <a:lnTo>
                  <a:pt x="60344" y="27854"/>
                </a:lnTo>
                <a:lnTo>
                  <a:pt x="59043" y="27854"/>
                </a:lnTo>
                <a:lnTo>
                  <a:pt x="57775" y="26553"/>
                </a:lnTo>
                <a:lnTo>
                  <a:pt x="59676" y="26553"/>
                </a:lnTo>
                <a:lnTo>
                  <a:pt x="59943" y="26453"/>
                </a:lnTo>
                <a:lnTo>
                  <a:pt x="61178" y="25219"/>
                </a:lnTo>
                <a:close/>
                <a:moveTo>
                  <a:pt x="56574" y="28721"/>
                </a:moveTo>
                <a:lnTo>
                  <a:pt x="54873" y="30389"/>
                </a:lnTo>
                <a:lnTo>
                  <a:pt x="47134" y="30389"/>
                </a:lnTo>
                <a:lnTo>
                  <a:pt x="50837" y="26687"/>
                </a:lnTo>
                <a:lnTo>
                  <a:pt x="56574" y="26687"/>
                </a:lnTo>
                <a:close/>
                <a:moveTo>
                  <a:pt x="37461" y="30389"/>
                </a:moveTo>
                <a:lnTo>
                  <a:pt x="35793" y="28721"/>
                </a:lnTo>
                <a:lnTo>
                  <a:pt x="35793" y="26687"/>
                </a:lnTo>
                <a:lnTo>
                  <a:pt x="41497" y="26687"/>
                </a:lnTo>
                <a:lnTo>
                  <a:pt x="45233" y="30389"/>
                </a:lnTo>
                <a:lnTo>
                  <a:pt x="37461" y="30389"/>
                </a:lnTo>
                <a:close/>
                <a:moveTo>
                  <a:pt x="33291" y="27854"/>
                </a:moveTo>
                <a:lnTo>
                  <a:pt x="31990" y="27854"/>
                </a:lnTo>
                <a:lnTo>
                  <a:pt x="31189" y="27020"/>
                </a:lnTo>
                <a:lnTo>
                  <a:pt x="31189" y="25219"/>
                </a:lnTo>
                <a:lnTo>
                  <a:pt x="32424" y="26453"/>
                </a:lnTo>
                <a:lnTo>
                  <a:pt x="32691" y="26553"/>
                </a:lnTo>
                <a:lnTo>
                  <a:pt x="34592" y="26553"/>
                </a:lnTo>
                <a:close/>
                <a:moveTo>
                  <a:pt x="30389" y="27020"/>
                </a:moveTo>
                <a:lnTo>
                  <a:pt x="29555" y="27854"/>
                </a:lnTo>
                <a:lnTo>
                  <a:pt x="28254" y="27854"/>
                </a:lnTo>
                <a:lnTo>
                  <a:pt x="26986" y="26553"/>
                </a:lnTo>
                <a:lnTo>
                  <a:pt x="28854" y="26553"/>
                </a:lnTo>
                <a:lnTo>
                  <a:pt x="29155" y="26453"/>
                </a:lnTo>
                <a:lnTo>
                  <a:pt x="30389" y="25219"/>
                </a:lnTo>
                <a:lnTo>
                  <a:pt x="30389" y="27020"/>
                </a:lnTo>
                <a:close/>
                <a:moveTo>
                  <a:pt x="25786" y="28721"/>
                </a:moveTo>
                <a:lnTo>
                  <a:pt x="24084" y="30389"/>
                </a:lnTo>
                <a:lnTo>
                  <a:pt x="16346" y="30389"/>
                </a:lnTo>
                <a:lnTo>
                  <a:pt x="20048" y="26687"/>
                </a:lnTo>
                <a:lnTo>
                  <a:pt x="25752" y="26687"/>
                </a:lnTo>
                <a:lnTo>
                  <a:pt x="25752" y="28721"/>
                </a:lnTo>
                <a:close/>
                <a:moveTo>
                  <a:pt x="24084" y="31190"/>
                </a:moveTo>
                <a:lnTo>
                  <a:pt x="25786" y="32858"/>
                </a:lnTo>
                <a:lnTo>
                  <a:pt x="25786" y="34893"/>
                </a:lnTo>
                <a:lnTo>
                  <a:pt x="20048" y="34893"/>
                </a:lnTo>
                <a:lnTo>
                  <a:pt x="16346" y="31190"/>
                </a:lnTo>
                <a:close/>
                <a:moveTo>
                  <a:pt x="23050" y="45800"/>
                </a:moveTo>
                <a:lnTo>
                  <a:pt x="21182" y="45800"/>
                </a:lnTo>
                <a:lnTo>
                  <a:pt x="19781" y="44366"/>
                </a:lnTo>
                <a:lnTo>
                  <a:pt x="19781" y="42365"/>
                </a:lnTo>
                <a:lnTo>
                  <a:pt x="21082" y="41030"/>
                </a:lnTo>
                <a:lnTo>
                  <a:pt x="21082" y="43832"/>
                </a:lnTo>
                <a:close/>
                <a:moveTo>
                  <a:pt x="18981" y="43132"/>
                </a:moveTo>
                <a:lnTo>
                  <a:pt x="18981" y="44700"/>
                </a:lnTo>
                <a:lnTo>
                  <a:pt x="20082" y="45800"/>
                </a:lnTo>
                <a:lnTo>
                  <a:pt x="16346" y="45800"/>
                </a:lnTo>
                <a:close/>
                <a:moveTo>
                  <a:pt x="15778" y="45233"/>
                </a:moveTo>
                <a:lnTo>
                  <a:pt x="15778" y="41497"/>
                </a:lnTo>
                <a:lnTo>
                  <a:pt x="16879" y="42598"/>
                </a:lnTo>
                <a:lnTo>
                  <a:pt x="17046" y="42598"/>
                </a:lnTo>
                <a:lnTo>
                  <a:pt x="18414" y="42598"/>
                </a:lnTo>
                <a:close/>
                <a:moveTo>
                  <a:pt x="19214" y="41797"/>
                </a:moveTo>
                <a:lnTo>
                  <a:pt x="17213" y="41797"/>
                </a:lnTo>
                <a:lnTo>
                  <a:pt x="15778" y="40363"/>
                </a:lnTo>
                <a:lnTo>
                  <a:pt x="15778" y="38495"/>
                </a:lnTo>
                <a:lnTo>
                  <a:pt x="17747" y="40463"/>
                </a:lnTo>
                <a:lnTo>
                  <a:pt x="17913" y="40463"/>
                </a:lnTo>
                <a:lnTo>
                  <a:pt x="20515" y="40463"/>
                </a:lnTo>
                <a:close/>
                <a:moveTo>
                  <a:pt x="14978" y="45233"/>
                </a:moveTo>
                <a:lnTo>
                  <a:pt x="12343" y="42598"/>
                </a:lnTo>
                <a:lnTo>
                  <a:pt x="13744" y="42598"/>
                </a:lnTo>
                <a:lnTo>
                  <a:pt x="14011" y="42465"/>
                </a:lnTo>
                <a:lnTo>
                  <a:pt x="14978" y="41497"/>
                </a:lnTo>
                <a:close/>
                <a:moveTo>
                  <a:pt x="16346" y="46568"/>
                </a:moveTo>
                <a:lnTo>
                  <a:pt x="20082" y="46568"/>
                </a:lnTo>
                <a:lnTo>
                  <a:pt x="19114" y="47568"/>
                </a:lnTo>
                <a:lnTo>
                  <a:pt x="18981" y="47835"/>
                </a:lnTo>
                <a:lnTo>
                  <a:pt x="18981" y="49203"/>
                </a:lnTo>
                <a:close/>
                <a:moveTo>
                  <a:pt x="18414" y="49770"/>
                </a:moveTo>
                <a:lnTo>
                  <a:pt x="16879" y="49770"/>
                </a:lnTo>
                <a:lnTo>
                  <a:pt x="15778" y="50871"/>
                </a:lnTo>
                <a:lnTo>
                  <a:pt x="15778" y="47135"/>
                </a:lnTo>
                <a:close/>
                <a:moveTo>
                  <a:pt x="24351" y="49903"/>
                </a:moveTo>
                <a:lnTo>
                  <a:pt x="27654" y="46568"/>
                </a:lnTo>
                <a:lnTo>
                  <a:pt x="29822" y="46568"/>
                </a:lnTo>
                <a:lnTo>
                  <a:pt x="25886" y="50537"/>
                </a:lnTo>
                <a:lnTo>
                  <a:pt x="25886" y="56108"/>
                </a:lnTo>
                <a:lnTo>
                  <a:pt x="24351" y="54573"/>
                </a:lnTo>
                <a:lnTo>
                  <a:pt x="24351" y="49903"/>
                </a:lnTo>
                <a:close/>
                <a:moveTo>
                  <a:pt x="25786" y="59510"/>
                </a:moveTo>
                <a:lnTo>
                  <a:pt x="24084" y="61178"/>
                </a:lnTo>
                <a:lnTo>
                  <a:pt x="16346" y="61178"/>
                </a:lnTo>
                <a:lnTo>
                  <a:pt x="20048" y="57475"/>
                </a:lnTo>
                <a:lnTo>
                  <a:pt x="25752" y="57475"/>
                </a:lnTo>
                <a:lnTo>
                  <a:pt x="25752" y="59510"/>
                </a:lnTo>
                <a:close/>
                <a:moveTo>
                  <a:pt x="24084" y="61979"/>
                </a:moveTo>
                <a:lnTo>
                  <a:pt x="25786" y="63646"/>
                </a:lnTo>
                <a:lnTo>
                  <a:pt x="25786" y="65681"/>
                </a:lnTo>
                <a:lnTo>
                  <a:pt x="20048" y="65681"/>
                </a:lnTo>
                <a:lnTo>
                  <a:pt x="16346" y="61979"/>
                </a:lnTo>
                <a:lnTo>
                  <a:pt x="24084" y="61979"/>
                </a:lnTo>
                <a:close/>
                <a:moveTo>
                  <a:pt x="23050" y="76589"/>
                </a:moveTo>
                <a:lnTo>
                  <a:pt x="21182" y="76589"/>
                </a:lnTo>
                <a:lnTo>
                  <a:pt x="19781" y="75155"/>
                </a:lnTo>
                <a:lnTo>
                  <a:pt x="19781" y="73153"/>
                </a:lnTo>
                <a:lnTo>
                  <a:pt x="21082" y="71819"/>
                </a:lnTo>
                <a:lnTo>
                  <a:pt x="21082" y="74621"/>
                </a:lnTo>
                <a:close/>
                <a:moveTo>
                  <a:pt x="18981" y="73920"/>
                </a:moveTo>
                <a:lnTo>
                  <a:pt x="18981" y="75321"/>
                </a:lnTo>
                <a:lnTo>
                  <a:pt x="19114" y="75588"/>
                </a:lnTo>
                <a:lnTo>
                  <a:pt x="20082" y="76589"/>
                </a:lnTo>
                <a:lnTo>
                  <a:pt x="16346" y="76589"/>
                </a:lnTo>
                <a:close/>
                <a:moveTo>
                  <a:pt x="15778" y="76022"/>
                </a:moveTo>
                <a:lnTo>
                  <a:pt x="15778" y="72286"/>
                </a:lnTo>
                <a:lnTo>
                  <a:pt x="16879" y="73387"/>
                </a:lnTo>
                <a:lnTo>
                  <a:pt x="18414" y="73387"/>
                </a:lnTo>
                <a:close/>
                <a:moveTo>
                  <a:pt x="19214" y="72586"/>
                </a:moveTo>
                <a:lnTo>
                  <a:pt x="17213" y="72586"/>
                </a:lnTo>
                <a:lnTo>
                  <a:pt x="15778" y="71152"/>
                </a:lnTo>
                <a:lnTo>
                  <a:pt x="15778" y="69317"/>
                </a:lnTo>
                <a:lnTo>
                  <a:pt x="17747" y="71285"/>
                </a:lnTo>
                <a:lnTo>
                  <a:pt x="20515" y="71285"/>
                </a:lnTo>
                <a:close/>
                <a:moveTo>
                  <a:pt x="14978" y="76022"/>
                </a:moveTo>
                <a:lnTo>
                  <a:pt x="12343" y="73387"/>
                </a:lnTo>
                <a:lnTo>
                  <a:pt x="13744" y="73387"/>
                </a:lnTo>
                <a:lnTo>
                  <a:pt x="14011" y="73253"/>
                </a:lnTo>
                <a:lnTo>
                  <a:pt x="14978" y="72286"/>
                </a:lnTo>
                <a:close/>
                <a:moveTo>
                  <a:pt x="16346" y="77356"/>
                </a:moveTo>
                <a:lnTo>
                  <a:pt x="20082" y="77356"/>
                </a:lnTo>
                <a:lnTo>
                  <a:pt x="18981" y="78457"/>
                </a:lnTo>
                <a:lnTo>
                  <a:pt x="18981" y="80025"/>
                </a:lnTo>
                <a:close/>
                <a:moveTo>
                  <a:pt x="18414" y="80559"/>
                </a:moveTo>
                <a:lnTo>
                  <a:pt x="17046" y="80559"/>
                </a:lnTo>
                <a:lnTo>
                  <a:pt x="16879" y="80559"/>
                </a:lnTo>
                <a:lnTo>
                  <a:pt x="15778" y="81659"/>
                </a:lnTo>
                <a:lnTo>
                  <a:pt x="15778" y="77923"/>
                </a:lnTo>
                <a:close/>
                <a:moveTo>
                  <a:pt x="24351" y="80692"/>
                </a:moveTo>
                <a:lnTo>
                  <a:pt x="27654" y="77356"/>
                </a:lnTo>
                <a:lnTo>
                  <a:pt x="29822" y="77356"/>
                </a:lnTo>
                <a:lnTo>
                  <a:pt x="25886" y="81326"/>
                </a:lnTo>
                <a:lnTo>
                  <a:pt x="25886" y="86896"/>
                </a:lnTo>
                <a:lnTo>
                  <a:pt x="24351" y="85362"/>
                </a:lnTo>
                <a:lnTo>
                  <a:pt x="24351" y="80692"/>
                </a:lnTo>
                <a:close/>
                <a:moveTo>
                  <a:pt x="25786" y="90299"/>
                </a:moveTo>
                <a:lnTo>
                  <a:pt x="24084" y="91967"/>
                </a:lnTo>
                <a:lnTo>
                  <a:pt x="16346" y="91967"/>
                </a:lnTo>
                <a:lnTo>
                  <a:pt x="20048" y="88264"/>
                </a:lnTo>
                <a:lnTo>
                  <a:pt x="25752" y="88264"/>
                </a:lnTo>
                <a:lnTo>
                  <a:pt x="25752" y="90299"/>
                </a:lnTo>
                <a:close/>
                <a:moveTo>
                  <a:pt x="24084" y="92767"/>
                </a:moveTo>
                <a:lnTo>
                  <a:pt x="25786" y="94435"/>
                </a:lnTo>
                <a:lnTo>
                  <a:pt x="25786" y="96470"/>
                </a:lnTo>
                <a:lnTo>
                  <a:pt x="20048" y="96470"/>
                </a:lnTo>
                <a:lnTo>
                  <a:pt x="16346" y="92767"/>
                </a:lnTo>
                <a:close/>
                <a:moveTo>
                  <a:pt x="28254" y="95302"/>
                </a:moveTo>
                <a:lnTo>
                  <a:pt x="29555" y="95302"/>
                </a:lnTo>
                <a:lnTo>
                  <a:pt x="30389" y="96136"/>
                </a:lnTo>
                <a:lnTo>
                  <a:pt x="30389" y="97938"/>
                </a:lnTo>
                <a:lnTo>
                  <a:pt x="29155" y="96703"/>
                </a:lnTo>
                <a:lnTo>
                  <a:pt x="28854" y="96603"/>
                </a:lnTo>
                <a:lnTo>
                  <a:pt x="26986" y="96603"/>
                </a:lnTo>
                <a:close/>
                <a:moveTo>
                  <a:pt x="31189" y="96136"/>
                </a:moveTo>
                <a:lnTo>
                  <a:pt x="31990" y="95302"/>
                </a:lnTo>
                <a:lnTo>
                  <a:pt x="33291" y="95302"/>
                </a:lnTo>
                <a:lnTo>
                  <a:pt x="34592" y="96603"/>
                </a:lnTo>
                <a:lnTo>
                  <a:pt x="32691" y="96603"/>
                </a:lnTo>
                <a:lnTo>
                  <a:pt x="32424" y="96703"/>
                </a:lnTo>
                <a:lnTo>
                  <a:pt x="31156" y="97938"/>
                </a:lnTo>
                <a:lnTo>
                  <a:pt x="31156" y="96136"/>
                </a:lnTo>
                <a:close/>
                <a:moveTo>
                  <a:pt x="35793" y="94435"/>
                </a:moveTo>
                <a:lnTo>
                  <a:pt x="37461" y="92767"/>
                </a:lnTo>
                <a:lnTo>
                  <a:pt x="45233" y="92767"/>
                </a:lnTo>
                <a:lnTo>
                  <a:pt x="41497" y="96470"/>
                </a:lnTo>
                <a:lnTo>
                  <a:pt x="35793" y="96470"/>
                </a:lnTo>
                <a:close/>
                <a:moveTo>
                  <a:pt x="54873" y="92767"/>
                </a:moveTo>
                <a:lnTo>
                  <a:pt x="56574" y="94435"/>
                </a:lnTo>
                <a:lnTo>
                  <a:pt x="56574" y="96470"/>
                </a:lnTo>
                <a:lnTo>
                  <a:pt x="50837" y="96470"/>
                </a:lnTo>
                <a:lnTo>
                  <a:pt x="47134" y="92767"/>
                </a:lnTo>
                <a:close/>
                <a:moveTo>
                  <a:pt x="59043" y="95302"/>
                </a:moveTo>
                <a:lnTo>
                  <a:pt x="60344" y="95302"/>
                </a:lnTo>
                <a:lnTo>
                  <a:pt x="61178" y="96136"/>
                </a:lnTo>
                <a:lnTo>
                  <a:pt x="61178" y="97938"/>
                </a:lnTo>
                <a:lnTo>
                  <a:pt x="59943" y="96703"/>
                </a:lnTo>
                <a:lnTo>
                  <a:pt x="59676" y="96603"/>
                </a:lnTo>
                <a:lnTo>
                  <a:pt x="57775" y="96603"/>
                </a:lnTo>
                <a:close/>
                <a:moveTo>
                  <a:pt x="61978" y="96136"/>
                </a:moveTo>
                <a:lnTo>
                  <a:pt x="62779" y="95302"/>
                </a:lnTo>
                <a:lnTo>
                  <a:pt x="64080" y="95302"/>
                </a:lnTo>
                <a:lnTo>
                  <a:pt x="65381" y="96603"/>
                </a:lnTo>
                <a:lnTo>
                  <a:pt x="63479" y="96603"/>
                </a:lnTo>
                <a:lnTo>
                  <a:pt x="63212" y="96703"/>
                </a:lnTo>
                <a:lnTo>
                  <a:pt x="61978" y="97938"/>
                </a:lnTo>
                <a:close/>
                <a:moveTo>
                  <a:pt x="66581" y="94435"/>
                </a:moveTo>
                <a:lnTo>
                  <a:pt x="68249" y="92767"/>
                </a:lnTo>
                <a:lnTo>
                  <a:pt x="76021" y="92767"/>
                </a:lnTo>
                <a:lnTo>
                  <a:pt x="72285" y="96470"/>
                </a:lnTo>
                <a:lnTo>
                  <a:pt x="66581" y="96470"/>
                </a:lnTo>
                <a:lnTo>
                  <a:pt x="66581" y="94435"/>
                </a:lnTo>
                <a:close/>
                <a:moveTo>
                  <a:pt x="85662" y="92767"/>
                </a:moveTo>
                <a:lnTo>
                  <a:pt x="87363" y="94435"/>
                </a:lnTo>
                <a:lnTo>
                  <a:pt x="87363" y="96470"/>
                </a:lnTo>
                <a:lnTo>
                  <a:pt x="81659" y="96470"/>
                </a:lnTo>
                <a:lnTo>
                  <a:pt x="77923" y="92767"/>
                </a:lnTo>
                <a:close/>
                <a:moveTo>
                  <a:pt x="89831" y="95302"/>
                </a:moveTo>
                <a:lnTo>
                  <a:pt x="91132" y="95302"/>
                </a:lnTo>
                <a:lnTo>
                  <a:pt x="91966" y="96136"/>
                </a:lnTo>
                <a:lnTo>
                  <a:pt x="91966" y="97938"/>
                </a:lnTo>
                <a:lnTo>
                  <a:pt x="90732" y="96703"/>
                </a:lnTo>
                <a:lnTo>
                  <a:pt x="90465" y="96603"/>
                </a:lnTo>
                <a:lnTo>
                  <a:pt x="88564" y="96603"/>
                </a:lnTo>
                <a:close/>
                <a:moveTo>
                  <a:pt x="92767" y="96136"/>
                </a:moveTo>
                <a:lnTo>
                  <a:pt x="93567" y="95302"/>
                </a:lnTo>
                <a:lnTo>
                  <a:pt x="94868" y="95302"/>
                </a:lnTo>
                <a:lnTo>
                  <a:pt x="96169" y="96603"/>
                </a:lnTo>
                <a:lnTo>
                  <a:pt x="94268" y="96603"/>
                </a:lnTo>
                <a:lnTo>
                  <a:pt x="94001" y="96703"/>
                </a:lnTo>
                <a:lnTo>
                  <a:pt x="92767" y="97938"/>
                </a:lnTo>
                <a:lnTo>
                  <a:pt x="92767" y="96136"/>
                </a:lnTo>
                <a:close/>
                <a:moveTo>
                  <a:pt x="97370" y="94435"/>
                </a:moveTo>
                <a:lnTo>
                  <a:pt x="99071" y="92767"/>
                </a:lnTo>
                <a:lnTo>
                  <a:pt x="106810" y="92767"/>
                </a:lnTo>
                <a:lnTo>
                  <a:pt x="103074" y="96470"/>
                </a:lnTo>
                <a:lnTo>
                  <a:pt x="97370" y="96470"/>
                </a:lnTo>
                <a:lnTo>
                  <a:pt x="97370" y="94435"/>
                </a:lnTo>
                <a:close/>
                <a:moveTo>
                  <a:pt x="116450" y="92767"/>
                </a:moveTo>
                <a:lnTo>
                  <a:pt x="118152" y="94435"/>
                </a:lnTo>
                <a:lnTo>
                  <a:pt x="118152" y="96470"/>
                </a:lnTo>
                <a:lnTo>
                  <a:pt x="112447" y="96470"/>
                </a:lnTo>
                <a:lnTo>
                  <a:pt x="108711" y="92767"/>
                </a:lnTo>
                <a:close/>
                <a:moveTo>
                  <a:pt x="120653" y="95302"/>
                </a:moveTo>
                <a:lnTo>
                  <a:pt x="121954" y="95302"/>
                </a:lnTo>
                <a:lnTo>
                  <a:pt x="122755" y="96136"/>
                </a:lnTo>
                <a:lnTo>
                  <a:pt x="122755" y="97938"/>
                </a:lnTo>
                <a:lnTo>
                  <a:pt x="121521" y="96703"/>
                </a:lnTo>
                <a:lnTo>
                  <a:pt x="121254" y="96603"/>
                </a:lnTo>
                <a:lnTo>
                  <a:pt x="119352" y="96603"/>
                </a:lnTo>
                <a:close/>
                <a:moveTo>
                  <a:pt x="123555" y="96136"/>
                </a:moveTo>
                <a:lnTo>
                  <a:pt x="124389" y="95302"/>
                </a:lnTo>
                <a:lnTo>
                  <a:pt x="125657" y="95302"/>
                </a:lnTo>
                <a:lnTo>
                  <a:pt x="126958" y="96603"/>
                </a:lnTo>
                <a:lnTo>
                  <a:pt x="125056" y="96603"/>
                </a:lnTo>
                <a:lnTo>
                  <a:pt x="124790" y="96703"/>
                </a:lnTo>
                <a:lnTo>
                  <a:pt x="123555" y="97938"/>
                </a:lnTo>
                <a:lnTo>
                  <a:pt x="123555" y="96136"/>
                </a:lnTo>
                <a:close/>
                <a:moveTo>
                  <a:pt x="128159" y="94435"/>
                </a:moveTo>
                <a:lnTo>
                  <a:pt x="129860" y="92767"/>
                </a:lnTo>
                <a:lnTo>
                  <a:pt x="137599" y="92767"/>
                </a:lnTo>
                <a:lnTo>
                  <a:pt x="133863" y="96470"/>
                </a:lnTo>
                <a:lnTo>
                  <a:pt x="128159" y="96470"/>
                </a:lnTo>
                <a:lnTo>
                  <a:pt x="128159" y="94435"/>
                </a:lnTo>
                <a:close/>
                <a:moveTo>
                  <a:pt x="147272" y="92767"/>
                </a:moveTo>
                <a:lnTo>
                  <a:pt x="148940" y="94435"/>
                </a:lnTo>
                <a:lnTo>
                  <a:pt x="148940" y="96470"/>
                </a:lnTo>
                <a:lnTo>
                  <a:pt x="143236" y="96470"/>
                </a:lnTo>
                <a:lnTo>
                  <a:pt x="139500" y="92767"/>
                </a:lnTo>
                <a:close/>
                <a:moveTo>
                  <a:pt x="151442" y="95302"/>
                </a:moveTo>
                <a:lnTo>
                  <a:pt x="152743" y="95302"/>
                </a:lnTo>
                <a:lnTo>
                  <a:pt x="153543" y="96136"/>
                </a:lnTo>
                <a:lnTo>
                  <a:pt x="153543" y="97938"/>
                </a:lnTo>
                <a:lnTo>
                  <a:pt x="152309" y="96703"/>
                </a:lnTo>
                <a:lnTo>
                  <a:pt x="152042" y="96603"/>
                </a:lnTo>
                <a:lnTo>
                  <a:pt x="150141" y="96603"/>
                </a:lnTo>
                <a:close/>
                <a:moveTo>
                  <a:pt x="154344" y="96136"/>
                </a:moveTo>
                <a:lnTo>
                  <a:pt x="155178" y="95302"/>
                </a:lnTo>
                <a:lnTo>
                  <a:pt x="156479" y="95302"/>
                </a:lnTo>
                <a:lnTo>
                  <a:pt x="157746" y="96603"/>
                </a:lnTo>
                <a:lnTo>
                  <a:pt x="155845" y="96603"/>
                </a:lnTo>
                <a:lnTo>
                  <a:pt x="155578" y="96703"/>
                </a:lnTo>
                <a:lnTo>
                  <a:pt x="154344" y="97938"/>
                </a:lnTo>
                <a:close/>
                <a:moveTo>
                  <a:pt x="158947" y="94435"/>
                </a:moveTo>
                <a:lnTo>
                  <a:pt x="160649" y="92767"/>
                </a:lnTo>
                <a:lnTo>
                  <a:pt x="168387" y="92767"/>
                </a:lnTo>
                <a:lnTo>
                  <a:pt x="164651" y="96470"/>
                </a:lnTo>
                <a:lnTo>
                  <a:pt x="158947" y="96470"/>
                </a:lnTo>
                <a:lnTo>
                  <a:pt x="158947" y="94435"/>
                </a:lnTo>
                <a:close/>
                <a:moveTo>
                  <a:pt x="178061" y="92767"/>
                </a:moveTo>
                <a:lnTo>
                  <a:pt x="179729" y="94435"/>
                </a:lnTo>
                <a:lnTo>
                  <a:pt x="179729" y="96470"/>
                </a:lnTo>
                <a:lnTo>
                  <a:pt x="174025" y="96470"/>
                </a:lnTo>
                <a:lnTo>
                  <a:pt x="170289" y="92767"/>
                </a:lnTo>
                <a:close/>
                <a:moveTo>
                  <a:pt x="182231" y="95302"/>
                </a:moveTo>
                <a:lnTo>
                  <a:pt x="183532" y="95302"/>
                </a:lnTo>
                <a:lnTo>
                  <a:pt x="184332" y="96136"/>
                </a:lnTo>
                <a:lnTo>
                  <a:pt x="184332" y="97938"/>
                </a:lnTo>
                <a:lnTo>
                  <a:pt x="183098" y="96703"/>
                </a:lnTo>
                <a:lnTo>
                  <a:pt x="182831" y="96603"/>
                </a:lnTo>
                <a:lnTo>
                  <a:pt x="180930" y="96603"/>
                </a:lnTo>
                <a:close/>
                <a:moveTo>
                  <a:pt x="185133" y="96136"/>
                </a:moveTo>
                <a:lnTo>
                  <a:pt x="185967" y="95302"/>
                </a:lnTo>
                <a:lnTo>
                  <a:pt x="187268" y="95302"/>
                </a:lnTo>
                <a:lnTo>
                  <a:pt x="188535" y="96603"/>
                </a:lnTo>
                <a:lnTo>
                  <a:pt x="186667" y="96603"/>
                </a:lnTo>
                <a:lnTo>
                  <a:pt x="186367" y="96703"/>
                </a:lnTo>
                <a:lnTo>
                  <a:pt x="185133" y="97938"/>
                </a:lnTo>
                <a:close/>
                <a:moveTo>
                  <a:pt x="189736" y="94435"/>
                </a:moveTo>
                <a:lnTo>
                  <a:pt x="191437" y="92767"/>
                </a:lnTo>
                <a:lnTo>
                  <a:pt x="199176" y="92767"/>
                </a:lnTo>
                <a:lnTo>
                  <a:pt x="195473" y="96470"/>
                </a:lnTo>
                <a:lnTo>
                  <a:pt x="189736" y="96470"/>
                </a:lnTo>
                <a:lnTo>
                  <a:pt x="189736" y="94435"/>
                </a:lnTo>
                <a:close/>
                <a:moveTo>
                  <a:pt x="208850" y="92767"/>
                </a:moveTo>
                <a:lnTo>
                  <a:pt x="210518" y="94435"/>
                </a:lnTo>
                <a:lnTo>
                  <a:pt x="210518" y="96470"/>
                </a:lnTo>
                <a:lnTo>
                  <a:pt x="204813" y="96470"/>
                </a:lnTo>
                <a:lnTo>
                  <a:pt x="201077" y="92767"/>
                </a:lnTo>
                <a:close/>
                <a:moveTo>
                  <a:pt x="213019" y="95302"/>
                </a:moveTo>
                <a:lnTo>
                  <a:pt x="214320" y="95302"/>
                </a:lnTo>
                <a:lnTo>
                  <a:pt x="215121" y="96136"/>
                </a:lnTo>
                <a:lnTo>
                  <a:pt x="215121" y="97938"/>
                </a:lnTo>
                <a:lnTo>
                  <a:pt x="213887" y="96703"/>
                </a:lnTo>
                <a:lnTo>
                  <a:pt x="213620" y="96603"/>
                </a:lnTo>
                <a:lnTo>
                  <a:pt x="211718" y="96603"/>
                </a:lnTo>
                <a:close/>
                <a:moveTo>
                  <a:pt x="215921" y="96136"/>
                </a:moveTo>
                <a:lnTo>
                  <a:pt x="216755" y="95302"/>
                </a:lnTo>
                <a:lnTo>
                  <a:pt x="218056" y="95302"/>
                </a:lnTo>
                <a:lnTo>
                  <a:pt x="219324" y="96603"/>
                </a:lnTo>
                <a:lnTo>
                  <a:pt x="217456" y="96603"/>
                </a:lnTo>
                <a:lnTo>
                  <a:pt x="217156" y="96703"/>
                </a:lnTo>
                <a:lnTo>
                  <a:pt x="215921" y="97938"/>
                </a:lnTo>
                <a:close/>
                <a:moveTo>
                  <a:pt x="220558" y="94435"/>
                </a:moveTo>
                <a:lnTo>
                  <a:pt x="222226" y="92767"/>
                </a:lnTo>
                <a:lnTo>
                  <a:pt x="229965" y="92767"/>
                </a:lnTo>
                <a:lnTo>
                  <a:pt x="226262" y="96470"/>
                </a:lnTo>
                <a:lnTo>
                  <a:pt x="220525" y="96470"/>
                </a:lnTo>
                <a:lnTo>
                  <a:pt x="220525" y="94435"/>
                </a:lnTo>
                <a:close/>
                <a:moveTo>
                  <a:pt x="222226" y="91967"/>
                </a:moveTo>
                <a:lnTo>
                  <a:pt x="220558" y="90299"/>
                </a:lnTo>
                <a:lnTo>
                  <a:pt x="220558" y="88264"/>
                </a:lnTo>
                <a:lnTo>
                  <a:pt x="226262" y="88264"/>
                </a:lnTo>
                <a:lnTo>
                  <a:pt x="229965" y="91967"/>
                </a:lnTo>
                <a:close/>
                <a:moveTo>
                  <a:pt x="223260" y="77356"/>
                </a:moveTo>
                <a:lnTo>
                  <a:pt x="225128" y="77356"/>
                </a:lnTo>
                <a:lnTo>
                  <a:pt x="226529" y="78791"/>
                </a:lnTo>
                <a:lnTo>
                  <a:pt x="226529" y="80792"/>
                </a:lnTo>
                <a:lnTo>
                  <a:pt x="225228" y="82126"/>
                </a:lnTo>
                <a:lnTo>
                  <a:pt x="225228" y="79324"/>
                </a:lnTo>
                <a:close/>
                <a:moveTo>
                  <a:pt x="227330" y="80025"/>
                </a:moveTo>
                <a:lnTo>
                  <a:pt x="227330" y="78457"/>
                </a:lnTo>
                <a:lnTo>
                  <a:pt x="226229" y="77356"/>
                </a:lnTo>
                <a:lnTo>
                  <a:pt x="229965" y="77356"/>
                </a:lnTo>
                <a:close/>
                <a:moveTo>
                  <a:pt x="230532" y="77923"/>
                </a:moveTo>
                <a:lnTo>
                  <a:pt x="230532" y="81659"/>
                </a:lnTo>
                <a:lnTo>
                  <a:pt x="229431" y="80559"/>
                </a:lnTo>
                <a:lnTo>
                  <a:pt x="229264" y="80559"/>
                </a:lnTo>
                <a:lnTo>
                  <a:pt x="227897" y="80559"/>
                </a:lnTo>
                <a:close/>
                <a:moveTo>
                  <a:pt x="227096" y="81359"/>
                </a:moveTo>
                <a:lnTo>
                  <a:pt x="229097" y="81359"/>
                </a:lnTo>
                <a:lnTo>
                  <a:pt x="230532" y="82794"/>
                </a:lnTo>
                <a:lnTo>
                  <a:pt x="230532" y="84662"/>
                </a:lnTo>
                <a:lnTo>
                  <a:pt x="228564" y="82693"/>
                </a:lnTo>
                <a:lnTo>
                  <a:pt x="228397" y="82693"/>
                </a:lnTo>
                <a:lnTo>
                  <a:pt x="225795" y="82693"/>
                </a:lnTo>
                <a:close/>
                <a:moveTo>
                  <a:pt x="231332" y="77923"/>
                </a:moveTo>
                <a:lnTo>
                  <a:pt x="233968" y="80559"/>
                </a:lnTo>
                <a:lnTo>
                  <a:pt x="232567" y="80559"/>
                </a:lnTo>
                <a:lnTo>
                  <a:pt x="232300" y="80692"/>
                </a:lnTo>
                <a:lnTo>
                  <a:pt x="231332" y="81659"/>
                </a:lnTo>
                <a:lnTo>
                  <a:pt x="231332" y="77923"/>
                </a:lnTo>
                <a:close/>
                <a:moveTo>
                  <a:pt x="229965" y="76589"/>
                </a:moveTo>
                <a:lnTo>
                  <a:pt x="226229" y="76589"/>
                </a:lnTo>
                <a:lnTo>
                  <a:pt x="227229" y="75588"/>
                </a:lnTo>
                <a:lnTo>
                  <a:pt x="227330" y="75321"/>
                </a:lnTo>
                <a:lnTo>
                  <a:pt x="227330" y="73920"/>
                </a:lnTo>
                <a:close/>
                <a:moveTo>
                  <a:pt x="227897" y="73387"/>
                </a:moveTo>
                <a:lnTo>
                  <a:pt x="229431" y="73387"/>
                </a:lnTo>
                <a:lnTo>
                  <a:pt x="230532" y="72286"/>
                </a:lnTo>
                <a:lnTo>
                  <a:pt x="230532" y="76022"/>
                </a:lnTo>
                <a:close/>
                <a:moveTo>
                  <a:pt x="221959" y="73253"/>
                </a:moveTo>
                <a:lnTo>
                  <a:pt x="218657" y="76589"/>
                </a:lnTo>
                <a:lnTo>
                  <a:pt x="216488" y="76589"/>
                </a:lnTo>
                <a:lnTo>
                  <a:pt x="220425" y="72620"/>
                </a:lnTo>
                <a:lnTo>
                  <a:pt x="220425" y="67049"/>
                </a:lnTo>
                <a:lnTo>
                  <a:pt x="221959" y="68583"/>
                </a:lnTo>
                <a:lnTo>
                  <a:pt x="221959" y="73253"/>
                </a:lnTo>
                <a:close/>
                <a:moveTo>
                  <a:pt x="220558" y="63646"/>
                </a:moveTo>
                <a:lnTo>
                  <a:pt x="222226" y="61979"/>
                </a:lnTo>
                <a:lnTo>
                  <a:pt x="229965" y="61979"/>
                </a:lnTo>
                <a:lnTo>
                  <a:pt x="226262" y="65681"/>
                </a:lnTo>
                <a:lnTo>
                  <a:pt x="220525" y="65681"/>
                </a:lnTo>
                <a:lnTo>
                  <a:pt x="220525" y="63646"/>
                </a:lnTo>
                <a:close/>
                <a:moveTo>
                  <a:pt x="222226" y="61178"/>
                </a:moveTo>
                <a:lnTo>
                  <a:pt x="220558" y="59510"/>
                </a:lnTo>
                <a:lnTo>
                  <a:pt x="220558" y="57475"/>
                </a:lnTo>
                <a:lnTo>
                  <a:pt x="226262" y="57475"/>
                </a:lnTo>
                <a:lnTo>
                  <a:pt x="229965" y="61178"/>
                </a:lnTo>
                <a:close/>
                <a:moveTo>
                  <a:pt x="223260" y="46568"/>
                </a:moveTo>
                <a:lnTo>
                  <a:pt x="225128" y="46568"/>
                </a:lnTo>
                <a:lnTo>
                  <a:pt x="226529" y="48002"/>
                </a:lnTo>
                <a:lnTo>
                  <a:pt x="226529" y="50003"/>
                </a:lnTo>
                <a:lnTo>
                  <a:pt x="225228" y="51338"/>
                </a:lnTo>
                <a:lnTo>
                  <a:pt x="225228" y="48536"/>
                </a:lnTo>
                <a:close/>
                <a:moveTo>
                  <a:pt x="227330" y="49236"/>
                </a:moveTo>
                <a:lnTo>
                  <a:pt x="227330" y="47835"/>
                </a:lnTo>
                <a:lnTo>
                  <a:pt x="227229" y="47568"/>
                </a:lnTo>
                <a:lnTo>
                  <a:pt x="226229" y="46568"/>
                </a:lnTo>
                <a:lnTo>
                  <a:pt x="229965" y="46568"/>
                </a:lnTo>
                <a:close/>
                <a:moveTo>
                  <a:pt x="230532" y="47135"/>
                </a:moveTo>
                <a:lnTo>
                  <a:pt x="230532" y="50871"/>
                </a:lnTo>
                <a:lnTo>
                  <a:pt x="229431" y="49770"/>
                </a:lnTo>
                <a:lnTo>
                  <a:pt x="227897" y="49770"/>
                </a:lnTo>
                <a:close/>
                <a:moveTo>
                  <a:pt x="227096" y="50570"/>
                </a:moveTo>
                <a:lnTo>
                  <a:pt x="229097" y="50570"/>
                </a:lnTo>
                <a:lnTo>
                  <a:pt x="230532" y="52005"/>
                </a:lnTo>
                <a:lnTo>
                  <a:pt x="230532" y="53873"/>
                </a:lnTo>
                <a:lnTo>
                  <a:pt x="228564" y="51905"/>
                </a:lnTo>
                <a:lnTo>
                  <a:pt x="225762" y="51905"/>
                </a:lnTo>
                <a:close/>
                <a:moveTo>
                  <a:pt x="231332" y="47135"/>
                </a:moveTo>
                <a:lnTo>
                  <a:pt x="233968" y="49770"/>
                </a:lnTo>
                <a:lnTo>
                  <a:pt x="232567" y="49770"/>
                </a:lnTo>
                <a:lnTo>
                  <a:pt x="232300" y="49903"/>
                </a:lnTo>
                <a:lnTo>
                  <a:pt x="231332" y="50871"/>
                </a:lnTo>
                <a:lnTo>
                  <a:pt x="231332" y="47135"/>
                </a:lnTo>
                <a:close/>
                <a:moveTo>
                  <a:pt x="229965" y="45800"/>
                </a:moveTo>
                <a:lnTo>
                  <a:pt x="226229" y="45800"/>
                </a:lnTo>
                <a:lnTo>
                  <a:pt x="227330" y="44700"/>
                </a:lnTo>
                <a:lnTo>
                  <a:pt x="227330" y="43132"/>
                </a:lnTo>
                <a:close/>
                <a:moveTo>
                  <a:pt x="227897" y="42598"/>
                </a:moveTo>
                <a:lnTo>
                  <a:pt x="229264" y="42598"/>
                </a:lnTo>
                <a:lnTo>
                  <a:pt x="229431" y="42598"/>
                </a:lnTo>
                <a:lnTo>
                  <a:pt x="230532" y="41497"/>
                </a:lnTo>
                <a:lnTo>
                  <a:pt x="230532" y="45233"/>
                </a:lnTo>
                <a:close/>
                <a:moveTo>
                  <a:pt x="221959" y="42465"/>
                </a:moveTo>
                <a:lnTo>
                  <a:pt x="218657" y="45800"/>
                </a:lnTo>
                <a:lnTo>
                  <a:pt x="216488" y="45800"/>
                </a:lnTo>
                <a:lnTo>
                  <a:pt x="220425" y="41831"/>
                </a:lnTo>
                <a:lnTo>
                  <a:pt x="220425" y="36260"/>
                </a:lnTo>
                <a:lnTo>
                  <a:pt x="221959" y="37795"/>
                </a:lnTo>
                <a:lnTo>
                  <a:pt x="221959" y="42465"/>
                </a:lnTo>
                <a:close/>
                <a:moveTo>
                  <a:pt x="220558" y="32858"/>
                </a:moveTo>
                <a:lnTo>
                  <a:pt x="222226" y="31190"/>
                </a:lnTo>
                <a:lnTo>
                  <a:pt x="229965" y="31190"/>
                </a:lnTo>
                <a:lnTo>
                  <a:pt x="226262" y="34893"/>
                </a:lnTo>
                <a:lnTo>
                  <a:pt x="220525" y="34893"/>
                </a:lnTo>
                <a:lnTo>
                  <a:pt x="220525" y="32858"/>
                </a:lnTo>
                <a:close/>
                <a:moveTo>
                  <a:pt x="222226" y="30389"/>
                </a:moveTo>
                <a:lnTo>
                  <a:pt x="220558" y="28721"/>
                </a:lnTo>
                <a:lnTo>
                  <a:pt x="220558" y="26687"/>
                </a:lnTo>
                <a:lnTo>
                  <a:pt x="226262" y="26687"/>
                </a:lnTo>
                <a:lnTo>
                  <a:pt x="229965" y="30389"/>
                </a:lnTo>
                <a:lnTo>
                  <a:pt x="222226" y="30389"/>
                </a:lnTo>
                <a:close/>
                <a:moveTo>
                  <a:pt x="219657" y="25786"/>
                </a:moveTo>
                <a:lnTo>
                  <a:pt x="217623" y="25786"/>
                </a:lnTo>
                <a:lnTo>
                  <a:pt x="215921" y="24085"/>
                </a:lnTo>
                <a:lnTo>
                  <a:pt x="215921" y="16346"/>
                </a:lnTo>
                <a:lnTo>
                  <a:pt x="219657" y="20049"/>
                </a:lnTo>
                <a:lnTo>
                  <a:pt x="219657" y="25786"/>
                </a:lnTo>
                <a:close/>
                <a:moveTo>
                  <a:pt x="215121" y="24085"/>
                </a:moveTo>
                <a:lnTo>
                  <a:pt x="213453" y="25786"/>
                </a:lnTo>
                <a:lnTo>
                  <a:pt x="211418" y="25786"/>
                </a:lnTo>
                <a:lnTo>
                  <a:pt x="211418" y="20049"/>
                </a:lnTo>
                <a:lnTo>
                  <a:pt x="215121" y="16346"/>
                </a:lnTo>
                <a:lnTo>
                  <a:pt x="215121" y="24085"/>
                </a:lnTo>
                <a:close/>
                <a:moveTo>
                  <a:pt x="202679" y="21083"/>
                </a:moveTo>
                <a:lnTo>
                  <a:pt x="202512" y="21083"/>
                </a:lnTo>
                <a:lnTo>
                  <a:pt x="200544" y="23051"/>
                </a:lnTo>
                <a:lnTo>
                  <a:pt x="200544" y="21216"/>
                </a:lnTo>
                <a:lnTo>
                  <a:pt x="201945" y="19782"/>
                </a:lnTo>
                <a:lnTo>
                  <a:pt x="203979" y="19782"/>
                </a:lnTo>
                <a:lnTo>
                  <a:pt x="205280" y="21083"/>
                </a:lnTo>
                <a:close/>
                <a:moveTo>
                  <a:pt x="203746" y="18447"/>
                </a:moveTo>
                <a:lnTo>
                  <a:pt x="201077" y="15779"/>
                </a:lnTo>
                <a:lnTo>
                  <a:pt x="204847" y="15779"/>
                </a:lnTo>
                <a:lnTo>
                  <a:pt x="203746" y="16880"/>
                </a:lnTo>
                <a:lnTo>
                  <a:pt x="203746" y="18447"/>
                </a:lnTo>
                <a:close/>
                <a:moveTo>
                  <a:pt x="200544" y="14445"/>
                </a:moveTo>
                <a:lnTo>
                  <a:pt x="200544" y="10709"/>
                </a:lnTo>
                <a:lnTo>
                  <a:pt x="201644" y="11776"/>
                </a:lnTo>
                <a:lnTo>
                  <a:pt x="203179" y="11776"/>
                </a:lnTo>
                <a:close/>
                <a:moveTo>
                  <a:pt x="199743" y="14445"/>
                </a:moveTo>
                <a:lnTo>
                  <a:pt x="197108" y="11776"/>
                </a:lnTo>
                <a:lnTo>
                  <a:pt x="198476" y="11776"/>
                </a:lnTo>
                <a:lnTo>
                  <a:pt x="198776" y="11676"/>
                </a:lnTo>
                <a:lnTo>
                  <a:pt x="199743" y="10709"/>
                </a:lnTo>
                <a:lnTo>
                  <a:pt x="199743" y="14445"/>
                </a:lnTo>
                <a:close/>
                <a:moveTo>
                  <a:pt x="199176" y="15779"/>
                </a:moveTo>
                <a:lnTo>
                  <a:pt x="196541" y="18414"/>
                </a:lnTo>
                <a:lnTo>
                  <a:pt x="196541" y="16880"/>
                </a:lnTo>
                <a:lnTo>
                  <a:pt x="195440" y="15779"/>
                </a:lnTo>
                <a:close/>
                <a:moveTo>
                  <a:pt x="199743" y="16346"/>
                </a:moveTo>
                <a:lnTo>
                  <a:pt x="199743" y="20082"/>
                </a:lnTo>
                <a:lnTo>
                  <a:pt x="198776" y="19115"/>
                </a:lnTo>
                <a:lnTo>
                  <a:pt x="198476" y="18981"/>
                </a:lnTo>
                <a:lnTo>
                  <a:pt x="197108" y="18981"/>
                </a:lnTo>
                <a:close/>
                <a:moveTo>
                  <a:pt x="188869" y="25786"/>
                </a:moveTo>
                <a:lnTo>
                  <a:pt x="186801" y="25786"/>
                </a:lnTo>
                <a:lnTo>
                  <a:pt x="185133" y="24085"/>
                </a:lnTo>
                <a:lnTo>
                  <a:pt x="185133" y="16346"/>
                </a:lnTo>
                <a:lnTo>
                  <a:pt x="188869" y="20049"/>
                </a:lnTo>
                <a:lnTo>
                  <a:pt x="188869" y="25786"/>
                </a:lnTo>
                <a:close/>
                <a:moveTo>
                  <a:pt x="184332" y="24085"/>
                </a:moveTo>
                <a:lnTo>
                  <a:pt x="182664" y="25786"/>
                </a:lnTo>
                <a:lnTo>
                  <a:pt x="180629" y="25786"/>
                </a:lnTo>
                <a:lnTo>
                  <a:pt x="180629" y="20049"/>
                </a:lnTo>
                <a:lnTo>
                  <a:pt x="184332" y="16346"/>
                </a:lnTo>
                <a:lnTo>
                  <a:pt x="184332" y="24085"/>
                </a:lnTo>
                <a:close/>
                <a:moveTo>
                  <a:pt x="171723" y="21083"/>
                </a:moveTo>
                <a:lnTo>
                  <a:pt x="169755" y="23051"/>
                </a:lnTo>
                <a:lnTo>
                  <a:pt x="169755" y="21216"/>
                </a:lnTo>
                <a:lnTo>
                  <a:pt x="171156" y="19782"/>
                </a:lnTo>
                <a:lnTo>
                  <a:pt x="173157" y="19782"/>
                </a:lnTo>
                <a:lnTo>
                  <a:pt x="174492" y="21083"/>
                </a:lnTo>
                <a:close/>
                <a:moveTo>
                  <a:pt x="172957" y="18447"/>
                </a:moveTo>
                <a:lnTo>
                  <a:pt x="170289" y="15779"/>
                </a:lnTo>
                <a:lnTo>
                  <a:pt x="174025" y="15779"/>
                </a:lnTo>
                <a:lnTo>
                  <a:pt x="172957" y="16880"/>
                </a:lnTo>
                <a:lnTo>
                  <a:pt x="172957" y="18447"/>
                </a:lnTo>
                <a:close/>
                <a:moveTo>
                  <a:pt x="169755" y="14445"/>
                </a:moveTo>
                <a:lnTo>
                  <a:pt x="169755" y="10709"/>
                </a:lnTo>
                <a:lnTo>
                  <a:pt x="170722" y="11676"/>
                </a:lnTo>
                <a:lnTo>
                  <a:pt x="170989" y="11809"/>
                </a:lnTo>
                <a:lnTo>
                  <a:pt x="172390" y="11809"/>
                </a:lnTo>
                <a:close/>
                <a:moveTo>
                  <a:pt x="168954" y="14445"/>
                </a:moveTo>
                <a:lnTo>
                  <a:pt x="166319" y="11776"/>
                </a:lnTo>
                <a:lnTo>
                  <a:pt x="167854" y="11776"/>
                </a:lnTo>
                <a:lnTo>
                  <a:pt x="168954" y="10709"/>
                </a:lnTo>
                <a:close/>
                <a:moveTo>
                  <a:pt x="168387" y="15779"/>
                </a:moveTo>
                <a:lnTo>
                  <a:pt x="165752" y="18414"/>
                </a:lnTo>
                <a:lnTo>
                  <a:pt x="165752" y="16880"/>
                </a:lnTo>
                <a:lnTo>
                  <a:pt x="164651" y="15779"/>
                </a:lnTo>
                <a:close/>
                <a:moveTo>
                  <a:pt x="165519" y="19782"/>
                </a:moveTo>
                <a:lnTo>
                  <a:pt x="167520" y="19782"/>
                </a:lnTo>
                <a:lnTo>
                  <a:pt x="168954" y="21216"/>
                </a:lnTo>
                <a:lnTo>
                  <a:pt x="168954" y="23051"/>
                </a:lnTo>
                <a:lnTo>
                  <a:pt x="166986" y="21083"/>
                </a:lnTo>
                <a:lnTo>
                  <a:pt x="166820" y="21083"/>
                </a:lnTo>
                <a:lnTo>
                  <a:pt x="164218" y="21083"/>
                </a:lnTo>
                <a:close/>
                <a:moveTo>
                  <a:pt x="163417" y="21883"/>
                </a:moveTo>
                <a:lnTo>
                  <a:pt x="166653" y="21883"/>
                </a:lnTo>
                <a:lnTo>
                  <a:pt x="168954" y="24185"/>
                </a:lnTo>
                <a:lnTo>
                  <a:pt x="168954" y="26553"/>
                </a:lnTo>
                <a:lnTo>
                  <a:pt x="165952" y="23551"/>
                </a:lnTo>
                <a:lnTo>
                  <a:pt x="165786" y="23551"/>
                </a:lnTo>
                <a:lnTo>
                  <a:pt x="161716" y="23551"/>
                </a:lnTo>
                <a:close/>
                <a:moveTo>
                  <a:pt x="160949" y="24352"/>
                </a:moveTo>
                <a:lnTo>
                  <a:pt x="165619" y="24352"/>
                </a:lnTo>
                <a:lnTo>
                  <a:pt x="168954" y="27654"/>
                </a:lnTo>
                <a:lnTo>
                  <a:pt x="168954" y="29822"/>
                </a:lnTo>
                <a:lnTo>
                  <a:pt x="164985" y="25886"/>
                </a:lnTo>
                <a:lnTo>
                  <a:pt x="164852" y="25886"/>
                </a:lnTo>
                <a:lnTo>
                  <a:pt x="159414" y="25886"/>
                </a:lnTo>
                <a:close/>
                <a:moveTo>
                  <a:pt x="158047" y="25786"/>
                </a:moveTo>
                <a:lnTo>
                  <a:pt x="156012" y="25786"/>
                </a:lnTo>
                <a:lnTo>
                  <a:pt x="154344" y="24085"/>
                </a:lnTo>
                <a:lnTo>
                  <a:pt x="154344" y="16346"/>
                </a:lnTo>
                <a:lnTo>
                  <a:pt x="158047" y="20049"/>
                </a:lnTo>
                <a:lnTo>
                  <a:pt x="158047" y="25786"/>
                </a:lnTo>
                <a:close/>
                <a:moveTo>
                  <a:pt x="153543" y="24085"/>
                </a:moveTo>
                <a:lnTo>
                  <a:pt x="151876" y="25786"/>
                </a:lnTo>
                <a:lnTo>
                  <a:pt x="149841" y="25786"/>
                </a:lnTo>
                <a:lnTo>
                  <a:pt x="149841" y="20049"/>
                </a:lnTo>
                <a:lnTo>
                  <a:pt x="153543" y="16346"/>
                </a:lnTo>
                <a:lnTo>
                  <a:pt x="153543" y="24085"/>
                </a:lnTo>
                <a:close/>
                <a:moveTo>
                  <a:pt x="141068" y="21083"/>
                </a:moveTo>
                <a:lnTo>
                  <a:pt x="140901" y="21083"/>
                </a:lnTo>
                <a:lnTo>
                  <a:pt x="138933" y="23051"/>
                </a:lnTo>
                <a:lnTo>
                  <a:pt x="138933" y="21216"/>
                </a:lnTo>
                <a:lnTo>
                  <a:pt x="140367" y="19782"/>
                </a:lnTo>
                <a:lnTo>
                  <a:pt x="142369" y="19782"/>
                </a:lnTo>
                <a:lnTo>
                  <a:pt x="143703" y="21083"/>
                </a:lnTo>
                <a:close/>
                <a:moveTo>
                  <a:pt x="142135" y="18447"/>
                </a:moveTo>
                <a:lnTo>
                  <a:pt x="139500" y="15779"/>
                </a:lnTo>
                <a:lnTo>
                  <a:pt x="143236" y="15779"/>
                </a:lnTo>
                <a:lnTo>
                  <a:pt x="142135" y="16880"/>
                </a:lnTo>
                <a:lnTo>
                  <a:pt x="142135" y="18447"/>
                </a:lnTo>
                <a:close/>
                <a:moveTo>
                  <a:pt x="138933" y="14445"/>
                </a:moveTo>
                <a:lnTo>
                  <a:pt x="138933" y="10709"/>
                </a:lnTo>
                <a:lnTo>
                  <a:pt x="140034" y="11776"/>
                </a:lnTo>
                <a:lnTo>
                  <a:pt x="141602" y="11776"/>
                </a:lnTo>
                <a:close/>
                <a:moveTo>
                  <a:pt x="138166" y="14445"/>
                </a:moveTo>
                <a:lnTo>
                  <a:pt x="135531" y="11776"/>
                </a:lnTo>
                <a:lnTo>
                  <a:pt x="136898" y="11776"/>
                </a:lnTo>
                <a:lnTo>
                  <a:pt x="137165" y="11676"/>
                </a:lnTo>
                <a:lnTo>
                  <a:pt x="138166" y="10709"/>
                </a:lnTo>
                <a:lnTo>
                  <a:pt x="138166" y="14445"/>
                </a:lnTo>
                <a:close/>
                <a:moveTo>
                  <a:pt x="137599" y="15779"/>
                </a:moveTo>
                <a:lnTo>
                  <a:pt x="134964" y="18414"/>
                </a:lnTo>
                <a:lnTo>
                  <a:pt x="134964" y="16880"/>
                </a:lnTo>
                <a:lnTo>
                  <a:pt x="133863" y="15779"/>
                </a:lnTo>
                <a:close/>
                <a:moveTo>
                  <a:pt x="138166" y="16346"/>
                </a:moveTo>
                <a:lnTo>
                  <a:pt x="138166" y="20082"/>
                </a:lnTo>
                <a:lnTo>
                  <a:pt x="137165" y="19115"/>
                </a:lnTo>
                <a:lnTo>
                  <a:pt x="136898" y="18981"/>
                </a:lnTo>
                <a:lnTo>
                  <a:pt x="135531" y="18981"/>
                </a:lnTo>
                <a:close/>
                <a:moveTo>
                  <a:pt x="127258" y="25786"/>
                </a:moveTo>
                <a:lnTo>
                  <a:pt x="125223" y="25786"/>
                </a:lnTo>
                <a:lnTo>
                  <a:pt x="123555" y="24085"/>
                </a:lnTo>
                <a:lnTo>
                  <a:pt x="123555" y="16346"/>
                </a:lnTo>
                <a:lnTo>
                  <a:pt x="127258" y="20049"/>
                </a:lnTo>
                <a:close/>
                <a:moveTo>
                  <a:pt x="122755" y="24085"/>
                </a:moveTo>
                <a:lnTo>
                  <a:pt x="121087" y="25786"/>
                </a:lnTo>
                <a:lnTo>
                  <a:pt x="119052" y="25786"/>
                </a:lnTo>
                <a:lnTo>
                  <a:pt x="119052" y="20049"/>
                </a:lnTo>
                <a:lnTo>
                  <a:pt x="122755" y="16346"/>
                </a:lnTo>
                <a:close/>
                <a:moveTo>
                  <a:pt x="110112" y="21083"/>
                </a:moveTo>
                <a:lnTo>
                  <a:pt x="108144" y="23051"/>
                </a:lnTo>
                <a:lnTo>
                  <a:pt x="108144" y="21216"/>
                </a:lnTo>
                <a:lnTo>
                  <a:pt x="109579" y="19782"/>
                </a:lnTo>
                <a:lnTo>
                  <a:pt x="111580" y="19782"/>
                </a:lnTo>
                <a:lnTo>
                  <a:pt x="112914" y="21083"/>
                </a:lnTo>
                <a:close/>
                <a:moveTo>
                  <a:pt x="111347" y="18447"/>
                </a:moveTo>
                <a:lnTo>
                  <a:pt x="108711" y="15779"/>
                </a:lnTo>
                <a:lnTo>
                  <a:pt x="112447" y="15779"/>
                </a:lnTo>
                <a:lnTo>
                  <a:pt x="111347" y="16880"/>
                </a:lnTo>
                <a:close/>
                <a:moveTo>
                  <a:pt x="108144" y="14445"/>
                </a:moveTo>
                <a:lnTo>
                  <a:pt x="108144" y="10709"/>
                </a:lnTo>
                <a:lnTo>
                  <a:pt x="109145" y="11676"/>
                </a:lnTo>
                <a:lnTo>
                  <a:pt x="109412" y="11809"/>
                </a:lnTo>
                <a:lnTo>
                  <a:pt x="110813" y="11809"/>
                </a:lnTo>
                <a:close/>
                <a:moveTo>
                  <a:pt x="107377" y="14445"/>
                </a:moveTo>
                <a:lnTo>
                  <a:pt x="104709" y="11776"/>
                </a:lnTo>
                <a:lnTo>
                  <a:pt x="106276" y="11776"/>
                </a:lnTo>
                <a:lnTo>
                  <a:pt x="107377" y="10709"/>
                </a:lnTo>
                <a:close/>
                <a:moveTo>
                  <a:pt x="106810" y="15779"/>
                </a:moveTo>
                <a:lnTo>
                  <a:pt x="104175" y="18414"/>
                </a:lnTo>
                <a:lnTo>
                  <a:pt x="104175" y="16880"/>
                </a:lnTo>
                <a:lnTo>
                  <a:pt x="103074" y="15779"/>
                </a:lnTo>
                <a:close/>
                <a:moveTo>
                  <a:pt x="103941" y="19782"/>
                </a:moveTo>
                <a:lnTo>
                  <a:pt x="105943" y="19782"/>
                </a:lnTo>
                <a:lnTo>
                  <a:pt x="107344" y="21216"/>
                </a:lnTo>
                <a:lnTo>
                  <a:pt x="107344" y="23051"/>
                </a:lnTo>
                <a:lnTo>
                  <a:pt x="105376" y="21083"/>
                </a:lnTo>
                <a:lnTo>
                  <a:pt x="105242" y="21083"/>
                </a:lnTo>
                <a:lnTo>
                  <a:pt x="102607" y="21083"/>
                </a:lnTo>
                <a:close/>
                <a:moveTo>
                  <a:pt x="101840" y="21883"/>
                </a:moveTo>
                <a:lnTo>
                  <a:pt x="105076" y="21883"/>
                </a:lnTo>
                <a:lnTo>
                  <a:pt x="107377" y="24185"/>
                </a:lnTo>
                <a:lnTo>
                  <a:pt x="107377" y="26553"/>
                </a:lnTo>
                <a:lnTo>
                  <a:pt x="104375" y="23551"/>
                </a:lnTo>
                <a:lnTo>
                  <a:pt x="104208" y="23551"/>
                </a:lnTo>
                <a:lnTo>
                  <a:pt x="100139" y="23551"/>
                </a:lnTo>
                <a:close/>
                <a:moveTo>
                  <a:pt x="99371" y="24352"/>
                </a:moveTo>
                <a:lnTo>
                  <a:pt x="104041" y="24352"/>
                </a:lnTo>
                <a:lnTo>
                  <a:pt x="107377" y="27654"/>
                </a:lnTo>
                <a:lnTo>
                  <a:pt x="107377" y="29822"/>
                </a:lnTo>
                <a:lnTo>
                  <a:pt x="103408" y="25886"/>
                </a:lnTo>
                <a:lnTo>
                  <a:pt x="103241" y="25886"/>
                </a:lnTo>
                <a:lnTo>
                  <a:pt x="97837" y="25886"/>
                </a:lnTo>
                <a:close/>
                <a:moveTo>
                  <a:pt x="96469" y="25786"/>
                </a:moveTo>
                <a:lnTo>
                  <a:pt x="94435" y="25786"/>
                </a:lnTo>
                <a:lnTo>
                  <a:pt x="92767" y="24085"/>
                </a:lnTo>
                <a:lnTo>
                  <a:pt x="92767" y="16346"/>
                </a:lnTo>
                <a:lnTo>
                  <a:pt x="96469" y="20082"/>
                </a:lnTo>
                <a:close/>
                <a:moveTo>
                  <a:pt x="91966" y="24085"/>
                </a:moveTo>
                <a:lnTo>
                  <a:pt x="90298" y="25786"/>
                </a:lnTo>
                <a:lnTo>
                  <a:pt x="88264" y="25786"/>
                </a:lnTo>
                <a:lnTo>
                  <a:pt x="88264" y="20049"/>
                </a:lnTo>
                <a:lnTo>
                  <a:pt x="91966" y="16346"/>
                </a:lnTo>
                <a:close/>
                <a:moveTo>
                  <a:pt x="79491" y="21083"/>
                </a:moveTo>
                <a:lnTo>
                  <a:pt x="79324" y="21083"/>
                </a:lnTo>
                <a:lnTo>
                  <a:pt x="77356" y="23051"/>
                </a:lnTo>
                <a:lnTo>
                  <a:pt x="77356" y="21216"/>
                </a:lnTo>
                <a:lnTo>
                  <a:pt x="78790" y="19782"/>
                </a:lnTo>
                <a:lnTo>
                  <a:pt x="80792" y="19782"/>
                </a:lnTo>
                <a:lnTo>
                  <a:pt x="82126" y="21083"/>
                </a:lnTo>
                <a:close/>
                <a:moveTo>
                  <a:pt x="80558" y="18447"/>
                </a:moveTo>
                <a:lnTo>
                  <a:pt x="77923" y="15779"/>
                </a:lnTo>
                <a:lnTo>
                  <a:pt x="81659" y="15779"/>
                </a:lnTo>
                <a:lnTo>
                  <a:pt x="80558" y="16880"/>
                </a:lnTo>
                <a:close/>
                <a:moveTo>
                  <a:pt x="77356" y="14445"/>
                </a:moveTo>
                <a:lnTo>
                  <a:pt x="77356" y="10709"/>
                </a:lnTo>
                <a:lnTo>
                  <a:pt x="78457" y="11776"/>
                </a:lnTo>
                <a:lnTo>
                  <a:pt x="80024" y="11776"/>
                </a:lnTo>
                <a:close/>
                <a:moveTo>
                  <a:pt x="76589" y="14445"/>
                </a:moveTo>
                <a:lnTo>
                  <a:pt x="73920" y="11776"/>
                </a:lnTo>
                <a:lnTo>
                  <a:pt x="75321" y="11776"/>
                </a:lnTo>
                <a:lnTo>
                  <a:pt x="75588" y="11676"/>
                </a:lnTo>
                <a:lnTo>
                  <a:pt x="76555" y="10709"/>
                </a:lnTo>
                <a:lnTo>
                  <a:pt x="76555" y="14445"/>
                </a:lnTo>
                <a:close/>
                <a:moveTo>
                  <a:pt x="76021" y="15779"/>
                </a:moveTo>
                <a:lnTo>
                  <a:pt x="73386" y="18414"/>
                </a:lnTo>
                <a:lnTo>
                  <a:pt x="73386" y="16880"/>
                </a:lnTo>
                <a:lnTo>
                  <a:pt x="72285" y="15779"/>
                </a:lnTo>
                <a:close/>
                <a:moveTo>
                  <a:pt x="76589" y="16346"/>
                </a:moveTo>
                <a:lnTo>
                  <a:pt x="76589" y="20082"/>
                </a:lnTo>
                <a:lnTo>
                  <a:pt x="75588" y="19115"/>
                </a:lnTo>
                <a:lnTo>
                  <a:pt x="75321" y="18981"/>
                </a:lnTo>
                <a:lnTo>
                  <a:pt x="73920" y="18981"/>
                </a:lnTo>
                <a:close/>
                <a:moveTo>
                  <a:pt x="65681" y="25786"/>
                </a:moveTo>
                <a:lnTo>
                  <a:pt x="63646" y="25786"/>
                </a:lnTo>
                <a:lnTo>
                  <a:pt x="61978" y="24085"/>
                </a:lnTo>
                <a:lnTo>
                  <a:pt x="61978" y="16346"/>
                </a:lnTo>
                <a:lnTo>
                  <a:pt x="65681" y="20049"/>
                </a:lnTo>
                <a:close/>
                <a:moveTo>
                  <a:pt x="61178" y="24085"/>
                </a:moveTo>
                <a:lnTo>
                  <a:pt x="59510" y="25786"/>
                </a:lnTo>
                <a:lnTo>
                  <a:pt x="57475" y="25786"/>
                </a:lnTo>
                <a:lnTo>
                  <a:pt x="57475" y="20049"/>
                </a:lnTo>
                <a:lnTo>
                  <a:pt x="61178" y="16346"/>
                </a:lnTo>
                <a:close/>
                <a:moveTo>
                  <a:pt x="48535" y="21083"/>
                </a:moveTo>
                <a:lnTo>
                  <a:pt x="46567" y="23051"/>
                </a:lnTo>
                <a:lnTo>
                  <a:pt x="46567" y="21216"/>
                </a:lnTo>
                <a:lnTo>
                  <a:pt x="48001" y="19782"/>
                </a:lnTo>
                <a:lnTo>
                  <a:pt x="50003" y="19782"/>
                </a:lnTo>
                <a:lnTo>
                  <a:pt x="51337" y="21083"/>
                </a:lnTo>
                <a:close/>
                <a:moveTo>
                  <a:pt x="49769" y="18447"/>
                </a:moveTo>
                <a:lnTo>
                  <a:pt x="47134" y="15779"/>
                </a:lnTo>
                <a:lnTo>
                  <a:pt x="50870" y="15779"/>
                </a:lnTo>
                <a:lnTo>
                  <a:pt x="49769" y="16880"/>
                </a:lnTo>
                <a:close/>
                <a:moveTo>
                  <a:pt x="46567" y="14445"/>
                </a:moveTo>
                <a:lnTo>
                  <a:pt x="46567" y="10709"/>
                </a:lnTo>
                <a:lnTo>
                  <a:pt x="47534" y="11676"/>
                </a:lnTo>
                <a:lnTo>
                  <a:pt x="47835" y="11809"/>
                </a:lnTo>
                <a:lnTo>
                  <a:pt x="49202" y="11809"/>
                </a:lnTo>
                <a:close/>
                <a:moveTo>
                  <a:pt x="45767" y="14445"/>
                </a:moveTo>
                <a:lnTo>
                  <a:pt x="43131" y="11776"/>
                </a:lnTo>
                <a:lnTo>
                  <a:pt x="44699" y="11776"/>
                </a:lnTo>
                <a:lnTo>
                  <a:pt x="45767" y="10709"/>
                </a:lnTo>
                <a:close/>
                <a:moveTo>
                  <a:pt x="45233" y="15779"/>
                </a:moveTo>
                <a:lnTo>
                  <a:pt x="42564" y="18414"/>
                </a:lnTo>
                <a:lnTo>
                  <a:pt x="42564" y="16880"/>
                </a:lnTo>
                <a:lnTo>
                  <a:pt x="41497" y="15779"/>
                </a:lnTo>
                <a:close/>
                <a:moveTo>
                  <a:pt x="42364" y="19782"/>
                </a:moveTo>
                <a:lnTo>
                  <a:pt x="44366" y="19782"/>
                </a:lnTo>
                <a:lnTo>
                  <a:pt x="45767" y="21216"/>
                </a:lnTo>
                <a:lnTo>
                  <a:pt x="45767" y="23051"/>
                </a:lnTo>
                <a:lnTo>
                  <a:pt x="43798" y="21083"/>
                </a:lnTo>
                <a:lnTo>
                  <a:pt x="43665" y="21083"/>
                </a:lnTo>
                <a:lnTo>
                  <a:pt x="41030" y="21083"/>
                </a:lnTo>
                <a:close/>
                <a:moveTo>
                  <a:pt x="40229" y="21883"/>
                </a:moveTo>
                <a:lnTo>
                  <a:pt x="43498" y="21883"/>
                </a:lnTo>
                <a:lnTo>
                  <a:pt x="45767" y="24185"/>
                </a:lnTo>
                <a:lnTo>
                  <a:pt x="45767" y="26553"/>
                </a:lnTo>
                <a:lnTo>
                  <a:pt x="42798" y="23551"/>
                </a:lnTo>
                <a:lnTo>
                  <a:pt x="42631" y="23551"/>
                </a:lnTo>
                <a:lnTo>
                  <a:pt x="38561" y="23551"/>
                </a:lnTo>
                <a:close/>
                <a:moveTo>
                  <a:pt x="37761" y="24352"/>
                </a:moveTo>
                <a:lnTo>
                  <a:pt x="42464" y="24352"/>
                </a:lnTo>
                <a:lnTo>
                  <a:pt x="45767" y="27654"/>
                </a:lnTo>
                <a:lnTo>
                  <a:pt x="45767" y="29822"/>
                </a:lnTo>
                <a:lnTo>
                  <a:pt x="41830" y="25886"/>
                </a:lnTo>
                <a:lnTo>
                  <a:pt x="41664" y="25886"/>
                </a:lnTo>
                <a:lnTo>
                  <a:pt x="36260" y="25886"/>
                </a:lnTo>
                <a:close/>
                <a:moveTo>
                  <a:pt x="34892" y="25786"/>
                </a:moveTo>
                <a:lnTo>
                  <a:pt x="32857" y="25786"/>
                </a:lnTo>
                <a:lnTo>
                  <a:pt x="31189" y="24085"/>
                </a:lnTo>
                <a:lnTo>
                  <a:pt x="31189" y="16346"/>
                </a:lnTo>
                <a:lnTo>
                  <a:pt x="34892" y="20049"/>
                </a:lnTo>
                <a:close/>
                <a:moveTo>
                  <a:pt x="30389" y="24085"/>
                </a:moveTo>
                <a:lnTo>
                  <a:pt x="28721" y="25786"/>
                </a:lnTo>
                <a:lnTo>
                  <a:pt x="26653" y="25786"/>
                </a:lnTo>
                <a:lnTo>
                  <a:pt x="26653" y="20049"/>
                </a:lnTo>
                <a:lnTo>
                  <a:pt x="30389" y="16346"/>
                </a:lnTo>
                <a:lnTo>
                  <a:pt x="30389" y="24085"/>
                </a:lnTo>
                <a:close/>
                <a:moveTo>
                  <a:pt x="19748" y="35693"/>
                </a:moveTo>
                <a:lnTo>
                  <a:pt x="19881" y="35693"/>
                </a:lnTo>
                <a:lnTo>
                  <a:pt x="25319" y="35693"/>
                </a:lnTo>
                <a:lnTo>
                  <a:pt x="23784" y="37228"/>
                </a:lnTo>
                <a:lnTo>
                  <a:pt x="19081" y="37228"/>
                </a:lnTo>
                <a:lnTo>
                  <a:pt x="15778" y="33892"/>
                </a:lnTo>
                <a:lnTo>
                  <a:pt x="15778" y="31757"/>
                </a:lnTo>
                <a:close/>
                <a:moveTo>
                  <a:pt x="18781" y="38028"/>
                </a:moveTo>
                <a:lnTo>
                  <a:pt x="18947" y="38028"/>
                </a:lnTo>
                <a:lnTo>
                  <a:pt x="22984" y="38028"/>
                </a:lnTo>
                <a:lnTo>
                  <a:pt x="21316" y="39696"/>
                </a:lnTo>
                <a:lnTo>
                  <a:pt x="18080" y="39696"/>
                </a:lnTo>
                <a:lnTo>
                  <a:pt x="15778" y="37394"/>
                </a:lnTo>
                <a:lnTo>
                  <a:pt x="15778" y="35026"/>
                </a:lnTo>
                <a:close/>
                <a:moveTo>
                  <a:pt x="14978" y="40363"/>
                </a:moveTo>
                <a:lnTo>
                  <a:pt x="13577" y="41797"/>
                </a:lnTo>
                <a:lnTo>
                  <a:pt x="11542" y="41797"/>
                </a:lnTo>
                <a:lnTo>
                  <a:pt x="10241" y="40463"/>
                </a:lnTo>
                <a:lnTo>
                  <a:pt x="13010" y="40463"/>
                </a:lnTo>
                <a:lnTo>
                  <a:pt x="14978" y="38495"/>
                </a:lnTo>
                <a:lnTo>
                  <a:pt x="14978" y="40363"/>
                </a:lnTo>
                <a:close/>
                <a:moveTo>
                  <a:pt x="11776" y="43132"/>
                </a:moveTo>
                <a:lnTo>
                  <a:pt x="14411" y="45800"/>
                </a:lnTo>
                <a:lnTo>
                  <a:pt x="10675" y="45800"/>
                </a:lnTo>
                <a:lnTo>
                  <a:pt x="11776" y="44700"/>
                </a:lnTo>
                <a:lnTo>
                  <a:pt x="11776" y="43132"/>
                </a:lnTo>
                <a:close/>
                <a:moveTo>
                  <a:pt x="14978" y="47135"/>
                </a:moveTo>
                <a:lnTo>
                  <a:pt x="14978" y="50871"/>
                </a:lnTo>
                <a:lnTo>
                  <a:pt x="14011" y="49903"/>
                </a:lnTo>
                <a:lnTo>
                  <a:pt x="13744" y="49770"/>
                </a:lnTo>
                <a:lnTo>
                  <a:pt x="12343" y="49770"/>
                </a:lnTo>
                <a:close/>
                <a:moveTo>
                  <a:pt x="15778" y="52005"/>
                </a:moveTo>
                <a:lnTo>
                  <a:pt x="17213" y="50570"/>
                </a:lnTo>
                <a:lnTo>
                  <a:pt x="19214" y="50570"/>
                </a:lnTo>
                <a:lnTo>
                  <a:pt x="20549" y="51905"/>
                </a:lnTo>
                <a:lnTo>
                  <a:pt x="17747" y="51905"/>
                </a:lnTo>
                <a:lnTo>
                  <a:pt x="15778" y="53873"/>
                </a:lnTo>
                <a:close/>
                <a:moveTo>
                  <a:pt x="18080" y="52672"/>
                </a:moveTo>
                <a:lnTo>
                  <a:pt x="21316" y="52672"/>
                </a:lnTo>
                <a:lnTo>
                  <a:pt x="23017" y="54340"/>
                </a:lnTo>
                <a:lnTo>
                  <a:pt x="18947" y="54340"/>
                </a:lnTo>
                <a:lnTo>
                  <a:pt x="18647" y="54473"/>
                </a:lnTo>
                <a:lnTo>
                  <a:pt x="15778" y="57342"/>
                </a:lnTo>
                <a:lnTo>
                  <a:pt x="15778" y="54974"/>
                </a:lnTo>
                <a:close/>
                <a:moveTo>
                  <a:pt x="19081" y="55140"/>
                </a:moveTo>
                <a:lnTo>
                  <a:pt x="23784" y="55140"/>
                </a:lnTo>
                <a:lnTo>
                  <a:pt x="25319" y="56675"/>
                </a:lnTo>
                <a:lnTo>
                  <a:pt x="19748" y="56675"/>
                </a:lnTo>
                <a:lnTo>
                  <a:pt x="15778" y="60611"/>
                </a:lnTo>
                <a:lnTo>
                  <a:pt x="15778" y="58443"/>
                </a:lnTo>
                <a:close/>
                <a:moveTo>
                  <a:pt x="19748" y="66482"/>
                </a:moveTo>
                <a:lnTo>
                  <a:pt x="25319" y="66482"/>
                </a:lnTo>
                <a:lnTo>
                  <a:pt x="23784" y="68016"/>
                </a:lnTo>
                <a:lnTo>
                  <a:pt x="19081" y="68016"/>
                </a:lnTo>
                <a:lnTo>
                  <a:pt x="15778" y="64714"/>
                </a:lnTo>
                <a:lnTo>
                  <a:pt x="15778" y="62546"/>
                </a:lnTo>
                <a:close/>
                <a:moveTo>
                  <a:pt x="18647" y="68683"/>
                </a:moveTo>
                <a:lnTo>
                  <a:pt x="18947" y="68817"/>
                </a:lnTo>
                <a:lnTo>
                  <a:pt x="22984" y="68817"/>
                </a:lnTo>
                <a:lnTo>
                  <a:pt x="21316" y="70485"/>
                </a:lnTo>
                <a:lnTo>
                  <a:pt x="18080" y="70485"/>
                </a:lnTo>
                <a:lnTo>
                  <a:pt x="15778" y="68183"/>
                </a:lnTo>
                <a:lnTo>
                  <a:pt x="15778" y="65815"/>
                </a:lnTo>
                <a:close/>
                <a:moveTo>
                  <a:pt x="14978" y="71152"/>
                </a:moveTo>
                <a:lnTo>
                  <a:pt x="13577" y="72586"/>
                </a:lnTo>
                <a:lnTo>
                  <a:pt x="11542" y="72586"/>
                </a:lnTo>
                <a:lnTo>
                  <a:pt x="10241" y="71285"/>
                </a:lnTo>
                <a:lnTo>
                  <a:pt x="13010" y="71285"/>
                </a:lnTo>
                <a:lnTo>
                  <a:pt x="14978" y="69317"/>
                </a:lnTo>
                <a:lnTo>
                  <a:pt x="14978" y="71152"/>
                </a:lnTo>
                <a:close/>
                <a:moveTo>
                  <a:pt x="11776" y="75321"/>
                </a:moveTo>
                <a:lnTo>
                  <a:pt x="11776" y="73954"/>
                </a:lnTo>
                <a:lnTo>
                  <a:pt x="14411" y="76589"/>
                </a:lnTo>
                <a:lnTo>
                  <a:pt x="10675" y="76589"/>
                </a:lnTo>
                <a:lnTo>
                  <a:pt x="11675" y="75588"/>
                </a:lnTo>
                <a:close/>
                <a:moveTo>
                  <a:pt x="14444" y="77356"/>
                </a:moveTo>
                <a:lnTo>
                  <a:pt x="11776" y="80025"/>
                </a:lnTo>
                <a:lnTo>
                  <a:pt x="11776" y="78457"/>
                </a:lnTo>
                <a:lnTo>
                  <a:pt x="10675" y="77356"/>
                </a:lnTo>
                <a:close/>
                <a:moveTo>
                  <a:pt x="14978" y="77923"/>
                </a:moveTo>
                <a:lnTo>
                  <a:pt x="14978" y="81659"/>
                </a:lnTo>
                <a:lnTo>
                  <a:pt x="14011" y="80692"/>
                </a:lnTo>
                <a:lnTo>
                  <a:pt x="13744" y="80559"/>
                </a:lnTo>
                <a:lnTo>
                  <a:pt x="12343" y="80559"/>
                </a:lnTo>
                <a:close/>
                <a:moveTo>
                  <a:pt x="15778" y="82794"/>
                </a:moveTo>
                <a:lnTo>
                  <a:pt x="17213" y="81359"/>
                </a:lnTo>
                <a:lnTo>
                  <a:pt x="19214" y="81359"/>
                </a:lnTo>
                <a:lnTo>
                  <a:pt x="20549" y="82693"/>
                </a:lnTo>
                <a:lnTo>
                  <a:pt x="17913" y="82693"/>
                </a:lnTo>
                <a:lnTo>
                  <a:pt x="17747" y="82693"/>
                </a:lnTo>
                <a:lnTo>
                  <a:pt x="15778" y="84662"/>
                </a:lnTo>
                <a:close/>
                <a:moveTo>
                  <a:pt x="18080" y="83461"/>
                </a:moveTo>
                <a:lnTo>
                  <a:pt x="21316" y="83461"/>
                </a:lnTo>
                <a:lnTo>
                  <a:pt x="23017" y="85162"/>
                </a:lnTo>
                <a:lnTo>
                  <a:pt x="18947" y="85162"/>
                </a:lnTo>
                <a:lnTo>
                  <a:pt x="18781" y="85162"/>
                </a:lnTo>
                <a:lnTo>
                  <a:pt x="15778" y="88131"/>
                </a:lnTo>
                <a:lnTo>
                  <a:pt x="15778" y="85762"/>
                </a:lnTo>
                <a:close/>
                <a:moveTo>
                  <a:pt x="19081" y="85929"/>
                </a:moveTo>
                <a:lnTo>
                  <a:pt x="23784" y="85929"/>
                </a:lnTo>
                <a:lnTo>
                  <a:pt x="25319" y="87464"/>
                </a:lnTo>
                <a:lnTo>
                  <a:pt x="19881" y="87464"/>
                </a:lnTo>
                <a:lnTo>
                  <a:pt x="19748" y="87464"/>
                </a:lnTo>
                <a:lnTo>
                  <a:pt x="15778" y="91400"/>
                </a:lnTo>
                <a:lnTo>
                  <a:pt x="15778" y="89265"/>
                </a:lnTo>
                <a:close/>
                <a:moveTo>
                  <a:pt x="26653" y="97371"/>
                </a:moveTo>
                <a:lnTo>
                  <a:pt x="28721" y="97371"/>
                </a:lnTo>
                <a:lnTo>
                  <a:pt x="30389" y="99072"/>
                </a:lnTo>
                <a:lnTo>
                  <a:pt x="30389" y="106811"/>
                </a:lnTo>
                <a:lnTo>
                  <a:pt x="26653" y="103108"/>
                </a:lnTo>
                <a:lnTo>
                  <a:pt x="26653" y="97371"/>
                </a:lnTo>
                <a:close/>
                <a:moveTo>
                  <a:pt x="31189" y="99072"/>
                </a:moveTo>
                <a:lnTo>
                  <a:pt x="32857" y="97371"/>
                </a:lnTo>
                <a:lnTo>
                  <a:pt x="34892" y="97371"/>
                </a:lnTo>
                <a:lnTo>
                  <a:pt x="34892" y="103108"/>
                </a:lnTo>
                <a:lnTo>
                  <a:pt x="31189" y="106811"/>
                </a:lnTo>
                <a:close/>
                <a:moveTo>
                  <a:pt x="43665" y="102074"/>
                </a:moveTo>
                <a:lnTo>
                  <a:pt x="43798" y="102074"/>
                </a:lnTo>
                <a:lnTo>
                  <a:pt x="45767" y="100106"/>
                </a:lnTo>
                <a:lnTo>
                  <a:pt x="45767" y="101974"/>
                </a:lnTo>
                <a:lnTo>
                  <a:pt x="44366" y="103375"/>
                </a:lnTo>
                <a:lnTo>
                  <a:pt x="42364" y="103375"/>
                </a:lnTo>
                <a:lnTo>
                  <a:pt x="41030" y="102074"/>
                </a:lnTo>
                <a:close/>
                <a:moveTo>
                  <a:pt x="42564" y="104743"/>
                </a:moveTo>
                <a:lnTo>
                  <a:pt x="45233" y="107378"/>
                </a:lnTo>
                <a:lnTo>
                  <a:pt x="41497" y="107378"/>
                </a:lnTo>
                <a:lnTo>
                  <a:pt x="42564" y="106277"/>
                </a:lnTo>
                <a:lnTo>
                  <a:pt x="42564" y="104743"/>
                </a:lnTo>
                <a:close/>
                <a:moveTo>
                  <a:pt x="45767" y="108712"/>
                </a:moveTo>
                <a:lnTo>
                  <a:pt x="45767" y="112448"/>
                </a:lnTo>
                <a:lnTo>
                  <a:pt x="44699" y="111381"/>
                </a:lnTo>
                <a:lnTo>
                  <a:pt x="43131" y="111381"/>
                </a:lnTo>
                <a:close/>
                <a:moveTo>
                  <a:pt x="46567" y="108712"/>
                </a:moveTo>
                <a:lnTo>
                  <a:pt x="49202" y="111381"/>
                </a:lnTo>
                <a:lnTo>
                  <a:pt x="47835" y="111381"/>
                </a:lnTo>
                <a:lnTo>
                  <a:pt x="47568" y="111481"/>
                </a:lnTo>
                <a:lnTo>
                  <a:pt x="46567" y="112448"/>
                </a:lnTo>
                <a:lnTo>
                  <a:pt x="46567" y="108712"/>
                </a:lnTo>
                <a:close/>
                <a:moveTo>
                  <a:pt x="47134" y="107378"/>
                </a:moveTo>
                <a:lnTo>
                  <a:pt x="49769" y="104743"/>
                </a:lnTo>
                <a:lnTo>
                  <a:pt x="49769" y="106277"/>
                </a:lnTo>
                <a:lnTo>
                  <a:pt x="50870" y="107378"/>
                </a:lnTo>
                <a:close/>
                <a:moveTo>
                  <a:pt x="46567" y="106811"/>
                </a:moveTo>
                <a:lnTo>
                  <a:pt x="46567" y="103075"/>
                </a:lnTo>
                <a:lnTo>
                  <a:pt x="47534" y="104042"/>
                </a:lnTo>
                <a:lnTo>
                  <a:pt x="47835" y="104175"/>
                </a:lnTo>
                <a:lnTo>
                  <a:pt x="49202" y="104175"/>
                </a:lnTo>
                <a:close/>
                <a:moveTo>
                  <a:pt x="57475" y="97371"/>
                </a:moveTo>
                <a:lnTo>
                  <a:pt x="59510" y="97371"/>
                </a:lnTo>
                <a:lnTo>
                  <a:pt x="61178" y="99072"/>
                </a:lnTo>
                <a:lnTo>
                  <a:pt x="61178" y="106811"/>
                </a:lnTo>
                <a:lnTo>
                  <a:pt x="57475" y="103108"/>
                </a:lnTo>
                <a:close/>
                <a:moveTo>
                  <a:pt x="61978" y="99072"/>
                </a:moveTo>
                <a:lnTo>
                  <a:pt x="63646" y="97371"/>
                </a:lnTo>
                <a:lnTo>
                  <a:pt x="65681" y="97371"/>
                </a:lnTo>
                <a:lnTo>
                  <a:pt x="65681" y="103108"/>
                </a:lnTo>
                <a:lnTo>
                  <a:pt x="61978" y="106811"/>
                </a:lnTo>
                <a:close/>
                <a:moveTo>
                  <a:pt x="74620" y="102074"/>
                </a:moveTo>
                <a:lnTo>
                  <a:pt x="76589" y="100106"/>
                </a:lnTo>
                <a:lnTo>
                  <a:pt x="76589" y="101974"/>
                </a:lnTo>
                <a:lnTo>
                  <a:pt x="75154" y="103375"/>
                </a:lnTo>
                <a:lnTo>
                  <a:pt x="73153" y="103375"/>
                </a:lnTo>
                <a:lnTo>
                  <a:pt x="71818" y="102074"/>
                </a:lnTo>
                <a:close/>
                <a:moveTo>
                  <a:pt x="73386" y="104743"/>
                </a:moveTo>
                <a:lnTo>
                  <a:pt x="76021" y="107378"/>
                </a:lnTo>
                <a:lnTo>
                  <a:pt x="72285" y="107378"/>
                </a:lnTo>
                <a:lnTo>
                  <a:pt x="73386" y="106277"/>
                </a:lnTo>
                <a:close/>
                <a:moveTo>
                  <a:pt x="76589" y="108712"/>
                </a:moveTo>
                <a:lnTo>
                  <a:pt x="76589" y="112448"/>
                </a:lnTo>
                <a:lnTo>
                  <a:pt x="75588" y="111481"/>
                </a:lnTo>
                <a:lnTo>
                  <a:pt x="75321" y="111381"/>
                </a:lnTo>
                <a:lnTo>
                  <a:pt x="73920" y="111381"/>
                </a:lnTo>
                <a:close/>
                <a:moveTo>
                  <a:pt x="77356" y="108712"/>
                </a:moveTo>
                <a:lnTo>
                  <a:pt x="80024" y="111381"/>
                </a:lnTo>
                <a:lnTo>
                  <a:pt x="78457" y="111381"/>
                </a:lnTo>
                <a:lnTo>
                  <a:pt x="77356" y="112448"/>
                </a:lnTo>
                <a:close/>
                <a:moveTo>
                  <a:pt x="77923" y="107378"/>
                </a:moveTo>
                <a:lnTo>
                  <a:pt x="80558" y="104743"/>
                </a:lnTo>
                <a:lnTo>
                  <a:pt x="80558" y="106277"/>
                </a:lnTo>
                <a:lnTo>
                  <a:pt x="81659" y="107378"/>
                </a:lnTo>
                <a:close/>
                <a:moveTo>
                  <a:pt x="80792" y="103375"/>
                </a:moveTo>
                <a:lnTo>
                  <a:pt x="78790" y="103375"/>
                </a:lnTo>
                <a:lnTo>
                  <a:pt x="77356" y="101941"/>
                </a:lnTo>
                <a:lnTo>
                  <a:pt x="77356" y="100106"/>
                </a:lnTo>
                <a:lnTo>
                  <a:pt x="79324" y="102074"/>
                </a:lnTo>
                <a:lnTo>
                  <a:pt x="79491" y="102074"/>
                </a:lnTo>
                <a:lnTo>
                  <a:pt x="82092" y="102074"/>
                </a:lnTo>
                <a:close/>
                <a:moveTo>
                  <a:pt x="82893" y="101273"/>
                </a:moveTo>
                <a:lnTo>
                  <a:pt x="79657" y="101273"/>
                </a:lnTo>
                <a:lnTo>
                  <a:pt x="77356" y="98972"/>
                </a:lnTo>
                <a:lnTo>
                  <a:pt x="77356" y="96603"/>
                </a:lnTo>
                <a:lnTo>
                  <a:pt x="80358" y="99606"/>
                </a:lnTo>
                <a:lnTo>
                  <a:pt x="80525" y="99606"/>
                </a:lnTo>
                <a:lnTo>
                  <a:pt x="84594" y="99606"/>
                </a:lnTo>
                <a:close/>
                <a:moveTo>
                  <a:pt x="85361" y="98805"/>
                </a:moveTo>
                <a:lnTo>
                  <a:pt x="80691" y="98805"/>
                </a:lnTo>
                <a:lnTo>
                  <a:pt x="77356" y="95503"/>
                </a:lnTo>
                <a:lnTo>
                  <a:pt x="77356" y="93334"/>
                </a:lnTo>
                <a:lnTo>
                  <a:pt x="81325" y="97271"/>
                </a:lnTo>
                <a:lnTo>
                  <a:pt x="81492" y="97271"/>
                </a:lnTo>
                <a:lnTo>
                  <a:pt x="86896" y="97271"/>
                </a:lnTo>
                <a:close/>
                <a:moveTo>
                  <a:pt x="88264" y="97371"/>
                </a:moveTo>
                <a:lnTo>
                  <a:pt x="90298" y="97371"/>
                </a:lnTo>
                <a:lnTo>
                  <a:pt x="91966" y="99072"/>
                </a:lnTo>
                <a:lnTo>
                  <a:pt x="91966" y="106811"/>
                </a:lnTo>
                <a:lnTo>
                  <a:pt x="88264" y="103108"/>
                </a:lnTo>
                <a:close/>
                <a:moveTo>
                  <a:pt x="92767" y="99072"/>
                </a:moveTo>
                <a:lnTo>
                  <a:pt x="94435" y="97371"/>
                </a:lnTo>
                <a:lnTo>
                  <a:pt x="96469" y="97371"/>
                </a:lnTo>
                <a:lnTo>
                  <a:pt x="96469" y="103108"/>
                </a:lnTo>
                <a:lnTo>
                  <a:pt x="92767" y="106811"/>
                </a:lnTo>
                <a:close/>
                <a:moveTo>
                  <a:pt x="105242" y="102074"/>
                </a:moveTo>
                <a:lnTo>
                  <a:pt x="105409" y="102074"/>
                </a:lnTo>
                <a:lnTo>
                  <a:pt x="107377" y="100106"/>
                </a:lnTo>
                <a:lnTo>
                  <a:pt x="107377" y="101974"/>
                </a:lnTo>
                <a:lnTo>
                  <a:pt x="105943" y="103375"/>
                </a:lnTo>
                <a:lnTo>
                  <a:pt x="103941" y="103375"/>
                </a:lnTo>
                <a:lnTo>
                  <a:pt x="102607" y="102074"/>
                </a:lnTo>
                <a:close/>
                <a:moveTo>
                  <a:pt x="104175" y="104743"/>
                </a:moveTo>
                <a:lnTo>
                  <a:pt x="106810" y="107378"/>
                </a:lnTo>
                <a:lnTo>
                  <a:pt x="103074" y="107378"/>
                </a:lnTo>
                <a:lnTo>
                  <a:pt x="104175" y="106277"/>
                </a:lnTo>
                <a:close/>
                <a:moveTo>
                  <a:pt x="107377" y="108712"/>
                </a:moveTo>
                <a:lnTo>
                  <a:pt x="107377" y="112448"/>
                </a:lnTo>
                <a:lnTo>
                  <a:pt x="106276" y="111381"/>
                </a:lnTo>
                <a:lnTo>
                  <a:pt x="104709" y="111381"/>
                </a:lnTo>
                <a:close/>
                <a:moveTo>
                  <a:pt x="108144" y="108712"/>
                </a:moveTo>
                <a:lnTo>
                  <a:pt x="110813" y="111381"/>
                </a:lnTo>
                <a:lnTo>
                  <a:pt x="109412" y="111381"/>
                </a:lnTo>
                <a:lnTo>
                  <a:pt x="109145" y="111481"/>
                </a:lnTo>
                <a:lnTo>
                  <a:pt x="108144" y="112448"/>
                </a:lnTo>
                <a:lnTo>
                  <a:pt x="108144" y="108712"/>
                </a:lnTo>
                <a:close/>
                <a:moveTo>
                  <a:pt x="108711" y="107378"/>
                </a:moveTo>
                <a:lnTo>
                  <a:pt x="111347" y="104743"/>
                </a:lnTo>
                <a:lnTo>
                  <a:pt x="111347" y="106277"/>
                </a:lnTo>
                <a:lnTo>
                  <a:pt x="112447" y="107378"/>
                </a:lnTo>
                <a:close/>
                <a:moveTo>
                  <a:pt x="108144" y="106811"/>
                </a:moveTo>
                <a:lnTo>
                  <a:pt x="108144" y="103075"/>
                </a:lnTo>
                <a:lnTo>
                  <a:pt x="109145" y="104042"/>
                </a:lnTo>
                <a:lnTo>
                  <a:pt x="109412" y="104175"/>
                </a:lnTo>
                <a:lnTo>
                  <a:pt x="110813" y="104175"/>
                </a:lnTo>
                <a:close/>
                <a:moveTo>
                  <a:pt x="119052" y="97371"/>
                </a:moveTo>
                <a:lnTo>
                  <a:pt x="121087" y="97371"/>
                </a:lnTo>
                <a:lnTo>
                  <a:pt x="122755" y="99072"/>
                </a:lnTo>
                <a:lnTo>
                  <a:pt x="122755" y="106811"/>
                </a:lnTo>
                <a:lnTo>
                  <a:pt x="119052" y="103108"/>
                </a:lnTo>
                <a:close/>
                <a:moveTo>
                  <a:pt x="123555" y="99072"/>
                </a:moveTo>
                <a:lnTo>
                  <a:pt x="125223" y="97371"/>
                </a:lnTo>
                <a:lnTo>
                  <a:pt x="127258" y="97371"/>
                </a:lnTo>
                <a:lnTo>
                  <a:pt x="127258" y="103108"/>
                </a:lnTo>
                <a:lnTo>
                  <a:pt x="123555" y="106811"/>
                </a:lnTo>
                <a:lnTo>
                  <a:pt x="123555" y="99072"/>
                </a:lnTo>
                <a:close/>
                <a:moveTo>
                  <a:pt x="136198" y="102074"/>
                </a:moveTo>
                <a:lnTo>
                  <a:pt x="138166" y="100106"/>
                </a:lnTo>
                <a:lnTo>
                  <a:pt x="138166" y="101974"/>
                </a:lnTo>
                <a:lnTo>
                  <a:pt x="136731" y="103375"/>
                </a:lnTo>
                <a:lnTo>
                  <a:pt x="134730" y="103375"/>
                </a:lnTo>
                <a:lnTo>
                  <a:pt x="133396" y="102074"/>
                </a:lnTo>
                <a:close/>
                <a:moveTo>
                  <a:pt x="134964" y="104743"/>
                </a:moveTo>
                <a:lnTo>
                  <a:pt x="137599" y="107378"/>
                </a:lnTo>
                <a:lnTo>
                  <a:pt x="133863" y="107378"/>
                </a:lnTo>
                <a:lnTo>
                  <a:pt x="134964" y="106277"/>
                </a:lnTo>
                <a:lnTo>
                  <a:pt x="134964" y="104743"/>
                </a:lnTo>
                <a:close/>
                <a:moveTo>
                  <a:pt x="138166" y="108712"/>
                </a:moveTo>
                <a:lnTo>
                  <a:pt x="138166" y="112448"/>
                </a:lnTo>
                <a:lnTo>
                  <a:pt x="137165" y="111481"/>
                </a:lnTo>
                <a:lnTo>
                  <a:pt x="136898" y="111381"/>
                </a:lnTo>
                <a:lnTo>
                  <a:pt x="135531" y="111381"/>
                </a:lnTo>
                <a:close/>
                <a:moveTo>
                  <a:pt x="138933" y="108712"/>
                </a:moveTo>
                <a:lnTo>
                  <a:pt x="141602" y="111381"/>
                </a:lnTo>
                <a:lnTo>
                  <a:pt x="140034" y="111381"/>
                </a:lnTo>
                <a:lnTo>
                  <a:pt x="138933" y="112448"/>
                </a:lnTo>
                <a:close/>
                <a:moveTo>
                  <a:pt x="139500" y="107378"/>
                </a:moveTo>
                <a:lnTo>
                  <a:pt x="142135" y="104743"/>
                </a:lnTo>
                <a:lnTo>
                  <a:pt x="142135" y="106277"/>
                </a:lnTo>
                <a:lnTo>
                  <a:pt x="143236" y="107378"/>
                </a:lnTo>
                <a:close/>
                <a:moveTo>
                  <a:pt x="142369" y="103375"/>
                </a:moveTo>
                <a:lnTo>
                  <a:pt x="140367" y="103375"/>
                </a:lnTo>
                <a:lnTo>
                  <a:pt x="138933" y="101941"/>
                </a:lnTo>
                <a:lnTo>
                  <a:pt x="138933" y="100106"/>
                </a:lnTo>
                <a:lnTo>
                  <a:pt x="140901" y="102074"/>
                </a:lnTo>
                <a:lnTo>
                  <a:pt x="141068" y="102074"/>
                </a:lnTo>
                <a:lnTo>
                  <a:pt x="143703" y="102074"/>
                </a:lnTo>
                <a:close/>
                <a:moveTo>
                  <a:pt x="144504" y="101273"/>
                </a:moveTo>
                <a:lnTo>
                  <a:pt x="141235" y="101273"/>
                </a:lnTo>
                <a:lnTo>
                  <a:pt x="138933" y="98972"/>
                </a:lnTo>
                <a:lnTo>
                  <a:pt x="138933" y="96603"/>
                </a:lnTo>
                <a:lnTo>
                  <a:pt x="141935" y="99606"/>
                </a:lnTo>
                <a:lnTo>
                  <a:pt x="142102" y="99606"/>
                </a:lnTo>
                <a:lnTo>
                  <a:pt x="146172" y="99606"/>
                </a:lnTo>
                <a:close/>
                <a:moveTo>
                  <a:pt x="146939" y="98805"/>
                </a:moveTo>
                <a:lnTo>
                  <a:pt x="142269" y="98805"/>
                </a:lnTo>
                <a:lnTo>
                  <a:pt x="138933" y="95503"/>
                </a:lnTo>
                <a:lnTo>
                  <a:pt x="138933" y="93334"/>
                </a:lnTo>
                <a:lnTo>
                  <a:pt x="142903" y="97271"/>
                </a:lnTo>
                <a:lnTo>
                  <a:pt x="143069" y="97271"/>
                </a:lnTo>
                <a:lnTo>
                  <a:pt x="148473" y="97271"/>
                </a:lnTo>
                <a:close/>
                <a:moveTo>
                  <a:pt x="149841" y="97371"/>
                </a:moveTo>
                <a:lnTo>
                  <a:pt x="151876" y="97371"/>
                </a:lnTo>
                <a:lnTo>
                  <a:pt x="153543" y="99072"/>
                </a:lnTo>
                <a:lnTo>
                  <a:pt x="153543" y="106811"/>
                </a:lnTo>
                <a:lnTo>
                  <a:pt x="149841" y="103108"/>
                </a:lnTo>
                <a:lnTo>
                  <a:pt x="149841" y="97371"/>
                </a:lnTo>
                <a:close/>
                <a:moveTo>
                  <a:pt x="154344" y="99072"/>
                </a:moveTo>
                <a:lnTo>
                  <a:pt x="156012" y="97371"/>
                </a:lnTo>
                <a:lnTo>
                  <a:pt x="158047" y="97371"/>
                </a:lnTo>
                <a:lnTo>
                  <a:pt x="158047" y="103108"/>
                </a:lnTo>
                <a:lnTo>
                  <a:pt x="154344" y="106811"/>
                </a:lnTo>
                <a:lnTo>
                  <a:pt x="154344" y="99072"/>
                </a:lnTo>
                <a:close/>
                <a:moveTo>
                  <a:pt x="166820" y="102074"/>
                </a:moveTo>
                <a:lnTo>
                  <a:pt x="166986" y="102074"/>
                </a:lnTo>
                <a:lnTo>
                  <a:pt x="168954" y="100106"/>
                </a:lnTo>
                <a:lnTo>
                  <a:pt x="168954" y="101974"/>
                </a:lnTo>
                <a:lnTo>
                  <a:pt x="167520" y="103375"/>
                </a:lnTo>
                <a:lnTo>
                  <a:pt x="165519" y="103375"/>
                </a:lnTo>
                <a:lnTo>
                  <a:pt x="164184" y="102074"/>
                </a:lnTo>
                <a:close/>
                <a:moveTo>
                  <a:pt x="165752" y="104743"/>
                </a:moveTo>
                <a:lnTo>
                  <a:pt x="168387" y="107378"/>
                </a:lnTo>
                <a:lnTo>
                  <a:pt x="164651" y="107378"/>
                </a:lnTo>
                <a:lnTo>
                  <a:pt x="165752" y="106277"/>
                </a:lnTo>
                <a:lnTo>
                  <a:pt x="165752" y="104743"/>
                </a:lnTo>
                <a:close/>
                <a:moveTo>
                  <a:pt x="168954" y="108712"/>
                </a:moveTo>
                <a:lnTo>
                  <a:pt x="168954" y="112448"/>
                </a:lnTo>
                <a:lnTo>
                  <a:pt x="167854" y="111381"/>
                </a:lnTo>
                <a:lnTo>
                  <a:pt x="166319" y="111381"/>
                </a:lnTo>
                <a:close/>
                <a:moveTo>
                  <a:pt x="169755" y="108712"/>
                </a:moveTo>
                <a:lnTo>
                  <a:pt x="172390" y="111381"/>
                </a:lnTo>
                <a:lnTo>
                  <a:pt x="170989" y="111381"/>
                </a:lnTo>
                <a:lnTo>
                  <a:pt x="170722" y="111481"/>
                </a:lnTo>
                <a:lnTo>
                  <a:pt x="169755" y="112448"/>
                </a:lnTo>
                <a:lnTo>
                  <a:pt x="169755" y="108712"/>
                </a:lnTo>
                <a:close/>
                <a:moveTo>
                  <a:pt x="170289" y="107378"/>
                </a:moveTo>
                <a:lnTo>
                  <a:pt x="172957" y="104743"/>
                </a:lnTo>
                <a:lnTo>
                  <a:pt x="172957" y="106277"/>
                </a:lnTo>
                <a:lnTo>
                  <a:pt x="174025" y="107378"/>
                </a:lnTo>
                <a:close/>
                <a:moveTo>
                  <a:pt x="169755" y="106811"/>
                </a:moveTo>
                <a:lnTo>
                  <a:pt x="169755" y="103075"/>
                </a:lnTo>
                <a:lnTo>
                  <a:pt x="170722" y="104042"/>
                </a:lnTo>
                <a:lnTo>
                  <a:pt x="170989" y="104175"/>
                </a:lnTo>
                <a:lnTo>
                  <a:pt x="172390" y="104175"/>
                </a:lnTo>
                <a:close/>
                <a:moveTo>
                  <a:pt x="180629" y="97371"/>
                </a:moveTo>
                <a:lnTo>
                  <a:pt x="182664" y="97371"/>
                </a:lnTo>
                <a:lnTo>
                  <a:pt x="184332" y="99072"/>
                </a:lnTo>
                <a:lnTo>
                  <a:pt x="184332" y="106811"/>
                </a:lnTo>
                <a:lnTo>
                  <a:pt x="180629" y="103108"/>
                </a:lnTo>
                <a:lnTo>
                  <a:pt x="180629" y="97371"/>
                </a:lnTo>
                <a:close/>
                <a:moveTo>
                  <a:pt x="185133" y="99072"/>
                </a:moveTo>
                <a:lnTo>
                  <a:pt x="186801" y="97371"/>
                </a:lnTo>
                <a:lnTo>
                  <a:pt x="188835" y="97371"/>
                </a:lnTo>
                <a:lnTo>
                  <a:pt x="188835" y="103108"/>
                </a:lnTo>
                <a:lnTo>
                  <a:pt x="185133" y="106811"/>
                </a:lnTo>
                <a:lnTo>
                  <a:pt x="185133" y="99072"/>
                </a:lnTo>
                <a:close/>
                <a:moveTo>
                  <a:pt x="197775" y="102074"/>
                </a:moveTo>
                <a:lnTo>
                  <a:pt x="199743" y="100106"/>
                </a:lnTo>
                <a:lnTo>
                  <a:pt x="199743" y="101974"/>
                </a:lnTo>
                <a:lnTo>
                  <a:pt x="198309" y="103375"/>
                </a:lnTo>
                <a:lnTo>
                  <a:pt x="196307" y="103375"/>
                </a:lnTo>
                <a:lnTo>
                  <a:pt x="194973" y="102074"/>
                </a:lnTo>
                <a:close/>
                <a:moveTo>
                  <a:pt x="196541" y="104743"/>
                </a:moveTo>
                <a:lnTo>
                  <a:pt x="199176" y="107378"/>
                </a:lnTo>
                <a:lnTo>
                  <a:pt x="195440" y="107378"/>
                </a:lnTo>
                <a:lnTo>
                  <a:pt x="196541" y="106277"/>
                </a:lnTo>
                <a:lnTo>
                  <a:pt x="196541" y="104743"/>
                </a:lnTo>
                <a:close/>
                <a:moveTo>
                  <a:pt x="199743" y="108712"/>
                </a:moveTo>
                <a:lnTo>
                  <a:pt x="199743" y="112448"/>
                </a:lnTo>
                <a:lnTo>
                  <a:pt x="198776" y="111481"/>
                </a:lnTo>
                <a:lnTo>
                  <a:pt x="198476" y="111381"/>
                </a:lnTo>
                <a:lnTo>
                  <a:pt x="197108" y="111381"/>
                </a:lnTo>
                <a:close/>
                <a:moveTo>
                  <a:pt x="200544" y="108712"/>
                </a:moveTo>
                <a:lnTo>
                  <a:pt x="203179" y="111381"/>
                </a:lnTo>
                <a:lnTo>
                  <a:pt x="201644" y="111381"/>
                </a:lnTo>
                <a:lnTo>
                  <a:pt x="200544" y="112448"/>
                </a:lnTo>
                <a:close/>
                <a:moveTo>
                  <a:pt x="201077" y="107378"/>
                </a:moveTo>
                <a:lnTo>
                  <a:pt x="203746" y="104743"/>
                </a:lnTo>
                <a:lnTo>
                  <a:pt x="203746" y="106277"/>
                </a:lnTo>
                <a:lnTo>
                  <a:pt x="204847" y="107378"/>
                </a:lnTo>
                <a:close/>
                <a:moveTo>
                  <a:pt x="203979" y="103375"/>
                </a:moveTo>
                <a:lnTo>
                  <a:pt x="201945" y="103375"/>
                </a:lnTo>
                <a:lnTo>
                  <a:pt x="200544" y="101941"/>
                </a:lnTo>
                <a:lnTo>
                  <a:pt x="200544" y="100106"/>
                </a:lnTo>
                <a:lnTo>
                  <a:pt x="202512" y="102074"/>
                </a:lnTo>
                <a:lnTo>
                  <a:pt x="202645" y="102074"/>
                </a:lnTo>
                <a:lnTo>
                  <a:pt x="205280" y="102074"/>
                </a:lnTo>
                <a:close/>
                <a:moveTo>
                  <a:pt x="206081" y="101273"/>
                </a:moveTo>
                <a:lnTo>
                  <a:pt x="202812" y="101273"/>
                </a:lnTo>
                <a:lnTo>
                  <a:pt x="200544" y="98972"/>
                </a:lnTo>
                <a:lnTo>
                  <a:pt x="200544" y="96603"/>
                </a:lnTo>
                <a:lnTo>
                  <a:pt x="203512" y="99606"/>
                </a:lnTo>
                <a:lnTo>
                  <a:pt x="203679" y="99606"/>
                </a:lnTo>
                <a:lnTo>
                  <a:pt x="207749" y="99606"/>
                </a:lnTo>
                <a:close/>
                <a:moveTo>
                  <a:pt x="208549" y="98805"/>
                </a:moveTo>
                <a:lnTo>
                  <a:pt x="203846" y="98805"/>
                </a:lnTo>
                <a:lnTo>
                  <a:pt x="200544" y="95503"/>
                </a:lnTo>
                <a:lnTo>
                  <a:pt x="200544" y="93334"/>
                </a:lnTo>
                <a:lnTo>
                  <a:pt x="204480" y="97271"/>
                </a:lnTo>
                <a:lnTo>
                  <a:pt x="204647" y="97271"/>
                </a:lnTo>
                <a:lnTo>
                  <a:pt x="210084" y="97271"/>
                </a:lnTo>
                <a:close/>
                <a:moveTo>
                  <a:pt x="211418" y="97371"/>
                </a:moveTo>
                <a:lnTo>
                  <a:pt x="213453" y="97371"/>
                </a:lnTo>
                <a:lnTo>
                  <a:pt x="215154" y="99072"/>
                </a:lnTo>
                <a:lnTo>
                  <a:pt x="215154" y="106811"/>
                </a:lnTo>
                <a:lnTo>
                  <a:pt x="211418" y="103108"/>
                </a:lnTo>
                <a:lnTo>
                  <a:pt x="211418" y="97371"/>
                </a:lnTo>
                <a:close/>
                <a:moveTo>
                  <a:pt x="215921" y="99072"/>
                </a:moveTo>
                <a:lnTo>
                  <a:pt x="217623" y="97371"/>
                </a:lnTo>
                <a:lnTo>
                  <a:pt x="219657" y="97371"/>
                </a:lnTo>
                <a:lnTo>
                  <a:pt x="219657" y="103108"/>
                </a:lnTo>
                <a:lnTo>
                  <a:pt x="215921" y="106811"/>
                </a:lnTo>
                <a:lnTo>
                  <a:pt x="215921" y="99072"/>
                </a:lnTo>
                <a:close/>
                <a:moveTo>
                  <a:pt x="226596" y="87464"/>
                </a:moveTo>
                <a:lnTo>
                  <a:pt x="226429" y="87464"/>
                </a:lnTo>
                <a:lnTo>
                  <a:pt x="220992" y="87464"/>
                </a:lnTo>
                <a:lnTo>
                  <a:pt x="222526" y="85929"/>
                </a:lnTo>
                <a:lnTo>
                  <a:pt x="227229" y="85929"/>
                </a:lnTo>
                <a:lnTo>
                  <a:pt x="230532" y="89265"/>
                </a:lnTo>
                <a:lnTo>
                  <a:pt x="230532" y="91400"/>
                </a:lnTo>
                <a:close/>
                <a:moveTo>
                  <a:pt x="227530" y="85162"/>
                </a:moveTo>
                <a:lnTo>
                  <a:pt x="227396" y="85162"/>
                </a:lnTo>
                <a:lnTo>
                  <a:pt x="223327" y="85162"/>
                </a:lnTo>
                <a:lnTo>
                  <a:pt x="224995" y="83461"/>
                </a:lnTo>
                <a:lnTo>
                  <a:pt x="228230" y="83461"/>
                </a:lnTo>
                <a:lnTo>
                  <a:pt x="230532" y="85762"/>
                </a:lnTo>
                <a:lnTo>
                  <a:pt x="230532" y="88131"/>
                </a:lnTo>
                <a:close/>
                <a:moveTo>
                  <a:pt x="231332" y="82794"/>
                </a:moveTo>
                <a:lnTo>
                  <a:pt x="232733" y="81359"/>
                </a:lnTo>
                <a:lnTo>
                  <a:pt x="234768" y="81359"/>
                </a:lnTo>
                <a:lnTo>
                  <a:pt x="236069" y="82693"/>
                </a:lnTo>
                <a:lnTo>
                  <a:pt x="233300" y="82693"/>
                </a:lnTo>
                <a:lnTo>
                  <a:pt x="231332" y="84662"/>
                </a:lnTo>
                <a:lnTo>
                  <a:pt x="231332" y="82794"/>
                </a:lnTo>
                <a:close/>
                <a:moveTo>
                  <a:pt x="234535" y="80025"/>
                </a:moveTo>
                <a:lnTo>
                  <a:pt x="231899" y="77356"/>
                </a:lnTo>
                <a:lnTo>
                  <a:pt x="235635" y="77356"/>
                </a:lnTo>
                <a:lnTo>
                  <a:pt x="234535" y="78457"/>
                </a:lnTo>
                <a:close/>
                <a:moveTo>
                  <a:pt x="231332" y="76022"/>
                </a:moveTo>
                <a:lnTo>
                  <a:pt x="231332" y="72286"/>
                </a:lnTo>
                <a:lnTo>
                  <a:pt x="232300" y="73253"/>
                </a:lnTo>
                <a:lnTo>
                  <a:pt x="232567" y="73387"/>
                </a:lnTo>
                <a:lnTo>
                  <a:pt x="233968" y="73387"/>
                </a:lnTo>
                <a:close/>
                <a:moveTo>
                  <a:pt x="230532" y="71152"/>
                </a:moveTo>
                <a:lnTo>
                  <a:pt x="229097" y="72586"/>
                </a:lnTo>
                <a:lnTo>
                  <a:pt x="227096" y="72586"/>
                </a:lnTo>
                <a:lnTo>
                  <a:pt x="225762" y="71285"/>
                </a:lnTo>
                <a:lnTo>
                  <a:pt x="228564" y="71285"/>
                </a:lnTo>
                <a:lnTo>
                  <a:pt x="230532" y="69317"/>
                </a:lnTo>
                <a:close/>
                <a:moveTo>
                  <a:pt x="228230" y="70485"/>
                </a:moveTo>
                <a:lnTo>
                  <a:pt x="224995" y="70485"/>
                </a:lnTo>
                <a:lnTo>
                  <a:pt x="223327" y="68783"/>
                </a:lnTo>
                <a:lnTo>
                  <a:pt x="227363" y="68783"/>
                </a:lnTo>
                <a:lnTo>
                  <a:pt x="227663" y="68683"/>
                </a:lnTo>
                <a:lnTo>
                  <a:pt x="230532" y="65815"/>
                </a:lnTo>
                <a:lnTo>
                  <a:pt x="230532" y="68183"/>
                </a:lnTo>
                <a:close/>
                <a:moveTo>
                  <a:pt x="227229" y="68016"/>
                </a:moveTo>
                <a:lnTo>
                  <a:pt x="222526" y="68016"/>
                </a:lnTo>
                <a:lnTo>
                  <a:pt x="220992" y="66482"/>
                </a:lnTo>
                <a:lnTo>
                  <a:pt x="226596" y="66482"/>
                </a:lnTo>
                <a:lnTo>
                  <a:pt x="230532" y="62546"/>
                </a:lnTo>
                <a:lnTo>
                  <a:pt x="230532" y="64714"/>
                </a:lnTo>
                <a:close/>
                <a:moveTo>
                  <a:pt x="226596" y="56675"/>
                </a:moveTo>
                <a:lnTo>
                  <a:pt x="220992" y="56675"/>
                </a:lnTo>
                <a:lnTo>
                  <a:pt x="222526" y="55140"/>
                </a:lnTo>
                <a:lnTo>
                  <a:pt x="227229" y="55140"/>
                </a:lnTo>
                <a:lnTo>
                  <a:pt x="230532" y="58476"/>
                </a:lnTo>
                <a:lnTo>
                  <a:pt x="230532" y="60611"/>
                </a:lnTo>
                <a:close/>
                <a:moveTo>
                  <a:pt x="227663" y="54473"/>
                </a:moveTo>
                <a:lnTo>
                  <a:pt x="227396" y="54340"/>
                </a:lnTo>
                <a:lnTo>
                  <a:pt x="223327" y="54340"/>
                </a:lnTo>
                <a:lnTo>
                  <a:pt x="224995" y="52672"/>
                </a:lnTo>
                <a:lnTo>
                  <a:pt x="228230" y="52672"/>
                </a:lnTo>
                <a:lnTo>
                  <a:pt x="230532" y="54974"/>
                </a:lnTo>
                <a:lnTo>
                  <a:pt x="230532" y="57342"/>
                </a:lnTo>
                <a:close/>
                <a:moveTo>
                  <a:pt x="231332" y="52005"/>
                </a:moveTo>
                <a:lnTo>
                  <a:pt x="232733" y="50570"/>
                </a:lnTo>
                <a:lnTo>
                  <a:pt x="234768" y="50570"/>
                </a:lnTo>
                <a:lnTo>
                  <a:pt x="236069" y="51905"/>
                </a:lnTo>
                <a:lnTo>
                  <a:pt x="233300" y="51905"/>
                </a:lnTo>
                <a:lnTo>
                  <a:pt x="231332" y="53873"/>
                </a:lnTo>
                <a:lnTo>
                  <a:pt x="231332" y="52005"/>
                </a:lnTo>
                <a:close/>
                <a:moveTo>
                  <a:pt x="234535" y="47835"/>
                </a:moveTo>
                <a:lnTo>
                  <a:pt x="234535" y="49203"/>
                </a:lnTo>
                <a:lnTo>
                  <a:pt x="231899" y="46568"/>
                </a:lnTo>
                <a:lnTo>
                  <a:pt x="235635" y="46568"/>
                </a:lnTo>
                <a:lnTo>
                  <a:pt x="234635" y="47568"/>
                </a:lnTo>
                <a:close/>
                <a:moveTo>
                  <a:pt x="231866" y="45800"/>
                </a:moveTo>
                <a:lnTo>
                  <a:pt x="234535" y="43132"/>
                </a:lnTo>
                <a:lnTo>
                  <a:pt x="234535" y="44700"/>
                </a:lnTo>
                <a:lnTo>
                  <a:pt x="235635" y="45800"/>
                </a:lnTo>
                <a:lnTo>
                  <a:pt x="231866" y="45800"/>
                </a:lnTo>
                <a:close/>
                <a:moveTo>
                  <a:pt x="231332" y="45233"/>
                </a:moveTo>
                <a:lnTo>
                  <a:pt x="231332" y="41497"/>
                </a:lnTo>
                <a:lnTo>
                  <a:pt x="232300" y="42465"/>
                </a:lnTo>
                <a:lnTo>
                  <a:pt x="232567" y="42598"/>
                </a:lnTo>
                <a:lnTo>
                  <a:pt x="233968" y="42598"/>
                </a:lnTo>
                <a:close/>
                <a:moveTo>
                  <a:pt x="230532" y="40363"/>
                </a:moveTo>
                <a:lnTo>
                  <a:pt x="229097" y="41797"/>
                </a:lnTo>
                <a:lnTo>
                  <a:pt x="227096" y="41797"/>
                </a:lnTo>
                <a:lnTo>
                  <a:pt x="225762" y="40463"/>
                </a:lnTo>
                <a:lnTo>
                  <a:pt x="228397" y="40463"/>
                </a:lnTo>
                <a:lnTo>
                  <a:pt x="228564" y="40463"/>
                </a:lnTo>
                <a:lnTo>
                  <a:pt x="230532" y="38495"/>
                </a:lnTo>
                <a:lnTo>
                  <a:pt x="230532" y="40363"/>
                </a:lnTo>
                <a:close/>
                <a:moveTo>
                  <a:pt x="228230" y="39696"/>
                </a:moveTo>
                <a:lnTo>
                  <a:pt x="224995" y="39696"/>
                </a:lnTo>
                <a:lnTo>
                  <a:pt x="223327" y="38028"/>
                </a:lnTo>
                <a:lnTo>
                  <a:pt x="227363" y="38028"/>
                </a:lnTo>
                <a:lnTo>
                  <a:pt x="227530" y="38028"/>
                </a:lnTo>
                <a:lnTo>
                  <a:pt x="230532" y="35026"/>
                </a:lnTo>
                <a:lnTo>
                  <a:pt x="230532" y="37394"/>
                </a:lnTo>
                <a:close/>
                <a:moveTo>
                  <a:pt x="227229" y="37228"/>
                </a:moveTo>
                <a:lnTo>
                  <a:pt x="222526" y="37228"/>
                </a:lnTo>
                <a:lnTo>
                  <a:pt x="220992" y="35693"/>
                </a:lnTo>
                <a:lnTo>
                  <a:pt x="226429" y="35693"/>
                </a:lnTo>
                <a:lnTo>
                  <a:pt x="226596" y="35693"/>
                </a:lnTo>
                <a:lnTo>
                  <a:pt x="230532" y="31757"/>
                </a:lnTo>
                <a:lnTo>
                  <a:pt x="230532" y="33892"/>
                </a:lnTo>
                <a:close/>
                <a:moveTo>
                  <a:pt x="226596" y="25886"/>
                </a:moveTo>
                <a:lnTo>
                  <a:pt x="226429" y="25886"/>
                </a:lnTo>
                <a:lnTo>
                  <a:pt x="220992" y="25886"/>
                </a:lnTo>
                <a:lnTo>
                  <a:pt x="222526" y="24352"/>
                </a:lnTo>
                <a:lnTo>
                  <a:pt x="227229" y="24352"/>
                </a:lnTo>
                <a:lnTo>
                  <a:pt x="230532" y="27654"/>
                </a:lnTo>
                <a:lnTo>
                  <a:pt x="230532" y="29822"/>
                </a:lnTo>
                <a:close/>
                <a:moveTo>
                  <a:pt x="227530" y="23551"/>
                </a:moveTo>
                <a:lnTo>
                  <a:pt x="227396" y="23551"/>
                </a:lnTo>
                <a:lnTo>
                  <a:pt x="223327" y="23551"/>
                </a:lnTo>
                <a:lnTo>
                  <a:pt x="224995" y="21883"/>
                </a:lnTo>
                <a:lnTo>
                  <a:pt x="228230" y="21883"/>
                </a:lnTo>
                <a:lnTo>
                  <a:pt x="230532" y="24185"/>
                </a:lnTo>
                <a:lnTo>
                  <a:pt x="230532" y="26553"/>
                </a:lnTo>
                <a:close/>
                <a:moveTo>
                  <a:pt x="227330" y="13744"/>
                </a:moveTo>
                <a:lnTo>
                  <a:pt x="227330" y="12343"/>
                </a:lnTo>
                <a:lnTo>
                  <a:pt x="229965" y="15012"/>
                </a:lnTo>
                <a:lnTo>
                  <a:pt x="226229" y="15012"/>
                </a:lnTo>
                <a:lnTo>
                  <a:pt x="227196" y="14011"/>
                </a:lnTo>
                <a:close/>
                <a:moveTo>
                  <a:pt x="230532" y="20082"/>
                </a:moveTo>
                <a:lnTo>
                  <a:pt x="229431" y="18981"/>
                </a:lnTo>
                <a:lnTo>
                  <a:pt x="229264" y="18981"/>
                </a:lnTo>
                <a:lnTo>
                  <a:pt x="227897" y="18981"/>
                </a:lnTo>
                <a:lnTo>
                  <a:pt x="230532" y="16346"/>
                </a:lnTo>
                <a:close/>
                <a:moveTo>
                  <a:pt x="231332" y="16346"/>
                </a:moveTo>
                <a:lnTo>
                  <a:pt x="233968" y="18981"/>
                </a:lnTo>
                <a:lnTo>
                  <a:pt x="232567" y="18981"/>
                </a:lnTo>
                <a:lnTo>
                  <a:pt x="232300" y="19115"/>
                </a:lnTo>
                <a:lnTo>
                  <a:pt x="231332" y="20082"/>
                </a:lnTo>
                <a:lnTo>
                  <a:pt x="231332" y="16346"/>
                </a:lnTo>
                <a:close/>
                <a:moveTo>
                  <a:pt x="227897" y="11776"/>
                </a:moveTo>
                <a:lnTo>
                  <a:pt x="229431" y="11776"/>
                </a:lnTo>
                <a:lnTo>
                  <a:pt x="230532" y="10709"/>
                </a:lnTo>
                <a:lnTo>
                  <a:pt x="230532" y="14445"/>
                </a:lnTo>
                <a:close/>
                <a:moveTo>
                  <a:pt x="229965" y="15779"/>
                </a:moveTo>
                <a:lnTo>
                  <a:pt x="227330" y="18414"/>
                </a:lnTo>
                <a:lnTo>
                  <a:pt x="227330" y="16880"/>
                </a:lnTo>
                <a:lnTo>
                  <a:pt x="226229" y="15779"/>
                </a:lnTo>
                <a:close/>
                <a:moveTo>
                  <a:pt x="227096" y="19782"/>
                </a:moveTo>
                <a:lnTo>
                  <a:pt x="229097" y="19782"/>
                </a:lnTo>
                <a:lnTo>
                  <a:pt x="230532" y="21216"/>
                </a:lnTo>
                <a:lnTo>
                  <a:pt x="230532" y="23051"/>
                </a:lnTo>
                <a:lnTo>
                  <a:pt x="228564" y="21083"/>
                </a:lnTo>
                <a:lnTo>
                  <a:pt x="228397" y="21083"/>
                </a:lnTo>
                <a:lnTo>
                  <a:pt x="225795" y="21083"/>
                </a:lnTo>
                <a:close/>
                <a:moveTo>
                  <a:pt x="231332" y="21216"/>
                </a:moveTo>
                <a:lnTo>
                  <a:pt x="232733" y="19782"/>
                </a:lnTo>
                <a:lnTo>
                  <a:pt x="234768" y="19782"/>
                </a:lnTo>
                <a:lnTo>
                  <a:pt x="236069" y="21083"/>
                </a:lnTo>
                <a:lnTo>
                  <a:pt x="233300" y="21083"/>
                </a:lnTo>
                <a:lnTo>
                  <a:pt x="231332" y="23051"/>
                </a:lnTo>
                <a:lnTo>
                  <a:pt x="231332" y="21216"/>
                </a:lnTo>
                <a:close/>
                <a:moveTo>
                  <a:pt x="234535" y="18447"/>
                </a:moveTo>
                <a:lnTo>
                  <a:pt x="231899" y="15779"/>
                </a:lnTo>
                <a:lnTo>
                  <a:pt x="235635" y="15779"/>
                </a:lnTo>
                <a:lnTo>
                  <a:pt x="234535" y="16880"/>
                </a:lnTo>
                <a:close/>
                <a:moveTo>
                  <a:pt x="231332" y="14445"/>
                </a:moveTo>
                <a:lnTo>
                  <a:pt x="231332" y="10709"/>
                </a:lnTo>
                <a:lnTo>
                  <a:pt x="232300" y="11676"/>
                </a:lnTo>
                <a:lnTo>
                  <a:pt x="232567" y="11809"/>
                </a:lnTo>
                <a:lnTo>
                  <a:pt x="233968" y="11809"/>
                </a:lnTo>
                <a:close/>
                <a:moveTo>
                  <a:pt x="230532" y="9574"/>
                </a:moveTo>
                <a:lnTo>
                  <a:pt x="229097" y="11009"/>
                </a:lnTo>
                <a:lnTo>
                  <a:pt x="227096" y="11009"/>
                </a:lnTo>
                <a:lnTo>
                  <a:pt x="225762" y="9675"/>
                </a:lnTo>
                <a:lnTo>
                  <a:pt x="228564" y="9675"/>
                </a:lnTo>
                <a:lnTo>
                  <a:pt x="230532" y="7706"/>
                </a:lnTo>
                <a:close/>
                <a:moveTo>
                  <a:pt x="225128" y="15779"/>
                </a:moveTo>
                <a:lnTo>
                  <a:pt x="226529" y="17213"/>
                </a:lnTo>
                <a:lnTo>
                  <a:pt x="226529" y="19215"/>
                </a:lnTo>
                <a:lnTo>
                  <a:pt x="225228" y="20549"/>
                </a:lnTo>
                <a:lnTo>
                  <a:pt x="225228" y="17747"/>
                </a:lnTo>
                <a:lnTo>
                  <a:pt x="223260" y="15779"/>
                </a:lnTo>
                <a:close/>
                <a:moveTo>
                  <a:pt x="205848" y="17747"/>
                </a:moveTo>
                <a:lnTo>
                  <a:pt x="205848" y="20516"/>
                </a:lnTo>
                <a:lnTo>
                  <a:pt x="204513" y="19215"/>
                </a:lnTo>
                <a:lnTo>
                  <a:pt x="204513" y="17213"/>
                </a:lnTo>
                <a:lnTo>
                  <a:pt x="205948" y="15779"/>
                </a:lnTo>
                <a:lnTo>
                  <a:pt x="207816" y="15779"/>
                </a:lnTo>
                <a:close/>
                <a:moveTo>
                  <a:pt x="205948" y="15012"/>
                </a:moveTo>
                <a:lnTo>
                  <a:pt x="204513" y="13577"/>
                </a:lnTo>
                <a:lnTo>
                  <a:pt x="204513" y="11576"/>
                </a:lnTo>
                <a:lnTo>
                  <a:pt x="205848" y="10242"/>
                </a:lnTo>
                <a:lnTo>
                  <a:pt x="205848" y="13010"/>
                </a:lnTo>
                <a:lnTo>
                  <a:pt x="207816" y="14978"/>
                </a:lnTo>
                <a:lnTo>
                  <a:pt x="205948" y="14978"/>
                </a:lnTo>
                <a:close/>
                <a:moveTo>
                  <a:pt x="203979" y="11009"/>
                </a:moveTo>
                <a:lnTo>
                  <a:pt x="201945" y="11009"/>
                </a:lnTo>
                <a:lnTo>
                  <a:pt x="200544" y="9574"/>
                </a:lnTo>
                <a:lnTo>
                  <a:pt x="200544" y="7706"/>
                </a:lnTo>
                <a:lnTo>
                  <a:pt x="202512" y="9675"/>
                </a:lnTo>
                <a:lnTo>
                  <a:pt x="205280" y="9675"/>
                </a:lnTo>
                <a:close/>
                <a:moveTo>
                  <a:pt x="199743" y="9574"/>
                </a:moveTo>
                <a:lnTo>
                  <a:pt x="198309" y="11009"/>
                </a:lnTo>
                <a:lnTo>
                  <a:pt x="196307" y="11009"/>
                </a:lnTo>
                <a:lnTo>
                  <a:pt x="194973" y="9675"/>
                </a:lnTo>
                <a:lnTo>
                  <a:pt x="197775" y="9675"/>
                </a:lnTo>
                <a:lnTo>
                  <a:pt x="199743" y="7706"/>
                </a:lnTo>
                <a:lnTo>
                  <a:pt x="199743" y="9574"/>
                </a:lnTo>
                <a:close/>
                <a:moveTo>
                  <a:pt x="194339" y="15779"/>
                </a:moveTo>
                <a:lnTo>
                  <a:pt x="195740" y="17213"/>
                </a:lnTo>
                <a:lnTo>
                  <a:pt x="195740" y="19215"/>
                </a:lnTo>
                <a:lnTo>
                  <a:pt x="194439" y="20549"/>
                </a:lnTo>
                <a:lnTo>
                  <a:pt x="194439" y="17747"/>
                </a:lnTo>
                <a:lnTo>
                  <a:pt x="192471" y="15779"/>
                </a:lnTo>
                <a:close/>
                <a:moveTo>
                  <a:pt x="175059" y="17747"/>
                </a:moveTo>
                <a:lnTo>
                  <a:pt x="175059" y="20549"/>
                </a:lnTo>
                <a:lnTo>
                  <a:pt x="173725" y="19215"/>
                </a:lnTo>
                <a:lnTo>
                  <a:pt x="173725" y="17213"/>
                </a:lnTo>
                <a:lnTo>
                  <a:pt x="175159" y="15779"/>
                </a:lnTo>
                <a:lnTo>
                  <a:pt x="177027" y="15779"/>
                </a:lnTo>
                <a:close/>
                <a:moveTo>
                  <a:pt x="175159" y="15012"/>
                </a:moveTo>
                <a:lnTo>
                  <a:pt x="173725" y="13577"/>
                </a:lnTo>
                <a:lnTo>
                  <a:pt x="173725" y="11576"/>
                </a:lnTo>
                <a:lnTo>
                  <a:pt x="175059" y="10242"/>
                </a:lnTo>
                <a:lnTo>
                  <a:pt x="175059" y="13010"/>
                </a:lnTo>
                <a:lnTo>
                  <a:pt x="177027" y="14978"/>
                </a:lnTo>
                <a:lnTo>
                  <a:pt x="175159" y="14978"/>
                </a:lnTo>
                <a:close/>
                <a:moveTo>
                  <a:pt x="173191" y="11009"/>
                </a:moveTo>
                <a:lnTo>
                  <a:pt x="171156" y="11009"/>
                </a:lnTo>
                <a:lnTo>
                  <a:pt x="169755" y="9574"/>
                </a:lnTo>
                <a:lnTo>
                  <a:pt x="169755" y="7706"/>
                </a:lnTo>
                <a:lnTo>
                  <a:pt x="171723" y="9675"/>
                </a:lnTo>
                <a:lnTo>
                  <a:pt x="174492" y="9675"/>
                </a:lnTo>
                <a:close/>
                <a:moveTo>
                  <a:pt x="168954" y="9574"/>
                </a:moveTo>
                <a:lnTo>
                  <a:pt x="167520" y="11009"/>
                </a:lnTo>
                <a:lnTo>
                  <a:pt x="165519" y="11009"/>
                </a:lnTo>
                <a:lnTo>
                  <a:pt x="164184" y="9675"/>
                </a:lnTo>
                <a:lnTo>
                  <a:pt x="166986" y="9675"/>
                </a:lnTo>
                <a:lnTo>
                  <a:pt x="168954" y="7706"/>
                </a:lnTo>
                <a:close/>
                <a:moveTo>
                  <a:pt x="163517" y="15779"/>
                </a:moveTo>
                <a:lnTo>
                  <a:pt x="164952" y="17213"/>
                </a:lnTo>
                <a:lnTo>
                  <a:pt x="164952" y="19215"/>
                </a:lnTo>
                <a:lnTo>
                  <a:pt x="163651" y="20549"/>
                </a:lnTo>
                <a:lnTo>
                  <a:pt x="163651" y="17747"/>
                </a:lnTo>
                <a:lnTo>
                  <a:pt x="161649" y="15779"/>
                </a:lnTo>
                <a:close/>
                <a:moveTo>
                  <a:pt x="144270" y="17747"/>
                </a:moveTo>
                <a:lnTo>
                  <a:pt x="144270" y="20549"/>
                </a:lnTo>
                <a:lnTo>
                  <a:pt x="142936" y="19215"/>
                </a:lnTo>
                <a:lnTo>
                  <a:pt x="142936" y="17213"/>
                </a:lnTo>
                <a:lnTo>
                  <a:pt x="144370" y="15779"/>
                </a:lnTo>
                <a:lnTo>
                  <a:pt x="146238" y="15779"/>
                </a:lnTo>
                <a:close/>
                <a:moveTo>
                  <a:pt x="144370" y="15012"/>
                </a:moveTo>
                <a:lnTo>
                  <a:pt x="142936" y="13577"/>
                </a:lnTo>
                <a:lnTo>
                  <a:pt x="142936" y="11576"/>
                </a:lnTo>
                <a:lnTo>
                  <a:pt x="144270" y="10242"/>
                </a:lnTo>
                <a:lnTo>
                  <a:pt x="144270" y="13010"/>
                </a:lnTo>
                <a:lnTo>
                  <a:pt x="146238" y="14978"/>
                </a:lnTo>
                <a:lnTo>
                  <a:pt x="144370" y="14978"/>
                </a:lnTo>
                <a:close/>
                <a:moveTo>
                  <a:pt x="142369" y="11009"/>
                </a:moveTo>
                <a:lnTo>
                  <a:pt x="140367" y="11009"/>
                </a:lnTo>
                <a:lnTo>
                  <a:pt x="138933" y="9574"/>
                </a:lnTo>
                <a:lnTo>
                  <a:pt x="138933" y="7706"/>
                </a:lnTo>
                <a:lnTo>
                  <a:pt x="140901" y="9675"/>
                </a:lnTo>
                <a:lnTo>
                  <a:pt x="143703" y="9675"/>
                </a:lnTo>
                <a:close/>
                <a:moveTo>
                  <a:pt x="138166" y="9574"/>
                </a:moveTo>
                <a:lnTo>
                  <a:pt x="136731" y="11009"/>
                </a:lnTo>
                <a:lnTo>
                  <a:pt x="134730" y="11009"/>
                </a:lnTo>
                <a:lnTo>
                  <a:pt x="133396" y="9675"/>
                </a:lnTo>
                <a:lnTo>
                  <a:pt x="136198" y="9675"/>
                </a:lnTo>
                <a:lnTo>
                  <a:pt x="138166" y="7706"/>
                </a:lnTo>
                <a:close/>
                <a:moveTo>
                  <a:pt x="132729" y="15779"/>
                </a:moveTo>
                <a:lnTo>
                  <a:pt x="134163" y="17213"/>
                </a:lnTo>
                <a:lnTo>
                  <a:pt x="134163" y="19215"/>
                </a:lnTo>
                <a:lnTo>
                  <a:pt x="132862" y="20549"/>
                </a:lnTo>
                <a:lnTo>
                  <a:pt x="132862" y="17747"/>
                </a:lnTo>
                <a:lnTo>
                  <a:pt x="130894" y="15779"/>
                </a:lnTo>
                <a:close/>
                <a:moveTo>
                  <a:pt x="113482" y="17747"/>
                </a:moveTo>
                <a:lnTo>
                  <a:pt x="113482" y="20549"/>
                </a:lnTo>
                <a:lnTo>
                  <a:pt x="112147" y="19215"/>
                </a:lnTo>
                <a:lnTo>
                  <a:pt x="112147" y="17213"/>
                </a:lnTo>
                <a:lnTo>
                  <a:pt x="113582" y="15779"/>
                </a:lnTo>
                <a:lnTo>
                  <a:pt x="115450" y="15779"/>
                </a:lnTo>
                <a:close/>
                <a:moveTo>
                  <a:pt x="113582" y="15012"/>
                </a:moveTo>
                <a:lnTo>
                  <a:pt x="112147" y="13577"/>
                </a:lnTo>
                <a:lnTo>
                  <a:pt x="112147" y="11576"/>
                </a:lnTo>
                <a:lnTo>
                  <a:pt x="113482" y="10242"/>
                </a:lnTo>
                <a:lnTo>
                  <a:pt x="113482" y="13010"/>
                </a:lnTo>
                <a:lnTo>
                  <a:pt x="115450" y="14978"/>
                </a:lnTo>
                <a:lnTo>
                  <a:pt x="113582" y="14978"/>
                </a:lnTo>
                <a:close/>
                <a:moveTo>
                  <a:pt x="111580" y="11009"/>
                </a:moveTo>
                <a:lnTo>
                  <a:pt x="109579" y="11009"/>
                </a:lnTo>
                <a:lnTo>
                  <a:pt x="108144" y="9574"/>
                </a:lnTo>
                <a:lnTo>
                  <a:pt x="108144" y="7706"/>
                </a:lnTo>
                <a:lnTo>
                  <a:pt x="110112" y="9675"/>
                </a:lnTo>
                <a:lnTo>
                  <a:pt x="112914" y="9675"/>
                </a:lnTo>
                <a:close/>
                <a:moveTo>
                  <a:pt x="107377" y="9574"/>
                </a:moveTo>
                <a:lnTo>
                  <a:pt x="105943" y="11009"/>
                </a:lnTo>
                <a:lnTo>
                  <a:pt x="103941" y="11009"/>
                </a:lnTo>
                <a:lnTo>
                  <a:pt x="102607" y="9675"/>
                </a:lnTo>
                <a:lnTo>
                  <a:pt x="105409" y="9675"/>
                </a:lnTo>
                <a:lnTo>
                  <a:pt x="107377" y="7706"/>
                </a:lnTo>
                <a:close/>
                <a:moveTo>
                  <a:pt x="101940" y="15779"/>
                </a:moveTo>
                <a:lnTo>
                  <a:pt x="103374" y="17213"/>
                </a:lnTo>
                <a:lnTo>
                  <a:pt x="103374" y="19215"/>
                </a:lnTo>
                <a:lnTo>
                  <a:pt x="102040" y="20549"/>
                </a:lnTo>
                <a:lnTo>
                  <a:pt x="102040" y="17747"/>
                </a:lnTo>
                <a:lnTo>
                  <a:pt x="100072" y="15779"/>
                </a:lnTo>
                <a:lnTo>
                  <a:pt x="101940" y="15779"/>
                </a:lnTo>
                <a:close/>
                <a:moveTo>
                  <a:pt x="82660" y="17747"/>
                </a:moveTo>
                <a:lnTo>
                  <a:pt x="82660" y="20549"/>
                </a:lnTo>
                <a:lnTo>
                  <a:pt x="81359" y="19215"/>
                </a:lnTo>
                <a:lnTo>
                  <a:pt x="81359" y="17213"/>
                </a:lnTo>
                <a:lnTo>
                  <a:pt x="82793" y="15779"/>
                </a:lnTo>
                <a:lnTo>
                  <a:pt x="84628" y="15779"/>
                </a:lnTo>
                <a:close/>
                <a:moveTo>
                  <a:pt x="82793" y="15012"/>
                </a:moveTo>
                <a:lnTo>
                  <a:pt x="81359" y="13577"/>
                </a:lnTo>
                <a:lnTo>
                  <a:pt x="81359" y="11576"/>
                </a:lnTo>
                <a:lnTo>
                  <a:pt x="82660" y="10242"/>
                </a:lnTo>
                <a:lnTo>
                  <a:pt x="82660" y="13010"/>
                </a:lnTo>
                <a:lnTo>
                  <a:pt x="84628" y="14978"/>
                </a:lnTo>
                <a:lnTo>
                  <a:pt x="82793" y="14978"/>
                </a:lnTo>
                <a:close/>
                <a:moveTo>
                  <a:pt x="80792" y="11009"/>
                </a:moveTo>
                <a:lnTo>
                  <a:pt x="78790" y="11009"/>
                </a:lnTo>
                <a:lnTo>
                  <a:pt x="77356" y="9574"/>
                </a:lnTo>
                <a:lnTo>
                  <a:pt x="77356" y="7706"/>
                </a:lnTo>
                <a:lnTo>
                  <a:pt x="79324" y="9675"/>
                </a:lnTo>
                <a:lnTo>
                  <a:pt x="82126" y="9675"/>
                </a:lnTo>
                <a:close/>
                <a:moveTo>
                  <a:pt x="76589" y="9574"/>
                </a:moveTo>
                <a:lnTo>
                  <a:pt x="75154" y="11009"/>
                </a:lnTo>
                <a:lnTo>
                  <a:pt x="73153" y="11009"/>
                </a:lnTo>
                <a:lnTo>
                  <a:pt x="71818" y="9675"/>
                </a:lnTo>
                <a:lnTo>
                  <a:pt x="74620" y="9675"/>
                </a:lnTo>
                <a:lnTo>
                  <a:pt x="76589" y="7706"/>
                </a:lnTo>
                <a:close/>
                <a:moveTo>
                  <a:pt x="71151" y="15779"/>
                </a:moveTo>
                <a:lnTo>
                  <a:pt x="72586" y="17213"/>
                </a:lnTo>
                <a:lnTo>
                  <a:pt x="72586" y="19215"/>
                </a:lnTo>
                <a:lnTo>
                  <a:pt x="71251" y="20549"/>
                </a:lnTo>
                <a:lnTo>
                  <a:pt x="71251" y="17747"/>
                </a:lnTo>
                <a:lnTo>
                  <a:pt x="69283" y="15779"/>
                </a:lnTo>
                <a:lnTo>
                  <a:pt x="71151" y="15779"/>
                </a:lnTo>
                <a:close/>
                <a:moveTo>
                  <a:pt x="51871" y="17747"/>
                </a:moveTo>
                <a:lnTo>
                  <a:pt x="51871" y="20549"/>
                </a:lnTo>
                <a:lnTo>
                  <a:pt x="50570" y="19215"/>
                </a:lnTo>
                <a:lnTo>
                  <a:pt x="50570" y="17213"/>
                </a:lnTo>
                <a:lnTo>
                  <a:pt x="51971" y="15779"/>
                </a:lnTo>
                <a:lnTo>
                  <a:pt x="53839" y="15779"/>
                </a:lnTo>
                <a:close/>
                <a:moveTo>
                  <a:pt x="51971" y="15012"/>
                </a:moveTo>
                <a:lnTo>
                  <a:pt x="50570" y="13577"/>
                </a:lnTo>
                <a:lnTo>
                  <a:pt x="50570" y="11576"/>
                </a:lnTo>
                <a:lnTo>
                  <a:pt x="51871" y="10242"/>
                </a:lnTo>
                <a:lnTo>
                  <a:pt x="51871" y="13010"/>
                </a:lnTo>
                <a:lnTo>
                  <a:pt x="53839" y="14978"/>
                </a:lnTo>
                <a:lnTo>
                  <a:pt x="51971" y="14978"/>
                </a:lnTo>
                <a:close/>
                <a:moveTo>
                  <a:pt x="50003" y="11009"/>
                </a:moveTo>
                <a:lnTo>
                  <a:pt x="48001" y="11009"/>
                </a:lnTo>
                <a:lnTo>
                  <a:pt x="46567" y="9574"/>
                </a:lnTo>
                <a:lnTo>
                  <a:pt x="46567" y="7706"/>
                </a:lnTo>
                <a:lnTo>
                  <a:pt x="48535" y="9675"/>
                </a:lnTo>
                <a:lnTo>
                  <a:pt x="51337" y="9675"/>
                </a:lnTo>
                <a:close/>
                <a:moveTo>
                  <a:pt x="45767" y="9574"/>
                </a:moveTo>
                <a:lnTo>
                  <a:pt x="44366" y="11009"/>
                </a:lnTo>
                <a:lnTo>
                  <a:pt x="42364" y="11009"/>
                </a:lnTo>
                <a:lnTo>
                  <a:pt x="41030" y="9675"/>
                </a:lnTo>
                <a:lnTo>
                  <a:pt x="43798" y="9675"/>
                </a:lnTo>
                <a:lnTo>
                  <a:pt x="45767" y="7706"/>
                </a:lnTo>
                <a:close/>
                <a:moveTo>
                  <a:pt x="40363" y="15779"/>
                </a:moveTo>
                <a:lnTo>
                  <a:pt x="41797" y="17213"/>
                </a:lnTo>
                <a:lnTo>
                  <a:pt x="41797" y="19215"/>
                </a:lnTo>
                <a:lnTo>
                  <a:pt x="40463" y="20549"/>
                </a:lnTo>
                <a:lnTo>
                  <a:pt x="40463" y="17747"/>
                </a:lnTo>
                <a:lnTo>
                  <a:pt x="38495" y="15779"/>
                </a:lnTo>
                <a:lnTo>
                  <a:pt x="40363" y="15779"/>
                </a:lnTo>
                <a:close/>
                <a:moveTo>
                  <a:pt x="21082" y="17747"/>
                </a:moveTo>
                <a:lnTo>
                  <a:pt x="21082" y="20549"/>
                </a:lnTo>
                <a:lnTo>
                  <a:pt x="19781" y="19215"/>
                </a:lnTo>
                <a:lnTo>
                  <a:pt x="19781" y="17213"/>
                </a:lnTo>
                <a:lnTo>
                  <a:pt x="21182" y="15779"/>
                </a:lnTo>
                <a:lnTo>
                  <a:pt x="23050" y="15779"/>
                </a:lnTo>
                <a:close/>
                <a:moveTo>
                  <a:pt x="21182" y="15012"/>
                </a:moveTo>
                <a:lnTo>
                  <a:pt x="19781" y="13577"/>
                </a:lnTo>
                <a:lnTo>
                  <a:pt x="19781" y="11576"/>
                </a:lnTo>
                <a:lnTo>
                  <a:pt x="21082" y="10242"/>
                </a:lnTo>
                <a:lnTo>
                  <a:pt x="21082" y="13010"/>
                </a:lnTo>
                <a:lnTo>
                  <a:pt x="23050" y="14978"/>
                </a:lnTo>
                <a:lnTo>
                  <a:pt x="21182" y="14978"/>
                </a:lnTo>
                <a:close/>
                <a:moveTo>
                  <a:pt x="19214" y="11009"/>
                </a:moveTo>
                <a:lnTo>
                  <a:pt x="17213" y="11009"/>
                </a:lnTo>
                <a:lnTo>
                  <a:pt x="15778" y="9574"/>
                </a:lnTo>
                <a:lnTo>
                  <a:pt x="15778" y="7706"/>
                </a:lnTo>
                <a:lnTo>
                  <a:pt x="17747" y="9675"/>
                </a:lnTo>
                <a:lnTo>
                  <a:pt x="20515" y="9675"/>
                </a:lnTo>
                <a:close/>
                <a:moveTo>
                  <a:pt x="14978" y="9574"/>
                </a:moveTo>
                <a:lnTo>
                  <a:pt x="13577" y="11009"/>
                </a:lnTo>
                <a:lnTo>
                  <a:pt x="11542" y="11009"/>
                </a:lnTo>
                <a:lnTo>
                  <a:pt x="10241" y="9675"/>
                </a:lnTo>
                <a:lnTo>
                  <a:pt x="13010" y="9675"/>
                </a:lnTo>
                <a:lnTo>
                  <a:pt x="14978" y="7706"/>
                </a:lnTo>
                <a:lnTo>
                  <a:pt x="14978" y="9574"/>
                </a:lnTo>
                <a:close/>
                <a:moveTo>
                  <a:pt x="9574" y="15779"/>
                </a:moveTo>
                <a:lnTo>
                  <a:pt x="11008" y="17213"/>
                </a:lnTo>
                <a:lnTo>
                  <a:pt x="11008" y="19215"/>
                </a:lnTo>
                <a:lnTo>
                  <a:pt x="9674" y="20549"/>
                </a:lnTo>
                <a:lnTo>
                  <a:pt x="9674" y="17747"/>
                </a:lnTo>
                <a:lnTo>
                  <a:pt x="7706" y="15779"/>
                </a:lnTo>
                <a:lnTo>
                  <a:pt x="9574" y="15779"/>
                </a:lnTo>
                <a:close/>
                <a:moveTo>
                  <a:pt x="11542" y="19782"/>
                </a:moveTo>
                <a:lnTo>
                  <a:pt x="13577" y="19782"/>
                </a:lnTo>
                <a:lnTo>
                  <a:pt x="14978" y="21216"/>
                </a:lnTo>
                <a:lnTo>
                  <a:pt x="14978" y="23051"/>
                </a:lnTo>
                <a:lnTo>
                  <a:pt x="13010" y="21083"/>
                </a:lnTo>
                <a:lnTo>
                  <a:pt x="10241" y="21083"/>
                </a:lnTo>
                <a:close/>
                <a:moveTo>
                  <a:pt x="14978" y="37394"/>
                </a:moveTo>
                <a:lnTo>
                  <a:pt x="12710" y="39696"/>
                </a:lnTo>
                <a:lnTo>
                  <a:pt x="9441" y="39696"/>
                </a:lnTo>
                <a:lnTo>
                  <a:pt x="7773" y="37995"/>
                </a:lnTo>
                <a:lnTo>
                  <a:pt x="12009" y="37995"/>
                </a:lnTo>
                <a:lnTo>
                  <a:pt x="14978" y="35026"/>
                </a:lnTo>
                <a:lnTo>
                  <a:pt x="14978" y="37394"/>
                </a:lnTo>
                <a:close/>
                <a:moveTo>
                  <a:pt x="9674" y="41030"/>
                </a:moveTo>
                <a:lnTo>
                  <a:pt x="11008" y="42365"/>
                </a:lnTo>
                <a:lnTo>
                  <a:pt x="11008" y="44366"/>
                </a:lnTo>
                <a:lnTo>
                  <a:pt x="9574" y="45800"/>
                </a:lnTo>
                <a:lnTo>
                  <a:pt x="7706" y="45800"/>
                </a:lnTo>
                <a:lnTo>
                  <a:pt x="9674" y="43832"/>
                </a:lnTo>
                <a:close/>
                <a:moveTo>
                  <a:pt x="9574" y="46568"/>
                </a:moveTo>
                <a:lnTo>
                  <a:pt x="11008" y="48002"/>
                </a:lnTo>
                <a:lnTo>
                  <a:pt x="11008" y="50003"/>
                </a:lnTo>
                <a:lnTo>
                  <a:pt x="9674" y="51338"/>
                </a:lnTo>
                <a:lnTo>
                  <a:pt x="9674" y="48536"/>
                </a:lnTo>
                <a:lnTo>
                  <a:pt x="7706" y="46568"/>
                </a:lnTo>
                <a:lnTo>
                  <a:pt x="9574" y="46568"/>
                </a:lnTo>
                <a:close/>
                <a:moveTo>
                  <a:pt x="11542" y="50570"/>
                </a:moveTo>
                <a:lnTo>
                  <a:pt x="13577" y="50570"/>
                </a:lnTo>
                <a:lnTo>
                  <a:pt x="14978" y="52005"/>
                </a:lnTo>
                <a:lnTo>
                  <a:pt x="14978" y="53873"/>
                </a:lnTo>
                <a:lnTo>
                  <a:pt x="13010" y="51905"/>
                </a:lnTo>
                <a:lnTo>
                  <a:pt x="10241" y="51905"/>
                </a:lnTo>
                <a:close/>
                <a:moveTo>
                  <a:pt x="14978" y="68183"/>
                </a:moveTo>
                <a:lnTo>
                  <a:pt x="12710" y="70485"/>
                </a:lnTo>
                <a:lnTo>
                  <a:pt x="9441" y="70485"/>
                </a:lnTo>
                <a:lnTo>
                  <a:pt x="7773" y="68783"/>
                </a:lnTo>
                <a:lnTo>
                  <a:pt x="12009" y="68783"/>
                </a:lnTo>
                <a:lnTo>
                  <a:pt x="14978" y="65815"/>
                </a:lnTo>
                <a:lnTo>
                  <a:pt x="14978" y="68183"/>
                </a:lnTo>
                <a:close/>
                <a:moveTo>
                  <a:pt x="9674" y="71819"/>
                </a:moveTo>
                <a:lnTo>
                  <a:pt x="11008" y="73153"/>
                </a:lnTo>
                <a:lnTo>
                  <a:pt x="11008" y="75155"/>
                </a:lnTo>
                <a:lnTo>
                  <a:pt x="9574" y="76589"/>
                </a:lnTo>
                <a:lnTo>
                  <a:pt x="7706" y="76589"/>
                </a:lnTo>
                <a:lnTo>
                  <a:pt x="9674" y="74621"/>
                </a:lnTo>
                <a:close/>
                <a:moveTo>
                  <a:pt x="9574" y="77356"/>
                </a:moveTo>
                <a:lnTo>
                  <a:pt x="11008" y="78791"/>
                </a:lnTo>
                <a:lnTo>
                  <a:pt x="11008" y="80792"/>
                </a:lnTo>
                <a:lnTo>
                  <a:pt x="9674" y="82126"/>
                </a:lnTo>
                <a:lnTo>
                  <a:pt x="9674" y="79324"/>
                </a:lnTo>
                <a:lnTo>
                  <a:pt x="7706" y="77356"/>
                </a:lnTo>
                <a:close/>
                <a:moveTo>
                  <a:pt x="11542" y="81359"/>
                </a:moveTo>
                <a:lnTo>
                  <a:pt x="13577" y="81359"/>
                </a:lnTo>
                <a:lnTo>
                  <a:pt x="14978" y="82794"/>
                </a:lnTo>
                <a:lnTo>
                  <a:pt x="14978" y="84662"/>
                </a:lnTo>
                <a:lnTo>
                  <a:pt x="13010" y="82693"/>
                </a:lnTo>
                <a:lnTo>
                  <a:pt x="10241" y="82693"/>
                </a:lnTo>
                <a:close/>
                <a:moveTo>
                  <a:pt x="14978" y="98972"/>
                </a:moveTo>
                <a:lnTo>
                  <a:pt x="12710" y="101273"/>
                </a:lnTo>
                <a:lnTo>
                  <a:pt x="9441" y="101273"/>
                </a:lnTo>
                <a:lnTo>
                  <a:pt x="7773" y="99606"/>
                </a:lnTo>
                <a:lnTo>
                  <a:pt x="12009" y="99606"/>
                </a:lnTo>
                <a:lnTo>
                  <a:pt x="14978" y="96603"/>
                </a:lnTo>
                <a:lnTo>
                  <a:pt x="14978" y="98972"/>
                </a:lnTo>
                <a:close/>
                <a:moveTo>
                  <a:pt x="9674" y="102608"/>
                </a:moveTo>
                <a:lnTo>
                  <a:pt x="11008" y="103942"/>
                </a:lnTo>
                <a:lnTo>
                  <a:pt x="11008" y="105943"/>
                </a:lnTo>
                <a:lnTo>
                  <a:pt x="9574" y="107378"/>
                </a:lnTo>
                <a:lnTo>
                  <a:pt x="7706" y="107378"/>
                </a:lnTo>
                <a:lnTo>
                  <a:pt x="9674" y="105410"/>
                </a:lnTo>
                <a:close/>
                <a:moveTo>
                  <a:pt x="9574" y="108178"/>
                </a:moveTo>
                <a:lnTo>
                  <a:pt x="11008" y="109579"/>
                </a:lnTo>
                <a:lnTo>
                  <a:pt x="11008" y="111614"/>
                </a:lnTo>
                <a:lnTo>
                  <a:pt x="9674" y="112915"/>
                </a:lnTo>
                <a:lnTo>
                  <a:pt x="9674" y="110146"/>
                </a:lnTo>
                <a:lnTo>
                  <a:pt x="7706" y="108178"/>
                </a:lnTo>
                <a:close/>
                <a:moveTo>
                  <a:pt x="11542" y="112148"/>
                </a:moveTo>
                <a:lnTo>
                  <a:pt x="13577" y="112148"/>
                </a:lnTo>
                <a:lnTo>
                  <a:pt x="14978" y="113582"/>
                </a:lnTo>
                <a:lnTo>
                  <a:pt x="14978" y="115450"/>
                </a:lnTo>
                <a:lnTo>
                  <a:pt x="13010" y="113482"/>
                </a:lnTo>
                <a:lnTo>
                  <a:pt x="10241" y="113482"/>
                </a:lnTo>
                <a:close/>
                <a:moveTo>
                  <a:pt x="15778" y="113582"/>
                </a:moveTo>
                <a:lnTo>
                  <a:pt x="17213" y="112148"/>
                </a:lnTo>
                <a:lnTo>
                  <a:pt x="19214" y="112148"/>
                </a:lnTo>
                <a:lnTo>
                  <a:pt x="20515" y="113482"/>
                </a:lnTo>
                <a:lnTo>
                  <a:pt x="17747" y="113482"/>
                </a:lnTo>
                <a:lnTo>
                  <a:pt x="15778" y="115450"/>
                </a:lnTo>
                <a:close/>
                <a:moveTo>
                  <a:pt x="21182" y="107378"/>
                </a:moveTo>
                <a:lnTo>
                  <a:pt x="19781" y="105943"/>
                </a:lnTo>
                <a:lnTo>
                  <a:pt x="19781" y="103942"/>
                </a:lnTo>
                <a:lnTo>
                  <a:pt x="21082" y="102608"/>
                </a:lnTo>
                <a:lnTo>
                  <a:pt x="21082" y="105410"/>
                </a:lnTo>
                <a:lnTo>
                  <a:pt x="23050" y="107378"/>
                </a:lnTo>
                <a:close/>
                <a:moveTo>
                  <a:pt x="40463" y="105410"/>
                </a:moveTo>
                <a:lnTo>
                  <a:pt x="40463" y="102608"/>
                </a:lnTo>
                <a:lnTo>
                  <a:pt x="41797" y="103942"/>
                </a:lnTo>
                <a:lnTo>
                  <a:pt x="41797" y="105943"/>
                </a:lnTo>
                <a:lnTo>
                  <a:pt x="40363" y="107378"/>
                </a:lnTo>
                <a:lnTo>
                  <a:pt x="38495" y="107378"/>
                </a:lnTo>
                <a:close/>
                <a:moveTo>
                  <a:pt x="40363" y="108178"/>
                </a:moveTo>
                <a:lnTo>
                  <a:pt x="41797" y="109579"/>
                </a:lnTo>
                <a:lnTo>
                  <a:pt x="41797" y="111614"/>
                </a:lnTo>
                <a:lnTo>
                  <a:pt x="40463" y="112915"/>
                </a:lnTo>
                <a:lnTo>
                  <a:pt x="40463" y="110146"/>
                </a:lnTo>
                <a:lnTo>
                  <a:pt x="38495" y="108178"/>
                </a:lnTo>
                <a:close/>
                <a:moveTo>
                  <a:pt x="42364" y="112148"/>
                </a:moveTo>
                <a:lnTo>
                  <a:pt x="44366" y="112148"/>
                </a:lnTo>
                <a:lnTo>
                  <a:pt x="45767" y="113582"/>
                </a:lnTo>
                <a:lnTo>
                  <a:pt x="45767" y="115450"/>
                </a:lnTo>
                <a:lnTo>
                  <a:pt x="43798" y="113482"/>
                </a:lnTo>
                <a:lnTo>
                  <a:pt x="41030" y="113482"/>
                </a:lnTo>
                <a:close/>
                <a:moveTo>
                  <a:pt x="46567" y="113582"/>
                </a:moveTo>
                <a:lnTo>
                  <a:pt x="48001" y="112148"/>
                </a:lnTo>
                <a:lnTo>
                  <a:pt x="50003" y="112148"/>
                </a:lnTo>
                <a:lnTo>
                  <a:pt x="51337" y="113482"/>
                </a:lnTo>
                <a:lnTo>
                  <a:pt x="48535" y="113482"/>
                </a:lnTo>
                <a:lnTo>
                  <a:pt x="46567" y="115450"/>
                </a:lnTo>
                <a:close/>
                <a:moveTo>
                  <a:pt x="51971" y="107378"/>
                </a:moveTo>
                <a:lnTo>
                  <a:pt x="50570" y="105943"/>
                </a:lnTo>
                <a:lnTo>
                  <a:pt x="50570" y="103942"/>
                </a:lnTo>
                <a:lnTo>
                  <a:pt x="51871" y="102608"/>
                </a:lnTo>
                <a:lnTo>
                  <a:pt x="51871" y="105410"/>
                </a:lnTo>
                <a:lnTo>
                  <a:pt x="53839" y="107378"/>
                </a:lnTo>
                <a:lnTo>
                  <a:pt x="51971" y="107378"/>
                </a:lnTo>
                <a:close/>
                <a:moveTo>
                  <a:pt x="71251" y="105410"/>
                </a:moveTo>
                <a:lnTo>
                  <a:pt x="71251" y="102608"/>
                </a:lnTo>
                <a:lnTo>
                  <a:pt x="72586" y="103942"/>
                </a:lnTo>
                <a:lnTo>
                  <a:pt x="72586" y="105943"/>
                </a:lnTo>
                <a:lnTo>
                  <a:pt x="71151" y="107378"/>
                </a:lnTo>
                <a:lnTo>
                  <a:pt x="69283" y="107378"/>
                </a:lnTo>
                <a:close/>
                <a:moveTo>
                  <a:pt x="71151" y="108178"/>
                </a:moveTo>
                <a:lnTo>
                  <a:pt x="72586" y="109579"/>
                </a:lnTo>
                <a:lnTo>
                  <a:pt x="72586" y="111614"/>
                </a:lnTo>
                <a:lnTo>
                  <a:pt x="71251" y="112915"/>
                </a:lnTo>
                <a:lnTo>
                  <a:pt x="71251" y="110146"/>
                </a:lnTo>
                <a:lnTo>
                  <a:pt x="69283" y="108178"/>
                </a:lnTo>
                <a:close/>
                <a:moveTo>
                  <a:pt x="73153" y="112148"/>
                </a:moveTo>
                <a:lnTo>
                  <a:pt x="75154" y="112148"/>
                </a:lnTo>
                <a:lnTo>
                  <a:pt x="76555" y="113582"/>
                </a:lnTo>
                <a:lnTo>
                  <a:pt x="76555" y="115450"/>
                </a:lnTo>
                <a:lnTo>
                  <a:pt x="74587" y="113482"/>
                </a:lnTo>
                <a:lnTo>
                  <a:pt x="71818" y="113482"/>
                </a:lnTo>
                <a:close/>
                <a:moveTo>
                  <a:pt x="77356" y="113582"/>
                </a:moveTo>
                <a:lnTo>
                  <a:pt x="78790" y="112148"/>
                </a:lnTo>
                <a:lnTo>
                  <a:pt x="80792" y="112148"/>
                </a:lnTo>
                <a:lnTo>
                  <a:pt x="82126" y="113482"/>
                </a:lnTo>
                <a:lnTo>
                  <a:pt x="79324" y="113482"/>
                </a:lnTo>
                <a:lnTo>
                  <a:pt x="77356" y="115450"/>
                </a:lnTo>
                <a:close/>
                <a:moveTo>
                  <a:pt x="82793" y="107378"/>
                </a:moveTo>
                <a:lnTo>
                  <a:pt x="81359" y="105943"/>
                </a:lnTo>
                <a:lnTo>
                  <a:pt x="81359" y="103942"/>
                </a:lnTo>
                <a:lnTo>
                  <a:pt x="82660" y="102608"/>
                </a:lnTo>
                <a:lnTo>
                  <a:pt x="82660" y="105410"/>
                </a:lnTo>
                <a:lnTo>
                  <a:pt x="84628" y="107378"/>
                </a:lnTo>
                <a:close/>
                <a:moveTo>
                  <a:pt x="102040" y="105410"/>
                </a:moveTo>
                <a:lnTo>
                  <a:pt x="102040" y="102608"/>
                </a:lnTo>
                <a:lnTo>
                  <a:pt x="103374" y="103942"/>
                </a:lnTo>
                <a:lnTo>
                  <a:pt x="103374" y="105943"/>
                </a:lnTo>
                <a:lnTo>
                  <a:pt x="101940" y="107378"/>
                </a:lnTo>
                <a:lnTo>
                  <a:pt x="100072" y="107378"/>
                </a:lnTo>
                <a:close/>
                <a:moveTo>
                  <a:pt x="101940" y="108178"/>
                </a:moveTo>
                <a:lnTo>
                  <a:pt x="103374" y="109579"/>
                </a:lnTo>
                <a:lnTo>
                  <a:pt x="103374" y="111614"/>
                </a:lnTo>
                <a:lnTo>
                  <a:pt x="102040" y="112915"/>
                </a:lnTo>
                <a:lnTo>
                  <a:pt x="102040" y="110146"/>
                </a:lnTo>
                <a:lnTo>
                  <a:pt x="100072" y="108178"/>
                </a:lnTo>
                <a:close/>
                <a:moveTo>
                  <a:pt x="103941" y="112148"/>
                </a:moveTo>
                <a:lnTo>
                  <a:pt x="105943" y="112148"/>
                </a:lnTo>
                <a:lnTo>
                  <a:pt x="107344" y="113582"/>
                </a:lnTo>
                <a:lnTo>
                  <a:pt x="107344" y="115450"/>
                </a:lnTo>
                <a:lnTo>
                  <a:pt x="105376" y="113482"/>
                </a:lnTo>
                <a:lnTo>
                  <a:pt x="102607" y="113482"/>
                </a:lnTo>
                <a:close/>
                <a:moveTo>
                  <a:pt x="108144" y="113582"/>
                </a:moveTo>
                <a:lnTo>
                  <a:pt x="109579" y="112148"/>
                </a:lnTo>
                <a:lnTo>
                  <a:pt x="111580" y="112148"/>
                </a:lnTo>
                <a:lnTo>
                  <a:pt x="112914" y="113482"/>
                </a:lnTo>
                <a:lnTo>
                  <a:pt x="110112" y="113482"/>
                </a:lnTo>
                <a:lnTo>
                  <a:pt x="108144" y="115450"/>
                </a:lnTo>
                <a:close/>
                <a:moveTo>
                  <a:pt x="113582" y="107378"/>
                </a:moveTo>
                <a:lnTo>
                  <a:pt x="112147" y="105943"/>
                </a:lnTo>
                <a:lnTo>
                  <a:pt x="112147" y="103942"/>
                </a:lnTo>
                <a:lnTo>
                  <a:pt x="113482" y="102608"/>
                </a:lnTo>
                <a:lnTo>
                  <a:pt x="113482" y="105410"/>
                </a:lnTo>
                <a:lnTo>
                  <a:pt x="115450" y="107378"/>
                </a:lnTo>
                <a:lnTo>
                  <a:pt x="113582" y="107378"/>
                </a:lnTo>
                <a:close/>
                <a:moveTo>
                  <a:pt x="132862" y="105410"/>
                </a:moveTo>
                <a:lnTo>
                  <a:pt x="132862" y="102608"/>
                </a:lnTo>
                <a:lnTo>
                  <a:pt x="134163" y="103942"/>
                </a:lnTo>
                <a:lnTo>
                  <a:pt x="134163" y="105943"/>
                </a:lnTo>
                <a:lnTo>
                  <a:pt x="132729" y="107378"/>
                </a:lnTo>
                <a:lnTo>
                  <a:pt x="130894" y="107378"/>
                </a:lnTo>
                <a:close/>
                <a:moveTo>
                  <a:pt x="132729" y="108178"/>
                </a:moveTo>
                <a:lnTo>
                  <a:pt x="134163" y="109579"/>
                </a:lnTo>
                <a:lnTo>
                  <a:pt x="134163" y="111614"/>
                </a:lnTo>
                <a:lnTo>
                  <a:pt x="132862" y="112915"/>
                </a:lnTo>
                <a:lnTo>
                  <a:pt x="132862" y="110146"/>
                </a:lnTo>
                <a:lnTo>
                  <a:pt x="130894" y="108178"/>
                </a:lnTo>
                <a:close/>
                <a:moveTo>
                  <a:pt x="134730" y="112148"/>
                </a:moveTo>
                <a:lnTo>
                  <a:pt x="136731" y="112148"/>
                </a:lnTo>
                <a:lnTo>
                  <a:pt x="138166" y="113582"/>
                </a:lnTo>
                <a:lnTo>
                  <a:pt x="138166" y="115450"/>
                </a:lnTo>
                <a:lnTo>
                  <a:pt x="136198" y="113482"/>
                </a:lnTo>
                <a:lnTo>
                  <a:pt x="133396" y="113482"/>
                </a:lnTo>
                <a:close/>
                <a:moveTo>
                  <a:pt x="138933" y="113582"/>
                </a:moveTo>
                <a:lnTo>
                  <a:pt x="140367" y="112148"/>
                </a:lnTo>
                <a:lnTo>
                  <a:pt x="142369" y="112148"/>
                </a:lnTo>
                <a:lnTo>
                  <a:pt x="143703" y="113482"/>
                </a:lnTo>
                <a:lnTo>
                  <a:pt x="140901" y="113482"/>
                </a:lnTo>
                <a:lnTo>
                  <a:pt x="138933" y="115450"/>
                </a:lnTo>
                <a:close/>
                <a:moveTo>
                  <a:pt x="144370" y="107378"/>
                </a:moveTo>
                <a:lnTo>
                  <a:pt x="142936" y="105943"/>
                </a:lnTo>
                <a:lnTo>
                  <a:pt x="142936" y="103942"/>
                </a:lnTo>
                <a:lnTo>
                  <a:pt x="144270" y="102608"/>
                </a:lnTo>
                <a:lnTo>
                  <a:pt x="144270" y="105410"/>
                </a:lnTo>
                <a:lnTo>
                  <a:pt x="146238" y="107378"/>
                </a:lnTo>
                <a:lnTo>
                  <a:pt x="144370" y="107378"/>
                </a:lnTo>
                <a:close/>
                <a:moveTo>
                  <a:pt x="163651" y="105410"/>
                </a:moveTo>
                <a:lnTo>
                  <a:pt x="163651" y="102608"/>
                </a:lnTo>
                <a:lnTo>
                  <a:pt x="164952" y="103942"/>
                </a:lnTo>
                <a:lnTo>
                  <a:pt x="164952" y="105943"/>
                </a:lnTo>
                <a:lnTo>
                  <a:pt x="163551" y="107378"/>
                </a:lnTo>
                <a:lnTo>
                  <a:pt x="161683" y="107378"/>
                </a:lnTo>
                <a:close/>
                <a:moveTo>
                  <a:pt x="163551" y="108178"/>
                </a:moveTo>
                <a:lnTo>
                  <a:pt x="164952" y="109579"/>
                </a:lnTo>
                <a:lnTo>
                  <a:pt x="164952" y="111614"/>
                </a:lnTo>
                <a:lnTo>
                  <a:pt x="163651" y="112915"/>
                </a:lnTo>
                <a:lnTo>
                  <a:pt x="163651" y="110146"/>
                </a:lnTo>
                <a:lnTo>
                  <a:pt x="161683" y="108178"/>
                </a:lnTo>
                <a:close/>
                <a:moveTo>
                  <a:pt x="165519" y="112148"/>
                </a:moveTo>
                <a:lnTo>
                  <a:pt x="167520" y="112148"/>
                </a:lnTo>
                <a:lnTo>
                  <a:pt x="168954" y="113582"/>
                </a:lnTo>
                <a:lnTo>
                  <a:pt x="168954" y="115450"/>
                </a:lnTo>
                <a:lnTo>
                  <a:pt x="166986" y="113482"/>
                </a:lnTo>
                <a:lnTo>
                  <a:pt x="164184" y="113482"/>
                </a:lnTo>
                <a:close/>
                <a:moveTo>
                  <a:pt x="169755" y="113582"/>
                </a:moveTo>
                <a:lnTo>
                  <a:pt x="171156" y="112148"/>
                </a:lnTo>
                <a:lnTo>
                  <a:pt x="173157" y="112148"/>
                </a:lnTo>
                <a:lnTo>
                  <a:pt x="174492" y="113482"/>
                </a:lnTo>
                <a:lnTo>
                  <a:pt x="171723" y="113482"/>
                </a:lnTo>
                <a:lnTo>
                  <a:pt x="169755" y="115450"/>
                </a:lnTo>
                <a:close/>
                <a:moveTo>
                  <a:pt x="175159" y="107378"/>
                </a:moveTo>
                <a:lnTo>
                  <a:pt x="173725" y="105943"/>
                </a:lnTo>
                <a:lnTo>
                  <a:pt x="173725" y="103942"/>
                </a:lnTo>
                <a:lnTo>
                  <a:pt x="175059" y="102608"/>
                </a:lnTo>
                <a:lnTo>
                  <a:pt x="175059" y="105410"/>
                </a:lnTo>
                <a:lnTo>
                  <a:pt x="177027" y="107378"/>
                </a:lnTo>
                <a:lnTo>
                  <a:pt x="175159" y="107378"/>
                </a:lnTo>
                <a:close/>
                <a:moveTo>
                  <a:pt x="194439" y="105410"/>
                </a:moveTo>
                <a:lnTo>
                  <a:pt x="194439" y="102608"/>
                </a:lnTo>
                <a:lnTo>
                  <a:pt x="195740" y="103942"/>
                </a:lnTo>
                <a:lnTo>
                  <a:pt x="195740" y="105943"/>
                </a:lnTo>
                <a:lnTo>
                  <a:pt x="194339" y="107378"/>
                </a:lnTo>
                <a:lnTo>
                  <a:pt x="192471" y="107378"/>
                </a:lnTo>
                <a:close/>
                <a:moveTo>
                  <a:pt x="194339" y="108178"/>
                </a:moveTo>
                <a:lnTo>
                  <a:pt x="195740" y="109579"/>
                </a:lnTo>
                <a:lnTo>
                  <a:pt x="195740" y="111614"/>
                </a:lnTo>
                <a:lnTo>
                  <a:pt x="194439" y="112915"/>
                </a:lnTo>
                <a:lnTo>
                  <a:pt x="194439" y="110146"/>
                </a:lnTo>
                <a:lnTo>
                  <a:pt x="192471" y="108178"/>
                </a:lnTo>
                <a:close/>
                <a:moveTo>
                  <a:pt x="196307" y="112148"/>
                </a:moveTo>
                <a:lnTo>
                  <a:pt x="198309" y="112148"/>
                </a:lnTo>
                <a:lnTo>
                  <a:pt x="199743" y="113582"/>
                </a:lnTo>
                <a:lnTo>
                  <a:pt x="199743" y="115450"/>
                </a:lnTo>
                <a:lnTo>
                  <a:pt x="197775" y="113482"/>
                </a:lnTo>
                <a:lnTo>
                  <a:pt x="195006" y="113482"/>
                </a:lnTo>
                <a:close/>
                <a:moveTo>
                  <a:pt x="200544" y="113582"/>
                </a:moveTo>
                <a:lnTo>
                  <a:pt x="201945" y="112148"/>
                </a:lnTo>
                <a:lnTo>
                  <a:pt x="203979" y="112148"/>
                </a:lnTo>
                <a:lnTo>
                  <a:pt x="205280" y="113482"/>
                </a:lnTo>
                <a:lnTo>
                  <a:pt x="202512" y="113482"/>
                </a:lnTo>
                <a:lnTo>
                  <a:pt x="200544" y="115450"/>
                </a:lnTo>
                <a:close/>
                <a:moveTo>
                  <a:pt x="205948" y="107378"/>
                </a:moveTo>
                <a:lnTo>
                  <a:pt x="204513" y="105943"/>
                </a:lnTo>
                <a:lnTo>
                  <a:pt x="204513" y="103942"/>
                </a:lnTo>
                <a:lnTo>
                  <a:pt x="205848" y="102608"/>
                </a:lnTo>
                <a:lnTo>
                  <a:pt x="205848" y="105410"/>
                </a:lnTo>
                <a:lnTo>
                  <a:pt x="207816" y="107378"/>
                </a:lnTo>
                <a:close/>
                <a:moveTo>
                  <a:pt x="225228" y="105410"/>
                </a:moveTo>
                <a:lnTo>
                  <a:pt x="225228" y="102608"/>
                </a:lnTo>
                <a:lnTo>
                  <a:pt x="226529" y="103942"/>
                </a:lnTo>
                <a:lnTo>
                  <a:pt x="226529" y="105943"/>
                </a:lnTo>
                <a:lnTo>
                  <a:pt x="225128" y="107378"/>
                </a:lnTo>
                <a:lnTo>
                  <a:pt x="223260" y="107378"/>
                </a:lnTo>
                <a:close/>
                <a:moveTo>
                  <a:pt x="225128" y="108178"/>
                </a:moveTo>
                <a:lnTo>
                  <a:pt x="226529" y="109579"/>
                </a:lnTo>
                <a:lnTo>
                  <a:pt x="226529" y="111614"/>
                </a:lnTo>
                <a:lnTo>
                  <a:pt x="225228" y="112915"/>
                </a:lnTo>
                <a:lnTo>
                  <a:pt x="225228" y="110146"/>
                </a:lnTo>
                <a:lnTo>
                  <a:pt x="223260" y="108178"/>
                </a:lnTo>
                <a:close/>
                <a:moveTo>
                  <a:pt x="227096" y="112148"/>
                </a:moveTo>
                <a:lnTo>
                  <a:pt x="229097" y="112148"/>
                </a:lnTo>
                <a:lnTo>
                  <a:pt x="230532" y="113582"/>
                </a:lnTo>
                <a:lnTo>
                  <a:pt x="230532" y="115450"/>
                </a:lnTo>
                <a:lnTo>
                  <a:pt x="228564" y="113482"/>
                </a:lnTo>
                <a:lnTo>
                  <a:pt x="225762" y="113482"/>
                </a:lnTo>
                <a:close/>
                <a:moveTo>
                  <a:pt x="231332" y="113582"/>
                </a:moveTo>
                <a:lnTo>
                  <a:pt x="232733" y="112148"/>
                </a:lnTo>
                <a:lnTo>
                  <a:pt x="234768" y="112148"/>
                </a:lnTo>
                <a:lnTo>
                  <a:pt x="236069" y="113482"/>
                </a:lnTo>
                <a:lnTo>
                  <a:pt x="233300" y="113482"/>
                </a:lnTo>
                <a:lnTo>
                  <a:pt x="231332" y="115450"/>
                </a:lnTo>
                <a:lnTo>
                  <a:pt x="231332" y="113582"/>
                </a:lnTo>
                <a:close/>
                <a:moveTo>
                  <a:pt x="236736" y="107378"/>
                </a:moveTo>
                <a:lnTo>
                  <a:pt x="235302" y="105943"/>
                </a:lnTo>
                <a:lnTo>
                  <a:pt x="235302" y="103942"/>
                </a:lnTo>
                <a:lnTo>
                  <a:pt x="236636" y="102608"/>
                </a:lnTo>
                <a:lnTo>
                  <a:pt x="236636" y="105410"/>
                </a:lnTo>
                <a:lnTo>
                  <a:pt x="238604" y="107378"/>
                </a:lnTo>
                <a:lnTo>
                  <a:pt x="236736" y="107378"/>
                </a:lnTo>
                <a:close/>
                <a:moveTo>
                  <a:pt x="234768" y="103375"/>
                </a:moveTo>
                <a:lnTo>
                  <a:pt x="232733" y="103375"/>
                </a:lnTo>
                <a:lnTo>
                  <a:pt x="231332" y="101941"/>
                </a:lnTo>
                <a:lnTo>
                  <a:pt x="231332" y="100106"/>
                </a:lnTo>
                <a:lnTo>
                  <a:pt x="233300" y="102074"/>
                </a:lnTo>
                <a:lnTo>
                  <a:pt x="236069" y="102074"/>
                </a:lnTo>
                <a:close/>
                <a:moveTo>
                  <a:pt x="231332" y="85762"/>
                </a:moveTo>
                <a:lnTo>
                  <a:pt x="233601" y="83461"/>
                </a:lnTo>
                <a:lnTo>
                  <a:pt x="236870" y="83461"/>
                </a:lnTo>
                <a:lnTo>
                  <a:pt x="238538" y="85162"/>
                </a:lnTo>
                <a:lnTo>
                  <a:pt x="234301" y="85162"/>
                </a:lnTo>
                <a:lnTo>
                  <a:pt x="231332" y="88131"/>
                </a:lnTo>
                <a:close/>
                <a:moveTo>
                  <a:pt x="236636" y="82126"/>
                </a:moveTo>
                <a:lnTo>
                  <a:pt x="235302" y="80792"/>
                </a:lnTo>
                <a:lnTo>
                  <a:pt x="235302" y="78791"/>
                </a:lnTo>
                <a:lnTo>
                  <a:pt x="236736" y="77356"/>
                </a:lnTo>
                <a:lnTo>
                  <a:pt x="238604" y="77356"/>
                </a:lnTo>
                <a:lnTo>
                  <a:pt x="236636" y="79324"/>
                </a:lnTo>
                <a:close/>
                <a:moveTo>
                  <a:pt x="236736" y="76589"/>
                </a:moveTo>
                <a:lnTo>
                  <a:pt x="235302" y="75155"/>
                </a:lnTo>
                <a:lnTo>
                  <a:pt x="235302" y="73153"/>
                </a:lnTo>
                <a:lnTo>
                  <a:pt x="236636" y="71819"/>
                </a:lnTo>
                <a:lnTo>
                  <a:pt x="236636" y="74621"/>
                </a:lnTo>
                <a:lnTo>
                  <a:pt x="238604" y="76589"/>
                </a:lnTo>
                <a:close/>
                <a:moveTo>
                  <a:pt x="234768" y="72586"/>
                </a:moveTo>
                <a:lnTo>
                  <a:pt x="232733" y="72586"/>
                </a:lnTo>
                <a:lnTo>
                  <a:pt x="231332" y="71152"/>
                </a:lnTo>
                <a:lnTo>
                  <a:pt x="231332" y="69317"/>
                </a:lnTo>
                <a:lnTo>
                  <a:pt x="233300" y="71285"/>
                </a:lnTo>
                <a:lnTo>
                  <a:pt x="236069" y="71285"/>
                </a:lnTo>
                <a:close/>
                <a:moveTo>
                  <a:pt x="231332" y="54974"/>
                </a:moveTo>
                <a:lnTo>
                  <a:pt x="233601" y="52672"/>
                </a:lnTo>
                <a:lnTo>
                  <a:pt x="236870" y="52672"/>
                </a:lnTo>
                <a:lnTo>
                  <a:pt x="238538" y="54373"/>
                </a:lnTo>
                <a:lnTo>
                  <a:pt x="234301" y="54373"/>
                </a:lnTo>
                <a:lnTo>
                  <a:pt x="231332" y="57342"/>
                </a:lnTo>
                <a:close/>
                <a:moveTo>
                  <a:pt x="236636" y="51338"/>
                </a:moveTo>
                <a:lnTo>
                  <a:pt x="235302" y="50003"/>
                </a:lnTo>
                <a:lnTo>
                  <a:pt x="235302" y="48002"/>
                </a:lnTo>
                <a:lnTo>
                  <a:pt x="236736" y="46568"/>
                </a:lnTo>
                <a:lnTo>
                  <a:pt x="238604" y="46568"/>
                </a:lnTo>
                <a:lnTo>
                  <a:pt x="236636" y="48536"/>
                </a:lnTo>
                <a:close/>
                <a:moveTo>
                  <a:pt x="236736" y="45800"/>
                </a:moveTo>
                <a:lnTo>
                  <a:pt x="235302" y="44366"/>
                </a:lnTo>
                <a:lnTo>
                  <a:pt x="235302" y="42365"/>
                </a:lnTo>
                <a:lnTo>
                  <a:pt x="236636" y="41030"/>
                </a:lnTo>
                <a:lnTo>
                  <a:pt x="236636" y="43832"/>
                </a:lnTo>
                <a:lnTo>
                  <a:pt x="238604" y="45800"/>
                </a:lnTo>
                <a:lnTo>
                  <a:pt x="236736" y="45800"/>
                </a:lnTo>
                <a:close/>
                <a:moveTo>
                  <a:pt x="234768" y="41797"/>
                </a:moveTo>
                <a:lnTo>
                  <a:pt x="232733" y="41797"/>
                </a:lnTo>
                <a:lnTo>
                  <a:pt x="231332" y="40363"/>
                </a:lnTo>
                <a:lnTo>
                  <a:pt x="231332" y="38495"/>
                </a:lnTo>
                <a:lnTo>
                  <a:pt x="233300" y="40463"/>
                </a:lnTo>
                <a:lnTo>
                  <a:pt x="236069" y="40463"/>
                </a:lnTo>
                <a:close/>
                <a:moveTo>
                  <a:pt x="231332" y="24185"/>
                </a:moveTo>
                <a:lnTo>
                  <a:pt x="233601" y="21883"/>
                </a:lnTo>
                <a:lnTo>
                  <a:pt x="236870" y="21883"/>
                </a:lnTo>
                <a:lnTo>
                  <a:pt x="238538" y="23551"/>
                </a:lnTo>
                <a:lnTo>
                  <a:pt x="234301" y="23551"/>
                </a:lnTo>
                <a:lnTo>
                  <a:pt x="231332" y="26553"/>
                </a:lnTo>
                <a:close/>
                <a:moveTo>
                  <a:pt x="236636" y="20549"/>
                </a:moveTo>
                <a:lnTo>
                  <a:pt x="235302" y="19215"/>
                </a:lnTo>
                <a:lnTo>
                  <a:pt x="235302" y="17213"/>
                </a:lnTo>
                <a:lnTo>
                  <a:pt x="236736" y="15779"/>
                </a:lnTo>
                <a:lnTo>
                  <a:pt x="238604" y="15779"/>
                </a:lnTo>
                <a:lnTo>
                  <a:pt x="236636" y="17747"/>
                </a:lnTo>
                <a:close/>
                <a:moveTo>
                  <a:pt x="236736" y="15012"/>
                </a:moveTo>
                <a:lnTo>
                  <a:pt x="235302" y="13577"/>
                </a:lnTo>
                <a:lnTo>
                  <a:pt x="235302" y="11576"/>
                </a:lnTo>
                <a:lnTo>
                  <a:pt x="236636" y="10242"/>
                </a:lnTo>
                <a:lnTo>
                  <a:pt x="236636" y="13010"/>
                </a:lnTo>
                <a:lnTo>
                  <a:pt x="238604" y="14978"/>
                </a:lnTo>
                <a:lnTo>
                  <a:pt x="236736" y="14978"/>
                </a:lnTo>
                <a:close/>
                <a:moveTo>
                  <a:pt x="234768" y="11009"/>
                </a:moveTo>
                <a:lnTo>
                  <a:pt x="232733" y="11009"/>
                </a:lnTo>
                <a:lnTo>
                  <a:pt x="231332" y="9574"/>
                </a:lnTo>
                <a:lnTo>
                  <a:pt x="231332" y="7706"/>
                </a:lnTo>
                <a:lnTo>
                  <a:pt x="233300" y="9675"/>
                </a:lnTo>
                <a:lnTo>
                  <a:pt x="236069" y="9675"/>
                </a:lnTo>
                <a:close/>
                <a:moveTo>
                  <a:pt x="230532" y="6606"/>
                </a:moveTo>
                <a:lnTo>
                  <a:pt x="228230" y="8874"/>
                </a:lnTo>
                <a:lnTo>
                  <a:pt x="224995" y="8874"/>
                </a:lnTo>
                <a:lnTo>
                  <a:pt x="223327" y="7206"/>
                </a:lnTo>
                <a:lnTo>
                  <a:pt x="227396" y="7206"/>
                </a:lnTo>
                <a:lnTo>
                  <a:pt x="227663" y="7106"/>
                </a:lnTo>
                <a:lnTo>
                  <a:pt x="230532" y="4237"/>
                </a:lnTo>
                <a:close/>
                <a:moveTo>
                  <a:pt x="224427" y="9441"/>
                </a:moveTo>
                <a:lnTo>
                  <a:pt x="224427" y="12710"/>
                </a:lnTo>
                <a:lnTo>
                  <a:pt x="222126" y="15012"/>
                </a:lnTo>
                <a:lnTo>
                  <a:pt x="219757" y="15012"/>
                </a:lnTo>
                <a:lnTo>
                  <a:pt x="222760" y="12010"/>
                </a:lnTo>
                <a:lnTo>
                  <a:pt x="222760" y="7773"/>
                </a:lnTo>
                <a:close/>
                <a:moveTo>
                  <a:pt x="211285" y="15012"/>
                </a:moveTo>
                <a:lnTo>
                  <a:pt x="208916" y="15012"/>
                </a:lnTo>
                <a:lnTo>
                  <a:pt x="206648" y="12710"/>
                </a:lnTo>
                <a:lnTo>
                  <a:pt x="206648" y="9441"/>
                </a:lnTo>
                <a:lnTo>
                  <a:pt x="208316" y="7773"/>
                </a:lnTo>
                <a:lnTo>
                  <a:pt x="208316" y="12010"/>
                </a:lnTo>
                <a:close/>
                <a:moveTo>
                  <a:pt x="206081" y="8907"/>
                </a:moveTo>
                <a:lnTo>
                  <a:pt x="202812" y="8907"/>
                </a:lnTo>
                <a:lnTo>
                  <a:pt x="200544" y="6606"/>
                </a:lnTo>
                <a:lnTo>
                  <a:pt x="200544" y="4237"/>
                </a:lnTo>
                <a:lnTo>
                  <a:pt x="203412" y="7106"/>
                </a:lnTo>
                <a:lnTo>
                  <a:pt x="203679" y="7206"/>
                </a:lnTo>
                <a:lnTo>
                  <a:pt x="207749" y="7206"/>
                </a:lnTo>
                <a:close/>
                <a:moveTo>
                  <a:pt x="199743" y="6606"/>
                </a:moveTo>
                <a:lnTo>
                  <a:pt x="197441" y="8874"/>
                </a:lnTo>
                <a:lnTo>
                  <a:pt x="194206" y="8874"/>
                </a:lnTo>
                <a:lnTo>
                  <a:pt x="192538" y="7206"/>
                </a:lnTo>
                <a:lnTo>
                  <a:pt x="196741" y="7206"/>
                </a:lnTo>
                <a:lnTo>
                  <a:pt x="199743" y="4237"/>
                </a:lnTo>
                <a:close/>
                <a:moveTo>
                  <a:pt x="193639" y="9441"/>
                </a:moveTo>
                <a:lnTo>
                  <a:pt x="193639" y="12710"/>
                </a:lnTo>
                <a:lnTo>
                  <a:pt x="191337" y="15012"/>
                </a:lnTo>
                <a:lnTo>
                  <a:pt x="188969" y="15012"/>
                </a:lnTo>
                <a:lnTo>
                  <a:pt x="191971" y="12010"/>
                </a:lnTo>
                <a:lnTo>
                  <a:pt x="191971" y="7773"/>
                </a:lnTo>
                <a:close/>
                <a:moveTo>
                  <a:pt x="180496" y="15012"/>
                </a:moveTo>
                <a:lnTo>
                  <a:pt x="178128" y="15012"/>
                </a:lnTo>
                <a:lnTo>
                  <a:pt x="175826" y="12710"/>
                </a:lnTo>
                <a:lnTo>
                  <a:pt x="175826" y="9441"/>
                </a:lnTo>
                <a:lnTo>
                  <a:pt x="177527" y="7773"/>
                </a:lnTo>
                <a:lnTo>
                  <a:pt x="177527" y="12010"/>
                </a:lnTo>
                <a:close/>
                <a:moveTo>
                  <a:pt x="175292" y="8907"/>
                </a:moveTo>
                <a:lnTo>
                  <a:pt x="172023" y="8907"/>
                </a:lnTo>
                <a:lnTo>
                  <a:pt x="169755" y="6606"/>
                </a:lnTo>
                <a:lnTo>
                  <a:pt x="169755" y="4237"/>
                </a:lnTo>
                <a:lnTo>
                  <a:pt x="172724" y="7206"/>
                </a:lnTo>
                <a:lnTo>
                  <a:pt x="176960" y="7206"/>
                </a:lnTo>
                <a:close/>
                <a:moveTo>
                  <a:pt x="168954" y="6606"/>
                </a:moveTo>
                <a:lnTo>
                  <a:pt x="166653" y="8874"/>
                </a:lnTo>
                <a:lnTo>
                  <a:pt x="163417" y="8874"/>
                </a:lnTo>
                <a:lnTo>
                  <a:pt x="161716" y="7206"/>
                </a:lnTo>
                <a:lnTo>
                  <a:pt x="165786" y="7206"/>
                </a:lnTo>
                <a:lnTo>
                  <a:pt x="166086" y="7106"/>
                </a:lnTo>
                <a:lnTo>
                  <a:pt x="168954" y="4237"/>
                </a:lnTo>
                <a:close/>
                <a:moveTo>
                  <a:pt x="162850" y="9441"/>
                </a:moveTo>
                <a:lnTo>
                  <a:pt x="162850" y="12710"/>
                </a:lnTo>
                <a:lnTo>
                  <a:pt x="160548" y="15012"/>
                </a:lnTo>
                <a:lnTo>
                  <a:pt x="158180" y="15012"/>
                </a:lnTo>
                <a:lnTo>
                  <a:pt x="161182" y="12010"/>
                </a:lnTo>
                <a:lnTo>
                  <a:pt x="161182" y="7773"/>
                </a:lnTo>
                <a:close/>
                <a:moveTo>
                  <a:pt x="149707" y="15012"/>
                </a:moveTo>
                <a:lnTo>
                  <a:pt x="147339" y="15012"/>
                </a:lnTo>
                <a:lnTo>
                  <a:pt x="145037" y="12710"/>
                </a:lnTo>
                <a:lnTo>
                  <a:pt x="145037" y="9441"/>
                </a:lnTo>
                <a:lnTo>
                  <a:pt x="146739" y="7773"/>
                </a:lnTo>
                <a:lnTo>
                  <a:pt x="146739" y="12010"/>
                </a:lnTo>
                <a:close/>
                <a:moveTo>
                  <a:pt x="144504" y="8907"/>
                </a:moveTo>
                <a:lnTo>
                  <a:pt x="141235" y="8907"/>
                </a:lnTo>
                <a:lnTo>
                  <a:pt x="138933" y="6606"/>
                </a:lnTo>
                <a:lnTo>
                  <a:pt x="138933" y="4237"/>
                </a:lnTo>
                <a:lnTo>
                  <a:pt x="141835" y="7106"/>
                </a:lnTo>
                <a:lnTo>
                  <a:pt x="142102" y="7206"/>
                </a:lnTo>
                <a:lnTo>
                  <a:pt x="146172" y="7206"/>
                </a:lnTo>
                <a:close/>
                <a:moveTo>
                  <a:pt x="138166" y="6606"/>
                </a:moveTo>
                <a:lnTo>
                  <a:pt x="135864" y="8874"/>
                </a:lnTo>
                <a:lnTo>
                  <a:pt x="132629" y="8874"/>
                </a:lnTo>
                <a:lnTo>
                  <a:pt x="130927" y="7206"/>
                </a:lnTo>
                <a:lnTo>
                  <a:pt x="135164" y="7206"/>
                </a:lnTo>
                <a:lnTo>
                  <a:pt x="138166" y="4237"/>
                </a:lnTo>
                <a:close/>
                <a:moveTo>
                  <a:pt x="132061" y="9441"/>
                </a:moveTo>
                <a:lnTo>
                  <a:pt x="132061" y="12710"/>
                </a:lnTo>
                <a:lnTo>
                  <a:pt x="129760" y="15012"/>
                </a:lnTo>
                <a:lnTo>
                  <a:pt x="127391" y="15012"/>
                </a:lnTo>
                <a:lnTo>
                  <a:pt x="130394" y="12010"/>
                </a:lnTo>
                <a:lnTo>
                  <a:pt x="130394" y="7773"/>
                </a:lnTo>
                <a:close/>
                <a:moveTo>
                  <a:pt x="118919" y="15012"/>
                </a:moveTo>
                <a:lnTo>
                  <a:pt x="116550" y="15012"/>
                </a:lnTo>
                <a:lnTo>
                  <a:pt x="114249" y="12710"/>
                </a:lnTo>
                <a:lnTo>
                  <a:pt x="114249" y="9441"/>
                </a:lnTo>
                <a:lnTo>
                  <a:pt x="115950" y="7773"/>
                </a:lnTo>
                <a:lnTo>
                  <a:pt x="115950" y="12010"/>
                </a:lnTo>
                <a:close/>
                <a:moveTo>
                  <a:pt x="113682" y="8907"/>
                </a:moveTo>
                <a:lnTo>
                  <a:pt x="110446" y="8907"/>
                </a:lnTo>
                <a:lnTo>
                  <a:pt x="108144" y="6606"/>
                </a:lnTo>
                <a:lnTo>
                  <a:pt x="108144" y="4237"/>
                </a:lnTo>
                <a:lnTo>
                  <a:pt x="111147" y="7206"/>
                </a:lnTo>
                <a:lnTo>
                  <a:pt x="115383" y="7206"/>
                </a:lnTo>
                <a:close/>
                <a:moveTo>
                  <a:pt x="107377" y="6606"/>
                </a:moveTo>
                <a:lnTo>
                  <a:pt x="105076" y="8874"/>
                </a:lnTo>
                <a:lnTo>
                  <a:pt x="101840" y="8874"/>
                </a:lnTo>
                <a:lnTo>
                  <a:pt x="100139" y="7206"/>
                </a:lnTo>
                <a:lnTo>
                  <a:pt x="104208" y="7206"/>
                </a:lnTo>
                <a:lnTo>
                  <a:pt x="104475" y="7106"/>
                </a:lnTo>
                <a:lnTo>
                  <a:pt x="107377" y="4237"/>
                </a:lnTo>
                <a:lnTo>
                  <a:pt x="107377" y="6606"/>
                </a:lnTo>
                <a:close/>
                <a:moveTo>
                  <a:pt x="101273" y="9441"/>
                </a:moveTo>
                <a:lnTo>
                  <a:pt x="101273" y="12710"/>
                </a:lnTo>
                <a:lnTo>
                  <a:pt x="98971" y="15012"/>
                </a:lnTo>
                <a:lnTo>
                  <a:pt x="96603" y="15012"/>
                </a:lnTo>
                <a:lnTo>
                  <a:pt x="99605" y="12010"/>
                </a:lnTo>
                <a:lnTo>
                  <a:pt x="99605" y="7773"/>
                </a:lnTo>
                <a:close/>
                <a:moveTo>
                  <a:pt x="88130" y="15012"/>
                </a:moveTo>
                <a:lnTo>
                  <a:pt x="85762" y="15012"/>
                </a:lnTo>
                <a:lnTo>
                  <a:pt x="83460" y="12710"/>
                </a:lnTo>
                <a:lnTo>
                  <a:pt x="83460" y="9441"/>
                </a:lnTo>
                <a:lnTo>
                  <a:pt x="85128" y="7773"/>
                </a:lnTo>
                <a:lnTo>
                  <a:pt x="85128" y="12010"/>
                </a:lnTo>
                <a:close/>
                <a:moveTo>
                  <a:pt x="82893" y="8907"/>
                </a:moveTo>
                <a:lnTo>
                  <a:pt x="79657" y="8907"/>
                </a:lnTo>
                <a:lnTo>
                  <a:pt x="77356" y="6606"/>
                </a:lnTo>
                <a:lnTo>
                  <a:pt x="77356" y="4237"/>
                </a:lnTo>
                <a:lnTo>
                  <a:pt x="80224" y="7106"/>
                </a:lnTo>
                <a:lnTo>
                  <a:pt x="80525" y="7206"/>
                </a:lnTo>
                <a:lnTo>
                  <a:pt x="84594" y="7206"/>
                </a:lnTo>
                <a:close/>
                <a:moveTo>
                  <a:pt x="76589" y="6606"/>
                </a:moveTo>
                <a:lnTo>
                  <a:pt x="74287" y="8874"/>
                </a:lnTo>
                <a:lnTo>
                  <a:pt x="71018" y="8874"/>
                </a:lnTo>
                <a:lnTo>
                  <a:pt x="69350" y="7206"/>
                </a:lnTo>
                <a:lnTo>
                  <a:pt x="73586" y="7206"/>
                </a:lnTo>
                <a:lnTo>
                  <a:pt x="76589" y="4237"/>
                </a:lnTo>
                <a:close/>
                <a:moveTo>
                  <a:pt x="70484" y="9441"/>
                </a:moveTo>
                <a:lnTo>
                  <a:pt x="70484" y="12710"/>
                </a:lnTo>
                <a:lnTo>
                  <a:pt x="68183" y="15012"/>
                </a:lnTo>
                <a:lnTo>
                  <a:pt x="65814" y="15012"/>
                </a:lnTo>
                <a:lnTo>
                  <a:pt x="68816" y="12010"/>
                </a:lnTo>
                <a:lnTo>
                  <a:pt x="68816" y="7773"/>
                </a:lnTo>
                <a:close/>
                <a:moveTo>
                  <a:pt x="57341" y="15012"/>
                </a:moveTo>
                <a:lnTo>
                  <a:pt x="54973" y="15012"/>
                </a:lnTo>
                <a:lnTo>
                  <a:pt x="52671" y="12710"/>
                </a:lnTo>
                <a:lnTo>
                  <a:pt x="52671" y="9441"/>
                </a:lnTo>
                <a:lnTo>
                  <a:pt x="54339" y="7773"/>
                </a:lnTo>
                <a:lnTo>
                  <a:pt x="54339" y="12010"/>
                </a:lnTo>
                <a:close/>
                <a:moveTo>
                  <a:pt x="52104" y="8907"/>
                </a:moveTo>
                <a:lnTo>
                  <a:pt x="48869" y="8907"/>
                </a:lnTo>
                <a:lnTo>
                  <a:pt x="46567" y="6606"/>
                </a:lnTo>
                <a:lnTo>
                  <a:pt x="46567" y="4237"/>
                </a:lnTo>
                <a:lnTo>
                  <a:pt x="49569" y="7206"/>
                </a:lnTo>
                <a:lnTo>
                  <a:pt x="53806" y="7206"/>
                </a:lnTo>
                <a:close/>
                <a:moveTo>
                  <a:pt x="45767" y="6606"/>
                </a:moveTo>
                <a:lnTo>
                  <a:pt x="43498" y="8874"/>
                </a:lnTo>
                <a:lnTo>
                  <a:pt x="40229" y="8874"/>
                </a:lnTo>
                <a:lnTo>
                  <a:pt x="38561" y="7206"/>
                </a:lnTo>
                <a:lnTo>
                  <a:pt x="42631" y="7206"/>
                </a:lnTo>
                <a:lnTo>
                  <a:pt x="42898" y="7106"/>
                </a:lnTo>
                <a:lnTo>
                  <a:pt x="45767" y="4237"/>
                </a:lnTo>
                <a:close/>
                <a:moveTo>
                  <a:pt x="39696" y="9441"/>
                </a:moveTo>
                <a:lnTo>
                  <a:pt x="39696" y="12710"/>
                </a:lnTo>
                <a:lnTo>
                  <a:pt x="37394" y="15012"/>
                </a:lnTo>
                <a:lnTo>
                  <a:pt x="35026" y="15012"/>
                </a:lnTo>
                <a:lnTo>
                  <a:pt x="37994" y="12010"/>
                </a:lnTo>
                <a:lnTo>
                  <a:pt x="37994" y="7773"/>
                </a:lnTo>
                <a:close/>
                <a:moveTo>
                  <a:pt x="26553" y="15012"/>
                </a:moveTo>
                <a:lnTo>
                  <a:pt x="24184" y="15012"/>
                </a:lnTo>
                <a:lnTo>
                  <a:pt x="21883" y="12710"/>
                </a:lnTo>
                <a:lnTo>
                  <a:pt x="21883" y="9441"/>
                </a:lnTo>
                <a:lnTo>
                  <a:pt x="23551" y="7773"/>
                </a:lnTo>
                <a:lnTo>
                  <a:pt x="23551" y="12010"/>
                </a:lnTo>
                <a:close/>
                <a:moveTo>
                  <a:pt x="21316" y="8907"/>
                </a:moveTo>
                <a:lnTo>
                  <a:pt x="18080" y="8907"/>
                </a:lnTo>
                <a:lnTo>
                  <a:pt x="15778" y="6606"/>
                </a:lnTo>
                <a:lnTo>
                  <a:pt x="15778" y="4237"/>
                </a:lnTo>
                <a:lnTo>
                  <a:pt x="18647" y="7106"/>
                </a:lnTo>
                <a:lnTo>
                  <a:pt x="18914" y="7206"/>
                </a:lnTo>
                <a:lnTo>
                  <a:pt x="22984" y="7206"/>
                </a:lnTo>
                <a:close/>
                <a:moveTo>
                  <a:pt x="14978" y="6606"/>
                </a:moveTo>
                <a:lnTo>
                  <a:pt x="12710" y="8874"/>
                </a:lnTo>
                <a:lnTo>
                  <a:pt x="9441" y="8874"/>
                </a:lnTo>
                <a:lnTo>
                  <a:pt x="7773" y="7206"/>
                </a:lnTo>
                <a:lnTo>
                  <a:pt x="12009" y="7206"/>
                </a:lnTo>
                <a:lnTo>
                  <a:pt x="14978" y="4237"/>
                </a:lnTo>
                <a:lnTo>
                  <a:pt x="14978" y="6606"/>
                </a:lnTo>
                <a:close/>
                <a:moveTo>
                  <a:pt x="9441" y="21883"/>
                </a:moveTo>
                <a:lnTo>
                  <a:pt x="12710" y="21883"/>
                </a:lnTo>
                <a:lnTo>
                  <a:pt x="14978" y="24185"/>
                </a:lnTo>
                <a:lnTo>
                  <a:pt x="14978" y="26553"/>
                </a:lnTo>
                <a:lnTo>
                  <a:pt x="12009" y="23551"/>
                </a:lnTo>
                <a:lnTo>
                  <a:pt x="7773" y="23551"/>
                </a:lnTo>
                <a:close/>
                <a:moveTo>
                  <a:pt x="14978" y="33892"/>
                </a:moveTo>
                <a:lnTo>
                  <a:pt x="11675" y="37228"/>
                </a:lnTo>
                <a:lnTo>
                  <a:pt x="6972" y="37228"/>
                </a:lnTo>
                <a:lnTo>
                  <a:pt x="5438" y="35693"/>
                </a:lnTo>
                <a:lnTo>
                  <a:pt x="11042" y="35693"/>
                </a:lnTo>
                <a:lnTo>
                  <a:pt x="14978" y="31757"/>
                </a:lnTo>
                <a:lnTo>
                  <a:pt x="14978" y="33892"/>
                </a:lnTo>
                <a:close/>
                <a:moveTo>
                  <a:pt x="7206" y="42631"/>
                </a:moveTo>
                <a:lnTo>
                  <a:pt x="7206" y="38562"/>
                </a:lnTo>
                <a:lnTo>
                  <a:pt x="8873" y="40230"/>
                </a:lnTo>
                <a:lnTo>
                  <a:pt x="8873" y="43499"/>
                </a:lnTo>
                <a:lnTo>
                  <a:pt x="6605" y="45800"/>
                </a:lnTo>
                <a:lnTo>
                  <a:pt x="4237" y="45800"/>
                </a:lnTo>
                <a:lnTo>
                  <a:pt x="7106" y="42932"/>
                </a:lnTo>
                <a:close/>
                <a:moveTo>
                  <a:pt x="6605" y="46568"/>
                </a:moveTo>
                <a:lnTo>
                  <a:pt x="8873" y="48869"/>
                </a:lnTo>
                <a:lnTo>
                  <a:pt x="8873" y="52105"/>
                </a:lnTo>
                <a:lnTo>
                  <a:pt x="7206" y="53806"/>
                </a:lnTo>
                <a:lnTo>
                  <a:pt x="7206" y="49570"/>
                </a:lnTo>
                <a:lnTo>
                  <a:pt x="4203" y="46568"/>
                </a:lnTo>
                <a:close/>
                <a:moveTo>
                  <a:pt x="9441" y="52672"/>
                </a:moveTo>
                <a:lnTo>
                  <a:pt x="12710" y="52672"/>
                </a:lnTo>
                <a:lnTo>
                  <a:pt x="14978" y="54974"/>
                </a:lnTo>
                <a:lnTo>
                  <a:pt x="14978" y="57342"/>
                </a:lnTo>
                <a:lnTo>
                  <a:pt x="12009" y="54340"/>
                </a:lnTo>
                <a:lnTo>
                  <a:pt x="7773" y="54340"/>
                </a:lnTo>
                <a:close/>
                <a:moveTo>
                  <a:pt x="14978" y="64714"/>
                </a:moveTo>
                <a:lnTo>
                  <a:pt x="11675" y="68016"/>
                </a:lnTo>
                <a:lnTo>
                  <a:pt x="6972" y="68016"/>
                </a:lnTo>
                <a:lnTo>
                  <a:pt x="5438" y="66482"/>
                </a:lnTo>
                <a:lnTo>
                  <a:pt x="11042" y="66482"/>
                </a:lnTo>
                <a:lnTo>
                  <a:pt x="14978" y="62546"/>
                </a:lnTo>
                <a:lnTo>
                  <a:pt x="14978" y="64714"/>
                </a:lnTo>
                <a:close/>
                <a:moveTo>
                  <a:pt x="7206" y="69351"/>
                </a:moveTo>
                <a:lnTo>
                  <a:pt x="8873" y="71052"/>
                </a:lnTo>
                <a:lnTo>
                  <a:pt x="8873" y="74287"/>
                </a:lnTo>
                <a:lnTo>
                  <a:pt x="6605" y="76589"/>
                </a:lnTo>
                <a:lnTo>
                  <a:pt x="4237" y="76589"/>
                </a:lnTo>
                <a:lnTo>
                  <a:pt x="7206" y="73587"/>
                </a:lnTo>
                <a:lnTo>
                  <a:pt x="7206" y="69351"/>
                </a:lnTo>
                <a:close/>
                <a:moveTo>
                  <a:pt x="9441" y="83461"/>
                </a:moveTo>
                <a:lnTo>
                  <a:pt x="12710" y="83461"/>
                </a:lnTo>
                <a:lnTo>
                  <a:pt x="14978" y="85762"/>
                </a:lnTo>
                <a:lnTo>
                  <a:pt x="14978" y="88131"/>
                </a:lnTo>
                <a:lnTo>
                  <a:pt x="12009" y="85129"/>
                </a:lnTo>
                <a:lnTo>
                  <a:pt x="7773" y="85129"/>
                </a:lnTo>
                <a:close/>
                <a:moveTo>
                  <a:pt x="14978" y="95503"/>
                </a:moveTo>
                <a:lnTo>
                  <a:pt x="11675" y="98805"/>
                </a:lnTo>
                <a:lnTo>
                  <a:pt x="6972" y="98805"/>
                </a:lnTo>
                <a:lnTo>
                  <a:pt x="5438" y="97271"/>
                </a:lnTo>
                <a:lnTo>
                  <a:pt x="11042" y="97271"/>
                </a:lnTo>
                <a:lnTo>
                  <a:pt x="14978" y="93334"/>
                </a:lnTo>
                <a:lnTo>
                  <a:pt x="14978" y="95503"/>
                </a:lnTo>
                <a:close/>
                <a:moveTo>
                  <a:pt x="7206" y="104209"/>
                </a:moveTo>
                <a:lnTo>
                  <a:pt x="7206" y="100139"/>
                </a:lnTo>
                <a:lnTo>
                  <a:pt x="8873" y="101840"/>
                </a:lnTo>
                <a:lnTo>
                  <a:pt x="8873" y="105076"/>
                </a:lnTo>
                <a:lnTo>
                  <a:pt x="6605" y="107378"/>
                </a:lnTo>
                <a:lnTo>
                  <a:pt x="4237" y="107378"/>
                </a:lnTo>
                <a:lnTo>
                  <a:pt x="7106" y="104509"/>
                </a:lnTo>
                <a:close/>
                <a:moveTo>
                  <a:pt x="6605" y="108178"/>
                </a:moveTo>
                <a:lnTo>
                  <a:pt x="8873" y="110447"/>
                </a:lnTo>
                <a:lnTo>
                  <a:pt x="8873" y="113716"/>
                </a:lnTo>
                <a:lnTo>
                  <a:pt x="7206" y="115384"/>
                </a:lnTo>
                <a:lnTo>
                  <a:pt x="7206" y="111147"/>
                </a:lnTo>
                <a:lnTo>
                  <a:pt x="4203" y="108145"/>
                </a:lnTo>
                <a:lnTo>
                  <a:pt x="6605" y="108145"/>
                </a:lnTo>
                <a:close/>
                <a:moveTo>
                  <a:pt x="9441" y="114249"/>
                </a:moveTo>
                <a:lnTo>
                  <a:pt x="12710" y="114249"/>
                </a:lnTo>
                <a:lnTo>
                  <a:pt x="14978" y="116551"/>
                </a:lnTo>
                <a:lnTo>
                  <a:pt x="14978" y="118919"/>
                </a:lnTo>
                <a:lnTo>
                  <a:pt x="12009" y="115951"/>
                </a:lnTo>
                <a:lnTo>
                  <a:pt x="7773" y="115951"/>
                </a:lnTo>
                <a:close/>
                <a:moveTo>
                  <a:pt x="15778" y="116551"/>
                </a:moveTo>
                <a:lnTo>
                  <a:pt x="18080" y="114249"/>
                </a:lnTo>
                <a:lnTo>
                  <a:pt x="21316" y="114249"/>
                </a:lnTo>
                <a:lnTo>
                  <a:pt x="22984" y="115951"/>
                </a:lnTo>
                <a:lnTo>
                  <a:pt x="18947" y="115951"/>
                </a:lnTo>
                <a:lnTo>
                  <a:pt x="18647" y="116051"/>
                </a:lnTo>
                <a:lnTo>
                  <a:pt x="15778" y="118919"/>
                </a:lnTo>
                <a:close/>
                <a:moveTo>
                  <a:pt x="21883" y="113716"/>
                </a:moveTo>
                <a:lnTo>
                  <a:pt x="21883" y="110447"/>
                </a:lnTo>
                <a:lnTo>
                  <a:pt x="24184" y="108178"/>
                </a:lnTo>
                <a:lnTo>
                  <a:pt x="26553" y="108178"/>
                </a:lnTo>
                <a:lnTo>
                  <a:pt x="23551" y="111147"/>
                </a:lnTo>
                <a:lnTo>
                  <a:pt x="23551" y="115384"/>
                </a:lnTo>
                <a:close/>
                <a:moveTo>
                  <a:pt x="35026" y="108178"/>
                </a:moveTo>
                <a:lnTo>
                  <a:pt x="37394" y="108178"/>
                </a:lnTo>
                <a:lnTo>
                  <a:pt x="39696" y="110447"/>
                </a:lnTo>
                <a:lnTo>
                  <a:pt x="39696" y="113716"/>
                </a:lnTo>
                <a:lnTo>
                  <a:pt x="37994" y="115384"/>
                </a:lnTo>
                <a:lnTo>
                  <a:pt x="37994" y="111147"/>
                </a:lnTo>
                <a:close/>
                <a:moveTo>
                  <a:pt x="40229" y="114249"/>
                </a:moveTo>
                <a:lnTo>
                  <a:pt x="43498" y="114249"/>
                </a:lnTo>
                <a:lnTo>
                  <a:pt x="45767" y="116551"/>
                </a:lnTo>
                <a:lnTo>
                  <a:pt x="45767" y="118919"/>
                </a:lnTo>
                <a:lnTo>
                  <a:pt x="42898" y="116051"/>
                </a:lnTo>
                <a:lnTo>
                  <a:pt x="42631" y="115951"/>
                </a:lnTo>
                <a:lnTo>
                  <a:pt x="38561" y="115951"/>
                </a:lnTo>
                <a:close/>
                <a:moveTo>
                  <a:pt x="46567" y="116551"/>
                </a:moveTo>
                <a:lnTo>
                  <a:pt x="48869" y="114249"/>
                </a:lnTo>
                <a:lnTo>
                  <a:pt x="52104" y="114249"/>
                </a:lnTo>
                <a:lnTo>
                  <a:pt x="53806" y="115951"/>
                </a:lnTo>
                <a:lnTo>
                  <a:pt x="49569" y="115951"/>
                </a:lnTo>
                <a:lnTo>
                  <a:pt x="46567" y="118919"/>
                </a:lnTo>
                <a:close/>
                <a:moveTo>
                  <a:pt x="52671" y="113716"/>
                </a:moveTo>
                <a:lnTo>
                  <a:pt x="52671" y="110447"/>
                </a:lnTo>
                <a:lnTo>
                  <a:pt x="54973" y="108178"/>
                </a:lnTo>
                <a:lnTo>
                  <a:pt x="57341" y="108178"/>
                </a:lnTo>
                <a:lnTo>
                  <a:pt x="54339" y="111147"/>
                </a:lnTo>
                <a:lnTo>
                  <a:pt x="54339" y="115384"/>
                </a:lnTo>
                <a:close/>
                <a:moveTo>
                  <a:pt x="65814" y="108178"/>
                </a:moveTo>
                <a:lnTo>
                  <a:pt x="68183" y="108178"/>
                </a:lnTo>
                <a:lnTo>
                  <a:pt x="70484" y="110447"/>
                </a:lnTo>
                <a:lnTo>
                  <a:pt x="70484" y="113716"/>
                </a:lnTo>
                <a:lnTo>
                  <a:pt x="68783" y="115384"/>
                </a:lnTo>
                <a:lnTo>
                  <a:pt x="68783" y="111147"/>
                </a:lnTo>
                <a:close/>
                <a:moveTo>
                  <a:pt x="71018" y="114249"/>
                </a:moveTo>
                <a:lnTo>
                  <a:pt x="74287" y="114249"/>
                </a:lnTo>
                <a:lnTo>
                  <a:pt x="76555" y="116551"/>
                </a:lnTo>
                <a:lnTo>
                  <a:pt x="76555" y="118919"/>
                </a:lnTo>
                <a:lnTo>
                  <a:pt x="73586" y="115951"/>
                </a:lnTo>
                <a:lnTo>
                  <a:pt x="69350" y="115951"/>
                </a:lnTo>
                <a:close/>
                <a:moveTo>
                  <a:pt x="77356" y="116551"/>
                </a:moveTo>
                <a:lnTo>
                  <a:pt x="79657" y="114249"/>
                </a:lnTo>
                <a:lnTo>
                  <a:pt x="82893" y="114249"/>
                </a:lnTo>
                <a:lnTo>
                  <a:pt x="84594" y="115951"/>
                </a:lnTo>
                <a:lnTo>
                  <a:pt x="80525" y="115951"/>
                </a:lnTo>
                <a:lnTo>
                  <a:pt x="80224" y="116051"/>
                </a:lnTo>
                <a:lnTo>
                  <a:pt x="77356" y="118919"/>
                </a:lnTo>
                <a:lnTo>
                  <a:pt x="77356" y="116551"/>
                </a:lnTo>
                <a:close/>
                <a:moveTo>
                  <a:pt x="83460" y="113716"/>
                </a:moveTo>
                <a:lnTo>
                  <a:pt x="83460" y="110447"/>
                </a:lnTo>
                <a:lnTo>
                  <a:pt x="85762" y="108178"/>
                </a:lnTo>
                <a:lnTo>
                  <a:pt x="88130" y="108178"/>
                </a:lnTo>
                <a:lnTo>
                  <a:pt x="85128" y="111147"/>
                </a:lnTo>
                <a:lnTo>
                  <a:pt x="85128" y="115384"/>
                </a:lnTo>
                <a:close/>
                <a:moveTo>
                  <a:pt x="96603" y="108178"/>
                </a:moveTo>
                <a:lnTo>
                  <a:pt x="98971" y="108178"/>
                </a:lnTo>
                <a:lnTo>
                  <a:pt x="101273" y="110447"/>
                </a:lnTo>
                <a:lnTo>
                  <a:pt x="101273" y="113716"/>
                </a:lnTo>
                <a:lnTo>
                  <a:pt x="99605" y="115384"/>
                </a:lnTo>
                <a:lnTo>
                  <a:pt x="99605" y="111147"/>
                </a:lnTo>
                <a:close/>
                <a:moveTo>
                  <a:pt x="101840" y="114249"/>
                </a:moveTo>
                <a:lnTo>
                  <a:pt x="105076" y="114249"/>
                </a:lnTo>
                <a:lnTo>
                  <a:pt x="107377" y="116551"/>
                </a:lnTo>
                <a:lnTo>
                  <a:pt x="107377" y="118919"/>
                </a:lnTo>
                <a:lnTo>
                  <a:pt x="104508" y="116051"/>
                </a:lnTo>
                <a:lnTo>
                  <a:pt x="104208" y="115951"/>
                </a:lnTo>
                <a:lnTo>
                  <a:pt x="100139" y="115951"/>
                </a:lnTo>
                <a:close/>
                <a:moveTo>
                  <a:pt x="108144" y="116551"/>
                </a:moveTo>
                <a:lnTo>
                  <a:pt x="110446" y="114249"/>
                </a:lnTo>
                <a:lnTo>
                  <a:pt x="113682" y="114249"/>
                </a:lnTo>
                <a:lnTo>
                  <a:pt x="115383" y="115951"/>
                </a:lnTo>
                <a:lnTo>
                  <a:pt x="111147" y="115951"/>
                </a:lnTo>
                <a:lnTo>
                  <a:pt x="108144" y="118919"/>
                </a:lnTo>
                <a:close/>
                <a:moveTo>
                  <a:pt x="114249" y="113716"/>
                </a:moveTo>
                <a:lnTo>
                  <a:pt x="114249" y="110447"/>
                </a:lnTo>
                <a:lnTo>
                  <a:pt x="116550" y="108178"/>
                </a:lnTo>
                <a:lnTo>
                  <a:pt x="118919" y="108178"/>
                </a:lnTo>
                <a:lnTo>
                  <a:pt x="115917" y="111147"/>
                </a:lnTo>
                <a:lnTo>
                  <a:pt x="115917" y="115384"/>
                </a:lnTo>
                <a:close/>
                <a:moveTo>
                  <a:pt x="127391" y="108178"/>
                </a:moveTo>
                <a:lnTo>
                  <a:pt x="129760" y="108178"/>
                </a:lnTo>
                <a:lnTo>
                  <a:pt x="132061" y="110447"/>
                </a:lnTo>
                <a:lnTo>
                  <a:pt x="132061" y="113716"/>
                </a:lnTo>
                <a:lnTo>
                  <a:pt x="130394" y="115384"/>
                </a:lnTo>
                <a:lnTo>
                  <a:pt x="130394" y="111147"/>
                </a:lnTo>
                <a:close/>
                <a:moveTo>
                  <a:pt x="132629" y="114249"/>
                </a:moveTo>
                <a:lnTo>
                  <a:pt x="135864" y="114249"/>
                </a:lnTo>
                <a:lnTo>
                  <a:pt x="138166" y="116551"/>
                </a:lnTo>
                <a:lnTo>
                  <a:pt x="138166" y="118919"/>
                </a:lnTo>
                <a:lnTo>
                  <a:pt x="135164" y="115951"/>
                </a:lnTo>
                <a:lnTo>
                  <a:pt x="130927" y="115951"/>
                </a:lnTo>
                <a:close/>
                <a:moveTo>
                  <a:pt x="138933" y="116551"/>
                </a:moveTo>
                <a:lnTo>
                  <a:pt x="141235" y="114249"/>
                </a:lnTo>
                <a:lnTo>
                  <a:pt x="144504" y="114249"/>
                </a:lnTo>
                <a:lnTo>
                  <a:pt x="146172" y="115951"/>
                </a:lnTo>
                <a:lnTo>
                  <a:pt x="142102" y="115951"/>
                </a:lnTo>
                <a:lnTo>
                  <a:pt x="141835" y="116051"/>
                </a:lnTo>
                <a:lnTo>
                  <a:pt x="138933" y="118919"/>
                </a:lnTo>
                <a:close/>
                <a:moveTo>
                  <a:pt x="145037" y="113716"/>
                </a:moveTo>
                <a:lnTo>
                  <a:pt x="145037" y="110447"/>
                </a:lnTo>
                <a:lnTo>
                  <a:pt x="147339" y="108178"/>
                </a:lnTo>
                <a:lnTo>
                  <a:pt x="149707" y="108178"/>
                </a:lnTo>
                <a:lnTo>
                  <a:pt x="146705" y="111147"/>
                </a:lnTo>
                <a:lnTo>
                  <a:pt x="146705" y="115384"/>
                </a:lnTo>
                <a:close/>
                <a:moveTo>
                  <a:pt x="158180" y="108178"/>
                </a:moveTo>
                <a:lnTo>
                  <a:pt x="160548" y="108178"/>
                </a:lnTo>
                <a:lnTo>
                  <a:pt x="162850" y="110447"/>
                </a:lnTo>
                <a:lnTo>
                  <a:pt x="162850" y="113716"/>
                </a:lnTo>
                <a:lnTo>
                  <a:pt x="161182" y="115384"/>
                </a:lnTo>
                <a:lnTo>
                  <a:pt x="161182" y="111147"/>
                </a:lnTo>
                <a:close/>
                <a:moveTo>
                  <a:pt x="163417" y="114249"/>
                </a:moveTo>
                <a:lnTo>
                  <a:pt x="166653" y="114249"/>
                </a:lnTo>
                <a:lnTo>
                  <a:pt x="168954" y="116551"/>
                </a:lnTo>
                <a:lnTo>
                  <a:pt x="168954" y="118919"/>
                </a:lnTo>
                <a:lnTo>
                  <a:pt x="166086" y="116051"/>
                </a:lnTo>
                <a:lnTo>
                  <a:pt x="165786" y="115951"/>
                </a:lnTo>
                <a:lnTo>
                  <a:pt x="161716" y="115951"/>
                </a:lnTo>
                <a:close/>
                <a:moveTo>
                  <a:pt x="169755" y="116551"/>
                </a:moveTo>
                <a:lnTo>
                  <a:pt x="172023" y="114249"/>
                </a:lnTo>
                <a:lnTo>
                  <a:pt x="175292" y="114249"/>
                </a:lnTo>
                <a:lnTo>
                  <a:pt x="176960" y="115951"/>
                </a:lnTo>
                <a:lnTo>
                  <a:pt x="172724" y="115951"/>
                </a:lnTo>
                <a:lnTo>
                  <a:pt x="169722" y="118919"/>
                </a:lnTo>
                <a:lnTo>
                  <a:pt x="169722" y="116551"/>
                </a:lnTo>
                <a:close/>
                <a:moveTo>
                  <a:pt x="175826" y="113716"/>
                </a:moveTo>
                <a:lnTo>
                  <a:pt x="175826" y="110447"/>
                </a:lnTo>
                <a:lnTo>
                  <a:pt x="178128" y="108178"/>
                </a:lnTo>
                <a:lnTo>
                  <a:pt x="180496" y="108178"/>
                </a:lnTo>
                <a:lnTo>
                  <a:pt x="177527" y="111147"/>
                </a:lnTo>
                <a:lnTo>
                  <a:pt x="177527" y="115384"/>
                </a:lnTo>
                <a:close/>
                <a:moveTo>
                  <a:pt x="188969" y="108178"/>
                </a:moveTo>
                <a:lnTo>
                  <a:pt x="191337" y="108178"/>
                </a:lnTo>
                <a:lnTo>
                  <a:pt x="193639" y="110447"/>
                </a:lnTo>
                <a:lnTo>
                  <a:pt x="193639" y="113716"/>
                </a:lnTo>
                <a:lnTo>
                  <a:pt x="191971" y="115384"/>
                </a:lnTo>
                <a:lnTo>
                  <a:pt x="191971" y="111147"/>
                </a:lnTo>
                <a:close/>
                <a:moveTo>
                  <a:pt x="194206" y="114249"/>
                </a:moveTo>
                <a:lnTo>
                  <a:pt x="197441" y="114249"/>
                </a:lnTo>
                <a:lnTo>
                  <a:pt x="199743" y="116551"/>
                </a:lnTo>
                <a:lnTo>
                  <a:pt x="199743" y="118919"/>
                </a:lnTo>
                <a:lnTo>
                  <a:pt x="196741" y="115951"/>
                </a:lnTo>
                <a:lnTo>
                  <a:pt x="192538" y="115951"/>
                </a:lnTo>
                <a:close/>
                <a:moveTo>
                  <a:pt x="200544" y="116551"/>
                </a:moveTo>
                <a:lnTo>
                  <a:pt x="202812" y="114249"/>
                </a:lnTo>
                <a:lnTo>
                  <a:pt x="206081" y="114249"/>
                </a:lnTo>
                <a:lnTo>
                  <a:pt x="207749" y="115951"/>
                </a:lnTo>
                <a:lnTo>
                  <a:pt x="203679" y="115951"/>
                </a:lnTo>
                <a:lnTo>
                  <a:pt x="203412" y="116051"/>
                </a:lnTo>
                <a:lnTo>
                  <a:pt x="200544" y="118919"/>
                </a:lnTo>
                <a:close/>
                <a:moveTo>
                  <a:pt x="206648" y="113716"/>
                </a:moveTo>
                <a:lnTo>
                  <a:pt x="206648" y="110447"/>
                </a:lnTo>
                <a:lnTo>
                  <a:pt x="208916" y="108178"/>
                </a:lnTo>
                <a:lnTo>
                  <a:pt x="211285" y="108178"/>
                </a:lnTo>
                <a:lnTo>
                  <a:pt x="208316" y="111147"/>
                </a:lnTo>
                <a:lnTo>
                  <a:pt x="208316" y="115384"/>
                </a:lnTo>
                <a:close/>
                <a:moveTo>
                  <a:pt x="219757" y="108178"/>
                </a:moveTo>
                <a:lnTo>
                  <a:pt x="222126" y="108178"/>
                </a:lnTo>
                <a:lnTo>
                  <a:pt x="224427" y="110447"/>
                </a:lnTo>
                <a:lnTo>
                  <a:pt x="224427" y="113716"/>
                </a:lnTo>
                <a:lnTo>
                  <a:pt x="222760" y="115384"/>
                </a:lnTo>
                <a:lnTo>
                  <a:pt x="222760" y="111147"/>
                </a:lnTo>
                <a:close/>
                <a:moveTo>
                  <a:pt x="224995" y="114249"/>
                </a:moveTo>
                <a:lnTo>
                  <a:pt x="228230" y="114249"/>
                </a:lnTo>
                <a:lnTo>
                  <a:pt x="230532" y="116551"/>
                </a:lnTo>
                <a:lnTo>
                  <a:pt x="230532" y="118919"/>
                </a:lnTo>
                <a:lnTo>
                  <a:pt x="227663" y="116051"/>
                </a:lnTo>
                <a:lnTo>
                  <a:pt x="227396" y="115951"/>
                </a:lnTo>
                <a:lnTo>
                  <a:pt x="223327" y="115951"/>
                </a:lnTo>
                <a:close/>
                <a:moveTo>
                  <a:pt x="231332" y="116551"/>
                </a:moveTo>
                <a:lnTo>
                  <a:pt x="233601" y="114249"/>
                </a:lnTo>
                <a:lnTo>
                  <a:pt x="236870" y="114249"/>
                </a:lnTo>
                <a:lnTo>
                  <a:pt x="238538" y="115951"/>
                </a:lnTo>
                <a:lnTo>
                  <a:pt x="234301" y="115951"/>
                </a:lnTo>
                <a:lnTo>
                  <a:pt x="231332" y="118919"/>
                </a:lnTo>
                <a:close/>
                <a:moveTo>
                  <a:pt x="236870" y="101273"/>
                </a:moveTo>
                <a:lnTo>
                  <a:pt x="233601" y="101273"/>
                </a:lnTo>
                <a:lnTo>
                  <a:pt x="231332" y="98972"/>
                </a:lnTo>
                <a:lnTo>
                  <a:pt x="231332" y="96603"/>
                </a:lnTo>
                <a:lnTo>
                  <a:pt x="234301" y="99606"/>
                </a:lnTo>
                <a:lnTo>
                  <a:pt x="238538" y="99606"/>
                </a:lnTo>
                <a:close/>
                <a:moveTo>
                  <a:pt x="231332" y="89265"/>
                </a:moveTo>
                <a:lnTo>
                  <a:pt x="234635" y="85929"/>
                </a:lnTo>
                <a:lnTo>
                  <a:pt x="239338" y="85929"/>
                </a:lnTo>
                <a:lnTo>
                  <a:pt x="240873" y="87464"/>
                </a:lnTo>
                <a:lnTo>
                  <a:pt x="235269" y="87464"/>
                </a:lnTo>
                <a:lnTo>
                  <a:pt x="231332" y="91400"/>
                </a:lnTo>
                <a:lnTo>
                  <a:pt x="231332" y="89265"/>
                </a:lnTo>
                <a:close/>
                <a:moveTo>
                  <a:pt x="239105" y="80525"/>
                </a:moveTo>
                <a:lnTo>
                  <a:pt x="239105" y="84595"/>
                </a:lnTo>
                <a:lnTo>
                  <a:pt x="237437" y="82927"/>
                </a:lnTo>
                <a:lnTo>
                  <a:pt x="237437" y="79658"/>
                </a:lnTo>
                <a:lnTo>
                  <a:pt x="239705" y="77356"/>
                </a:lnTo>
                <a:lnTo>
                  <a:pt x="242073" y="77356"/>
                </a:lnTo>
                <a:lnTo>
                  <a:pt x="239205" y="80225"/>
                </a:lnTo>
                <a:close/>
                <a:moveTo>
                  <a:pt x="239705" y="76589"/>
                </a:moveTo>
                <a:lnTo>
                  <a:pt x="237437" y="74287"/>
                </a:lnTo>
                <a:lnTo>
                  <a:pt x="237437" y="71052"/>
                </a:lnTo>
                <a:lnTo>
                  <a:pt x="239105" y="69351"/>
                </a:lnTo>
                <a:lnTo>
                  <a:pt x="239105" y="73587"/>
                </a:lnTo>
                <a:lnTo>
                  <a:pt x="242073" y="76589"/>
                </a:lnTo>
                <a:lnTo>
                  <a:pt x="239705" y="76589"/>
                </a:lnTo>
                <a:close/>
                <a:moveTo>
                  <a:pt x="236870" y="70485"/>
                </a:moveTo>
                <a:lnTo>
                  <a:pt x="233601" y="70485"/>
                </a:lnTo>
                <a:lnTo>
                  <a:pt x="231332" y="68183"/>
                </a:lnTo>
                <a:lnTo>
                  <a:pt x="231332" y="65815"/>
                </a:lnTo>
                <a:lnTo>
                  <a:pt x="234301" y="68817"/>
                </a:lnTo>
                <a:lnTo>
                  <a:pt x="238538" y="68817"/>
                </a:lnTo>
                <a:close/>
                <a:moveTo>
                  <a:pt x="231332" y="58476"/>
                </a:moveTo>
                <a:lnTo>
                  <a:pt x="234635" y="55140"/>
                </a:lnTo>
                <a:lnTo>
                  <a:pt x="239338" y="55140"/>
                </a:lnTo>
                <a:lnTo>
                  <a:pt x="240873" y="56675"/>
                </a:lnTo>
                <a:lnTo>
                  <a:pt x="235269" y="56675"/>
                </a:lnTo>
                <a:lnTo>
                  <a:pt x="231332" y="60611"/>
                </a:lnTo>
                <a:lnTo>
                  <a:pt x="231332" y="58476"/>
                </a:lnTo>
                <a:close/>
                <a:moveTo>
                  <a:pt x="239105" y="53806"/>
                </a:moveTo>
                <a:lnTo>
                  <a:pt x="237437" y="52105"/>
                </a:lnTo>
                <a:lnTo>
                  <a:pt x="237437" y="48869"/>
                </a:lnTo>
                <a:lnTo>
                  <a:pt x="239705" y="46568"/>
                </a:lnTo>
                <a:lnTo>
                  <a:pt x="242073" y="46568"/>
                </a:lnTo>
                <a:lnTo>
                  <a:pt x="239105" y="49570"/>
                </a:lnTo>
                <a:lnTo>
                  <a:pt x="239105" y="53806"/>
                </a:lnTo>
                <a:close/>
                <a:moveTo>
                  <a:pt x="236870" y="39696"/>
                </a:moveTo>
                <a:lnTo>
                  <a:pt x="233601" y="39696"/>
                </a:lnTo>
                <a:lnTo>
                  <a:pt x="231332" y="37394"/>
                </a:lnTo>
                <a:lnTo>
                  <a:pt x="231332" y="35026"/>
                </a:lnTo>
                <a:lnTo>
                  <a:pt x="234301" y="38028"/>
                </a:lnTo>
                <a:lnTo>
                  <a:pt x="238538" y="38028"/>
                </a:lnTo>
                <a:close/>
                <a:moveTo>
                  <a:pt x="231332" y="27654"/>
                </a:moveTo>
                <a:lnTo>
                  <a:pt x="234635" y="24352"/>
                </a:lnTo>
                <a:lnTo>
                  <a:pt x="239338" y="24352"/>
                </a:lnTo>
                <a:lnTo>
                  <a:pt x="240873" y="25886"/>
                </a:lnTo>
                <a:lnTo>
                  <a:pt x="235269" y="25886"/>
                </a:lnTo>
                <a:lnTo>
                  <a:pt x="231332" y="29822"/>
                </a:lnTo>
                <a:lnTo>
                  <a:pt x="231332" y="27654"/>
                </a:lnTo>
                <a:close/>
                <a:moveTo>
                  <a:pt x="239105" y="18948"/>
                </a:moveTo>
                <a:lnTo>
                  <a:pt x="239105" y="23017"/>
                </a:lnTo>
                <a:lnTo>
                  <a:pt x="237437" y="21316"/>
                </a:lnTo>
                <a:lnTo>
                  <a:pt x="237437" y="18081"/>
                </a:lnTo>
                <a:lnTo>
                  <a:pt x="239705" y="15779"/>
                </a:lnTo>
                <a:lnTo>
                  <a:pt x="242073" y="15779"/>
                </a:lnTo>
                <a:lnTo>
                  <a:pt x="239205" y="18648"/>
                </a:lnTo>
                <a:close/>
                <a:moveTo>
                  <a:pt x="239705" y="15012"/>
                </a:moveTo>
                <a:lnTo>
                  <a:pt x="237437" y="12710"/>
                </a:lnTo>
                <a:lnTo>
                  <a:pt x="237437" y="9441"/>
                </a:lnTo>
                <a:lnTo>
                  <a:pt x="239105" y="7773"/>
                </a:lnTo>
                <a:lnTo>
                  <a:pt x="239105" y="12010"/>
                </a:lnTo>
                <a:lnTo>
                  <a:pt x="242073" y="15012"/>
                </a:lnTo>
                <a:close/>
                <a:moveTo>
                  <a:pt x="236870" y="8907"/>
                </a:moveTo>
                <a:lnTo>
                  <a:pt x="233601" y="8907"/>
                </a:lnTo>
                <a:lnTo>
                  <a:pt x="231332" y="6606"/>
                </a:lnTo>
                <a:lnTo>
                  <a:pt x="231332" y="4237"/>
                </a:lnTo>
                <a:lnTo>
                  <a:pt x="234301" y="7206"/>
                </a:lnTo>
                <a:lnTo>
                  <a:pt x="238538" y="7206"/>
                </a:lnTo>
                <a:close/>
                <a:moveTo>
                  <a:pt x="230532" y="3103"/>
                </a:moveTo>
                <a:lnTo>
                  <a:pt x="227229" y="6439"/>
                </a:lnTo>
                <a:lnTo>
                  <a:pt x="222526" y="6439"/>
                </a:lnTo>
                <a:lnTo>
                  <a:pt x="220992" y="4904"/>
                </a:lnTo>
                <a:lnTo>
                  <a:pt x="226596" y="4904"/>
                </a:lnTo>
                <a:lnTo>
                  <a:pt x="230532" y="935"/>
                </a:lnTo>
                <a:close/>
                <a:moveTo>
                  <a:pt x="219657" y="10709"/>
                </a:moveTo>
                <a:lnTo>
                  <a:pt x="215921" y="14445"/>
                </a:lnTo>
                <a:lnTo>
                  <a:pt x="215921" y="6672"/>
                </a:lnTo>
                <a:lnTo>
                  <a:pt x="217623" y="5004"/>
                </a:lnTo>
                <a:lnTo>
                  <a:pt x="219657" y="5004"/>
                </a:lnTo>
                <a:lnTo>
                  <a:pt x="219657" y="10709"/>
                </a:lnTo>
                <a:close/>
                <a:moveTo>
                  <a:pt x="215121" y="14445"/>
                </a:moveTo>
                <a:lnTo>
                  <a:pt x="211418" y="10709"/>
                </a:lnTo>
                <a:lnTo>
                  <a:pt x="211418" y="5004"/>
                </a:lnTo>
                <a:lnTo>
                  <a:pt x="213453" y="5004"/>
                </a:lnTo>
                <a:lnTo>
                  <a:pt x="215121" y="6672"/>
                </a:lnTo>
                <a:lnTo>
                  <a:pt x="215121" y="14445"/>
                </a:lnTo>
                <a:close/>
                <a:moveTo>
                  <a:pt x="208549" y="6439"/>
                </a:moveTo>
                <a:lnTo>
                  <a:pt x="203846" y="6439"/>
                </a:lnTo>
                <a:lnTo>
                  <a:pt x="200544" y="3103"/>
                </a:lnTo>
                <a:lnTo>
                  <a:pt x="200544" y="935"/>
                </a:lnTo>
                <a:lnTo>
                  <a:pt x="204480" y="4904"/>
                </a:lnTo>
                <a:lnTo>
                  <a:pt x="210084" y="4904"/>
                </a:lnTo>
                <a:close/>
                <a:moveTo>
                  <a:pt x="199743" y="3103"/>
                </a:moveTo>
                <a:lnTo>
                  <a:pt x="196441" y="6439"/>
                </a:lnTo>
                <a:lnTo>
                  <a:pt x="191737" y="6439"/>
                </a:lnTo>
                <a:lnTo>
                  <a:pt x="190203" y="4904"/>
                </a:lnTo>
                <a:lnTo>
                  <a:pt x="195807" y="4904"/>
                </a:lnTo>
                <a:lnTo>
                  <a:pt x="199743" y="935"/>
                </a:lnTo>
                <a:close/>
                <a:moveTo>
                  <a:pt x="188869" y="10709"/>
                </a:moveTo>
                <a:lnTo>
                  <a:pt x="185133" y="14445"/>
                </a:lnTo>
                <a:lnTo>
                  <a:pt x="185133" y="6672"/>
                </a:lnTo>
                <a:lnTo>
                  <a:pt x="186801" y="5004"/>
                </a:lnTo>
                <a:lnTo>
                  <a:pt x="188835" y="5004"/>
                </a:lnTo>
                <a:lnTo>
                  <a:pt x="188835" y="10709"/>
                </a:lnTo>
                <a:close/>
                <a:moveTo>
                  <a:pt x="184332" y="14445"/>
                </a:moveTo>
                <a:lnTo>
                  <a:pt x="180629" y="10709"/>
                </a:lnTo>
                <a:lnTo>
                  <a:pt x="180629" y="5004"/>
                </a:lnTo>
                <a:lnTo>
                  <a:pt x="182664" y="5004"/>
                </a:lnTo>
                <a:lnTo>
                  <a:pt x="184332" y="6672"/>
                </a:lnTo>
                <a:lnTo>
                  <a:pt x="184332" y="14445"/>
                </a:lnTo>
                <a:close/>
                <a:moveTo>
                  <a:pt x="177761" y="6439"/>
                </a:moveTo>
                <a:lnTo>
                  <a:pt x="173057" y="6439"/>
                </a:lnTo>
                <a:lnTo>
                  <a:pt x="169755" y="3103"/>
                </a:lnTo>
                <a:lnTo>
                  <a:pt x="169755" y="935"/>
                </a:lnTo>
                <a:lnTo>
                  <a:pt x="173691" y="4904"/>
                </a:lnTo>
                <a:lnTo>
                  <a:pt x="179262" y="4904"/>
                </a:lnTo>
                <a:close/>
                <a:moveTo>
                  <a:pt x="168954" y="3103"/>
                </a:moveTo>
                <a:lnTo>
                  <a:pt x="165619" y="6439"/>
                </a:lnTo>
                <a:lnTo>
                  <a:pt x="160949" y="6439"/>
                </a:lnTo>
                <a:lnTo>
                  <a:pt x="159414" y="4904"/>
                </a:lnTo>
                <a:lnTo>
                  <a:pt x="164985" y="4904"/>
                </a:lnTo>
                <a:lnTo>
                  <a:pt x="168954" y="935"/>
                </a:lnTo>
                <a:close/>
                <a:moveTo>
                  <a:pt x="158047" y="10709"/>
                </a:moveTo>
                <a:lnTo>
                  <a:pt x="154344" y="14445"/>
                </a:lnTo>
                <a:lnTo>
                  <a:pt x="154344" y="6672"/>
                </a:lnTo>
                <a:lnTo>
                  <a:pt x="156012" y="5004"/>
                </a:lnTo>
                <a:lnTo>
                  <a:pt x="158047" y="5004"/>
                </a:lnTo>
                <a:lnTo>
                  <a:pt x="158047" y="10709"/>
                </a:lnTo>
                <a:close/>
                <a:moveTo>
                  <a:pt x="153543" y="14445"/>
                </a:moveTo>
                <a:lnTo>
                  <a:pt x="149841" y="10709"/>
                </a:lnTo>
                <a:lnTo>
                  <a:pt x="149841" y="5004"/>
                </a:lnTo>
                <a:lnTo>
                  <a:pt x="151876" y="5004"/>
                </a:lnTo>
                <a:lnTo>
                  <a:pt x="153543" y="6672"/>
                </a:lnTo>
                <a:lnTo>
                  <a:pt x="153543" y="14445"/>
                </a:lnTo>
                <a:close/>
                <a:moveTo>
                  <a:pt x="146939" y="6439"/>
                </a:moveTo>
                <a:lnTo>
                  <a:pt x="142269" y="6439"/>
                </a:lnTo>
                <a:lnTo>
                  <a:pt x="138933" y="3103"/>
                </a:lnTo>
                <a:lnTo>
                  <a:pt x="138933" y="935"/>
                </a:lnTo>
                <a:lnTo>
                  <a:pt x="142903" y="4904"/>
                </a:lnTo>
                <a:lnTo>
                  <a:pt x="148473" y="4904"/>
                </a:lnTo>
                <a:close/>
                <a:moveTo>
                  <a:pt x="138166" y="3103"/>
                </a:moveTo>
                <a:lnTo>
                  <a:pt x="134830" y="6439"/>
                </a:lnTo>
                <a:lnTo>
                  <a:pt x="130160" y="6439"/>
                </a:lnTo>
                <a:lnTo>
                  <a:pt x="128626" y="4904"/>
                </a:lnTo>
                <a:lnTo>
                  <a:pt x="134196" y="4904"/>
                </a:lnTo>
                <a:lnTo>
                  <a:pt x="138166" y="935"/>
                </a:lnTo>
                <a:close/>
                <a:moveTo>
                  <a:pt x="127258" y="10709"/>
                </a:moveTo>
                <a:lnTo>
                  <a:pt x="123555" y="14445"/>
                </a:lnTo>
                <a:lnTo>
                  <a:pt x="123555" y="6672"/>
                </a:lnTo>
                <a:lnTo>
                  <a:pt x="125223" y="5004"/>
                </a:lnTo>
                <a:lnTo>
                  <a:pt x="127258" y="5004"/>
                </a:lnTo>
                <a:close/>
                <a:moveTo>
                  <a:pt x="122755" y="14445"/>
                </a:moveTo>
                <a:lnTo>
                  <a:pt x="119052" y="10709"/>
                </a:lnTo>
                <a:lnTo>
                  <a:pt x="119052" y="5004"/>
                </a:lnTo>
                <a:lnTo>
                  <a:pt x="121087" y="5004"/>
                </a:lnTo>
                <a:lnTo>
                  <a:pt x="122755" y="6672"/>
                </a:lnTo>
                <a:close/>
                <a:moveTo>
                  <a:pt x="116150" y="6439"/>
                </a:moveTo>
                <a:lnTo>
                  <a:pt x="111480" y="6439"/>
                </a:lnTo>
                <a:lnTo>
                  <a:pt x="108144" y="3103"/>
                </a:lnTo>
                <a:lnTo>
                  <a:pt x="108144" y="935"/>
                </a:lnTo>
                <a:lnTo>
                  <a:pt x="112114" y="4904"/>
                </a:lnTo>
                <a:lnTo>
                  <a:pt x="117685" y="4904"/>
                </a:lnTo>
                <a:close/>
                <a:moveTo>
                  <a:pt x="107377" y="3103"/>
                </a:moveTo>
                <a:lnTo>
                  <a:pt x="104041" y="6439"/>
                </a:lnTo>
                <a:lnTo>
                  <a:pt x="99371" y="6439"/>
                </a:lnTo>
                <a:lnTo>
                  <a:pt x="97837" y="4904"/>
                </a:lnTo>
                <a:lnTo>
                  <a:pt x="103408" y="4904"/>
                </a:lnTo>
                <a:lnTo>
                  <a:pt x="107377" y="935"/>
                </a:lnTo>
                <a:lnTo>
                  <a:pt x="107377" y="3103"/>
                </a:lnTo>
                <a:close/>
                <a:moveTo>
                  <a:pt x="96469" y="10709"/>
                </a:moveTo>
                <a:lnTo>
                  <a:pt x="92767" y="14445"/>
                </a:lnTo>
                <a:lnTo>
                  <a:pt x="92767" y="6672"/>
                </a:lnTo>
                <a:lnTo>
                  <a:pt x="94435" y="5004"/>
                </a:lnTo>
                <a:lnTo>
                  <a:pt x="96469" y="5004"/>
                </a:lnTo>
                <a:close/>
                <a:moveTo>
                  <a:pt x="91966" y="14445"/>
                </a:moveTo>
                <a:lnTo>
                  <a:pt x="88264" y="10709"/>
                </a:lnTo>
                <a:lnTo>
                  <a:pt x="88264" y="5004"/>
                </a:lnTo>
                <a:lnTo>
                  <a:pt x="90298" y="5004"/>
                </a:lnTo>
                <a:lnTo>
                  <a:pt x="91966" y="6672"/>
                </a:lnTo>
                <a:close/>
                <a:moveTo>
                  <a:pt x="85361" y="6439"/>
                </a:moveTo>
                <a:lnTo>
                  <a:pt x="80691" y="6439"/>
                </a:lnTo>
                <a:lnTo>
                  <a:pt x="77356" y="3103"/>
                </a:lnTo>
                <a:lnTo>
                  <a:pt x="77356" y="935"/>
                </a:lnTo>
                <a:lnTo>
                  <a:pt x="81325" y="4904"/>
                </a:lnTo>
                <a:lnTo>
                  <a:pt x="86896" y="4904"/>
                </a:lnTo>
                <a:close/>
                <a:moveTo>
                  <a:pt x="76589" y="3103"/>
                </a:moveTo>
                <a:lnTo>
                  <a:pt x="73253" y="6439"/>
                </a:lnTo>
                <a:lnTo>
                  <a:pt x="68583" y="6439"/>
                </a:lnTo>
                <a:lnTo>
                  <a:pt x="67048" y="4904"/>
                </a:lnTo>
                <a:lnTo>
                  <a:pt x="72619" y="4904"/>
                </a:lnTo>
                <a:lnTo>
                  <a:pt x="76589" y="935"/>
                </a:lnTo>
                <a:close/>
                <a:moveTo>
                  <a:pt x="65681" y="10709"/>
                </a:moveTo>
                <a:lnTo>
                  <a:pt x="61978" y="14445"/>
                </a:lnTo>
                <a:lnTo>
                  <a:pt x="61978" y="6672"/>
                </a:lnTo>
                <a:lnTo>
                  <a:pt x="63646" y="5004"/>
                </a:lnTo>
                <a:lnTo>
                  <a:pt x="65681" y="5004"/>
                </a:lnTo>
                <a:close/>
                <a:moveTo>
                  <a:pt x="61178" y="14445"/>
                </a:moveTo>
                <a:lnTo>
                  <a:pt x="57475" y="10709"/>
                </a:lnTo>
                <a:lnTo>
                  <a:pt x="57475" y="5004"/>
                </a:lnTo>
                <a:lnTo>
                  <a:pt x="59510" y="5004"/>
                </a:lnTo>
                <a:lnTo>
                  <a:pt x="61178" y="6672"/>
                </a:lnTo>
                <a:close/>
                <a:moveTo>
                  <a:pt x="54573" y="6439"/>
                </a:moveTo>
                <a:lnTo>
                  <a:pt x="49903" y="6439"/>
                </a:lnTo>
                <a:lnTo>
                  <a:pt x="46567" y="3103"/>
                </a:lnTo>
                <a:lnTo>
                  <a:pt x="46567" y="935"/>
                </a:lnTo>
                <a:lnTo>
                  <a:pt x="50537" y="4904"/>
                </a:lnTo>
                <a:lnTo>
                  <a:pt x="56107" y="4904"/>
                </a:lnTo>
                <a:close/>
                <a:moveTo>
                  <a:pt x="45767" y="3103"/>
                </a:moveTo>
                <a:lnTo>
                  <a:pt x="42464" y="6439"/>
                </a:lnTo>
                <a:lnTo>
                  <a:pt x="37761" y="6439"/>
                </a:lnTo>
                <a:lnTo>
                  <a:pt x="36226" y="4904"/>
                </a:lnTo>
                <a:lnTo>
                  <a:pt x="41830" y="4904"/>
                </a:lnTo>
                <a:lnTo>
                  <a:pt x="45767" y="935"/>
                </a:lnTo>
                <a:lnTo>
                  <a:pt x="45767" y="3103"/>
                </a:lnTo>
                <a:close/>
                <a:moveTo>
                  <a:pt x="34892" y="10709"/>
                </a:moveTo>
                <a:lnTo>
                  <a:pt x="31189" y="14445"/>
                </a:lnTo>
                <a:lnTo>
                  <a:pt x="31189" y="6672"/>
                </a:lnTo>
                <a:lnTo>
                  <a:pt x="32857" y="5004"/>
                </a:lnTo>
                <a:lnTo>
                  <a:pt x="34892" y="5004"/>
                </a:lnTo>
                <a:close/>
                <a:moveTo>
                  <a:pt x="30389" y="14445"/>
                </a:moveTo>
                <a:lnTo>
                  <a:pt x="26653" y="10709"/>
                </a:lnTo>
                <a:lnTo>
                  <a:pt x="26653" y="5004"/>
                </a:lnTo>
                <a:lnTo>
                  <a:pt x="28721" y="5004"/>
                </a:lnTo>
                <a:lnTo>
                  <a:pt x="30389" y="6672"/>
                </a:lnTo>
                <a:lnTo>
                  <a:pt x="30389" y="14445"/>
                </a:lnTo>
                <a:close/>
                <a:moveTo>
                  <a:pt x="23784" y="6439"/>
                </a:moveTo>
                <a:lnTo>
                  <a:pt x="19081" y="6439"/>
                </a:lnTo>
                <a:lnTo>
                  <a:pt x="15778" y="3103"/>
                </a:lnTo>
                <a:lnTo>
                  <a:pt x="15778" y="935"/>
                </a:lnTo>
                <a:lnTo>
                  <a:pt x="19715" y="4904"/>
                </a:lnTo>
                <a:lnTo>
                  <a:pt x="25319" y="4904"/>
                </a:lnTo>
                <a:close/>
                <a:moveTo>
                  <a:pt x="14978" y="3103"/>
                </a:moveTo>
                <a:lnTo>
                  <a:pt x="11675" y="6439"/>
                </a:lnTo>
                <a:lnTo>
                  <a:pt x="6972" y="6439"/>
                </a:lnTo>
                <a:lnTo>
                  <a:pt x="5438" y="4904"/>
                </a:lnTo>
                <a:lnTo>
                  <a:pt x="11042" y="4904"/>
                </a:lnTo>
                <a:lnTo>
                  <a:pt x="14978" y="935"/>
                </a:lnTo>
                <a:lnTo>
                  <a:pt x="14978" y="3103"/>
                </a:lnTo>
                <a:close/>
                <a:moveTo>
                  <a:pt x="4904" y="5471"/>
                </a:moveTo>
                <a:lnTo>
                  <a:pt x="6405" y="6973"/>
                </a:lnTo>
                <a:lnTo>
                  <a:pt x="6405" y="11676"/>
                </a:lnTo>
                <a:lnTo>
                  <a:pt x="3103" y="15012"/>
                </a:lnTo>
                <a:lnTo>
                  <a:pt x="934" y="15012"/>
                </a:lnTo>
                <a:lnTo>
                  <a:pt x="4904" y="11042"/>
                </a:lnTo>
                <a:close/>
                <a:moveTo>
                  <a:pt x="3103" y="15779"/>
                </a:moveTo>
                <a:lnTo>
                  <a:pt x="6438" y="19115"/>
                </a:lnTo>
                <a:lnTo>
                  <a:pt x="6438" y="23785"/>
                </a:lnTo>
                <a:lnTo>
                  <a:pt x="4904" y="25319"/>
                </a:lnTo>
                <a:lnTo>
                  <a:pt x="4904" y="19748"/>
                </a:lnTo>
                <a:lnTo>
                  <a:pt x="934" y="15779"/>
                </a:lnTo>
                <a:lnTo>
                  <a:pt x="3103" y="15779"/>
                </a:lnTo>
                <a:close/>
                <a:moveTo>
                  <a:pt x="5004" y="26687"/>
                </a:moveTo>
                <a:lnTo>
                  <a:pt x="10708" y="26687"/>
                </a:lnTo>
                <a:lnTo>
                  <a:pt x="14444" y="30389"/>
                </a:lnTo>
                <a:lnTo>
                  <a:pt x="6672" y="30389"/>
                </a:lnTo>
                <a:lnTo>
                  <a:pt x="5004" y="28721"/>
                </a:lnTo>
                <a:close/>
                <a:moveTo>
                  <a:pt x="14444" y="31190"/>
                </a:moveTo>
                <a:lnTo>
                  <a:pt x="10708" y="34893"/>
                </a:lnTo>
                <a:lnTo>
                  <a:pt x="5004" y="34893"/>
                </a:lnTo>
                <a:lnTo>
                  <a:pt x="5004" y="32858"/>
                </a:lnTo>
                <a:lnTo>
                  <a:pt x="6672" y="31190"/>
                </a:lnTo>
                <a:close/>
                <a:moveTo>
                  <a:pt x="4904" y="36260"/>
                </a:moveTo>
                <a:lnTo>
                  <a:pt x="6405" y="37795"/>
                </a:lnTo>
                <a:lnTo>
                  <a:pt x="6405" y="42465"/>
                </a:lnTo>
                <a:lnTo>
                  <a:pt x="3103" y="45800"/>
                </a:lnTo>
                <a:lnTo>
                  <a:pt x="934" y="45800"/>
                </a:lnTo>
                <a:lnTo>
                  <a:pt x="4904" y="41831"/>
                </a:lnTo>
                <a:close/>
                <a:moveTo>
                  <a:pt x="3103" y="46568"/>
                </a:moveTo>
                <a:lnTo>
                  <a:pt x="6438" y="49903"/>
                </a:lnTo>
                <a:lnTo>
                  <a:pt x="6438" y="54573"/>
                </a:lnTo>
                <a:lnTo>
                  <a:pt x="4904" y="56108"/>
                </a:lnTo>
                <a:lnTo>
                  <a:pt x="4904" y="50537"/>
                </a:lnTo>
                <a:lnTo>
                  <a:pt x="934" y="46568"/>
                </a:lnTo>
                <a:close/>
                <a:moveTo>
                  <a:pt x="5004" y="57475"/>
                </a:moveTo>
                <a:lnTo>
                  <a:pt x="10708" y="57475"/>
                </a:lnTo>
                <a:lnTo>
                  <a:pt x="14444" y="61178"/>
                </a:lnTo>
                <a:lnTo>
                  <a:pt x="6672" y="61178"/>
                </a:lnTo>
                <a:lnTo>
                  <a:pt x="5004" y="59510"/>
                </a:lnTo>
                <a:close/>
                <a:moveTo>
                  <a:pt x="14444" y="61979"/>
                </a:moveTo>
                <a:lnTo>
                  <a:pt x="10708" y="65681"/>
                </a:lnTo>
                <a:lnTo>
                  <a:pt x="5004" y="65681"/>
                </a:lnTo>
                <a:lnTo>
                  <a:pt x="5004" y="63646"/>
                </a:lnTo>
                <a:lnTo>
                  <a:pt x="6672" y="61979"/>
                </a:lnTo>
                <a:close/>
                <a:moveTo>
                  <a:pt x="4904" y="67049"/>
                </a:moveTo>
                <a:lnTo>
                  <a:pt x="6405" y="68583"/>
                </a:lnTo>
                <a:lnTo>
                  <a:pt x="6405" y="73253"/>
                </a:lnTo>
                <a:lnTo>
                  <a:pt x="3103" y="76589"/>
                </a:lnTo>
                <a:lnTo>
                  <a:pt x="934" y="76589"/>
                </a:lnTo>
                <a:lnTo>
                  <a:pt x="4904" y="72620"/>
                </a:lnTo>
                <a:close/>
                <a:moveTo>
                  <a:pt x="3103" y="77356"/>
                </a:moveTo>
                <a:lnTo>
                  <a:pt x="6438" y="80692"/>
                </a:lnTo>
                <a:lnTo>
                  <a:pt x="6438" y="85362"/>
                </a:lnTo>
                <a:lnTo>
                  <a:pt x="4904" y="86896"/>
                </a:lnTo>
                <a:lnTo>
                  <a:pt x="4904" y="81326"/>
                </a:lnTo>
                <a:lnTo>
                  <a:pt x="934" y="77356"/>
                </a:lnTo>
                <a:lnTo>
                  <a:pt x="3103" y="77356"/>
                </a:lnTo>
                <a:close/>
                <a:moveTo>
                  <a:pt x="5004" y="88264"/>
                </a:moveTo>
                <a:lnTo>
                  <a:pt x="10708" y="88264"/>
                </a:lnTo>
                <a:lnTo>
                  <a:pt x="14444" y="91967"/>
                </a:lnTo>
                <a:lnTo>
                  <a:pt x="6672" y="91967"/>
                </a:lnTo>
                <a:lnTo>
                  <a:pt x="5004" y="90299"/>
                </a:lnTo>
                <a:close/>
                <a:moveTo>
                  <a:pt x="14444" y="92767"/>
                </a:moveTo>
                <a:lnTo>
                  <a:pt x="10708" y="96470"/>
                </a:lnTo>
                <a:lnTo>
                  <a:pt x="5004" y="96470"/>
                </a:lnTo>
                <a:lnTo>
                  <a:pt x="5004" y="94435"/>
                </a:lnTo>
                <a:lnTo>
                  <a:pt x="6672" y="92767"/>
                </a:lnTo>
                <a:close/>
                <a:moveTo>
                  <a:pt x="4904" y="97838"/>
                </a:moveTo>
                <a:lnTo>
                  <a:pt x="6405" y="99372"/>
                </a:lnTo>
                <a:lnTo>
                  <a:pt x="6405" y="104042"/>
                </a:lnTo>
                <a:lnTo>
                  <a:pt x="3103" y="107378"/>
                </a:lnTo>
                <a:lnTo>
                  <a:pt x="934" y="107378"/>
                </a:lnTo>
                <a:lnTo>
                  <a:pt x="4904" y="103408"/>
                </a:lnTo>
                <a:close/>
                <a:moveTo>
                  <a:pt x="3103" y="108178"/>
                </a:moveTo>
                <a:lnTo>
                  <a:pt x="6438" y="111481"/>
                </a:lnTo>
                <a:lnTo>
                  <a:pt x="6438" y="116151"/>
                </a:lnTo>
                <a:lnTo>
                  <a:pt x="4904" y="117685"/>
                </a:lnTo>
                <a:lnTo>
                  <a:pt x="4904" y="112114"/>
                </a:lnTo>
                <a:lnTo>
                  <a:pt x="934" y="108178"/>
                </a:lnTo>
                <a:close/>
                <a:moveTo>
                  <a:pt x="6972" y="116718"/>
                </a:moveTo>
                <a:lnTo>
                  <a:pt x="11675" y="116718"/>
                </a:lnTo>
                <a:lnTo>
                  <a:pt x="14978" y="120054"/>
                </a:lnTo>
                <a:lnTo>
                  <a:pt x="14978" y="122222"/>
                </a:lnTo>
                <a:lnTo>
                  <a:pt x="11042" y="118252"/>
                </a:lnTo>
                <a:lnTo>
                  <a:pt x="5438" y="118252"/>
                </a:lnTo>
                <a:close/>
                <a:moveTo>
                  <a:pt x="15778" y="120054"/>
                </a:moveTo>
                <a:lnTo>
                  <a:pt x="19081" y="116718"/>
                </a:lnTo>
                <a:lnTo>
                  <a:pt x="23784" y="116718"/>
                </a:lnTo>
                <a:lnTo>
                  <a:pt x="25319" y="118252"/>
                </a:lnTo>
                <a:lnTo>
                  <a:pt x="19748" y="118252"/>
                </a:lnTo>
                <a:lnTo>
                  <a:pt x="15778" y="122222"/>
                </a:lnTo>
                <a:lnTo>
                  <a:pt x="15778" y="120054"/>
                </a:lnTo>
                <a:close/>
                <a:moveTo>
                  <a:pt x="26653" y="112448"/>
                </a:moveTo>
                <a:lnTo>
                  <a:pt x="30389" y="108712"/>
                </a:lnTo>
                <a:lnTo>
                  <a:pt x="30389" y="116484"/>
                </a:lnTo>
                <a:lnTo>
                  <a:pt x="28688" y="118152"/>
                </a:lnTo>
                <a:lnTo>
                  <a:pt x="26653" y="118152"/>
                </a:lnTo>
                <a:lnTo>
                  <a:pt x="26653" y="112448"/>
                </a:lnTo>
                <a:close/>
                <a:moveTo>
                  <a:pt x="31189" y="108712"/>
                </a:moveTo>
                <a:lnTo>
                  <a:pt x="34892" y="112448"/>
                </a:lnTo>
                <a:lnTo>
                  <a:pt x="34892" y="118152"/>
                </a:lnTo>
                <a:lnTo>
                  <a:pt x="32857" y="118152"/>
                </a:lnTo>
                <a:lnTo>
                  <a:pt x="31189" y="116484"/>
                </a:lnTo>
                <a:close/>
                <a:moveTo>
                  <a:pt x="37761" y="116718"/>
                </a:moveTo>
                <a:lnTo>
                  <a:pt x="42464" y="116718"/>
                </a:lnTo>
                <a:lnTo>
                  <a:pt x="45767" y="120054"/>
                </a:lnTo>
                <a:lnTo>
                  <a:pt x="45767" y="122222"/>
                </a:lnTo>
                <a:lnTo>
                  <a:pt x="41830" y="118252"/>
                </a:lnTo>
                <a:lnTo>
                  <a:pt x="36226" y="118252"/>
                </a:lnTo>
                <a:close/>
                <a:moveTo>
                  <a:pt x="46567" y="120054"/>
                </a:moveTo>
                <a:lnTo>
                  <a:pt x="49903" y="116718"/>
                </a:lnTo>
                <a:lnTo>
                  <a:pt x="54573" y="116718"/>
                </a:lnTo>
                <a:lnTo>
                  <a:pt x="56107" y="118252"/>
                </a:lnTo>
                <a:lnTo>
                  <a:pt x="50537" y="118252"/>
                </a:lnTo>
                <a:lnTo>
                  <a:pt x="46567" y="122222"/>
                </a:lnTo>
                <a:close/>
                <a:moveTo>
                  <a:pt x="57475" y="112448"/>
                </a:moveTo>
                <a:lnTo>
                  <a:pt x="61178" y="108712"/>
                </a:lnTo>
                <a:lnTo>
                  <a:pt x="61178" y="116484"/>
                </a:lnTo>
                <a:lnTo>
                  <a:pt x="59510" y="118152"/>
                </a:lnTo>
                <a:lnTo>
                  <a:pt x="57475" y="118152"/>
                </a:lnTo>
                <a:close/>
                <a:moveTo>
                  <a:pt x="61978" y="108712"/>
                </a:moveTo>
                <a:lnTo>
                  <a:pt x="65681" y="112448"/>
                </a:lnTo>
                <a:lnTo>
                  <a:pt x="65681" y="118152"/>
                </a:lnTo>
                <a:lnTo>
                  <a:pt x="63646" y="118152"/>
                </a:lnTo>
                <a:lnTo>
                  <a:pt x="61978" y="116484"/>
                </a:lnTo>
                <a:close/>
                <a:moveTo>
                  <a:pt x="68583" y="116718"/>
                </a:moveTo>
                <a:lnTo>
                  <a:pt x="73253" y="116718"/>
                </a:lnTo>
                <a:lnTo>
                  <a:pt x="76555" y="120054"/>
                </a:lnTo>
                <a:lnTo>
                  <a:pt x="76555" y="122222"/>
                </a:lnTo>
                <a:lnTo>
                  <a:pt x="72619" y="118252"/>
                </a:lnTo>
                <a:lnTo>
                  <a:pt x="67048" y="118252"/>
                </a:lnTo>
                <a:close/>
                <a:moveTo>
                  <a:pt x="77356" y="120054"/>
                </a:moveTo>
                <a:lnTo>
                  <a:pt x="80691" y="116718"/>
                </a:lnTo>
                <a:lnTo>
                  <a:pt x="85361" y="116718"/>
                </a:lnTo>
                <a:lnTo>
                  <a:pt x="86896" y="118252"/>
                </a:lnTo>
                <a:lnTo>
                  <a:pt x="81325" y="118252"/>
                </a:lnTo>
                <a:lnTo>
                  <a:pt x="77356" y="122222"/>
                </a:lnTo>
                <a:lnTo>
                  <a:pt x="77356" y="120054"/>
                </a:lnTo>
                <a:close/>
                <a:moveTo>
                  <a:pt x="88264" y="112448"/>
                </a:moveTo>
                <a:lnTo>
                  <a:pt x="91966" y="108712"/>
                </a:lnTo>
                <a:lnTo>
                  <a:pt x="91966" y="116484"/>
                </a:lnTo>
                <a:lnTo>
                  <a:pt x="90298" y="118152"/>
                </a:lnTo>
                <a:lnTo>
                  <a:pt x="88264" y="118152"/>
                </a:lnTo>
                <a:close/>
                <a:moveTo>
                  <a:pt x="92767" y="108712"/>
                </a:moveTo>
                <a:lnTo>
                  <a:pt x="96469" y="112448"/>
                </a:lnTo>
                <a:lnTo>
                  <a:pt x="96469" y="118152"/>
                </a:lnTo>
                <a:lnTo>
                  <a:pt x="94435" y="118152"/>
                </a:lnTo>
                <a:lnTo>
                  <a:pt x="92767" y="116484"/>
                </a:lnTo>
                <a:close/>
                <a:moveTo>
                  <a:pt x="99371" y="116718"/>
                </a:moveTo>
                <a:lnTo>
                  <a:pt x="104041" y="116718"/>
                </a:lnTo>
                <a:lnTo>
                  <a:pt x="107377" y="120054"/>
                </a:lnTo>
                <a:lnTo>
                  <a:pt x="107377" y="122222"/>
                </a:lnTo>
                <a:lnTo>
                  <a:pt x="103408" y="118252"/>
                </a:lnTo>
                <a:lnTo>
                  <a:pt x="97837" y="118252"/>
                </a:lnTo>
                <a:close/>
                <a:moveTo>
                  <a:pt x="108144" y="120054"/>
                </a:moveTo>
                <a:lnTo>
                  <a:pt x="111480" y="116718"/>
                </a:lnTo>
                <a:lnTo>
                  <a:pt x="116150" y="116718"/>
                </a:lnTo>
                <a:lnTo>
                  <a:pt x="117685" y="118252"/>
                </a:lnTo>
                <a:lnTo>
                  <a:pt x="112114" y="118252"/>
                </a:lnTo>
                <a:lnTo>
                  <a:pt x="108144" y="122222"/>
                </a:lnTo>
                <a:lnTo>
                  <a:pt x="108144" y="120054"/>
                </a:lnTo>
                <a:close/>
                <a:moveTo>
                  <a:pt x="119052" y="112448"/>
                </a:moveTo>
                <a:lnTo>
                  <a:pt x="122755" y="108712"/>
                </a:lnTo>
                <a:lnTo>
                  <a:pt x="122755" y="116484"/>
                </a:lnTo>
                <a:lnTo>
                  <a:pt x="121087" y="118152"/>
                </a:lnTo>
                <a:lnTo>
                  <a:pt x="119052" y="118152"/>
                </a:lnTo>
                <a:close/>
                <a:moveTo>
                  <a:pt x="123555" y="108712"/>
                </a:moveTo>
                <a:lnTo>
                  <a:pt x="127258" y="112448"/>
                </a:lnTo>
                <a:lnTo>
                  <a:pt x="127258" y="118152"/>
                </a:lnTo>
                <a:lnTo>
                  <a:pt x="125223" y="118152"/>
                </a:lnTo>
                <a:lnTo>
                  <a:pt x="123555" y="116484"/>
                </a:lnTo>
                <a:lnTo>
                  <a:pt x="123555" y="108712"/>
                </a:lnTo>
                <a:close/>
                <a:moveTo>
                  <a:pt x="130160" y="116718"/>
                </a:moveTo>
                <a:lnTo>
                  <a:pt x="134830" y="116718"/>
                </a:lnTo>
                <a:lnTo>
                  <a:pt x="138166" y="120054"/>
                </a:lnTo>
                <a:lnTo>
                  <a:pt x="138166" y="122222"/>
                </a:lnTo>
                <a:lnTo>
                  <a:pt x="134196" y="118252"/>
                </a:lnTo>
                <a:lnTo>
                  <a:pt x="128626" y="118252"/>
                </a:lnTo>
                <a:close/>
                <a:moveTo>
                  <a:pt x="138933" y="120054"/>
                </a:moveTo>
                <a:lnTo>
                  <a:pt x="142269" y="116718"/>
                </a:lnTo>
                <a:lnTo>
                  <a:pt x="146939" y="116718"/>
                </a:lnTo>
                <a:lnTo>
                  <a:pt x="148473" y="118252"/>
                </a:lnTo>
                <a:lnTo>
                  <a:pt x="142903" y="118252"/>
                </a:lnTo>
                <a:lnTo>
                  <a:pt x="138933" y="122222"/>
                </a:lnTo>
                <a:close/>
                <a:moveTo>
                  <a:pt x="149841" y="112448"/>
                </a:moveTo>
                <a:lnTo>
                  <a:pt x="153543" y="108712"/>
                </a:lnTo>
                <a:lnTo>
                  <a:pt x="153543" y="116484"/>
                </a:lnTo>
                <a:lnTo>
                  <a:pt x="151876" y="118152"/>
                </a:lnTo>
                <a:lnTo>
                  <a:pt x="149841" y="118152"/>
                </a:lnTo>
                <a:lnTo>
                  <a:pt x="149841" y="112448"/>
                </a:lnTo>
                <a:close/>
                <a:moveTo>
                  <a:pt x="154344" y="108712"/>
                </a:moveTo>
                <a:lnTo>
                  <a:pt x="158047" y="112448"/>
                </a:lnTo>
                <a:lnTo>
                  <a:pt x="158047" y="118152"/>
                </a:lnTo>
                <a:lnTo>
                  <a:pt x="156012" y="118152"/>
                </a:lnTo>
                <a:lnTo>
                  <a:pt x="154344" y="116484"/>
                </a:lnTo>
                <a:lnTo>
                  <a:pt x="154344" y="108712"/>
                </a:lnTo>
                <a:close/>
                <a:moveTo>
                  <a:pt x="160949" y="116718"/>
                </a:moveTo>
                <a:lnTo>
                  <a:pt x="165619" y="116718"/>
                </a:lnTo>
                <a:lnTo>
                  <a:pt x="168954" y="120054"/>
                </a:lnTo>
                <a:lnTo>
                  <a:pt x="168954" y="122222"/>
                </a:lnTo>
                <a:lnTo>
                  <a:pt x="164985" y="118252"/>
                </a:lnTo>
                <a:lnTo>
                  <a:pt x="159414" y="118252"/>
                </a:lnTo>
                <a:close/>
                <a:moveTo>
                  <a:pt x="169755" y="120054"/>
                </a:moveTo>
                <a:lnTo>
                  <a:pt x="173057" y="116718"/>
                </a:lnTo>
                <a:lnTo>
                  <a:pt x="177761" y="116718"/>
                </a:lnTo>
                <a:lnTo>
                  <a:pt x="179262" y="118252"/>
                </a:lnTo>
                <a:lnTo>
                  <a:pt x="173691" y="118252"/>
                </a:lnTo>
                <a:lnTo>
                  <a:pt x="169755" y="122222"/>
                </a:lnTo>
                <a:close/>
                <a:moveTo>
                  <a:pt x="180629" y="112448"/>
                </a:moveTo>
                <a:lnTo>
                  <a:pt x="184332" y="108712"/>
                </a:lnTo>
                <a:lnTo>
                  <a:pt x="184332" y="116484"/>
                </a:lnTo>
                <a:lnTo>
                  <a:pt x="182664" y="118152"/>
                </a:lnTo>
                <a:lnTo>
                  <a:pt x="180629" y="118152"/>
                </a:lnTo>
                <a:lnTo>
                  <a:pt x="180629" y="112448"/>
                </a:lnTo>
                <a:close/>
                <a:moveTo>
                  <a:pt x="185133" y="108712"/>
                </a:moveTo>
                <a:lnTo>
                  <a:pt x="188869" y="112448"/>
                </a:lnTo>
                <a:lnTo>
                  <a:pt x="188869" y="118152"/>
                </a:lnTo>
                <a:lnTo>
                  <a:pt x="186801" y="118152"/>
                </a:lnTo>
                <a:lnTo>
                  <a:pt x="185133" y="116484"/>
                </a:lnTo>
                <a:lnTo>
                  <a:pt x="185133" y="108712"/>
                </a:lnTo>
                <a:close/>
                <a:moveTo>
                  <a:pt x="191737" y="116718"/>
                </a:moveTo>
                <a:lnTo>
                  <a:pt x="196441" y="116718"/>
                </a:lnTo>
                <a:lnTo>
                  <a:pt x="199743" y="120054"/>
                </a:lnTo>
                <a:lnTo>
                  <a:pt x="199743" y="122222"/>
                </a:lnTo>
                <a:lnTo>
                  <a:pt x="195807" y="118252"/>
                </a:lnTo>
                <a:lnTo>
                  <a:pt x="190203" y="118252"/>
                </a:lnTo>
                <a:close/>
                <a:moveTo>
                  <a:pt x="200544" y="120054"/>
                </a:moveTo>
                <a:lnTo>
                  <a:pt x="203846" y="116718"/>
                </a:lnTo>
                <a:lnTo>
                  <a:pt x="208549" y="116718"/>
                </a:lnTo>
                <a:lnTo>
                  <a:pt x="210084" y="118252"/>
                </a:lnTo>
                <a:lnTo>
                  <a:pt x="204480" y="118252"/>
                </a:lnTo>
                <a:lnTo>
                  <a:pt x="200544" y="122222"/>
                </a:lnTo>
                <a:close/>
                <a:moveTo>
                  <a:pt x="211418" y="112448"/>
                </a:moveTo>
                <a:lnTo>
                  <a:pt x="215154" y="108712"/>
                </a:lnTo>
                <a:lnTo>
                  <a:pt x="215154" y="116484"/>
                </a:lnTo>
                <a:lnTo>
                  <a:pt x="213453" y="118152"/>
                </a:lnTo>
                <a:lnTo>
                  <a:pt x="211418" y="118152"/>
                </a:lnTo>
                <a:lnTo>
                  <a:pt x="211418" y="112448"/>
                </a:lnTo>
                <a:close/>
                <a:moveTo>
                  <a:pt x="215921" y="108712"/>
                </a:moveTo>
                <a:lnTo>
                  <a:pt x="219657" y="112448"/>
                </a:lnTo>
                <a:lnTo>
                  <a:pt x="219657" y="118152"/>
                </a:lnTo>
                <a:lnTo>
                  <a:pt x="217623" y="118152"/>
                </a:lnTo>
                <a:lnTo>
                  <a:pt x="215921" y="116484"/>
                </a:lnTo>
                <a:lnTo>
                  <a:pt x="215921" y="108712"/>
                </a:lnTo>
                <a:close/>
                <a:moveTo>
                  <a:pt x="222526" y="116718"/>
                </a:moveTo>
                <a:lnTo>
                  <a:pt x="227229" y="116718"/>
                </a:lnTo>
                <a:lnTo>
                  <a:pt x="230532" y="120054"/>
                </a:lnTo>
                <a:lnTo>
                  <a:pt x="230532" y="122222"/>
                </a:lnTo>
                <a:lnTo>
                  <a:pt x="226596" y="118252"/>
                </a:lnTo>
                <a:lnTo>
                  <a:pt x="220992" y="118252"/>
                </a:lnTo>
                <a:close/>
                <a:moveTo>
                  <a:pt x="231332" y="120054"/>
                </a:moveTo>
                <a:lnTo>
                  <a:pt x="234635" y="116718"/>
                </a:lnTo>
                <a:lnTo>
                  <a:pt x="239338" y="116718"/>
                </a:lnTo>
                <a:lnTo>
                  <a:pt x="240873" y="118252"/>
                </a:lnTo>
                <a:lnTo>
                  <a:pt x="235269" y="118252"/>
                </a:lnTo>
                <a:lnTo>
                  <a:pt x="231332" y="122222"/>
                </a:lnTo>
                <a:lnTo>
                  <a:pt x="231332" y="120054"/>
                </a:lnTo>
                <a:close/>
                <a:moveTo>
                  <a:pt x="241406" y="117685"/>
                </a:moveTo>
                <a:lnTo>
                  <a:pt x="239905" y="116184"/>
                </a:lnTo>
                <a:lnTo>
                  <a:pt x="239905" y="111481"/>
                </a:lnTo>
                <a:lnTo>
                  <a:pt x="243208" y="108178"/>
                </a:lnTo>
                <a:lnTo>
                  <a:pt x="245376" y="108178"/>
                </a:lnTo>
                <a:lnTo>
                  <a:pt x="241406" y="112114"/>
                </a:lnTo>
                <a:lnTo>
                  <a:pt x="241406" y="117685"/>
                </a:lnTo>
                <a:close/>
                <a:moveTo>
                  <a:pt x="243208" y="107378"/>
                </a:moveTo>
                <a:lnTo>
                  <a:pt x="239872" y="104042"/>
                </a:lnTo>
                <a:lnTo>
                  <a:pt x="239872" y="99372"/>
                </a:lnTo>
                <a:lnTo>
                  <a:pt x="241406" y="97838"/>
                </a:lnTo>
                <a:lnTo>
                  <a:pt x="241406" y="103408"/>
                </a:lnTo>
                <a:lnTo>
                  <a:pt x="245376" y="107378"/>
                </a:lnTo>
                <a:lnTo>
                  <a:pt x="243208" y="107378"/>
                </a:lnTo>
                <a:close/>
                <a:moveTo>
                  <a:pt x="241306" y="96470"/>
                </a:moveTo>
                <a:lnTo>
                  <a:pt x="235602" y="96470"/>
                </a:lnTo>
                <a:lnTo>
                  <a:pt x="231866" y="92767"/>
                </a:lnTo>
                <a:lnTo>
                  <a:pt x="239638" y="92767"/>
                </a:lnTo>
                <a:lnTo>
                  <a:pt x="241306" y="94435"/>
                </a:lnTo>
                <a:lnTo>
                  <a:pt x="241306" y="96470"/>
                </a:lnTo>
                <a:close/>
                <a:moveTo>
                  <a:pt x="231866" y="91967"/>
                </a:moveTo>
                <a:lnTo>
                  <a:pt x="235602" y="88264"/>
                </a:lnTo>
                <a:lnTo>
                  <a:pt x="241306" y="88264"/>
                </a:lnTo>
                <a:lnTo>
                  <a:pt x="241306" y="90299"/>
                </a:lnTo>
                <a:lnTo>
                  <a:pt x="239638" y="91967"/>
                </a:lnTo>
                <a:close/>
                <a:moveTo>
                  <a:pt x="241406" y="86896"/>
                </a:moveTo>
                <a:lnTo>
                  <a:pt x="239905" y="85362"/>
                </a:lnTo>
                <a:lnTo>
                  <a:pt x="239905" y="80692"/>
                </a:lnTo>
                <a:lnTo>
                  <a:pt x="243208" y="77356"/>
                </a:lnTo>
                <a:lnTo>
                  <a:pt x="245376" y="77356"/>
                </a:lnTo>
                <a:lnTo>
                  <a:pt x="241406" y="81326"/>
                </a:lnTo>
                <a:lnTo>
                  <a:pt x="241406" y="86896"/>
                </a:lnTo>
                <a:close/>
                <a:moveTo>
                  <a:pt x="243208" y="76589"/>
                </a:moveTo>
                <a:lnTo>
                  <a:pt x="239872" y="73253"/>
                </a:lnTo>
                <a:lnTo>
                  <a:pt x="239872" y="68583"/>
                </a:lnTo>
                <a:lnTo>
                  <a:pt x="241406" y="67049"/>
                </a:lnTo>
                <a:lnTo>
                  <a:pt x="241406" y="72620"/>
                </a:lnTo>
                <a:lnTo>
                  <a:pt x="245376" y="76589"/>
                </a:lnTo>
                <a:lnTo>
                  <a:pt x="243208" y="76589"/>
                </a:lnTo>
                <a:close/>
                <a:moveTo>
                  <a:pt x="241306" y="65681"/>
                </a:moveTo>
                <a:lnTo>
                  <a:pt x="235602" y="65681"/>
                </a:lnTo>
                <a:lnTo>
                  <a:pt x="231866" y="61979"/>
                </a:lnTo>
                <a:lnTo>
                  <a:pt x="239638" y="61979"/>
                </a:lnTo>
                <a:lnTo>
                  <a:pt x="241306" y="63646"/>
                </a:lnTo>
                <a:lnTo>
                  <a:pt x="241306" y="65681"/>
                </a:lnTo>
                <a:close/>
                <a:moveTo>
                  <a:pt x="231866" y="61178"/>
                </a:moveTo>
                <a:lnTo>
                  <a:pt x="235602" y="57475"/>
                </a:lnTo>
                <a:lnTo>
                  <a:pt x="241306" y="57475"/>
                </a:lnTo>
                <a:lnTo>
                  <a:pt x="241306" y="59510"/>
                </a:lnTo>
                <a:lnTo>
                  <a:pt x="239638" y="61178"/>
                </a:lnTo>
                <a:close/>
                <a:moveTo>
                  <a:pt x="241406" y="56108"/>
                </a:moveTo>
                <a:lnTo>
                  <a:pt x="239905" y="54573"/>
                </a:lnTo>
                <a:lnTo>
                  <a:pt x="239905" y="49903"/>
                </a:lnTo>
                <a:lnTo>
                  <a:pt x="243208" y="46568"/>
                </a:lnTo>
                <a:lnTo>
                  <a:pt x="245376" y="46568"/>
                </a:lnTo>
                <a:lnTo>
                  <a:pt x="241406" y="50537"/>
                </a:lnTo>
                <a:lnTo>
                  <a:pt x="241406" y="56108"/>
                </a:lnTo>
                <a:close/>
                <a:moveTo>
                  <a:pt x="243208" y="45800"/>
                </a:moveTo>
                <a:lnTo>
                  <a:pt x="239872" y="42465"/>
                </a:lnTo>
                <a:lnTo>
                  <a:pt x="239872" y="37795"/>
                </a:lnTo>
                <a:lnTo>
                  <a:pt x="241406" y="36260"/>
                </a:lnTo>
                <a:lnTo>
                  <a:pt x="241406" y="41831"/>
                </a:lnTo>
                <a:lnTo>
                  <a:pt x="245376" y="45800"/>
                </a:lnTo>
                <a:close/>
                <a:moveTo>
                  <a:pt x="241306" y="34893"/>
                </a:moveTo>
                <a:lnTo>
                  <a:pt x="235602" y="34893"/>
                </a:lnTo>
                <a:lnTo>
                  <a:pt x="231866" y="31190"/>
                </a:lnTo>
                <a:lnTo>
                  <a:pt x="239638" y="31190"/>
                </a:lnTo>
                <a:lnTo>
                  <a:pt x="241306" y="32858"/>
                </a:lnTo>
                <a:lnTo>
                  <a:pt x="241306" y="34893"/>
                </a:lnTo>
                <a:close/>
                <a:moveTo>
                  <a:pt x="231866" y="30389"/>
                </a:moveTo>
                <a:lnTo>
                  <a:pt x="235602" y="26653"/>
                </a:lnTo>
                <a:lnTo>
                  <a:pt x="241306" y="26653"/>
                </a:lnTo>
                <a:lnTo>
                  <a:pt x="241306" y="28721"/>
                </a:lnTo>
                <a:lnTo>
                  <a:pt x="239638" y="30389"/>
                </a:lnTo>
                <a:close/>
                <a:moveTo>
                  <a:pt x="241406" y="25319"/>
                </a:moveTo>
                <a:lnTo>
                  <a:pt x="239905" y="23785"/>
                </a:lnTo>
                <a:lnTo>
                  <a:pt x="239905" y="19115"/>
                </a:lnTo>
                <a:lnTo>
                  <a:pt x="243208" y="15779"/>
                </a:lnTo>
                <a:lnTo>
                  <a:pt x="245376" y="15779"/>
                </a:lnTo>
                <a:lnTo>
                  <a:pt x="241406" y="19748"/>
                </a:lnTo>
                <a:lnTo>
                  <a:pt x="241406" y="25319"/>
                </a:lnTo>
                <a:close/>
                <a:moveTo>
                  <a:pt x="243208" y="15012"/>
                </a:moveTo>
                <a:lnTo>
                  <a:pt x="239872" y="11676"/>
                </a:lnTo>
                <a:lnTo>
                  <a:pt x="239872" y="6973"/>
                </a:lnTo>
                <a:lnTo>
                  <a:pt x="241406" y="5471"/>
                </a:lnTo>
                <a:lnTo>
                  <a:pt x="241406" y="11042"/>
                </a:lnTo>
                <a:lnTo>
                  <a:pt x="245376" y="15012"/>
                </a:lnTo>
                <a:lnTo>
                  <a:pt x="243208" y="15012"/>
                </a:lnTo>
                <a:close/>
                <a:moveTo>
                  <a:pt x="239638" y="401"/>
                </a:moveTo>
                <a:lnTo>
                  <a:pt x="241306" y="2069"/>
                </a:lnTo>
                <a:lnTo>
                  <a:pt x="241306" y="4104"/>
                </a:lnTo>
                <a:lnTo>
                  <a:pt x="235602" y="4104"/>
                </a:lnTo>
                <a:lnTo>
                  <a:pt x="231866" y="401"/>
                </a:lnTo>
                <a:close/>
                <a:moveTo>
                  <a:pt x="229965" y="401"/>
                </a:moveTo>
                <a:lnTo>
                  <a:pt x="226262" y="4104"/>
                </a:lnTo>
                <a:lnTo>
                  <a:pt x="220558" y="4104"/>
                </a:lnTo>
                <a:lnTo>
                  <a:pt x="220558" y="2069"/>
                </a:lnTo>
                <a:lnTo>
                  <a:pt x="222226" y="401"/>
                </a:lnTo>
                <a:close/>
                <a:moveTo>
                  <a:pt x="219290" y="401"/>
                </a:moveTo>
                <a:lnTo>
                  <a:pt x="221092" y="401"/>
                </a:lnTo>
                <a:lnTo>
                  <a:pt x="219757" y="1735"/>
                </a:lnTo>
                <a:lnTo>
                  <a:pt x="219757" y="3804"/>
                </a:lnTo>
                <a:lnTo>
                  <a:pt x="218457" y="2503"/>
                </a:lnTo>
                <a:lnTo>
                  <a:pt x="218457" y="1202"/>
                </a:lnTo>
                <a:close/>
                <a:moveTo>
                  <a:pt x="216755" y="2936"/>
                </a:moveTo>
                <a:lnTo>
                  <a:pt x="218056" y="2936"/>
                </a:lnTo>
                <a:lnTo>
                  <a:pt x="219324" y="4204"/>
                </a:lnTo>
                <a:lnTo>
                  <a:pt x="217456" y="4204"/>
                </a:lnTo>
                <a:lnTo>
                  <a:pt x="217156" y="4337"/>
                </a:lnTo>
                <a:lnTo>
                  <a:pt x="215921" y="5572"/>
                </a:lnTo>
                <a:lnTo>
                  <a:pt x="215921" y="3770"/>
                </a:lnTo>
                <a:close/>
                <a:moveTo>
                  <a:pt x="214320" y="2936"/>
                </a:moveTo>
                <a:lnTo>
                  <a:pt x="215154" y="3737"/>
                </a:lnTo>
                <a:lnTo>
                  <a:pt x="215154" y="5572"/>
                </a:lnTo>
                <a:lnTo>
                  <a:pt x="213887" y="4337"/>
                </a:lnTo>
                <a:lnTo>
                  <a:pt x="213620" y="4204"/>
                </a:lnTo>
                <a:lnTo>
                  <a:pt x="211718" y="4204"/>
                </a:lnTo>
                <a:lnTo>
                  <a:pt x="213019" y="2936"/>
                </a:lnTo>
                <a:lnTo>
                  <a:pt x="214320" y="2936"/>
                </a:lnTo>
                <a:close/>
                <a:moveTo>
                  <a:pt x="211785" y="401"/>
                </a:moveTo>
                <a:lnTo>
                  <a:pt x="212586" y="1202"/>
                </a:lnTo>
                <a:lnTo>
                  <a:pt x="212586" y="2503"/>
                </a:lnTo>
                <a:lnTo>
                  <a:pt x="211318" y="3804"/>
                </a:lnTo>
                <a:lnTo>
                  <a:pt x="211318" y="1735"/>
                </a:lnTo>
                <a:lnTo>
                  <a:pt x="209950" y="401"/>
                </a:lnTo>
                <a:lnTo>
                  <a:pt x="211785" y="401"/>
                </a:lnTo>
                <a:close/>
                <a:moveTo>
                  <a:pt x="208850" y="401"/>
                </a:moveTo>
                <a:lnTo>
                  <a:pt x="210518" y="2069"/>
                </a:lnTo>
                <a:lnTo>
                  <a:pt x="210518" y="4104"/>
                </a:lnTo>
                <a:lnTo>
                  <a:pt x="204813" y="4104"/>
                </a:lnTo>
                <a:lnTo>
                  <a:pt x="201077" y="401"/>
                </a:lnTo>
                <a:close/>
                <a:moveTo>
                  <a:pt x="199176" y="401"/>
                </a:moveTo>
                <a:lnTo>
                  <a:pt x="195473" y="4104"/>
                </a:lnTo>
                <a:lnTo>
                  <a:pt x="189736" y="4104"/>
                </a:lnTo>
                <a:lnTo>
                  <a:pt x="189736" y="2069"/>
                </a:lnTo>
                <a:lnTo>
                  <a:pt x="191437" y="401"/>
                </a:lnTo>
                <a:close/>
                <a:moveTo>
                  <a:pt x="188502" y="401"/>
                </a:moveTo>
                <a:lnTo>
                  <a:pt x="190303" y="401"/>
                </a:lnTo>
                <a:lnTo>
                  <a:pt x="188969" y="1735"/>
                </a:lnTo>
                <a:lnTo>
                  <a:pt x="188969" y="3804"/>
                </a:lnTo>
                <a:lnTo>
                  <a:pt x="187668" y="2503"/>
                </a:lnTo>
                <a:lnTo>
                  <a:pt x="187668" y="1202"/>
                </a:lnTo>
                <a:close/>
                <a:moveTo>
                  <a:pt x="185967" y="2936"/>
                </a:moveTo>
                <a:lnTo>
                  <a:pt x="187268" y="2936"/>
                </a:lnTo>
                <a:lnTo>
                  <a:pt x="188535" y="4204"/>
                </a:lnTo>
                <a:lnTo>
                  <a:pt x="186667" y="4204"/>
                </a:lnTo>
                <a:lnTo>
                  <a:pt x="186367" y="4337"/>
                </a:lnTo>
                <a:lnTo>
                  <a:pt x="185133" y="5572"/>
                </a:lnTo>
                <a:lnTo>
                  <a:pt x="185133" y="3770"/>
                </a:lnTo>
                <a:close/>
                <a:moveTo>
                  <a:pt x="183532" y="2936"/>
                </a:moveTo>
                <a:lnTo>
                  <a:pt x="184332" y="3737"/>
                </a:lnTo>
                <a:lnTo>
                  <a:pt x="184332" y="5572"/>
                </a:lnTo>
                <a:lnTo>
                  <a:pt x="183098" y="4337"/>
                </a:lnTo>
                <a:lnTo>
                  <a:pt x="182831" y="4204"/>
                </a:lnTo>
                <a:lnTo>
                  <a:pt x="180930" y="4204"/>
                </a:lnTo>
                <a:lnTo>
                  <a:pt x="182231" y="2936"/>
                </a:lnTo>
                <a:lnTo>
                  <a:pt x="183532" y="2936"/>
                </a:lnTo>
                <a:close/>
                <a:moveTo>
                  <a:pt x="180996" y="401"/>
                </a:moveTo>
                <a:lnTo>
                  <a:pt x="181797" y="1202"/>
                </a:lnTo>
                <a:lnTo>
                  <a:pt x="181797" y="2503"/>
                </a:lnTo>
                <a:lnTo>
                  <a:pt x="180529" y="3804"/>
                </a:lnTo>
                <a:lnTo>
                  <a:pt x="180529" y="1735"/>
                </a:lnTo>
                <a:lnTo>
                  <a:pt x="179162" y="401"/>
                </a:lnTo>
                <a:lnTo>
                  <a:pt x="180996" y="401"/>
                </a:lnTo>
                <a:close/>
                <a:moveTo>
                  <a:pt x="178061" y="401"/>
                </a:moveTo>
                <a:lnTo>
                  <a:pt x="179729" y="2069"/>
                </a:lnTo>
                <a:lnTo>
                  <a:pt x="179729" y="4104"/>
                </a:lnTo>
                <a:lnTo>
                  <a:pt x="174025" y="4104"/>
                </a:lnTo>
                <a:lnTo>
                  <a:pt x="170289" y="401"/>
                </a:lnTo>
                <a:close/>
                <a:moveTo>
                  <a:pt x="168387" y="401"/>
                </a:moveTo>
                <a:lnTo>
                  <a:pt x="164685" y="4104"/>
                </a:lnTo>
                <a:lnTo>
                  <a:pt x="158947" y="4104"/>
                </a:lnTo>
                <a:lnTo>
                  <a:pt x="158947" y="2069"/>
                </a:lnTo>
                <a:lnTo>
                  <a:pt x="160649" y="401"/>
                </a:lnTo>
                <a:close/>
                <a:moveTo>
                  <a:pt x="157713" y="401"/>
                </a:moveTo>
                <a:lnTo>
                  <a:pt x="159514" y="401"/>
                </a:lnTo>
                <a:lnTo>
                  <a:pt x="158180" y="1735"/>
                </a:lnTo>
                <a:lnTo>
                  <a:pt x="158180" y="3804"/>
                </a:lnTo>
                <a:lnTo>
                  <a:pt x="156879" y="2503"/>
                </a:lnTo>
                <a:lnTo>
                  <a:pt x="156879" y="1202"/>
                </a:lnTo>
                <a:close/>
                <a:moveTo>
                  <a:pt x="155178" y="2936"/>
                </a:moveTo>
                <a:lnTo>
                  <a:pt x="156479" y="2936"/>
                </a:lnTo>
                <a:lnTo>
                  <a:pt x="157746" y="4204"/>
                </a:lnTo>
                <a:lnTo>
                  <a:pt x="155845" y="4204"/>
                </a:lnTo>
                <a:lnTo>
                  <a:pt x="155578" y="4337"/>
                </a:lnTo>
                <a:lnTo>
                  <a:pt x="154344" y="5572"/>
                </a:lnTo>
                <a:lnTo>
                  <a:pt x="154344" y="3770"/>
                </a:lnTo>
                <a:close/>
                <a:moveTo>
                  <a:pt x="152743" y="2936"/>
                </a:moveTo>
                <a:lnTo>
                  <a:pt x="153543" y="3737"/>
                </a:lnTo>
                <a:lnTo>
                  <a:pt x="153543" y="5572"/>
                </a:lnTo>
                <a:lnTo>
                  <a:pt x="152309" y="4337"/>
                </a:lnTo>
                <a:lnTo>
                  <a:pt x="152042" y="4204"/>
                </a:lnTo>
                <a:lnTo>
                  <a:pt x="150141" y="4204"/>
                </a:lnTo>
                <a:lnTo>
                  <a:pt x="151442" y="2936"/>
                </a:lnTo>
                <a:lnTo>
                  <a:pt x="152743" y="2936"/>
                </a:lnTo>
                <a:close/>
                <a:moveTo>
                  <a:pt x="150174" y="401"/>
                </a:moveTo>
                <a:lnTo>
                  <a:pt x="151008" y="1202"/>
                </a:lnTo>
                <a:lnTo>
                  <a:pt x="151008" y="2503"/>
                </a:lnTo>
                <a:lnTo>
                  <a:pt x="149741" y="3804"/>
                </a:lnTo>
                <a:lnTo>
                  <a:pt x="149741" y="1735"/>
                </a:lnTo>
                <a:lnTo>
                  <a:pt x="148373" y="401"/>
                </a:lnTo>
                <a:lnTo>
                  <a:pt x="150174" y="401"/>
                </a:lnTo>
                <a:close/>
                <a:moveTo>
                  <a:pt x="147272" y="401"/>
                </a:moveTo>
                <a:lnTo>
                  <a:pt x="148940" y="2069"/>
                </a:lnTo>
                <a:lnTo>
                  <a:pt x="148940" y="4104"/>
                </a:lnTo>
                <a:lnTo>
                  <a:pt x="143236" y="4104"/>
                </a:lnTo>
                <a:lnTo>
                  <a:pt x="139500" y="401"/>
                </a:lnTo>
                <a:close/>
                <a:moveTo>
                  <a:pt x="137599" y="401"/>
                </a:moveTo>
                <a:lnTo>
                  <a:pt x="133863" y="4104"/>
                </a:lnTo>
                <a:lnTo>
                  <a:pt x="128159" y="4104"/>
                </a:lnTo>
                <a:lnTo>
                  <a:pt x="128159" y="2069"/>
                </a:lnTo>
                <a:lnTo>
                  <a:pt x="129860" y="401"/>
                </a:lnTo>
                <a:close/>
                <a:moveTo>
                  <a:pt x="126924" y="401"/>
                </a:moveTo>
                <a:lnTo>
                  <a:pt x="128726" y="401"/>
                </a:lnTo>
                <a:lnTo>
                  <a:pt x="127391" y="1735"/>
                </a:lnTo>
                <a:lnTo>
                  <a:pt x="127391" y="3804"/>
                </a:lnTo>
                <a:lnTo>
                  <a:pt x="126091" y="2503"/>
                </a:lnTo>
                <a:lnTo>
                  <a:pt x="126091" y="1202"/>
                </a:lnTo>
                <a:close/>
                <a:moveTo>
                  <a:pt x="124389" y="2936"/>
                </a:moveTo>
                <a:lnTo>
                  <a:pt x="125657" y="2936"/>
                </a:lnTo>
                <a:lnTo>
                  <a:pt x="126958" y="4204"/>
                </a:lnTo>
                <a:lnTo>
                  <a:pt x="125056" y="4204"/>
                </a:lnTo>
                <a:lnTo>
                  <a:pt x="124790" y="4337"/>
                </a:lnTo>
                <a:lnTo>
                  <a:pt x="123555" y="5572"/>
                </a:lnTo>
                <a:lnTo>
                  <a:pt x="123555" y="3770"/>
                </a:lnTo>
                <a:close/>
                <a:moveTo>
                  <a:pt x="121954" y="2936"/>
                </a:moveTo>
                <a:lnTo>
                  <a:pt x="122755" y="3737"/>
                </a:lnTo>
                <a:lnTo>
                  <a:pt x="122755" y="5572"/>
                </a:lnTo>
                <a:lnTo>
                  <a:pt x="121521" y="4337"/>
                </a:lnTo>
                <a:lnTo>
                  <a:pt x="121254" y="4204"/>
                </a:lnTo>
                <a:lnTo>
                  <a:pt x="119352" y="4204"/>
                </a:lnTo>
                <a:lnTo>
                  <a:pt x="120653" y="2936"/>
                </a:lnTo>
                <a:lnTo>
                  <a:pt x="121954" y="2936"/>
                </a:lnTo>
                <a:close/>
                <a:moveTo>
                  <a:pt x="119386" y="401"/>
                </a:moveTo>
                <a:lnTo>
                  <a:pt x="120220" y="1202"/>
                </a:lnTo>
                <a:lnTo>
                  <a:pt x="120220" y="2503"/>
                </a:lnTo>
                <a:lnTo>
                  <a:pt x="118952" y="3804"/>
                </a:lnTo>
                <a:lnTo>
                  <a:pt x="118952" y="1735"/>
                </a:lnTo>
                <a:lnTo>
                  <a:pt x="117584" y="401"/>
                </a:lnTo>
                <a:lnTo>
                  <a:pt x="119386" y="401"/>
                </a:lnTo>
                <a:close/>
                <a:moveTo>
                  <a:pt x="116450" y="401"/>
                </a:moveTo>
                <a:lnTo>
                  <a:pt x="118152" y="2069"/>
                </a:lnTo>
                <a:lnTo>
                  <a:pt x="118152" y="4104"/>
                </a:lnTo>
                <a:lnTo>
                  <a:pt x="112447" y="4104"/>
                </a:lnTo>
                <a:lnTo>
                  <a:pt x="108711" y="401"/>
                </a:lnTo>
                <a:close/>
                <a:moveTo>
                  <a:pt x="106810" y="401"/>
                </a:moveTo>
                <a:lnTo>
                  <a:pt x="103074" y="4104"/>
                </a:lnTo>
                <a:lnTo>
                  <a:pt x="97370" y="4104"/>
                </a:lnTo>
                <a:lnTo>
                  <a:pt x="97370" y="2069"/>
                </a:lnTo>
                <a:lnTo>
                  <a:pt x="99071" y="401"/>
                </a:lnTo>
                <a:close/>
                <a:moveTo>
                  <a:pt x="96136" y="401"/>
                </a:moveTo>
                <a:lnTo>
                  <a:pt x="97937" y="401"/>
                </a:lnTo>
                <a:lnTo>
                  <a:pt x="96569" y="1735"/>
                </a:lnTo>
                <a:lnTo>
                  <a:pt x="96569" y="3804"/>
                </a:lnTo>
                <a:lnTo>
                  <a:pt x="95302" y="2503"/>
                </a:lnTo>
                <a:lnTo>
                  <a:pt x="95302" y="1202"/>
                </a:lnTo>
                <a:close/>
                <a:moveTo>
                  <a:pt x="93567" y="2936"/>
                </a:moveTo>
                <a:lnTo>
                  <a:pt x="94868" y="2936"/>
                </a:lnTo>
                <a:lnTo>
                  <a:pt x="96169" y="4204"/>
                </a:lnTo>
                <a:lnTo>
                  <a:pt x="94268" y="4204"/>
                </a:lnTo>
                <a:lnTo>
                  <a:pt x="94001" y="4337"/>
                </a:lnTo>
                <a:lnTo>
                  <a:pt x="92767" y="5572"/>
                </a:lnTo>
                <a:lnTo>
                  <a:pt x="92767" y="3770"/>
                </a:lnTo>
                <a:close/>
                <a:moveTo>
                  <a:pt x="91166" y="2936"/>
                </a:moveTo>
                <a:lnTo>
                  <a:pt x="91966" y="3737"/>
                </a:lnTo>
                <a:lnTo>
                  <a:pt x="91966" y="5572"/>
                </a:lnTo>
                <a:lnTo>
                  <a:pt x="90732" y="4337"/>
                </a:lnTo>
                <a:lnTo>
                  <a:pt x="90465" y="4204"/>
                </a:lnTo>
                <a:lnTo>
                  <a:pt x="88564" y="4204"/>
                </a:lnTo>
                <a:lnTo>
                  <a:pt x="89865" y="2936"/>
                </a:lnTo>
                <a:lnTo>
                  <a:pt x="91166" y="2936"/>
                </a:lnTo>
                <a:close/>
                <a:moveTo>
                  <a:pt x="88597" y="401"/>
                </a:moveTo>
                <a:lnTo>
                  <a:pt x="89431" y="1202"/>
                </a:lnTo>
                <a:lnTo>
                  <a:pt x="89431" y="2503"/>
                </a:lnTo>
                <a:lnTo>
                  <a:pt x="88130" y="3804"/>
                </a:lnTo>
                <a:lnTo>
                  <a:pt x="88130" y="1735"/>
                </a:lnTo>
                <a:lnTo>
                  <a:pt x="86796" y="401"/>
                </a:lnTo>
                <a:lnTo>
                  <a:pt x="88597" y="401"/>
                </a:lnTo>
                <a:close/>
                <a:moveTo>
                  <a:pt x="85662" y="401"/>
                </a:moveTo>
                <a:lnTo>
                  <a:pt x="87363" y="2069"/>
                </a:lnTo>
                <a:lnTo>
                  <a:pt x="87363" y="4104"/>
                </a:lnTo>
                <a:lnTo>
                  <a:pt x="81659" y="4104"/>
                </a:lnTo>
                <a:lnTo>
                  <a:pt x="77923" y="401"/>
                </a:lnTo>
                <a:close/>
                <a:moveTo>
                  <a:pt x="76021" y="401"/>
                </a:moveTo>
                <a:lnTo>
                  <a:pt x="72285" y="4104"/>
                </a:lnTo>
                <a:lnTo>
                  <a:pt x="66581" y="4104"/>
                </a:lnTo>
                <a:lnTo>
                  <a:pt x="66581" y="2069"/>
                </a:lnTo>
                <a:lnTo>
                  <a:pt x="68249" y="401"/>
                </a:lnTo>
                <a:close/>
                <a:moveTo>
                  <a:pt x="65347" y="401"/>
                </a:moveTo>
                <a:lnTo>
                  <a:pt x="67148" y="401"/>
                </a:lnTo>
                <a:lnTo>
                  <a:pt x="65781" y="1735"/>
                </a:lnTo>
                <a:lnTo>
                  <a:pt x="65781" y="3804"/>
                </a:lnTo>
                <a:lnTo>
                  <a:pt x="64513" y="2503"/>
                </a:lnTo>
                <a:lnTo>
                  <a:pt x="64513" y="1202"/>
                </a:lnTo>
                <a:close/>
                <a:moveTo>
                  <a:pt x="62779" y="2936"/>
                </a:moveTo>
                <a:lnTo>
                  <a:pt x="64080" y="2936"/>
                </a:lnTo>
                <a:lnTo>
                  <a:pt x="65381" y="4204"/>
                </a:lnTo>
                <a:lnTo>
                  <a:pt x="63479" y="4204"/>
                </a:lnTo>
                <a:lnTo>
                  <a:pt x="63212" y="4337"/>
                </a:lnTo>
                <a:lnTo>
                  <a:pt x="61978" y="5572"/>
                </a:lnTo>
                <a:lnTo>
                  <a:pt x="61978" y="3770"/>
                </a:lnTo>
                <a:close/>
                <a:moveTo>
                  <a:pt x="60344" y="2936"/>
                </a:moveTo>
                <a:lnTo>
                  <a:pt x="61178" y="3737"/>
                </a:lnTo>
                <a:lnTo>
                  <a:pt x="61178" y="5572"/>
                </a:lnTo>
                <a:lnTo>
                  <a:pt x="59943" y="4337"/>
                </a:lnTo>
                <a:lnTo>
                  <a:pt x="59676" y="4204"/>
                </a:lnTo>
                <a:lnTo>
                  <a:pt x="57775" y="4204"/>
                </a:lnTo>
                <a:lnTo>
                  <a:pt x="59043" y="2936"/>
                </a:lnTo>
                <a:lnTo>
                  <a:pt x="60344" y="2936"/>
                </a:lnTo>
                <a:close/>
                <a:moveTo>
                  <a:pt x="57808" y="401"/>
                </a:moveTo>
                <a:lnTo>
                  <a:pt x="58642" y="1202"/>
                </a:lnTo>
                <a:lnTo>
                  <a:pt x="58642" y="2503"/>
                </a:lnTo>
                <a:lnTo>
                  <a:pt x="57341" y="3804"/>
                </a:lnTo>
                <a:lnTo>
                  <a:pt x="57341" y="1735"/>
                </a:lnTo>
                <a:lnTo>
                  <a:pt x="56007" y="401"/>
                </a:lnTo>
                <a:lnTo>
                  <a:pt x="57808" y="401"/>
                </a:lnTo>
                <a:close/>
                <a:moveTo>
                  <a:pt x="54873" y="401"/>
                </a:moveTo>
                <a:lnTo>
                  <a:pt x="56574" y="2069"/>
                </a:lnTo>
                <a:lnTo>
                  <a:pt x="56574" y="4104"/>
                </a:lnTo>
                <a:lnTo>
                  <a:pt x="50837" y="4104"/>
                </a:lnTo>
                <a:lnTo>
                  <a:pt x="47134" y="401"/>
                </a:lnTo>
                <a:close/>
                <a:moveTo>
                  <a:pt x="45233" y="401"/>
                </a:moveTo>
                <a:lnTo>
                  <a:pt x="41497" y="4104"/>
                </a:lnTo>
                <a:lnTo>
                  <a:pt x="35793" y="4104"/>
                </a:lnTo>
                <a:lnTo>
                  <a:pt x="35793" y="2069"/>
                </a:lnTo>
                <a:lnTo>
                  <a:pt x="37461" y="401"/>
                </a:lnTo>
                <a:close/>
                <a:moveTo>
                  <a:pt x="34525" y="401"/>
                </a:moveTo>
                <a:lnTo>
                  <a:pt x="36360" y="401"/>
                </a:lnTo>
                <a:lnTo>
                  <a:pt x="34992" y="1735"/>
                </a:lnTo>
                <a:lnTo>
                  <a:pt x="34992" y="3804"/>
                </a:lnTo>
                <a:lnTo>
                  <a:pt x="33725" y="2503"/>
                </a:lnTo>
                <a:lnTo>
                  <a:pt x="33725" y="1202"/>
                </a:lnTo>
                <a:close/>
                <a:moveTo>
                  <a:pt x="31990" y="2936"/>
                </a:moveTo>
                <a:lnTo>
                  <a:pt x="33291" y="2936"/>
                </a:lnTo>
                <a:lnTo>
                  <a:pt x="34592" y="4204"/>
                </a:lnTo>
                <a:lnTo>
                  <a:pt x="32691" y="4204"/>
                </a:lnTo>
                <a:lnTo>
                  <a:pt x="32424" y="4337"/>
                </a:lnTo>
                <a:lnTo>
                  <a:pt x="31189" y="5572"/>
                </a:lnTo>
                <a:lnTo>
                  <a:pt x="31189" y="3770"/>
                </a:lnTo>
                <a:close/>
                <a:moveTo>
                  <a:pt x="29555" y="2936"/>
                </a:moveTo>
                <a:lnTo>
                  <a:pt x="30389" y="3737"/>
                </a:lnTo>
                <a:lnTo>
                  <a:pt x="30389" y="5572"/>
                </a:lnTo>
                <a:lnTo>
                  <a:pt x="29155" y="4337"/>
                </a:lnTo>
                <a:lnTo>
                  <a:pt x="28854" y="4204"/>
                </a:lnTo>
                <a:lnTo>
                  <a:pt x="26986" y="4204"/>
                </a:lnTo>
                <a:lnTo>
                  <a:pt x="28254" y="2936"/>
                </a:lnTo>
                <a:lnTo>
                  <a:pt x="29555" y="2936"/>
                </a:lnTo>
                <a:close/>
                <a:moveTo>
                  <a:pt x="27020" y="401"/>
                </a:moveTo>
                <a:lnTo>
                  <a:pt x="27854" y="1202"/>
                </a:lnTo>
                <a:lnTo>
                  <a:pt x="27854" y="2503"/>
                </a:lnTo>
                <a:lnTo>
                  <a:pt x="26553" y="3804"/>
                </a:lnTo>
                <a:lnTo>
                  <a:pt x="26553" y="1735"/>
                </a:lnTo>
                <a:lnTo>
                  <a:pt x="25219" y="401"/>
                </a:lnTo>
                <a:lnTo>
                  <a:pt x="27020" y="401"/>
                </a:lnTo>
                <a:close/>
                <a:moveTo>
                  <a:pt x="24084" y="401"/>
                </a:moveTo>
                <a:lnTo>
                  <a:pt x="25786" y="2069"/>
                </a:lnTo>
                <a:lnTo>
                  <a:pt x="25786" y="4104"/>
                </a:lnTo>
                <a:lnTo>
                  <a:pt x="20048" y="4104"/>
                </a:lnTo>
                <a:lnTo>
                  <a:pt x="16346" y="401"/>
                </a:lnTo>
                <a:close/>
                <a:moveTo>
                  <a:pt x="14444" y="401"/>
                </a:moveTo>
                <a:lnTo>
                  <a:pt x="10708" y="4104"/>
                </a:lnTo>
                <a:lnTo>
                  <a:pt x="5004" y="4104"/>
                </a:lnTo>
                <a:lnTo>
                  <a:pt x="5004" y="2069"/>
                </a:lnTo>
                <a:lnTo>
                  <a:pt x="6672" y="401"/>
                </a:lnTo>
                <a:close/>
                <a:moveTo>
                  <a:pt x="3736" y="401"/>
                </a:moveTo>
                <a:lnTo>
                  <a:pt x="5571" y="401"/>
                </a:lnTo>
                <a:lnTo>
                  <a:pt x="4203" y="1735"/>
                </a:lnTo>
                <a:lnTo>
                  <a:pt x="4203" y="3804"/>
                </a:lnTo>
                <a:lnTo>
                  <a:pt x="2936" y="2503"/>
                </a:lnTo>
                <a:lnTo>
                  <a:pt x="2936" y="1202"/>
                </a:lnTo>
                <a:close/>
                <a:moveTo>
                  <a:pt x="367" y="3737"/>
                </a:moveTo>
                <a:lnTo>
                  <a:pt x="1201" y="2936"/>
                </a:lnTo>
                <a:lnTo>
                  <a:pt x="2502" y="2936"/>
                </a:lnTo>
                <a:lnTo>
                  <a:pt x="3803" y="4204"/>
                </a:lnTo>
                <a:lnTo>
                  <a:pt x="1902" y="4204"/>
                </a:lnTo>
                <a:lnTo>
                  <a:pt x="1635" y="4337"/>
                </a:lnTo>
                <a:lnTo>
                  <a:pt x="367" y="5572"/>
                </a:lnTo>
                <a:lnTo>
                  <a:pt x="367" y="3737"/>
                </a:lnTo>
                <a:close/>
                <a:moveTo>
                  <a:pt x="367" y="6672"/>
                </a:moveTo>
                <a:lnTo>
                  <a:pt x="2069" y="5004"/>
                </a:lnTo>
                <a:lnTo>
                  <a:pt x="4103" y="5004"/>
                </a:lnTo>
                <a:lnTo>
                  <a:pt x="4103" y="10709"/>
                </a:lnTo>
                <a:lnTo>
                  <a:pt x="367" y="14445"/>
                </a:lnTo>
                <a:close/>
                <a:moveTo>
                  <a:pt x="367" y="16346"/>
                </a:moveTo>
                <a:lnTo>
                  <a:pt x="4103" y="20082"/>
                </a:lnTo>
                <a:lnTo>
                  <a:pt x="4103" y="25786"/>
                </a:lnTo>
                <a:lnTo>
                  <a:pt x="2069" y="25786"/>
                </a:lnTo>
                <a:lnTo>
                  <a:pt x="367" y="24085"/>
                </a:lnTo>
                <a:close/>
                <a:moveTo>
                  <a:pt x="1201" y="27854"/>
                </a:moveTo>
                <a:lnTo>
                  <a:pt x="367" y="27020"/>
                </a:lnTo>
                <a:lnTo>
                  <a:pt x="367" y="25219"/>
                </a:lnTo>
                <a:lnTo>
                  <a:pt x="1635" y="26453"/>
                </a:lnTo>
                <a:lnTo>
                  <a:pt x="1902" y="26587"/>
                </a:lnTo>
                <a:lnTo>
                  <a:pt x="3803" y="26587"/>
                </a:lnTo>
                <a:lnTo>
                  <a:pt x="2502" y="27854"/>
                </a:lnTo>
                <a:lnTo>
                  <a:pt x="1201" y="27854"/>
                </a:lnTo>
                <a:close/>
                <a:moveTo>
                  <a:pt x="2936" y="29555"/>
                </a:moveTo>
                <a:lnTo>
                  <a:pt x="2936" y="28254"/>
                </a:lnTo>
                <a:lnTo>
                  <a:pt x="4203" y="26987"/>
                </a:lnTo>
                <a:lnTo>
                  <a:pt x="4203" y="29022"/>
                </a:lnTo>
                <a:lnTo>
                  <a:pt x="5571" y="30389"/>
                </a:lnTo>
                <a:lnTo>
                  <a:pt x="3736" y="30389"/>
                </a:lnTo>
                <a:close/>
                <a:moveTo>
                  <a:pt x="3736" y="31190"/>
                </a:moveTo>
                <a:lnTo>
                  <a:pt x="5571" y="31190"/>
                </a:lnTo>
                <a:lnTo>
                  <a:pt x="4203" y="32524"/>
                </a:lnTo>
                <a:lnTo>
                  <a:pt x="4203" y="34592"/>
                </a:lnTo>
                <a:lnTo>
                  <a:pt x="2936" y="33291"/>
                </a:lnTo>
                <a:lnTo>
                  <a:pt x="2936" y="31990"/>
                </a:lnTo>
                <a:close/>
                <a:moveTo>
                  <a:pt x="367" y="34559"/>
                </a:moveTo>
                <a:lnTo>
                  <a:pt x="1201" y="33725"/>
                </a:lnTo>
                <a:lnTo>
                  <a:pt x="2502" y="33725"/>
                </a:lnTo>
                <a:lnTo>
                  <a:pt x="3803" y="34993"/>
                </a:lnTo>
                <a:lnTo>
                  <a:pt x="1902" y="34993"/>
                </a:lnTo>
                <a:lnTo>
                  <a:pt x="1635" y="35126"/>
                </a:lnTo>
                <a:lnTo>
                  <a:pt x="367" y="36360"/>
                </a:lnTo>
                <a:lnTo>
                  <a:pt x="367" y="34559"/>
                </a:lnTo>
                <a:close/>
                <a:moveTo>
                  <a:pt x="367" y="37494"/>
                </a:moveTo>
                <a:lnTo>
                  <a:pt x="2069" y="35793"/>
                </a:lnTo>
                <a:lnTo>
                  <a:pt x="4103" y="35793"/>
                </a:lnTo>
                <a:lnTo>
                  <a:pt x="4103" y="41497"/>
                </a:lnTo>
                <a:lnTo>
                  <a:pt x="367" y="45233"/>
                </a:lnTo>
                <a:close/>
                <a:moveTo>
                  <a:pt x="367" y="47135"/>
                </a:moveTo>
                <a:lnTo>
                  <a:pt x="4103" y="50871"/>
                </a:lnTo>
                <a:lnTo>
                  <a:pt x="4103" y="56575"/>
                </a:lnTo>
                <a:lnTo>
                  <a:pt x="2069" y="56575"/>
                </a:lnTo>
                <a:lnTo>
                  <a:pt x="367" y="54874"/>
                </a:lnTo>
                <a:close/>
                <a:moveTo>
                  <a:pt x="1201" y="58643"/>
                </a:moveTo>
                <a:lnTo>
                  <a:pt x="367" y="57809"/>
                </a:lnTo>
                <a:lnTo>
                  <a:pt x="367" y="56008"/>
                </a:lnTo>
                <a:lnTo>
                  <a:pt x="1635" y="57242"/>
                </a:lnTo>
                <a:lnTo>
                  <a:pt x="1902" y="57375"/>
                </a:lnTo>
                <a:lnTo>
                  <a:pt x="3803" y="57375"/>
                </a:lnTo>
                <a:lnTo>
                  <a:pt x="2502" y="58643"/>
                </a:lnTo>
                <a:lnTo>
                  <a:pt x="1201" y="58643"/>
                </a:lnTo>
                <a:close/>
                <a:moveTo>
                  <a:pt x="2936" y="60377"/>
                </a:moveTo>
                <a:lnTo>
                  <a:pt x="2936" y="59077"/>
                </a:lnTo>
                <a:lnTo>
                  <a:pt x="4203" y="57776"/>
                </a:lnTo>
                <a:lnTo>
                  <a:pt x="4203" y="59844"/>
                </a:lnTo>
                <a:lnTo>
                  <a:pt x="5571" y="61178"/>
                </a:lnTo>
                <a:lnTo>
                  <a:pt x="3736" y="61178"/>
                </a:lnTo>
                <a:close/>
                <a:moveTo>
                  <a:pt x="3736" y="61979"/>
                </a:moveTo>
                <a:lnTo>
                  <a:pt x="5571" y="61979"/>
                </a:lnTo>
                <a:lnTo>
                  <a:pt x="4203" y="63313"/>
                </a:lnTo>
                <a:lnTo>
                  <a:pt x="4203" y="65381"/>
                </a:lnTo>
                <a:lnTo>
                  <a:pt x="2903" y="64080"/>
                </a:lnTo>
                <a:lnTo>
                  <a:pt x="2903" y="62779"/>
                </a:lnTo>
                <a:close/>
                <a:moveTo>
                  <a:pt x="367" y="65348"/>
                </a:moveTo>
                <a:lnTo>
                  <a:pt x="1201" y="64514"/>
                </a:lnTo>
                <a:lnTo>
                  <a:pt x="2502" y="64514"/>
                </a:lnTo>
                <a:lnTo>
                  <a:pt x="3803" y="65815"/>
                </a:lnTo>
                <a:lnTo>
                  <a:pt x="1902" y="65815"/>
                </a:lnTo>
                <a:lnTo>
                  <a:pt x="1635" y="65915"/>
                </a:lnTo>
                <a:lnTo>
                  <a:pt x="367" y="67149"/>
                </a:lnTo>
                <a:lnTo>
                  <a:pt x="367" y="65348"/>
                </a:lnTo>
                <a:close/>
                <a:moveTo>
                  <a:pt x="367" y="68283"/>
                </a:moveTo>
                <a:lnTo>
                  <a:pt x="2069" y="66582"/>
                </a:lnTo>
                <a:lnTo>
                  <a:pt x="4103" y="66582"/>
                </a:lnTo>
                <a:lnTo>
                  <a:pt x="4103" y="72286"/>
                </a:lnTo>
                <a:lnTo>
                  <a:pt x="367" y="76022"/>
                </a:lnTo>
                <a:close/>
                <a:moveTo>
                  <a:pt x="367" y="77923"/>
                </a:moveTo>
                <a:lnTo>
                  <a:pt x="4103" y="81659"/>
                </a:lnTo>
                <a:lnTo>
                  <a:pt x="4103" y="87363"/>
                </a:lnTo>
                <a:lnTo>
                  <a:pt x="2069" y="87363"/>
                </a:lnTo>
                <a:lnTo>
                  <a:pt x="367" y="85662"/>
                </a:lnTo>
                <a:close/>
                <a:moveTo>
                  <a:pt x="1201" y="89432"/>
                </a:moveTo>
                <a:lnTo>
                  <a:pt x="367" y="88598"/>
                </a:lnTo>
                <a:lnTo>
                  <a:pt x="367" y="86796"/>
                </a:lnTo>
                <a:lnTo>
                  <a:pt x="1635" y="88031"/>
                </a:lnTo>
                <a:lnTo>
                  <a:pt x="1902" y="88164"/>
                </a:lnTo>
                <a:lnTo>
                  <a:pt x="3803" y="88164"/>
                </a:lnTo>
                <a:lnTo>
                  <a:pt x="2502" y="89432"/>
                </a:lnTo>
                <a:lnTo>
                  <a:pt x="1201" y="89432"/>
                </a:lnTo>
                <a:close/>
                <a:moveTo>
                  <a:pt x="2936" y="91166"/>
                </a:moveTo>
                <a:lnTo>
                  <a:pt x="2936" y="89865"/>
                </a:lnTo>
                <a:lnTo>
                  <a:pt x="4203" y="88564"/>
                </a:lnTo>
                <a:lnTo>
                  <a:pt x="4203" y="90632"/>
                </a:lnTo>
                <a:lnTo>
                  <a:pt x="5571" y="91967"/>
                </a:lnTo>
                <a:lnTo>
                  <a:pt x="3736" y="91967"/>
                </a:lnTo>
                <a:close/>
                <a:moveTo>
                  <a:pt x="3736" y="92767"/>
                </a:moveTo>
                <a:lnTo>
                  <a:pt x="5571" y="92767"/>
                </a:lnTo>
                <a:lnTo>
                  <a:pt x="4203" y="94102"/>
                </a:lnTo>
                <a:lnTo>
                  <a:pt x="4203" y="96170"/>
                </a:lnTo>
                <a:lnTo>
                  <a:pt x="2936" y="94869"/>
                </a:lnTo>
                <a:lnTo>
                  <a:pt x="2936" y="93568"/>
                </a:lnTo>
                <a:close/>
                <a:moveTo>
                  <a:pt x="367" y="96136"/>
                </a:moveTo>
                <a:lnTo>
                  <a:pt x="1201" y="95302"/>
                </a:lnTo>
                <a:lnTo>
                  <a:pt x="2502" y="95302"/>
                </a:lnTo>
                <a:lnTo>
                  <a:pt x="3803" y="96603"/>
                </a:lnTo>
                <a:lnTo>
                  <a:pt x="1902" y="96603"/>
                </a:lnTo>
                <a:lnTo>
                  <a:pt x="1635" y="96703"/>
                </a:lnTo>
                <a:lnTo>
                  <a:pt x="367" y="97938"/>
                </a:lnTo>
                <a:lnTo>
                  <a:pt x="367" y="96136"/>
                </a:lnTo>
                <a:close/>
                <a:moveTo>
                  <a:pt x="367" y="99072"/>
                </a:moveTo>
                <a:lnTo>
                  <a:pt x="2069" y="97371"/>
                </a:lnTo>
                <a:lnTo>
                  <a:pt x="4103" y="97371"/>
                </a:lnTo>
                <a:lnTo>
                  <a:pt x="4103" y="103108"/>
                </a:lnTo>
                <a:lnTo>
                  <a:pt x="367" y="106811"/>
                </a:lnTo>
                <a:close/>
                <a:moveTo>
                  <a:pt x="367" y="108712"/>
                </a:moveTo>
                <a:lnTo>
                  <a:pt x="4103" y="112448"/>
                </a:lnTo>
                <a:lnTo>
                  <a:pt x="4103" y="118152"/>
                </a:lnTo>
                <a:lnTo>
                  <a:pt x="2069" y="118152"/>
                </a:lnTo>
                <a:lnTo>
                  <a:pt x="367" y="116484"/>
                </a:lnTo>
                <a:close/>
                <a:moveTo>
                  <a:pt x="1201" y="120220"/>
                </a:moveTo>
                <a:lnTo>
                  <a:pt x="367" y="119386"/>
                </a:lnTo>
                <a:lnTo>
                  <a:pt x="367" y="117585"/>
                </a:lnTo>
                <a:lnTo>
                  <a:pt x="1635" y="118819"/>
                </a:lnTo>
                <a:lnTo>
                  <a:pt x="1902" y="118953"/>
                </a:lnTo>
                <a:lnTo>
                  <a:pt x="3803" y="118953"/>
                </a:lnTo>
                <a:lnTo>
                  <a:pt x="2502" y="120220"/>
                </a:lnTo>
                <a:lnTo>
                  <a:pt x="1201" y="120220"/>
                </a:lnTo>
                <a:close/>
                <a:moveTo>
                  <a:pt x="3736" y="122755"/>
                </a:moveTo>
                <a:lnTo>
                  <a:pt x="2936" y="121955"/>
                </a:lnTo>
                <a:lnTo>
                  <a:pt x="2936" y="120654"/>
                </a:lnTo>
                <a:lnTo>
                  <a:pt x="4203" y="119353"/>
                </a:lnTo>
                <a:lnTo>
                  <a:pt x="4203" y="121421"/>
                </a:lnTo>
                <a:lnTo>
                  <a:pt x="5571" y="122755"/>
                </a:lnTo>
                <a:lnTo>
                  <a:pt x="3736" y="122755"/>
                </a:lnTo>
                <a:close/>
                <a:moveTo>
                  <a:pt x="6672" y="122755"/>
                </a:moveTo>
                <a:lnTo>
                  <a:pt x="5004" y="121088"/>
                </a:lnTo>
                <a:lnTo>
                  <a:pt x="5004" y="119053"/>
                </a:lnTo>
                <a:lnTo>
                  <a:pt x="10708" y="119053"/>
                </a:lnTo>
                <a:lnTo>
                  <a:pt x="14444" y="122755"/>
                </a:lnTo>
                <a:lnTo>
                  <a:pt x="6672" y="122755"/>
                </a:lnTo>
                <a:close/>
                <a:moveTo>
                  <a:pt x="16346" y="122755"/>
                </a:moveTo>
                <a:lnTo>
                  <a:pt x="20048" y="119053"/>
                </a:lnTo>
                <a:lnTo>
                  <a:pt x="25752" y="119053"/>
                </a:lnTo>
                <a:lnTo>
                  <a:pt x="25752" y="121088"/>
                </a:lnTo>
                <a:lnTo>
                  <a:pt x="24084" y="122755"/>
                </a:lnTo>
                <a:lnTo>
                  <a:pt x="16346" y="122755"/>
                </a:lnTo>
                <a:close/>
                <a:moveTo>
                  <a:pt x="27020" y="122755"/>
                </a:moveTo>
                <a:lnTo>
                  <a:pt x="25219" y="122755"/>
                </a:lnTo>
                <a:lnTo>
                  <a:pt x="26553" y="121421"/>
                </a:lnTo>
                <a:lnTo>
                  <a:pt x="26553" y="119353"/>
                </a:lnTo>
                <a:lnTo>
                  <a:pt x="27854" y="120654"/>
                </a:lnTo>
                <a:lnTo>
                  <a:pt x="27854" y="121955"/>
                </a:lnTo>
                <a:close/>
                <a:moveTo>
                  <a:pt x="29555" y="120220"/>
                </a:moveTo>
                <a:lnTo>
                  <a:pt x="28254" y="120220"/>
                </a:lnTo>
                <a:lnTo>
                  <a:pt x="26986" y="118953"/>
                </a:lnTo>
                <a:lnTo>
                  <a:pt x="28854" y="118953"/>
                </a:lnTo>
                <a:lnTo>
                  <a:pt x="29155" y="118819"/>
                </a:lnTo>
                <a:lnTo>
                  <a:pt x="30389" y="117585"/>
                </a:lnTo>
                <a:lnTo>
                  <a:pt x="30389" y="119386"/>
                </a:lnTo>
                <a:close/>
                <a:moveTo>
                  <a:pt x="31990" y="120220"/>
                </a:moveTo>
                <a:lnTo>
                  <a:pt x="31189" y="119386"/>
                </a:lnTo>
                <a:lnTo>
                  <a:pt x="31189" y="117585"/>
                </a:lnTo>
                <a:lnTo>
                  <a:pt x="32424" y="118819"/>
                </a:lnTo>
                <a:lnTo>
                  <a:pt x="32691" y="118953"/>
                </a:lnTo>
                <a:lnTo>
                  <a:pt x="34592" y="118953"/>
                </a:lnTo>
                <a:lnTo>
                  <a:pt x="33291" y="120220"/>
                </a:lnTo>
                <a:lnTo>
                  <a:pt x="31990" y="120220"/>
                </a:lnTo>
                <a:close/>
                <a:moveTo>
                  <a:pt x="34525" y="122755"/>
                </a:moveTo>
                <a:lnTo>
                  <a:pt x="33725" y="121955"/>
                </a:lnTo>
                <a:lnTo>
                  <a:pt x="33725" y="120654"/>
                </a:lnTo>
                <a:lnTo>
                  <a:pt x="34992" y="119353"/>
                </a:lnTo>
                <a:lnTo>
                  <a:pt x="34992" y="121421"/>
                </a:lnTo>
                <a:lnTo>
                  <a:pt x="36360" y="122755"/>
                </a:lnTo>
                <a:lnTo>
                  <a:pt x="34525" y="122755"/>
                </a:lnTo>
                <a:close/>
                <a:moveTo>
                  <a:pt x="37461" y="122755"/>
                </a:moveTo>
                <a:lnTo>
                  <a:pt x="35793" y="121088"/>
                </a:lnTo>
                <a:lnTo>
                  <a:pt x="35793" y="119053"/>
                </a:lnTo>
                <a:lnTo>
                  <a:pt x="41497" y="119053"/>
                </a:lnTo>
                <a:lnTo>
                  <a:pt x="45233" y="122755"/>
                </a:lnTo>
                <a:lnTo>
                  <a:pt x="37461" y="122755"/>
                </a:lnTo>
                <a:close/>
                <a:moveTo>
                  <a:pt x="47134" y="122755"/>
                </a:moveTo>
                <a:lnTo>
                  <a:pt x="50837" y="119053"/>
                </a:lnTo>
                <a:lnTo>
                  <a:pt x="56574" y="119053"/>
                </a:lnTo>
                <a:lnTo>
                  <a:pt x="56574" y="121088"/>
                </a:lnTo>
                <a:lnTo>
                  <a:pt x="54873" y="122755"/>
                </a:lnTo>
                <a:lnTo>
                  <a:pt x="47134" y="122755"/>
                </a:lnTo>
                <a:close/>
                <a:moveTo>
                  <a:pt x="57808" y="122755"/>
                </a:moveTo>
                <a:lnTo>
                  <a:pt x="56007" y="122755"/>
                </a:lnTo>
                <a:lnTo>
                  <a:pt x="57341" y="121421"/>
                </a:lnTo>
                <a:lnTo>
                  <a:pt x="57341" y="119353"/>
                </a:lnTo>
                <a:lnTo>
                  <a:pt x="58642" y="120654"/>
                </a:lnTo>
                <a:lnTo>
                  <a:pt x="58642" y="121955"/>
                </a:lnTo>
                <a:close/>
                <a:moveTo>
                  <a:pt x="60344" y="120220"/>
                </a:moveTo>
                <a:lnTo>
                  <a:pt x="59043" y="120220"/>
                </a:lnTo>
                <a:lnTo>
                  <a:pt x="57775" y="118953"/>
                </a:lnTo>
                <a:lnTo>
                  <a:pt x="59676" y="118953"/>
                </a:lnTo>
                <a:lnTo>
                  <a:pt x="59943" y="118819"/>
                </a:lnTo>
                <a:lnTo>
                  <a:pt x="61178" y="117585"/>
                </a:lnTo>
                <a:lnTo>
                  <a:pt x="61178" y="119386"/>
                </a:lnTo>
                <a:close/>
                <a:moveTo>
                  <a:pt x="62779" y="120220"/>
                </a:moveTo>
                <a:lnTo>
                  <a:pt x="61978" y="119386"/>
                </a:lnTo>
                <a:lnTo>
                  <a:pt x="61978" y="117585"/>
                </a:lnTo>
                <a:lnTo>
                  <a:pt x="63212" y="118819"/>
                </a:lnTo>
                <a:lnTo>
                  <a:pt x="63479" y="118953"/>
                </a:lnTo>
                <a:lnTo>
                  <a:pt x="65381" y="118953"/>
                </a:lnTo>
                <a:lnTo>
                  <a:pt x="64080" y="120220"/>
                </a:lnTo>
                <a:lnTo>
                  <a:pt x="62779" y="120220"/>
                </a:lnTo>
                <a:close/>
                <a:moveTo>
                  <a:pt x="65347" y="122755"/>
                </a:moveTo>
                <a:lnTo>
                  <a:pt x="64513" y="121955"/>
                </a:lnTo>
                <a:lnTo>
                  <a:pt x="64513" y="120654"/>
                </a:lnTo>
                <a:lnTo>
                  <a:pt x="65781" y="119353"/>
                </a:lnTo>
                <a:lnTo>
                  <a:pt x="65781" y="121421"/>
                </a:lnTo>
                <a:lnTo>
                  <a:pt x="67148" y="122755"/>
                </a:lnTo>
                <a:lnTo>
                  <a:pt x="65347" y="122755"/>
                </a:lnTo>
                <a:close/>
                <a:moveTo>
                  <a:pt x="68249" y="122755"/>
                </a:moveTo>
                <a:lnTo>
                  <a:pt x="66581" y="121088"/>
                </a:lnTo>
                <a:lnTo>
                  <a:pt x="66581" y="119053"/>
                </a:lnTo>
                <a:lnTo>
                  <a:pt x="72285" y="119053"/>
                </a:lnTo>
                <a:lnTo>
                  <a:pt x="76021" y="122755"/>
                </a:lnTo>
                <a:lnTo>
                  <a:pt x="68249" y="122755"/>
                </a:lnTo>
                <a:close/>
                <a:moveTo>
                  <a:pt x="77923" y="122755"/>
                </a:moveTo>
                <a:lnTo>
                  <a:pt x="81659" y="119053"/>
                </a:lnTo>
                <a:lnTo>
                  <a:pt x="87363" y="119053"/>
                </a:lnTo>
                <a:lnTo>
                  <a:pt x="87363" y="121088"/>
                </a:lnTo>
                <a:lnTo>
                  <a:pt x="85662" y="122755"/>
                </a:lnTo>
                <a:lnTo>
                  <a:pt x="77923" y="122755"/>
                </a:lnTo>
                <a:close/>
                <a:moveTo>
                  <a:pt x="88597" y="122755"/>
                </a:moveTo>
                <a:lnTo>
                  <a:pt x="86796" y="122755"/>
                </a:lnTo>
                <a:lnTo>
                  <a:pt x="88163" y="121421"/>
                </a:lnTo>
                <a:lnTo>
                  <a:pt x="88163" y="119353"/>
                </a:lnTo>
                <a:lnTo>
                  <a:pt x="89431" y="120654"/>
                </a:lnTo>
                <a:lnTo>
                  <a:pt x="89431" y="121955"/>
                </a:lnTo>
                <a:close/>
                <a:moveTo>
                  <a:pt x="91166" y="120220"/>
                </a:moveTo>
                <a:lnTo>
                  <a:pt x="89865" y="120220"/>
                </a:lnTo>
                <a:lnTo>
                  <a:pt x="88564" y="118953"/>
                </a:lnTo>
                <a:lnTo>
                  <a:pt x="90465" y="118953"/>
                </a:lnTo>
                <a:lnTo>
                  <a:pt x="90732" y="118819"/>
                </a:lnTo>
                <a:lnTo>
                  <a:pt x="91966" y="117585"/>
                </a:lnTo>
                <a:lnTo>
                  <a:pt x="91966" y="119386"/>
                </a:lnTo>
                <a:close/>
                <a:moveTo>
                  <a:pt x="93567" y="120220"/>
                </a:moveTo>
                <a:lnTo>
                  <a:pt x="92767" y="119386"/>
                </a:lnTo>
                <a:lnTo>
                  <a:pt x="92767" y="117585"/>
                </a:lnTo>
                <a:lnTo>
                  <a:pt x="94001" y="118819"/>
                </a:lnTo>
                <a:lnTo>
                  <a:pt x="94268" y="118953"/>
                </a:lnTo>
                <a:lnTo>
                  <a:pt x="96169" y="118953"/>
                </a:lnTo>
                <a:lnTo>
                  <a:pt x="94868" y="120220"/>
                </a:lnTo>
                <a:lnTo>
                  <a:pt x="93567" y="120220"/>
                </a:lnTo>
                <a:close/>
                <a:moveTo>
                  <a:pt x="96136" y="122755"/>
                </a:moveTo>
                <a:lnTo>
                  <a:pt x="95302" y="121955"/>
                </a:lnTo>
                <a:lnTo>
                  <a:pt x="95302" y="120654"/>
                </a:lnTo>
                <a:lnTo>
                  <a:pt x="96569" y="119353"/>
                </a:lnTo>
                <a:lnTo>
                  <a:pt x="96569" y="121421"/>
                </a:lnTo>
                <a:lnTo>
                  <a:pt x="97937" y="122755"/>
                </a:lnTo>
                <a:lnTo>
                  <a:pt x="96136" y="122755"/>
                </a:lnTo>
                <a:close/>
                <a:moveTo>
                  <a:pt x="99071" y="122755"/>
                </a:moveTo>
                <a:lnTo>
                  <a:pt x="97370" y="121088"/>
                </a:lnTo>
                <a:lnTo>
                  <a:pt x="97370" y="119053"/>
                </a:lnTo>
                <a:lnTo>
                  <a:pt x="103074" y="119053"/>
                </a:lnTo>
                <a:lnTo>
                  <a:pt x="106810" y="122755"/>
                </a:lnTo>
                <a:lnTo>
                  <a:pt x="99071" y="122755"/>
                </a:lnTo>
                <a:close/>
                <a:moveTo>
                  <a:pt x="108711" y="122755"/>
                </a:moveTo>
                <a:lnTo>
                  <a:pt x="112447" y="119053"/>
                </a:lnTo>
                <a:lnTo>
                  <a:pt x="118152" y="119053"/>
                </a:lnTo>
                <a:lnTo>
                  <a:pt x="118152" y="121088"/>
                </a:lnTo>
                <a:lnTo>
                  <a:pt x="116450" y="122755"/>
                </a:lnTo>
                <a:lnTo>
                  <a:pt x="108711" y="122755"/>
                </a:lnTo>
                <a:close/>
                <a:moveTo>
                  <a:pt x="119386" y="122755"/>
                </a:moveTo>
                <a:lnTo>
                  <a:pt x="117584" y="122755"/>
                </a:lnTo>
                <a:lnTo>
                  <a:pt x="118952" y="121421"/>
                </a:lnTo>
                <a:lnTo>
                  <a:pt x="118952" y="119353"/>
                </a:lnTo>
                <a:lnTo>
                  <a:pt x="120220" y="120654"/>
                </a:lnTo>
                <a:lnTo>
                  <a:pt x="120220" y="121955"/>
                </a:lnTo>
                <a:close/>
                <a:moveTo>
                  <a:pt x="121954" y="120220"/>
                </a:moveTo>
                <a:lnTo>
                  <a:pt x="120653" y="120220"/>
                </a:lnTo>
                <a:lnTo>
                  <a:pt x="119352" y="118953"/>
                </a:lnTo>
                <a:lnTo>
                  <a:pt x="121254" y="118953"/>
                </a:lnTo>
                <a:lnTo>
                  <a:pt x="121521" y="118819"/>
                </a:lnTo>
                <a:lnTo>
                  <a:pt x="122755" y="117585"/>
                </a:lnTo>
                <a:lnTo>
                  <a:pt x="122755" y="119386"/>
                </a:lnTo>
                <a:close/>
                <a:moveTo>
                  <a:pt x="124389" y="120220"/>
                </a:moveTo>
                <a:lnTo>
                  <a:pt x="123555" y="119386"/>
                </a:lnTo>
                <a:lnTo>
                  <a:pt x="123555" y="117585"/>
                </a:lnTo>
                <a:lnTo>
                  <a:pt x="124790" y="118819"/>
                </a:lnTo>
                <a:lnTo>
                  <a:pt x="125056" y="118953"/>
                </a:lnTo>
                <a:lnTo>
                  <a:pt x="126958" y="118953"/>
                </a:lnTo>
                <a:lnTo>
                  <a:pt x="125657" y="120220"/>
                </a:lnTo>
                <a:lnTo>
                  <a:pt x="124389" y="120220"/>
                </a:lnTo>
                <a:close/>
                <a:moveTo>
                  <a:pt x="126924" y="122755"/>
                </a:moveTo>
                <a:lnTo>
                  <a:pt x="126091" y="121955"/>
                </a:lnTo>
                <a:lnTo>
                  <a:pt x="126091" y="120654"/>
                </a:lnTo>
                <a:lnTo>
                  <a:pt x="127358" y="119353"/>
                </a:lnTo>
                <a:lnTo>
                  <a:pt x="127358" y="121421"/>
                </a:lnTo>
                <a:lnTo>
                  <a:pt x="128726" y="122755"/>
                </a:lnTo>
                <a:lnTo>
                  <a:pt x="126924" y="122755"/>
                </a:lnTo>
                <a:close/>
                <a:moveTo>
                  <a:pt x="129860" y="122755"/>
                </a:moveTo>
                <a:lnTo>
                  <a:pt x="128159" y="121088"/>
                </a:lnTo>
                <a:lnTo>
                  <a:pt x="128159" y="119053"/>
                </a:lnTo>
                <a:lnTo>
                  <a:pt x="133896" y="119053"/>
                </a:lnTo>
                <a:lnTo>
                  <a:pt x="137599" y="122755"/>
                </a:lnTo>
                <a:lnTo>
                  <a:pt x="129860" y="122755"/>
                </a:lnTo>
                <a:close/>
                <a:moveTo>
                  <a:pt x="139500" y="122755"/>
                </a:moveTo>
                <a:lnTo>
                  <a:pt x="143236" y="119053"/>
                </a:lnTo>
                <a:lnTo>
                  <a:pt x="148940" y="119053"/>
                </a:lnTo>
                <a:lnTo>
                  <a:pt x="148940" y="121088"/>
                </a:lnTo>
                <a:lnTo>
                  <a:pt x="147272" y="122755"/>
                </a:lnTo>
                <a:lnTo>
                  <a:pt x="139500" y="122755"/>
                </a:lnTo>
                <a:close/>
                <a:moveTo>
                  <a:pt x="150174" y="122755"/>
                </a:moveTo>
                <a:lnTo>
                  <a:pt x="148373" y="122755"/>
                </a:lnTo>
                <a:lnTo>
                  <a:pt x="149741" y="121421"/>
                </a:lnTo>
                <a:lnTo>
                  <a:pt x="149741" y="119353"/>
                </a:lnTo>
                <a:lnTo>
                  <a:pt x="151008" y="120654"/>
                </a:lnTo>
                <a:lnTo>
                  <a:pt x="151008" y="121955"/>
                </a:lnTo>
                <a:close/>
                <a:moveTo>
                  <a:pt x="152743" y="120220"/>
                </a:moveTo>
                <a:lnTo>
                  <a:pt x="151442" y="120220"/>
                </a:lnTo>
                <a:lnTo>
                  <a:pt x="150141" y="118953"/>
                </a:lnTo>
                <a:lnTo>
                  <a:pt x="152042" y="118953"/>
                </a:lnTo>
                <a:lnTo>
                  <a:pt x="152309" y="118819"/>
                </a:lnTo>
                <a:lnTo>
                  <a:pt x="153543" y="117585"/>
                </a:lnTo>
                <a:lnTo>
                  <a:pt x="153543" y="119386"/>
                </a:lnTo>
                <a:close/>
                <a:moveTo>
                  <a:pt x="155178" y="120220"/>
                </a:moveTo>
                <a:lnTo>
                  <a:pt x="154344" y="119386"/>
                </a:lnTo>
                <a:lnTo>
                  <a:pt x="154344" y="117585"/>
                </a:lnTo>
                <a:lnTo>
                  <a:pt x="155578" y="118819"/>
                </a:lnTo>
                <a:lnTo>
                  <a:pt x="155845" y="118953"/>
                </a:lnTo>
                <a:lnTo>
                  <a:pt x="157746" y="118953"/>
                </a:lnTo>
                <a:lnTo>
                  <a:pt x="156479" y="120220"/>
                </a:lnTo>
                <a:lnTo>
                  <a:pt x="155178" y="120220"/>
                </a:lnTo>
                <a:close/>
                <a:moveTo>
                  <a:pt x="157713" y="122755"/>
                </a:moveTo>
                <a:lnTo>
                  <a:pt x="156879" y="121955"/>
                </a:lnTo>
                <a:lnTo>
                  <a:pt x="156879" y="120654"/>
                </a:lnTo>
                <a:lnTo>
                  <a:pt x="158180" y="119353"/>
                </a:lnTo>
                <a:lnTo>
                  <a:pt x="158180" y="121421"/>
                </a:lnTo>
                <a:lnTo>
                  <a:pt x="159514" y="122755"/>
                </a:lnTo>
                <a:lnTo>
                  <a:pt x="157713" y="122755"/>
                </a:lnTo>
                <a:close/>
                <a:moveTo>
                  <a:pt x="160649" y="122755"/>
                </a:moveTo>
                <a:lnTo>
                  <a:pt x="158947" y="121088"/>
                </a:lnTo>
                <a:lnTo>
                  <a:pt x="158947" y="119053"/>
                </a:lnTo>
                <a:lnTo>
                  <a:pt x="164685" y="119053"/>
                </a:lnTo>
                <a:lnTo>
                  <a:pt x="168387" y="122755"/>
                </a:lnTo>
                <a:lnTo>
                  <a:pt x="160649" y="122755"/>
                </a:lnTo>
                <a:close/>
                <a:moveTo>
                  <a:pt x="170289" y="122755"/>
                </a:moveTo>
                <a:lnTo>
                  <a:pt x="174025" y="119053"/>
                </a:lnTo>
                <a:lnTo>
                  <a:pt x="179729" y="119053"/>
                </a:lnTo>
                <a:lnTo>
                  <a:pt x="179729" y="121088"/>
                </a:lnTo>
                <a:lnTo>
                  <a:pt x="178061" y="122755"/>
                </a:lnTo>
                <a:lnTo>
                  <a:pt x="170289" y="122755"/>
                </a:lnTo>
                <a:close/>
                <a:moveTo>
                  <a:pt x="180996" y="122755"/>
                </a:moveTo>
                <a:lnTo>
                  <a:pt x="179162" y="122755"/>
                </a:lnTo>
                <a:lnTo>
                  <a:pt x="180529" y="121421"/>
                </a:lnTo>
                <a:lnTo>
                  <a:pt x="180529" y="119353"/>
                </a:lnTo>
                <a:lnTo>
                  <a:pt x="181797" y="120654"/>
                </a:lnTo>
                <a:lnTo>
                  <a:pt x="181797" y="121955"/>
                </a:lnTo>
                <a:close/>
                <a:moveTo>
                  <a:pt x="183532" y="120220"/>
                </a:moveTo>
                <a:lnTo>
                  <a:pt x="182231" y="120220"/>
                </a:lnTo>
                <a:lnTo>
                  <a:pt x="180930" y="118953"/>
                </a:lnTo>
                <a:lnTo>
                  <a:pt x="182831" y="118953"/>
                </a:lnTo>
                <a:lnTo>
                  <a:pt x="183098" y="118819"/>
                </a:lnTo>
                <a:lnTo>
                  <a:pt x="184332" y="117585"/>
                </a:lnTo>
                <a:lnTo>
                  <a:pt x="184332" y="119386"/>
                </a:lnTo>
                <a:close/>
                <a:moveTo>
                  <a:pt x="185967" y="120220"/>
                </a:moveTo>
                <a:lnTo>
                  <a:pt x="185133" y="119386"/>
                </a:lnTo>
                <a:lnTo>
                  <a:pt x="185133" y="117585"/>
                </a:lnTo>
                <a:lnTo>
                  <a:pt x="186367" y="118819"/>
                </a:lnTo>
                <a:lnTo>
                  <a:pt x="186667" y="118953"/>
                </a:lnTo>
                <a:lnTo>
                  <a:pt x="188535" y="118953"/>
                </a:lnTo>
                <a:lnTo>
                  <a:pt x="187268" y="120220"/>
                </a:lnTo>
                <a:lnTo>
                  <a:pt x="185967" y="120220"/>
                </a:lnTo>
                <a:close/>
                <a:moveTo>
                  <a:pt x="188502" y="122755"/>
                </a:moveTo>
                <a:lnTo>
                  <a:pt x="187668" y="121955"/>
                </a:lnTo>
                <a:lnTo>
                  <a:pt x="187668" y="120654"/>
                </a:lnTo>
                <a:lnTo>
                  <a:pt x="188969" y="119353"/>
                </a:lnTo>
                <a:lnTo>
                  <a:pt x="188969" y="121421"/>
                </a:lnTo>
                <a:lnTo>
                  <a:pt x="190303" y="122755"/>
                </a:lnTo>
                <a:lnTo>
                  <a:pt x="188502" y="122755"/>
                </a:lnTo>
                <a:close/>
                <a:moveTo>
                  <a:pt x="191437" y="122755"/>
                </a:moveTo>
                <a:lnTo>
                  <a:pt x="189736" y="121088"/>
                </a:lnTo>
                <a:lnTo>
                  <a:pt x="189736" y="119053"/>
                </a:lnTo>
                <a:lnTo>
                  <a:pt x="195473" y="119053"/>
                </a:lnTo>
                <a:lnTo>
                  <a:pt x="199176" y="122755"/>
                </a:lnTo>
                <a:lnTo>
                  <a:pt x="191437" y="122755"/>
                </a:lnTo>
                <a:close/>
                <a:moveTo>
                  <a:pt x="201077" y="122755"/>
                </a:moveTo>
                <a:lnTo>
                  <a:pt x="204813" y="119053"/>
                </a:lnTo>
                <a:lnTo>
                  <a:pt x="210518" y="119053"/>
                </a:lnTo>
                <a:lnTo>
                  <a:pt x="210518" y="121088"/>
                </a:lnTo>
                <a:lnTo>
                  <a:pt x="208850" y="122755"/>
                </a:lnTo>
                <a:lnTo>
                  <a:pt x="201077" y="122755"/>
                </a:lnTo>
                <a:close/>
                <a:moveTo>
                  <a:pt x="211785" y="122755"/>
                </a:moveTo>
                <a:lnTo>
                  <a:pt x="209950" y="122755"/>
                </a:lnTo>
                <a:lnTo>
                  <a:pt x="211318" y="121421"/>
                </a:lnTo>
                <a:lnTo>
                  <a:pt x="211318" y="119353"/>
                </a:lnTo>
                <a:lnTo>
                  <a:pt x="212586" y="120654"/>
                </a:lnTo>
                <a:lnTo>
                  <a:pt x="212586" y="121955"/>
                </a:lnTo>
                <a:close/>
                <a:moveTo>
                  <a:pt x="214320" y="120220"/>
                </a:moveTo>
                <a:lnTo>
                  <a:pt x="213019" y="120220"/>
                </a:lnTo>
                <a:lnTo>
                  <a:pt x="211718" y="118953"/>
                </a:lnTo>
                <a:lnTo>
                  <a:pt x="213620" y="118953"/>
                </a:lnTo>
                <a:lnTo>
                  <a:pt x="213887" y="118819"/>
                </a:lnTo>
                <a:lnTo>
                  <a:pt x="215154" y="117585"/>
                </a:lnTo>
                <a:lnTo>
                  <a:pt x="215154" y="119386"/>
                </a:lnTo>
                <a:close/>
                <a:moveTo>
                  <a:pt x="216755" y="120220"/>
                </a:moveTo>
                <a:lnTo>
                  <a:pt x="215921" y="119386"/>
                </a:lnTo>
                <a:lnTo>
                  <a:pt x="215921" y="117585"/>
                </a:lnTo>
                <a:lnTo>
                  <a:pt x="217156" y="118819"/>
                </a:lnTo>
                <a:lnTo>
                  <a:pt x="217456" y="118953"/>
                </a:lnTo>
                <a:lnTo>
                  <a:pt x="219324" y="118953"/>
                </a:lnTo>
                <a:lnTo>
                  <a:pt x="218056" y="120220"/>
                </a:lnTo>
                <a:lnTo>
                  <a:pt x="216755" y="120220"/>
                </a:lnTo>
                <a:close/>
                <a:moveTo>
                  <a:pt x="219290" y="122755"/>
                </a:moveTo>
                <a:lnTo>
                  <a:pt x="218457" y="121955"/>
                </a:lnTo>
                <a:lnTo>
                  <a:pt x="218457" y="120654"/>
                </a:lnTo>
                <a:lnTo>
                  <a:pt x="219757" y="119353"/>
                </a:lnTo>
                <a:lnTo>
                  <a:pt x="219757" y="121421"/>
                </a:lnTo>
                <a:lnTo>
                  <a:pt x="221092" y="122755"/>
                </a:lnTo>
                <a:lnTo>
                  <a:pt x="219290" y="122755"/>
                </a:lnTo>
                <a:close/>
                <a:moveTo>
                  <a:pt x="222226" y="122755"/>
                </a:moveTo>
                <a:lnTo>
                  <a:pt x="220558" y="121088"/>
                </a:lnTo>
                <a:lnTo>
                  <a:pt x="220558" y="119053"/>
                </a:lnTo>
                <a:lnTo>
                  <a:pt x="226262" y="119053"/>
                </a:lnTo>
                <a:lnTo>
                  <a:pt x="229965" y="122755"/>
                </a:lnTo>
                <a:lnTo>
                  <a:pt x="222226" y="122755"/>
                </a:lnTo>
                <a:close/>
                <a:moveTo>
                  <a:pt x="231866" y="122755"/>
                </a:moveTo>
                <a:lnTo>
                  <a:pt x="235602" y="119053"/>
                </a:lnTo>
                <a:lnTo>
                  <a:pt x="241306" y="119053"/>
                </a:lnTo>
                <a:lnTo>
                  <a:pt x="241306" y="121088"/>
                </a:lnTo>
                <a:lnTo>
                  <a:pt x="239638" y="122755"/>
                </a:lnTo>
                <a:lnTo>
                  <a:pt x="231866" y="122755"/>
                </a:lnTo>
                <a:close/>
                <a:moveTo>
                  <a:pt x="242574" y="122755"/>
                </a:moveTo>
                <a:lnTo>
                  <a:pt x="240739" y="122755"/>
                </a:lnTo>
                <a:lnTo>
                  <a:pt x="242107" y="121421"/>
                </a:lnTo>
                <a:lnTo>
                  <a:pt x="242107" y="119353"/>
                </a:lnTo>
                <a:lnTo>
                  <a:pt x="243408" y="120654"/>
                </a:lnTo>
                <a:lnTo>
                  <a:pt x="243408" y="121955"/>
                </a:lnTo>
                <a:close/>
                <a:moveTo>
                  <a:pt x="245943" y="119420"/>
                </a:moveTo>
                <a:lnTo>
                  <a:pt x="245109" y="120220"/>
                </a:lnTo>
                <a:lnTo>
                  <a:pt x="243808" y="120220"/>
                </a:lnTo>
                <a:lnTo>
                  <a:pt x="242507" y="118953"/>
                </a:lnTo>
                <a:lnTo>
                  <a:pt x="244408" y="118953"/>
                </a:lnTo>
                <a:lnTo>
                  <a:pt x="244675" y="118819"/>
                </a:lnTo>
                <a:lnTo>
                  <a:pt x="245909" y="117585"/>
                </a:lnTo>
                <a:lnTo>
                  <a:pt x="245909" y="119420"/>
                </a:lnTo>
                <a:close/>
                <a:moveTo>
                  <a:pt x="245943" y="116484"/>
                </a:moveTo>
                <a:lnTo>
                  <a:pt x="244242" y="118152"/>
                </a:lnTo>
                <a:lnTo>
                  <a:pt x="242207" y="118152"/>
                </a:lnTo>
                <a:lnTo>
                  <a:pt x="242207" y="112448"/>
                </a:lnTo>
                <a:lnTo>
                  <a:pt x="245943" y="108712"/>
                </a:lnTo>
                <a:close/>
                <a:moveTo>
                  <a:pt x="245943" y="106811"/>
                </a:moveTo>
                <a:lnTo>
                  <a:pt x="242207" y="103108"/>
                </a:lnTo>
                <a:lnTo>
                  <a:pt x="242207" y="97371"/>
                </a:lnTo>
                <a:lnTo>
                  <a:pt x="244242" y="97371"/>
                </a:lnTo>
                <a:lnTo>
                  <a:pt x="245943" y="99072"/>
                </a:lnTo>
                <a:close/>
                <a:moveTo>
                  <a:pt x="245109" y="95302"/>
                </a:moveTo>
                <a:lnTo>
                  <a:pt x="245943" y="96136"/>
                </a:lnTo>
                <a:lnTo>
                  <a:pt x="245943" y="97938"/>
                </a:lnTo>
                <a:lnTo>
                  <a:pt x="244675" y="96703"/>
                </a:lnTo>
                <a:lnTo>
                  <a:pt x="244408" y="96603"/>
                </a:lnTo>
                <a:lnTo>
                  <a:pt x="242507" y="96603"/>
                </a:lnTo>
                <a:lnTo>
                  <a:pt x="243808" y="95302"/>
                </a:lnTo>
                <a:lnTo>
                  <a:pt x="245109" y="95302"/>
                </a:lnTo>
                <a:close/>
                <a:moveTo>
                  <a:pt x="243374" y="93601"/>
                </a:moveTo>
                <a:lnTo>
                  <a:pt x="243374" y="94902"/>
                </a:lnTo>
                <a:lnTo>
                  <a:pt x="242107" y="96170"/>
                </a:lnTo>
                <a:lnTo>
                  <a:pt x="242107" y="94135"/>
                </a:lnTo>
                <a:lnTo>
                  <a:pt x="240739" y="92767"/>
                </a:lnTo>
                <a:lnTo>
                  <a:pt x="242574" y="92767"/>
                </a:lnTo>
                <a:close/>
                <a:moveTo>
                  <a:pt x="242574" y="91967"/>
                </a:moveTo>
                <a:lnTo>
                  <a:pt x="240739" y="91967"/>
                </a:lnTo>
                <a:lnTo>
                  <a:pt x="242107" y="90632"/>
                </a:lnTo>
                <a:lnTo>
                  <a:pt x="242107" y="88564"/>
                </a:lnTo>
                <a:lnTo>
                  <a:pt x="243374" y="89865"/>
                </a:lnTo>
                <a:lnTo>
                  <a:pt x="243374" y="91166"/>
                </a:lnTo>
                <a:close/>
                <a:moveTo>
                  <a:pt x="245943" y="88598"/>
                </a:moveTo>
                <a:lnTo>
                  <a:pt x="245109" y="89432"/>
                </a:lnTo>
                <a:lnTo>
                  <a:pt x="243808" y="89432"/>
                </a:lnTo>
                <a:lnTo>
                  <a:pt x="242507" y="88164"/>
                </a:lnTo>
                <a:lnTo>
                  <a:pt x="244408" y="88164"/>
                </a:lnTo>
                <a:lnTo>
                  <a:pt x="244675" y="88031"/>
                </a:lnTo>
                <a:lnTo>
                  <a:pt x="245909" y="86796"/>
                </a:lnTo>
                <a:lnTo>
                  <a:pt x="245909" y="88598"/>
                </a:lnTo>
                <a:close/>
                <a:moveTo>
                  <a:pt x="245943" y="85696"/>
                </a:moveTo>
                <a:lnTo>
                  <a:pt x="244242" y="87363"/>
                </a:lnTo>
                <a:lnTo>
                  <a:pt x="242207" y="87363"/>
                </a:lnTo>
                <a:lnTo>
                  <a:pt x="242207" y="81659"/>
                </a:lnTo>
                <a:lnTo>
                  <a:pt x="245943" y="77923"/>
                </a:lnTo>
                <a:close/>
                <a:moveTo>
                  <a:pt x="245943" y="76022"/>
                </a:moveTo>
                <a:lnTo>
                  <a:pt x="242207" y="72286"/>
                </a:lnTo>
                <a:lnTo>
                  <a:pt x="242207" y="66582"/>
                </a:lnTo>
                <a:lnTo>
                  <a:pt x="244242" y="66582"/>
                </a:lnTo>
                <a:lnTo>
                  <a:pt x="245943" y="68283"/>
                </a:lnTo>
                <a:close/>
                <a:moveTo>
                  <a:pt x="245109" y="64514"/>
                </a:moveTo>
                <a:lnTo>
                  <a:pt x="245943" y="65348"/>
                </a:lnTo>
                <a:lnTo>
                  <a:pt x="245943" y="67149"/>
                </a:lnTo>
                <a:lnTo>
                  <a:pt x="244675" y="65915"/>
                </a:lnTo>
                <a:lnTo>
                  <a:pt x="244408" y="65781"/>
                </a:lnTo>
                <a:lnTo>
                  <a:pt x="242507" y="65781"/>
                </a:lnTo>
                <a:lnTo>
                  <a:pt x="243808" y="64514"/>
                </a:lnTo>
                <a:lnTo>
                  <a:pt x="245109" y="64514"/>
                </a:lnTo>
                <a:close/>
                <a:moveTo>
                  <a:pt x="243374" y="62779"/>
                </a:moveTo>
                <a:lnTo>
                  <a:pt x="243374" y="64080"/>
                </a:lnTo>
                <a:lnTo>
                  <a:pt x="242107" y="65381"/>
                </a:lnTo>
                <a:lnTo>
                  <a:pt x="242107" y="63313"/>
                </a:lnTo>
                <a:lnTo>
                  <a:pt x="240739" y="61979"/>
                </a:lnTo>
                <a:lnTo>
                  <a:pt x="242574" y="61979"/>
                </a:lnTo>
                <a:close/>
                <a:moveTo>
                  <a:pt x="242574" y="61178"/>
                </a:moveTo>
                <a:lnTo>
                  <a:pt x="240739" y="61178"/>
                </a:lnTo>
                <a:lnTo>
                  <a:pt x="242107" y="59844"/>
                </a:lnTo>
                <a:lnTo>
                  <a:pt x="242107" y="57776"/>
                </a:lnTo>
                <a:lnTo>
                  <a:pt x="243374" y="59077"/>
                </a:lnTo>
                <a:lnTo>
                  <a:pt x="243374" y="60377"/>
                </a:lnTo>
                <a:close/>
                <a:moveTo>
                  <a:pt x="245943" y="57809"/>
                </a:moveTo>
                <a:lnTo>
                  <a:pt x="245109" y="58643"/>
                </a:lnTo>
                <a:lnTo>
                  <a:pt x="243808" y="58643"/>
                </a:lnTo>
                <a:lnTo>
                  <a:pt x="242507" y="57375"/>
                </a:lnTo>
                <a:lnTo>
                  <a:pt x="244408" y="57375"/>
                </a:lnTo>
                <a:lnTo>
                  <a:pt x="244675" y="57242"/>
                </a:lnTo>
                <a:lnTo>
                  <a:pt x="245909" y="56008"/>
                </a:lnTo>
                <a:lnTo>
                  <a:pt x="245909" y="57809"/>
                </a:lnTo>
                <a:close/>
                <a:moveTo>
                  <a:pt x="245943" y="54874"/>
                </a:moveTo>
                <a:lnTo>
                  <a:pt x="244242" y="56575"/>
                </a:lnTo>
                <a:lnTo>
                  <a:pt x="242207" y="56575"/>
                </a:lnTo>
                <a:lnTo>
                  <a:pt x="242207" y="50871"/>
                </a:lnTo>
                <a:lnTo>
                  <a:pt x="245943" y="47135"/>
                </a:lnTo>
                <a:close/>
                <a:moveTo>
                  <a:pt x="245943" y="45233"/>
                </a:moveTo>
                <a:lnTo>
                  <a:pt x="242207" y="41497"/>
                </a:lnTo>
                <a:lnTo>
                  <a:pt x="242207" y="35793"/>
                </a:lnTo>
                <a:lnTo>
                  <a:pt x="244242" y="35793"/>
                </a:lnTo>
                <a:lnTo>
                  <a:pt x="245943" y="37461"/>
                </a:lnTo>
                <a:close/>
                <a:moveTo>
                  <a:pt x="245109" y="33725"/>
                </a:moveTo>
                <a:lnTo>
                  <a:pt x="245943" y="34559"/>
                </a:lnTo>
                <a:lnTo>
                  <a:pt x="245943" y="36360"/>
                </a:lnTo>
                <a:lnTo>
                  <a:pt x="244675" y="35126"/>
                </a:lnTo>
                <a:lnTo>
                  <a:pt x="244408" y="34993"/>
                </a:lnTo>
                <a:lnTo>
                  <a:pt x="242507" y="34993"/>
                </a:lnTo>
                <a:lnTo>
                  <a:pt x="243808" y="33725"/>
                </a:lnTo>
                <a:lnTo>
                  <a:pt x="245109" y="33725"/>
                </a:lnTo>
                <a:close/>
                <a:moveTo>
                  <a:pt x="243374" y="31990"/>
                </a:moveTo>
                <a:lnTo>
                  <a:pt x="243374" y="33291"/>
                </a:lnTo>
                <a:lnTo>
                  <a:pt x="242107" y="34592"/>
                </a:lnTo>
                <a:lnTo>
                  <a:pt x="242107" y="32524"/>
                </a:lnTo>
                <a:lnTo>
                  <a:pt x="240739" y="31190"/>
                </a:lnTo>
                <a:lnTo>
                  <a:pt x="242574" y="31190"/>
                </a:lnTo>
                <a:close/>
                <a:moveTo>
                  <a:pt x="242574" y="30389"/>
                </a:moveTo>
                <a:lnTo>
                  <a:pt x="240739" y="30389"/>
                </a:lnTo>
                <a:lnTo>
                  <a:pt x="242107" y="29055"/>
                </a:lnTo>
                <a:lnTo>
                  <a:pt x="242107" y="26987"/>
                </a:lnTo>
                <a:lnTo>
                  <a:pt x="243374" y="28254"/>
                </a:lnTo>
                <a:lnTo>
                  <a:pt x="243374" y="29555"/>
                </a:lnTo>
                <a:close/>
                <a:moveTo>
                  <a:pt x="245943" y="27020"/>
                </a:moveTo>
                <a:lnTo>
                  <a:pt x="245109" y="27854"/>
                </a:lnTo>
                <a:lnTo>
                  <a:pt x="243808" y="27854"/>
                </a:lnTo>
                <a:lnTo>
                  <a:pt x="242507" y="26553"/>
                </a:lnTo>
                <a:lnTo>
                  <a:pt x="244408" y="26553"/>
                </a:lnTo>
                <a:lnTo>
                  <a:pt x="244675" y="26453"/>
                </a:lnTo>
                <a:lnTo>
                  <a:pt x="245909" y="25219"/>
                </a:lnTo>
                <a:lnTo>
                  <a:pt x="245909" y="27020"/>
                </a:lnTo>
                <a:close/>
                <a:moveTo>
                  <a:pt x="245943" y="24085"/>
                </a:moveTo>
                <a:lnTo>
                  <a:pt x="244242" y="25786"/>
                </a:lnTo>
                <a:lnTo>
                  <a:pt x="242207" y="25786"/>
                </a:lnTo>
                <a:lnTo>
                  <a:pt x="242207" y="20049"/>
                </a:lnTo>
                <a:lnTo>
                  <a:pt x="245943" y="16346"/>
                </a:lnTo>
                <a:close/>
                <a:moveTo>
                  <a:pt x="245943" y="14445"/>
                </a:moveTo>
                <a:lnTo>
                  <a:pt x="242207" y="10709"/>
                </a:lnTo>
                <a:lnTo>
                  <a:pt x="242207" y="5004"/>
                </a:lnTo>
                <a:lnTo>
                  <a:pt x="244242" y="5004"/>
                </a:lnTo>
                <a:lnTo>
                  <a:pt x="245943" y="6672"/>
                </a:lnTo>
                <a:close/>
                <a:moveTo>
                  <a:pt x="245943" y="5572"/>
                </a:moveTo>
                <a:lnTo>
                  <a:pt x="244675" y="4337"/>
                </a:lnTo>
                <a:lnTo>
                  <a:pt x="244408" y="4204"/>
                </a:lnTo>
                <a:lnTo>
                  <a:pt x="242507" y="4204"/>
                </a:lnTo>
                <a:lnTo>
                  <a:pt x="243808" y="2936"/>
                </a:lnTo>
                <a:lnTo>
                  <a:pt x="245109" y="2936"/>
                </a:lnTo>
                <a:lnTo>
                  <a:pt x="245943" y="3737"/>
                </a:lnTo>
                <a:lnTo>
                  <a:pt x="245943" y="5572"/>
                </a:lnTo>
                <a:close/>
              </a:path>
            </a:pathLst>
          </a:custGeom>
          <a:solidFill>
            <a:srgbClr val="594129">
              <a:alpha val="5137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 name="Google Shape;10;p2"/>
          <p:cNvSpPr/>
          <p:nvPr/>
        </p:nvSpPr>
        <p:spPr>
          <a:xfrm>
            <a:off x="1651674" y="-11550"/>
            <a:ext cx="5840651" cy="5143526"/>
          </a:xfrm>
          <a:custGeom>
            <a:rect b="b" l="l" r="r" t="t"/>
            <a:pathLst>
              <a:path extrusionOk="0" h="183599" w="208483">
                <a:moveTo>
                  <a:pt x="156312" y="51404"/>
                </a:moveTo>
                <a:cubicBezTo>
                  <a:pt x="156178" y="51404"/>
                  <a:pt x="156045" y="51404"/>
                  <a:pt x="155911" y="51404"/>
                </a:cubicBezTo>
                <a:lnTo>
                  <a:pt x="155911" y="41263"/>
                </a:lnTo>
                <a:cubicBezTo>
                  <a:pt x="155911" y="41063"/>
                  <a:pt x="150441" y="41130"/>
                  <a:pt x="143769" y="39896"/>
                </a:cubicBezTo>
                <a:cubicBezTo>
                  <a:pt x="136064" y="38428"/>
                  <a:pt x="127758" y="35859"/>
                  <a:pt x="121453" y="30989"/>
                </a:cubicBezTo>
                <a:cubicBezTo>
                  <a:pt x="115349" y="26252"/>
                  <a:pt x="104808" y="9607"/>
                  <a:pt x="104408" y="0"/>
                </a:cubicBezTo>
                <a:lnTo>
                  <a:pt x="104074" y="0"/>
                </a:lnTo>
                <a:cubicBezTo>
                  <a:pt x="103274" y="18080"/>
                  <a:pt x="80024" y="39062"/>
                  <a:pt x="55540" y="41063"/>
                </a:cubicBezTo>
                <a:cubicBezTo>
                  <a:pt x="54739" y="41130"/>
                  <a:pt x="53505" y="41196"/>
                  <a:pt x="52371" y="41330"/>
                </a:cubicBezTo>
                <a:cubicBezTo>
                  <a:pt x="52171" y="41330"/>
                  <a:pt x="52404" y="41597"/>
                  <a:pt x="52404" y="41797"/>
                </a:cubicBezTo>
                <a:lnTo>
                  <a:pt x="52571" y="51404"/>
                </a:lnTo>
                <a:cubicBezTo>
                  <a:pt x="52437" y="51404"/>
                  <a:pt x="52304" y="51404"/>
                  <a:pt x="52204" y="51404"/>
                </a:cubicBezTo>
                <a:cubicBezTo>
                  <a:pt x="23350" y="51404"/>
                  <a:pt x="0" y="74754"/>
                  <a:pt x="0" y="103574"/>
                </a:cubicBezTo>
                <a:cubicBezTo>
                  <a:pt x="0" y="104375"/>
                  <a:pt x="33" y="105176"/>
                  <a:pt x="67" y="105943"/>
                </a:cubicBezTo>
                <a:cubicBezTo>
                  <a:pt x="0" y="106877"/>
                  <a:pt x="0" y="107377"/>
                  <a:pt x="0" y="107377"/>
                </a:cubicBezTo>
                <a:lnTo>
                  <a:pt x="0" y="183598"/>
                </a:lnTo>
                <a:lnTo>
                  <a:pt x="208482" y="183598"/>
                </a:lnTo>
                <a:lnTo>
                  <a:pt x="208482" y="107377"/>
                </a:lnTo>
                <a:cubicBezTo>
                  <a:pt x="208482" y="107377"/>
                  <a:pt x="208482" y="106877"/>
                  <a:pt x="208416" y="105943"/>
                </a:cubicBezTo>
                <a:cubicBezTo>
                  <a:pt x="208449" y="105176"/>
                  <a:pt x="208482" y="104375"/>
                  <a:pt x="208482" y="103574"/>
                </a:cubicBezTo>
                <a:cubicBezTo>
                  <a:pt x="208482" y="74754"/>
                  <a:pt x="185132" y="51404"/>
                  <a:pt x="156312" y="51404"/>
                </a:cubicBezTo>
                <a:close/>
              </a:path>
            </a:pathLst>
          </a:custGeom>
          <a:solidFill>
            <a:srgbClr val="382914">
              <a:alpha val="49803"/>
            </a:srgbClr>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2"/>
          <p:cNvSpPr/>
          <p:nvPr/>
        </p:nvSpPr>
        <p:spPr>
          <a:xfrm>
            <a:off x="2464368" y="3458225"/>
            <a:ext cx="4215264" cy="1673803"/>
          </a:xfrm>
          <a:custGeom>
            <a:rect b="b" l="l" r="r" t="t"/>
            <a:pathLst>
              <a:path extrusionOk="0" h="60678" w="152810">
                <a:moveTo>
                  <a:pt x="130894" y="55607"/>
                </a:moveTo>
                <a:lnTo>
                  <a:pt x="130894" y="36827"/>
                </a:lnTo>
                <a:lnTo>
                  <a:pt x="130060" y="36827"/>
                </a:lnTo>
                <a:lnTo>
                  <a:pt x="131061" y="35259"/>
                </a:lnTo>
                <a:lnTo>
                  <a:pt x="131628" y="35259"/>
                </a:lnTo>
                <a:cubicBezTo>
                  <a:pt x="131928" y="35259"/>
                  <a:pt x="132162" y="34959"/>
                  <a:pt x="132162" y="34592"/>
                </a:cubicBezTo>
                <a:cubicBezTo>
                  <a:pt x="132162" y="34225"/>
                  <a:pt x="131928" y="33958"/>
                  <a:pt x="131628" y="33958"/>
                </a:cubicBezTo>
                <a:lnTo>
                  <a:pt x="129293" y="33958"/>
                </a:lnTo>
                <a:lnTo>
                  <a:pt x="129293" y="20615"/>
                </a:lnTo>
                <a:lnTo>
                  <a:pt x="129360" y="20615"/>
                </a:lnTo>
                <a:lnTo>
                  <a:pt x="130261" y="19147"/>
                </a:lnTo>
                <a:lnTo>
                  <a:pt x="130694" y="19147"/>
                </a:lnTo>
                <a:cubicBezTo>
                  <a:pt x="130961" y="19147"/>
                  <a:pt x="131128" y="18914"/>
                  <a:pt x="131128" y="18647"/>
                </a:cubicBezTo>
                <a:cubicBezTo>
                  <a:pt x="131128" y="18347"/>
                  <a:pt x="130961" y="18147"/>
                  <a:pt x="130694" y="18147"/>
                </a:cubicBezTo>
                <a:lnTo>
                  <a:pt x="128993" y="18147"/>
                </a:lnTo>
                <a:lnTo>
                  <a:pt x="128993" y="13877"/>
                </a:lnTo>
                <a:lnTo>
                  <a:pt x="129327" y="13877"/>
                </a:lnTo>
                <a:lnTo>
                  <a:pt x="129327" y="12976"/>
                </a:lnTo>
                <a:lnTo>
                  <a:pt x="128993" y="12976"/>
                </a:lnTo>
                <a:lnTo>
                  <a:pt x="128993" y="12443"/>
                </a:lnTo>
                <a:lnTo>
                  <a:pt x="129026" y="12443"/>
                </a:lnTo>
                <a:cubicBezTo>
                  <a:pt x="129093" y="12443"/>
                  <a:pt x="129160" y="12343"/>
                  <a:pt x="129160" y="12209"/>
                </a:cubicBezTo>
                <a:cubicBezTo>
                  <a:pt x="129160" y="12076"/>
                  <a:pt x="129093" y="11976"/>
                  <a:pt x="129026" y="11976"/>
                </a:cubicBezTo>
                <a:lnTo>
                  <a:pt x="128993" y="11976"/>
                </a:lnTo>
                <a:lnTo>
                  <a:pt x="128993" y="11709"/>
                </a:lnTo>
                <a:cubicBezTo>
                  <a:pt x="129393" y="8707"/>
                  <a:pt x="127459" y="9140"/>
                  <a:pt x="127425" y="8373"/>
                </a:cubicBezTo>
                <a:lnTo>
                  <a:pt x="127358" y="7673"/>
                </a:lnTo>
                <a:lnTo>
                  <a:pt x="127325" y="7673"/>
                </a:lnTo>
                <a:lnTo>
                  <a:pt x="127292" y="8373"/>
                </a:lnTo>
                <a:cubicBezTo>
                  <a:pt x="127258" y="9207"/>
                  <a:pt x="125324" y="8707"/>
                  <a:pt x="125724" y="11709"/>
                </a:cubicBezTo>
                <a:lnTo>
                  <a:pt x="125724" y="11976"/>
                </a:lnTo>
                <a:lnTo>
                  <a:pt x="125691" y="11976"/>
                </a:lnTo>
                <a:cubicBezTo>
                  <a:pt x="125624" y="11976"/>
                  <a:pt x="125591" y="12076"/>
                  <a:pt x="125591" y="12209"/>
                </a:cubicBezTo>
                <a:cubicBezTo>
                  <a:pt x="125591" y="12343"/>
                  <a:pt x="125624" y="12443"/>
                  <a:pt x="125691" y="12443"/>
                </a:cubicBezTo>
                <a:lnTo>
                  <a:pt x="125724" y="12443"/>
                </a:lnTo>
                <a:lnTo>
                  <a:pt x="125724" y="12976"/>
                </a:lnTo>
                <a:lnTo>
                  <a:pt x="125390" y="12976"/>
                </a:lnTo>
                <a:lnTo>
                  <a:pt x="125390" y="13877"/>
                </a:lnTo>
                <a:lnTo>
                  <a:pt x="125757" y="13877"/>
                </a:lnTo>
                <a:lnTo>
                  <a:pt x="125757" y="18147"/>
                </a:lnTo>
                <a:lnTo>
                  <a:pt x="124023" y="18147"/>
                </a:lnTo>
                <a:cubicBezTo>
                  <a:pt x="123789" y="18147"/>
                  <a:pt x="123589" y="18347"/>
                  <a:pt x="123589" y="18647"/>
                </a:cubicBezTo>
                <a:cubicBezTo>
                  <a:pt x="123589" y="18914"/>
                  <a:pt x="123789" y="19147"/>
                  <a:pt x="124023" y="19147"/>
                </a:cubicBezTo>
                <a:lnTo>
                  <a:pt x="124456" y="19147"/>
                </a:lnTo>
                <a:lnTo>
                  <a:pt x="125357" y="20615"/>
                </a:lnTo>
                <a:lnTo>
                  <a:pt x="125424" y="20615"/>
                </a:lnTo>
                <a:lnTo>
                  <a:pt x="125424" y="33925"/>
                </a:lnTo>
                <a:lnTo>
                  <a:pt x="123122" y="33925"/>
                </a:lnTo>
                <a:cubicBezTo>
                  <a:pt x="122789" y="33925"/>
                  <a:pt x="122555" y="34225"/>
                  <a:pt x="122555" y="34592"/>
                </a:cubicBezTo>
                <a:cubicBezTo>
                  <a:pt x="122555" y="34959"/>
                  <a:pt x="122789" y="35259"/>
                  <a:pt x="123122" y="35259"/>
                </a:cubicBezTo>
                <a:lnTo>
                  <a:pt x="123656" y="35259"/>
                </a:lnTo>
                <a:lnTo>
                  <a:pt x="124657" y="36827"/>
                </a:lnTo>
                <a:lnTo>
                  <a:pt x="124023" y="36827"/>
                </a:lnTo>
                <a:lnTo>
                  <a:pt x="124023" y="41130"/>
                </a:lnTo>
                <a:lnTo>
                  <a:pt x="121087" y="41130"/>
                </a:lnTo>
                <a:lnTo>
                  <a:pt x="121087" y="40029"/>
                </a:lnTo>
                <a:lnTo>
                  <a:pt x="120520" y="40029"/>
                </a:lnTo>
                <a:lnTo>
                  <a:pt x="120520" y="39095"/>
                </a:lnTo>
                <a:lnTo>
                  <a:pt x="120554" y="39095"/>
                </a:lnTo>
                <a:cubicBezTo>
                  <a:pt x="120654" y="39095"/>
                  <a:pt x="120754" y="38895"/>
                  <a:pt x="120754" y="38695"/>
                </a:cubicBezTo>
                <a:cubicBezTo>
                  <a:pt x="120754" y="38461"/>
                  <a:pt x="120654" y="38295"/>
                  <a:pt x="120554" y="38295"/>
                </a:cubicBezTo>
                <a:lnTo>
                  <a:pt x="120387" y="38295"/>
                </a:lnTo>
                <a:cubicBezTo>
                  <a:pt x="121388" y="32524"/>
                  <a:pt x="117818" y="33324"/>
                  <a:pt x="117718" y="31990"/>
                </a:cubicBezTo>
                <a:lnTo>
                  <a:pt x="117652" y="30722"/>
                </a:lnTo>
                <a:lnTo>
                  <a:pt x="117585" y="30722"/>
                </a:lnTo>
                <a:lnTo>
                  <a:pt x="117518" y="31957"/>
                </a:lnTo>
                <a:cubicBezTo>
                  <a:pt x="117418" y="33458"/>
                  <a:pt x="113882" y="32490"/>
                  <a:pt x="114850" y="38295"/>
                </a:cubicBezTo>
                <a:lnTo>
                  <a:pt x="114716" y="38295"/>
                </a:lnTo>
                <a:cubicBezTo>
                  <a:pt x="114583" y="38295"/>
                  <a:pt x="114483" y="38461"/>
                  <a:pt x="114483" y="38695"/>
                </a:cubicBezTo>
                <a:cubicBezTo>
                  <a:pt x="114483" y="38895"/>
                  <a:pt x="114583" y="39095"/>
                  <a:pt x="114716" y="39095"/>
                </a:cubicBezTo>
                <a:lnTo>
                  <a:pt x="114749" y="39095"/>
                </a:lnTo>
                <a:lnTo>
                  <a:pt x="114749" y="40029"/>
                </a:lnTo>
                <a:lnTo>
                  <a:pt x="114182" y="40029"/>
                </a:lnTo>
                <a:lnTo>
                  <a:pt x="114182" y="41130"/>
                </a:lnTo>
                <a:lnTo>
                  <a:pt x="110513" y="41130"/>
                </a:lnTo>
                <a:lnTo>
                  <a:pt x="110513" y="40029"/>
                </a:lnTo>
                <a:lnTo>
                  <a:pt x="109946" y="40029"/>
                </a:lnTo>
                <a:lnTo>
                  <a:pt x="109946" y="39095"/>
                </a:lnTo>
                <a:lnTo>
                  <a:pt x="109979" y="39095"/>
                </a:lnTo>
                <a:cubicBezTo>
                  <a:pt x="110113" y="39095"/>
                  <a:pt x="110213" y="38895"/>
                  <a:pt x="110213" y="38695"/>
                </a:cubicBezTo>
                <a:cubicBezTo>
                  <a:pt x="110213" y="38461"/>
                  <a:pt x="110113" y="38295"/>
                  <a:pt x="109979" y="38295"/>
                </a:cubicBezTo>
                <a:lnTo>
                  <a:pt x="109846" y="38295"/>
                </a:lnTo>
                <a:cubicBezTo>
                  <a:pt x="110813" y="32524"/>
                  <a:pt x="107244" y="33324"/>
                  <a:pt x="107177" y="31990"/>
                </a:cubicBezTo>
                <a:lnTo>
                  <a:pt x="107077" y="30722"/>
                </a:lnTo>
                <a:lnTo>
                  <a:pt x="107011" y="30722"/>
                </a:lnTo>
                <a:lnTo>
                  <a:pt x="106944" y="31957"/>
                </a:lnTo>
                <a:cubicBezTo>
                  <a:pt x="106844" y="33458"/>
                  <a:pt x="103308" y="32490"/>
                  <a:pt x="104309" y="38295"/>
                </a:cubicBezTo>
                <a:lnTo>
                  <a:pt x="104142" y="38295"/>
                </a:lnTo>
                <a:cubicBezTo>
                  <a:pt x="104042" y="38295"/>
                  <a:pt x="103942" y="38461"/>
                  <a:pt x="103942" y="38695"/>
                </a:cubicBezTo>
                <a:cubicBezTo>
                  <a:pt x="103942" y="38895"/>
                  <a:pt x="104042" y="39095"/>
                  <a:pt x="104142" y="39095"/>
                </a:cubicBezTo>
                <a:lnTo>
                  <a:pt x="104175" y="39095"/>
                </a:lnTo>
                <a:lnTo>
                  <a:pt x="104175" y="40029"/>
                </a:lnTo>
                <a:lnTo>
                  <a:pt x="103608" y="40029"/>
                </a:lnTo>
                <a:lnTo>
                  <a:pt x="103608" y="41130"/>
                </a:lnTo>
                <a:lnTo>
                  <a:pt x="99072" y="41130"/>
                </a:lnTo>
                <a:lnTo>
                  <a:pt x="99072" y="32257"/>
                </a:lnTo>
                <a:lnTo>
                  <a:pt x="99672" y="32257"/>
                </a:lnTo>
                <a:lnTo>
                  <a:pt x="99672" y="30689"/>
                </a:lnTo>
                <a:lnTo>
                  <a:pt x="99138" y="30689"/>
                </a:lnTo>
                <a:lnTo>
                  <a:pt x="99138" y="29755"/>
                </a:lnTo>
                <a:lnTo>
                  <a:pt x="99138" y="29755"/>
                </a:lnTo>
                <a:cubicBezTo>
                  <a:pt x="99272" y="29755"/>
                  <a:pt x="99372" y="29555"/>
                  <a:pt x="99372" y="29355"/>
                </a:cubicBezTo>
                <a:cubicBezTo>
                  <a:pt x="99372" y="29121"/>
                  <a:pt x="99272" y="28955"/>
                  <a:pt x="99138" y="28955"/>
                </a:cubicBezTo>
                <a:lnTo>
                  <a:pt x="99072" y="28955"/>
                </a:lnTo>
                <a:lnTo>
                  <a:pt x="99072" y="28454"/>
                </a:lnTo>
                <a:cubicBezTo>
                  <a:pt x="99772" y="23217"/>
                  <a:pt x="96403" y="23951"/>
                  <a:pt x="96336" y="22650"/>
                </a:cubicBezTo>
                <a:lnTo>
                  <a:pt x="96236" y="21382"/>
                </a:lnTo>
                <a:lnTo>
                  <a:pt x="96170" y="21382"/>
                </a:lnTo>
                <a:lnTo>
                  <a:pt x="96103" y="22617"/>
                </a:lnTo>
                <a:cubicBezTo>
                  <a:pt x="96036" y="24051"/>
                  <a:pt x="92667" y="23217"/>
                  <a:pt x="93368" y="28454"/>
                </a:cubicBezTo>
                <a:lnTo>
                  <a:pt x="93368" y="28955"/>
                </a:lnTo>
                <a:lnTo>
                  <a:pt x="93301" y="28955"/>
                </a:lnTo>
                <a:cubicBezTo>
                  <a:pt x="93201" y="28955"/>
                  <a:pt x="93101" y="29121"/>
                  <a:pt x="93101" y="29355"/>
                </a:cubicBezTo>
                <a:cubicBezTo>
                  <a:pt x="93101" y="29555"/>
                  <a:pt x="93201" y="29755"/>
                  <a:pt x="93301" y="29755"/>
                </a:cubicBezTo>
                <a:lnTo>
                  <a:pt x="93334" y="29755"/>
                </a:lnTo>
                <a:lnTo>
                  <a:pt x="93334" y="30689"/>
                </a:lnTo>
                <a:lnTo>
                  <a:pt x="92767" y="30689"/>
                </a:lnTo>
                <a:lnTo>
                  <a:pt x="92767" y="32257"/>
                </a:lnTo>
                <a:lnTo>
                  <a:pt x="93368" y="32257"/>
                </a:lnTo>
                <a:lnTo>
                  <a:pt x="93368" y="43965"/>
                </a:lnTo>
                <a:lnTo>
                  <a:pt x="92500" y="43965"/>
                </a:lnTo>
                <a:lnTo>
                  <a:pt x="92500" y="33124"/>
                </a:lnTo>
                <a:lnTo>
                  <a:pt x="89331" y="33124"/>
                </a:lnTo>
                <a:lnTo>
                  <a:pt x="89331" y="29288"/>
                </a:lnTo>
                <a:lnTo>
                  <a:pt x="87263" y="29288"/>
                </a:lnTo>
                <a:lnTo>
                  <a:pt x="87263" y="26953"/>
                </a:lnTo>
                <a:lnTo>
                  <a:pt x="87363" y="26953"/>
                </a:lnTo>
                <a:cubicBezTo>
                  <a:pt x="87797" y="26953"/>
                  <a:pt x="88197" y="26519"/>
                  <a:pt x="88197" y="25986"/>
                </a:cubicBezTo>
                <a:cubicBezTo>
                  <a:pt x="88197" y="25452"/>
                  <a:pt x="87797" y="25018"/>
                  <a:pt x="87363" y="25018"/>
                </a:cubicBezTo>
                <a:lnTo>
                  <a:pt x="86830" y="25018"/>
                </a:lnTo>
                <a:cubicBezTo>
                  <a:pt x="90566" y="10842"/>
                  <a:pt x="77223" y="10808"/>
                  <a:pt x="76889" y="7139"/>
                </a:cubicBezTo>
                <a:lnTo>
                  <a:pt x="76522" y="3436"/>
                </a:lnTo>
                <a:cubicBezTo>
                  <a:pt x="76589" y="3470"/>
                  <a:pt x="76656" y="3470"/>
                  <a:pt x="76722" y="3470"/>
                </a:cubicBezTo>
                <a:cubicBezTo>
                  <a:pt x="77523" y="3470"/>
                  <a:pt x="78190" y="2702"/>
                  <a:pt x="78190" y="1735"/>
                </a:cubicBezTo>
                <a:cubicBezTo>
                  <a:pt x="78190" y="1635"/>
                  <a:pt x="78190" y="1568"/>
                  <a:pt x="78157" y="1468"/>
                </a:cubicBezTo>
                <a:cubicBezTo>
                  <a:pt x="78090" y="2035"/>
                  <a:pt x="77656" y="2469"/>
                  <a:pt x="77123" y="2469"/>
                </a:cubicBezTo>
                <a:cubicBezTo>
                  <a:pt x="76556" y="2469"/>
                  <a:pt x="76089" y="1902"/>
                  <a:pt x="76089" y="1235"/>
                </a:cubicBezTo>
                <a:cubicBezTo>
                  <a:pt x="76089" y="634"/>
                  <a:pt x="76455" y="134"/>
                  <a:pt x="76956" y="34"/>
                </a:cubicBezTo>
                <a:cubicBezTo>
                  <a:pt x="76856" y="34"/>
                  <a:pt x="76789" y="0"/>
                  <a:pt x="76722" y="0"/>
                </a:cubicBezTo>
                <a:cubicBezTo>
                  <a:pt x="75888" y="0"/>
                  <a:pt x="75221" y="768"/>
                  <a:pt x="75221" y="1735"/>
                </a:cubicBezTo>
                <a:cubicBezTo>
                  <a:pt x="75221" y="2569"/>
                  <a:pt x="75722" y="3269"/>
                  <a:pt x="76389" y="3436"/>
                </a:cubicBezTo>
                <a:lnTo>
                  <a:pt x="76055" y="7206"/>
                </a:lnTo>
                <a:cubicBezTo>
                  <a:pt x="75755" y="10508"/>
                  <a:pt x="62312" y="10908"/>
                  <a:pt x="66015" y="25018"/>
                </a:cubicBezTo>
                <a:lnTo>
                  <a:pt x="65481" y="25018"/>
                </a:lnTo>
                <a:cubicBezTo>
                  <a:pt x="65014" y="25018"/>
                  <a:pt x="64647" y="25452"/>
                  <a:pt x="64647" y="25986"/>
                </a:cubicBezTo>
                <a:cubicBezTo>
                  <a:pt x="64647" y="26519"/>
                  <a:pt x="65014" y="26953"/>
                  <a:pt x="65481" y="26953"/>
                </a:cubicBezTo>
                <a:lnTo>
                  <a:pt x="65548" y="26953"/>
                </a:lnTo>
                <a:lnTo>
                  <a:pt x="65548" y="29288"/>
                </a:lnTo>
                <a:lnTo>
                  <a:pt x="63480" y="29288"/>
                </a:lnTo>
                <a:lnTo>
                  <a:pt x="63480" y="33124"/>
                </a:lnTo>
                <a:lnTo>
                  <a:pt x="60344" y="33124"/>
                </a:lnTo>
                <a:lnTo>
                  <a:pt x="60344" y="43965"/>
                </a:lnTo>
                <a:lnTo>
                  <a:pt x="59443" y="43965"/>
                </a:lnTo>
                <a:lnTo>
                  <a:pt x="59443" y="32257"/>
                </a:lnTo>
                <a:lnTo>
                  <a:pt x="60044" y="32257"/>
                </a:lnTo>
                <a:lnTo>
                  <a:pt x="60044" y="30689"/>
                </a:lnTo>
                <a:lnTo>
                  <a:pt x="59510" y="30689"/>
                </a:lnTo>
                <a:lnTo>
                  <a:pt x="59510" y="29755"/>
                </a:lnTo>
                <a:lnTo>
                  <a:pt x="59510" y="29755"/>
                </a:lnTo>
                <a:cubicBezTo>
                  <a:pt x="59643" y="29755"/>
                  <a:pt x="59744" y="29555"/>
                  <a:pt x="59744" y="29355"/>
                </a:cubicBezTo>
                <a:cubicBezTo>
                  <a:pt x="59744" y="29121"/>
                  <a:pt x="59643" y="28955"/>
                  <a:pt x="59510" y="28955"/>
                </a:cubicBezTo>
                <a:lnTo>
                  <a:pt x="59443" y="28955"/>
                </a:lnTo>
                <a:lnTo>
                  <a:pt x="59443" y="28454"/>
                </a:lnTo>
                <a:cubicBezTo>
                  <a:pt x="60177" y="23217"/>
                  <a:pt x="56808" y="24051"/>
                  <a:pt x="56741" y="22617"/>
                </a:cubicBezTo>
                <a:lnTo>
                  <a:pt x="56641" y="21382"/>
                </a:lnTo>
                <a:lnTo>
                  <a:pt x="56575" y="21382"/>
                </a:lnTo>
                <a:lnTo>
                  <a:pt x="56508" y="22650"/>
                </a:lnTo>
                <a:cubicBezTo>
                  <a:pt x="56441" y="23951"/>
                  <a:pt x="53072" y="23217"/>
                  <a:pt x="53773" y="28454"/>
                </a:cubicBezTo>
                <a:lnTo>
                  <a:pt x="53773" y="28955"/>
                </a:lnTo>
                <a:lnTo>
                  <a:pt x="53706" y="28955"/>
                </a:lnTo>
                <a:cubicBezTo>
                  <a:pt x="53572" y="28955"/>
                  <a:pt x="53472" y="29121"/>
                  <a:pt x="53472" y="29355"/>
                </a:cubicBezTo>
                <a:cubicBezTo>
                  <a:pt x="53472" y="29555"/>
                  <a:pt x="53572" y="29755"/>
                  <a:pt x="53706" y="29755"/>
                </a:cubicBezTo>
                <a:lnTo>
                  <a:pt x="53706" y="29755"/>
                </a:lnTo>
                <a:lnTo>
                  <a:pt x="53706" y="30689"/>
                </a:lnTo>
                <a:lnTo>
                  <a:pt x="53172" y="30689"/>
                </a:lnTo>
                <a:lnTo>
                  <a:pt x="53172" y="32257"/>
                </a:lnTo>
                <a:lnTo>
                  <a:pt x="53773" y="32257"/>
                </a:lnTo>
                <a:lnTo>
                  <a:pt x="53773" y="41130"/>
                </a:lnTo>
                <a:lnTo>
                  <a:pt x="49203" y="41130"/>
                </a:lnTo>
                <a:lnTo>
                  <a:pt x="49203" y="40029"/>
                </a:lnTo>
                <a:lnTo>
                  <a:pt x="48669" y="40029"/>
                </a:lnTo>
                <a:lnTo>
                  <a:pt x="48669" y="39095"/>
                </a:lnTo>
                <a:lnTo>
                  <a:pt x="48669" y="39095"/>
                </a:lnTo>
                <a:cubicBezTo>
                  <a:pt x="48802" y="39095"/>
                  <a:pt x="48902" y="38895"/>
                  <a:pt x="48902" y="38695"/>
                </a:cubicBezTo>
                <a:cubicBezTo>
                  <a:pt x="48902" y="38461"/>
                  <a:pt x="48802" y="38295"/>
                  <a:pt x="48669" y="38295"/>
                </a:cubicBezTo>
                <a:lnTo>
                  <a:pt x="48536" y="38295"/>
                </a:lnTo>
                <a:cubicBezTo>
                  <a:pt x="49536" y="32490"/>
                  <a:pt x="45967" y="33458"/>
                  <a:pt x="45900" y="31957"/>
                </a:cubicBezTo>
                <a:lnTo>
                  <a:pt x="45800" y="30722"/>
                </a:lnTo>
                <a:lnTo>
                  <a:pt x="45734" y="30722"/>
                </a:lnTo>
                <a:lnTo>
                  <a:pt x="45667" y="31990"/>
                </a:lnTo>
                <a:cubicBezTo>
                  <a:pt x="45600" y="33324"/>
                  <a:pt x="41998" y="32524"/>
                  <a:pt x="42998" y="38295"/>
                </a:cubicBezTo>
                <a:lnTo>
                  <a:pt x="42865" y="38295"/>
                </a:lnTo>
                <a:cubicBezTo>
                  <a:pt x="42731" y="38295"/>
                  <a:pt x="42631" y="38461"/>
                  <a:pt x="42631" y="38695"/>
                </a:cubicBezTo>
                <a:cubicBezTo>
                  <a:pt x="42631" y="38895"/>
                  <a:pt x="42731" y="39095"/>
                  <a:pt x="42865" y="39095"/>
                </a:cubicBezTo>
                <a:lnTo>
                  <a:pt x="42865" y="39095"/>
                </a:lnTo>
                <a:lnTo>
                  <a:pt x="42865" y="40029"/>
                </a:lnTo>
                <a:lnTo>
                  <a:pt x="42331" y="40029"/>
                </a:lnTo>
                <a:lnTo>
                  <a:pt x="42331" y="41130"/>
                </a:lnTo>
                <a:lnTo>
                  <a:pt x="38628" y="41130"/>
                </a:lnTo>
                <a:lnTo>
                  <a:pt x="38628" y="40029"/>
                </a:lnTo>
                <a:lnTo>
                  <a:pt x="38095" y="40029"/>
                </a:lnTo>
                <a:lnTo>
                  <a:pt x="38095" y="39095"/>
                </a:lnTo>
                <a:lnTo>
                  <a:pt x="38095" y="39095"/>
                </a:lnTo>
                <a:cubicBezTo>
                  <a:pt x="38228" y="39095"/>
                  <a:pt x="38328" y="38895"/>
                  <a:pt x="38328" y="38695"/>
                </a:cubicBezTo>
                <a:cubicBezTo>
                  <a:pt x="38328" y="38461"/>
                  <a:pt x="38228" y="38295"/>
                  <a:pt x="38095" y="38295"/>
                </a:cubicBezTo>
                <a:lnTo>
                  <a:pt x="37961" y="38295"/>
                </a:lnTo>
                <a:cubicBezTo>
                  <a:pt x="38962" y="32490"/>
                  <a:pt x="35393" y="33458"/>
                  <a:pt x="35326" y="31957"/>
                </a:cubicBezTo>
                <a:lnTo>
                  <a:pt x="35226" y="30722"/>
                </a:lnTo>
                <a:lnTo>
                  <a:pt x="35159" y="30722"/>
                </a:lnTo>
                <a:lnTo>
                  <a:pt x="35093" y="31990"/>
                </a:lnTo>
                <a:cubicBezTo>
                  <a:pt x="35026" y="33324"/>
                  <a:pt x="31423" y="32524"/>
                  <a:pt x="32424" y="38295"/>
                </a:cubicBezTo>
                <a:lnTo>
                  <a:pt x="32291" y="38295"/>
                </a:lnTo>
                <a:cubicBezTo>
                  <a:pt x="32157" y="38295"/>
                  <a:pt x="32057" y="38461"/>
                  <a:pt x="32057" y="38695"/>
                </a:cubicBezTo>
                <a:cubicBezTo>
                  <a:pt x="32057" y="38895"/>
                  <a:pt x="32157" y="39095"/>
                  <a:pt x="32291" y="39095"/>
                </a:cubicBezTo>
                <a:lnTo>
                  <a:pt x="32291" y="39095"/>
                </a:lnTo>
                <a:lnTo>
                  <a:pt x="32291" y="40029"/>
                </a:lnTo>
                <a:lnTo>
                  <a:pt x="31757" y="40029"/>
                </a:lnTo>
                <a:lnTo>
                  <a:pt x="31757" y="41130"/>
                </a:lnTo>
                <a:lnTo>
                  <a:pt x="28821" y="41130"/>
                </a:lnTo>
                <a:lnTo>
                  <a:pt x="28821" y="36827"/>
                </a:lnTo>
                <a:lnTo>
                  <a:pt x="28188" y="36827"/>
                </a:lnTo>
                <a:lnTo>
                  <a:pt x="29155" y="35259"/>
                </a:lnTo>
                <a:lnTo>
                  <a:pt x="29722" y="35259"/>
                </a:lnTo>
                <a:cubicBezTo>
                  <a:pt x="30022" y="35259"/>
                  <a:pt x="30289" y="34959"/>
                  <a:pt x="30289" y="34592"/>
                </a:cubicBezTo>
                <a:cubicBezTo>
                  <a:pt x="30289" y="34225"/>
                  <a:pt x="30022" y="33925"/>
                  <a:pt x="29722" y="33925"/>
                </a:cubicBezTo>
                <a:lnTo>
                  <a:pt x="27387" y="33925"/>
                </a:lnTo>
                <a:lnTo>
                  <a:pt x="27387" y="20615"/>
                </a:lnTo>
                <a:lnTo>
                  <a:pt x="27487" y="20615"/>
                </a:lnTo>
                <a:lnTo>
                  <a:pt x="28354" y="19147"/>
                </a:lnTo>
                <a:lnTo>
                  <a:pt x="28821" y="19147"/>
                </a:lnTo>
                <a:cubicBezTo>
                  <a:pt x="29055" y="19147"/>
                  <a:pt x="29255" y="18914"/>
                  <a:pt x="29255" y="18647"/>
                </a:cubicBezTo>
                <a:cubicBezTo>
                  <a:pt x="29255" y="18347"/>
                  <a:pt x="29055" y="18147"/>
                  <a:pt x="28821" y="18147"/>
                </a:cubicBezTo>
                <a:lnTo>
                  <a:pt x="27087" y="18147"/>
                </a:lnTo>
                <a:lnTo>
                  <a:pt x="27087" y="13877"/>
                </a:lnTo>
                <a:lnTo>
                  <a:pt x="27420" y="13877"/>
                </a:lnTo>
                <a:lnTo>
                  <a:pt x="27420" y="12976"/>
                </a:lnTo>
                <a:lnTo>
                  <a:pt x="27120" y="12976"/>
                </a:lnTo>
                <a:lnTo>
                  <a:pt x="27120" y="12443"/>
                </a:lnTo>
                <a:lnTo>
                  <a:pt x="27120" y="12443"/>
                </a:lnTo>
                <a:cubicBezTo>
                  <a:pt x="27187" y="12443"/>
                  <a:pt x="27254" y="12343"/>
                  <a:pt x="27254" y="12209"/>
                </a:cubicBezTo>
                <a:cubicBezTo>
                  <a:pt x="27254" y="12076"/>
                  <a:pt x="27187" y="11976"/>
                  <a:pt x="27120" y="11976"/>
                </a:cubicBezTo>
                <a:lnTo>
                  <a:pt x="27087" y="11976"/>
                </a:lnTo>
                <a:lnTo>
                  <a:pt x="27087" y="11709"/>
                </a:lnTo>
                <a:cubicBezTo>
                  <a:pt x="27487" y="8707"/>
                  <a:pt x="25586" y="9207"/>
                  <a:pt x="25519" y="8373"/>
                </a:cubicBezTo>
                <a:lnTo>
                  <a:pt x="25486" y="7673"/>
                </a:lnTo>
                <a:lnTo>
                  <a:pt x="25452" y="7673"/>
                </a:lnTo>
                <a:lnTo>
                  <a:pt x="25419" y="8373"/>
                </a:lnTo>
                <a:cubicBezTo>
                  <a:pt x="25352" y="9140"/>
                  <a:pt x="23451" y="8707"/>
                  <a:pt x="23851" y="11709"/>
                </a:cubicBezTo>
                <a:lnTo>
                  <a:pt x="23851" y="11976"/>
                </a:lnTo>
                <a:lnTo>
                  <a:pt x="23818" y="11976"/>
                </a:lnTo>
                <a:cubicBezTo>
                  <a:pt x="23751" y="11976"/>
                  <a:pt x="23684" y="12076"/>
                  <a:pt x="23684" y="12209"/>
                </a:cubicBezTo>
                <a:cubicBezTo>
                  <a:pt x="23684" y="12343"/>
                  <a:pt x="23751" y="12443"/>
                  <a:pt x="23818" y="12443"/>
                </a:cubicBezTo>
                <a:lnTo>
                  <a:pt x="23818" y="12443"/>
                </a:lnTo>
                <a:lnTo>
                  <a:pt x="23818" y="12976"/>
                </a:lnTo>
                <a:lnTo>
                  <a:pt x="23518" y="12976"/>
                </a:lnTo>
                <a:lnTo>
                  <a:pt x="23518" y="13877"/>
                </a:lnTo>
                <a:lnTo>
                  <a:pt x="23851" y="13877"/>
                </a:lnTo>
                <a:lnTo>
                  <a:pt x="23851" y="18147"/>
                </a:lnTo>
                <a:lnTo>
                  <a:pt x="22117" y="18147"/>
                </a:lnTo>
                <a:cubicBezTo>
                  <a:pt x="21883" y="18147"/>
                  <a:pt x="21683" y="18347"/>
                  <a:pt x="21683" y="18647"/>
                </a:cubicBezTo>
                <a:cubicBezTo>
                  <a:pt x="21683" y="18914"/>
                  <a:pt x="21883" y="19147"/>
                  <a:pt x="22117" y="19147"/>
                </a:cubicBezTo>
                <a:lnTo>
                  <a:pt x="22550" y="19147"/>
                </a:lnTo>
                <a:lnTo>
                  <a:pt x="23451" y="20615"/>
                </a:lnTo>
                <a:lnTo>
                  <a:pt x="23551" y="20615"/>
                </a:lnTo>
                <a:lnTo>
                  <a:pt x="23551" y="33925"/>
                </a:lnTo>
                <a:lnTo>
                  <a:pt x="21216" y="33925"/>
                </a:lnTo>
                <a:cubicBezTo>
                  <a:pt x="20916" y="33925"/>
                  <a:pt x="20649" y="34225"/>
                  <a:pt x="20649" y="34592"/>
                </a:cubicBezTo>
                <a:cubicBezTo>
                  <a:pt x="20649" y="34959"/>
                  <a:pt x="20916" y="35259"/>
                  <a:pt x="21216" y="35259"/>
                </a:cubicBezTo>
                <a:lnTo>
                  <a:pt x="21783" y="35259"/>
                </a:lnTo>
                <a:lnTo>
                  <a:pt x="22750" y="36827"/>
                </a:lnTo>
                <a:lnTo>
                  <a:pt x="21917" y="36827"/>
                </a:lnTo>
                <a:lnTo>
                  <a:pt x="21917" y="55574"/>
                </a:lnTo>
                <a:cubicBezTo>
                  <a:pt x="14811" y="56608"/>
                  <a:pt x="8207" y="57942"/>
                  <a:pt x="2903" y="59576"/>
                </a:cubicBezTo>
                <a:cubicBezTo>
                  <a:pt x="1102" y="60110"/>
                  <a:pt x="1669" y="59943"/>
                  <a:pt x="1" y="60677"/>
                </a:cubicBezTo>
                <a:cubicBezTo>
                  <a:pt x="2102" y="60377"/>
                  <a:pt x="1035" y="60577"/>
                  <a:pt x="3103" y="60144"/>
                </a:cubicBezTo>
                <a:cubicBezTo>
                  <a:pt x="9941" y="58809"/>
                  <a:pt x="16613" y="57808"/>
                  <a:pt x="23551" y="57075"/>
                </a:cubicBezTo>
                <a:cubicBezTo>
                  <a:pt x="41464" y="55140"/>
                  <a:pt x="58409" y="54773"/>
                  <a:pt x="76422" y="54773"/>
                </a:cubicBezTo>
                <a:cubicBezTo>
                  <a:pt x="98271" y="54773"/>
                  <a:pt x="120287" y="55307"/>
                  <a:pt x="141835" y="58743"/>
                </a:cubicBezTo>
                <a:cubicBezTo>
                  <a:pt x="145438" y="59310"/>
                  <a:pt x="149307" y="60210"/>
                  <a:pt x="152810" y="60677"/>
                </a:cubicBezTo>
                <a:cubicBezTo>
                  <a:pt x="148040" y="58576"/>
                  <a:pt x="139734" y="56908"/>
                  <a:pt x="130894" y="55607"/>
                </a:cubicBezTo>
                <a:close/>
                <a:moveTo>
                  <a:pt x="127892" y="39062"/>
                </a:moveTo>
                <a:cubicBezTo>
                  <a:pt x="127892" y="38595"/>
                  <a:pt x="128292" y="38194"/>
                  <a:pt x="128759" y="38194"/>
                </a:cubicBezTo>
                <a:cubicBezTo>
                  <a:pt x="129226" y="38194"/>
                  <a:pt x="129627" y="38595"/>
                  <a:pt x="129627" y="39062"/>
                </a:cubicBezTo>
                <a:lnTo>
                  <a:pt x="129627" y="42064"/>
                </a:lnTo>
                <a:lnTo>
                  <a:pt x="127892" y="42064"/>
                </a:lnTo>
                <a:lnTo>
                  <a:pt x="127892" y="39062"/>
                </a:lnTo>
                <a:close/>
                <a:moveTo>
                  <a:pt x="127892" y="46300"/>
                </a:moveTo>
                <a:cubicBezTo>
                  <a:pt x="127892" y="45833"/>
                  <a:pt x="128292" y="45433"/>
                  <a:pt x="128759" y="45433"/>
                </a:cubicBezTo>
                <a:cubicBezTo>
                  <a:pt x="129226" y="45433"/>
                  <a:pt x="129627" y="45833"/>
                  <a:pt x="129627" y="46300"/>
                </a:cubicBezTo>
                <a:lnTo>
                  <a:pt x="129627" y="49302"/>
                </a:lnTo>
                <a:lnTo>
                  <a:pt x="127892" y="49302"/>
                </a:lnTo>
                <a:lnTo>
                  <a:pt x="127892" y="46300"/>
                </a:lnTo>
                <a:close/>
                <a:moveTo>
                  <a:pt x="125290" y="39062"/>
                </a:moveTo>
                <a:cubicBezTo>
                  <a:pt x="125290" y="38595"/>
                  <a:pt x="125691" y="38194"/>
                  <a:pt x="126158" y="38194"/>
                </a:cubicBezTo>
                <a:cubicBezTo>
                  <a:pt x="126625" y="38194"/>
                  <a:pt x="127025" y="38595"/>
                  <a:pt x="127025" y="39062"/>
                </a:cubicBezTo>
                <a:lnTo>
                  <a:pt x="127025" y="42064"/>
                </a:lnTo>
                <a:lnTo>
                  <a:pt x="125324" y="42064"/>
                </a:lnTo>
                <a:lnTo>
                  <a:pt x="125324" y="39062"/>
                </a:lnTo>
                <a:close/>
                <a:moveTo>
                  <a:pt x="125290" y="46300"/>
                </a:moveTo>
                <a:cubicBezTo>
                  <a:pt x="125290" y="45833"/>
                  <a:pt x="125691" y="45433"/>
                  <a:pt x="126158" y="45433"/>
                </a:cubicBezTo>
                <a:cubicBezTo>
                  <a:pt x="126625" y="45433"/>
                  <a:pt x="127025" y="45833"/>
                  <a:pt x="127025" y="46300"/>
                </a:cubicBezTo>
                <a:lnTo>
                  <a:pt x="127025" y="49302"/>
                </a:lnTo>
                <a:lnTo>
                  <a:pt x="125324" y="49302"/>
                </a:lnTo>
                <a:lnTo>
                  <a:pt x="125324" y="46300"/>
                </a:lnTo>
                <a:close/>
                <a:moveTo>
                  <a:pt x="124757" y="54806"/>
                </a:moveTo>
                <a:cubicBezTo>
                  <a:pt x="124256" y="54740"/>
                  <a:pt x="123756" y="54673"/>
                  <a:pt x="123256" y="54606"/>
                </a:cubicBezTo>
                <a:lnTo>
                  <a:pt x="124023" y="54606"/>
                </a:lnTo>
                <a:close/>
                <a:moveTo>
                  <a:pt x="119286" y="46634"/>
                </a:moveTo>
                <a:cubicBezTo>
                  <a:pt x="119786" y="46267"/>
                  <a:pt x="120554" y="45767"/>
                  <a:pt x="120654" y="44999"/>
                </a:cubicBezTo>
                <a:cubicBezTo>
                  <a:pt x="120787" y="45800"/>
                  <a:pt x="121488" y="46234"/>
                  <a:pt x="122021" y="46634"/>
                </a:cubicBezTo>
                <a:cubicBezTo>
                  <a:pt x="122288" y="46801"/>
                  <a:pt x="122355" y="47067"/>
                  <a:pt x="122355" y="47334"/>
                </a:cubicBezTo>
                <a:cubicBezTo>
                  <a:pt x="122388" y="47468"/>
                  <a:pt x="122388" y="47568"/>
                  <a:pt x="122388" y="47668"/>
                </a:cubicBezTo>
                <a:lnTo>
                  <a:pt x="122388" y="47668"/>
                </a:lnTo>
                <a:lnTo>
                  <a:pt x="122388" y="54506"/>
                </a:lnTo>
                <a:cubicBezTo>
                  <a:pt x="121221" y="54373"/>
                  <a:pt x="120087" y="54239"/>
                  <a:pt x="118952" y="54139"/>
                </a:cubicBezTo>
                <a:lnTo>
                  <a:pt x="118952" y="47668"/>
                </a:lnTo>
                <a:cubicBezTo>
                  <a:pt x="118952" y="47601"/>
                  <a:pt x="118952" y="47534"/>
                  <a:pt x="118952" y="47468"/>
                </a:cubicBezTo>
                <a:cubicBezTo>
                  <a:pt x="118952" y="47168"/>
                  <a:pt x="118986" y="46834"/>
                  <a:pt x="119286" y="46634"/>
                </a:cubicBezTo>
                <a:close/>
                <a:moveTo>
                  <a:pt x="114216" y="46634"/>
                </a:moveTo>
                <a:cubicBezTo>
                  <a:pt x="114716" y="46267"/>
                  <a:pt x="115483" y="45767"/>
                  <a:pt x="115583" y="44999"/>
                </a:cubicBezTo>
                <a:cubicBezTo>
                  <a:pt x="115717" y="45800"/>
                  <a:pt x="116417" y="46234"/>
                  <a:pt x="116951" y="46634"/>
                </a:cubicBezTo>
                <a:cubicBezTo>
                  <a:pt x="117218" y="46801"/>
                  <a:pt x="117285" y="47067"/>
                  <a:pt x="117285" y="47334"/>
                </a:cubicBezTo>
                <a:cubicBezTo>
                  <a:pt x="117318" y="47468"/>
                  <a:pt x="117318" y="47568"/>
                  <a:pt x="117318" y="47668"/>
                </a:cubicBezTo>
                <a:lnTo>
                  <a:pt x="117318" y="53939"/>
                </a:lnTo>
                <a:cubicBezTo>
                  <a:pt x="116150" y="53839"/>
                  <a:pt x="114983" y="53739"/>
                  <a:pt x="113882" y="53605"/>
                </a:cubicBezTo>
                <a:lnTo>
                  <a:pt x="113882" y="47668"/>
                </a:lnTo>
                <a:cubicBezTo>
                  <a:pt x="113882" y="47601"/>
                  <a:pt x="113882" y="47534"/>
                  <a:pt x="113882" y="47468"/>
                </a:cubicBezTo>
                <a:cubicBezTo>
                  <a:pt x="113849" y="47168"/>
                  <a:pt x="113916" y="46834"/>
                  <a:pt x="114216" y="46634"/>
                </a:cubicBezTo>
                <a:close/>
                <a:moveTo>
                  <a:pt x="109145" y="46634"/>
                </a:moveTo>
                <a:cubicBezTo>
                  <a:pt x="109646" y="46267"/>
                  <a:pt x="110413" y="45767"/>
                  <a:pt x="110513" y="44999"/>
                </a:cubicBezTo>
                <a:cubicBezTo>
                  <a:pt x="110647" y="45800"/>
                  <a:pt x="111347" y="46234"/>
                  <a:pt x="111881" y="46634"/>
                </a:cubicBezTo>
                <a:cubicBezTo>
                  <a:pt x="112148" y="46801"/>
                  <a:pt x="112214" y="47067"/>
                  <a:pt x="112214" y="47334"/>
                </a:cubicBezTo>
                <a:cubicBezTo>
                  <a:pt x="112214" y="47468"/>
                  <a:pt x="112248" y="47568"/>
                  <a:pt x="112248" y="47668"/>
                </a:cubicBezTo>
                <a:lnTo>
                  <a:pt x="112248" y="53472"/>
                </a:lnTo>
                <a:cubicBezTo>
                  <a:pt x="111047" y="53372"/>
                  <a:pt x="109913" y="53272"/>
                  <a:pt x="108812" y="53172"/>
                </a:cubicBezTo>
                <a:lnTo>
                  <a:pt x="108812" y="47668"/>
                </a:lnTo>
                <a:cubicBezTo>
                  <a:pt x="108812" y="47601"/>
                  <a:pt x="108812" y="47534"/>
                  <a:pt x="108812" y="47468"/>
                </a:cubicBezTo>
                <a:cubicBezTo>
                  <a:pt x="108779" y="47168"/>
                  <a:pt x="108845" y="46834"/>
                  <a:pt x="109145" y="46634"/>
                </a:cubicBezTo>
                <a:close/>
                <a:moveTo>
                  <a:pt x="104042" y="46634"/>
                </a:moveTo>
                <a:cubicBezTo>
                  <a:pt x="104576" y="46267"/>
                  <a:pt x="105343" y="45767"/>
                  <a:pt x="105443" y="44999"/>
                </a:cubicBezTo>
                <a:cubicBezTo>
                  <a:pt x="105543" y="45800"/>
                  <a:pt x="106277" y="46234"/>
                  <a:pt x="106810" y="46634"/>
                </a:cubicBezTo>
                <a:cubicBezTo>
                  <a:pt x="107044" y="46801"/>
                  <a:pt x="107144" y="47067"/>
                  <a:pt x="107144" y="47334"/>
                </a:cubicBezTo>
                <a:cubicBezTo>
                  <a:pt x="107144" y="47468"/>
                  <a:pt x="107144" y="47568"/>
                  <a:pt x="107144" y="47668"/>
                </a:cubicBezTo>
                <a:lnTo>
                  <a:pt x="107144" y="53038"/>
                </a:lnTo>
                <a:cubicBezTo>
                  <a:pt x="105943" y="52938"/>
                  <a:pt x="104809" y="52872"/>
                  <a:pt x="103742" y="52805"/>
                </a:cubicBezTo>
                <a:lnTo>
                  <a:pt x="103742" y="47668"/>
                </a:lnTo>
                <a:cubicBezTo>
                  <a:pt x="103742" y="47635"/>
                  <a:pt x="103742" y="47534"/>
                  <a:pt x="103742" y="47468"/>
                </a:cubicBezTo>
                <a:cubicBezTo>
                  <a:pt x="103708" y="47168"/>
                  <a:pt x="103775" y="46834"/>
                  <a:pt x="104042" y="46634"/>
                </a:cubicBezTo>
                <a:close/>
                <a:moveTo>
                  <a:pt x="86996" y="35226"/>
                </a:moveTo>
                <a:cubicBezTo>
                  <a:pt x="87196" y="36793"/>
                  <a:pt x="88731" y="37761"/>
                  <a:pt x="89798" y="38495"/>
                </a:cubicBezTo>
                <a:cubicBezTo>
                  <a:pt x="90399" y="38928"/>
                  <a:pt x="90499" y="39595"/>
                  <a:pt x="90432" y="40196"/>
                </a:cubicBezTo>
                <a:cubicBezTo>
                  <a:pt x="90432" y="40363"/>
                  <a:pt x="90432" y="40496"/>
                  <a:pt x="90432" y="40630"/>
                </a:cubicBezTo>
                <a:lnTo>
                  <a:pt x="90432" y="52104"/>
                </a:lnTo>
                <a:cubicBezTo>
                  <a:pt x="88130" y="52004"/>
                  <a:pt x="85829" y="51938"/>
                  <a:pt x="83527" y="51904"/>
                </a:cubicBezTo>
                <a:lnTo>
                  <a:pt x="83527" y="40630"/>
                </a:lnTo>
                <a:cubicBezTo>
                  <a:pt x="83527" y="40429"/>
                  <a:pt x="83527" y="40163"/>
                  <a:pt x="83594" y="39896"/>
                </a:cubicBezTo>
                <a:cubicBezTo>
                  <a:pt x="83594" y="39395"/>
                  <a:pt x="83727" y="38828"/>
                  <a:pt x="84228" y="38495"/>
                </a:cubicBezTo>
                <a:cubicBezTo>
                  <a:pt x="85328" y="37727"/>
                  <a:pt x="86763" y="36827"/>
                  <a:pt x="86996" y="35226"/>
                </a:cubicBezTo>
                <a:close/>
                <a:moveTo>
                  <a:pt x="82793" y="26753"/>
                </a:moveTo>
                <a:cubicBezTo>
                  <a:pt x="82793" y="26086"/>
                  <a:pt x="83360" y="25519"/>
                  <a:pt x="84028" y="25519"/>
                </a:cubicBezTo>
                <a:cubicBezTo>
                  <a:pt x="84728" y="25519"/>
                  <a:pt x="85295" y="26086"/>
                  <a:pt x="85295" y="26753"/>
                </a:cubicBezTo>
                <a:lnTo>
                  <a:pt x="85295" y="31189"/>
                </a:lnTo>
                <a:lnTo>
                  <a:pt x="82793" y="31189"/>
                </a:lnTo>
                <a:lnTo>
                  <a:pt x="82793" y="26753"/>
                </a:lnTo>
                <a:close/>
                <a:moveTo>
                  <a:pt x="78957" y="26753"/>
                </a:moveTo>
                <a:cubicBezTo>
                  <a:pt x="78957" y="26086"/>
                  <a:pt x="79524" y="25519"/>
                  <a:pt x="80225" y="25519"/>
                </a:cubicBezTo>
                <a:cubicBezTo>
                  <a:pt x="80925" y="25519"/>
                  <a:pt x="81492" y="26086"/>
                  <a:pt x="81492" y="26753"/>
                </a:cubicBezTo>
                <a:lnTo>
                  <a:pt x="81492" y="31189"/>
                </a:lnTo>
                <a:lnTo>
                  <a:pt x="78957" y="31189"/>
                </a:lnTo>
                <a:lnTo>
                  <a:pt x="78957" y="26753"/>
                </a:lnTo>
                <a:close/>
                <a:moveTo>
                  <a:pt x="75155" y="26753"/>
                </a:moveTo>
                <a:cubicBezTo>
                  <a:pt x="75155" y="26086"/>
                  <a:pt x="75722" y="25519"/>
                  <a:pt x="76422" y="25519"/>
                </a:cubicBezTo>
                <a:cubicBezTo>
                  <a:pt x="77123" y="25519"/>
                  <a:pt x="77690" y="26086"/>
                  <a:pt x="77690" y="26753"/>
                </a:cubicBezTo>
                <a:lnTo>
                  <a:pt x="77690" y="31189"/>
                </a:lnTo>
                <a:lnTo>
                  <a:pt x="75155" y="31189"/>
                </a:lnTo>
                <a:close/>
                <a:moveTo>
                  <a:pt x="71352" y="26753"/>
                </a:moveTo>
                <a:cubicBezTo>
                  <a:pt x="71352" y="26086"/>
                  <a:pt x="71919" y="25519"/>
                  <a:pt x="72619" y="25519"/>
                </a:cubicBezTo>
                <a:cubicBezTo>
                  <a:pt x="73320" y="25519"/>
                  <a:pt x="73887" y="26086"/>
                  <a:pt x="73887" y="26753"/>
                </a:cubicBezTo>
                <a:lnTo>
                  <a:pt x="73887" y="31189"/>
                </a:lnTo>
                <a:lnTo>
                  <a:pt x="71352" y="31189"/>
                </a:lnTo>
                <a:close/>
                <a:moveTo>
                  <a:pt x="67549" y="26753"/>
                </a:moveTo>
                <a:cubicBezTo>
                  <a:pt x="67549" y="26086"/>
                  <a:pt x="68116" y="25519"/>
                  <a:pt x="68817" y="25519"/>
                </a:cubicBezTo>
                <a:cubicBezTo>
                  <a:pt x="69484" y="25519"/>
                  <a:pt x="70051" y="26086"/>
                  <a:pt x="70051" y="26753"/>
                </a:cubicBezTo>
                <a:lnTo>
                  <a:pt x="70051" y="31189"/>
                </a:lnTo>
                <a:lnTo>
                  <a:pt x="67549" y="31189"/>
                </a:lnTo>
                <a:close/>
                <a:moveTo>
                  <a:pt x="50770" y="47334"/>
                </a:moveTo>
                <a:cubicBezTo>
                  <a:pt x="50770" y="47067"/>
                  <a:pt x="50871" y="46801"/>
                  <a:pt x="51104" y="46634"/>
                </a:cubicBezTo>
                <a:cubicBezTo>
                  <a:pt x="51638" y="46234"/>
                  <a:pt x="52372" y="45800"/>
                  <a:pt x="52472" y="44999"/>
                </a:cubicBezTo>
                <a:cubicBezTo>
                  <a:pt x="52572" y="45767"/>
                  <a:pt x="53339" y="46267"/>
                  <a:pt x="53873" y="46634"/>
                </a:cubicBezTo>
                <a:cubicBezTo>
                  <a:pt x="54173" y="46834"/>
                  <a:pt x="54206" y="47168"/>
                  <a:pt x="54173" y="47468"/>
                </a:cubicBezTo>
                <a:cubicBezTo>
                  <a:pt x="54173" y="47534"/>
                  <a:pt x="54173" y="47601"/>
                  <a:pt x="54173" y="47668"/>
                </a:cubicBezTo>
                <a:lnTo>
                  <a:pt x="54173" y="52471"/>
                </a:lnTo>
                <a:cubicBezTo>
                  <a:pt x="53072" y="52538"/>
                  <a:pt x="51905" y="52605"/>
                  <a:pt x="50770" y="52671"/>
                </a:cubicBezTo>
                <a:lnTo>
                  <a:pt x="50770" y="47668"/>
                </a:lnTo>
                <a:cubicBezTo>
                  <a:pt x="50770" y="47568"/>
                  <a:pt x="50770" y="47468"/>
                  <a:pt x="50770" y="47334"/>
                </a:cubicBezTo>
                <a:close/>
                <a:moveTo>
                  <a:pt x="45700" y="47334"/>
                </a:moveTo>
                <a:cubicBezTo>
                  <a:pt x="45700" y="47067"/>
                  <a:pt x="45800" y="46801"/>
                  <a:pt x="46034" y="46634"/>
                </a:cubicBezTo>
                <a:cubicBezTo>
                  <a:pt x="46567" y="46234"/>
                  <a:pt x="47301" y="45800"/>
                  <a:pt x="47401" y="44999"/>
                </a:cubicBezTo>
                <a:cubicBezTo>
                  <a:pt x="47501" y="45767"/>
                  <a:pt x="48269" y="46267"/>
                  <a:pt x="48802" y="46634"/>
                </a:cubicBezTo>
                <a:cubicBezTo>
                  <a:pt x="49103" y="46834"/>
                  <a:pt x="49136" y="47168"/>
                  <a:pt x="49103" y="47468"/>
                </a:cubicBezTo>
                <a:cubicBezTo>
                  <a:pt x="49103" y="47534"/>
                  <a:pt x="49103" y="47601"/>
                  <a:pt x="49103" y="47668"/>
                </a:cubicBezTo>
                <a:lnTo>
                  <a:pt x="49103" y="52772"/>
                </a:lnTo>
                <a:cubicBezTo>
                  <a:pt x="47968" y="52872"/>
                  <a:pt x="46834" y="52938"/>
                  <a:pt x="45700" y="53038"/>
                </a:cubicBezTo>
                <a:lnTo>
                  <a:pt x="45700" y="47668"/>
                </a:lnTo>
                <a:cubicBezTo>
                  <a:pt x="45700" y="47568"/>
                  <a:pt x="45700" y="47468"/>
                  <a:pt x="45700" y="47334"/>
                </a:cubicBezTo>
                <a:close/>
                <a:moveTo>
                  <a:pt x="40630" y="47334"/>
                </a:moveTo>
                <a:cubicBezTo>
                  <a:pt x="40630" y="47067"/>
                  <a:pt x="40697" y="46801"/>
                  <a:pt x="40963" y="46634"/>
                </a:cubicBezTo>
                <a:cubicBezTo>
                  <a:pt x="41497" y="46234"/>
                  <a:pt x="42231" y="45800"/>
                  <a:pt x="42331" y="44999"/>
                </a:cubicBezTo>
                <a:cubicBezTo>
                  <a:pt x="42431" y="45767"/>
                  <a:pt x="43198" y="46267"/>
                  <a:pt x="43732" y="46634"/>
                </a:cubicBezTo>
                <a:cubicBezTo>
                  <a:pt x="43999" y="46834"/>
                  <a:pt x="44066" y="47168"/>
                  <a:pt x="44032" y="47468"/>
                </a:cubicBezTo>
                <a:cubicBezTo>
                  <a:pt x="44032" y="47534"/>
                  <a:pt x="44032" y="47601"/>
                  <a:pt x="44032" y="47668"/>
                </a:cubicBezTo>
                <a:lnTo>
                  <a:pt x="44032" y="47668"/>
                </a:lnTo>
                <a:lnTo>
                  <a:pt x="44032" y="53138"/>
                </a:lnTo>
                <a:cubicBezTo>
                  <a:pt x="42898" y="53239"/>
                  <a:pt x="41764" y="53339"/>
                  <a:pt x="40597" y="53439"/>
                </a:cubicBezTo>
                <a:lnTo>
                  <a:pt x="40597" y="47668"/>
                </a:lnTo>
                <a:cubicBezTo>
                  <a:pt x="40597" y="47568"/>
                  <a:pt x="40630" y="47468"/>
                  <a:pt x="40630" y="47334"/>
                </a:cubicBezTo>
                <a:close/>
                <a:moveTo>
                  <a:pt x="35560" y="47334"/>
                </a:moveTo>
                <a:cubicBezTo>
                  <a:pt x="35560" y="47067"/>
                  <a:pt x="35626" y="46801"/>
                  <a:pt x="35893" y="46634"/>
                </a:cubicBezTo>
                <a:cubicBezTo>
                  <a:pt x="36427" y="46234"/>
                  <a:pt x="37127" y="45800"/>
                  <a:pt x="37261" y="44999"/>
                </a:cubicBezTo>
                <a:cubicBezTo>
                  <a:pt x="37361" y="45767"/>
                  <a:pt x="38128" y="46267"/>
                  <a:pt x="38628" y="46634"/>
                </a:cubicBezTo>
                <a:cubicBezTo>
                  <a:pt x="38929" y="46834"/>
                  <a:pt x="38995" y="47168"/>
                  <a:pt x="38962" y="47468"/>
                </a:cubicBezTo>
                <a:cubicBezTo>
                  <a:pt x="38962" y="47534"/>
                  <a:pt x="38962" y="47601"/>
                  <a:pt x="38962" y="47668"/>
                </a:cubicBezTo>
                <a:lnTo>
                  <a:pt x="38962" y="53572"/>
                </a:lnTo>
                <a:cubicBezTo>
                  <a:pt x="37828" y="53672"/>
                  <a:pt x="36694" y="53806"/>
                  <a:pt x="35526" y="53906"/>
                </a:cubicBezTo>
                <a:lnTo>
                  <a:pt x="35526" y="47668"/>
                </a:lnTo>
                <a:cubicBezTo>
                  <a:pt x="35526" y="47568"/>
                  <a:pt x="35526" y="47468"/>
                  <a:pt x="35560" y="47334"/>
                </a:cubicBezTo>
                <a:close/>
                <a:moveTo>
                  <a:pt x="30489" y="47334"/>
                </a:moveTo>
                <a:cubicBezTo>
                  <a:pt x="30489" y="47067"/>
                  <a:pt x="30556" y="46801"/>
                  <a:pt x="30823" y="46634"/>
                </a:cubicBezTo>
                <a:cubicBezTo>
                  <a:pt x="31357" y="46234"/>
                  <a:pt x="32057" y="45800"/>
                  <a:pt x="32191" y="44999"/>
                </a:cubicBezTo>
                <a:cubicBezTo>
                  <a:pt x="32291" y="45767"/>
                  <a:pt x="33058" y="46267"/>
                  <a:pt x="33558" y="46634"/>
                </a:cubicBezTo>
                <a:cubicBezTo>
                  <a:pt x="33858" y="46834"/>
                  <a:pt x="33925" y="47168"/>
                  <a:pt x="33892" y="47468"/>
                </a:cubicBezTo>
                <a:cubicBezTo>
                  <a:pt x="33892" y="47534"/>
                  <a:pt x="33892" y="47601"/>
                  <a:pt x="33892" y="47668"/>
                </a:cubicBezTo>
                <a:lnTo>
                  <a:pt x="33892" y="54072"/>
                </a:lnTo>
                <a:cubicBezTo>
                  <a:pt x="32758" y="54206"/>
                  <a:pt x="31590" y="54306"/>
                  <a:pt x="30456" y="54439"/>
                </a:cubicBezTo>
                <a:lnTo>
                  <a:pt x="30456" y="47668"/>
                </a:lnTo>
                <a:cubicBezTo>
                  <a:pt x="30456" y="47568"/>
                  <a:pt x="30456" y="47468"/>
                  <a:pt x="30489" y="47334"/>
                </a:cubicBezTo>
                <a:close/>
                <a:moveTo>
                  <a:pt x="25819" y="39062"/>
                </a:moveTo>
                <a:cubicBezTo>
                  <a:pt x="25819" y="38595"/>
                  <a:pt x="26220" y="38194"/>
                  <a:pt x="26687" y="38194"/>
                </a:cubicBezTo>
                <a:cubicBezTo>
                  <a:pt x="27154" y="38194"/>
                  <a:pt x="27554" y="38595"/>
                  <a:pt x="27554" y="39062"/>
                </a:cubicBezTo>
                <a:lnTo>
                  <a:pt x="27554" y="42064"/>
                </a:lnTo>
                <a:lnTo>
                  <a:pt x="25819" y="42064"/>
                </a:lnTo>
                <a:lnTo>
                  <a:pt x="25819" y="39062"/>
                </a:lnTo>
                <a:close/>
                <a:moveTo>
                  <a:pt x="25819" y="46300"/>
                </a:moveTo>
                <a:cubicBezTo>
                  <a:pt x="25819" y="45833"/>
                  <a:pt x="26220" y="45433"/>
                  <a:pt x="26687" y="45433"/>
                </a:cubicBezTo>
                <a:cubicBezTo>
                  <a:pt x="27154" y="45433"/>
                  <a:pt x="27554" y="45833"/>
                  <a:pt x="27554" y="46300"/>
                </a:cubicBezTo>
                <a:lnTo>
                  <a:pt x="27554" y="49302"/>
                </a:lnTo>
                <a:lnTo>
                  <a:pt x="25819" y="49302"/>
                </a:lnTo>
                <a:lnTo>
                  <a:pt x="25819" y="46300"/>
                </a:lnTo>
                <a:close/>
                <a:moveTo>
                  <a:pt x="23251" y="39062"/>
                </a:moveTo>
                <a:cubicBezTo>
                  <a:pt x="23251" y="38595"/>
                  <a:pt x="23618" y="38194"/>
                  <a:pt x="24085" y="38194"/>
                </a:cubicBezTo>
                <a:cubicBezTo>
                  <a:pt x="24585" y="38194"/>
                  <a:pt x="24952" y="38595"/>
                  <a:pt x="24952" y="39062"/>
                </a:cubicBezTo>
                <a:lnTo>
                  <a:pt x="24952" y="42064"/>
                </a:lnTo>
                <a:lnTo>
                  <a:pt x="23251" y="42064"/>
                </a:lnTo>
                <a:lnTo>
                  <a:pt x="23251" y="39062"/>
                </a:lnTo>
                <a:close/>
                <a:moveTo>
                  <a:pt x="23251" y="46300"/>
                </a:moveTo>
                <a:cubicBezTo>
                  <a:pt x="23251" y="45833"/>
                  <a:pt x="23618" y="45433"/>
                  <a:pt x="24085" y="45433"/>
                </a:cubicBezTo>
                <a:cubicBezTo>
                  <a:pt x="24585" y="45433"/>
                  <a:pt x="24952" y="45833"/>
                  <a:pt x="24952" y="46300"/>
                </a:cubicBezTo>
                <a:lnTo>
                  <a:pt x="24952" y="49302"/>
                </a:lnTo>
                <a:lnTo>
                  <a:pt x="23251" y="49302"/>
                </a:lnTo>
                <a:lnTo>
                  <a:pt x="23251" y="46300"/>
                </a:lnTo>
                <a:close/>
                <a:moveTo>
                  <a:pt x="28821" y="54606"/>
                </a:moveTo>
                <a:lnTo>
                  <a:pt x="29122" y="54606"/>
                </a:lnTo>
                <a:cubicBezTo>
                  <a:pt x="28955" y="54640"/>
                  <a:pt x="28755" y="54673"/>
                  <a:pt x="28588" y="54673"/>
                </a:cubicBezTo>
                <a:close/>
                <a:moveTo>
                  <a:pt x="62412" y="52104"/>
                </a:moveTo>
                <a:lnTo>
                  <a:pt x="62412" y="40630"/>
                </a:lnTo>
                <a:cubicBezTo>
                  <a:pt x="62412" y="40429"/>
                  <a:pt x="62412" y="40163"/>
                  <a:pt x="62445" y="39896"/>
                </a:cubicBezTo>
                <a:cubicBezTo>
                  <a:pt x="62445" y="39395"/>
                  <a:pt x="62612" y="38828"/>
                  <a:pt x="63113" y="38495"/>
                </a:cubicBezTo>
                <a:cubicBezTo>
                  <a:pt x="64180" y="37727"/>
                  <a:pt x="65648" y="36827"/>
                  <a:pt x="65848" y="35226"/>
                </a:cubicBezTo>
                <a:cubicBezTo>
                  <a:pt x="66081" y="36760"/>
                  <a:pt x="67616" y="37761"/>
                  <a:pt x="68683" y="38495"/>
                </a:cubicBezTo>
                <a:cubicBezTo>
                  <a:pt x="69250" y="38928"/>
                  <a:pt x="69350" y="39595"/>
                  <a:pt x="69317" y="40196"/>
                </a:cubicBezTo>
                <a:cubicBezTo>
                  <a:pt x="69317" y="40363"/>
                  <a:pt x="69317" y="40496"/>
                  <a:pt x="69317" y="40630"/>
                </a:cubicBezTo>
                <a:lnTo>
                  <a:pt x="69317" y="51904"/>
                </a:lnTo>
                <a:cubicBezTo>
                  <a:pt x="68150" y="51904"/>
                  <a:pt x="67015" y="51938"/>
                  <a:pt x="65815" y="51971"/>
                </a:cubicBezTo>
                <a:cubicBezTo>
                  <a:pt x="64747" y="52004"/>
                  <a:pt x="63580" y="52038"/>
                  <a:pt x="62412" y="52104"/>
                </a:cubicBezTo>
                <a:close/>
                <a:moveTo>
                  <a:pt x="72619" y="51838"/>
                </a:moveTo>
                <a:lnTo>
                  <a:pt x="72619" y="39229"/>
                </a:lnTo>
                <a:cubicBezTo>
                  <a:pt x="72619" y="38995"/>
                  <a:pt x="72619" y="38728"/>
                  <a:pt x="72686" y="38428"/>
                </a:cubicBezTo>
                <a:cubicBezTo>
                  <a:pt x="72686" y="37861"/>
                  <a:pt x="72853" y="37260"/>
                  <a:pt x="73387" y="36894"/>
                </a:cubicBezTo>
                <a:cubicBezTo>
                  <a:pt x="74587" y="36026"/>
                  <a:pt x="76189" y="35059"/>
                  <a:pt x="76422" y="33291"/>
                </a:cubicBezTo>
                <a:cubicBezTo>
                  <a:pt x="76656" y="34992"/>
                  <a:pt x="78357" y="36060"/>
                  <a:pt x="79524" y="36894"/>
                </a:cubicBezTo>
                <a:cubicBezTo>
                  <a:pt x="80158" y="37361"/>
                  <a:pt x="80292" y="38094"/>
                  <a:pt x="80225" y="38762"/>
                </a:cubicBezTo>
                <a:cubicBezTo>
                  <a:pt x="80225" y="38928"/>
                  <a:pt x="80225" y="39095"/>
                  <a:pt x="80225" y="39229"/>
                </a:cubicBezTo>
                <a:lnTo>
                  <a:pt x="80225" y="51838"/>
                </a:lnTo>
                <a:cubicBezTo>
                  <a:pt x="77690" y="51804"/>
                  <a:pt x="75155" y="51838"/>
                  <a:pt x="72619" y="51838"/>
                </a:cubicBezTo>
                <a:close/>
                <a:moveTo>
                  <a:pt x="98671" y="52471"/>
                </a:moveTo>
                <a:lnTo>
                  <a:pt x="98671" y="47668"/>
                </a:lnTo>
                <a:cubicBezTo>
                  <a:pt x="98671" y="47635"/>
                  <a:pt x="98671" y="47534"/>
                  <a:pt x="98671" y="47468"/>
                </a:cubicBezTo>
                <a:cubicBezTo>
                  <a:pt x="98638" y="47168"/>
                  <a:pt x="98671" y="46834"/>
                  <a:pt x="98972" y="46634"/>
                </a:cubicBezTo>
                <a:cubicBezTo>
                  <a:pt x="99505" y="46267"/>
                  <a:pt x="100272" y="45767"/>
                  <a:pt x="100373" y="44999"/>
                </a:cubicBezTo>
                <a:cubicBezTo>
                  <a:pt x="100473" y="45800"/>
                  <a:pt x="101206" y="46234"/>
                  <a:pt x="101740" y="46634"/>
                </a:cubicBezTo>
                <a:cubicBezTo>
                  <a:pt x="101974" y="46801"/>
                  <a:pt x="102074" y="47067"/>
                  <a:pt x="102074" y="47334"/>
                </a:cubicBezTo>
                <a:cubicBezTo>
                  <a:pt x="102074" y="47468"/>
                  <a:pt x="102074" y="47568"/>
                  <a:pt x="102074" y="47668"/>
                </a:cubicBezTo>
                <a:lnTo>
                  <a:pt x="102074" y="52671"/>
                </a:lnTo>
                <a:cubicBezTo>
                  <a:pt x="101874" y="52671"/>
                  <a:pt x="101673" y="52638"/>
                  <a:pt x="101473" y="52638"/>
                </a:cubicBezTo>
                <a:cubicBezTo>
                  <a:pt x="100539" y="52571"/>
                  <a:pt x="99605" y="52538"/>
                  <a:pt x="98671" y="5247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2"/>
          <p:cNvSpPr txBox="1"/>
          <p:nvPr>
            <p:ph type="ctrTitle"/>
          </p:nvPr>
        </p:nvSpPr>
        <p:spPr>
          <a:xfrm>
            <a:off x="1785300" y="1690389"/>
            <a:ext cx="5573400" cy="1449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5200"/>
              <a:buNone/>
              <a:defRPr sz="75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3" name="Google Shape;13;p2"/>
          <p:cNvSpPr txBox="1"/>
          <p:nvPr>
            <p:ph idx="1" type="subTitle"/>
          </p:nvPr>
        </p:nvSpPr>
        <p:spPr>
          <a:xfrm>
            <a:off x="1905725" y="3037911"/>
            <a:ext cx="5332500" cy="262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spTree>
      <p:nvGrpSpPr>
        <p:cNvPr id="14" name="Shape 14"/>
        <p:cNvGrpSpPr/>
        <p:nvPr/>
      </p:nvGrpSpPr>
      <p:grpSpPr>
        <a:xfrm>
          <a:off x="0" y="0"/>
          <a:ext cx="0" cy="0"/>
          <a:chOff x="0" y="0"/>
          <a:chExt cx="0" cy="0"/>
        </a:xfrm>
      </p:grpSpPr>
      <p:sp>
        <p:nvSpPr>
          <p:cNvPr id="15" name="Google Shape;15;p3"/>
          <p:cNvSpPr/>
          <p:nvPr/>
        </p:nvSpPr>
        <p:spPr>
          <a:xfrm>
            <a:off x="0" y="0"/>
            <a:ext cx="9144259" cy="5143463"/>
          </a:xfrm>
          <a:custGeom>
            <a:rect b="b" l="l" r="r" t="t"/>
            <a:pathLst>
              <a:path extrusionOk="0" h="123123" w="246310">
                <a:moveTo>
                  <a:pt x="245442" y="2136"/>
                </a:moveTo>
                <a:lnTo>
                  <a:pt x="244175" y="2136"/>
                </a:lnTo>
                <a:lnTo>
                  <a:pt x="244175" y="1035"/>
                </a:lnTo>
                <a:lnTo>
                  <a:pt x="244075" y="768"/>
                </a:lnTo>
                <a:lnTo>
                  <a:pt x="243274" y="1"/>
                </a:lnTo>
                <a:lnTo>
                  <a:pt x="243141" y="1"/>
                </a:lnTo>
                <a:lnTo>
                  <a:pt x="242173" y="1"/>
                </a:lnTo>
                <a:lnTo>
                  <a:pt x="240372" y="1"/>
                </a:lnTo>
                <a:lnTo>
                  <a:pt x="239238" y="1"/>
                </a:lnTo>
                <a:lnTo>
                  <a:pt x="231499" y="1"/>
                </a:lnTo>
                <a:lnTo>
                  <a:pt x="231332" y="1"/>
                </a:lnTo>
                <a:lnTo>
                  <a:pt x="230532" y="1"/>
                </a:lnTo>
                <a:lnTo>
                  <a:pt x="230365" y="1"/>
                </a:lnTo>
                <a:lnTo>
                  <a:pt x="222626" y="1"/>
                </a:lnTo>
                <a:lnTo>
                  <a:pt x="222626" y="1"/>
                </a:lnTo>
                <a:lnTo>
                  <a:pt x="221492" y="1"/>
                </a:lnTo>
                <a:lnTo>
                  <a:pt x="219691" y="1"/>
                </a:lnTo>
                <a:lnTo>
                  <a:pt x="218723" y="1"/>
                </a:lnTo>
                <a:lnTo>
                  <a:pt x="218557" y="1"/>
                </a:lnTo>
                <a:lnTo>
                  <a:pt x="217789" y="768"/>
                </a:lnTo>
                <a:lnTo>
                  <a:pt x="217689" y="1035"/>
                </a:lnTo>
                <a:lnTo>
                  <a:pt x="217689" y="2136"/>
                </a:lnTo>
                <a:lnTo>
                  <a:pt x="216422" y="2136"/>
                </a:lnTo>
                <a:lnTo>
                  <a:pt x="215521" y="3036"/>
                </a:lnTo>
                <a:lnTo>
                  <a:pt x="214654" y="2136"/>
                </a:lnTo>
                <a:lnTo>
                  <a:pt x="213386" y="2136"/>
                </a:lnTo>
                <a:lnTo>
                  <a:pt x="213386" y="1035"/>
                </a:lnTo>
                <a:lnTo>
                  <a:pt x="213286" y="768"/>
                </a:lnTo>
                <a:lnTo>
                  <a:pt x="212519" y="1"/>
                </a:lnTo>
                <a:lnTo>
                  <a:pt x="212352" y="1"/>
                </a:lnTo>
                <a:lnTo>
                  <a:pt x="211385" y="1"/>
                </a:lnTo>
                <a:lnTo>
                  <a:pt x="209584" y="1"/>
                </a:lnTo>
                <a:lnTo>
                  <a:pt x="208449" y="1"/>
                </a:lnTo>
                <a:lnTo>
                  <a:pt x="200710" y="1"/>
                </a:lnTo>
                <a:lnTo>
                  <a:pt x="200544" y="1"/>
                </a:lnTo>
                <a:lnTo>
                  <a:pt x="199743" y="1"/>
                </a:lnTo>
                <a:lnTo>
                  <a:pt x="199576" y="1"/>
                </a:lnTo>
                <a:lnTo>
                  <a:pt x="191837" y="1"/>
                </a:lnTo>
                <a:lnTo>
                  <a:pt x="190703" y="1"/>
                </a:lnTo>
                <a:lnTo>
                  <a:pt x="188902" y="1"/>
                </a:lnTo>
                <a:lnTo>
                  <a:pt x="187935" y="1"/>
                </a:lnTo>
                <a:lnTo>
                  <a:pt x="187801" y="1"/>
                </a:lnTo>
                <a:lnTo>
                  <a:pt x="187001" y="768"/>
                </a:lnTo>
                <a:lnTo>
                  <a:pt x="186901" y="1035"/>
                </a:lnTo>
                <a:lnTo>
                  <a:pt x="186901" y="2136"/>
                </a:lnTo>
                <a:lnTo>
                  <a:pt x="185633" y="2136"/>
                </a:lnTo>
                <a:lnTo>
                  <a:pt x="184766" y="3036"/>
                </a:lnTo>
                <a:lnTo>
                  <a:pt x="183865" y="2136"/>
                </a:lnTo>
                <a:lnTo>
                  <a:pt x="182598" y="2136"/>
                </a:lnTo>
                <a:lnTo>
                  <a:pt x="182598" y="1035"/>
                </a:lnTo>
                <a:lnTo>
                  <a:pt x="182497" y="768"/>
                </a:lnTo>
                <a:lnTo>
                  <a:pt x="181730" y="1"/>
                </a:lnTo>
                <a:lnTo>
                  <a:pt x="181563" y="1"/>
                </a:lnTo>
                <a:lnTo>
                  <a:pt x="180596" y="1"/>
                </a:lnTo>
                <a:lnTo>
                  <a:pt x="178795" y="1"/>
                </a:lnTo>
                <a:lnTo>
                  <a:pt x="177661" y="1"/>
                </a:lnTo>
                <a:lnTo>
                  <a:pt x="169922" y="1"/>
                </a:lnTo>
                <a:lnTo>
                  <a:pt x="169755" y="1"/>
                </a:lnTo>
                <a:lnTo>
                  <a:pt x="168954" y="1"/>
                </a:lnTo>
                <a:lnTo>
                  <a:pt x="168788" y="1"/>
                </a:lnTo>
                <a:lnTo>
                  <a:pt x="161049" y="1"/>
                </a:lnTo>
                <a:lnTo>
                  <a:pt x="159948" y="1"/>
                </a:lnTo>
                <a:lnTo>
                  <a:pt x="158113" y="1"/>
                </a:lnTo>
                <a:lnTo>
                  <a:pt x="157179" y="1"/>
                </a:lnTo>
                <a:lnTo>
                  <a:pt x="157013" y="1"/>
                </a:lnTo>
                <a:lnTo>
                  <a:pt x="156245" y="768"/>
                </a:lnTo>
                <a:lnTo>
                  <a:pt x="156112" y="1035"/>
                </a:lnTo>
                <a:lnTo>
                  <a:pt x="156112" y="2136"/>
                </a:lnTo>
                <a:lnTo>
                  <a:pt x="154844" y="2136"/>
                </a:lnTo>
                <a:lnTo>
                  <a:pt x="153944" y="3036"/>
                </a:lnTo>
                <a:lnTo>
                  <a:pt x="153076" y="2136"/>
                </a:lnTo>
                <a:lnTo>
                  <a:pt x="151809" y="2136"/>
                </a:lnTo>
                <a:lnTo>
                  <a:pt x="151809" y="1035"/>
                </a:lnTo>
                <a:lnTo>
                  <a:pt x="151675" y="768"/>
                </a:lnTo>
                <a:lnTo>
                  <a:pt x="150908" y="1"/>
                </a:lnTo>
                <a:lnTo>
                  <a:pt x="150741" y="1"/>
                </a:lnTo>
                <a:lnTo>
                  <a:pt x="149807" y="1"/>
                </a:lnTo>
                <a:lnTo>
                  <a:pt x="147973" y="1"/>
                </a:lnTo>
                <a:lnTo>
                  <a:pt x="146872" y="1"/>
                </a:lnTo>
                <a:lnTo>
                  <a:pt x="139133" y="1"/>
                </a:lnTo>
                <a:lnTo>
                  <a:pt x="138966" y="1"/>
                </a:lnTo>
                <a:lnTo>
                  <a:pt x="138166" y="1"/>
                </a:lnTo>
                <a:lnTo>
                  <a:pt x="137999" y="1"/>
                </a:lnTo>
                <a:lnTo>
                  <a:pt x="130260" y="1"/>
                </a:lnTo>
                <a:lnTo>
                  <a:pt x="129126" y="1"/>
                </a:lnTo>
                <a:lnTo>
                  <a:pt x="127325" y="1"/>
                </a:lnTo>
                <a:lnTo>
                  <a:pt x="126357" y="1"/>
                </a:lnTo>
                <a:lnTo>
                  <a:pt x="126191" y="1"/>
                </a:lnTo>
                <a:lnTo>
                  <a:pt x="125423" y="768"/>
                </a:lnTo>
                <a:lnTo>
                  <a:pt x="125323" y="1035"/>
                </a:lnTo>
                <a:lnTo>
                  <a:pt x="125323" y="2136"/>
                </a:lnTo>
                <a:lnTo>
                  <a:pt x="124056" y="2136"/>
                </a:lnTo>
                <a:lnTo>
                  <a:pt x="123155" y="3036"/>
                </a:lnTo>
                <a:lnTo>
                  <a:pt x="122254" y="2136"/>
                </a:lnTo>
                <a:lnTo>
                  <a:pt x="121020" y="2136"/>
                </a:lnTo>
                <a:lnTo>
                  <a:pt x="121020" y="1035"/>
                </a:lnTo>
                <a:lnTo>
                  <a:pt x="120887" y="768"/>
                </a:lnTo>
                <a:lnTo>
                  <a:pt x="120120" y="1"/>
                </a:lnTo>
                <a:lnTo>
                  <a:pt x="119953" y="1"/>
                </a:lnTo>
                <a:lnTo>
                  <a:pt x="119019" y="1"/>
                </a:lnTo>
                <a:lnTo>
                  <a:pt x="117184" y="1"/>
                </a:lnTo>
                <a:lnTo>
                  <a:pt x="116083" y="1"/>
                </a:lnTo>
                <a:lnTo>
                  <a:pt x="108311" y="1"/>
                </a:lnTo>
                <a:lnTo>
                  <a:pt x="108144" y="1"/>
                </a:lnTo>
                <a:lnTo>
                  <a:pt x="107377" y="1"/>
                </a:lnTo>
                <a:lnTo>
                  <a:pt x="107210" y="1"/>
                </a:lnTo>
                <a:lnTo>
                  <a:pt x="99472" y="1"/>
                </a:lnTo>
                <a:lnTo>
                  <a:pt x="98337" y="1"/>
                </a:lnTo>
                <a:lnTo>
                  <a:pt x="96536" y="1"/>
                </a:lnTo>
                <a:lnTo>
                  <a:pt x="95569" y="1"/>
                </a:lnTo>
                <a:lnTo>
                  <a:pt x="95402" y="1"/>
                </a:lnTo>
                <a:lnTo>
                  <a:pt x="94635" y="768"/>
                </a:lnTo>
                <a:lnTo>
                  <a:pt x="94535" y="1035"/>
                </a:lnTo>
                <a:lnTo>
                  <a:pt x="94535" y="2136"/>
                </a:lnTo>
                <a:lnTo>
                  <a:pt x="93267" y="2136"/>
                </a:lnTo>
                <a:lnTo>
                  <a:pt x="92366" y="3036"/>
                </a:lnTo>
                <a:lnTo>
                  <a:pt x="91499" y="2136"/>
                </a:lnTo>
                <a:lnTo>
                  <a:pt x="90232" y="2136"/>
                </a:lnTo>
                <a:lnTo>
                  <a:pt x="90232" y="1035"/>
                </a:lnTo>
                <a:lnTo>
                  <a:pt x="90098" y="768"/>
                </a:lnTo>
                <a:lnTo>
                  <a:pt x="89331" y="1"/>
                </a:lnTo>
                <a:lnTo>
                  <a:pt x="89164" y="1"/>
                </a:lnTo>
                <a:lnTo>
                  <a:pt x="88197" y="1"/>
                </a:lnTo>
                <a:lnTo>
                  <a:pt x="86396" y="1"/>
                </a:lnTo>
                <a:lnTo>
                  <a:pt x="85295" y="1"/>
                </a:lnTo>
                <a:lnTo>
                  <a:pt x="77523" y="1"/>
                </a:lnTo>
                <a:lnTo>
                  <a:pt x="77356" y="1"/>
                </a:lnTo>
                <a:lnTo>
                  <a:pt x="76589" y="1"/>
                </a:lnTo>
                <a:lnTo>
                  <a:pt x="76422" y="1"/>
                </a:lnTo>
                <a:lnTo>
                  <a:pt x="68650" y="1"/>
                </a:lnTo>
                <a:lnTo>
                  <a:pt x="67549" y="1"/>
                </a:lnTo>
                <a:lnTo>
                  <a:pt x="65714" y="1"/>
                </a:lnTo>
                <a:lnTo>
                  <a:pt x="64780" y="1"/>
                </a:lnTo>
                <a:lnTo>
                  <a:pt x="64613" y="1"/>
                </a:lnTo>
                <a:lnTo>
                  <a:pt x="63846" y="768"/>
                </a:lnTo>
                <a:lnTo>
                  <a:pt x="63713" y="1035"/>
                </a:lnTo>
                <a:lnTo>
                  <a:pt x="63713" y="2136"/>
                </a:lnTo>
                <a:lnTo>
                  <a:pt x="62478" y="2136"/>
                </a:lnTo>
                <a:lnTo>
                  <a:pt x="61578" y="3036"/>
                </a:lnTo>
                <a:lnTo>
                  <a:pt x="60677" y="2136"/>
                </a:lnTo>
                <a:lnTo>
                  <a:pt x="59443" y="2136"/>
                </a:lnTo>
                <a:lnTo>
                  <a:pt x="59443" y="1035"/>
                </a:lnTo>
                <a:lnTo>
                  <a:pt x="59310" y="768"/>
                </a:lnTo>
                <a:lnTo>
                  <a:pt x="58542" y="1"/>
                </a:lnTo>
                <a:lnTo>
                  <a:pt x="58376" y="1"/>
                </a:lnTo>
                <a:lnTo>
                  <a:pt x="57408" y="1"/>
                </a:lnTo>
                <a:lnTo>
                  <a:pt x="55607" y="1"/>
                </a:lnTo>
                <a:lnTo>
                  <a:pt x="54506" y="1"/>
                </a:lnTo>
                <a:lnTo>
                  <a:pt x="46734" y="1"/>
                </a:lnTo>
                <a:lnTo>
                  <a:pt x="46567" y="1"/>
                </a:lnTo>
                <a:lnTo>
                  <a:pt x="45767" y="1"/>
                </a:lnTo>
                <a:lnTo>
                  <a:pt x="45600" y="1"/>
                </a:lnTo>
                <a:lnTo>
                  <a:pt x="37861" y="1"/>
                </a:lnTo>
                <a:lnTo>
                  <a:pt x="36760" y="1"/>
                </a:lnTo>
                <a:lnTo>
                  <a:pt x="34925" y="1"/>
                </a:lnTo>
                <a:lnTo>
                  <a:pt x="33991" y="1"/>
                </a:lnTo>
                <a:lnTo>
                  <a:pt x="33825" y="1"/>
                </a:lnTo>
                <a:lnTo>
                  <a:pt x="33057" y="768"/>
                </a:lnTo>
                <a:lnTo>
                  <a:pt x="32924" y="1035"/>
                </a:lnTo>
                <a:lnTo>
                  <a:pt x="32924" y="2136"/>
                </a:lnTo>
                <a:lnTo>
                  <a:pt x="31690" y="2136"/>
                </a:lnTo>
                <a:lnTo>
                  <a:pt x="30789" y="3036"/>
                </a:lnTo>
                <a:lnTo>
                  <a:pt x="29889" y="2136"/>
                </a:lnTo>
                <a:lnTo>
                  <a:pt x="28654" y="2136"/>
                </a:lnTo>
                <a:lnTo>
                  <a:pt x="28654" y="1035"/>
                </a:lnTo>
                <a:lnTo>
                  <a:pt x="28521" y="768"/>
                </a:lnTo>
                <a:lnTo>
                  <a:pt x="27754" y="1"/>
                </a:lnTo>
                <a:lnTo>
                  <a:pt x="27587" y="1"/>
                </a:lnTo>
                <a:lnTo>
                  <a:pt x="26620" y="1"/>
                </a:lnTo>
                <a:lnTo>
                  <a:pt x="24818" y="1"/>
                </a:lnTo>
                <a:lnTo>
                  <a:pt x="23684" y="1"/>
                </a:lnTo>
                <a:lnTo>
                  <a:pt x="23684" y="1"/>
                </a:lnTo>
                <a:lnTo>
                  <a:pt x="15945" y="1"/>
                </a:lnTo>
                <a:lnTo>
                  <a:pt x="15778" y="1"/>
                </a:lnTo>
                <a:lnTo>
                  <a:pt x="14978" y="1"/>
                </a:lnTo>
                <a:lnTo>
                  <a:pt x="14811" y="1"/>
                </a:lnTo>
                <a:lnTo>
                  <a:pt x="7072" y="1"/>
                </a:lnTo>
                <a:lnTo>
                  <a:pt x="5938" y="1"/>
                </a:lnTo>
                <a:lnTo>
                  <a:pt x="4137" y="1"/>
                </a:lnTo>
                <a:lnTo>
                  <a:pt x="3169" y="1"/>
                </a:lnTo>
                <a:lnTo>
                  <a:pt x="3036" y="1"/>
                </a:lnTo>
                <a:lnTo>
                  <a:pt x="2235" y="768"/>
                </a:lnTo>
                <a:lnTo>
                  <a:pt x="2135" y="1035"/>
                </a:lnTo>
                <a:lnTo>
                  <a:pt x="2135" y="2136"/>
                </a:lnTo>
                <a:lnTo>
                  <a:pt x="868" y="2136"/>
                </a:lnTo>
                <a:lnTo>
                  <a:pt x="0" y="3036"/>
                </a:lnTo>
                <a:lnTo>
                  <a:pt x="0" y="3203"/>
                </a:lnTo>
                <a:lnTo>
                  <a:pt x="0" y="4137"/>
                </a:lnTo>
                <a:lnTo>
                  <a:pt x="0" y="5972"/>
                </a:lnTo>
                <a:lnTo>
                  <a:pt x="0" y="7073"/>
                </a:lnTo>
                <a:lnTo>
                  <a:pt x="0" y="14845"/>
                </a:lnTo>
                <a:lnTo>
                  <a:pt x="0" y="14978"/>
                </a:lnTo>
                <a:lnTo>
                  <a:pt x="0" y="15779"/>
                </a:lnTo>
                <a:lnTo>
                  <a:pt x="0" y="15946"/>
                </a:lnTo>
                <a:lnTo>
                  <a:pt x="0" y="23685"/>
                </a:lnTo>
                <a:lnTo>
                  <a:pt x="0" y="24819"/>
                </a:lnTo>
                <a:lnTo>
                  <a:pt x="0" y="26620"/>
                </a:lnTo>
                <a:lnTo>
                  <a:pt x="0" y="27587"/>
                </a:lnTo>
                <a:lnTo>
                  <a:pt x="0" y="27754"/>
                </a:lnTo>
                <a:lnTo>
                  <a:pt x="868" y="28621"/>
                </a:lnTo>
                <a:lnTo>
                  <a:pt x="2135" y="28621"/>
                </a:lnTo>
                <a:lnTo>
                  <a:pt x="2135" y="29722"/>
                </a:lnTo>
                <a:lnTo>
                  <a:pt x="2235" y="30022"/>
                </a:lnTo>
                <a:lnTo>
                  <a:pt x="3036" y="30790"/>
                </a:lnTo>
                <a:lnTo>
                  <a:pt x="2235" y="31557"/>
                </a:lnTo>
                <a:lnTo>
                  <a:pt x="2135" y="31824"/>
                </a:lnTo>
                <a:lnTo>
                  <a:pt x="2135" y="32924"/>
                </a:lnTo>
                <a:lnTo>
                  <a:pt x="868" y="32924"/>
                </a:lnTo>
                <a:lnTo>
                  <a:pt x="0" y="33825"/>
                </a:lnTo>
                <a:lnTo>
                  <a:pt x="0" y="33959"/>
                </a:lnTo>
                <a:lnTo>
                  <a:pt x="0" y="34926"/>
                </a:lnTo>
                <a:lnTo>
                  <a:pt x="0" y="36727"/>
                </a:lnTo>
                <a:lnTo>
                  <a:pt x="0" y="37861"/>
                </a:lnTo>
                <a:lnTo>
                  <a:pt x="0" y="45600"/>
                </a:lnTo>
                <a:lnTo>
                  <a:pt x="0" y="45767"/>
                </a:lnTo>
                <a:lnTo>
                  <a:pt x="0" y="46568"/>
                </a:lnTo>
                <a:lnTo>
                  <a:pt x="0" y="46734"/>
                </a:lnTo>
                <a:lnTo>
                  <a:pt x="0" y="54473"/>
                </a:lnTo>
                <a:lnTo>
                  <a:pt x="0" y="55607"/>
                </a:lnTo>
                <a:lnTo>
                  <a:pt x="0" y="57409"/>
                </a:lnTo>
                <a:lnTo>
                  <a:pt x="0" y="58376"/>
                </a:lnTo>
                <a:lnTo>
                  <a:pt x="0" y="58509"/>
                </a:lnTo>
                <a:lnTo>
                  <a:pt x="868" y="59410"/>
                </a:lnTo>
                <a:lnTo>
                  <a:pt x="2135" y="59410"/>
                </a:lnTo>
                <a:lnTo>
                  <a:pt x="2135" y="60511"/>
                </a:lnTo>
                <a:lnTo>
                  <a:pt x="2235" y="60778"/>
                </a:lnTo>
                <a:lnTo>
                  <a:pt x="3036" y="61545"/>
                </a:lnTo>
                <a:lnTo>
                  <a:pt x="2235" y="62312"/>
                </a:lnTo>
                <a:lnTo>
                  <a:pt x="2135" y="62612"/>
                </a:lnTo>
                <a:lnTo>
                  <a:pt x="2135" y="63713"/>
                </a:lnTo>
                <a:lnTo>
                  <a:pt x="868" y="63713"/>
                </a:lnTo>
                <a:lnTo>
                  <a:pt x="0" y="64580"/>
                </a:lnTo>
                <a:lnTo>
                  <a:pt x="0" y="64747"/>
                </a:lnTo>
                <a:lnTo>
                  <a:pt x="0" y="65715"/>
                </a:lnTo>
                <a:lnTo>
                  <a:pt x="0" y="67516"/>
                </a:lnTo>
                <a:lnTo>
                  <a:pt x="0" y="68650"/>
                </a:lnTo>
                <a:lnTo>
                  <a:pt x="0" y="76389"/>
                </a:lnTo>
                <a:lnTo>
                  <a:pt x="0" y="76556"/>
                </a:lnTo>
                <a:lnTo>
                  <a:pt x="0" y="77356"/>
                </a:lnTo>
                <a:lnTo>
                  <a:pt x="0" y="77490"/>
                </a:lnTo>
                <a:lnTo>
                  <a:pt x="0" y="85262"/>
                </a:lnTo>
                <a:lnTo>
                  <a:pt x="0" y="86363"/>
                </a:lnTo>
                <a:lnTo>
                  <a:pt x="0" y="88197"/>
                </a:lnTo>
                <a:lnTo>
                  <a:pt x="0" y="89131"/>
                </a:lnTo>
                <a:lnTo>
                  <a:pt x="0" y="89298"/>
                </a:lnTo>
                <a:lnTo>
                  <a:pt x="868" y="90199"/>
                </a:lnTo>
                <a:lnTo>
                  <a:pt x="2135" y="90199"/>
                </a:lnTo>
                <a:lnTo>
                  <a:pt x="2135" y="91266"/>
                </a:lnTo>
                <a:lnTo>
                  <a:pt x="2235" y="91566"/>
                </a:lnTo>
                <a:lnTo>
                  <a:pt x="3036" y="92334"/>
                </a:lnTo>
                <a:lnTo>
                  <a:pt x="2235" y="93101"/>
                </a:lnTo>
                <a:lnTo>
                  <a:pt x="2135" y="93368"/>
                </a:lnTo>
                <a:lnTo>
                  <a:pt x="2135" y="94469"/>
                </a:lnTo>
                <a:lnTo>
                  <a:pt x="868" y="94469"/>
                </a:lnTo>
                <a:lnTo>
                  <a:pt x="0" y="95369"/>
                </a:lnTo>
                <a:lnTo>
                  <a:pt x="0" y="95536"/>
                </a:lnTo>
                <a:lnTo>
                  <a:pt x="0" y="96470"/>
                </a:lnTo>
                <a:lnTo>
                  <a:pt x="0" y="98305"/>
                </a:lnTo>
                <a:lnTo>
                  <a:pt x="0" y="99405"/>
                </a:lnTo>
                <a:lnTo>
                  <a:pt x="0" y="107178"/>
                </a:lnTo>
                <a:lnTo>
                  <a:pt x="0" y="107311"/>
                </a:lnTo>
                <a:lnTo>
                  <a:pt x="0" y="108112"/>
                </a:lnTo>
                <a:lnTo>
                  <a:pt x="0" y="108278"/>
                </a:lnTo>
                <a:lnTo>
                  <a:pt x="0" y="116017"/>
                </a:lnTo>
                <a:lnTo>
                  <a:pt x="0" y="117151"/>
                </a:lnTo>
                <a:lnTo>
                  <a:pt x="0" y="118953"/>
                </a:lnTo>
                <a:lnTo>
                  <a:pt x="0" y="119920"/>
                </a:lnTo>
                <a:lnTo>
                  <a:pt x="0" y="120087"/>
                </a:lnTo>
                <a:lnTo>
                  <a:pt x="868" y="120954"/>
                </a:lnTo>
                <a:lnTo>
                  <a:pt x="2135" y="120954"/>
                </a:lnTo>
                <a:lnTo>
                  <a:pt x="2135" y="122055"/>
                </a:lnTo>
                <a:lnTo>
                  <a:pt x="2235" y="122355"/>
                </a:lnTo>
                <a:lnTo>
                  <a:pt x="3036" y="123122"/>
                </a:lnTo>
                <a:lnTo>
                  <a:pt x="3169" y="123122"/>
                </a:lnTo>
                <a:lnTo>
                  <a:pt x="4137" y="123122"/>
                </a:lnTo>
                <a:lnTo>
                  <a:pt x="5938" y="123122"/>
                </a:lnTo>
                <a:lnTo>
                  <a:pt x="7072" y="123122"/>
                </a:lnTo>
                <a:lnTo>
                  <a:pt x="14811" y="123122"/>
                </a:lnTo>
                <a:lnTo>
                  <a:pt x="14978" y="123122"/>
                </a:lnTo>
                <a:lnTo>
                  <a:pt x="15778" y="123122"/>
                </a:lnTo>
                <a:lnTo>
                  <a:pt x="15945" y="123122"/>
                </a:lnTo>
                <a:lnTo>
                  <a:pt x="23684" y="123122"/>
                </a:lnTo>
                <a:lnTo>
                  <a:pt x="23684" y="123122"/>
                </a:lnTo>
                <a:lnTo>
                  <a:pt x="24818" y="123122"/>
                </a:lnTo>
                <a:lnTo>
                  <a:pt x="26620" y="123122"/>
                </a:lnTo>
                <a:lnTo>
                  <a:pt x="27587" y="123122"/>
                </a:lnTo>
                <a:lnTo>
                  <a:pt x="27754" y="123122"/>
                </a:lnTo>
                <a:lnTo>
                  <a:pt x="28521" y="122355"/>
                </a:lnTo>
                <a:lnTo>
                  <a:pt x="28621" y="122055"/>
                </a:lnTo>
                <a:lnTo>
                  <a:pt x="28621" y="120954"/>
                </a:lnTo>
                <a:lnTo>
                  <a:pt x="29889" y="120954"/>
                </a:lnTo>
                <a:lnTo>
                  <a:pt x="30789" y="120087"/>
                </a:lnTo>
                <a:lnTo>
                  <a:pt x="31656" y="120954"/>
                </a:lnTo>
                <a:lnTo>
                  <a:pt x="32924" y="120954"/>
                </a:lnTo>
                <a:lnTo>
                  <a:pt x="32924" y="122055"/>
                </a:lnTo>
                <a:lnTo>
                  <a:pt x="33024" y="122355"/>
                </a:lnTo>
                <a:lnTo>
                  <a:pt x="33825" y="123122"/>
                </a:lnTo>
                <a:lnTo>
                  <a:pt x="33958" y="123122"/>
                </a:lnTo>
                <a:lnTo>
                  <a:pt x="34925" y="123122"/>
                </a:lnTo>
                <a:lnTo>
                  <a:pt x="36727" y="123122"/>
                </a:lnTo>
                <a:lnTo>
                  <a:pt x="37861" y="123122"/>
                </a:lnTo>
                <a:lnTo>
                  <a:pt x="45600" y="123122"/>
                </a:lnTo>
                <a:lnTo>
                  <a:pt x="45767" y="123122"/>
                </a:lnTo>
                <a:lnTo>
                  <a:pt x="46567" y="123122"/>
                </a:lnTo>
                <a:lnTo>
                  <a:pt x="46734" y="123122"/>
                </a:lnTo>
                <a:lnTo>
                  <a:pt x="54473" y="123122"/>
                </a:lnTo>
                <a:lnTo>
                  <a:pt x="55607" y="123122"/>
                </a:lnTo>
                <a:lnTo>
                  <a:pt x="57408" y="123122"/>
                </a:lnTo>
                <a:lnTo>
                  <a:pt x="58376" y="123122"/>
                </a:lnTo>
                <a:lnTo>
                  <a:pt x="58542" y="123122"/>
                </a:lnTo>
                <a:lnTo>
                  <a:pt x="59310" y="122355"/>
                </a:lnTo>
                <a:lnTo>
                  <a:pt x="59410" y="122055"/>
                </a:lnTo>
                <a:lnTo>
                  <a:pt x="59410" y="120954"/>
                </a:lnTo>
                <a:lnTo>
                  <a:pt x="60677" y="120954"/>
                </a:lnTo>
                <a:lnTo>
                  <a:pt x="61578" y="120087"/>
                </a:lnTo>
                <a:lnTo>
                  <a:pt x="62445" y="120954"/>
                </a:lnTo>
                <a:lnTo>
                  <a:pt x="63713" y="120954"/>
                </a:lnTo>
                <a:lnTo>
                  <a:pt x="63713" y="122055"/>
                </a:lnTo>
                <a:lnTo>
                  <a:pt x="63813" y="122355"/>
                </a:lnTo>
                <a:lnTo>
                  <a:pt x="64613" y="123122"/>
                </a:lnTo>
                <a:lnTo>
                  <a:pt x="64747" y="123122"/>
                </a:lnTo>
                <a:lnTo>
                  <a:pt x="65714" y="123122"/>
                </a:lnTo>
                <a:lnTo>
                  <a:pt x="67515" y="123122"/>
                </a:lnTo>
                <a:lnTo>
                  <a:pt x="68650" y="123122"/>
                </a:lnTo>
                <a:lnTo>
                  <a:pt x="76388" y="123122"/>
                </a:lnTo>
                <a:lnTo>
                  <a:pt x="76555" y="123122"/>
                </a:lnTo>
                <a:lnTo>
                  <a:pt x="77356" y="123122"/>
                </a:lnTo>
                <a:lnTo>
                  <a:pt x="77523" y="123122"/>
                </a:lnTo>
                <a:lnTo>
                  <a:pt x="85261" y="123122"/>
                </a:lnTo>
                <a:lnTo>
                  <a:pt x="86362" y="123122"/>
                </a:lnTo>
                <a:lnTo>
                  <a:pt x="88197" y="123122"/>
                </a:lnTo>
                <a:lnTo>
                  <a:pt x="89131" y="123122"/>
                </a:lnTo>
                <a:lnTo>
                  <a:pt x="89298" y="123122"/>
                </a:lnTo>
                <a:lnTo>
                  <a:pt x="90065" y="122355"/>
                </a:lnTo>
                <a:lnTo>
                  <a:pt x="90198" y="122055"/>
                </a:lnTo>
                <a:lnTo>
                  <a:pt x="90198" y="120954"/>
                </a:lnTo>
                <a:lnTo>
                  <a:pt x="91466" y="120954"/>
                </a:lnTo>
                <a:lnTo>
                  <a:pt x="92333" y="120087"/>
                </a:lnTo>
                <a:lnTo>
                  <a:pt x="93234" y="120954"/>
                </a:lnTo>
                <a:lnTo>
                  <a:pt x="94501" y="120954"/>
                </a:lnTo>
                <a:lnTo>
                  <a:pt x="94501" y="122055"/>
                </a:lnTo>
                <a:lnTo>
                  <a:pt x="94601" y="122355"/>
                </a:lnTo>
                <a:lnTo>
                  <a:pt x="95369" y="123122"/>
                </a:lnTo>
                <a:lnTo>
                  <a:pt x="95535" y="123122"/>
                </a:lnTo>
                <a:lnTo>
                  <a:pt x="96503" y="123122"/>
                </a:lnTo>
                <a:lnTo>
                  <a:pt x="98304" y="123122"/>
                </a:lnTo>
                <a:lnTo>
                  <a:pt x="99438" y="123122"/>
                </a:lnTo>
                <a:lnTo>
                  <a:pt x="107177" y="123122"/>
                </a:lnTo>
                <a:lnTo>
                  <a:pt x="107344" y="123122"/>
                </a:lnTo>
                <a:lnTo>
                  <a:pt x="108111" y="123122"/>
                </a:lnTo>
                <a:lnTo>
                  <a:pt x="108278" y="123122"/>
                </a:lnTo>
                <a:lnTo>
                  <a:pt x="116050" y="123122"/>
                </a:lnTo>
                <a:lnTo>
                  <a:pt x="117151" y="123122"/>
                </a:lnTo>
                <a:lnTo>
                  <a:pt x="118985" y="123122"/>
                </a:lnTo>
                <a:lnTo>
                  <a:pt x="119919" y="123122"/>
                </a:lnTo>
                <a:lnTo>
                  <a:pt x="120086" y="123122"/>
                </a:lnTo>
                <a:lnTo>
                  <a:pt x="120853" y="122355"/>
                </a:lnTo>
                <a:lnTo>
                  <a:pt x="120987" y="122055"/>
                </a:lnTo>
                <a:lnTo>
                  <a:pt x="120987" y="120954"/>
                </a:lnTo>
                <a:lnTo>
                  <a:pt x="122221" y="120954"/>
                </a:lnTo>
                <a:lnTo>
                  <a:pt x="123122" y="120087"/>
                </a:lnTo>
                <a:lnTo>
                  <a:pt x="124022" y="120954"/>
                </a:lnTo>
                <a:lnTo>
                  <a:pt x="125257" y="120954"/>
                </a:lnTo>
                <a:lnTo>
                  <a:pt x="125257" y="122055"/>
                </a:lnTo>
                <a:lnTo>
                  <a:pt x="125390" y="122355"/>
                </a:lnTo>
                <a:lnTo>
                  <a:pt x="126157" y="123122"/>
                </a:lnTo>
                <a:lnTo>
                  <a:pt x="126324" y="123122"/>
                </a:lnTo>
                <a:lnTo>
                  <a:pt x="127291" y="123122"/>
                </a:lnTo>
                <a:lnTo>
                  <a:pt x="129093" y="123122"/>
                </a:lnTo>
                <a:lnTo>
                  <a:pt x="130193" y="123122"/>
                </a:lnTo>
                <a:lnTo>
                  <a:pt x="137966" y="123122"/>
                </a:lnTo>
                <a:lnTo>
                  <a:pt x="138132" y="123122"/>
                </a:lnTo>
                <a:lnTo>
                  <a:pt x="138900" y="123122"/>
                </a:lnTo>
                <a:lnTo>
                  <a:pt x="139066" y="123122"/>
                </a:lnTo>
                <a:lnTo>
                  <a:pt x="146839" y="123122"/>
                </a:lnTo>
                <a:lnTo>
                  <a:pt x="147939" y="123122"/>
                </a:lnTo>
                <a:lnTo>
                  <a:pt x="149741" y="123122"/>
                </a:lnTo>
                <a:lnTo>
                  <a:pt x="150708" y="123122"/>
                </a:lnTo>
                <a:lnTo>
                  <a:pt x="150875" y="123122"/>
                </a:lnTo>
                <a:lnTo>
                  <a:pt x="151642" y="122355"/>
                </a:lnTo>
                <a:lnTo>
                  <a:pt x="151776" y="122055"/>
                </a:lnTo>
                <a:lnTo>
                  <a:pt x="151776" y="120954"/>
                </a:lnTo>
                <a:lnTo>
                  <a:pt x="153010" y="120954"/>
                </a:lnTo>
                <a:lnTo>
                  <a:pt x="153910" y="120087"/>
                </a:lnTo>
                <a:lnTo>
                  <a:pt x="154778" y="120954"/>
                </a:lnTo>
                <a:lnTo>
                  <a:pt x="156112" y="120954"/>
                </a:lnTo>
                <a:lnTo>
                  <a:pt x="156112" y="122055"/>
                </a:lnTo>
                <a:lnTo>
                  <a:pt x="156212" y="122355"/>
                </a:lnTo>
                <a:lnTo>
                  <a:pt x="156979" y="123122"/>
                </a:lnTo>
                <a:lnTo>
                  <a:pt x="157146" y="123122"/>
                </a:lnTo>
                <a:lnTo>
                  <a:pt x="158113" y="123122"/>
                </a:lnTo>
                <a:lnTo>
                  <a:pt x="159915" y="123122"/>
                </a:lnTo>
                <a:lnTo>
                  <a:pt x="161049" y="123122"/>
                </a:lnTo>
                <a:lnTo>
                  <a:pt x="168788" y="123122"/>
                </a:lnTo>
                <a:lnTo>
                  <a:pt x="168954" y="123122"/>
                </a:lnTo>
                <a:lnTo>
                  <a:pt x="169722" y="123122"/>
                </a:lnTo>
                <a:lnTo>
                  <a:pt x="169888" y="123122"/>
                </a:lnTo>
                <a:lnTo>
                  <a:pt x="177661" y="123122"/>
                </a:lnTo>
                <a:lnTo>
                  <a:pt x="178761" y="123122"/>
                </a:lnTo>
                <a:lnTo>
                  <a:pt x="180596" y="123122"/>
                </a:lnTo>
                <a:lnTo>
                  <a:pt x="181530" y="123122"/>
                </a:lnTo>
                <a:lnTo>
                  <a:pt x="181697" y="123122"/>
                </a:lnTo>
                <a:lnTo>
                  <a:pt x="182464" y="122355"/>
                </a:lnTo>
                <a:lnTo>
                  <a:pt x="182598" y="122055"/>
                </a:lnTo>
                <a:lnTo>
                  <a:pt x="182598" y="120954"/>
                </a:lnTo>
                <a:lnTo>
                  <a:pt x="183832" y="120954"/>
                </a:lnTo>
                <a:lnTo>
                  <a:pt x="184732" y="120087"/>
                </a:lnTo>
                <a:lnTo>
                  <a:pt x="185633" y="120954"/>
                </a:lnTo>
                <a:lnTo>
                  <a:pt x="186867" y="120954"/>
                </a:lnTo>
                <a:lnTo>
                  <a:pt x="186867" y="122055"/>
                </a:lnTo>
                <a:lnTo>
                  <a:pt x="187001" y="122355"/>
                </a:lnTo>
                <a:lnTo>
                  <a:pt x="187768" y="123122"/>
                </a:lnTo>
                <a:lnTo>
                  <a:pt x="187935" y="123122"/>
                </a:lnTo>
                <a:lnTo>
                  <a:pt x="188869" y="123122"/>
                </a:lnTo>
                <a:lnTo>
                  <a:pt x="190703" y="123122"/>
                </a:lnTo>
                <a:lnTo>
                  <a:pt x="191804" y="123122"/>
                </a:lnTo>
                <a:lnTo>
                  <a:pt x="199576" y="123122"/>
                </a:lnTo>
                <a:lnTo>
                  <a:pt x="199743" y="123122"/>
                </a:lnTo>
                <a:lnTo>
                  <a:pt x="200510" y="123122"/>
                </a:lnTo>
                <a:lnTo>
                  <a:pt x="200677" y="123122"/>
                </a:lnTo>
                <a:lnTo>
                  <a:pt x="208449" y="123122"/>
                </a:lnTo>
                <a:lnTo>
                  <a:pt x="209550" y="123122"/>
                </a:lnTo>
                <a:lnTo>
                  <a:pt x="211351" y="123122"/>
                </a:lnTo>
                <a:lnTo>
                  <a:pt x="212319" y="123122"/>
                </a:lnTo>
                <a:lnTo>
                  <a:pt x="212486" y="123122"/>
                </a:lnTo>
                <a:lnTo>
                  <a:pt x="213253" y="122355"/>
                </a:lnTo>
                <a:lnTo>
                  <a:pt x="213386" y="122055"/>
                </a:lnTo>
                <a:lnTo>
                  <a:pt x="213386" y="120954"/>
                </a:lnTo>
                <a:lnTo>
                  <a:pt x="214620" y="120954"/>
                </a:lnTo>
                <a:lnTo>
                  <a:pt x="215521" y="120087"/>
                </a:lnTo>
                <a:lnTo>
                  <a:pt x="216388" y="120954"/>
                </a:lnTo>
                <a:lnTo>
                  <a:pt x="217656" y="120954"/>
                </a:lnTo>
                <a:lnTo>
                  <a:pt x="217656" y="122055"/>
                </a:lnTo>
                <a:lnTo>
                  <a:pt x="217789" y="122355"/>
                </a:lnTo>
                <a:lnTo>
                  <a:pt x="218557" y="123122"/>
                </a:lnTo>
                <a:lnTo>
                  <a:pt x="218723" y="123122"/>
                </a:lnTo>
                <a:lnTo>
                  <a:pt x="219657" y="123122"/>
                </a:lnTo>
                <a:lnTo>
                  <a:pt x="221492" y="123122"/>
                </a:lnTo>
                <a:lnTo>
                  <a:pt x="222593" y="123122"/>
                </a:lnTo>
                <a:lnTo>
                  <a:pt x="222593" y="123122"/>
                </a:lnTo>
                <a:lnTo>
                  <a:pt x="230365" y="123122"/>
                </a:lnTo>
                <a:lnTo>
                  <a:pt x="230498" y="123122"/>
                </a:lnTo>
                <a:lnTo>
                  <a:pt x="231299" y="123122"/>
                </a:lnTo>
                <a:lnTo>
                  <a:pt x="231466" y="123122"/>
                </a:lnTo>
                <a:lnTo>
                  <a:pt x="239205" y="123122"/>
                </a:lnTo>
                <a:lnTo>
                  <a:pt x="240339" y="123122"/>
                </a:lnTo>
                <a:lnTo>
                  <a:pt x="242140" y="123122"/>
                </a:lnTo>
                <a:lnTo>
                  <a:pt x="243107" y="123122"/>
                </a:lnTo>
                <a:lnTo>
                  <a:pt x="243274" y="123122"/>
                </a:lnTo>
                <a:lnTo>
                  <a:pt x="244041" y="122355"/>
                </a:lnTo>
                <a:lnTo>
                  <a:pt x="244142" y="122055"/>
                </a:lnTo>
                <a:lnTo>
                  <a:pt x="244142" y="120954"/>
                </a:lnTo>
                <a:lnTo>
                  <a:pt x="245409" y="120954"/>
                </a:lnTo>
                <a:lnTo>
                  <a:pt x="246310" y="120087"/>
                </a:lnTo>
                <a:lnTo>
                  <a:pt x="246310" y="119920"/>
                </a:lnTo>
                <a:lnTo>
                  <a:pt x="246310" y="118953"/>
                </a:lnTo>
                <a:lnTo>
                  <a:pt x="246310" y="117151"/>
                </a:lnTo>
                <a:lnTo>
                  <a:pt x="246310" y="116017"/>
                </a:lnTo>
                <a:lnTo>
                  <a:pt x="246310" y="108278"/>
                </a:lnTo>
                <a:lnTo>
                  <a:pt x="246310" y="108112"/>
                </a:lnTo>
                <a:lnTo>
                  <a:pt x="246310" y="107311"/>
                </a:lnTo>
                <a:lnTo>
                  <a:pt x="246310" y="107178"/>
                </a:lnTo>
                <a:lnTo>
                  <a:pt x="246310" y="99405"/>
                </a:lnTo>
                <a:lnTo>
                  <a:pt x="246310" y="98305"/>
                </a:lnTo>
                <a:lnTo>
                  <a:pt x="246310" y="96470"/>
                </a:lnTo>
                <a:lnTo>
                  <a:pt x="246310" y="95536"/>
                </a:lnTo>
                <a:lnTo>
                  <a:pt x="246310" y="95369"/>
                </a:lnTo>
                <a:lnTo>
                  <a:pt x="245409" y="94469"/>
                </a:lnTo>
                <a:lnTo>
                  <a:pt x="244142" y="94469"/>
                </a:lnTo>
                <a:lnTo>
                  <a:pt x="244142" y="93368"/>
                </a:lnTo>
                <a:lnTo>
                  <a:pt x="244041" y="93101"/>
                </a:lnTo>
                <a:lnTo>
                  <a:pt x="243274" y="92334"/>
                </a:lnTo>
                <a:lnTo>
                  <a:pt x="244041" y="91566"/>
                </a:lnTo>
                <a:lnTo>
                  <a:pt x="244142" y="91266"/>
                </a:lnTo>
                <a:lnTo>
                  <a:pt x="244142" y="90199"/>
                </a:lnTo>
                <a:lnTo>
                  <a:pt x="245409" y="90199"/>
                </a:lnTo>
                <a:lnTo>
                  <a:pt x="246310" y="89298"/>
                </a:lnTo>
                <a:lnTo>
                  <a:pt x="246310" y="89131"/>
                </a:lnTo>
                <a:lnTo>
                  <a:pt x="246310" y="88197"/>
                </a:lnTo>
                <a:lnTo>
                  <a:pt x="246310" y="86363"/>
                </a:lnTo>
                <a:lnTo>
                  <a:pt x="246310" y="85262"/>
                </a:lnTo>
                <a:lnTo>
                  <a:pt x="246310" y="77490"/>
                </a:lnTo>
                <a:lnTo>
                  <a:pt x="246310" y="77323"/>
                </a:lnTo>
                <a:lnTo>
                  <a:pt x="246310" y="76556"/>
                </a:lnTo>
                <a:lnTo>
                  <a:pt x="246310" y="76389"/>
                </a:lnTo>
                <a:lnTo>
                  <a:pt x="246310" y="68617"/>
                </a:lnTo>
                <a:lnTo>
                  <a:pt x="246310" y="67516"/>
                </a:lnTo>
                <a:lnTo>
                  <a:pt x="246310" y="65715"/>
                </a:lnTo>
                <a:lnTo>
                  <a:pt x="246310" y="64747"/>
                </a:lnTo>
                <a:lnTo>
                  <a:pt x="246310" y="64580"/>
                </a:lnTo>
                <a:lnTo>
                  <a:pt x="245409" y="63713"/>
                </a:lnTo>
                <a:lnTo>
                  <a:pt x="244142" y="63713"/>
                </a:lnTo>
                <a:lnTo>
                  <a:pt x="244142" y="62612"/>
                </a:lnTo>
                <a:lnTo>
                  <a:pt x="244041" y="62312"/>
                </a:lnTo>
                <a:lnTo>
                  <a:pt x="243274" y="61545"/>
                </a:lnTo>
                <a:lnTo>
                  <a:pt x="244041" y="60778"/>
                </a:lnTo>
                <a:lnTo>
                  <a:pt x="244142" y="60511"/>
                </a:lnTo>
                <a:lnTo>
                  <a:pt x="244142" y="59410"/>
                </a:lnTo>
                <a:lnTo>
                  <a:pt x="245409" y="59410"/>
                </a:lnTo>
                <a:lnTo>
                  <a:pt x="246310" y="58509"/>
                </a:lnTo>
                <a:lnTo>
                  <a:pt x="246310" y="58376"/>
                </a:lnTo>
                <a:lnTo>
                  <a:pt x="246310" y="57409"/>
                </a:lnTo>
                <a:lnTo>
                  <a:pt x="246310" y="55607"/>
                </a:lnTo>
                <a:lnTo>
                  <a:pt x="246310" y="54473"/>
                </a:lnTo>
                <a:lnTo>
                  <a:pt x="246310" y="46734"/>
                </a:lnTo>
                <a:lnTo>
                  <a:pt x="246310" y="46568"/>
                </a:lnTo>
                <a:lnTo>
                  <a:pt x="246310" y="45800"/>
                </a:lnTo>
                <a:lnTo>
                  <a:pt x="246310" y="45634"/>
                </a:lnTo>
                <a:lnTo>
                  <a:pt x="246310" y="37861"/>
                </a:lnTo>
                <a:lnTo>
                  <a:pt x="246310" y="36761"/>
                </a:lnTo>
                <a:lnTo>
                  <a:pt x="246310" y="34926"/>
                </a:lnTo>
                <a:lnTo>
                  <a:pt x="246310" y="33992"/>
                </a:lnTo>
                <a:lnTo>
                  <a:pt x="246310" y="33825"/>
                </a:lnTo>
                <a:lnTo>
                  <a:pt x="245409" y="32924"/>
                </a:lnTo>
                <a:lnTo>
                  <a:pt x="244142" y="32924"/>
                </a:lnTo>
                <a:lnTo>
                  <a:pt x="244142" y="31824"/>
                </a:lnTo>
                <a:lnTo>
                  <a:pt x="244041" y="31557"/>
                </a:lnTo>
                <a:lnTo>
                  <a:pt x="243274" y="30790"/>
                </a:lnTo>
                <a:lnTo>
                  <a:pt x="244041" y="30022"/>
                </a:lnTo>
                <a:lnTo>
                  <a:pt x="244142" y="29722"/>
                </a:lnTo>
                <a:lnTo>
                  <a:pt x="244142" y="28655"/>
                </a:lnTo>
                <a:lnTo>
                  <a:pt x="245409" y="28655"/>
                </a:lnTo>
                <a:lnTo>
                  <a:pt x="246310" y="27754"/>
                </a:lnTo>
                <a:lnTo>
                  <a:pt x="246310" y="27587"/>
                </a:lnTo>
                <a:lnTo>
                  <a:pt x="246310" y="26620"/>
                </a:lnTo>
                <a:lnTo>
                  <a:pt x="246310" y="24819"/>
                </a:lnTo>
                <a:lnTo>
                  <a:pt x="246310" y="23718"/>
                </a:lnTo>
                <a:lnTo>
                  <a:pt x="246310" y="15946"/>
                </a:lnTo>
                <a:lnTo>
                  <a:pt x="246310" y="15779"/>
                </a:lnTo>
                <a:lnTo>
                  <a:pt x="246310" y="15012"/>
                </a:lnTo>
                <a:lnTo>
                  <a:pt x="246310" y="14845"/>
                </a:lnTo>
                <a:lnTo>
                  <a:pt x="246310" y="7073"/>
                </a:lnTo>
                <a:lnTo>
                  <a:pt x="246310" y="5972"/>
                </a:lnTo>
                <a:lnTo>
                  <a:pt x="246310" y="4137"/>
                </a:lnTo>
                <a:lnTo>
                  <a:pt x="246310" y="3203"/>
                </a:lnTo>
                <a:lnTo>
                  <a:pt x="246310" y="3036"/>
                </a:lnTo>
                <a:close/>
                <a:moveTo>
                  <a:pt x="242574" y="401"/>
                </a:moveTo>
                <a:lnTo>
                  <a:pt x="243374" y="1202"/>
                </a:lnTo>
                <a:lnTo>
                  <a:pt x="243374" y="2503"/>
                </a:lnTo>
                <a:lnTo>
                  <a:pt x="242107" y="3804"/>
                </a:lnTo>
                <a:lnTo>
                  <a:pt x="242107" y="1735"/>
                </a:lnTo>
                <a:lnTo>
                  <a:pt x="240739" y="401"/>
                </a:lnTo>
                <a:lnTo>
                  <a:pt x="242574" y="401"/>
                </a:lnTo>
                <a:close/>
                <a:moveTo>
                  <a:pt x="239338" y="6439"/>
                </a:moveTo>
                <a:lnTo>
                  <a:pt x="234635" y="6439"/>
                </a:lnTo>
                <a:lnTo>
                  <a:pt x="231332" y="3103"/>
                </a:lnTo>
                <a:lnTo>
                  <a:pt x="231332" y="935"/>
                </a:lnTo>
                <a:lnTo>
                  <a:pt x="235269" y="4904"/>
                </a:lnTo>
                <a:lnTo>
                  <a:pt x="240873" y="4904"/>
                </a:lnTo>
                <a:close/>
                <a:moveTo>
                  <a:pt x="239338" y="37228"/>
                </a:moveTo>
                <a:lnTo>
                  <a:pt x="234635" y="37228"/>
                </a:lnTo>
                <a:lnTo>
                  <a:pt x="231332" y="33892"/>
                </a:lnTo>
                <a:lnTo>
                  <a:pt x="231332" y="31757"/>
                </a:lnTo>
                <a:lnTo>
                  <a:pt x="235269" y="35693"/>
                </a:lnTo>
                <a:lnTo>
                  <a:pt x="240873" y="35693"/>
                </a:lnTo>
                <a:close/>
                <a:moveTo>
                  <a:pt x="239205" y="42932"/>
                </a:moveTo>
                <a:lnTo>
                  <a:pt x="242073" y="45800"/>
                </a:lnTo>
                <a:lnTo>
                  <a:pt x="239705" y="45800"/>
                </a:lnTo>
                <a:lnTo>
                  <a:pt x="237437" y="43499"/>
                </a:lnTo>
                <a:lnTo>
                  <a:pt x="237437" y="40230"/>
                </a:lnTo>
                <a:lnTo>
                  <a:pt x="239105" y="38562"/>
                </a:lnTo>
                <a:lnTo>
                  <a:pt x="239105" y="42631"/>
                </a:lnTo>
                <a:close/>
                <a:moveTo>
                  <a:pt x="239338" y="68016"/>
                </a:moveTo>
                <a:lnTo>
                  <a:pt x="234635" y="68016"/>
                </a:lnTo>
                <a:lnTo>
                  <a:pt x="231332" y="64714"/>
                </a:lnTo>
                <a:lnTo>
                  <a:pt x="231332" y="62546"/>
                </a:lnTo>
                <a:lnTo>
                  <a:pt x="235269" y="66482"/>
                </a:lnTo>
                <a:lnTo>
                  <a:pt x="240873" y="66482"/>
                </a:lnTo>
                <a:close/>
                <a:moveTo>
                  <a:pt x="239338" y="98805"/>
                </a:moveTo>
                <a:lnTo>
                  <a:pt x="234635" y="98805"/>
                </a:lnTo>
                <a:lnTo>
                  <a:pt x="231332" y="95503"/>
                </a:lnTo>
                <a:lnTo>
                  <a:pt x="231332" y="93334"/>
                </a:lnTo>
                <a:lnTo>
                  <a:pt x="235269" y="97271"/>
                </a:lnTo>
                <a:lnTo>
                  <a:pt x="240873" y="97271"/>
                </a:lnTo>
                <a:close/>
                <a:moveTo>
                  <a:pt x="239205" y="104509"/>
                </a:moveTo>
                <a:lnTo>
                  <a:pt x="242073" y="107378"/>
                </a:lnTo>
                <a:lnTo>
                  <a:pt x="239705" y="107378"/>
                </a:lnTo>
                <a:lnTo>
                  <a:pt x="237437" y="105076"/>
                </a:lnTo>
                <a:lnTo>
                  <a:pt x="237437" y="101840"/>
                </a:lnTo>
                <a:lnTo>
                  <a:pt x="239105" y="100139"/>
                </a:lnTo>
                <a:lnTo>
                  <a:pt x="239105" y="104209"/>
                </a:lnTo>
                <a:close/>
                <a:moveTo>
                  <a:pt x="239105" y="115384"/>
                </a:moveTo>
                <a:lnTo>
                  <a:pt x="237437" y="113716"/>
                </a:lnTo>
                <a:lnTo>
                  <a:pt x="237437" y="110447"/>
                </a:lnTo>
                <a:lnTo>
                  <a:pt x="239705" y="108145"/>
                </a:lnTo>
                <a:lnTo>
                  <a:pt x="242073" y="108145"/>
                </a:lnTo>
                <a:lnTo>
                  <a:pt x="239105" y="111147"/>
                </a:lnTo>
                <a:lnTo>
                  <a:pt x="239105" y="115384"/>
                </a:lnTo>
                <a:close/>
                <a:moveTo>
                  <a:pt x="220425" y="117685"/>
                </a:moveTo>
                <a:lnTo>
                  <a:pt x="220425" y="112114"/>
                </a:lnTo>
                <a:lnTo>
                  <a:pt x="216488" y="108178"/>
                </a:lnTo>
                <a:lnTo>
                  <a:pt x="218657" y="108178"/>
                </a:lnTo>
                <a:lnTo>
                  <a:pt x="221959" y="111481"/>
                </a:lnTo>
                <a:lnTo>
                  <a:pt x="221959" y="116151"/>
                </a:lnTo>
                <a:close/>
                <a:moveTo>
                  <a:pt x="210618" y="117685"/>
                </a:moveTo>
                <a:lnTo>
                  <a:pt x="209083" y="116184"/>
                </a:lnTo>
                <a:lnTo>
                  <a:pt x="209083" y="111481"/>
                </a:lnTo>
                <a:lnTo>
                  <a:pt x="212419" y="108178"/>
                </a:lnTo>
                <a:lnTo>
                  <a:pt x="214587" y="108178"/>
                </a:lnTo>
                <a:lnTo>
                  <a:pt x="210618" y="112114"/>
                </a:lnTo>
                <a:lnTo>
                  <a:pt x="210618" y="117685"/>
                </a:lnTo>
                <a:close/>
                <a:moveTo>
                  <a:pt x="189636" y="117685"/>
                </a:moveTo>
                <a:lnTo>
                  <a:pt x="189636" y="112114"/>
                </a:lnTo>
                <a:lnTo>
                  <a:pt x="185700" y="108178"/>
                </a:lnTo>
                <a:lnTo>
                  <a:pt x="187868" y="108178"/>
                </a:lnTo>
                <a:lnTo>
                  <a:pt x="191170" y="111481"/>
                </a:lnTo>
                <a:lnTo>
                  <a:pt x="191170" y="116151"/>
                </a:lnTo>
                <a:close/>
                <a:moveTo>
                  <a:pt x="179829" y="117685"/>
                </a:moveTo>
                <a:lnTo>
                  <a:pt x="178294" y="116184"/>
                </a:lnTo>
                <a:lnTo>
                  <a:pt x="178294" y="111481"/>
                </a:lnTo>
                <a:lnTo>
                  <a:pt x="181630" y="108178"/>
                </a:lnTo>
                <a:lnTo>
                  <a:pt x="183798" y="108178"/>
                </a:lnTo>
                <a:lnTo>
                  <a:pt x="179829" y="112114"/>
                </a:lnTo>
                <a:lnTo>
                  <a:pt x="179829" y="117685"/>
                </a:lnTo>
                <a:close/>
                <a:moveTo>
                  <a:pt x="158847" y="117685"/>
                </a:moveTo>
                <a:lnTo>
                  <a:pt x="158847" y="112114"/>
                </a:lnTo>
                <a:lnTo>
                  <a:pt x="154911" y="108178"/>
                </a:lnTo>
                <a:lnTo>
                  <a:pt x="157079" y="108178"/>
                </a:lnTo>
                <a:lnTo>
                  <a:pt x="160382" y="111481"/>
                </a:lnTo>
                <a:lnTo>
                  <a:pt x="160382" y="116151"/>
                </a:lnTo>
                <a:close/>
                <a:moveTo>
                  <a:pt x="149040" y="117685"/>
                </a:moveTo>
                <a:lnTo>
                  <a:pt x="147506" y="116184"/>
                </a:lnTo>
                <a:lnTo>
                  <a:pt x="147506" y="111481"/>
                </a:lnTo>
                <a:lnTo>
                  <a:pt x="150842" y="108178"/>
                </a:lnTo>
                <a:lnTo>
                  <a:pt x="152976" y="108178"/>
                </a:lnTo>
                <a:lnTo>
                  <a:pt x="149040" y="112114"/>
                </a:lnTo>
                <a:lnTo>
                  <a:pt x="149040" y="117685"/>
                </a:lnTo>
                <a:close/>
                <a:moveTo>
                  <a:pt x="128059" y="117685"/>
                </a:moveTo>
                <a:lnTo>
                  <a:pt x="128059" y="112114"/>
                </a:lnTo>
                <a:lnTo>
                  <a:pt x="124122" y="108178"/>
                </a:lnTo>
                <a:lnTo>
                  <a:pt x="126291" y="108178"/>
                </a:lnTo>
                <a:lnTo>
                  <a:pt x="129593" y="111481"/>
                </a:lnTo>
                <a:lnTo>
                  <a:pt x="129593" y="116151"/>
                </a:lnTo>
                <a:close/>
                <a:moveTo>
                  <a:pt x="118252" y="117685"/>
                </a:moveTo>
                <a:lnTo>
                  <a:pt x="116717" y="116184"/>
                </a:lnTo>
                <a:lnTo>
                  <a:pt x="116717" y="111481"/>
                </a:lnTo>
                <a:lnTo>
                  <a:pt x="120053" y="108178"/>
                </a:lnTo>
                <a:lnTo>
                  <a:pt x="122188" y="108178"/>
                </a:lnTo>
                <a:lnTo>
                  <a:pt x="118252" y="112114"/>
                </a:lnTo>
                <a:close/>
                <a:moveTo>
                  <a:pt x="97270" y="117685"/>
                </a:moveTo>
                <a:lnTo>
                  <a:pt x="97270" y="112114"/>
                </a:lnTo>
                <a:lnTo>
                  <a:pt x="93334" y="108178"/>
                </a:lnTo>
                <a:lnTo>
                  <a:pt x="95469" y="108178"/>
                </a:lnTo>
                <a:lnTo>
                  <a:pt x="98804" y="111481"/>
                </a:lnTo>
                <a:lnTo>
                  <a:pt x="98804" y="116151"/>
                </a:lnTo>
                <a:close/>
                <a:moveTo>
                  <a:pt x="87463" y="117685"/>
                </a:moveTo>
                <a:lnTo>
                  <a:pt x="85929" y="116184"/>
                </a:lnTo>
                <a:lnTo>
                  <a:pt x="85929" y="111481"/>
                </a:lnTo>
                <a:lnTo>
                  <a:pt x="89231" y="108178"/>
                </a:lnTo>
                <a:lnTo>
                  <a:pt x="91399" y="108178"/>
                </a:lnTo>
                <a:lnTo>
                  <a:pt x="87463" y="112114"/>
                </a:lnTo>
                <a:close/>
                <a:moveTo>
                  <a:pt x="66481" y="117685"/>
                </a:moveTo>
                <a:lnTo>
                  <a:pt x="66481" y="112114"/>
                </a:lnTo>
                <a:lnTo>
                  <a:pt x="62545" y="108178"/>
                </a:lnTo>
                <a:lnTo>
                  <a:pt x="64680" y="108178"/>
                </a:lnTo>
                <a:lnTo>
                  <a:pt x="68016" y="111481"/>
                </a:lnTo>
                <a:lnTo>
                  <a:pt x="68016" y="116151"/>
                </a:lnTo>
                <a:close/>
                <a:moveTo>
                  <a:pt x="56674" y="117685"/>
                </a:moveTo>
                <a:lnTo>
                  <a:pt x="55140" y="116184"/>
                </a:lnTo>
                <a:lnTo>
                  <a:pt x="55140" y="111481"/>
                </a:lnTo>
                <a:lnTo>
                  <a:pt x="58442" y="108178"/>
                </a:lnTo>
                <a:lnTo>
                  <a:pt x="60610" y="108178"/>
                </a:lnTo>
                <a:lnTo>
                  <a:pt x="56674" y="112114"/>
                </a:lnTo>
                <a:close/>
                <a:moveTo>
                  <a:pt x="35693" y="117685"/>
                </a:moveTo>
                <a:lnTo>
                  <a:pt x="35693" y="112114"/>
                </a:lnTo>
                <a:lnTo>
                  <a:pt x="31723" y="108178"/>
                </a:lnTo>
                <a:lnTo>
                  <a:pt x="33891" y="108178"/>
                </a:lnTo>
                <a:lnTo>
                  <a:pt x="37227" y="111481"/>
                </a:lnTo>
                <a:lnTo>
                  <a:pt x="37227" y="116151"/>
                </a:lnTo>
                <a:close/>
                <a:moveTo>
                  <a:pt x="25886" y="117685"/>
                </a:moveTo>
                <a:lnTo>
                  <a:pt x="24351" y="116184"/>
                </a:lnTo>
                <a:lnTo>
                  <a:pt x="24351" y="111481"/>
                </a:lnTo>
                <a:lnTo>
                  <a:pt x="27654" y="108178"/>
                </a:lnTo>
                <a:lnTo>
                  <a:pt x="29822" y="108178"/>
                </a:lnTo>
                <a:lnTo>
                  <a:pt x="25886" y="112114"/>
                </a:lnTo>
                <a:lnTo>
                  <a:pt x="25886" y="117685"/>
                </a:lnTo>
                <a:close/>
                <a:moveTo>
                  <a:pt x="6972" y="85929"/>
                </a:moveTo>
                <a:lnTo>
                  <a:pt x="11675" y="85929"/>
                </a:lnTo>
                <a:lnTo>
                  <a:pt x="14978" y="89265"/>
                </a:lnTo>
                <a:lnTo>
                  <a:pt x="14978" y="91400"/>
                </a:lnTo>
                <a:lnTo>
                  <a:pt x="11042" y="87464"/>
                </a:lnTo>
                <a:lnTo>
                  <a:pt x="5438" y="87464"/>
                </a:lnTo>
                <a:close/>
                <a:moveTo>
                  <a:pt x="7106" y="80258"/>
                </a:moveTo>
                <a:lnTo>
                  <a:pt x="4237" y="77356"/>
                </a:lnTo>
                <a:lnTo>
                  <a:pt x="6605" y="77356"/>
                </a:lnTo>
                <a:lnTo>
                  <a:pt x="8873" y="79658"/>
                </a:lnTo>
                <a:lnTo>
                  <a:pt x="8873" y="82927"/>
                </a:lnTo>
                <a:lnTo>
                  <a:pt x="7206" y="84595"/>
                </a:lnTo>
                <a:lnTo>
                  <a:pt x="7206" y="80525"/>
                </a:lnTo>
                <a:close/>
                <a:moveTo>
                  <a:pt x="6972" y="55140"/>
                </a:moveTo>
                <a:lnTo>
                  <a:pt x="11675" y="55140"/>
                </a:lnTo>
                <a:lnTo>
                  <a:pt x="14978" y="58443"/>
                </a:lnTo>
                <a:lnTo>
                  <a:pt x="14978" y="60611"/>
                </a:lnTo>
                <a:lnTo>
                  <a:pt x="11042" y="56675"/>
                </a:lnTo>
                <a:lnTo>
                  <a:pt x="5438" y="56675"/>
                </a:lnTo>
                <a:close/>
                <a:moveTo>
                  <a:pt x="6972" y="24352"/>
                </a:moveTo>
                <a:lnTo>
                  <a:pt x="11675" y="24352"/>
                </a:lnTo>
                <a:lnTo>
                  <a:pt x="14978" y="27654"/>
                </a:lnTo>
                <a:lnTo>
                  <a:pt x="14978" y="29822"/>
                </a:lnTo>
                <a:lnTo>
                  <a:pt x="11042" y="25886"/>
                </a:lnTo>
                <a:lnTo>
                  <a:pt x="5438" y="25886"/>
                </a:lnTo>
                <a:close/>
                <a:moveTo>
                  <a:pt x="7106" y="18648"/>
                </a:moveTo>
                <a:lnTo>
                  <a:pt x="4237" y="15779"/>
                </a:lnTo>
                <a:lnTo>
                  <a:pt x="6605" y="15779"/>
                </a:lnTo>
                <a:lnTo>
                  <a:pt x="8873" y="18081"/>
                </a:lnTo>
                <a:lnTo>
                  <a:pt x="8873" y="21316"/>
                </a:lnTo>
                <a:lnTo>
                  <a:pt x="7206" y="23017"/>
                </a:lnTo>
                <a:lnTo>
                  <a:pt x="7206" y="18948"/>
                </a:lnTo>
                <a:close/>
                <a:moveTo>
                  <a:pt x="7206" y="7773"/>
                </a:moveTo>
                <a:lnTo>
                  <a:pt x="8873" y="9441"/>
                </a:lnTo>
                <a:lnTo>
                  <a:pt x="8873" y="12710"/>
                </a:lnTo>
                <a:lnTo>
                  <a:pt x="6605" y="15012"/>
                </a:lnTo>
                <a:lnTo>
                  <a:pt x="4237" y="15012"/>
                </a:lnTo>
                <a:lnTo>
                  <a:pt x="7206" y="12010"/>
                </a:lnTo>
                <a:lnTo>
                  <a:pt x="7206" y="7773"/>
                </a:lnTo>
                <a:close/>
                <a:moveTo>
                  <a:pt x="25886" y="5471"/>
                </a:moveTo>
                <a:lnTo>
                  <a:pt x="25886" y="11042"/>
                </a:lnTo>
                <a:lnTo>
                  <a:pt x="29822" y="15012"/>
                </a:lnTo>
                <a:lnTo>
                  <a:pt x="27654" y="15012"/>
                </a:lnTo>
                <a:lnTo>
                  <a:pt x="24351" y="11676"/>
                </a:lnTo>
                <a:lnTo>
                  <a:pt x="24351" y="6973"/>
                </a:lnTo>
                <a:close/>
                <a:moveTo>
                  <a:pt x="35693" y="5471"/>
                </a:moveTo>
                <a:lnTo>
                  <a:pt x="37227" y="6973"/>
                </a:lnTo>
                <a:lnTo>
                  <a:pt x="37227" y="11676"/>
                </a:lnTo>
                <a:lnTo>
                  <a:pt x="33891" y="15012"/>
                </a:lnTo>
                <a:lnTo>
                  <a:pt x="31723" y="15012"/>
                </a:lnTo>
                <a:lnTo>
                  <a:pt x="35693" y="11042"/>
                </a:lnTo>
                <a:lnTo>
                  <a:pt x="35693" y="5471"/>
                </a:lnTo>
                <a:close/>
                <a:moveTo>
                  <a:pt x="56674" y="5471"/>
                </a:moveTo>
                <a:lnTo>
                  <a:pt x="56674" y="11042"/>
                </a:lnTo>
                <a:lnTo>
                  <a:pt x="60610" y="15012"/>
                </a:lnTo>
                <a:lnTo>
                  <a:pt x="58442" y="15012"/>
                </a:lnTo>
                <a:lnTo>
                  <a:pt x="55140" y="11676"/>
                </a:lnTo>
                <a:lnTo>
                  <a:pt x="55140" y="6973"/>
                </a:lnTo>
                <a:close/>
                <a:moveTo>
                  <a:pt x="66481" y="5471"/>
                </a:moveTo>
                <a:lnTo>
                  <a:pt x="68016" y="6973"/>
                </a:lnTo>
                <a:lnTo>
                  <a:pt x="68016" y="11676"/>
                </a:lnTo>
                <a:lnTo>
                  <a:pt x="64680" y="15012"/>
                </a:lnTo>
                <a:lnTo>
                  <a:pt x="62512" y="15012"/>
                </a:lnTo>
                <a:lnTo>
                  <a:pt x="66481" y="11042"/>
                </a:lnTo>
                <a:lnTo>
                  <a:pt x="66481" y="5471"/>
                </a:lnTo>
                <a:close/>
                <a:moveTo>
                  <a:pt x="87463" y="5471"/>
                </a:moveTo>
                <a:lnTo>
                  <a:pt x="87463" y="11042"/>
                </a:lnTo>
                <a:lnTo>
                  <a:pt x="91399" y="15012"/>
                </a:lnTo>
                <a:lnTo>
                  <a:pt x="89231" y="15012"/>
                </a:lnTo>
                <a:lnTo>
                  <a:pt x="85929" y="11676"/>
                </a:lnTo>
                <a:lnTo>
                  <a:pt x="85929" y="6973"/>
                </a:lnTo>
                <a:close/>
                <a:moveTo>
                  <a:pt x="97270" y="5471"/>
                </a:moveTo>
                <a:lnTo>
                  <a:pt x="98804" y="6973"/>
                </a:lnTo>
                <a:lnTo>
                  <a:pt x="98804" y="11676"/>
                </a:lnTo>
                <a:lnTo>
                  <a:pt x="95502" y="15012"/>
                </a:lnTo>
                <a:lnTo>
                  <a:pt x="93334" y="15012"/>
                </a:lnTo>
                <a:lnTo>
                  <a:pt x="97270" y="11042"/>
                </a:lnTo>
                <a:lnTo>
                  <a:pt x="97270" y="5471"/>
                </a:lnTo>
                <a:close/>
                <a:moveTo>
                  <a:pt x="118252" y="5471"/>
                </a:moveTo>
                <a:lnTo>
                  <a:pt x="118252" y="11042"/>
                </a:lnTo>
                <a:lnTo>
                  <a:pt x="122188" y="15012"/>
                </a:lnTo>
                <a:lnTo>
                  <a:pt x="120053" y="15012"/>
                </a:lnTo>
                <a:lnTo>
                  <a:pt x="116717" y="11676"/>
                </a:lnTo>
                <a:lnTo>
                  <a:pt x="116717" y="6973"/>
                </a:lnTo>
                <a:close/>
                <a:moveTo>
                  <a:pt x="128059" y="5471"/>
                </a:moveTo>
                <a:lnTo>
                  <a:pt x="129593" y="6973"/>
                </a:lnTo>
                <a:lnTo>
                  <a:pt x="129593" y="11676"/>
                </a:lnTo>
                <a:lnTo>
                  <a:pt x="126291" y="15012"/>
                </a:lnTo>
                <a:lnTo>
                  <a:pt x="124122" y="15012"/>
                </a:lnTo>
                <a:lnTo>
                  <a:pt x="128059" y="11042"/>
                </a:lnTo>
                <a:lnTo>
                  <a:pt x="128059" y="5471"/>
                </a:lnTo>
                <a:close/>
                <a:moveTo>
                  <a:pt x="149040" y="5471"/>
                </a:moveTo>
                <a:lnTo>
                  <a:pt x="149040" y="11042"/>
                </a:lnTo>
                <a:lnTo>
                  <a:pt x="153010" y="15012"/>
                </a:lnTo>
                <a:lnTo>
                  <a:pt x="150842" y="15012"/>
                </a:lnTo>
                <a:lnTo>
                  <a:pt x="147506" y="11676"/>
                </a:lnTo>
                <a:lnTo>
                  <a:pt x="147506" y="6973"/>
                </a:lnTo>
                <a:close/>
                <a:moveTo>
                  <a:pt x="158847" y="5471"/>
                </a:moveTo>
                <a:lnTo>
                  <a:pt x="160382" y="6973"/>
                </a:lnTo>
                <a:lnTo>
                  <a:pt x="160382" y="11676"/>
                </a:lnTo>
                <a:lnTo>
                  <a:pt x="157079" y="15012"/>
                </a:lnTo>
                <a:lnTo>
                  <a:pt x="154911" y="15012"/>
                </a:lnTo>
                <a:lnTo>
                  <a:pt x="158847" y="11042"/>
                </a:lnTo>
                <a:close/>
                <a:moveTo>
                  <a:pt x="179829" y="5471"/>
                </a:moveTo>
                <a:lnTo>
                  <a:pt x="179829" y="11042"/>
                </a:lnTo>
                <a:lnTo>
                  <a:pt x="183798" y="15012"/>
                </a:lnTo>
                <a:lnTo>
                  <a:pt x="181630" y="15012"/>
                </a:lnTo>
                <a:lnTo>
                  <a:pt x="178294" y="11676"/>
                </a:lnTo>
                <a:lnTo>
                  <a:pt x="178294" y="6973"/>
                </a:lnTo>
                <a:close/>
                <a:moveTo>
                  <a:pt x="189636" y="5471"/>
                </a:moveTo>
                <a:lnTo>
                  <a:pt x="191170" y="6973"/>
                </a:lnTo>
                <a:lnTo>
                  <a:pt x="191170" y="11676"/>
                </a:lnTo>
                <a:lnTo>
                  <a:pt x="187868" y="15012"/>
                </a:lnTo>
                <a:lnTo>
                  <a:pt x="185700" y="15012"/>
                </a:lnTo>
                <a:lnTo>
                  <a:pt x="189636" y="11042"/>
                </a:lnTo>
                <a:lnTo>
                  <a:pt x="189636" y="5471"/>
                </a:lnTo>
                <a:close/>
                <a:moveTo>
                  <a:pt x="210618" y="5471"/>
                </a:moveTo>
                <a:lnTo>
                  <a:pt x="210618" y="11042"/>
                </a:lnTo>
                <a:lnTo>
                  <a:pt x="214587" y="15012"/>
                </a:lnTo>
                <a:lnTo>
                  <a:pt x="212419" y="15012"/>
                </a:lnTo>
                <a:lnTo>
                  <a:pt x="209083" y="11676"/>
                </a:lnTo>
                <a:lnTo>
                  <a:pt x="209083" y="6973"/>
                </a:lnTo>
                <a:close/>
                <a:moveTo>
                  <a:pt x="220425" y="5471"/>
                </a:moveTo>
                <a:lnTo>
                  <a:pt x="221959" y="6973"/>
                </a:lnTo>
                <a:lnTo>
                  <a:pt x="221959" y="11676"/>
                </a:lnTo>
                <a:lnTo>
                  <a:pt x="218657" y="15012"/>
                </a:lnTo>
                <a:lnTo>
                  <a:pt x="216488" y="15012"/>
                </a:lnTo>
                <a:lnTo>
                  <a:pt x="220425" y="11042"/>
                </a:lnTo>
                <a:lnTo>
                  <a:pt x="220425" y="5471"/>
                </a:lnTo>
                <a:close/>
                <a:moveTo>
                  <a:pt x="236636" y="112915"/>
                </a:moveTo>
                <a:lnTo>
                  <a:pt x="235302" y="111581"/>
                </a:lnTo>
                <a:lnTo>
                  <a:pt x="235302" y="109579"/>
                </a:lnTo>
                <a:lnTo>
                  <a:pt x="236736" y="108145"/>
                </a:lnTo>
                <a:lnTo>
                  <a:pt x="238604" y="108145"/>
                </a:lnTo>
                <a:lnTo>
                  <a:pt x="236636" y="110113"/>
                </a:lnTo>
                <a:close/>
                <a:moveTo>
                  <a:pt x="219757" y="107378"/>
                </a:moveTo>
                <a:lnTo>
                  <a:pt x="222760" y="104376"/>
                </a:lnTo>
                <a:lnTo>
                  <a:pt x="222760" y="100139"/>
                </a:lnTo>
                <a:lnTo>
                  <a:pt x="224427" y="101840"/>
                </a:lnTo>
                <a:lnTo>
                  <a:pt x="224427" y="105076"/>
                </a:lnTo>
                <a:lnTo>
                  <a:pt x="222159" y="107378"/>
                </a:lnTo>
                <a:close/>
                <a:moveTo>
                  <a:pt x="216488" y="107378"/>
                </a:moveTo>
                <a:lnTo>
                  <a:pt x="220425" y="103408"/>
                </a:lnTo>
                <a:lnTo>
                  <a:pt x="220425" y="97838"/>
                </a:lnTo>
                <a:lnTo>
                  <a:pt x="221959" y="99372"/>
                </a:lnTo>
                <a:lnTo>
                  <a:pt x="221959" y="104042"/>
                </a:lnTo>
                <a:lnTo>
                  <a:pt x="218657" y="107378"/>
                </a:lnTo>
                <a:lnTo>
                  <a:pt x="216488" y="107378"/>
                </a:lnTo>
                <a:close/>
                <a:moveTo>
                  <a:pt x="212419" y="107378"/>
                </a:moveTo>
                <a:lnTo>
                  <a:pt x="209083" y="104042"/>
                </a:lnTo>
                <a:lnTo>
                  <a:pt x="209083" y="99372"/>
                </a:lnTo>
                <a:lnTo>
                  <a:pt x="210618" y="97838"/>
                </a:lnTo>
                <a:lnTo>
                  <a:pt x="210618" y="103408"/>
                </a:lnTo>
                <a:lnTo>
                  <a:pt x="214587" y="107378"/>
                </a:lnTo>
                <a:lnTo>
                  <a:pt x="212419" y="107378"/>
                </a:lnTo>
                <a:close/>
                <a:moveTo>
                  <a:pt x="208916" y="107378"/>
                </a:moveTo>
                <a:lnTo>
                  <a:pt x="206648" y="105076"/>
                </a:lnTo>
                <a:lnTo>
                  <a:pt x="206648" y="101840"/>
                </a:lnTo>
                <a:lnTo>
                  <a:pt x="208316" y="100139"/>
                </a:lnTo>
                <a:lnTo>
                  <a:pt x="208316" y="104376"/>
                </a:lnTo>
                <a:lnTo>
                  <a:pt x="211285" y="107378"/>
                </a:lnTo>
                <a:lnTo>
                  <a:pt x="208916" y="107378"/>
                </a:lnTo>
                <a:close/>
                <a:moveTo>
                  <a:pt x="205848" y="112915"/>
                </a:moveTo>
                <a:lnTo>
                  <a:pt x="204513" y="111581"/>
                </a:lnTo>
                <a:lnTo>
                  <a:pt x="204513" y="109579"/>
                </a:lnTo>
                <a:lnTo>
                  <a:pt x="205948" y="108145"/>
                </a:lnTo>
                <a:lnTo>
                  <a:pt x="207816" y="108145"/>
                </a:lnTo>
                <a:lnTo>
                  <a:pt x="205848" y="110113"/>
                </a:lnTo>
                <a:close/>
                <a:moveTo>
                  <a:pt x="188969" y="107378"/>
                </a:moveTo>
                <a:lnTo>
                  <a:pt x="191837" y="104509"/>
                </a:lnTo>
                <a:lnTo>
                  <a:pt x="191971" y="104209"/>
                </a:lnTo>
                <a:lnTo>
                  <a:pt x="191971" y="100139"/>
                </a:lnTo>
                <a:lnTo>
                  <a:pt x="193639" y="101840"/>
                </a:lnTo>
                <a:lnTo>
                  <a:pt x="193639" y="105076"/>
                </a:lnTo>
                <a:lnTo>
                  <a:pt x="191337" y="107378"/>
                </a:lnTo>
                <a:lnTo>
                  <a:pt x="188969" y="107378"/>
                </a:lnTo>
                <a:close/>
                <a:moveTo>
                  <a:pt x="185700" y="107378"/>
                </a:moveTo>
                <a:lnTo>
                  <a:pt x="189636" y="103408"/>
                </a:lnTo>
                <a:lnTo>
                  <a:pt x="189636" y="97838"/>
                </a:lnTo>
                <a:lnTo>
                  <a:pt x="191170" y="99372"/>
                </a:lnTo>
                <a:lnTo>
                  <a:pt x="191170" y="104042"/>
                </a:lnTo>
                <a:lnTo>
                  <a:pt x="187868" y="107378"/>
                </a:lnTo>
                <a:lnTo>
                  <a:pt x="185700" y="107378"/>
                </a:lnTo>
                <a:close/>
                <a:moveTo>
                  <a:pt x="181630" y="107378"/>
                </a:moveTo>
                <a:lnTo>
                  <a:pt x="178294" y="104042"/>
                </a:lnTo>
                <a:lnTo>
                  <a:pt x="178294" y="99372"/>
                </a:lnTo>
                <a:lnTo>
                  <a:pt x="179829" y="97838"/>
                </a:lnTo>
                <a:lnTo>
                  <a:pt x="179829" y="103408"/>
                </a:lnTo>
                <a:lnTo>
                  <a:pt x="183798" y="107378"/>
                </a:lnTo>
                <a:lnTo>
                  <a:pt x="181630" y="107378"/>
                </a:lnTo>
                <a:close/>
                <a:moveTo>
                  <a:pt x="178128" y="107378"/>
                </a:moveTo>
                <a:lnTo>
                  <a:pt x="175826" y="105076"/>
                </a:lnTo>
                <a:lnTo>
                  <a:pt x="175826" y="101840"/>
                </a:lnTo>
                <a:lnTo>
                  <a:pt x="177527" y="100139"/>
                </a:lnTo>
                <a:lnTo>
                  <a:pt x="177527" y="104209"/>
                </a:lnTo>
                <a:lnTo>
                  <a:pt x="177627" y="104509"/>
                </a:lnTo>
                <a:lnTo>
                  <a:pt x="180496" y="107378"/>
                </a:lnTo>
                <a:lnTo>
                  <a:pt x="178128" y="107378"/>
                </a:lnTo>
                <a:close/>
                <a:moveTo>
                  <a:pt x="175059" y="112915"/>
                </a:moveTo>
                <a:lnTo>
                  <a:pt x="173725" y="111581"/>
                </a:lnTo>
                <a:lnTo>
                  <a:pt x="173725" y="109579"/>
                </a:lnTo>
                <a:lnTo>
                  <a:pt x="175159" y="108145"/>
                </a:lnTo>
                <a:lnTo>
                  <a:pt x="177027" y="108145"/>
                </a:lnTo>
                <a:lnTo>
                  <a:pt x="175059" y="110113"/>
                </a:lnTo>
                <a:close/>
                <a:moveTo>
                  <a:pt x="158180" y="107378"/>
                </a:moveTo>
                <a:lnTo>
                  <a:pt x="161182" y="104376"/>
                </a:lnTo>
                <a:lnTo>
                  <a:pt x="161182" y="100139"/>
                </a:lnTo>
                <a:lnTo>
                  <a:pt x="162850" y="101840"/>
                </a:lnTo>
                <a:lnTo>
                  <a:pt x="162850" y="105076"/>
                </a:lnTo>
                <a:lnTo>
                  <a:pt x="160548" y="107378"/>
                </a:lnTo>
                <a:close/>
                <a:moveTo>
                  <a:pt x="154911" y="107378"/>
                </a:moveTo>
                <a:lnTo>
                  <a:pt x="158847" y="103408"/>
                </a:lnTo>
                <a:lnTo>
                  <a:pt x="158847" y="97838"/>
                </a:lnTo>
                <a:lnTo>
                  <a:pt x="160382" y="99372"/>
                </a:lnTo>
                <a:lnTo>
                  <a:pt x="160382" y="104042"/>
                </a:lnTo>
                <a:lnTo>
                  <a:pt x="157079" y="107378"/>
                </a:lnTo>
                <a:lnTo>
                  <a:pt x="154911" y="107378"/>
                </a:lnTo>
                <a:close/>
                <a:moveTo>
                  <a:pt x="150842" y="107378"/>
                </a:moveTo>
                <a:lnTo>
                  <a:pt x="147506" y="104042"/>
                </a:lnTo>
                <a:lnTo>
                  <a:pt x="147506" y="99372"/>
                </a:lnTo>
                <a:lnTo>
                  <a:pt x="149040" y="97838"/>
                </a:lnTo>
                <a:lnTo>
                  <a:pt x="149040" y="103408"/>
                </a:lnTo>
                <a:lnTo>
                  <a:pt x="153010" y="107378"/>
                </a:lnTo>
                <a:lnTo>
                  <a:pt x="150842" y="107378"/>
                </a:lnTo>
                <a:close/>
                <a:moveTo>
                  <a:pt x="147339" y="107378"/>
                </a:moveTo>
                <a:lnTo>
                  <a:pt x="145037" y="105076"/>
                </a:lnTo>
                <a:lnTo>
                  <a:pt x="145037" y="101840"/>
                </a:lnTo>
                <a:lnTo>
                  <a:pt x="146739" y="100139"/>
                </a:lnTo>
                <a:lnTo>
                  <a:pt x="146739" y="104376"/>
                </a:lnTo>
                <a:lnTo>
                  <a:pt x="149707" y="107378"/>
                </a:lnTo>
                <a:lnTo>
                  <a:pt x="147339" y="107378"/>
                </a:lnTo>
                <a:close/>
                <a:moveTo>
                  <a:pt x="144270" y="112915"/>
                </a:moveTo>
                <a:lnTo>
                  <a:pt x="142936" y="111581"/>
                </a:lnTo>
                <a:lnTo>
                  <a:pt x="142936" y="109579"/>
                </a:lnTo>
                <a:lnTo>
                  <a:pt x="144370" y="108145"/>
                </a:lnTo>
                <a:lnTo>
                  <a:pt x="146238" y="108145"/>
                </a:lnTo>
                <a:lnTo>
                  <a:pt x="144270" y="110113"/>
                </a:lnTo>
                <a:close/>
                <a:moveTo>
                  <a:pt x="127391" y="107378"/>
                </a:moveTo>
                <a:lnTo>
                  <a:pt x="130260" y="104509"/>
                </a:lnTo>
                <a:lnTo>
                  <a:pt x="130394" y="104209"/>
                </a:lnTo>
                <a:lnTo>
                  <a:pt x="130394" y="100139"/>
                </a:lnTo>
                <a:lnTo>
                  <a:pt x="132061" y="101840"/>
                </a:lnTo>
                <a:lnTo>
                  <a:pt x="132061" y="105076"/>
                </a:lnTo>
                <a:lnTo>
                  <a:pt x="129760" y="107378"/>
                </a:lnTo>
                <a:lnTo>
                  <a:pt x="127391" y="107378"/>
                </a:lnTo>
                <a:close/>
                <a:moveTo>
                  <a:pt x="124122" y="107378"/>
                </a:moveTo>
                <a:lnTo>
                  <a:pt x="128059" y="103408"/>
                </a:lnTo>
                <a:lnTo>
                  <a:pt x="128059" y="97838"/>
                </a:lnTo>
                <a:lnTo>
                  <a:pt x="129593" y="99372"/>
                </a:lnTo>
                <a:lnTo>
                  <a:pt x="129593" y="104042"/>
                </a:lnTo>
                <a:lnTo>
                  <a:pt x="126291" y="107378"/>
                </a:lnTo>
                <a:lnTo>
                  <a:pt x="124122" y="107378"/>
                </a:lnTo>
                <a:close/>
                <a:moveTo>
                  <a:pt x="120053" y="107378"/>
                </a:moveTo>
                <a:lnTo>
                  <a:pt x="116717" y="104042"/>
                </a:lnTo>
                <a:lnTo>
                  <a:pt x="116717" y="99372"/>
                </a:lnTo>
                <a:lnTo>
                  <a:pt x="118252" y="97838"/>
                </a:lnTo>
                <a:lnTo>
                  <a:pt x="118252" y="103408"/>
                </a:lnTo>
                <a:lnTo>
                  <a:pt x="122188" y="107378"/>
                </a:lnTo>
                <a:lnTo>
                  <a:pt x="120053" y="107378"/>
                </a:lnTo>
                <a:close/>
                <a:moveTo>
                  <a:pt x="116550" y="107378"/>
                </a:moveTo>
                <a:lnTo>
                  <a:pt x="114249" y="105076"/>
                </a:lnTo>
                <a:lnTo>
                  <a:pt x="114249" y="101840"/>
                </a:lnTo>
                <a:lnTo>
                  <a:pt x="115950" y="100139"/>
                </a:lnTo>
                <a:lnTo>
                  <a:pt x="115950" y="104209"/>
                </a:lnTo>
                <a:lnTo>
                  <a:pt x="116050" y="104509"/>
                </a:lnTo>
                <a:lnTo>
                  <a:pt x="118919" y="107378"/>
                </a:lnTo>
                <a:lnTo>
                  <a:pt x="116550" y="107378"/>
                </a:lnTo>
                <a:close/>
                <a:moveTo>
                  <a:pt x="113482" y="112915"/>
                </a:moveTo>
                <a:lnTo>
                  <a:pt x="112147" y="111581"/>
                </a:lnTo>
                <a:lnTo>
                  <a:pt x="112147" y="109579"/>
                </a:lnTo>
                <a:lnTo>
                  <a:pt x="113582" y="108145"/>
                </a:lnTo>
                <a:lnTo>
                  <a:pt x="115450" y="108145"/>
                </a:lnTo>
                <a:lnTo>
                  <a:pt x="113482" y="110113"/>
                </a:lnTo>
                <a:close/>
                <a:moveTo>
                  <a:pt x="96603" y="107378"/>
                </a:moveTo>
                <a:lnTo>
                  <a:pt x="99605" y="104376"/>
                </a:lnTo>
                <a:lnTo>
                  <a:pt x="99605" y="100139"/>
                </a:lnTo>
                <a:lnTo>
                  <a:pt x="101273" y="101840"/>
                </a:lnTo>
                <a:lnTo>
                  <a:pt x="101273" y="105076"/>
                </a:lnTo>
                <a:lnTo>
                  <a:pt x="98971" y="107378"/>
                </a:lnTo>
                <a:close/>
                <a:moveTo>
                  <a:pt x="93334" y="107378"/>
                </a:moveTo>
                <a:lnTo>
                  <a:pt x="97270" y="103408"/>
                </a:lnTo>
                <a:lnTo>
                  <a:pt x="97270" y="97838"/>
                </a:lnTo>
                <a:lnTo>
                  <a:pt x="98804" y="99372"/>
                </a:lnTo>
                <a:lnTo>
                  <a:pt x="98804" y="104042"/>
                </a:lnTo>
                <a:lnTo>
                  <a:pt x="95469" y="107378"/>
                </a:lnTo>
                <a:lnTo>
                  <a:pt x="93334" y="107378"/>
                </a:lnTo>
                <a:close/>
                <a:moveTo>
                  <a:pt x="89231" y="107378"/>
                </a:moveTo>
                <a:lnTo>
                  <a:pt x="85929" y="104042"/>
                </a:lnTo>
                <a:lnTo>
                  <a:pt x="85929" y="99372"/>
                </a:lnTo>
                <a:lnTo>
                  <a:pt x="87463" y="97838"/>
                </a:lnTo>
                <a:lnTo>
                  <a:pt x="87463" y="103408"/>
                </a:lnTo>
                <a:lnTo>
                  <a:pt x="91399" y="107378"/>
                </a:lnTo>
                <a:lnTo>
                  <a:pt x="89231" y="107378"/>
                </a:lnTo>
                <a:close/>
                <a:moveTo>
                  <a:pt x="85762" y="107378"/>
                </a:moveTo>
                <a:lnTo>
                  <a:pt x="83460" y="105076"/>
                </a:lnTo>
                <a:lnTo>
                  <a:pt x="83460" y="101840"/>
                </a:lnTo>
                <a:lnTo>
                  <a:pt x="85128" y="100139"/>
                </a:lnTo>
                <a:lnTo>
                  <a:pt x="85128" y="104376"/>
                </a:lnTo>
                <a:lnTo>
                  <a:pt x="88130" y="107378"/>
                </a:lnTo>
                <a:lnTo>
                  <a:pt x="85762" y="107378"/>
                </a:lnTo>
                <a:close/>
                <a:moveTo>
                  <a:pt x="82660" y="112915"/>
                </a:moveTo>
                <a:lnTo>
                  <a:pt x="81359" y="111581"/>
                </a:lnTo>
                <a:lnTo>
                  <a:pt x="81359" y="109579"/>
                </a:lnTo>
                <a:lnTo>
                  <a:pt x="82793" y="108145"/>
                </a:lnTo>
                <a:lnTo>
                  <a:pt x="84628" y="108145"/>
                </a:lnTo>
                <a:lnTo>
                  <a:pt x="82660" y="110113"/>
                </a:lnTo>
                <a:close/>
                <a:moveTo>
                  <a:pt x="65814" y="107378"/>
                </a:moveTo>
                <a:lnTo>
                  <a:pt x="68683" y="104509"/>
                </a:lnTo>
                <a:lnTo>
                  <a:pt x="68816" y="104209"/>
                </a:lnTo>
                <a:lnTo>
                  <a:pt x="68816" y="100139"/>
                </a:lnTo>
                <a:lnTo>
                  <a:pt x="70484" y="101840"/>
                </a:lnTo>
                <a:lnTo>
                  <a:pt x="70484" y="105076"/>
                </a:lnTo>
                <a:lnTo>
                  <a:pt x="68183" y="107378"/>
                </a:lnTo>
                <a:lnTo>
                  <a:pt x="65814" y="107378"/>
                </a:lnTo>
                <a:close/>
                <a:moveTo>
                  <a:pt x="62512" y="107378"/>
                </a:moveTo>
                <a:lnTo>
                  <a:pt x="66481" y="103408"/>
                </a:lnTo>
                <a:lnTo>
                  <a:pt x="66481" y="97838"/>
                </a:lnTo>
                <a:lnTo>
                  <a:pt x="68016" y="99372"/>
                </a:lnTo>
                <a:lnTo>
                  <a:pt x="68016" y="104042"/>
                </a:lnTo>
                <a:lnTo>
                  <a:pt x="64680" y="107378"/>
                </a:lnTo>
                <a:lnTo>
                  <a:pt x="62512" y="107378"/>
                </a:lnTo>
                <a:close/>
                <a:moveTo>
                  <a:pt x="58442" y="107378"/>
                </a:moveTo>
                <a:lnTo>
                  <a:pt x="55140" y="104042"/>
                </a:lnTo>
                <a:lnTo>
                  <a:pt x="55140" y="99372"/>
                </a:lnTo>
                <a:lnTo>
                  <a:pt x="56674" y="97838"/>
                </a:lnTo>
                <a:lnTo>
                  <a:pt x="56674" y="103408"/>
                </a:lnTo>
                <a:lnTo>
                  <a:pt x="60610" y="107378"/>
                </a:lnTo>
                <a:lnTo>
                  <a:pt x="58442" y="107378"/>
                </a:lnTo>
                <a:close/>
                <a:moveTo>
                  <a:pt x="54973" y="107378"/>
                </a:moveTo>
                <a:lnTo>
                  <a:pt x="52671" y="105076"/>
                </a:lnTo>
                <a:lnTo>
                  <a:pt x="52671" y="101840"/>
                </a:lnTo>
                <a:lnTo>
                  <a:pt x="54339" y="100139"/>
                </a:lnTo>
                <a:lnTo>
                  <a:pt x="54339" y="104209"/>
                </a:lnTo>
                <a:lnTo>
                  <a:pt x="54473" y="104509"/>
                </a:lnTo>
                <a:lnTo>
                  <a:pt x="57341" y="107378"/>
                </a:lnTo>
                <a:lnTo>
                  <a:pt x="54973" y="107378"/>
                </a:lnTo>
                <a:close/>
                <a:moveTo>
                  <a:pt x="51871" y="112915"/>
                </a:moveTo>
                <a:lnTo>
                  <a:pt x="50570" y="111581"/>
                </a:lnTo>
                <a:lnTo>
                  <a:pt x="50570" y="109579"/>
                </a:lnTo>
                <a:lnTo>
                  <a:pt x="51971" y="108145"/>
                </a:lnTo>
                <a:lnTo>
                  <a:pt x="53839" y="108145"/>
                </a:lnTo>
                <a:lnTo>
                  <a:pt x="51871" y="110113"/>
                </a:lnTo>
                <a:close/>
                <a:moveTo>
                  <a:pt x="35026" y="107378"/>
                </a:moveTo>
                <a:lnTo>
                  <a:pt x="37994" y="104376"/>
                </a:lnTo>
                <a:lnTo>
                  <a:pt x="37994" y="100139"/>
                </a:lnTo>
                <a:lnTo>
                  <a:pt x="39696" y="101840"/>
                </a:lnTo>
                <a:lnTo>
                  <a:pt x="39696" y="105076"/>
                </a:lnTo>
                <a:lnTo>
                  <a:pt x="37394" y="107378"/>
                </a:lnTo>
                <a:close/>
                <a:moveTo>
                  <a:pt x="31723" y="107378"/>
                </a:moveTo>
                <a:lnTo>
                  <a:pt x="35693" y="103408"/>
                </a:lnTo>
                <a:lnTo>
                  <a:pt x="35693" y="97838"/>
                </a:lnTo>
                <a:lnTo>
                  <a:pt x="37227" y="99372"/>
                </a:lnTo>
                <a:lnTo>
                  <a:pt x="37227" y="104042"/>
                </a:lnTo>
                <a:lnTo>
                  <a:pt x="33891" y="107378"/>
                </a:lnTo>
                <a:lnTo>
                  <a:pt x="31723" y="107378"/>
                </a:lnTo>
                <a:close/>
                <a:moveTo>
                  <a:pt x="27654" y="107378"/>
                </a:moveTo>
                <a:lnTo>
                  <a:pt x="24351" y="104042"/>
                </a:lnTo>
                <a:lnTo>
                  <a:pt x="24351" y="99372"/>
                </a:lnTo>
                <a:lnTo>
                  <a:pt x="25886" y="97838"/>
                </a:lnTo>
                <a:lnTo>
                  <a:pt x="25886" y="103408"/>
                </a:lnTo>
                <a:lnTo>
                  <a:pt x="29822" y="107378"/>
                </a:lnTo>
                <a:lnTo>
                  <a:pt x="27654" y="107378"/>
                </a:lnTo>
                <a:close/>
                <a:moveTo>
                  <a:pt x="24184" y="107378"/>
                </a:moveTo>
                <a:lnTo>
                  <a:pt x="21883" y="105076"/>
                </a:lnTo>
                <a:lnTo>
                  <a:pt x="21883" y="101840"/>
                </a:lnTo>
                <a:lnTo>
                  <a:pt x="23551" y="100139"/>
                </a:lnTo>
                <a:lnTo>
                  <a:pt x="23551" y="104376"/>
                </a:lnTo>
                <a:lnTo>
                  <a:pt x="26553" y="107378"/>
                </a:lnTo>
                <a:lnTo>
                  <a:pt x="24184" y="107378"/>
                </a:lnTo>
                <a:close/>
                <a:moveTo>
                  <a:pt x="21082" y="112915"/>
                </a:moveTo>
                <a:lnTo>
                  <a:pt x="19781" y="111581"/>
                </a:lnTo>
                <a:lnTo>
                  <a:pt x="19781" y="109579"/>
                </a:lnTo>
                <a:lnTo>
                  <a:pt x="21182" y="108145"/>
                </a:lnTo>
                <a:lnTo>
                  <a:pt x="23050" y="108145"/>
                </a:lnTo>
                <a:lnTo>
                  <a:pt x="21082" y="110113"/>
                </a:lnTo>
                <a:close/>
                <a:moveTo>
                  <a:pt x="9674" y="10242"/>
                </a:moveTo>
                <a:lnTo>
                  <a:pt x="11008" y="11576"/>
                </a:lnTo>
                <a:lnTo>
                  <a:pt x="11008" y="13577"/>
                </a:lnTo>
                <a:lnTo>
                  <a:pt x="9574" y="15012"/>
                </a:lnTo>
                <a:lnTo>
                  <a:pt x="7706" y="15012"/>
                </a:lnTo>
                <a:lnTo>
                  <a:pt x="9674" y="13044"/>
                </a:lnTo>
                <a:close/>
                <a:moveTo>
                  <a:pt x="26553" y="15779"/>
                </a:moveTo>
                <a:lnTo>
                  <a:pt x="23551" y="18781"/>
                </a:lnTo>
                <a:lnTo>
                  <a:pt x="23551" y="23017"/>
                </a:lnTo>
                <a:lnTo>
                  <a:pt x="21883" y="21316"/>
                </a:lnTo>
                <a:lnTo>
                  <a:pt x="21883" y="18081"/>
                </a:lnTo>
                <a:lnTo>
                  <a:pt x="24184" y="15779"/>
                </a:lnTo>
                <a:lnTo>
                  <a:pt x="26553" y="15779"/>
                </a:lnTo>
                <a:close/>
                <a:moveTo>
                  <a:pt x="29822" y="15779"/>
                </a:moveTo>
                <a:lnTo>
                  <a:pt x="25886" y="19748"/>
                </a:lnTo>
                <a:lnTo>
                  <a:pt x="25886" y="25319"/>
                </a:lnTo>
                <a:lnTo>
                  <a:pt x="24351" y="23785"/>
                </a:lnTo>
                <a:lnTo>
                  <a:pt x="24351" y="19115"/>
                </a:lnTo>
                <a:lnTo>
                  <a:pt x="27654" y="15779"/>
                </a:lnTo>
                <a:lnTo>
                  <a:pt x="29822" y="15779"/>
                </a:lnTo>
                <a:close/>
                <a:moveTo>
                  <a:pt x="33891" y="15779"/>
                </a:moveTo>
                <a:lnTo>
                  <a:pt x="37227" y="19115"/>
                </a:lnTo>
                <a:lnTo>
                  <a:pt x="37227" y="23785"/>
                </a:lnTo>
                <a:lnTo>
                  <a:pt x="35693" y="25319"/>
                </a:lnTo>
                <a:lnTo>
                  <a:pt x="35693" y="19748"/>
                </a:lnTo>
                <a:lnTo>
                  <a:pt x="31723" y="15779"/>
                </a:lnTo>
                <a:lnTo>
                  <a:pt x="33891" y="15779"/>
                </a:lnTo>
                <a:close/>
                <a:moveTo>
                  <a:pt x="37394" y="15779"/>
                </a:moveTo>
                <a:lnTo>
                  <a:pt x="39696" y="18081"/>
                </a:lnTo>
                <a:lnTo>
                  <a:pt x="39696" y="21316"/>
                </a:lnTo>
                <a:lnTo>
                  <a:pt x="37994" y="23017"/>
                </a:lnTo>
                <a:lnTo>
                  <a:pt x="37994" y="18781"/>
                </a:lnTo>
                <a:lnTo>
                  <a:pt x="35026" y="15779"/>
                </a:lnTo>
                <a:lnTo>
                  <a:pt x="37394" y="15779"/>
                </a:lnTo>
                <a:close/>
                <a:moveTo>
                  <a:pt x="40463" y="10242"/>
                </a:moveTo>
                <a:lnTo>
                  <a:pt x="41797" y="11576"/>
                </a:lnTo>
                <a:lnTo>
                  <a:pt x="41797" y="13577"/>
                </a:lnTo>
                <a:lnTo>
                  <a:pt x="40363" y="15012"/>
                </a:lnTo>
                <a:lnTo>
                  <a:pt x="38495" y="15012"/>
                </a:lnTo>
                <a:lnTo>
                  <a:pt x="40463" y="13044"/>
                </a:lnTo>
                <a:close/>
                <a:moveTo>
                  <a:pt x="57341" y="15779"/>
                </a:moveTo>
                <a:lnTo>
                  <a:pt x="54473" y="18648"/>
                </a:lnTo>
                <a:lnTo>
                  <a:pt x="54339" y="18948"/>
                </a:lnTo>
                <a:lnTo>
                  <a:pt x="54339" y="23017"/>
                </a:lnTo>
                <a:lnTo>
                  <a:pt x="52671" y="21316"/>
                </a:lnTo>
                <a:lnTo>
                  <a:pt x="52671" y="18081"/>
                </a:lnTo>
                <a:lnTo>
                  <a:pt x="54973" y="15779"/>
                </a:lnTo>
                <a:lnTo>
                  <a:pt x="57341" y="15779"/>
                </a:lnTo>
                <a:close/>
                <a:moveTo>
                  <a:pt x="60610" y="15779"/>
                </a:moveTo>
                <a:lnTo>
                  <a:pt x="56674" y="19748"/>
                </a:lnTo>
                <a:lnTo>
                  <a:pt x="56674" y="25319"/>
                </a:lnTo>
                <a:lnTo>
                  <a:pt x="55140" y="23785"/>
                </a:lnTo>
                <a:lnTo>
                  <a:pt x="55140" y="19115"/>
                </a:lnTo>
                <a:lnTo>
                  <a:pt x="58442" y="15779"/>
                </a:lnTo>
                <a:lnTo>
                  <a:pt x="60610" y="15779"/>
                </a:lnTo>
                <a:close/>
                <a:moveTo>
                  <a:pt x="64680" y="15779"/>
                </a:moveTo>
                <a:lnTo>
                  <a:pt x="68016" y="19115"/>
                </a:lnTo>
                <a:lnTo>
                  <a:pt x="68016" y="23785"/>
                </a:lnTo>
                <a:lnTo>
                  <a:pt x="66481" y="25319"/>
                </a:lnTo>
                <a:lnTo>
                  <a:pt x="66481" y="19748"/>
                </a:lnTo>
                <a:lnTo>
                  <a:pt x="62545" y="15779"/>
                </a:lnTo>
                <a:lnTo>
                  <a:pt x="64680" y="15779"/>
                </a:lnTo>
                <a:close/>
                <a:moveTo>
                  <a:pt x="68183" y="15779"/>
                </a:moveTo>
                <a:lnTo>
                  <a:pt x="70484" y="18081"/>
                </a:lnTo>
                <a:lnTo>
                  <a:pt x="70484" y="21316"/>
                </a:lnTo>
                <a:lnTo>
                  <a:pt x="68783" y="23017"/>
                </a:lnTo>
                <a:lnTo>
                  <a:pt x="68783" y="18948"/>
                </a:lnTo>
                <a:lnTo>
                  <a:pt x="68683" y="18648"/>
                </a:lnTo>
                <a:lnTo>
                  <a:pt x="65814" y="15779"/>
                </a:lnTo>
                <a:lnTo>
                  <a:pt x="68183" y="15779"/>
                </a:lnTo>
                <a:close/>
                <a:moveTo>
                  <a:pt x="71251" y="10242"/>
                </a:moveTo>
                <a:lnTo>
                  <a:pt x="72586" y="11576"/>
                </a:lnTo>
                <a:lnTo>
                  <a:pt x="72586" y="13577"/>
                </a:lnTo>
                <a:lnTo>
                  <a:pt x="71151" y="15012"/>
                </a:lnTo>
                <a:lnTo>
                  <a:pt x="69283" y="15012"/>
                </a:lnTo>
                <a:lnTo>
                  <a:pt x="71251" y="13044"/>
                </a:lnTo>
                <a:lnTo>
                  <a:pt x="71251" y="10242"/>
                </a:lnTo>
                <a:close/>
                <a:moveTo>
                  <a:pt x="88130" y="15779"/>
                </a:moveTo>
                <a:lnTo>
                  <a:pt x="85128" y="18781"/>
                </a:lnTo>
                <a:lnTo>
                  <a:pt x="85128" y="23017"/>
                </a:lnTo>
                <a:lnTo>
                  <a:pt x="83460" y="21316"/>
                </a:lnTo>
                <a:lnTo>
                  <a:pt x="83460" y="18081"/>
                </a:lnTo>
                <a:lnTo>
                  <a:pt x="85762" y="15779"/>
                </a:lnTo>
                <a:lnTo>
                  <a:pt x="88130" y="15779"/>
                </a:lnTo>
                <a:close/>
                <a:moveTo>
                  <a:pt x="91399" y="15779"/>
                </a:moveTo>
                <a:lnTo>
                  <a:pt x="87463" y="19748"/>
                </a:lnTo>
                <a:lnTo>
                  <a:pt x="87463" y="25319"/>
                </a:lnTo>
                <a:lnTo>
                  <a:pt x="85929" y="23785"/>
                </a:lnTo>
                <a:lnTo>
                  <a:pt x="85929" y="19115"/>
                </a:lnTo>
                <a:lnTo>
                  <a:pt x="89231" y="15779"/>
                </a:lnTo>
                <a:lnTo>
                  <a:pt x="91399" y="15779"/>
                </a:lnTo>
                <a:close/>
                <a:moveTo>
                  <a:pt x="95469" y="15779"/>
                </a:moveTo>
                <a:lnTo>
                  <a:pt x="98804" y="19115"/>
                </a:lnTo>
                <a:lnTo>
                  <a:pt x="98804" y="23785"/>
                </a:lnTo>
                <a:lnTo>
                  <a:pt x="97270" y="25319"/>
                </a:lnTo>
                <a:lnTo>
                  <a:pt x="97270" y="19748"/>
                </a:lnTo>
                <a:lnTo>
                  <a:pt x="93334" y="15779"/>
                </a:lnTo>
                <a:lnTo>
                  <a:pt x="95469" y="15779"/>
                </a:lnTo>
                <a:close/>
                <a:moveTo>
                  <a:pt x="98971" y="15779"/>
                </a:moveTo>
                <a:lnTo>
                  <a:pt x="101273" y="18081"/>
                </a:lnTo>
                <a:lnTo>
                  <a:pt x="101273" y="21316"/>
                </a:lnTo>
                <a:lnTo>
                  <a:pt x="99572" y="23017"/>
                </a:lnTo>
                <a:lnTo>
                  <a:pt x="99572" y="18781"/>
                </a:lnTo>
                <a:lnTo>
                  <a:pt x="96603" y="15779"/>
                </a:lnTo>
                <a:lnTo>
                  <a:pt x="98971" y="15779"/>
                </a:lnTo>
                <a:close/>
                <a:moveTo>
                  <a:pt x="102040" y="10242"/>
                </a:moveTo>
                <a:lnTo>
                  <a:pt x="103374" y="11576"/>
                </a:lnTo>
                <a:lnTo>
                  <a:pt x="103374" y="13577"/>
                </a:lnTo>
                <a:lnTo>
                  <a:pt x="101940" y="15012"/>
                </a:lnTo>
                <a:lnTo>
                  <a:pt x="100072" y="15012"/>
                </a:lnTo>
                <a:lnTo>
                  <a:pt x="102040" y="13044"/>
                </a:lnTo>
                <a:close/>
                <a:moveTo>
                  <a:pt x="118919" y="15779"/>
                </a:moveTo>
                <a:lnTo>
                  <a:pt x="116050" y="18648"/>
                </a:lnTo>
                <a:lnTo>
                  <a:pt x="115917" y="18948"/>
                </a:lnTo>
                <a:lnTo>
                  <a:pt x="115917" y="23017"/>
                </a:lnTo>
                <a:lnTo>
                  <a:pt x="114249" y="21316"/>
                </a:lnTo>
                <a:lnTo>
                  <a:pt x="114249" y="18081"/>
                </a:lnTo>
                <a:lnTo>
                  <a:pt x="116550" y="15779"/>
                </a:lnTo>
                <a:lnTo>
                  <a:pt x="118919" y="15779"/>
                </a:lnTo>
                <a:close/>
                <a:moveTo>
                  <a:pt x="122188" y="15779"/>
                </a:moveTo>
                <a:lnTo>
                  <a:pt x="118252" y="19748"/>
                </a:lnTo>
                <a:lnTo>
                  <a:pt x="118252" y="25319"/>
                </a:lnTo>
                <a:lnTo>
                  <a:pt x="116717" y="23785"/>
                </a:lnTo>
                <a:lnTo>
                  <a:pt x="116717" y="19115"/>
                </a:lnTo>
                <a:lnTo>
                  <a:pt x="120053" y="15779"/>
                </a:lnTo>
                <a:lnTo>
                  <a:pt x="122188" y="15779"/>
                </a:lnTo>
                <a:close/>
                <a:moveTo>
                  <a:pt x="126291" y="15779"/>
                </a:moveTo>
                <a:lnTo>
                  <a:pt x="129593" y="19115"/>
                </a:lnTo>
                <a:lnTo>
                  <a:pt x="129593" y="23785"/>
                </a:lnTo>
                <a:lnTo>
                  <a:pt x="128059" y="25319"/>
                </a:lnTo>
                <a:lnTo>
                  <a:pt x="128059" y="19748"/>
                </a:lnTo>
                <a:lnTo>
                  <a:pt x="124122" y="15779"/>
                </a:lnTo>
                <a:lnTo>
                  <a:pt x="126291" y="15779"/>
                </a:lnTo>
                <a:close/>
                <a:moveTo>
                  <a:pt x="129760" y="15779"/>
                </a:moveTo>
                <a:lnTo>
                  <a:pt x="132061" y="18081"/>
                </a:lnTo>
                <a:lnTo>
                  <a:pt x="132061" y="21316"/>
                </a:lnTo>
                <a:lnTo>
                  <a:pt x="130394" y="23017"/>
                </a:lnTo>
                <a:lnTo>
                  <a:pt x="130394" y="18948"/>
                </a:lnTo>
                <a:lnTo>
                  <a:pt x="130260" y="18648"/>
                </a:lnTo>
                <a:lnTo>
                  <a:pt x="127391" y="15779"/>
                </a:lnTo>
                <a:lnTo>
                  <a:pt x="129760" y="15779"/>
                </a:lnTo>
                <a:close/>
                <a:moveTo>
                  <a:pt x="132862" y="10242"/>
                </a:moveTo>
                <a:lnTo>
                  <a:pt x="134163" y="11576"/>
                </a:lnTo>
                <a:lnTo>
                  <a:pt x="134163" y="13577"/>
                </a:lnTo>
                <a:lnTo>
                  <a:pt x="132729" y="15012"/>
                </a:lnTo>
                <a:lnTo>
                  <a:pt x="130894" y="15012"/>
                </a:lnTo>
                <a:lnTo>
                  <a:pt x="132862" y="13044"/>
                </a:lnTo>
                <a:close/>
                <a:moveTo>
                  <a:pt x="149707" y="15779"/>
                </a:moveTo>
                <a:lnTo>
                  <a:pt x="146739" y="18781"/>
                </a:lnTo>
                <a:lnTo>
                  <a:pt x="146739" y="23017"/>
                </a:lnTo>
                <a:lnTo>
                  <a:pt x="145037" y="21316"/>
                </a:lnTo>
                <a:lnTo>
                  <a:pt x="145037" y="18081"/>
                </a:lnTo>
                <a:lnTo>
                  <a:pt x="147339" y="15779"/>
                </a:lnTo>
                <a:lnTo>
                  <a:pt x="149707" y="15779"/>
                </a:lnTo>
                <a:close/>
                <a:moveTo>
                  <a:pt x="153010" y="15779"/>
                </a:moveTo>
                <a:lnTo>
                  <a:pt x="149040" y="19748"/>
                </a:lnTo>
                <a:lnTo>
                  <a:pt x="149040" y="25319"/>
                </a:lnTo>
                <a:lnTo>
                  <a:pt x="147506" y="23785"/>
                </a:lnTo>
                <a:lnTo>
                  <a:pt x="147506" y="19115"/>
                </a:lnTo>
                <a:lnTo>
                  <a:pt x="150842" y="15779"/>
                </a:lnTo>
                <a:lnTo>
                  <a:pt x="153010" y="15779"/>
                </a:lnTo>
                <a:close/>
                <a:moveTo>
                  <a:pt x="157079" y="15779"/>
                </a:moveTo>
                <a:lnTo>
                  <a:pt x="160382" y="19115"/>
                </a:lnTo>
                <a:lnTo>
                  <a:pt x="160382" y="23785"/>
                </a:lnTo>
                <a:lnTo>
                  <a:pt x="158847" y="25319"/>
                </a:lnTo>
                <a:lnTo>
                  <a:pt x="158847" y="19748"/>
                </a:lnTo>
                <a:lnTo>
                  <a:pt x="154911" y="15779"/>
                </a:lnTo>
                <a:lnTo>
                  <a:pt x="157079" y="15779"/>
                </a:lnTo>
                <a:close/>
                <a:moveTo>
                  <a:pt x="160548" y="15779"/>
                </a:moveTo>
                <a:lnTo>
                  <a:pt x="162850" y="18081"/>
                </a:lnTo>
                <a:lnTo>
                  <a:pt x="162850" y="21316"/>
                </a:lnTo>
                <a:lnTo>
                  <a:pt x="161182" y="23017"/>
                </a:lnTo>
                <a:lnTo>
                  <a:pt x="161182" y="18781"/>
                </a:lnTo>
                <a:lnTo>
                  <a:pt x="158180" y="15779"/>
                </a:lnTo>
                <a:lnTo>
                  <a:pt x="160548" y="15779"/>
                </a:lnTo>
                <a:close/>
                <a:moveTo>
                  <a:pt x="163651" y="10242"/>
                </a:moveTo>
                <a:lnTo>
                  <a:pt x="164952" y="11576"/>
                </a:lnTo>
                <a:lnTo>
                  <a:pt x="164952" y="13577"/>
                </a:lnTo>
                <a:lnTo>
                  <a:pt x="163551" y="15012"/>
                </a:lnTo>
                <a:lnTo>
                  <a:pt x="161683" y="15012"/>
                </a:lnTo>
                <a:lnTo>
                  <a:pt x="163651" y="13044"/>
                </a:lnTo>
                <a:close/>
                <a:moveTo>
                  <a:pt x="180496" y="15779"/>
                </a:moveTo>
                <a:lnTo>
                  <a:pt x="177627" y="18648"/>
                </a:lnTo>
                <a:lnTo>
                  <a:pt x="177527" y="18948"/>
                </a:lnTo>
                <a:lnTo>
                  <a:pt x="177527" y="23017"/>
                </a:lnTo>
                <a:lnTo>
                  <a:pt x="175826" y="21316"/>
                </a:lnTo>
                <a:lnTo>
                  <a:pt x="175826" y="18081"/>
                </a:lnTo>
                <a:lnTo>
                  <a:pt x="178128" y="15779"/>
                </a:lnTo>
                <a:lnTo>
                  <a:pt x="180496" y="15779"/>
                </a:lnTo>
                <a:close/>
                <a:moveTo>
                  <a:pt x="183798" y="15779"/>
                </a:moveTo>
                <a:lnTo>
                  <a:pt x="179829" y="19748"/>
                </a:lnTo>
                <a:lnTo>
                  <a:pt x="179829" y="25319"/>
                </a:lnTo>
                <a:lnTo>
                  <a:pt x="178294" y="23785"/>
                </a:lnTo>
                <a:lnTo>
                  <a:pt x="178294" y="19115"/>
                </a:lnTo>
                <a:lnTo>
                  <a:pt x="181630" y="15779"/>
                </a:lnTo>
                <a:lnTo>
                  <a:pt x="183798" y="15779"/>
                </a:lnTo>
                <a:close/>
                <a:moveTo>
                  <a:pt x="187868" y="15779"/>
                </a:moveTo>
                <a:lnTo>
                  <a:pt x="191170" y="19115"/>
                </a:lnTo>
                <a:lnTo>
                  <a:pt x="191170" y="23785"/>
                </a:lnTo>
                <a:lnTo>
                  <a:pt x="189636" y="25319"/>
                </a:lnTo>
                <a:lnTo>
                  <a:pt x="189636" y="19748"/>
                </a:lnTo>
                <a:lnTo>
                  <a:pt x="185700" y="15779"/>
                </a:lnTo>
                <a:lnTo>
                  <a:pt x="187868" y="15779"/>
                </a:lnTo>
                <a:close/>
                <a:moveTo>
                  <a:pt x="191337" y="15779"/>
                </a:moveTo>
                <a:lnTo>
                  <a:pt x="193639" y="18081"/>
                </a:lnTo>
                <a:lnTo>
                  <a:pt x="193639" y="21316"/>
                </a:lnTo>
                <a:lnTo>
                  <a:pt x="191971" y="23017"/>
                </a:lnTo>
                <a:lnTo>
                  <a:pt x="191971" y="18948"/>
                </a:lnTo>
                <a:lnTo>
                  <a:pt x="191837" y="18648"/>
                </a:lnTo>
                <a:lnTo>
                  <a:pt x="188969" y="15779"/>
                </a:lnTo>
                <a:lnTo>
                  <a:pt x="191337" y="15779"/>
                </a:lnTo>
                <a:close/>
                <a:moveTo>
                  <a:pt x="194439" y="10242"/>
                </a:moveTo>
                <a:lnTo>
                  <a:pt x="195740" y="11576"/>
                </a:lnTo>
                <a:lnTo>
                  <a:pt x="195740" y="13577"/>
                </a:lnTo>
                <a:lnTo>
                  <a:pt x="194339" y="15012"/>
                </a:lnTo>
                <a:lnTo>
                  <a:pt x="192471" y="15012"/>
                </a:lnTo>
                <a:lnTo>
                  <a:pt x="194439" y="13044"/>
                </a:lnTo>
                <a:close/>
                <a:moveTo>
                  <a:pt x="211285" y="15779"/>
                </a:moveTo>
                <a:lnTo>
                  <a:pt x="208316" y="18781"/>
                </a:lnTo>
                <a:lnTo>
                  <a:pt x="208316" y="23017"/>
                </a:lnTo>
                <a:lnTo>
                  <a:pt x="206615" y="21316"/>
                </a:lnTo>
                <a:lnTo>
                  <a:pt x="206615" y="18081"/>
                </a:lnTo>
                <a:lnTo>
                  <a:pt x="208916" y="15779"/>
                </a:lnTo>
                <a:lnTo>
                  <a:pt x="211285" y="15779"/>
                </a:lnTo>
                <a:close/>
                <a:moveTo>
                  <a:pt x="214587" y="15779"/>
                </a:moveTo>
                <a:lnTo>
                  <a:pt x="210618" y="19748"/>
                </a:lnTo>
                <a:lnTo>
                  <a:pt x="210618" y="25319"/>
                </a:lnTo>
                <a:lnTo>
                  <a:pt x="209083" y="23785"/>
                </a:lnTo>
                <a:lnTo>
                  <a:pt x="209083" y="19115"/>
                </a:lnTo>
                <a:lnTo>
                  <a:pt x="212419" y="15779"/>
                </a:lnTo>
                <a:lnTo>
                  <a:pt x="214587" y="15779"/>
                </a:lnTo>
                <a:close/>
                <a:moveTo>
                  <a:pt x="218657" y="15779"/>
                </a:moveTo>
                <a:lnTo>
                  <a:pt x="221959" y="19115"/>
                </a:lnTo>
                <a:lnTo>
                  <a:pt x="221959" y="23785"/>
                </a:lnTo>
                <a:lnTo>
                  <a:pt x="220425" y="25319"/>
                </a:lnTo>
                <a:lnTo>
                  <a:pt x="220425" y="19748"/>
                </a:lnTo>
                <a:lnTo>
                  <a:pt x="216488" y="15779"/>
                </a:lnTo>
                <a:lnTo>
                  <a:pt x="218657" y="15779"/>
                </a:lnTo>
                <a:close/>
                <a:moveTo>
                  <a:pt x="222126" y="15779"/>
                </a:moveTo>
                <a:lnTo>
                  <a:pt x="224427" y="18081"/>
                </a:lnTo>
                <a:lnTo>
                  <a:pt x="224427" y="21316"/>
                </a:lnTo>
                <a:lnTo>
                  <a:pt x="222760" y="23017"/>
                </a:lnTo>
                <a:lnTo>
                  <a:pt x="222760" y="18781"/>
                </a:lnTo>
                <a:lnTo>
                  <a:pt x="219757" y="15779"/>
                </a:lnTo>
                <a:lnTo>
                  <a:pt x="222126" y="15779"/>
                </a:lnTo>
                <a:close/>
                <a:moveTo>
                  <a:pt x="225228" y="10242"/>
                </a:moveTo>
                <a:lnTo>
                  <a:pt x="226529" y="11576"/>
                </a:lnTo>
                <a:lnTo>
                  <a:pt x="226529" y="13577"/>
                </a:lnTo>
                <a:lnTo>
                  <a:pt x="225128" y="15012"/>
                </a:lnTo>
                <a:lnTo>
                  <a:pt x="223260" y="15012"/>
                </a:lnTo>
                <a:lnTo>
                  <a:pt x="225228" y="13044"/>
                </a:lnTo>
                <a:close/>
                <a:moveTo>
                  <a:pt x="234635" y="14011"/>
                </a:moveTo>
                <a:lnTo>
                  <a:pt x="235635" y="15012"/>
                </a:lnTo>
                <a:lnTo>
                  <a:pt x="231866" y="15012"/>
                </a:lnTo>
                <a:lnTo>
                  <a:pt x="234535" y="12343"/>
                </a:lnTo>
                <a:lnTo>
                  <a:pt x="234535" y="13744"/>
                </a:lnTo>
                <a:close/>
                <a:moveTo>
                  <a:pt x="234635" y="75588"/>
                </a:moveTo>
                <a:lnTo>
                  <a:pt x="235635" y="76589"/>
                </a:lnTo>
                <a:lnTo>
                  <a:pt x="231866" y="76589"/>
                </a:lnTo>
                <a:lnTo>
                  <a:pt x="234535" y="73920"/>
                </a:lnTo>
                <a:lnTo>
                  <a:pt x="234535" y="75321"/>
                </a:lnTo>
                <a:close/>
                <a:moveTo>
                  <a:pt x="234535" y="109413"/>
                </a:moveTo>
                <a:lnTo>
                  <a:pt x="234535" y="110814"/>
                </a:lnTo>
                <a:lnTo>
                  <a:pt x="231899" y="108178"/>
                </a:lnTo>
                <a:lnTo>
                  <a:pt x="235635" y="108178"/>
                </a:lnTo>
                <a:lnTo>
                  <a:pt x="234635" y="109146"/>
                </a:lnTo>
                <a:close/>
                <a:moveTo>
                  <a:pt x="227229" y="109146"/>
                </a:moveTo>
                <a:lnTo>
                  <a:pt x="226229" y="108178"/>
                </a:lnTo>
                <a:lnTo>
                  <a:pt x="229965" y="108178"/>
                </a:lnTo>
                <a:lnTo>
                  <a:pt x="227330" y="110814"/>
                </a:lnTo>
                <a:lnTo>
                  <a:pt x="227330" y="109413"/>
                </a:lnTo>
                <a:close/>
                <a:moveTo>
                  <a:pt x="227330" y="104743"/>
                </a:moveTo>
                <a:lnTo>
                  <a:pt x="229965" y="107378"/>
                </a:lnTo>
                <a:lnTo>
                  <a:pt x="226229" y="107378"/>
                </a:lnTo>
                <a:lnTo>
                  <a:pt x="227330" y="106277"/>
                </a:lnTo>
                <a:lnTo>
                  <a:pt x="227330" y="104743"/>
                </a:lnTo>
                <a:close/>
                <a:moveTo>
                  <a:pt x="227897" y="104175"/>
                </a:moveTo>
                <a:lnTo>
                  <a:pt x="229264" y="104175"/>
                </a:lnTo>
                <a:lnTo>
                  <a:pt x="229431" y="104175"/>
                </a:lnTo>
                <a:lnTo>
                  <a:pt x="230532" y="103075"/>
                </a:lnTo>
                <a:lnTo>
                  <a:pt x="230532" y="106811"/>
                </a:lnTo>
                <a:close/>
                <a:moveTo>
                  <a:pt x="230532" y="108712"/>
                </a:moveTo>
                <a:lnTo>
                  <a:pt x="230532" y="112448"/>
                </a:lnTo>
                <a:lnTo>
                  <a:pt x="229431" y="111381"/>
                </a:lnTo>
                <a:lnTo>
                  <a:pt x="227897" y="111381"/>
                </a:lnTo>
                <a:close/>
                <a:moveTo>
                  <a:pt x="231332" y="108712"/>
                </a:moveTo>
                <a:lnTo>
                  <a:pt x="233968" y="111381"/>
                </a:lnTo>
                <a:lnTo>
                  <a:pt x="232567" y="111381"/>
                </a:lnTo>
                <a:lnTo>
                  <a:pt x="232300" y="111481"/>
                </a:lnTo>
                <a:lnTo>
                  <a:pt x="231332" y="112448"/>
                </a:lnTo>
                <a:lnTo>
                  <a:pt x="231332" y="108712"/>
                </a:lnTo>
                <a:close/>
                <a:moveTo>
                  <a:pt x="231866" y="107378"/>
                </a:moveTo>
                <a:lnTo>
                  <a:pt x="234535" y="104743"/>
                </a:lnTo>
                <a:lnTo>
                  <a:pt x="234535" y="106277"/>
                </a:lnTo>
                <a:lnTo>
                  <a:pt x="235635" y="107378"/>
                </a:lnTo>
                <a:close/>
                <a:moveTo>
                  <a:pt x="231332" y="106811"/>
                </a:moveTo>
                <a:lnTo>
                  <a:pt x="231332" y="103075"/>
                </a:lnTo>
                <a:lnTo>
                  <a:pt x="232300" y="104042"/>
                </a:lnTo>
                <a:lnTo>
                  <a:pt x="232567" y="104175"/>
                </a:lnTo>
                <a:lnTo>
                  <a:pt x="233968" y="104175"/>
                </a:lnTo>
                <a:close/>
                <a:moveTo>
                  <a:pt x="230532" y="101941"/>
                </a:moveTo>
                <a:lnTo>
                  <a:pt x="229097" y="103375"/>
                </a:lnTo>
                <a:lnTo>
                  <a:pt x="227096" y="103375"/>
                </a:lnTo>
                <a:lnTo>
                  <a:pt x="225762" y="102074"/>
                </a:lnTo>
                <a:lnTo>
                  <a:pt x="228397" y="102074"/>
                </a:lnTo>
                <a:lnTo>
                  <a:pt x="228564" y="102074"/>
                </a:lnTo>
                <a:lnTo>
                  <a:pt x="230532" y="100106"/>
                </a:lnTo>
                <a:lnTo>
                  <a:pt x="230532" y="101941"/>
                </a:lnTo>
                <a:close/>
                <a:moveTo>
                  <a:pt x="228230" y="101273"/>
                </a:moveTo>
                <a:lnTo>
                  <a:pt x="224995" y="101273"/>
                </a:lnTo>
                <a:lnTo>
                  <a:pt x="223327" y="99606"/>
                </a:lnTo>
                <a:lnTo>
                  <a:pt x="227363" y="99606"/>
                </a:lnTo>
                <a:lnTo>
                  <a:pt x="227530" y="99606"/>
                </a:lnTo>
                <a:lnTo>
                  <a:pt x="230532" y="96603"/>
                </a:lnTo>
                <a:lnTo>
                  <a:pt x="230532" y="98972"/>
                </a:lnTo>
                <a:close/>
                <a:moveTo>
                  <a:pt x="227229" y="98805"/>
                </a:moveTo>
                <a:lnTo>
                  <a:pt x="222526" y="98805"/>
                </a:lnTo>
                <a:lnTo>
                  <a:pt x="220992" y="97271"/>
                </a:lnTo>
                <a:lnTo>
                  <a:pt x="226429" y="97271"/>
                </a:lnTo>
                <a:lnTo>
                  <a:pt x="226596" y="97271"/>
                </a:lnTo>
                <a:lnTo>
                  <a:pt x="230532" y="93334"/>
                </a:lnTo>
                <a:lnTo>
                  <a:pt x="230532" y="95503"/>
                </a:lnTo>
                <a:close/>
                <a:moveTo>
                  <a:pt x="203746" y="109413"/>
                </a:moveTo>
                <a:lnTo>
                  <a:pt x="203746" y="110814"/>
                </a:lnTo>
                <a:lnTo>
                  <a:pt x="201077" y="108178"/>
                </a:lnTo>
                <a:lnTo>
                  <a:pt x="204847" y="108178"/>
                </a:lnTo>
                <a:lnTo>
                  <a:pt x="203846" y="109146"/>
                </a:lnTo>
                <a:close/>
                <a:moveTo>
                  <a:pt x="196407" y="109146"/>
                </a:moveTo>
                <a:lnTo>
                  <a:pt x="195440" y="108178"/>
                </a:lnTo>
                <a:lnTo>
                  <a:pt x="199176" y="108178"/>
                </a:lnTo>
                <a:lnTo>
                  <a:pt x="196541" y="110814"/>
                </a:lnTo>
                <a:lnTo>
                  <a:pt x="196541" y="109413"/>
                </a:lnTo>
                <a:close/>
                <a:moveTo>
                  <a:pt x="192538" y="99606"/>
                </a:moveTo>
                <a:lnTo>
                  <a:pt x="196741" y="99606"/>
                </a:lnTo>
                <a:lnTo>
                  <a:pt x="199743" y="96603"/>
                </a:lnTo>
                <a:lnTo>
                  <a:pt x="199743" y="98972"/>
                </a:lnTo>
                <a:lnTo>
                  <a:pt x="197441" y="101273"/>
                </a:lnTo>
                <a:lnTo>
                  <a:pt x="194206" y="101273"/>
                </a:lnTo>
                <a:close/>
                <a:moveTo>
                  <a:pt x="190203" y="97271"/>
                </a:moveTo>
                <a:lnTo>
                  <a:pt x="195807" y="97271"/>
                </a:lnTo>
                <a:lnTo>
                  <a:pt x="199743" y="93334"/>
                </a:lnTo>
                <a:lnTo>
                  <a:pt x="199743" y="95503"/>
                </a:lnTo>
                <a:lnTo>
                  <a:pt x="196441" y="98805"/>
                </a:lnTo>
                <a:lnTo>
                  <a:pt x="191737" y="98805"/>
                </a:lnTo>
                <a:close/>
                <a:moveTo>
                  <a:pt x="177761" y="98805"/>
                </a:moveTo>
                <a:lnTo>
                  <a:pt x="173057" y="98805"/>
                </a:lnTo>
                <a:lnTo>
                  <a:pt x="169755" y="95503"/>
                </a:lnTo>
                <a:lnTo>
                  <a:pt x="169755" y="93334"/>
                </a:lnTo>
                <a:lnTo>
                  <a:pt x="173691" y="97271"/>
                </a:lnTo>
                <a:lnTo>
                  <a:pt x="179262" y="97271"/>
                </a:lnTo>
                <a:close/>
                <a:moveTo>
                  <a:pt x="175292" y="101273"/>
                </a:moveTo>
                <a:lnTo>
                  <a:pt x="172023" y="101273"/>
                </a:lnTo>
                <a:lnTo>
                  <a:pt x="169755" y="98972"/>
                </a:lnTo>
                <a:lnTo>
                  <a:pt x="169755" y="96603"/>
                </a:lnTo>
                <a:lnTo>
                  <a:pt x="172724" y="99606"/>
                </a:lnTo>
                <a:lnTo>
                  <a:pt x="176960" y="99606"/>
                </a:lnTo>
                <a:close/>
                <a:moveTo>
                  <a:pt x="173191" y="103375"/>
                </a:moveTo>
                <a:lnTo>
                  <a:pt x="171156" y="103375"/>
                </a:lnTo>
                <a:lnTo>
                  <a:pt x="169755" y="101941"/>
                </a:lnTo>
                <a:lnTo>
                  <a:pt x="169755" y="100106"/>
                </a:lnTo>
                <a:lnTo>
                  <a:pt x="171723" y="102074"/>
                </a:lnTo>
                <a:lnTo>
                  <a:pt x="174492" y="102074"/>
                </a:lnTo>
                <a:close/>
                <a:moveTo>
                  <a:pt x="172957" y="109413"/>
                </a:moveTo>
                <a:lnTo>
                  <a:pt x="172957" y="110814"/>
                </a:lnTo>
                <a:lnTo>
                  <a:pt x="170289" y="108178"/>
                </a:lnTo>
                <a:lnTo>
                  <a:pt x="174025" y="108178"/>
                </a:lnTo>
                <a:lnTo>
                  <a:pt x="173057" y="109146"/>
                </a:lnTo>
                <a:close/>
                <a:moveTo>
                  <a:pt x="165619" y="109146"/>
                </a:moveTo>
                <a:lnTo>
                  <a:pt x="164651" y="108178"/>
                </a:lnTo>
                <a:lnTo>
                  <a:pt x="168387" y="108178"/>
                </a:lnTo>
                <a:lnTo>
                  <a:pt x="165752" y="110814"/>
                </a:lnTo>
                <a:lnTo>
                  <a:pt x="165752" y="109413"/>
                </a:lnTo>
                <a:close/>
                <a:moveTo>
                  <a:pt x="161749" y="99606"/>
                </a:moveTo>
                <a:lnTo>
                  <a:pt x="165786" y="99606"/>
                </a:lnTo>
                <a:lnTo>
                  <a:pt x="165952" y="99606"/>
                </a:lnTo>
                <a:lnTo>
                  <a:pt x="168954" y="96603"/>
                </a:lnTo>
                <a:lnTo>
                  <a:pt x="168954" y="98972"/>
                </a:lnTo>
                <a:lnTo>
                  <a:pt x="166653" y="101273"/>
                </a:lnTo>
                <a:lnTo>
                  <a:pt x="163417" y="101273"/>
                </a:lnTo>
                <a:close/>
                <a:moveTo>
                  <a:pt x="159414" y="97271"/>
                </a:moveTo>
                <a:lnTo>
                  <a:pt x="164852" y="97271"/>
                </a:lnTo>
                <a:lnTo>
                  <a:pt x="164985" y="97271"/>
                </a:lnTo>
                <a:lnTo>
                  <a:pt x="168954" y="93334"/>
                </a:lnTo>
                <a:lnTo>
                  <a:pt x="168954" y="95503"/>
                </a:lnTo>
                <a:lnTo>
                  <a:pt x="165619" y="98805"/>
                </a:lnTo>
                <a:lnTo>
                  <a:pt x="160949" y="98805"/>
                </a:lnTo>
                <a:close/>
                <a:moveTo>
                  <a:pt x="142135" y="109413"/>
                </a:moveTo>
                <a:lnTo>
                  <a:pt x="142135" y="110814"/>
                </a:lnTo>
                <a:lnTo>
                  <a:pt x="139500" y="108178"/>
                </a:lnTo>
                <a:lnTo>
                  <a:pt x="143236" y="108178"/>
                </a:lnTo>
                <a:lnTo>
                  <a:pt x="142269" y="109146"/>
                </a:lnTo>
                <a:close/>
                <a:moveTo>
                  <a:pt x="134830" y="109146"/>
                </a:moveTo>
                <a:lnTo>
                  <a:pt x="133863" y="108178"/>
                </a:lnTo>
                <a:lnTo>
                  <a:pt x="137599" y="108178"/>
                </a:lnTo>
                <a:lnTo>
                  <a:pt x="134964" y="110814"/>
                </a:lnTo>
                <a:lnTo>
                  <a:pt x="134964" y="109413"/>
                </a:lnTo>
                <a:close/>
                <a:moveTo>
                  <a:pt x="130927" y="99606"/>
                </a:moveTo>
                <a:lnTo>
                  <a:pt x="135164" y="99606"/>
                </a:lnTo>
                <a:lnTo>
                  <a:pt x="138166" y="96603"/>
                </a:lnTo>
                <a:lnTo>
                  <a:pt x="138166" y="98972"/>
                </a:lnTo>
                <a:lnTo>
                  <a:pt x="135864" y="101273"/>
                </a:lnTo>
                <a:lnTo>
                  <a:pt x="132629" y="101273"/>
                </a:lnTo>
                <a:close/>
                <a:moveTo>
                  <a:pt x="128626" y="97271"/>
                </a:moveTo>
                <a:lnTo>
                  <a:pt x="134196" y="97271"/>
                </a:lnTo>
                <a:lnTo>
                  <a:pt x="138166" y="93334"/>
                </a:lnTo>
                <a:lnTo>
                  <a:pt x="138166" y="95503"/>
                </a:lnTo>
                <a:lnTo>
                  <a:pt x="134830" y="98805"/>
                </a:lnTo>
                <a:lnTo>
                  <a:pt x="130160" y="98805"/>
                </a:lnTo>
                <a:close/>
                <a:moveTo>
                  <a:pt x="116150" y="98805"/>
                </a:moveTo>
                <a:lnTo>
                  <a:pt x="111480" y="98805"/>
                </a:lnTo>
                <a:lnTo>
                  <a:pt x="108144" y="95503"/>
                </a:lnTo>
                <a:lnTo>
                  <a:pt x="108144" y="93334"/>
                </a:lnTo>
                <a:lnTo>
                  <a:pt x="112114" y="97271"/>
                </a:lnTo>
                <a:lnTo>
                  <a:pt x="117685" y="97271"/>
                </a:lnTo>
                <a:close/>
                <a:moveTo>
                  <a:pt x="113682" y="101273"/>
                </a:moveTo>
                <a:lnTo>
                  <a:pt x="110446" y="101273"/>
                </a:lnTo>
                <a:lnTo>
                  <a:pt x="108144" y="98972"/>
                </a:lnTo>
                <a:lnTo>
                  <a:pt x="108144" y="96603"/>
                </a:lnTo>
                <a:lnTo>
                  <a:pt x="111147" y="99606"/>
                </a:lnTo>
                <a:lnTo>
                  <a:pt x="115383" y="99606"/>
                </a:lnTo>
                <a:close/>
                <a:moveTo>
                  <a:pt x="111580" y="103375"/>
                </a:moveTo>
                <a:lnTo>
                  <a:pt x="109579" y="103375"/>
                </a:lnTo>
                <a:lnTo>
                  <a:pt x="108144" y="101941"/>
                </a:lnTo>
                <a:lnTo>
                  <a:pt x="108144" y="100106"/>
                </a:lnTo>
                <a:lnTo>
                  <a:pt x="110112" y="102074"/>
                </a:lnTo>
                <a:lnTo>
                  <a:pt x="112914" y="102074"/>
                </a:lnTo>
                <a:close/>
                <a:moveTo>
                  <a:pt x="111347" y="109413"/>
                </a:moveTo>
                <a:lnTo>
                  <a:pt x="111347" y="110814"/>
                </a:lnTo>
                <a:lnTo>
                  <a:pt x="108711" y="108178"/>
                </a:lnTo>
                <a:lnTo>
                  <a:pt x="112447" y="108178"/>
                </a:lnTo>
                <a:lnTo>
                  <a:pt x="111480" y="109146"/>
                </a:lnTo>
                <a:close/>
                <a:moveTo>
                  <a:pt x="104041" y="109146"/>
                </a:moveTo>
                <a:lnTo>
                  <a:pt x="103074" y="108178"/>
                </a:lnTo>
                <a:lnTo>
                  <a:pt x="106810" y="108178"/>
                </a:lnTo>
                <a:lnTo>
                  <a:pt x="104175" y="110814"/>
                </a:lnTo>
                <a:lnTo>
                  <a:pt x="104175" y="109413"/>
                </a:lnTo>
                <a:close/>
                <a:moveTo>
                  <a:pt x="100139" y="99606"/>
                </a:moveTo>
                <a:lnTo>
                  <a:pt x="104208" y="99606"/>
                </a:lnTo>
                <a:lnTo>
                  <a:pt x="104375" y="99606"/>
                </a:lnTo>
                <a:lnTo>
                  <a:pt x="107377" y="96603"/>
                </a:lnTo>
                <a:lnTo>
                  <a:pt x="107377" y="98972"/>
                </a:lnTo>
                <a:lnTo>
                  <a:pt x="105076" y="101273"/>
                </a:lnTo>
                <a:lnTo>
                  <a:pt x="101807" y="101273"/>
                </a:lnTo>
                <a:close/>
                <a:moveTo>
                  <a:pt x="97837" y="97271"/>
                </a:moveTo>
                <a:lnTo>
                  <a:pt x="103241" y="97271"/>
                </a:lnTo>
                <a:lnTo>
                  <a:pt x="103408" y="97271"/>
                </a:lnTo>
                <a:lnTo>
                  <a:pt x="107344" y="93334"/>
                </a:lnTo>
                <a:lnTo>
                  <a:pt x="107344" y="95503"/>
                </a:lnTo>
                <a:lnTo>
                  <a:pt x="104041" y="98805"/>
                </a:lnTo>
                <a:lnTo>
                  <a:pt x="99371" y="98805"/>
                </a:lnTo>
                <a:close/>
                <a:moveTo>
                  <a:pt x="80558" y="109413"/>
                </a:moveTo>
                <a:lnTo>
                  <a:pt x="80558" y="110814"/>
                </a:lnTo>
                <a:lnTo>
                  <a:pt x="77923" y="108178"/>
                </a:lnTo>
                <a:lnTo>
                  <a:pt x="81659" y="108178"/>
                </a:lnTo>
                <a:lnTo>
                  <a:pt x="80691" y="109146"/>
                </a:lnTo>
                <a:close/>
                <a:moveTo>
                  <a:pt x="73253" y="109146"/>
                </a:moveTo>
                <a:lnTo>
                  <a:pt x="72285" y="108178"/>
                </a:lnTo>
                <a:lnTo>
                  <a:pt x="76021" y="108178"/>
                </a:lnTo>
                <a:lnTo>
                  <a:pt x="73386" y="110814"/>
                </a:lnTo>
                <a:lnTo>
                  <a:pt x="73386" y="109413"/>
                </a:lnTo>
                <a:close/>
                <a:moveTo>
                  <a:pt x="69350" y="99606"/>
                </a:moveTo>
                <a:lnTo>
                  <a:pt x="73586" y="99606"/>
                </a:lnTo>
                <a:lnTo>
                  <a:pt x="76589" y="96603"/>
                </a:lnTo>
                <a:lnTo>
                  <a:pt x="76589" y="98972"/>
                </a:lnTo>
                <a:lnTo>
                  <a:pt x="74287" y="101273"/>
                </a:lnTo>
                <a:lnTo>
                  <a:pt x="71018" y="101273"/>
                </a:lnTo>
                <a:close/>
                <a:moveTo>
                  <a:pt x="67048" y="97271"/>
                </a:moveTo>
                <a:lnTo>
                  <a:pt x="72619" y="97271"/>
                </a:lnTo>
                <a:lnTo>
                  <a:pt x="76589" y="93334"/>
                </a:lnTo>
                <a:lnTo>
                  <a:pt x="76589" y="95503"/>
                </a:lnTo>
                <a:lnTo>
                  <a:pt x="73253" y="98805"/>
                </a:lnTo>
                <a:lnTo>
                  <a:pt x="68583" y="98805"/>
                </a:lnTo>
                <a:close/>
                <a:moveTo>
                  <a:pt x="54573" y="98805"/>
                </a:moveTo>
                <a:lnTo>
                  <a:pt x="49903" y="98805"/>
                </a:lnTo>
                <a:lnTo>
                  <a:pt x="46567" y="95503"/>
                </a:lnTo>
                <a:lnTo>
                  <a:pt x="46567" y="93334"/>
                </a:lnTo>
                <a:lnTo>
                  <a:pt x="50537" y="97271"/>
                </a:lnTo>
                <a:lnTo>
                  <a:pt x="56107" y="97271"/>
                </a:lnTo>
                <a:close/>
                <a:moveTo>
                  <a:pt x="52104" y="101273"/>
                </a:moveTo>
                <a:lnTo>
                  <a:pt x="48869" y="101273"/>
                </a:lnTo>
                <a:lnTo>
                  <a:pt x="46567" y="98972"/>
                </a:lnTo>
                <a:lnTo>
                  <a:pt x="46567" y="96603"/>
                </a:lnTo>
                <a:lnTo>
                  <a:pt x="49569" y="99606"/>
                </a:lnTo>
                <a:lnTo>
                  <a:pt x="53806" y="99606"/>
                </a:lnTo>
                <a:close/>
                <a:moveTo>
                  <a:pt x="50003" y="103375"/>
                </a:moveTo>
                <a:lnTo>
                  <a:pt x="48001" y="103375"/>
                </a:lnTo>
                <a:lnTo>
                  <a:pt x="46567" y="101941"/>
                </a:lnTo>
                <a:lnTo>
                  <a:pt x="46567" y="100106"/>
                </a:lnTo>
                <a:lnTo>
                  <a:pt x="48535" y="102074"/>
                </a:lnTo>
                <a:lnTo>
                  <a:pt x="51337" y="102074"/>
                </a:lnTo>
                <a:close/>
                <a:moveTo>
                  <a:pt x="49769" y="109413"/>
                </a:moveTo>
                <a:lnTo>
                  <a:pt x="49769" y="110814"/>
                </a:lnTo>
                <a:lnTo>
                  <a:pt x="47134" y="108178"/>
                </a:lnTo>
                <a:lnTo>
                  <a:pt x="50870" y="108178"/>
                </a:lnTo>
                <a:lnTo>
                  <a:pt x="49903" y="109146"/>
                </a:lnTo>
                <a:close/>
                <a:moveTo>
                  <a:pt x="42464" y="109146"/>
                </a:moveTo>
                <a:lnTo>
                  <a:pt x="41497" y="108178"/>
                </a:lnTo>
                <a:lnTo>
                  <a:pt x="45233" y="108178"/>
                </a:lnTo>
                <a:lnTo>
                  <a:pt x="42564" y="110814"/>
                </a:lnTo>
                <a:lnTo>
                  <a:pt x="42564" y="109413"/>
                </a:lnTo>
                <a:close/>
                <a:moveTo>
                  <a:pt x="38561" y="99606"/>
                </a:moveTo>
                <a:lnTo>
                  <a:pt x="42631" y="99606"/>
                </a:lnTo>
                <a:lnTo>
                  <a:pt x="42798" y="99606"/>
                </a:lnTo>
                <a:lnTo>
                  <a:pt x="45800" y="96603"/>
                </a:lnTo>
                <a:lnTo>
                  <a:pt x="45800" y="98972"/>
                </a:lnTo>
                <a:lnTo>
                  <a:pt x="43498" y="101273"/>
                </a:lnTo>
                <a:lnTo>
                  <a:pt x="40229" y="101273"/>
                </a:lnTo>
                <a:close/>
                <a:moveTo>
                  <a:pt x="36260" y="97271"/>
                </a:moveTo>
                <a:lnTo>
                  <a:pt x="41664" y="97271"/>
                </a:lnTo>
                <a:lnTo>
                  <a:pt x="41830" y="97271"/>
                </a:lnTo>
                <a:lnTo>
                  <a:pt x="45767" y="93334"/>
                </a:lnTo>
                <a:lnTo>
                  <a:pt x="45767" y="95503"/>
                </a:lnTo>
                <a:lnTo>
                  <a:pt x="42464" y="98805"/>
                </a:lnTo>
                <a:lnTo>
                  <a:pt x="37761" y="98805"/>
                </a:lnTo>
                <a:close/>
                <a:moveTo>
                  <a:pt x="18981" y="109413"/>
                </a:moveTo>
                <a:lnTo>
                  <a:pt x="18981" y="110814"/>
                </a:lnTo>
                <a:lnTo>
                  <a:pt x="16346" y="108178"/>
                </a:lnTo>
                <a:lnTo>
                  <a:pt x="20082" y="108178"/>
                </a:lnTo>
                <a:lnTo>
                  <a:pt x="19114" y="109146"/>
                </a:lnTo>
                <a:close/>
                <a:moveTo>
                  <a:pt x="11675" y="109146"/>
                </a:moveTo>
                <a:lnTo>
                  <a:pt x="10675" y="108178"/>
                </a:lnTo>
                <a:lnTo>
                  <a:pt x="14444" y="108178"/>
                </a:lnTo>
                <a:lnTo>
                  <a:pt x="11776" y="110814"/>
                </a:lnTo>
                <a:lnTo>
                  <a:pt x="11776" y="109413"/>
                </a:lnTo>
                <a:close/>
                <a:moveTo>
                  <a:pt x="15778" y="103075"/>
                </a:moveTo>
                <a:lnTo>
                  <a:pt x="16879" y="104175"/>
                </a:lnTo>
                <a:lnTo>
                  <a:pt x="17046" y="104175"/>
                </a:lnTo>
                <a:lnTo>
                  <a:pt x="18414" y="104175"/>
                </a:lnTo>
                <a:lnTo>
                  <a:pt x="15778" y="106811"/>
                </a:lnTo>
                <a:close/>
                <a:moveTo>
                  <a:pt x="14978" y="106811"/>
                </a:moveTo>
                <a:lnTo>
                  <a:pt x="12343" y="104175"/>
                </a:lnTo>
                <a:lnTo>
                  <a:pt x="13744" y="104175"/>
                </a:lnTo>
                <a:lnTo>
                  <a:pt x="14011" y="104042"/>
                </a:lnTo>
                <a:lnTo>
                  <a:pt x="14978" y="103075"/>
                </a:lnTo>
                <a:close/>
                <a:moveTo>
                  <a:pt x="14978" y="101941"/>
                </a:moveTo>
                <a:lnTo>
                  <a:pt x="13577" y="103375"/>
                </a:lnTo>
                <a:lnTo>
                  <a:pt x="11542" y="103375"/>
                </a:lnTo>
                <a:lnTo>
                  <a:pt x="10241" y="102074"/>
                </a:lnTo>
                <a:lnTo>
                  <a:pt x="13010" y="102074"/>
                </a:lnTo>
                <a:lnTo>
                  <a:pt x="14978" y="100106"/>
                </a:lnTo>
                <a:lnTo>
                  <a:pt x="14978" y="101941"/>
                </a:lnTo>
                <a:close/>
                <a:moveTo>
                  <a:pt x="11776" y="104743"/>
                </a:moveTo>
                <a:lnTo>
                  <a:pt x="14411" y="107378"/>
                </a:lnTo>
                <a:lnTo>
                  <a:pt x="10675" y="107378"/>
                </a:lnTo>
                <a:lnTo>
                  <a:pt x="11776" y="106277"/>
                </a:lnTo>
                <a:lnTo>
                  <a:pt x="11776" y="104743"/>
                </a:lnTo>
                <a:close/>
                <a:moveTo>
                  <a:pt x="14978" y="108712"/>
                </a:moveTo>
                <a:lnTo>
                  <a:pt x="14978" y="112448"/>
                </a:lnTo>
                <a:lnTo>
                  <a:pt x="14011" y="111481"/>
                </a:lnTo>
                <a:lnTo>
                  <a:pt x="13744" y="111381"/>
                </a:lnTo>
                <a:lnTo>
                  <a:pt x="12343" y="111381"/>
                </a:lnTo>
                <a:close/>
                <a:moveTo>
                  <a:pt x="15778" y="108712"/>
                </a:moveTo>
                <a:lnTo>
                  <a:pt x="18414" y="111381"/>
                </a:lnTo>
                <a:lnTo>
                  <a:pt x="16879" y="111381"/>
                </a:lnTo>
                <a:lnTo>
                  <a:pt x="15778" y="112448"/>
                </a:lnTo>
                <a:close/>
                <a:moveTo>
                  <a:pt x="16346" y="107378"/>
                </a:moveTo>
                <a:lnTo>
                  <a:pt x="18981" y="104743"/>
                </a:lnTo>
                <a:lnTo>
                  <a:pt x="18981" y="106277"/>
                </a:lnTo>
                <a:lnTo>
                  <a:pt x="20082" y="107378"/>
                </a:lnTo>
                <a:close/>
                <a:moveTo>
                  <a:pt x="19214" y="103375"/>
                </a:moveTo>
                <a:lnTo>
                  <a:pt x="17213" y="103375"/>
                </a:lnTo>
                <a:lnTo>
                  <a:pt x="15778" y="101941"/>
                </a:lnTo>
                <a:lnTo>
                  <a:pt x="15778" y="100106"/>
                </a:lnTo>
                <a:lnTo>
                  <a:pt x="17747" y="102074"/>
                </a:lnTo>
                <a:lnTo>
                  <a:pt x="17913" y="102074"/>
                </a:lnTo>
                <a:lnTo>
                  <a:pt x="20515" y="102074"/>
                </a:lnTo>
                <a:close/>
                <a:moveTo>
                  <a:pt x="21316" y="101273"/>
                </a:moveTo>
                <a:lnTo>
                  <a:pt x="18080" y="101273"/>
                </a:lnTo>
                <a:lnTo>
                  <a:pt x="15778" y="98972"/>
                </a:lnTo>
                <a:lnTo>
                  <a:pt x="15778" y="96603"/>
                </a:lnTo>
                <a:lnTo>
                  <a:pt x="18781" y="99606"/>
                </a:lnTo>
                <a:lnTo>
                  <a:pt x="18914" y="99606"/>
                </a:lnTo>
                <a:lnTo>
                  <a:pt x="22984" y="99606"/>
                </a:lnTo>
                <a:close/>
                <a:moveTo>
                  <a:pt x="23784" y="98805"/>
                </a:moveTo>
                <a:lnTo>
                  <a:pt x="19081" y="98805"/>
                </a:lnTo>
                <a:lnTo>
                  <a:pt x="15778" y="95503"/>
                </a:lnTo>
                <a:lnTo>
                  <a:pt x="15778" y="93334"/>
                </a:lnTo>
                <a:lnTo>
                  <a:pt x="19715" y="97271"/>
                </a:lnTo>
                <a:lnTo>
                  <a:pt x="19881" y="97271"/>
                </a:lnTo>
                <a:lnTo>
                  <a:pt x="25319" y="97271"/>
                </a:lnTo>
                <a:close/>
                <a:moveTo>
                  <a:pt x="11675" y="47568"/>
                </a:moveTo>
                <a:lnTo>
                  <a:pt x="10675" y="46568"/>
                </a:lnTo>
                <a:lnTo>
                  <a:pt x="14444" y="46568"/>
                </a:lnTo>
                <a:lnTo>
                  <a:pt x="11776" y="49236"/>
                </a:lnTo>
                <a:lnTo>
                  <a:pt x="11776" y="47835"/>
                </a:lnTo>
                <a:close/>
                <a:moveTo>
                  <a:pt x="11776" y="13744"/>
                </a:moveTo>
                <a:lnTo>
                  <a:pt x="11776" y="12343"/>
                </a:lnTo>
                <a:lnTo>
                  <a:pt x="14411" y="15012"/>
                </a:lnTo>
                <a:lnTo>
                  <a:pt x="10675" y="15012"/>
                </a:lnTo>
                <a:lnTo>
                  <a:pt x="11675" y="14011"/>
                </a:lnTo>
                <a:close/>
                <a:moveTo>
                  <a:pt x="19114" y="14011"/>
                </a:moveTo>
                <a:lnTo>
                  <a:pt x="20082" y="15012"/>
                </a:lnTo>
                <a:lnTo>
                  <a:pt x="16346" y="15012"/>
                </a:lnTo>
                <a:lnTo>
                  <a:pt x="18981" y="12343"/>
                </a:lnTo>
                <a:lnTo>
                  <a:pt x="18981" y="13744"/>
                </a:lnTo>
                <a:close/>
                <a:moveTo>
                  <a:pt x="18981" y="18447"/>
                </a:moveTo>
                <a:lnTo>
                  <a:pt x="16346" y="15779"/>
                </a:lnTo>
                <a:lnTo>
                  <a:pt x="20082" y="15779"/>
                </a:lnTo>
                <a:lnTo>
                  <a:pt x="18981" y="16880"/>
                </a:lnTo>
                <a:lnTo>
                  <a:pt x="18981" y="18447"/>
                </a:lnTo>
                <a:close/>
                <a:moveTo>
                  <a:pt x="18414" y="18981"/>
                </a:moveTo>
                <a:lnTo>
                  <a:pt x="17046" y="18981"/>
                </a:lnTo>
                <a:lnTo>
                  <a:pt x="16879" y="18981"/>
                </a:lnTo>
                <a:lnTo>
                  <a:pt x="15778" y="20082"/>
                </a:lnTo>
                <a:lnTo>
                  <a:pt x="15778" y="16346"/>
                </a:lnTo>
                <a:close/>
                <a:moveTo>
                  <a:pt x="15778" y="14445"/>
                </a:moveTo>
                <a:lnTo>
                  <a:pt x="15778" y="10709"/>
                </a:lnTo>
                <a:lnTo>
                  <a:pt x="16879" y="11776"/>
                </a:lnTo>
                <a:lnTo>
                  <a:pt x="18414" y="11776"/>
                </a:lnTo>
                <a:close/>
                <a:moveTo>
                  <a:pt x="14978" y="14445"/>
                </a:moveTo>
                <a:lnTo>
                  <a:pt x="12343" y="11776"/>
                </a:lnTo>
                <a:lnTo>
                  <a:pt x="13744" y="11776"/>
                </a:lnTo>
                <a:lnTo>
                  <a:pt x="14011" y="11676"/>
                </a:lnTo>
                <a:lnTo>
                  <a:pt x="14978" y="10709"/>
                </a:lnTo>
                <a:close/>
                <a:moveTo>
                  <a:pt x="14444" y="15779"/>
                </a:moveTo>
                <a:lnTo>
                  <a:pt x="11776" y="18414"/>
                </a:lnTo>
                <a:lnTo>
                  <a:pt x="11776" y="16880"/>
                </a:lnTo>
                <a:lnTo>
                  <a:pt x="10675" y="15779"/>
                </a:lnTo>
                <a:close/>
                <a:moveTo>
                  <a:pt x="14978" y="16346"/>
                </a:moveTo>
                <a:lnTo>
                  <a:pt x="14978" y="20082"/>
                </a:lnTo>
                <a:lnTo>
                  <a:pt x="14011" y="19115"/>
                </a:lnTo>
                <a:lnTo>
                  <a:pt x="13744" y="18981"/>
                </a:lnTo>
                <a:lnTo>
                  <a:pt x="12343" y="18981"/>
                </a:lnTo>
                <a:close/>
                <a:moveTo>
                  <a:pt x="15778" y="21216"/>
                </a:moveTo>
                <a:lnTo>
                  <a:pt x="17213" y="19782"/>
                </a:lnTo>
                <a:lnTo>
                  <a:pt x="19214" y="19782"/>
                </a:lnTo>
                <a:lnTo>
                  <a:pt x="20515" y="21083"/>
                </a:lnTo>
                <a:lnTo>
                  <a:pt x="17913" y="21083"/>
                </a:lnTo>
                <a:lnTo>
                  <a:pt x="17747" y="21083"/>
                </a:lnTo>
                <a:lnTo>
                  <a:pt x="15778" y="23051"/>
                </a:lnTo>
                <a:close/>
                <a:moveTo>
                  <a:pt x="18080" y="21883"/>
                </a:moveTo>
                <a:lnTo>
                  <a:pt x="21316" y="21883"/>
                </a:lnTo>
                <a:lnTo>
                  <a:pt x="23017" y="23551"/>
                </a:lnTo>
                <a:lnTo>
                  <a:pt x="18947" y="23551"/>
                </a:lnTo>
                <a:lnTo>
                  <a:pt x="18781" y="23551"/>
                </a:lnTo>
                <a:lnTo>
                  <a:pt x="15778" y="26553"/>
                </a:lnTo>
                <a:lnTo>
                  <a:pt x="15778" y="24185"/>
                </a:lnTo>
                <a:close/>
                <a:moveTo>
                  <a:pt x="19081" y="24352"/>
                </a:moveTo>
                <a:lnTo>
                  <a:pt x="23784" y="24352"/>
                </a:lnTo>
                <a:lnTo>
                  <a:pt x="25319" y="25886"/>
                </a:lnTo>
                <a:lnTo>
                  <a:pt x="19881" y="25886"/>
                </a:lnTo>
                <a:lnTo>
                  <a:pt x="19748" y="25886"/>
                </a:lnTo>
                <a:lnTo>
                  <a:pt x="15778" y="29822"/>
                </a:lnTo>
                <a:lnTo>
                  <a:pt x="15778" y="27654"/>
                </a:lnTo>
                <a:close/>
                <a:moveTo>
                  <a:pt x="42564" y="13744"/>
                </a:moveTo>
                <a:lnTo>
                  <a:pt x="42564" y="12343"/>
                </a:lnTo>
                <a:lnTo>
                  <a:pt x="45233" y="15012"/>
                </a:lnTo>
                <a:lnTo>
                  <a:pt x="41497" y="15012"/>
                </a:lnTo>
                <a:lnTo>
                  <a:pt x="42464" y="14011"/>
                </a:lnTo>
                <a:close/>
                <a:moveTo>
                  <a:pt x="49903" y="14011"/>
                </a:moveTo>
                <a:lnTo>
                  <a:pt x="50870" y="15012"/>
                </a:lnTo>
                <a:lnTo>
                  <a:pt x="47134" y="15012"/>
                </a:lnTo>
                <a:lnTo>
                  <a:pt x="49769" y="12343"/>
                </a:lnTo>
                <a:lnTo>
                  <a:pt x="49769" y="13744"/>
                </a:lnTo>
                <a:close/>
                <a:moveTo>
                  <a:pt x="53772" y="23551"/>
                </a:moveTo>
                <a:lnTo>
                  <a:pt x="49569" y="23551"/>
                </a:lnTo>
                <a:lnTo>
                  <a:pt x="46567" y="26553"/>
                </a:lnTo>
                <a:lnTo>
                  <a:pt x="46567" y="24185"/>
                </a:lnTo>
                <a:lnTo>
                  <a:pt x="48869" y="21883"/>
                </a:lnTo>
                <a:lnTo>
                  <a:pt x="52104" y="21883"/>
                </a:lnTo>
                <a:close/>
                <a:moveTo>
                  <a:pt x="56107" y="25886"/>
                </a:moveTo>
                <a:lnTo>
                  <a:pt x="50537" y="25886"/>
                </a:lnTo>
                <a:lnTo>
                  <a:pt x="46567" y="29822"/>
                </a:lnTo>
                <a:lnTo>
                  <a:pt x="46567" y="27654"/>
                </a:lnTo>
                <a:lnTo>
                  <a:pt x="49903" y="24352"/>
                </a:lnTo>
                <a:lnTo>
                  <a:pt x="54573" y="24352"/>
                </a:lnTo>
                <a:close/>
                <a:moveTo>
                  <a:pt x="68583" y="24352"/>
                </a:moveTo>
                <a:lnTo>
                  <a:pt x="73253" y="24352"/>
                </a:lnTo>
                <a:lnTo>
                  <a:pt x="76555" y="27654"/>
                </a:lnTo>
                <a:lnTo>
                  <a:pt x="76555" y="29822"/>
                </a:lnTo>
                <a:lnTo>
                  <a:pt x="72619" y="25886"/>
                </a:lnTo>
                <a:lnTo>
                  <a:pt x="67048" y="25886"/>
                </a:lnTo>
                <a:close/>
                <a:moveTo>
                  <a:pt x="71018" y="21883"/>
                </a:moveTo>
                <a:lnTo>
                  <a:pt x="74287" y="21883"/>
                </a:lnTo>
                <a:lnTo>
                  <a:pt x="76589" y="24185"/>
                </a:lnTo>
                <a:lnTo>
                  <a:pt x="76589" y="26553"/>
                </a:lnTo>
                <a:lnTo>
                  <a:pt x="73586" y="23551"/>
                </a:lnTo>
                <a:lnTo>
                  <a:pt x="69350" y="23551"/>
                </a:lnTo>
                <a:close/>
                <a:moveTo>
                  <a:pt x="73153" y="19782"/>
                </a:moveTo>
                <a:lnTo>
                  <a:pt x="75154" y="19782"/>
                </a:lnTo>
                <a:lnTo>
                  <a:pt x="76555" y="21216"/>
                </a:lnTo>
                <a:lnTo>
                  <a:pt x="76555" y="23051"/>
                </a:lnTo>
                <a:lnTo>
                  <a:pt x="74587" y="21083"/>
                </a:lnTo>
                <a:lnTo>
                  <a:pt x="71818" y="21083"/>
                </a:lnTo>
                <a:close/>
                <a:moveTo>
                  <a:pt x="73386" y="13744"/>
                </a:moveTo>
                <a:lnTo>
                  <a:pt x="73386" y="12343"/>
                </a:lnTo>
                <a:lnTo>
                  <a:pt x="76021" y="15012"/>
                </a:lnTo>
                <a:lnTo>
                  <a:pt x="72285" y="15012"/>
                </a:lnTo>
                <a:lnTo>
                  <a:pt x="73253" y="14011"/>
                </a:lnTo>
                <a:close/>
                <a:moveTo>
                  <a:pt x="80691" y="14011"/>
                </a:moveTo>
                <a:lnTo>
                  <a:pt x="81659" y="15012"/>
                </a:lnTo>
                <a:lnTo>
                  <a:pt x="77923" y="15012"/>
                </a:lnTo>
                <a:lnTo>
                  <a:pt x="80558" y="12343"/>
                </a:lnTo>
                <a:lnTo>
                  <a:pt x="80558" y="13744"/>
                </a:lnTo>
                <a:close/>
                <a:moveTo>
                  <a:pt x="84561" y="23551"/>
                </a:moveTo>
                <a:lnTo>
                  <a:pt x="80525" y="23551"/>
                </a:lnTo>
                <a:lnTo>
                  <a:pt x="80358" y="23551"/>
                </a:lnTo>
                <a:lnTo>
                  <a:pt x="77356" y="26553"/>
                </a:lnTo>
                <a:lnTo>
                  <a:pt x="77356" y="24185"/>
                </a:lnTo>
                <a:lnTo>
                  <a:pt x="79657" y="21883"/>
                </a:lnTo>
                <a:lnTo>
                  <a:pt x="82893" y="21883"/>
                </a:lnTo>
                <a:close/>
                <a:moveTo>
                  <a:pt x="86896" y="25886"/>
                </a:moveTo>
                <a:lnTo>
                  <a:pt x="81492" y="25886"/>
                </a:lnTo>
                <a:lnTo>
                  <a:pt x="81325" y="25886"/>
                </a:lnTo>
                <a:lnTo>
                  <a:pt x="77356" y="29822"/>
                </a:lnTo>
                <a:lnTo>
                  <a:pt x="77356" y="27654"/>
                </a:lnTo>
                <a:lnTo>
                  <a:pt x="80691" y="24352"/>
                </a:lnTo>
                <a:lnTo>
                  <a:pt x="85361" y="24352"/>
                </a:lnTo>
                <a:close/>
                <a:moveTo>
                  <a:pt x="104175" y="13744"/>
                </a:moveTo>
                <a:lnTo>
                  <a:pt x="104175" y="12343"/>
                </a:lnTo>
                <a:lnTo>
                  <a:pt x="106810" y="15012"/>
                </a:lnTo>
                <a:lnTo>
                  <a:pt x="103074" y="15012"/>
                </a:lnTo>
                <a:lnTo>
                  <a:pt x="104041" y="14011"/>
                </a:lnTo>
                <a:close/>
                <a:moveTo>
                  <a:pt x="111480" y="14011"/>
                </a:moveTo>
                <a:lnTo>
                  <a:pt x="112447" y="15012"/>
                </a:lnTo>
                <a:lnTo>
                  <a:pt x="108711" y="15012"/>
                </a:lnTo>
                <a:lnTo>
                  <a:pt x="111347" y="12343"/>
                </a:lnTo>
                <a:lnTo>
                  <a:pt x="111347" y="13744"/>
                </a:lnTo>
                <a:close/>
                <a:moveTo>
                  <a:pt x="115383" y="23551"/>
                </a:moveTo>
                <a:lnTo>
                  <a:pt x="111147" y="23551"/>
                </a:lnTo>
                <a:lnTo>
                  <a:pt x="108144" y="26553"/>
                </a:lnTo>
                <a:lnTo>
                  <a:pt x="108144" y="24185"/>
                </a:lnTo>
                <a:lnTo>
                  <a:pt x="110446" y="21883"/>
                </a:lnTo>
                <a:lnTo>
                  <a:pt x="113682" y="21883"/>
                </a:lnTo>
                <a:close/>
                <a:moveTo>
                  <a:pt x="117685" y="25886"/>
                </a:moveTo>
                <a:lnTo>
                  <a:pt x="112114" y="25886"/>
                </a:lnTo>
                <a:lnTo>
                  <a:pt x="108144" y="29822"/>
                </a:lnTo>
                <a:lnTo>
                  <a:pt x="108144" y="27654"/>
                </a:lnTo>
                <a:lnTo>
                  <a:pt x="111480" y="24352"/>
                </a:lnTo>
                <a:lnTo>
                  <a:pt x="116150" y="24352"/>
                </a:lnTo>
                <a:close/>
                <a:moveTo>
                  <a:pt x="130160" y="24352"/>
                </a:moveTo>
                <a:lnTo>
                  <a:pt x="134830" y="24352"/>
                </a:lnTo>
                <a:lnTo>
                  <a:pt x="138166" y="27654"/>
                </a:lnTo>
                <a:lnTo>
                  <a:pt x="138166" y="29822"/>
                </a:lnTo>
                <a:lnTo>
                  <a:pt x="134196" y="25886"/>
                </a:lnTo>
                <a:lnTo>
                  <a:pt x="128626" y="25886"/>
                </a:lnTo>
                <a:close/>
                <a:moveTo>
                  <a:pt x="132629" y="21883"/>
                </a:moveTo>
                <a:lnTo>
                  <a:pt x="135864" y="21883"/>
                </a:lnTo>
                <a:lnTo>
                  <a:pt x="138166" y="24185"/>
                </a:lnTo>
                <a:lnTo>
                  <a:pt x="138166" y="26553"/>
                </a:lnTo>
                <a:lnTo>
                  <a:pt x="135164" y="23551"/>
                </a:lnTo>
                <a:lnTo>
                  <a:pt x="130927" y="23551"/>
                </a:lnTo>
                <a:close/>
                <a:moveTo>
                  <a:pt x="134730" y="19782"/>
                </a:moveTo>
                <a:lnTo>
                  <a:pt x="136731" y="19782"/>
                </a:lnTo>
                <a:lnTo>
                  <a:pt x="138166" y="21216"/>
                </a:lnTo>
                <a:lnTo>
                  <a:pt x="138166" y="23051"/>
                </a:lnTo>
                <a:lnTo>
                  <a:pt x="136198" y="21083"/>
                </a:lnTo>
                <a:lnTo>
                  <a:pt x="133396" y="21083"/>
                </a:lnTo>
                <a:close/>
                <a:moveTo>
                  <a:pt x="134964" y="13744"/>
                </a:moveTo>
                <a:lnTo>
                  <a:pt x="134964" y="12343"/>
                </a:lnTo>
                <a:lnTo>
                  <a:pt x="137599" y="15012"/>
                </a:lnTo>
                <a:lnTo>
                  <a:pt x="133863" y="15012"/>
                </a:lnTo>
                <a:lnTo>
                  <a:pt x="134830" y="14011"/>
                </a:lnTo>
                <a:close/>
                <a:moveTo>
                  <a:pt x="142269" y="14011"/>
                </a:moveTo>
                <a:lnTo>
                  <a:pt x="143236" y="15012"/>
                </a:lnTo>
                <a:lnTo>
                  <a:pt x="139500" y="15012"/>
                </a:lnTo>
                <a:lnTo>
                  <a:pt x="142135" y="12343"/>
                </a:lnTo>
                <a:lnTo>
                  <a:pt x="142135" y="13744"/>
                </a:lnTo>
                <a:close/>
                <a:moveTo>
                  <a:pt x="146172" y="23551"/>
                </a:moveTo>
                <a:lnTo>
                  <a:pt x="142102" y="23551"/>
                </a:lnTo>
                <a:lnTo>
                  <a:pt x="141935" y="23551"/>
                </a:lnTo>
                <a:lnTo>
                  <a:pt x="138933" y="26553"/>
                </a:lnTo>
                <a:lnTo>
                  <a:pt x="138933" y="24185"/>
                </a:lnTo>
                <a:lnTo>
                  <a:pt x="141235" y="21883"/>
                </a:lnTo>
                <a:lnTo>
                  <a:pt x="144504" y="21883"/>
                </a:lnTo>
                <a:close/>
                <a:moveTo>
                  <a:pt x="148473" y="25886"/>
                </a:moveTo>
                <a:lnTo>
                  <a:pt x="143069" y="25886"/>
                </a:lnTo>
                <a:lnTo>
                  <a:pt x="142903" y="25886"/>
                </a:lnTo>
                <a:lnTo>
                  <a:pt x="138966" y="29822"/>
                </a:lnTo>
                <a:lnTo>
                  <a:pt x="138966" y="27654"/>
                </a:lnTo>
                <a:lnTo>
                  <a:pt x="142269" y="24352"/>
                </a:lnTo>
                <a:lnTo>
                  <a:pt x="146972" y="24352"/>
                </a:lnTo>
                <a:close/>
                <a:moveTo>
                  <a:pt x="165752" y="13744"/>
                </a:moveTo>
                <a:lnTo>
                  <a:pt x="165752" y="12343"/>
                </a:lnTo>
                <a:lnTo>
                  <a:pt x="168387" y="15012"/>
                </a:lnTo>
                <a:lnTo>
                  <a:pt x="164651" y="15012"/>
                </a:lnTo>
                <a:lnTo>
                  <a:pt x="165619" y="14011"/>
                </a:lnTo>
                <a:close/>
                <a:moveTo>
                  <a:pt x="173057" y="14011"/>
                </a:moveTo>
                <a:lnTo>
                  <a:pt x="174025" y="15012"/>
                </a:lnTo>
                <a:lnTo>
                  <a:pt x="170289" y="15012"/>
                </a:lnTo>
                <a:lnTo>
                  <a:pt x="172957" y="12343"/>
                </a:lnTo>
                <a:lnTo>
                  <a:pt x="172957" y="13744"/>
                </a:lnTo>
                <a:close/>
                <a:moveTo>
                  <a:pt x="176960" y="23551"/>
                </a:moveTo>
                <a:lnTo>
                  <a:pt x="172724" y="23551"/>
                </a:lnTo>
                <a:lnTo>
                  <a:pt x="169722" y="26553"/>
                </a:lnTo>
                <a:lnTo>
                  <a:pt x="169722" y="24185"/>
                </a:lnTo>
                <a:lnTo>
                  <a:pt x="172023" y="21883"/>
                </a:lnTo>
                <a:lnTo>
                  <a:pt x="175292" y="21883"/>
                </a:lnTo>
                <a:close/>
                <a:moveTo>
                  <a:pt x="179262" y="25886"/>
                </a:moveTo>
                <a:lnTo>
                  <a:pt x="173691" y="25886"/>
                </a:lnTo>
                <a:lnTo>
                  <a:pt x="169755" y="29822"/>
                </a:lnTo>
                <a:lnTo>
                  <a:pt x="169755" y="27654"/>
                </a:lnTo>
                <a:lnTo>
                  <a:pt x="173057" y="24352"/>
                </a:lnTo>
                <a:lnTo>
                  <a:pt x="177727" y="24352"/>
                </a:lnTo>
                <a:close/>
                <a:moveTo>
                  <a:pt x="191737" y="24352"/>
                </a:moveTo>
                <a:lnTo>
                  <a:pt x="196441" y="24352"/>
                </a:lnTo>
                <a:lnTo>
                  <a:pt x="199743" y="27654"/>
                </a:lnTo>
                <a:lnTo>
                  <a:pt x="199743" y="29822"/>
                </a:lnTo>
                <a:lnTo>
                  <a:pt x="195807" y="25886"/>
                </a:lnTo>
                <a:lnTo>
                  <a:pt x="190203" y="25886"/>
                </a:lnTo>
                <a:close/>
                <a:moveTo>
                  <a:pt x="194206" y="21883"/>
                </a:moveTo>
                <a:lnTo>
                  <a:pt x="197441" y="21883"/>
                </a:lnTo>
                <a:lnTo>
                  <a:pt x="199743" y="24185"/>
                </a:lnTo>
                <a:lnTo>
                  <a:pt x="199743" y="26553"/>
                </a:lnTo>
                <a:lnTo>
                  <a:pt x="196741" y="23551"/>
                </a:lnTo>
                <a:lnTo>
                  <a:pt x="192538" y="23551"/>
                </a:lnTo>
                <a:close/>
                <a:moveTo>
                  <a:pt x="196307" y="19782"/>
                </a:moveTo>
                <a:lnTo>
                  <a:pt x="198309" y="19782"/>
                </a:lnTo>
                <a:lnTo>
                  <a:pt x="199743" y="21216"/>
                </a:lnTo>
                <a:lnTo>
                  <a:pt x="199743" y="23051"/>
                </a:lnTo>
                <a:lnTo>
                  <a:pt x="197775" y="21083"/>
                </a:lnTo>
                <a:lnTo>
                  <a:pt x="195006" y="21083"/>
                </a:lnTo>
                <a:close/>
                <a:moveTo>
                  <a:pt x="196541" y="13744"/>
                </a:moveTo>
                <a:lnTo>
                  <a:pt x="196541" y="12343"/>
                </a:lnTo>
                <a:lnTo>
                  <a:pt x="199176" y="15012"/>
                </a:lnTo>
                <a:lnTo>
                  <a:pt x="195440" y="15012"/>
                </a:lnTo>
                <a:lnTo>
                  <a:pt x="196407" y="14011"/>
                </a:lnTo>
                <a:close/>
                <a:moveTo>
                  <a:pt x="203846" y="14011"/>
                </a:moveTo>
                <a:lnTo>
                  <a:pt x="204847" y="15012"/>
                </a:lnTo>
                <a:lnTo>
                  <a:pt x="201077" y="15012"/>
                </a:lnTo>
                <a:lnTo>
                  <a:pt x="203746" y="12343"/>
                </a:lnTo>
                <a:lnTo>
                  <a:pt x="203746" y="13744"/>
                </a:lnTo>
                <a:close/>
                <a:moveTo>
                  <a:pt x="207749" y="23551"/>
                </a:moveTo>
                <a:lnTo>
                  <a:pt x="203679" y="23551"/>
                </a:lnTo>
                <a:lnTo>
                  <a:pt x="203512" y="23551"/>
                </a:lnTo>
                <a:lnTo>
                  <a:pt x="200544" y="26553"/>
                </a:lnTo>
                <a:lnTo>
                  <a:pt x="200544" y="24185"/>
                </a:lnTo>
                <a:lnTo>
                  <a:pt x="202812" y="21883"/>
                </a:lnTo>
                <a:lnTo>
                  <a:pt x="206081" y="21883"/>
                </a:lnTo>
                <a:close/>
                <a:moveTo>
                  <a:pt x="210084" y="25886"/>
                </a:moveTo>
                <a:lnTo>
                  <a:pt x="204647" y="25886"/>
                </a:lnTo>
                <a:lnTo>
                  <a:pt x="204480" y="25886"/>
                </a:lnTo>
                <a:lnTo>
                  <a:pt x="200544" y="29822"/>
                </a:lnTo>
                <a:lnTo>
                  <a:pt x="200544" y="27654"/>
                </a:lnTo>
                <a:lnTo>
                  <a:pt x="203846" y="24352"/>
                </a:lnTo>
                <a:lnTo>
                  <a:pt x="208549" y="24352"/>
                </a:lnTo>
                <a:close/>
                <a:moveTo>
                  <a:pt x="224427" y="40263"/>
                </a:moveTo>
                <a:lnTo>
                  <a:pt x="224427" y="43499"/>
                </a:lnTo>
                <a:lnTo>
                  <a:pt x="222126" y="45800"/>
                </a:lnTo>
                <a:lnTo>
                  <a:pt x="219757" y="45800"/>
                </a:lnTo>
                <a:lnTo>
                  <a:pt x="222760" y="42798"/>
                </a:lnTo>
                <a:lnTo>
                  <a:pt x="222760" y="38562"/>
                </a:lnTo>
                <a:close/>
                <a:moveTo>
                  <a:pt x="226529" y="42365"/>
                </a:moveTo>
                <a:lnTo>
                  <a:pt x="226529" y="44366"/>
                </a:lnTo>
                <a:lnTo>
                  <a:pt x="225128" y="45800"/>
                </a:lnTo>
                <a:lnTo>
                  <a:pt x="223260" y="45800"/>
                </a:lnTo>
                <a:lnTo>
                  <a:pt x="225228" y="43832"/>
                </a:lnTo>
                <a:lnTo>
                  <a:pt x="225228" y="41030"/>
                </a:lnTo>
                <a:close/>
                <a:moveTo>
                  <a:pt x="222760" y="53806"/>
                </a:moveTo>
                <a:lnTo>
                  <a:pt x="222760" y="49570"/>
                </a:lnTo>
                <a:lnTo>
                  <a:pt x="219757" y="46568"/>
                </a:lnTo>
                <a:lnTo>
                  <a:pt x="222126" y="46568"/>
                </a:lnTo>
                <a:lnTo>
                  <a:pt x="224427" y="48869"/>
                </a:lnTo>
                <a:lnTo>
                  <a:pt x="224427" y="52105"/>
                </a:lnTo>
                <a:close/>
                <a:moveTo>
                  <a:pt x="220425" y="56108"/>
                </a:moveTo>
                <a:lnTo>
                  <a:pt x="220425" y="50537"/>
                </a:lnTo>
                <a:lnTo>
                  <a:pt x="216488" y="46568"/>
                </a:lnTo>
                <a:lnTo>
                  <a:pt x="218657" y="46568"/>
                </a:lnTo>
                <a:lnTo>
                  <a:pt x="221959" y="49903"/>
                </a:lnTo>
                <a:lnTo>
                  <a:pt x="221959" y="54573"/>
                </a:lnTo>
                <a:close/>
                <a:moveTo>
                  <a:pt x="224427" y="71052"/>
                </a:moveTo>
                <a:lnTo>
                  <a:pt x="224427" y="74287"/>
                </a:lnTo>
                <a:lnTo>
                  <a:pt x="222126" y="76589"/>
                </a:lnTo>
                <a:lnTo>
                  <a:pt x="219757" y="76589"/>
                </a:lnTo>
                <a:lnTo>
                  <a:pt x="222760" y="73587"/>
                </a:lnTo>
                <a:lnTo>
                  <a:pt x="222760" y="69351"/>
                </a:lnTo>
                <a:close/>
                <a:moveTo>
                  <a:pt x="226529" y="73153"/>
                </a:moveTo>
                <a:lnTo>
                  <a:pt x="226529" y="75155"/>
                </a:lnTo>
                <a:lnTo>
                  <a:pt x="225128" y="76589"/>
                </a:lnTo>
                <a:lnTo>
                  <a:pt x="223260" y="76589"/>
                </a:lnTo>
                <a:lnTo>
                  <a:pt x="225228" y="74621"/>
                </a:lnTo>
                <a:lnTo>
                  <a:pt x="225228" y="71819"/>
                </a:lnTo>
                <a:close/>
                <a:moveTo>
                  <a:pt x="222760" y="84595"/>
                </a:moveTo>
                <a:lnTo>
                  <a:pt x="222760" y="80358"/>
                </a:lnTo>
                <a:lnTo>
                  <a:pt x="219757" y="77356"/>
                </a:lnTo>
                <a:lnTo>
                  <a:pt x="222126" y="77356"/>
                </a:lnTo>
                <a:lnTo>
                  <a:pt x="224427" y="79658"/>
                </a:lnTo>
                <a:lnTo>
                  <a:pt x="224427" y="82894"/>
                </a:lnTo>
                <a:close/>
                <a:moveTo>
                  <a:pt x="220425" y="86896"/>
                </a:moveTo>
                <a:lnTo>
                  <a:pt x="220425" y="81326"/>
                </a:lnTo>
                <a:lnTo>
                  <a:pt x="216488" y="77356"/>
                </a:lnTo>
                <a:lnTo>
                  <a:pt x="218657" y="77356"/>
                </a:lnTo>
                <a:lnTo>
                  <a:pt x="221959" y="80692"/>
                </a:lnTo>
                <a:lnTo>
                  <a:pt x="221959" y="85362"/>
                </a:lnTo>
                <a:close/>
                <a:moveTo>
                  <a:pt x="200544" y="103075"/>
                </a:moveTo>
                <a:lnTo>
                  <a:pt x="201644" y="104175"/>
                </a:lnTo>
                <a:lnTo>
                  <a:pt x="201778" y="104175"/>
                </a:lnTo>
                <a:lnTo>
                  <a:pt x="203179" y="104175"/>
                </a:lnTo>
                <a:lnTo>
                  <a:pt x="200544" y="106811"/>
                </a:lnTo>
                <a:close/>
                <a:moveTo>
                  <a:pt x="199743" y="106811"/>
                </a:moveTo>
                <a:lnTo>
                  <a:pt x="197108" y="104175"/>
                </a:lnTo>
                <a:lnTo>
                  <a:pt x="198476" y="104175"/>
                </a:lnTo>
                <a:lnTo>
                  <a:pt x="198776" y="104042"/>
                </a:lnTo>
                <a:lnTo>
                  <a:pt x="199743" y="103075"/>
                </a:lnTo>
                <a:lnTo>
                  <a:pt x="199743" y="106811"/>
                </a:lnTo>
                <a:close/>
                <a:moveTo>
                  <a:pt x="168954" y="106811"/>
                </a:moveTo>
                <a:lnTo>
                  <a:pt x="166319" y="104175"/>
                </a:lnTo>
                <a:lnTo>
                  <a:pt x="167687" y="104175"/>
                </a:lnTo>
                <a:lnTo>
                  <a:pt x="167854" y="104175"/>
                </a:lnTo>
                <a:lnTo>
                  <a:pt x="168954" y="103075"/>
                </a:lnTo>
                <a:close/>
                <a:moveTo>
                  <a:pt x="138933" y="103075"/>
                </a:moveTo>
                <a:lnTo>
                  <a:pt x="140034" y="104175"/>
                </a:lnTo>
                <a:lnTo>
                  <a:pt x="140201" y="104175"/>
                </a:lnTo>
                <a:lnTo>
                  <a:pt x="141602" y="104175"/>
                </a:lnTo>
                <a:lnTo>
                  <a:pt x="138933" y="106811"/>
                </a:lnTo>
                <a:close/>
                <a:moveTo>
                  <a:pt x="138166" y="106811"/>
                </a:moveTo>
                <a:lnTo>
                  <a:pt x="135531" y="104175"/>
                </a:lnTo>
                <a:lnTo>
                  <a:pt x="136898" y="104175"/>
                </a:lnTo>
                <a:lnTo>
                  <a:pt x="137165" y="104042"/>
                </a:lnTo>
                <a:lnTo>
                  <a:pt x="138166" y="103075"/>
                </a:lnTo>
                <a:lnTo>
                  <a:pt x="138166" y="106811"/>
                </a:lnTo>
                <a:close/>
                <a:moveTo>
                  <a:pt x="107377" y="106811"/>
                </a:moveTo>
                <a:lnTo>
                  <a:pt x="104709" y="104175"/>
                </a:lnTo>
                <a:lnTo>
                  <a:pt x="106110" y="104175"/>
                </a:lnTo>
                <a:lnTo>
                  <a:pt x="106276" y="104175"/>
                </a:lnTo>
                <a:lnTo>
                  <a:pt x="107377" y="103075"/>
                </a:lnTo>
                <a:lnTo>
                  <a:pt x="107377" y="106811"/>
                </a:lnTo>
                <a:close/>
                <a:moveTo>
                  <a:pt x="77356" y="103075"/>
                </a:moveTo>
                <a:lnTo>
                  <a:pt x="78457" y="104175"/>
                </a:lnTo>
                <a:lnTo>
                  <a:pt x="78623" y="104175"/>
                </a:lnTo>
                <a:lnTo>
                  <a:pt x="79991" y="104175"/>
                </a:lnTo>
                <a:lnTo>
                  <a:pt x="77356" y="106811"/>
                </a:lnTo>
                <a:lnTo>
                  <a:pt x="77356" y="103075"/>
                </a:lnTo>
                <a:close/>
                <a:moveTo>
                  <a:pt x="76589" y="106811"/>
                </a:moveTo>
                <a:lnTo>
                  <a:pt x="73920" y="104175"/>
                </a:lnTo>
                <a:lnTo>
                  <a:pt x="75321" y="104175"/>
                </a:lnTo>
                <a:lnTo>
                  <a:pt x="75588" y="104042"/>
                </a:lnTo>
                <a:lnTo>
                  <a:pt x="76555" y="103075"/>
                </a:lnTo>
                <a:lnTo>
                  <a:pt x="76555" y="106811"/>
                </a:lnTo>
                <a:close/>
                <a:moveTo>
                  <a:pt x="45767" y="106811"/>
                </a:moveTo>
                <a:lnTo>
                  <a:pt x="43131" y="104175"/>
                </a:lnTo>
                <a:lnTo>
                  <a:pt x="44532" y="104175"/>
                </a:lnTo>
                <a:lnTo>
                  <a:pt x="44699" y="104175"/>
                </a:lnTo>
                <a:lnTo>
                  <a:pt x="45767" y="103075"/>
                </a:lnTo>
                <a:close/>
                <a:moveTo>
                  <a:pt x="21883" y="82927"/>
                </a:moveTo>
                <a:lnTo>
                  <a:pt x="21883" y="79658"/>
                </a:lnTo>
                <a:lnTo>
                  <a:pt x="24184" y="77356"/>
                </a:lnTo>
                <a:lnTo>
                  <a:pt x="26553" y="77356"/>
                </a:lnTo>
                <a:lnTo>
                  <a:pt x="23551" y="80358"/>
                </a:lnTo>
                <a:lnTo>
                  <a:pt x="23551" y="84595"/>
                </a:lnTo>
                <a:close/>
                <a:moveTo>
                  <a:pt x="19781" y="80792"/>
                </a:moveTo>
                <a:lnTo>
                  <a:pt x="19781" y="78791"/>
                </a:lnTo>
                <a:lnTo>
                  <a:pt x="21182" y="77356"/>
                </a:lnTo>
                <a:lnTo>
                  <a:pt x="23050" y="77356"/>
                </a:lnTo>
                <a:lnTo>
                  <a:pt x="21082" y="79324"/>
                </a:lnTo>
                <a:lnTo>
                  <a:pt x="21082" y="82126"/>
                </a:lnTo>
                <a:close/>
                <a:moveTo>
                  <a:pt x="23551" y="69351"/>
                </a:moveTo>
                <a:lnTo>
                  <a:pt x="23551" y="73587"/>
                </a:lnTo>
                <a:lnTo>
                  <a:pt x="26553" y="76589"/>
                </a:lnTo>
                <a:lnTo>
                  <a:pt x="24184" y="76589"/>
                </a:lnTo>
                <a:lnTo>
                  <a:pt x="21883" y="74287"/>
                </a:lnTo>
                <a:lnTo>
                  <a:pt x="21883" y="71052"/>
                </a:lnTo>
                <a:close/>
                <a:moveTo>
                  <a:pt x="25886" y="67049"/>
                </a:moveTo>
                <a:lnTo>
                  <a:pt x="25886" y="72620"/>
                </a:lnTo>
                <a:lnTo>
                  <a:pt x="29822" y="76589"/>
                </a:lnTo>
                <a:lnTo>
                  <a:pt x="27654" y="76589"/>
                </a:lnTo>
                <a:lnTo>
                  <a:pt x="24351" y="73253"/>
                </a:lnTo>
                <a:lnTo>
                  <a:pt x="24351" y="68583"/>
                </a:lnTo>
                <a:close/>
                <a:moveTo>
                  <a:pt x="21883" y="52105"/>
                </a:moveTo>
                <a:lnTo>
                  <a:pt x="21883" y="48869"/>
                </a:lnTo>
                <a:lnTo>
                  <a:pt x="24184" y="46568"/>
                </a:lnTo>
                <a:lnTo>
                  <a:pt x="26553" y="46568"/>
                </a:lnTo>
                <a:lnTo>
                  <a:pt x="23551" y="49570"/>
                </a:lnTo>
                <a:lnTo>
                  <a:pt x="23551" y="53806"/>
                </a:lnTo>
                <a:close/>
                <a:moveTo>
                  <a:pt x="19781" y="50003"/>
                </a:moveTo>
                <a:lnTo>
                  <a:pt x="19781" y="48002"/>
                </a:lnTo>
                <a:lnTo>
                  <a:pt x="21182" y="46568"/>
                </a:lnTo>
                <a:lnTo>
                  <a:pt x="23050" y="46568"/>
                </a:lnTo>
                <a:lnTo>
                  <a:pt x="21082" y="48536"/>
                </a:lnTo>
                <a:lnTo>
                  <a:pt x="21082" y="51338"/>
                </a:lnTo>
                <a:close/>
                <a:moveTo>
                  <a:pt x="23551" y="38562"/>
                </a:moveTo>
                <a:lnTo>
                  <a:pt x="23551" y="42798"/>
                </a:lnTo>
                <a:lnTo>
                  <a:pt x="26553" y="45800"/>
                </a:lnTo>
                <a:lnTo>
                  <a:pt x="24184" y="45800"/>
                </a:lnTo>
                <a:lnTo>
                  <a:pt x="21883" y="43499"/>
                </a:lnTo>
                <a:lnTo>
                  <a:pt x="21883" y="40230"/>
                </a:lnTo>
                <a:close/>
                <a:moveTo>
                  <a:pt x="25886" y="36260"/>
                </a:moveTo>
                <a:lnTo>
                  <a:pt x="25886" y="41831"/>
                </a:lnTo>
                <a:lnTo>
                  <a:pt x="29822" y="45800"/>
                </a:lnTo>
                <a:lnTo>
                  <a:pt x="27654" y="45800"/>
                </a:lnTo>
                <a:lnTo>
                  <a:pt x="24351" y="42465"/>
                </a:lnTo>
                <a:lnTo>
                  <a:pt x="24351" y="37795"/>
                </a:lnTo>
                <a:close/>
                <a:moveTo>
                  <a:pt x="45767" y="20082"/>
                </a:moveTo>
                <a:lnTo>
                  <a:pt x="44699" y="18981"/>
                </a:lnTo>
                <a:lnTo>
                  <a:pt x="44532" y="18981"/>
                </a:lnTo>
                <a:lnTo>
                  <a:pt x="43131" y="18981"/>
                </a:lnTo>
                <a:lnTo>
                  <a:pt x="45767" y="16346"/>
                </a:lnTo>
                <a:close/>
                <a:moveTo>
                  <a:pt x="46567" y="16346"/>
                </a:moveTo>
                <a:lnTo>
                  <a:pt x="49202" y="18981"/>
                </a:lnTo>
                <a:lnTo>
                  <a:pt x="47835" y="18981"/>
                </a:lnTo>
                <a:lnTo>
                  <a:pt x="47568" y="19115"/>
                </a:lnTo>
                <a:lnTo>
                  <a:pt x="46567" y="20082"/>
                </a:lnTo>
                <a:lnTo>
                  <a:pt x="46567" y="16346"/>
                </a:lnTo>
                <a:close/>
                <a:moveTo>
                  <a:pt x="77356" y="16346"/>
                </a:moveTo>
                <a:lnTo>
                  <a:pt x="80024" y="18981"/>
                </a:lnTo>
                <a:lnTo>
                  <a:pt x="78623" y="18981"/>
                </a:lnTo>
                <a:lnTo>
                  <a:pt x="78457" y="18981"/>
                </a:lnTo>
                <a:lnTo>
                  <a:pt x="77356" y="20082"/>
                </a:lnTo>
                <a:lnTo>
                  <a:pt x="77356" y="16346"/>
                </a:lnTo>
                <a:close/>
                <a:moveTo>
                  <a:pt x="107377" y="20082"/>
                </a:moveTo>
                <a:lnTo>
                  <a:pt x="106276" y="18981"/>
                </a:lnTo>
                <a:lnTo>
                  <a:pt x="106110" y="18981"/>
                </a:lnTo>
                <a:lnTo>
                  <a:pt x="104709" y="18981"/>
                </a:lnTo>
                <a:lnTo>
                  <a:pt x="107377" y="16346"/>
                </a:lnTo>
                <a:lnTo>
                  <a:pt x="107377" y="20082"/>
                </a:lnTo>
                <a:close/>
                <a:moveTo>
                  <a:pt x="108144" y="16346"/>
                </a:moveTo>
                <a:lnTo>
                  <a:pt x="110813" y="18981"/>
                </a:lnTo>
                <a:lnTo>
                  <a:pt x="109412" y="18981"/>
                </a:lnTo>
                <a:lnTo>
                  <a:pt x="109145" y="19115"/>
                </a:lnTo>
                <a:lnTo>
                  <a:pt x="108144" y="20082"/>
                </a:lnTo>
                <a:lnTo>
                  <a:pt x="108144" y="16346"/>
                </a:lnTo>
                <a:close/>
                <a:moveTo>
                  <a:pt x="138933" y="16346"/>
                </a:moveTo>
                <a:lnTo>
                  <a:pt x="141602" y="18981"/>
                </a:lnTo>
                <a:lnTo>
                  <a:pt x="140201" y="18981"/>
                </a:lnTo>
                <a:lnTo>
                  <a:pt x="140034" y="18981"/>
                </a:lnTo>
                <a:lnTo>
                  <a:pt x="138933" y="20082"/>
                </a:lnTo>
                <a:close/>
                <a:moveTo>
                  <a:pt x="168954" y="20082"/>
                </a:moveTo>
                <a:lnTo>
                  <a:pt x="167854" y="18981"/>
                </a:lnTo>
                <a:lnTo>
                  <a:pt x="167687" y="18981"/>
                </a:lnTo>
                <a:lnTo>
                  <a:pt x="166319" y="18981"/>
                </a:lnTo>
                <a:lnTo>
                  <a:pt x="168954" y="16346"/>
                </a:lnTo>
                <a:close/>
                <a:moveTo>
                  <a:pt x="169755" y="16346"/>
                </a:moveTo>
                <a:lnTo>
                  <a:pt x="172390" y="18981"/>
                </a:lnTo>
                <a:lnTo>
                  <a:pt x="170989" y="18981"/>
                </a:lnTo>
                <a:lnTo>
                  <a:pt x="170722" y="19115"/>
                </a:lnTo>
                <a:lnTo>
                  <a:pt x="169755" y="20082"/>
                </a:lnTo>
                <a:lnTo>
                  <a:pt x="169755" y="16346"/>
                </a:lnTo>
                <a:close/>
                <a:moveTo>
                  <a:pt x="200544" y="16346"/>
                </a:moveTo>
                <a:lnTo>
                  <a:pt x="203179" y="18981"/>
                </a:lnTo>
                <a:lnTo>
                  <a:pt x="201778" y="18981"/>
                </a:lnTo>
                <a:lnTo>
                  <a:pt x="201644" y="18981"/>
                </a:lnTo>
                <a:lnTo>
                  <a:pt x="200544" y="20082"/>
                </a:lnTo>
                <a:close/>
                <a:moveTo>
                  <a:pt x="219757" y="96170"/>
                </a:moveTo>
                <a:lnTo>
                  <a:pt x="218457" y="94902"/>
                </a:lnTo>
                <a:lnTo>
                  <a:pt x="218457" y="93568"/>
                </a:lnTo>
                <a:lnTo>
                  <a:pt x="219290" y="92767"/>
                </a:lnTo>
                <a:lnTo>
                  <a:pt x="221092" y="92767"/>
                </a:lnTo>
                <a:lnTo>
                  <a:pt x="219757" y="94102"/>
                </a:lnTo>
                <a:lnTo>
                  <a:pt x="219757" y="96170"/>
                </a:lnTo>
                <a:close/>
                <a:moveTo>
                  <a:pt x="215521" y="95403"/>
                </a:moveTo>
                <a:lnTo>
                  <a:pt x="214654" y="94502"/>
                </a:lnTo>
                <a:lnTo>
                  <a:pt x="213386" y="94502"/>
                </a:lnTo>
                <a:lnTo>
                  <a:pt x="213386" y="93434"/>
                </a:lnTo>
                <a:lnTo>
                  <a:pt x="213286" y="93134"/>
                </a:lnTo>
                <a:lnTo>
                  <a:pt x="212486" y="92367"/>
                </a:lnTo>
                <a:lnTo>
                  <a:pt x="213286" y="91600"/>
                </a:lnTo>
                <a:lnTo>
                  <a:pt x="213386" y="91333"/>
                </a:lnTo>
                <a:lnTo>
                  <a:pt x="213386" y="90232"/>
                </a:lnTo>
                <a:lnTo>
                  <a:pt x="214654" y="90232"/>
                </a:lnTo>
                <a:lnTo>
                  <a:pt x="215521" y="89332"/>
                </a:lnTo>
                <a:lnTo>
                  <a:pt x="216422" y="90232"/>
                </a:lnTo>
                <a:lnTo>
                  <a:pt x="217689" y="90232"/>
                </a:lnTo>
                <a:lnTo>
                  <a:pt x="217689" y="91333"/>
                </a:lnTo>
                <a:lnTo>
                  <a:pt x="217789" y="91600"/>
                </a:lnTo>
                <a:lnTo>
                  <a:pt x="218557" y="92367"/>
                </a:lnTo>
                <a:lnTo>
                  <a:pt x="217789" y="93134"/>
                </a:lnTo>
                <a:lnTo>
                  <a:pt x="217689" y="93434"/>
                </a:lnTo>
                <a:lnTo>
                  <a:pt x="217689" y="94502"/>
                </a:lnTo>
                <a:lnTo>
                  <a:pt x="216422" y="94502"/>
                </a:lnTo>
                <a:close/>
                <a:moveTo>
                  <a:pt x="211318" y="96170"/>
                </a:moveTo>
                <a:lnTo>
                  <a:pt x="211318" y="94135"/>
                </a:lnTo>
                <a:lnTo>
                  <a:pt x="209950" y="92767"/>
                </a:lnTo>
                <a:lnTo>
                  <a:pt x="211785" y="92767"/>
                </a:lnTo>
                <a:lnTo>
                  <a:pt x="212586" y="93601"/>
                </a:lnTo>
                <a:lnTo>
                  <a:pt x="212586" y="94902"/>
                </a:lnTo>
                <a:close/>
                <a:moveTo>
                  <a:pt x="188969" y="96170"/>
                </a:moveTo>
                <a:lnTo>
                  <a:pt x="187668" y="94902"/>
                </a:lnTo>
                <a:lnTo>
                  <a:pt x="187668" y="93568"/>
                </a:lnTo>
                <a:lnTo>
                  <a:pt x="188502" y="92767"/>
                </a:lnTo>
                <a:lnTo>
                  <a:pt x="190303" y="92767"/>
                </a:lnTo>
                <a:lnTo>
                  <a:pt x="188969" y="94102"/>
                </a:lnTo>
                <a:lnTo>
                  <a:pt x="188969" y="96170"/>
                </a:lnTo>
                <a:close/>
                <a:moveTo>
                  <a:pt x="184732" y="95403"/>
                </a:moveTo>
                <a:lnTo>
                  <a:pt x="183865" y="94502"/>
                </a:lnTo>
                <a:lnTo>
                  <a:pt x="182598" y="94502"/>
                </a:lnTo>
                <a:lnTo>
                  <a:pt x="182598" y="93434"/>
                </a:lnTo>
                <a:lnTo>
                  <a:pt x="182464" y="93134"/>
                </a:lnTo>
                <a:lnTo>
                  <a:pt x="181697" y="92367"/>
                </a:lnTo>
                <a:lnTo>
                  <a:pt x="182464" y="91600"/>
                </a:lnTo>
                <a:lnTo>
                  <a:pt x="182598" y="91333"/>
                </a:lnTo>
                <a:lnTo>
                  <a:pt x="182598" y="90232"/>
                </a:lnTo>
                <a:lnTo>
                  <a:pt x="183865" y="90232"/>
                </a:lnTo>
                <a:lnTo>
                  <a:pt x="184732" y="89332"/>
                </a:lnTo>
                <a:lnTo>
                  <a:pt x="185633" y="90232"/>
                </a:lnTo>
                <a:lnTo>
                  <a:pt x="186901" y="90232"/>
                </a:lnTo>
                <a:lnTo>
                  <a:pt x="186901" y="91333"/>
                </a:lnTo>
                <a:lnTo>
                  <a:pt x="187001" y="91600"/>
                </a:lnTo>
                <a:lnTo>
                  <a:pt x="187768" y="92367"/>
                </a:lnTo>
                <a:lnTo>
                  <a:pt x="187001" y="93134"/>
                </a:lnTo>
                <a:lnTo>
                  <a:pt x="186901" y="93434"/>
                </a:lnTo>
                <a:lnTo>
                  <a:pt x="186901" y="94502"/>
                </a:lnTo>
                <a:lnTo>
                  <a:pt x="185633" y="94502"/>
                </a:lnTo>
                <a:close/>
                <a:moveTo>
                  <a:pt x="180529" y="96170"/>
                </a:moveTo>
                <a:lnTo>
                  <a:pt x="180529" y="94135"/>
                </a:lnTo>
                <a:lnTo>
                  <a:pt x="179162" y="92767"/>
                </a:lnTo>
                <a:lnTo>
                  <a:pt x="180996" y="92767"/>
                </a:lnTo>
                <a:lnTo>
                  <a:pt x="181797" y="93601"/>
                </a:lnTo>
                <a:lnTo>
                  <a:pt x="181797" y="94902"/>
                </a:lnTo>
                <a:close/>
                <a:moveTo>
                  <a:pt x="158180" y="96170"/>
                </a:moveTo>
                <a:lnTo>
                  <a:pt x="156879" y="94902"/>
                </a:lnTo>
                <a:lnTo>
                  <a:pt x="156879" y="93568"/>
                </a:lnTo>
                <a:lnTo>
                  <a:pt x="157713" y="92767"/>
                </a:lnTo>
                <a:lnTo>
                  <a:pt x="159514" y="92767"/>
                </a:lnTo>
                <a:lnTo>
                  <a:pt x="158180" y="94102"/>
                </a:lnTo>
                <a:lnTo>
                  <a:pt x="158180" y="96170"/>
                </a:lnTo>
                <a:close/>
                <a:moveTo>
                  <a:pt x="153944" y="95403"/>
                </a:moveTo>
                <a:lnTo>
                  <a:pt x="153076" y="94502"/>
                </a:lnTo>
                <a:lnTo>
                  <a:pt x="151809" y="94502"/>
                </a:lnTo>
                <a:lnTo>
                  <a:pt x="151809" y="93434"/>
                </a:lnTo>
                <a:lnTo>
                  <a:pt x="151675" y="93134"/>
                </a:lnTo>
                <a:lnTo>
                  <a:pt x="150908" y="92367"/>
                </a:lnTo>
                <a:lnTo>
                  <a:pt x="151675" y="91600"/>
                </a:lnTo>
                <a:lnTo>
                  <a:pt x="151809" y="91333"/>
                </a:lnTo>
                <a:lnTo>
                  <a:pt x="151809" y="90232"/>
                </a:lnTo>
                <a:lnTo>
                  <a:pt x="153076" y="90232"/>
                </a:lnTo>
                <a:lnTo>
                  <a:pt x="153944" y="89332"/>
                </a:lnTo>
                <a:lnTo>
                  <a:pt x="154844" y="90232"/>
                </a:lnTo>
                <a:lnTo>
                  <a:pt x="156112" y="90232"/>
                </a:lnTo>
                <a:lnTo>
                  <a:pt x="156112" y="91333"/>
                </a:lnTo>
                <a:lnTo>
                  <a:pt x="156212" y="91600"/>
                </a:lnTo>
                <a:lnTo>
                  <a:pt x="156979" y="92367"/>
                </a:lnTo>
                <a:lnTo>
                  <a:pt x="156212" y="93134"/>
                </a:lnTo>
                <a:lnTo>
                  <a:pt x="156112" y="93434"/>
                </a:lnTo>
                <a:lnTo>
                  <a:pt x="156112" y="94502"/>
                </a:lnTo>
                <a:lnTo>
                  <a:pt x="154844" y="94502"/>
                </a:lnTo>
                <a:close/>
                <a:moveTo>
                  <a:pt x="149741" y="96170"/>
                </a:moveTo>
                <a:lnTo>
                  <a:pt x="149741" y="94135"/>
                </a:lnTo>
                <a:lnTo>
                  <a:pt x="148373" y="92767"/>
                </a:lnTo>
                <a:lnTo>
                  <a:pt x="150208" y="92767"/>
                </a:lnTo>
                <a:lnTo>
                  <a:pt x="151008" y="93601"/>
                </a:lnTo>
                <a:lnTo>
                  <a:pt x="151008" y="94902"/>
                </a:lnTo>
                <a:close/>
                <a:moveTo>
                  <a:pt x="127391" y="96170"/>
                </a:moveTo>
                <a:lnTo>
                  <a:pt x="126091" y="94902"/>
                </a:lnTo>
                <a:lnTo>
                  <a:pt x="126091" y="93568"/>
                </a:lnTo>
                <a:lnTo>
                  <a:pt x="126924" y="92767"/>
                </a:lnTo>
                <a:lnTo>
                  <a:pt x="128726" y="92767"/>
                </a:lnTo>
                <a:lnTo>
                  <a:pt x="127391" y="94102"/>
                </a:lnTo>
                <a:lnTo>
                  <a:pt x="127391" y="96170"/>
                </a:lnTo>
                <a:close/>
                <a:moveTo>
                  <a:pt x="123155" y="95403"/>
                </a:moveTo>
                <a:lnTo>
                  <a:pt x="122254" y="94502"/>
                </a:lnTo>
                <a:lnTo>
                  <a:pt x="121020" y="94502"/>
                </a:lnTo>
                <a:lnTo>
                  <a:pt x="121020" y="93434"/>
                </a:lnTo>
                <a:lnTo>
                  <a:pt x="120887" y="93134"/>
                </a:lnTo>
                <a:lnTo>
                  <a:pt x="120120" y="92367"/>
                </a:lnTo>
                <a:lnTo>
                  <a:pt x="120887" y="91600"/>
                </a:lnTo>
                <a:lnTo>
                  <a:pt x="121020" y="91333"/>
                </a:lnTo>
                <a:lnTo>
                  <a:pt x="121020" y="90232"/>
                </a:lnTo>
                <a:lnTo>
                  <a:pt x="122254" y="90232"/>
                </a:lnTo>
                <a:lnTo>
                  <a:pt x="123155" y="89332"/>
                </a:lnTo>
                <a:lnTo>
                  <a:pt x="124056" y="90232"/>
                </a:lnTo>
                <a:lnTo>
                  <a:pt x="125290" y="90232"/>
                </a:lnTo>
                <a:lnTo>
                  <a:pt x="125290" y="91333"/>
                </a:lnTo>
                <a:lnTo>
                  <a:pt x="125423" y="91600"/>
                </a:lnTo>
                <a:lnTo>
                  <a:pt x="126191" y="92367"/>
                </a:lnTo>
                <a:lnTo>
                  <a:pt x="125423" y="93134"/>
                </a:lnTo>
                <a:lnTo>
                  <a:pt x="125290" y="93434"/>
                </a:lnTo>
                <a:lnTo>
                  <a:pt x="125290" y="94502"/>
                </a:lnTo>
                <a:lnTo>
                  <a:pt x="124056" y="94502"/>
                </a:lnTo>
                <a:close/>
                <a:moveTo>
                  <a:pt x="118952" y="96170"/>
                </a:moveTo>
                <a:lnTo>
                  <a:pt x="118952" y="94135"/>
                </a:lnTo>
                <a:lnTo>
                  <a:pt x="117584" y="92767"/>
                </a:lnTo>
                <a:lnTo>
                  <a:pt x="119386" y="92767"/>
                </a:lnTo>
                <a:lnTo>
                  <a:pt x="120220" y="93601"/>
                </a:lnTo>
                <a:lnTo>
                  <a:pt x="120220" y="94902"/>
                </a:lnTo>
                <a:close/>
                <a:moveTo>
                  <a:pt x="96569" y="96170"/>
                </a:moveTo>
                <a:lnTo>
                  <a:pt x="95302" y="94902"/>
                </a:lnTo>
                <a:lnTo>
                  <a:pt x="95302" y="93568"/>
                </a:lnTo>
                <a:lnTo>
                  <a:pt x="96136" y="92767"/>
                </a:lnTo>
                <a:lnTo>
                  <a:pt x="97937" y="92767"/>
                </a:lnTo>
                <a:lnTo>
                  <a:pt x="96569" y="94102"/>
                </a:lnTo>
                <a:lnTo>
                  <a:pt x="96569" y="96170"/>
                </a:lnTo>
                <a:close/>
                <a:moveTo>
                  <a:pt x="92366" y="95403"/>
                </a:moveTo>
                <a:lnTo>
                  <a:pt x="91466" y="94502"/>
                </a:lnTo>
                <a:lnTo>
                  <a:pt x="90232" y="94502"/>
                </a:lnTo>
                <a:lnTo>
                  <a:pt x="90232" y="93434"/>
                </a:lnTo>
                <a:lnTo>
                  <a:pt x="90098" y="93134"/>
                </a:lnTo>
                <a:lnTo>
                  <a:pt x="89331" y="92367"/>
                </a:lnTo>
                <a:lnTo>
                  <a:pt x="90098" y="91600"/>
                </a:lnTo>
                <a:lnTo>
                  <a:pt x="90232" y="91333"/>
                </a:lnTo>
                <a:lnTo>
                  <a:pt x="90232" y="90232"/>
                </a:lnTo>
                <a:lnTo>
                  <a:pt x="91466" y="90232"/>
                </a:lnTo>
                <a:lnTo>
                  <a:pt x="92366" y="89332"/>
                </a:lnTo>
                <a:lnTo>
                  <a:pt x="93267" y="90232"/>
                </a:lnTo>
                <a:lnTo>
                  <a:pt x="94501" y="90232"/>
                </a:lnTo>
                <a:lnTo>
                  <a:pt x="94501" y="91333"/>
                </a:lnTo>
                <a:lnTo>
                  <a:pt x="94635" y="91600"/>
                </a:lnTo>
                <a:lnTo>
                  <a:pt x="95402" y="92367"/>
                </a:lnTo>
                <a:lnTo>
                  <a:pt x="94635" y="93134"/>
                </a:lnTo>
                <a:lnTo>
                  <a:pt x="94501" y="93434"/>
                </a:lnTo>
                <a:lnTo>
                  <a:pt x="94501" y="94502"/>
                </a:lnTo>
                <a:lnTo>
                  <a:pt x="93267" y="94502"/>
                </a:lnTo>
                <a:close/>
                <a:moveTo>
                  <a:pt x="88130" y="96170"/>
                </a:moveTo>
                <a:lnTo>
                  <a:pt x="88130" y="94135"/>
                </a:lnTo>
                <a:lnTo>
                  <a:pt x="86796" y="92767"/>
                </a:lnTo>
                <a:lnTo>
                  <a:pt x="88597" y="92767"/>
                </a:lnTo>
                <a:lnTo>
                  <a:pt x="89431" y="93601"/>
                </a:lnTo>
                <a:lnTo>
                  <a:pt x="89431" y="94902"/>
                </a:lnTo>
                <a:close/>
                <a:moveTo>
                  <a:pt x="65781" y="96170"/>
                </a:moveTo>
                <a:lnTo>
                  <a:pt x="64513" y="94902"/>
                </a:lnTo>
                <a:lnTo>
                  <a:pt x="64513" y="93568"/>
                </a:lnTo>
                <a:lnTo>
                  <a:pt x="65347" y="92767"/>
                </a:lnTo>
                <a:lnTo>
                  <a:pt x="67148" y="92767"/>
                </a:lnTo>
                <a:lnTo>
                  <a:pt x="65781" y="94102"/>
                </a:lnTo>
                <a:close/>
                <a:moveTo>
                  <a:pt x="61578" y="95403"/>
                </a:moveTo>
                <a:lnTo>
                  <a:pt x="60677" y="94502"/>
                </a:lnTo>
                <a:lnTo>
                  <a:pt x="59410" y="94502"/>
                </a:lnTo>
                <a:lnTo>
                  <a:pt x="59410" y="93434"/>
                </a:lnTo>
                <a:lnTo>
                  <a:pt x="59310" y="93134"/>
                </a:lnTo>
                <a:lnTo>
                  <a:pt x="58542" y="92367"/>
                </a:lnTo>
                <a:lnTo>
                  <a:pt x="59310" y="91600"/>
                </a:lnTo>
                <a:lnTo>
                  <a:pt x="59410" y="91333"/>
                </a:lnTo>
                <a:lnTo>
                  <a:pt x="59410" y="90232"/>
                </a:lnTo>
                <a:lnTo>
                  <a:pt x="60677" y="90232"/>
                </a:lnTo>
                <a:lnTo>
                  <a:pt x="61578" y="89332"/>
                </a:lnTo>
                <a:lnTo>
                  <a:pt x="62445" y="90232"/>
                </a:lnTo>
                <a:lnTo>
                  <a:pt x="63713" y="90232"/>
                </a:lnTo>
                <a:lnTo>
                  <a:pt x="63713" y="91333"/>
                </a:lnTo>
                <a:lnTo>
                  <a:pt x="63846" y="91600"/>
                </a:lnTo>
                <a:lnTo>
                  <a:pt x="64613" y="92367"/>
                </a:lnTo>
                <a:lnTo>
                  <a:pt x="63846" y="93134"/>
                </a:lnTo>
                <a:lnTo>
                  <a:pt x="63713" y="93434"/>
                </a:lnTo>
                <a:lnTo>
                  <a:pt x="63713" y="94502"/>
                </a:lnTo>
                <a:lnTo>
                  <a:pt x="62445" y="94502"/>
                </a:lnTo>
                <a:close/>
                <a:moveTo>
                  <a:pt x="57341" y="96170"/>
                </a:moveTo>
                <a:lnTo>
                  <a:pt x="57341" y="94135"/>
                </a:lnTo>
                <a:lnTo>
                  <a:pt x="56007" y="92767"/>
                </a:lnTo>
                <a:lnTo>
                  <a:pt x="57808" y="92767"/>
                </a:lnTo>
                <a:lnTo>
                  <a:pt x="58642" y="93601"/>
                </a:lnTo>
                <a:lnTo>
                  <a:pt x="58642" y="94902"/>
                </a:lnTo>
                <a:close/>
                <a:moveTo>
                  <a:pt x="34992" y="96170"/>
                </a:moveTo>
                <a:lnTo>
                  <a:pt x="33725" y="94902"/>
                </a:lnTo>
                <a:lnTo>
                  <a:pt x="33725" y="93568"/>
                </a:lnTo>
                <a:lnTo>
                  <a:pt x="34525" y="92767"/>
                </a:lnTo>
                <a:lnTo>
                  <a:pt x="36360" y="92767"/>
                </a:lnTo>
                <a:lnTo>
                  <a:pt x="34992" y="94102"/>
                </a:lnTo>
                <a:close/>
                <a:moveTo>
                  <a:pt x="30789" y="95403"/>
                </a:moveTo>
                <a:lnTo>
                  <a:pt x="29889" y="94502"/>
                </a:lnTo>
                <a:lnTo>
                  <a:pt x="28621" y="94502"/>
                </a:lnTo>
                <a:lnTo>
                  <a:pt x="28621" y="93434"/>
                </a:lnTo>
                <a:lnTo>
                  <a:pt x="28521" y="93134"/>
                </a:lnTo>
                <a:lnTo>
                  <a:pt x="27754" y="92367"/>
                </a:lnTo>
                <a:lnTo>
                  <a:pt x="28521" y="91600"/>
                </a:lnTo>
                <a:lnTo>
                  <a:pt x="28621" y="91333"/>
                </a:lnTo>
                <a:lnTo>
                  <a:pt x="28621" y="90232"/>
                </a:lnTo>
                <a:lnTo>
                  <a:pt x="29889" y="90232"/>
                </a:lnTo>
                <a:lnTo>
                  <a:pt x="30789" y="89332"/>
                </a:lnTo>
                <a:lnTo>
                  <a:pt x="31656" y="90232"/>
                </a:lnTo>
                <a:lnTo>
                  <a:pt x="32924" y="90232"/>
                </a:lnTo>
                <a:lnTo>
                  <a:pt x="32924" y="91333"/>
                </a:lnTo>
                <a:lnTo>
                  <a:pt x="33057" y="91600"/>
                </a:lnTo>
                <a:lnTo>
                  <a:pt x="33825" y="92367"/>
                </a:lnTo>
                <a:lnTo>
                  <a:pt x="33057" y="93134"/>
                </a:lnTo>
                <a:lnTo>
                  <a:pt x="32924" y="93434"/>
                </a:lnTo>
                <a:lnTo>
                  <a:pt x="32924" y="94502"/>
                </a:lnTo>
                <a:lnTo>
                  <a:pt x="31656" y="94502"/>
                </a:lnTo>
                <a:close/>
                <a:moveTo>
                  <a:pt x="26553" y="96170"/>
                </a:moveTo>
                <a:lnTo>
                  <a:pt x="26553" y="94135"/>
                </a:lnTo>
                <a:lnTo>
                  <a:pt x="25219" y="92767"/>
                </a:lnTo>
                <a:lnTo>
                  <a:pt x="27020" y="92767"/>
                </a:lnTo>
                <a:lnTo>
                  <a:pt x="27854" y="93601"/>
                </a:lnTo>
                <a:lnTo>
                  <a:pt x="27854" y="94902"/>
                </a:lnTo>
                <a:close/>
                <a:moveTo>
                  <a:pt x="26553" y="26987"/>
                </a:moveTo>
                <a:lnTo>
                  <a:pt x="27854" y="28254"/>
                </a:lnTo>
                <a:lnTo>
                  <a:pt x="27854" y="29555"/>
                </a:lnTo>
                <a:lnTo>
                  <a:pt x="27020" y="30389"/>
                </a:lnTo>
                <a:lnTo>
                  <a:pt x="25219" y="30389"/>
                </a:lnTo>
                <a:lnTo>
                  <a:pt x="26553" y="29055"/>
                </a:lnTo>
                <a:lnTo>
                  <a:pt x="26553" y="26987"/>
                </a:lnTo>
                <a:close/>
                <a:moveTo>
                  <a:pt x="30789" y="27754"/>
                </a:moveTo>
                <a:lnTo>
                  <a:pt x="31656" y="28655"/>
                </a:lnTo>
                <a:lnTo>
                  <a:pt x="32924" y="28655"/>
                </a:lnTo>
                <a:lnTo>
                  <a:pt x="32924" y="29722"/>
                </a:lnTo>
                <a:lnTo>
                  <a:pt x="33057" y="30022"/>
                </a:lnTo>
                <a:lnTo>
                  <a:pt x="33825" y="30790"/>
                </a:lnTo>
                <a:lnTo>
                  <a:pt x="33057" y="31557"/>
                </a:lnTo>
                <a:lnTo>
                  <a:pt x="32924" y="31824"/>
                </a:lnTo>
                <a:lnTo>
                  <a:pt x="32924" y="32924"/>
                </a:lnTo>
                <a:lnTo>
                  <a:pt x="31656" y="32924"/>
                </a:lnTo>
                <a:lnTo>
                  <a:pt x="30789" y="33825"/>
                </a:lnTo>
                <a:lnTo>
                  <a:pt x="29889" y="32924"/>
                </a:lnTo>
                <a:lnTo>
                  <a:pt x="28621" y="32924"/>
                </a:lnTo>
                <a:lnTo>
                  <a:pt x="28621" y="31824"/>
                </a:lnTo>
                <a:lnTo>
                  <a:pt x="28521" y="31557"/>
                </a:lnTo>
                <a:lnTo>
                  <a:pt x="27754" y="30790"/>
                </a:lnTo>
                <a:lnTo>
                  <a:pt x="28521" y="30022"/>
                </a:lnTo>
                <a:lnTo>
                  <a:pt x="28621" y="29722"/>
                </a:lnTo>
                <a:lnTo>
                  <a:pt x="28621" y="28655"/>
                </a:lnTo>
                <a:lnTo>
                  <a:pt x="29889" y="28655"/>
                </a:lnTo>
                <a:close/>
                <a:moveTo>
                  <a:pt x="34992" y="26987"/>
                </a:moveTo>
                <a:lnTo>
                  <a:pt x="34992" y="29022"/>
                </a:lnTo>
                <a:lnTo>
                  <a:pt x="36360" y="30389"/>
                </a:lnTo>
                <a:lnTo>
                  <a:pt x="34525" y="30389"/>
                </a:lnTo>
                <a:lnTo>
                  <a:pt x="33725" y="29555"/>
                </a:lnTo>
                <a:lnTo>
                  <a:pt x="33725" y="28254"/>
                </a:lnTo>
                <a:close/>
                <a:moveTo>
                  <a:pt x="57341" y="26987"/>
                </a:moveTo>
                <a:lnTo>
                  <a:pt x="58642" y="28254"/>
                </a:lnTo>
                <a:lnTo>
                  <a:pt x="58642" y="29555"/>
                </a:lnTo>
                <a:lnTo>
                  <a:pt x="57808" y="30389"/>
                </a:lnTo>
                <a:lnTo>
                  <a:pt x="56007" y="30389"/>
                </a:lnTo>
                <a:lnTo>
                  <a:pt x="57341" y="29055"/>
                </a:lnTo>
                <a:close/>
                <a:moveTo>
                  <a:pt x="61578" y="27754"/>
                </a:moveTo>
                <a:lnTo>
                  <a:pt x="62445" y="28655"/>
                </a:lnTo>
                <a:lnTo>
                  <a:pt x="63713" y="28655"/>
                </a:lnTo>
                <a:lnTo>
                  <a:pt x="63713" y="29722"/>
                </a:lnTo>
                <a:lnTo>
                  <a:pt x="63846" y="30022"/>
                </a:lnTo>
                <a:lnTo>
                  <a:pt x="64613" y="30790"/>
                </a:lnTo>
                <a:lnTo>
                  <a:pt x="63846" y="31557"/>
                </a:lnTo>
                <a:lnTo>
                  <a:pt x="63713" y="31824"/>
                </a:lnTo>
                <a:lnTo>
                  <a:pt x="63713" y="32924"/>
                </a:lnTo>
                <a:lnTo>
                  <a:pt x="62445" y="32924"/>
                </a:lnTo>
                <a:lnTo>
                  <a:pt x="61578" y="33825"/>
                </a:lnTo>
                <a:lnTo>
                  <a:pt x="60677" y="32924"/>
                </a:lnTo>
                <a:lnTo>
                  <a:pt x="59410" y="32924"/>
                </a:lnTo>
                <a:lnTo>
                  <a:pt x="59410" y="31824"/>
                </a:lnTo>
                <a:lnTo>
                  <a:pt x="59310" y="31557"/>
                </a:lnTo>
                <a:lnTo>
                  <a:pt x="58542" y="30790"/>
                </a:lnTo>
                <a:lnTo>
                  <a:pt x="59310" y="30022"/>
                </a:lnTo>
                <a:lnTo>
                  <a:pt x="59410" y="29722"/>
                </a:lnTo>
                <a:lnTo>
                  <a:pt x="59410" y="28655"/>
                </a:lnTo>
                <a:lnTo>
                  <a:pt x="60677" y="28655"/>
                </a:lnTo>
                <a:close/>
                <a:moveTo>
                  <a:pt x="65781" y="26987"/>
                </a:moveTo>
                <a:lnTo>
                  <a:pt x="65781" y="29022"/>
                </a:lnTo>
                <a:lnTo>
                  <a:pt x="67148" y="30389"/>
                </a:lnTo>
                <a:lnTo>
                  <a:pt x="65347" y="30389"/>
                </a:lnTo>
                <a:lnTo>
                  <a:pt x="64513" y="29555"/>
                </a:lnTo>
                <a:lnTo>
                  <a:pt x="64513" y="28254"/>
                </a:lnTo>
                <a:close/>
                <a:moveTo>
                  <a:pt x="88130" y="26987"/>
                </a:moveTo>
                <a:lnTo>
                  <a:pt x="89431" y="28254"/>
                </a:lnTo>
                <a:lnTo>
                  <a:pt x="89431" y="29555"/>
                </a:lnTo>
                <a:lnTo>
                  <a:pt x="88597" y="30389"/>
                </a:lnTo>
                <a:lnTo>
                  <a:pt x="86796" y="30389"/>
                </a:lnTo>
                <a:lnTo>
                  <a:pt x="88130" y="29055"/>
                </a:lnTo>
                <a:lnTo>
                  <a:pt x="88130" y="26987"/>
                </a:lnTo>
                <a:close/>
                <a:moveTo>
                  <a:pt x="92366" y="27754"/>
                </a:moveTo>
                <a:lnTo>
                  <a:pt x="93267" y="28655"/>
                </a:lnTo>
                <a:lnTo>
                  <a:pt x="94501" y="28655"/>
                </a:lnTo>
                <a:lnTo>
                  <a:pt x="94501" y="29722"/>
                </a:lnTo>
                <a:lnTo>
                  <a:pt x="94635" y="30022"/>
                </a:lnTo>
                <a:lnTo>
                  <a:pt x="95402" y="30790"/>
                </a:lnTo>
                <a:lnTo>
                  <a:pt x="94635" y="31557"/>
                </a:lnTo>
                <a:lnTo>
                  <a:pt x="94501" y="31824"/>
                </a:lnTo>
                <a:lnTo>
                  <a:pt x="94501" y="32924"/>
                </a:lnTo>
                <a:lnTo>
                  <a:pt x="93267" y="32924"/>
                </a:lnTo>
                <a:lnTo>
                  <a:pt x="92366" y="33825"/>
                </a:lnTo>
                <a:lnTo>
                  <a:pt x="91466" y="32924"/>
                </a:lnTo>
                <a:lnTo>
                  <a:pt x="90232" y="32924"/>
                </a:lnTo>
                <a:lnTo>
                  <a:pt x="90232" y="31824"/>
                </a:lnTo>
                <a:lnTo>
                  <a:pt x="90098" y="31557"/>
                </a:lnTo>
                <a:lnTo>
                  <a:pt x="89331" y="30790"/>
                </a:lnTo>
                <a:lnTo>
                  <a:pt x="90098" y="30022"/>
                </a:lnTo>
                <a:lnTo>
                  <a:pt x="90232" y="29722"/>
                </a:lnTo>
                <a:lnTo>
                  <a:pt x="90232" y="28655"/>
                </a:lnTo>
                <a:lnTo>
                  <a:pt x="91466" y="28655"/>
                </a:lnTo>
                <a:close/>
                <a:moveTo>
                  <a:pt x="96569" y="26987"/>
                </a:moveTo>
                <a:lnTo>
                  <a:pt x="96569" y="29022"/>
                </a:lnTo>
                <a:lnTo>
                  <a:pt x="97937" y="30389"/>
                </a:lnTo>
                <a:lnTo>
                  <a:pt x="96136" y="30389"/>
                </a:lnTo>
                <a:lnTo>
                  <a:pt x="95302" y="29555"/>
                </a:lnTo>
                <a:lnTo>
                  <a:pt x="95302" y="28254"/>
                </a:lnTo>
                <a:close/>
                <a:moveTo>
                  <a:pt x="118952" y="26987"/>
                </a:moveTo>
                <a:lnTo>
                  <a:pt x="120220" y="28254"/>
                </a:lnTo>
                <a:lnTo>
                  <a:pt x="120220" y="29555"/>
                </a:lnTo>
                <a:lnTo>
                  <a:pt x="119386" y="30389"/>
                </a:lnTo>
                <a:lnTo>
                  <a:pt x="117584" y="30389"/>
                </a:lnTo>
                <a:lnTo>
                  <a:pt x="118952" y="29055"/>
                </a:lnTo>
                <a:lnTo>
                  <a:pt x="118952" y="26987"/>
                </a:lnTo>
                <a:close/>
                <a:moveTo>
                  <a:pt x="123155" y="27754"/>
                </a:moveTo>
                <a:lnTo>
                  <a:pt x="124056" y="28655"/>
                </a:lnTo>
                <a:lnTo>
                  <a:pt x="125290" y="28655"/>
                </a:lnTo>
                <a:lnTo>
                  <a:pt x="125290" y="29722"/>
                </a:lnTo>
                <a:lnTo>
                  <a:pt x="125423" y="30022"/>
                </a:lnTo>
                <a:lnTo>
                  <a:pt x="126191" y="30790"/>
                </a:lnTo>
                <a:lnTo>
                  <a:pt x="125423" y="31557"/>
                </a:lnTo>
                <a:lnTo>
                  <a:pt x="125290" y="31824"/>
                </a:lnTo>
                <a:lnTo>
                  <a:pt x="125290" y="32924"/>
                </a:lnTo>
                <a:lnTo>
                  <a:pt x="124056" y="32924"/>
                </a:lnTo>
                <a:lnTo>
                  <a:pt x="123155" y="33825"/>
                </a:lnTo>
                <a:lnTo>
                  <a:pt x="122254" y="32924"/>
                </a:lnTo>
                <a:lnTo>
                  <a:pt x="121020" y="32924"/>
                </a:lnTo>
                <a:lnTo>
                  <a:pt x="121020" y="31857"/>
                </a:lnTo>
                <a:lnTo>
                  <a:pt x="120887" y="31557"/>
                </a:lnTo>
                <a:lnTo>
                  <a:pt x="120120" y="30790"/>
                </a:lnTo>
                <a:lnTo>
                  <a:pt x="120887" y="30022"/>
                </a:lnTo>
                <a:lnTo>
                  <a:pt x="121020" y="29722"/>
                </a:lnTo>
                <a:lnTo>
                  <a:pt x="121020" y="28655"/>
                </a:lnTo>
                <a:lnTo>
                  <a:pt x="122254" y="28655"/>
                </a:lnTo>
                <a:close/>
                <a:moveTo>
                  <a:pt x="127391" y="26987"/>
                </a:moveTo>
                <a:lnTo>
                  <a:pt x="127391" y="29022"/>
                </a:lnTo>
                <a:lnTo>
                  <a:pt x="128726" y="30389"/>
                </a:lnTo>
                <a:lnTo>
                  <a:pt x="126924" y="30389"/>
                </a:lnTo>
                <a:lnTo>
                  <a:pt x="126091" y="29555"/>
                </a:lnTo>
                <a:lnTo>
                  <a:pt x="126091" y="28254"/>
                </a:lnTo>
                <a:close/>
                <a:moveTo>
                  <a:pt x="149741" y="26987"/>
                </a:moveTo>
                <a:lnTo>
                  <a:pt x="151008" y="28254"/>
                </a:lnTo>
                <a:lnTo>
                  <a:pt x="151008" y="29555"/>
                </a:lnTo>
                <a:lnTo>
                  <a:pt x="150174" y="30389"/>
                </a:lnTo>
                <a:lnTo>
                  <a:pt x="148373" y="30389"/>
                </a:lnTo>
                <a:lnTo>
                  <a:pt x="149741" y="29055"/>
                </a:lnTo>
                <a:lnTo>
                  <a:pt x="149741" y="26987"/>
                </a:lnTo>
                <a:close/>
                <a:moveTo>
                  <a:pt x="153944" y="27754"/>
                </a:moveTo>
                <a:lnTo>
                  <a:pt x="154844" y="28655"/>
                </a:lnTo>
                <a:lnTo>
                  <a:pt x="156112" y="28655"/>
                </a:lnTo>
                <a:lnTo>
                  <a:pt x="156112" y="29722"/>
                </a:lnTo>
                <a:lnTo>
                  <a:pt x="156212" y="30022"/>
                </a:lnTo>
                <a:lnTo>
                  <a:pt x="156979" y="30790"/>
                </a:lnTo>
                <a:lnTo>
                  <a:pt x="156212" y="31557"/>
                </a:lnTo>
                <a:lnTo>
                  <a:pt x="156112" y="31824"/>
                </a:lnTo>
                <a:lnTo>
                  <a:pt x="156112" y="32924"/>
                </a:lnTo>
                <a:lnTo>
                  <a:pt x="154844" y="32924"/>
                </a:lnTo>
                <a:lnTo>
                  <a:pt x="153944" y="33825"/>
                </a:lnTo>
                <a:lnTo>
                  <a:pt x="153076" y="32924"/>
                </a:lnTo>
                <a:lnTo>
                  <a:pt x="151809" y="32924"/>
                </a:lnTo>
                <a:lnTo>
                  <a:pt x="151809" y="31824"/>
                </a:lnTo>
                <a:lnTo>
                  <a:pt x="151675" y="31557"/>
                </a:lnTo>
                <a:lnTo>
                  <a:pt x="150908" y="30790"/>
                </a:lnTo>
                <a:lnTo>
                  <a:pt x="151675" y="30022"/>
                </a:lnTo>
                <a:lnTo>
                  <a:pt x="151809" y="29722"/>
                </a:lnTo>
                <a:lnTo>
                  <a:pt x="151809" y="28655"/>
                </a:lnTo>
                <a:lnTo>
                  <a:pt x="153076" y="28655"/>
                </a:lnTo>
                <a:close/>
                <a:moveTo>
                  <a:pt x="158180" y="26987"/>
                </a:moveTo>
                <a:lnTo>
                  <a:pt x="158180" y="29022"/>
                </a:lnTo>
                <a:lnTo>
                  <a:pt x="159514" y="30389"/>
                </a:lnTo>
                <a:lnTo>
                  <a:pt x="157713" y="30389"/>
                </a:lnTo>
                <a:lnTo>
                  <a:pt x="156879" y="29555"/>
                </a:lnTo>
                <a:lnTo>
                  <a:pt x="156879" y="28254"/>
                </a:lnTo>
                <a:close/>
                <a:moveTo>
                  <a:pt x="180529" y="26987"/>
                </a:moveTo>
                <a:lnTo>
                  <a:pt x="181797" y="28254"/>
                </a:lnTo>
                <a:lnTo>
                  <a:pt x="181797" y="29555"/>
                </a:lnTo>
                <a:lnTo>
                  <a:pt x="180963" y="30389"/>
                </a:lnTo>
                <a:lnTo>
                  <a:pt x="179162" y="30389"/>
                </a:lnTo>
                <a:lnTo>
                  <a:pt x="180529" y="29055"/>
                </a:lnTo>
                <a:lnTo>
                  <a:pt x="180529" y="26987"/>
                </a:lnTo>
                <a:close/>
                <a:moveTo>
                  <a:pt x="184732" y="27754"/>
                </a:moveTo>
                <a:lnTo>
                  <a:pt x="185633" y="28655"/>
                </a:lnTo>
                <a:lnTo>
                  <a:pt x="186901" y="28655"/>
                </a:lnTo>
                <a:lnTo>
                  <a:pt x="186901" y="29722"/>
                </a:lnTo>
                <a:lnTo>
                  <a:pt x="187001" y="30022"/>
                </a:lnTo>
                <a:lnTo>
                  <a:pt x="187768" y="30790"/>
                </a:lnTo>
                <a:lnTo>
                  <a:pt x="187001" y="31557"/>
                </a:lnTo>
                <a:lnTo>
                  <a:pt x="186901" y="31824"/>
                </a:lnTo>
                <a:lnTo>
                  <a:pt x="186901" y="32924"/>
                </a:lnTo>
                <a:lnTo>
                  <a:pt x="185633" y="32924"/>
                </a:lnTo>
                <a:lnTo>
                  <a:pt x="184732" y="33825"/>
                </a:lnTo>
                <a:lnTo>
                  <a:pt x="183865" y="32924"/>
                </a:lnTo>
                <a:lnTo>
                  <a:pt x="182598" y="32924"/>
                </a:lnTo>
                <a:lnTo>
                  <a:pt x="182598" y="31824"/>
                </a:lnTo>
                <a:lnTo>
                  <a:pt x="182464" y="31557"/>
                </a:lnTo>
                <a:lnTo>
                  <a:pt x="181697" y="30790"/>
                </a:lnTo>
                <a:lnTo>
                  <a:pt x="182464" y="30022"/>
                </a:lnTo>
                <a:lnTo>
                  <a:pt x="182598" y="29722"/>
                </a:lnTo>
                <a:lnTo>
                  <a:pt x="182598" y="28655"/>
                </a:lnTo>
                <a:lnTo>
                  <a:pt x="183865" y="28655"/>
                </a:lnTo>
                <a:close/>
                <a:moveTo>
                  <a:pt x="188969" y="26987"/>
                </a:moveTo>
                <a:lnTo>
                  <a:pt x="188969" y="29022"/>
                </a:lnTo>
                <a:lnTo>
                  <a:pt x="190303" y="30389"/>
                </a:lnTo>
                <a:lnTo>
                  <a:pt x="188502" y="30389"/>
                </a:lnTo>
                <a:lnTo>
                  <a:pt x="187668" y="29555"/>
                </a:lnTo>
                <a:lnTo>
                  <a:pt x="187668" y="28254"/>
                </a:lnTo>
                <a:close/>
                <a:moveTo>
                  <a:pt x="211318" y="26987"/>
                </a:moveTo>
                <a:lnTo>
                  <a:pt x="212586" y="28254"/>
                </a:lnTo>
                <a:lnTo>
                  <a:pt x="212586" y="29555"/>
                </a:lnTo>
                <a:lnTo>
                  <a:pt x="211785" y="30389"/>
                </a:lnTo>
                <a:lnTo>
                  <a:pt x="209950" y="30389"/>
                </a:lnTo>
                <a:lnTo>
                  <a:pt x="211318" y="29055"/>
                </a:lnTo>
                <a:lnTo>
                  <a:pt x="211318" y="26987"/>
                </a:lnTo>
                <a:close/>
                <a:moveTo>
                  <a:pt x="215521" y="27754"/>
                </a:moveTo>
                <a:lnTo>
                  <a:pt x="216422" y="28655"/>
                </a:lnTo>
                <a:lnTo>
                  <a:pt x="217689" y="28655"/>
                </a:lnTo>
                <a:lnTo>
                  <a:pt x="217689" y="29722"/>
                </a:lnTo>
                <a:lnTo>
                  <a:pt x="217789" y="30022"/>
                </a:lnTo>
                <a:lnTo>
                  <a:pt x="218557" y="30790"/>
                </a:lnTo>
                <a:lnTo>
                  <a:pt x="217789" y="31557"/>
                </a:lnTo>
                <a:lnTo>
                  <a:pt x="217689" y="31824"/>
                </a:lnTo>
                <a:lnTo>
                  <a:pt x="217689" y="32924"/>
                </a:lnTo>
                <a:lnTo>
                  <a:pt x="216422" y="32924"/>
                </a:lnTo>
                <a:lnTo>
                  <a:pt x="215521" y="33825"/>
                </a:lnTo>
                <a:lnTo>
                  <a:pt x="214654" y="32924"/>
                </a:lnTo>
                <a:lnTo>
                  <a:pt x="213386" y="32924"/>
                </a:lnTo>
                <a:lnTo>
                  <a:pt x="213386" y="31824"/>
                </a:lnTo>
                <a:lnTo>
                  <a:pt x="213286" y="31557"/>
                </a:lnTo>
                <a:lnTo>
                  <a:pt x="212486" y="30790"/>
                </a:lnTo>
                <a:lnTo>
                  <a:pt x="213286" y="30022"/>
                </a:lnTo>
                <a:lnTo>
                  <a:pt x="213386" y="29722"/>
                </a:lnTo>
                <a:lnTo>
                  <a:pt x="213386" y="28655"/>
                </a:lnTo>
                <a:lnTo>
                  <a:pt x="214654" y="28655"/>
                </a:lnTo>
                <a:close/>
                <a:moveTo>
                  <a:pt x="218056" y="89432"/>
                </a:moveTo>
                <a:lnTo>
                  <a:pt x="216755" y="89432"/>
                </a:lnTo>
                <a:lnTo>
                  <a:pt x="215921" y="88598"/>
                </a:lnTo>
                <a:lnTo>
                  <a:pt x="215921" y="86796"/>
                </a:lnTo>
                <a:lnTo>
                  <a:pt x="217156" y="88031"/>
                </a:lnTo>
                <a:lnTo>
                  <a:pt x="217456" y="88164"/>
                </a:lnTo>
                <a:lnTo>
                  <a:pt x="219324" y="88164"/>
                </a:lnTo>
                <a:close/>
                <a:moveTo>
                  <a:pt x="211785" y="91967"/>
                </a:moveTo>
                <a:lnTo>
                  <a:pt x="209950" y="91967"/>
                </a:lnTo>
                <a:lnTo>
                  <a:pt x="211318" y="90632"/>
                </a:lnTo>
                <a:lnTo>
                  <a:pt x="211318" y="88564"/>
                </a:lnTo>
                <a:lnTo>
                  <a:pt x="212586" y="89865"/>
                </a:lnTo>
                <a:lnTo>
                  <a:pt x="212586" y="91166"/>
                </a:lnTo>
                <a:close/>
                <a:moveTo>
                  <a:pt x="188502" y="91967"/>
                </a:moveTo>
                <a:lnTo>
                  <a:pt x="187668" y="91166"/>
                </a:lnTo>
                <a:lnTo>
                  <a:pt x="187668" y="89865"/>
                </a:lnTo>
                <a:lnTo>
                  <a:pt x="188969" y="88564"/>
                </a:lnTo>
                <a:lnTo>
                  <a:pt x="188969" y="90632"/>
                </a:lnTo>
                <a:lnTo>
                  <a:pt x="190303" y="91967"/>
                </a:lnTo>
                <a:lnTo>
                  <a:pt x="188502" y="91967"/>
                </a:lnTo>
                <a:close/>
                <a:moveTo>
                  <a:pt x="180996" y="91967"/>
                </a:moveTo>
                <a:lnTo>
                  <a:pt x="179162" y="91967"/>
                </a:lnTo>
                <a:lnTo>
                  <a:pt x="180529" y="90632"/>
                </a:lnTo>
                <a:lnTo>
                  <a:pt x="180529" y="88564"/>
                </a:lnTo>
                <a:lnTo>
                  <a:pt x="181797" y="89865"/>
                </a:lnTo>
                <a:lnTo>
                  <a:pt x="181797" y="91166"/>
                </a:lnTo>
                <a:close/>
                <a:moveTo>
                  <a:pt x="157713" y="91967"/>
                </a:moveTo>
                <a:lnTo>
                  <a:pt x="156879" y="91166"/>
                </a:lnTo>
                <a:lnTo>
                  <a:pt x="156879" y="89865"/>
                </a:lnTo>
                <a:lnTo>
                  <a:pt x="158180" y="88564"/>
                </a:lnTo>
                <a:lnTo>
                  <a:pt x="158180" y="90632"/>
                </a:lnTo>
                <a:lnTo>
                  <a:pt x="159514" y="91967"/>
                </a:lnTo>
                <a:lnTo>
                  <a:pt x="157713" y="91967"/>
                </a:lnTo>
                <a:close/>
                <a:moveTo>
                  <a:pt x="150174" y="91967"/>
                </a:moveTo>
                <a:lnTo>
                  <a:pt x="148373" y="91967"/>
                </a:lnTo>
                <a:lnTo>
                  <a:pt x="149741" y="90632"/>
                </a:lnTo>
                <a:lnTo>
                  <a:pt x="149741" y="88564"/>
                </a:lnTo>
                <a:lnTo>
                  <a:pt x="151008" y="89865"/>
                </a:lnTo>
                <a:lnTo>
                  <a:pt x="151008" y="91166"/>
                </a:lnTo>
                <a:close/>
                <a:moveTo>
                  <a:pt x="126924" y="91967"/>
                </a:moveTo>
                <a:lnTo>
                  <a:pt x="126091" y="91166"/>
                </a:lnTo>
                <a:lnTo>
                  <a:pt x="126091" y="89865"/>
                </a:lnTo>
                <a:lnTo>
                  <a:pt x="127358" y="88564"/>
                </a:lnTo>
                <a:lnTo>
                  <a:pt x="127358" y="90632"/>
                </a:lnTo>
                <a:lnTo>
                  <a:pt x="128726" y="91967"/>
                </a:lnTo>
                <a:lnTo>
                  <a:pt x="126924" y="91967"/>
                </a:lnTo>
                <a:close/>
                <a:moveTo>
                  <a:pt x="119386" y="91967"/>
                </a:moveTo>
                <a:lnTo>
                  <a:pt x="117584" y="91967"/>
                </a:lnTo>
                <a:lnTo>
                  <a:pt x="118952" y="90632"/>
                </a:lnTo>
                <a:lnTo>
                  <a:pt x="118952" y="88564"/>
                </a:lnTo>
                <a:lnTo>
                  <a:pt x="120220" y="89865"/>
                </a:lnTo>
                <a:lnTo>
                  <a:pt x="120220" y="91166"/>
                </a:lnTo>
                <a:close/>
                <a:moveTo>
                  <a:pt x="96136" y="91967"/>
                </a:moveTo>
                <a:lnTo>
                  <a:pt x="95302" y="91166"/>
                </a:lnTo>
                <a:lnTo>
                  <a:pt x="95302" y="89865"/>
                </a:lnTo>
                <a:lnTo>
                  <a:pt x="96569" y="88564"/>
                </a:lnTo>
                <a:lnTo>
                  <a:pt x="96569" y="90632"/>
                </a:lnTo>
                <a:lnTo>
                  <a:pt x="97937" y="91967"/>
                </a:lnTo>
                <a:lnTo>
                  <a:pt x="96136" y="91967"/>
                </a:lnTo>
                <a:close/>
                <a:moveTo>
                  <a:pt x="88597" y="91967"/>
                </a:moveTo>
                <a:lnTo>
                  <a:pt x="86796" y="91967"/>
                </a:lnTo>
                <a:lnTo>
                  <a:pt x="88130" y="90632"/>
                </a:lnTo>
                <a:lnTo>
                  <a:pt x="88130" y="88564"/>
                </a:lnTo>
                <a:lnTo>
                  <a:pt x="89431" y="89865"/>
                </a:lnTo>
                <a:lnTo>
                  <a:pt x="89431" y="91166"/>
                </a:lnTo>
                <a:close/>
                <a:moveTo>
                  <a:pt x="65347" y="91967"/>
                </a:moveTo>
                <a:lnTo>
                  <a:pt x="64513" y="91166"/>
                </a:lnTo>
                <a:lnTo>
                  <a:pt x="64513" y="89865"/>
                </a:lnTo>
                <a:lnTo>
                  <a:pt x="65781" y="88564"/>
                </a:lnTo>
                <a:lnTo>
                  <a:pt x="65781" y="90632"/>
                </a:lnTo>
                <a:lnTo>
                  <a:pt x="67148" y="91967"/>
                </a:lnTo>
                <a:lnTo>
                  <a:pt x="65347" y="91967"/>
                </a:lnTo>
                <a:close/>
                <a:moveTo>
                  <a:pt x="57808" y="91967"/>
                </a:moveTo>
                <a:lnTo>
                  <a:pt x="56007" y="91967"/>
                </a:lnTo>
                <a:lnTo>
                  <a:pt x="57341" y="90632"/>
                </a:lnTo>
                <a:lnTo>
                  <a:pt x="57341" y="88564"/>
                </a:lnTo>
                <a:lnTo>
                  <a:pt x="58642" y="89865"/>
                </a:lnTo>
                <a:lnTo>
                  <a:pt x="58642" y="91166"/>
                </a:lnTo>
                <a:close/>
                <a:moveTo>
                  <a:pt x="34525" y="91967"/>
                </a:moveTo>
                <a:lnTo>
                  <a:pt x="33725" y="91166"/>
                </a:lnTo>
                <a:lnTo>
                  <a:pt x="33725" y="89865"/>
                </a:lnTo>
                <a:lnTo>
                  <a:pt x="34992" y="88564"/>
                </a:lnTo>
                <a:lnTo>
                  <a:pt x="34992" y="90632"/>
                </a:lnTo>
                <a:lnTo>
                  <a:pt x="36360" y="91967"/>
                </a:lnTo>
                <a:lnTo>
                  <a:pt x="34525" y="91967"/>
                </a:lnTo>
                <a:close/>
                <a:moveTo>
                  <a:pt x="28254" y="89432"/>
                </a:moveTo>
                <a:lnTo>
                  <a:pt x="26986" y="88164"/>
                </a:lnTo>
                <a:lnTo>
                  <a:pt x="28854" y="88164"/>
                </a:lnTo>
                <a:lnTo>
                  <a:pt x="29155" y="88031"/>
                </a:lnTo>
                <a:lnTo>
                  <a:pt x="30389" y="86796"/>
                </a:lnTo>
                <a:lnTo>
                  <a:pt x="30389" y="88598"/>
                </a:lnTo>
                <a:lnTo>
                  <a:pt x="29555" y="89432"/>
                </a:lnTo>
                <a:lnTo>
                  <a:pt x="28254" y="89432"/>
                </a:lnTo>
                <a:close/>
                <a:moveTo>
                  <a:pt x="28254" y="33725"/>
                </a:moveTo>
                <a:lnTo>
                  <a:pt x="29555" y="33725"/>
                </a:lnTo>
                <a:lnTo>
                  <a:pt x="30389" y="34559"/>
                </a:lnTo>
                <a:lnTo>
                  <a:pt x="30389" y="36360"/>
                </a:lnTo>
                <a:lnTo>
                  <a:pt x="29155" y="35126"/>
                </a:lnTo>
                <a:lnTo>
                  <a:pt x="28854" y="34993"/>
                </a:lnTo>
                <a:lnTo>
                  <a:pt x="26986" y="34993"/>
                </a:lnTo>
                <a:close/>
                <a:moveTo>
                  <a:pt x="34525" y="31190"/>
                </a:moveTo>
                <a:lnTo>
                  <a:pt x="36360" y="31190"/>
                </a:lnTo>
                <a:lnTo>
                  <a:pt x="34992" y="32524"/>
                </a:lnTo>
                <a:lnTo>
                  <a:pt x="34992" y="34592"/>
                </a:lnTo>
                <a:lnTo>
                  <a:pt x="33725" y="33291"/>
                </a:lnTo>
                <a:lnTo>
                  <a:pt x="33725" y="31990"/>
                </a:lnTo>
                <a:close/>
                <a:moveTo>
                  <a:pt x="57808" y="31190"/>
                </a:moveTo>
                <a:lnTo>
                  <a:pt x="58642" y="31990"/>
                </a:lnTo>
                <a:lnTo>
                  <a:pt x="58642" y="33291"/>
                </a:lnTo>
                <a:lnTo>
                  <a:pt x="57341" y="34592"/>
                </a:lnTo>
                <a:lnTo>
                  <a:pt x="57341" y="32524"/>
                </a:lnTo>
                <a:lnTo>
                  <a:pt x="56007" y="31190"/>
                </a:lnTo>
                <a:lnTo>
                  <a:pt x="57808" y="31190"/>
                </a:lnTo>
                <a:close/>
                <a:moveTo>
                  <a:pt x="65347" y="31190"/>
                </a:moveTo>
                <a:lnTo>
                  <a:pt x="67148" y="31190"/>
                </a:lnTo>
                <a:lnTo>
                  <a:pt x="65781" y="32524"/>
                </a:lnTo>
                <a:lnTo>
                  <a:pt x="65781" y="34592"/>
                </a:lnTo>
                <a:lnTo>
                  <a:pt x="64513" y="33291"/>
                </a:lnTo>
                <a:lnTo>
                  <a:pt x="64513" y="31990"/>
                </a:lnTo>
                <a:close/>
                <a:moveTo>
                  <a:pt x="88597" y="31190"/>
                </a:moveTo>
                <a:lnTo>
                  <a:pt x="89431" y="31990"/>
                </a:lnTo>
                <a:lnTo>
                  <a:pt x="89431" y="33291"/>
                </a:lnTo>
                <a:lnTo>
                  <a:pt x="88130" y="34592"/>
                </a:lnTo>
                <a:lnTo>
                  <a:pt x="88130" y="32524"/>
                </a:lnTo>
                <a:lnTo>
                  <a:pt x="86796" y="31190"/>
                </a:lnTo>
                <a:lnTo>
                  <a:pt x="88597" y="31190"/>
                </a:lnTo>
                <a:close/>
                <a:moveTo>
                  <a:pt x="96136" y="31190"/>
                </a:moveTo>
                <a:lnTo>
                  <a:pt x="97937" y="31190"/>
                </a:lnTo>
                <a:lnTo>
                  <a:pt x="96569" y="32524"/>
                </a:lnTo>
                <a:lnTo>
                  <a:pt x="96569" y="34592"/>
                </a:lnTo>
                <a:lnTo>
                  <a:pt x="95302" y="33291"/>
                </a:lnTo>
                <a:lnTo>
                  <a:pt x="95302" y="31990"/>
                </a:lnTo>
                <a:close/>
                <a:moveTo>
                  <a:pt x="119386" y="31190"/>
                </a:moveTo>
                <a:lnTo>
                  <a:pt x="120220" y="31990"/>
                </a:lnTo>
                <a:lnTo>
                  <a:pt x="120220" y="33291"/>
                </a:lnTo>
                <a:lnTo>
                  <a:pt x="118952" y="34592"/>
                </a:lnTo>
                <a:lnTo>
                  <a:pt x="118952" y="32524"/>
                </a:lnTo>
                <a:lnTo>
                  <a:pt x="117584" y="31190"/>
                </a:lnTo>
                <a:lnTo>
                  <a:pt x="119386" y="31190"/>
                </a:lnTo>
                <a:close/>
                <a:moveTo>
                  <a:pt x="126924" y="31190"/>
                </a:moveTo>
                <a:lnTo>
                  <a:pt x="128726" y="31190"/>
                </a:lnTo>
                <a:lnTo>
                  <a:pt x="127391" y="32524"/>
                </a:lnTo>
                <a:lnTo>
                  <a:pt x="127391" y="34592"/>
                </a:lnTo>
                <a:lnTo>
                  <a:pt x="126091" y="33291"/>
                </a:lnTo>
                <a:lnTo>
                  <a:pt x="126091" y="31990"/>
                </a:lnTo>
                <a:close/>
                <a:moveTo>
                  <a:pt x="150174" y="31190"/>
                </a:moveTo>
                <a:lnTo>
                  <a:pt x="151008" y="31990"/>
                </a:lnTo>
                <a:lnTo>
                  <a:pt x="151008" y="33291"/>
                </a:lnTo>
                <a:lnTo>
                  <a:pt x="149741" y="34592"/>
                </a:lnTo>
                <a:lnTo>
                  <a:pt x="149741" y="32524"/>
                </a:lnTo>
                <a:lnTo>
                  <a:pt x="148373" y="31190"/>
                </a:lnTo>
                <a:lnTo>
                  <a:pt x="150174" y="31190"/>
                </a:lnTo>
                <a:close/>
                <a:moveTo>
                  <a:pt x="157713" y="31190"/>
                </a:moveTo>
                <a:lnTo>
                  <a:pt x="159514" y="31190"/>
                </a:lnTo>
                <a:lnTo>
                  <a:pt x="158180" y="32524"/>
                </a:lnTo>
                <a:lnTo>
                  <a:pt x="158180" y="34592"/>
                </a:lnTo>
                <a:lnTo>
                  <a:pt x="156879" y="33291"/>
                </a:lnTo>
                <a:lnTo>
                  <a:pt x="156879" y="31990"/>
                </a:lnTo>
                <a:close/>
                <a:moveTo>
                  <a:pt x="180996" y="31190"/>
                </a:moveTo>
                <a:lnTo>
                  <a:pt x="181797" y="31990"/>
                </a:lnTo>
                <a:lnTo>
                  <a:pt x="181797" y="33291"/>
                </a:lnTo>
                <a:lnTo>
                  <a:pt x="180529" y="34592"/>
                </a:lnTo>
                <a:lnTo>
                  <a:pt x="180529" y="32524"/>
                </a:lnTo>
                <a:lnTo>
                  <a:pt x="179162" y="31190"/>
                </a:lnTo>
                <a:lnTo>
                  <a:pt x="180996" y="31190"/>
                </a:lnTo>
                <a:close/>
                <a:moveTo>
                  <a:pt x="188502" y="31190"/>
                </a:moveTo>
                <a:lnTo>
                  <a:pt x="190303" y="31190"/>
                </a:lnTo>
                <a:lnTo>
                  <a:pt x="188969" y="32524"/>
                </a:lnTo>
                <a:lnTo>
                  <a:pt x="188969" y="34592"/>
                </a:lnTo>
                <a:lnTo>
                  <a:pt x="187668" y="33291"/>
                </a:lnTo>
                <a:lnTo>
                  <a:pt x="187668" y="31990"/>
                </a:lnTo>
                <a:close/>
                <a:moveTo>
                  <a:pt x="211785" y="31190"/>
                </a:moveTo>
                <a:lnTo>
                  <a:pt x="212586" y="31990"/>
                </a:lnTo>
                <a:lnTo>
                  <a:pt x="212586" y="33291"/>
                </a:lnTo>
                <a:lnTo>
                  <a:pt x="211318" y="34592"/>
                </a:lnTo>
                <a:lnTo>
                  <a:pt x="211318" y="32524"/>
                </a:lnTo>
                <a:lnTo>
                  <a:pt x="209950" y="31190"/>
                </a:lnTo>
                <a:lnTo>
                  <a:pt x="211785" y="31190"/>
                </a:lnTo>
                <a:close/>
                <a:moveTo>
                  <a:pt x="215121" y="57809"/>
                </a:moveTo>
                <a:lnTo>
                  <a:pt x="214320" y="58643"/>
                </a:lnTo>
                <a:lnTo>
                  <a:pt x="213019" y="58643"/>
                </a:lnTo>
                <a:lnTo>
                  <a:pt x="211718" y="57375"/>
                </a:lnTo>
                <a:lnTo>
                  <a:pt x="213620" y="57375"/>
                </a:lnTo>
                <a:lnTo>
                  <a:pt x="213887" y="57242"/>
                </a:lnTo>
                <a:lnTo>
                  <a:pt x="215121" y="56008"/>
                </a:lnTo>
                <a:close/>
                <a:moveTo>
                  <a:pt x="31189" y="65348"/>
                </a:moveTo>
                <a:lnTo>
                  <a:pt x="31990" y="64514"/>
                </a:lnTo>
                <a:lnTo>
                  <a:pt x="33291" y="64514"/>
                </a:lnTo>
                <a:lnTo>
                  <a:pt x="34592" y="65815"/>
                </a:lnTo>
                <a:lnTo>
                  <a:pt x="32691" y="65815"/>
                </a:lnTo>
                <a:lnTo>
                  <a:pt x="32424" y="65915"/>
                </a:lnTo>
                <a:lnTo>
                  <a:pt x="31156" y="67149"/>
                </a:lnTo>
                <a:lnTo>
                  <a:pt x="31156" y="65348"/>
                </a:lnTo>
                <a:close/>
                <a:moveTo>
                  <a:pt x="210618" y="86896"/>
                </a:moveTo>
                <a:lnTo>
                  <a:pt x="209083" y="85362"/>
                </a:lnTo>
                <a:lnTo>
                  <a:pt x="209083" y="80692"/>
                </a:lnTo>
                <a:lnTo>
                  <a:pt x="212419" y="77356"/>
                </a:lnTo>
                <a:lnTo>
                  <a:pt x="214587" y="77356"/>
                </a:lnTo>
                <a:lnTo>
                  <a:pt x="210618" y="81326"/>
                </a:lnTo>
                <a:lnTo>
                  <a:pt x="210618" y="86896"/>
                </a:lnTo>
                <a:close/>
                <a:moveTo>
                  <a:pt x="189636" y="86896"/>
                </a:moveTo>
                <a:lnTo>
                  <a:pt x="189636" y="81326"/>
                </a:lnTo>
                <a:lnTo>
                  <a:pt x="185700" y="77356"/>
                </a:lnTo>
                <a:lnTo>
                  <a:pt x="187868" y="77356"/>
                </a:lnTo>
                <a:lnTo>
                  <a:pt x="191170" y="80692"/>
                </a:lnTo>
                <a:lnTo>
                  <a:pt x="191170" y="85362"/>
                </a:lnTo>
                <a:close/>
                <a:moveTo>
                  <a:pt x="179829" y="86896"/>
                </a:moveTo>
                <a:lnTo>
                  <a:pt x="178294" y="85362"/>
                </a:lnTo>
                <a:lnTo>
                  <a:pt x="178294" y="80692"/>
                </a:lnTo>
                <a:lnTo>
                  <a:pt x="181630" y="77356"/>
                </a:lnTo>
                <a:lnTo>
                  <a:pt x="183798" y="77356"/>
                </a:lnTo>
                <a:lnTo>
                  <a:pt x="179829" y="81326"/>
                </a:lnTo>
                <a:lnTo>
                  <a:pt x="179829" y="86896"/>
                </a:lnTo>
                <a:close/>
                <a:moveTo>
                  <a:pt x="158847" y="86896"/>
                </a:moveTo>
                <a:lnTo>
                  <a:pt x="158847" y="81326"/>
                </a:lnTo>
                <a:lnTo>
                  <a:pt x="154911" y="77356"/>
                </a:lnTo>
                <a:lnTo>
                  <a:pt x="157079" y="77356"/>
                </a:lnTo>
                <a:lnTo>
                  <a:pt x="160382" y="80692"/>
                </a:lnTo>
                <a:lnTo>
                  <a:pt x="160382" y="85362"/>
                </a:lnTo>
                <a:close/>
                <a:moveTo>
                  <a:pt x="149040" y="86896"/>
                </a:moveTo>
                <a:lnTo>
                  <a:pt x="147506" y="85362"/>
                </a:lnTo>
                <a:lnTo>
                  <a:pt x="147506" y="80692"/>
                </a:lnTo>
                <a:lnTo>
                  <a:pt x="150842" y="77356"/>
                </a:lnTo>
                <a:lnTo>
                  <a:pt x="152976" y="77356"/>
                </a:lnTo>
                <a:lnTo>
                  <a:pt x="149040" y="81326"/>
                </a:lnTo>
                <a:lnTo>
                  <a:pt x="149040" y="86896"/>
                </a:lnTo>
                <a:close/>
                <a:moveTo>
                  <a:pt x="128059" y="86896"/>
                </a:moveTo>
                <a:lnTo>
                  <a:pt x="128059" y="81326"/>
                </a:lnTo>
                <a:lnTo>
                  <a:pt x="124122" y="77356"/>
                </a:lnTo>
                <a:lnTo>
                  <a:pt x="126291" y="77356"/>
                </a:lnTo>
                <a:lnTo>
                  <a:pt x="129593" y="80692"/>
                </a:lnTo>
                <a:lnTo>
                  <a:pt x="129593" y="85362"/>
                </a:lnTo>
                <a:close/>
                <a:moveTo>
                  <a:pt x="118252" y="86896"/>
                </a:moveTo>
                <a:lnTo>
                  <a:pt x="116717" y="85362"/>
                </a:lnTo>
                <a:lnTo>
                  <a:pt x="116717" y="80692"/>
                </a:lnTo>
                <a:lnTo>
                  <a:pt x="120053" y="77356"/>
                </a:lnTo>
                <a:lnTo>
                  <a:pt x="122188" y="77356"/>
                </a:lnTo>
                <a:lnTo>
                  <a:pt x="118252" y="81326"/>
                </a:lnTo>
                <a:close/>
                <a:moveTo>
                  <a:pt x="97270" y="86896"/>
                </a:moveTo>
                <a:lnTo>
                  <a:pt x="97270" y="81326"/>
                </a:lnTo>
                <a:lnTo>
                  <a:pt x="93334" y="77356"/>
                </a:lnTo>
                <a:lnTo>
                  <a:pt x="95469" y="77356"/>
                </a:lnTo>
                <a:lnTo>
                  <a:pt x="98804" y="80692"/>
                </a:lnTo>
                <a:lnTo>
                  <a:pt x="98804" y="85362"/>
                </a:lnTo>
                <a:close/>
                <a:moveTo>
                  <a:pt x="87463" y="86896"/>
                </a:moveTo>
                <a:lnTo>
                  <a:pt x="85929" y="85362"/>
                </a:lnTo>
                <a:lnTo>
                  <a:pt x="85929" y="80692"/>
                </a:lnTo>
                <a:lnTo>
                  <a:pt x="89231" y="77356"/>
                </a:lnTo>
                <a:lnTo>
                  <a:pt x="91399" y="77356"/>
                </a:lnTo>
                <a:lnTo>
                  <a:pt x="87463" y="81326"/>
                </a:lnTo>
                <a:close/>
                <a:moveTo>
                  <a:pt x="66481" y="86896"/>
                </a:moveTo>
                <a:lnTo>
                  <a:pt x="66481" y="81326"/>
                </a:lnTo>
                <a:lnTo>
                  <a:pt x="62545" y="77356"/>
                </a:lnTo>
                <a:lnTo>
                  <a:pt x="64713" y="77356"/>
                </a:lnTo>
                <a:lnTo>
                  <a:pt x="68016" y="80692"/>
                </a:lnTo>
                <a:lnTo>
                  <a:pt x="68016" y="85362"/>
                </a:lnTo>
                <a:close/>
                <a:moveTo>
                  <a:pt x="56674" y="86896"/>
                </a:moveTo>
                <a:lnTo>
                  <a:pt x="55140" y="85362"/>
                </a:lnTo>
                <a:lnTo>
                  <a:pt x="55140" y="80692"/>
                </a:lnTo>
                <a:lnTo>
                  <a:pt x="58442" y="77356"/>
                </a:lnTo>
                <a:lnTo>
                  <a:pt x="60610" y="77356"/>
                </a:lnTo>
                <a:lnTo>
                  <a:pt x="56674" y="81326"/>
                </a:lnTo>
                <a:close/>
                <a:moveTo>
                  <a:pt x="35693" y="86896"/>
                </a:moveTo>
                <a:lnTo>
                  <a:pt x="35693" y="81326"/>
                </a:lnTo>
                <a:lnTo>
                  <a:pt x="31723" y="77356"/>
                </a:lnTo>
                <a:lnTo>
                  <a:pt x="33891" y="77356"/>
                </a:lnTo>
                <a:lnTo>
                  <a:pt x="37227" y="80692"/>
                </a:lnTo>
                <a:lnTo>
                  <a:pt x="37227" y="85362"/>
                </a:lnTo>
                <a:close/>
                <a:moveTo>
                  <a:pt x="35693" y="36260"/>
                </a:moveTo>
                <a:lnTo>
                  <a:pt x="37227" y="37795"/>
                </a:lnTo>
                <a:lnTo>
                  <a:pt x="37227" y="42465"/>
                </a:lnTo>
                <a:lnTo>
                  <a:pt x="33891" y="45800"/>
                </a:lnTo>
                <a:lnTo>
                  <a:pt x="31723" y="45800"/>
                </a:lnTo>
                <a:lnTo>
                  <a:pt x="35693" y="41831"/>
                </a:lnTo>
                <a:lnTo>
                  <a:pt x="35693" y="36260"/>
                </a:lnTo>
                <a:close/>
                <a:moveTo>
                  <a:pt x="56674" y="36260"/>
                </a:moveTo>
                <a:lnTo>
                  <a:pt x="56674" y="41831"/>
                </a:lnTo>
                <a:lnTo>
                  <a:pt x="60610" y="45800"/>
                </a:lnTo>
                <a:lnTo>
                  <a:pt x="58442" y="45800"/>
                </a:lnTo>
                <a:lnTo>
                  <a:pt x="55140" y="42465"/>
                </a:lnTo>
                <a:lnTo>
                  <a:pt x="55140" y="37795"/>
                </a:lnTo>
                <a:close/>
                <a:moveTo>
                  <a:pt x="66481" y="36260"/>
                </a:moveTo>
                <a:lnTo>
                  <a:pt x="68016" y="37795"/>
                </a:lnTo>
                <a:lnTo>
                  <a:pt x="68016" y="42465"/>
                </a:lnTo>
                <a:lnTo>
                  <a:pt x="64680" y="45800"/>
                </a:lnTo>
                <a:lnTo>
                  <a:pt x="62512" y="45800"/>
                </a:lnTo>
                <a:lnTo>
                  <a:pt x="66481" y="41831"/>
                </a:lnTo>
                <a:lnTo>
                  <a:pt x="66481" y="36260"/>
                </a:lnTo>
                <a:close/>
                <a:moveTo>
                  <a:pt x="87463" y="36260"/>
                </a:moveTo>
                <a:lnTo>
                  <a:pt x="87463" y="41831"/>
                </a:lnTo>
                <a:lnTo>
                  <a:pt x="91399" y="45800"/>
                </a:lnTo>
                <a:lnTo>
                  <a:pt x="89231" y="45800"/>
                </a:lnTo>
                <a:lnTo>
                  <a:pt x="85929" y="42465"/>
                </a:lnTo>
                <a:lnTo>
                  <a:pt x="85929" y="37795"/>
                </a:lnTo>
                <a:close/>
                <a:moveTo>
                  <a:pt x="97270" y="36260"/>
                </a:moveTo>
                <a:lnTo>
                  <a:pt x="98804" y="37795"/>
                </a:lnTo>
                <a:lnTo>
                  <a:pt x="98804" y="42465"/>
                </a:lnTo>
                <a:lnTo>
                  <a:pt x="95469" y="45800"/>
                </a:lnTo>
                <a:lnTo>
                  <a:pt x="93334" y="45800"/>
                </a:lnTo>
                <a:lnTo>
                  <a:pt x="97270" y="41831"/>
                </a:lnTo>
                <a:close/>
                <a:moveTo>
                  <a:pt x="118252" y="36260"/>
                </a:moveTo>
                <a:lnTo>
                  <a:pt x="118252" y="41831"/>
                </a:lnTo>
                <a:lnTo>
                  <a:pt x="122188" y="45800"/>
                </a:lnTo>
                <a:lnTo>
                  <a:pt x="120053" y="45800"/>
                </a:lnTo>
                <a:lnTo>
                  <a:pt x="116717" y="42465"/>
                </a:lnTo>
                <a:lnTo>
                  <a:pt x="116717" y="37795"/>
                </a:lnTo>
                <a:close/>
                <a:moveTo>
                  <a:pt x="128059" y="36260"/>
                </a:moveTo>
                <a:lnTo>
                  <a:pt x="129593" y="37795"/>
                </a:lnTo>
                <a:lnTo>
                  <a:pt x="129593" y="42465"/>
                </a:lnTo>
                <a:lnTo>
                  <a:pt x="126291" y="45800"/>
                </a:lnTo>
                <a:lnTo>
                  <a:pt x="124122" y="45800"/>
                </a:lnTo>
                <a:lnTo>
                  <a:pt x="128059" y="41831"/>
                </a:lnTo>
                <a:lnTo>
                  <a:pt x="128059" y="36260"/>
                </a:lnTo>
                <a:close/>
                <a:moveTo>
                  <a:pt x="149040" y="36260"/>
                </a:moveTo>
                <a:lnTo>
                  <a:pt x="149040" y="41831"/>
                </a:lnTo>
                <a:lnTo>
                  <a:pt x="153010" y="45800"/>
                </a:lnTo>
                <a:lnTo>
                  <a:pt x="150842" y="45800"/>
                </a:lnTo>
                <a:lnTo>
                  <a:pt x="147506" y="42465"/>
                </a:lnTo>
                <a:lnTo>
                  <a:pt x="147506" y="37795"/>
                </a:lnTo>
                <a:close/>
                <a:moveTo>
                  <a:pt x="158847" y="36260"/>
                </a:moveTo>
                <a:lnTo>
                  <a:pt x="160382" y="37795"/>
                </a:lnTo>
                <a:lnTo>
                  <a:pt x="160382" y="42465"/>
                </a:lnTo>
                <a:lnTo>
                  <a:pt x="157079" y="45800"/>
                </a:lnTo>
                <a:lnTo>
                  <a:pt x="154911" y="45800"/>
                </a:lnTo>
                <a:lnTo>
                  <a:pt x="158847" y="41831"/>
                </a:lnTo>
                <a:lnTo>
                  <a:pt x="158847" y="36260"/>
                </a:lnTo>
                <a:close/>
                <a:moveTo>
                  <a:pt x="179829" y="36260"/>
                </a:moveTo>
                <a:lnTo>
                  <a:pt x="179829" y="41831"/>
                </a:lnTo>
                <a:lnTo>
                  <a:pt x="183798" y="45800"/>
                </a:lnTo>
                <a:lnTo>
                  <a:pt x="181630" y="45800"/>
                </a:lnTo>
                <a:lnTo>
                  <a:pt x="178294" y="42465"/>
                </a:lnTo>
                <a:lnTo>
                  <a:pt x="178294" y="37795"/>
                </a:lnTo>
                <a:close/>
                <a:moveTo>
                  <a:pt x="189636" y="36260"/>
                </a:moveTo>
                <a:lnTo>
                  <a:pt x="191170" y="37795"/>
                </a:lnTo>
                <a:lnTo>
                  <a:pt x="191170" y="42465"/>
                </a:lnTo>
                <a:lnTo>
                  <a:pt x="187868" y="45800"/>
                </a:lnTo>
                <a:lnTo>
                  <a:pt x="185700" y="45800"/>
                </a:lnTo>
                <a:lnTo>
                  <a:pt x="189636" y="41831"/>
                </a:lnTo>
                <a:lnTo>
                  <a:pt x="189636" y="36260"/>
                </a:lnTo>
                <a:close/>
                <a:moveTo>
                  <a:pt x="208549" y="68016"/>
                </a:moveTo>
                <a:lnTo>
                  <a:pt x="203846" y="68016"/>
                </a:lnTo>
                <a:lnTo>
                  <a:pt x="200544" y="64714"/>
                </a:lnTo>
                <a:lnTo>
                  <a:pt x="200544" y="62546"/>
                </a:lnTo>
                <a:lnTo>
                  <a:pt x="204480" y="66482"/>
                </a:lnTo>
                <a:lnTo>
                  <a:pt x="210084" y="66482"/>
                </a:lnTo>
                <a:close/>
                <a:moveTo>
                  <a:pt x="208916" y="76589"/>
                </a:moveTo>
                <a:lnTo>
                  <a:pt x="206648" y="74287"/>
                </a:lnTo>
                <a:lnTo>
                  <a:pt x="206648" y="71052"/>
                </a:lnTo>
                <a:lnTo>
                  <a:pt x="208316" y="69351"/>
                </a:lnTo>
                <a:lnTo>
                  <a:pt x="208316" y="73587"/>
                </a:lnTo>
                <a:lnTo>
                  <a:pt x="211285" y="76589"/>
                </a:lnTo>
                <a:lnTo>
                  <a:pt x="208916" y="76589"/>
                </a:lnTo>
                <a:close/>
                <a:moveTo>
                  <a:pt x="205848" y="82126"/>
                </a:moveTo>
                <a:lnTo>
                  <a:pt x="204513" y="80792"/>
                </a:lnTo>
                <a:lnTo>
                  <a:pt x="204513" y="78791"/>
                </a:lnTo>
                <a:lnTo>
                  <a:pt x="205948" y="77356"/>
                </a:lnTo>
                <a:lnTo>
                  <a:pt x="207816" y="77356"/>
                </a:lnTo>
                <a:lnTo>
                  <a:pt x="205848" y="79324"/>
                </a:lnTo>
                <a:close/>
                <a:moveTo>
                  <a:pt x="188969" y="76589"/>
                </a:moveTo>
                <a:lnTo>
                  <a:pt x="191971" y="73587"/>
                </a:lnTo>
                <a:lnTo>
                  <a:pt x="191971" y="69351"/>
                </a:lnTo>
                <a:lnTo>
                  <a:pt x="193639" y="71052"/>
                </a:lnTo>
                <a:lnTo>
                  <a:pt x="193639" y="74287"/>
                </a:lnTo>
                <a:lnTo>
                  <a:pt x="191337" y="76589"/>
                </a:lnTo>
                <a:close/>
                <a:moveTo>
                  <a:pt x="185700" y="76589"/>
                </a:moveTo>
                <a:lnTo>
                  <a:pt x="189636" y="72620"/>
                </a:lnTo>
                <a:lnTo>
                  <a:pt x="189636" y="67049"/>
                </a:lnTo>
                <a:lnTo>
                  <a:pt x="191170" y="68583"/>
                </a:lnTo>
                <a:lnTo>
                  <a:pt x="191170" y="73253"/>
                </a:lnTo>
                <a:lnTo>
                  <a:pt x="187868" y="76589"/>
                </a:lnTo>
                <a:lnTo>
                  <a:pt x="185700" y="76589"/>
                </a:lnTo>
                <a:close/>
                <a:moveTo>
                  <a:pt x="181630" y="76589"/>
                </a:moveTo>
                <a:lnTo>
                  <a:pt x="178294" y="73253"/>
                </a:lnTo>
                <a:lnTo>
                  <a:pt x="178294" y="68583"/>
                </a:lnTo>
                <a:lnTo>
                  <a:pt x="179829" y="67049"/>
                </a:lnTo>
                <a:lnTo>
                  <a:pt x="179829" y="72620"/>
                </a:lnTo>
                <a:lnTo>
                  <a:pt x="183798" y="76589"/>
                </a:lnTo>
                <a:lnTo>
                  <a:pt x="181630" y="76589"/>
                </a:lnTo>
                <a:close/>
                <a:moveTo>
                  <a:pt x="178128" y="76589"/>
                </a:moveTo>
                <a:lnTo>
                  <a:pt x="175826" y="74287"/>
                </a:lnTo>
                <a:lnTo>
                  <a:pt x="175826" y="71052"/>
                </a:lnTo>
                <a:lnTo>
                  <a:pt x="177527" y="69351"/>
                </a:lnTo>
                <a:lnTo>
                  <a:pt x="177527" y="73587"/>
                </a:lnTo>
                <a:lnTo>
                  <a:pt x="180496" y="76589"/>
                </a:lnTo>
                <a:lnTo>
                  <a:pt x="178128" y="76589"/>
                </a:lnTo>
                <a:close/>
                <a:moveTo>
                  <a:pt x="175059" y="82126"/>
                </a:moveTo>
                <a:lnTo>
                  <a:pt x="173725" y="80792"/>
                </a:lnTo>
                <a:lnTo>
                  <a:pt x="173725" y="78791"/>
                </a:lnTo>
                <a:lnTo>
                  <a:pt x="175159" y="77356"/>
                </a:lnTo>
                <a:lnTo>
                  <a:pt x="177027" y="77356"/>
                </a:lnTo>
                <a:lnTo>
                  <a:pt x="175059" y="79324"/>
                </a:lnTo>
                <a:close/>
                <a:moveTo>
                  <a:pt x="158180" y="76589"/>
                </a:moveTo>
                <a:lnTo>
                  <a:pt x="161182" y="73587"/>
                </a:lnTo>
                <a:lnTo>
                  <a:pt x="161182" y="69351"/>
                </a:lnTo>
                <a:lnTo>
                  <a:pt x="162850" y="71052"/>
                </a:lnTo>
                <a:lnTo>
                  <a:pt x="162850" y="74287"/>
                </a:lnTo>
                <a:lnTo>
                  <a:pt x="160548" y="76589"/>
                </a:lnTo>
                <a:close/>
                <a:moveTo>
                  <a:pt x="154911" y="76589"/>
                </a:moveTo>
                <a:lnTo>
                  <a:pt x="158847" y="72620"/>
                </a:lnTo>
                <a:lnTo>
                  <a:pt x="158847" y="67049"/>
                </a:lnTo>
                <a:lnTo>
                  <a:pt x="160382" y="68583"/>
                </a:lnTo>
                <a:lnTo>
                  <a:pt x="160382" y="73253"/>
                </a:lnTo>
                <a:lnTo>
                  <a:pt x="157079" y="76589"/>
                </a:lnTo>
                <a:lnTo>
                  <a:pt x="154911" y="76589"/>
                </a:lnTo>
                <a:close/>
                <a:moveTo>
                  <a:pt x="150842" y="76589"/>
                </a:moveTo>
                <a:lnTo>
                  <a:pt x="147506" y="73253"/>
                </a:lnTo>
                <a:lnTo>
                  <a:pt x="147506" y="68583"/>
                </a:lnTo>
                <a:lnTo>
                  <a:pt x="149040" y="67049"/>
                </a:lnTo>
                <a:lnTo>
                  <a:pt x="149040" y="72620"/>
                </a:lnTo>
                <a:lnTo>
                  <a:pt x="153010" y="76589"/>
                </a:lnTo>
                <a:lnTo>
                  <a:pt x="150842" y="76589"/>
                </a:lnTo>
                <a:close/>
                <a:moveTo>
                  <a:pt x="147339" y="76589"/>
                </a:moveTo>
                <a:lnTo>
                  <a:pt x="145037" y="74287"/>
                </a:lnTo>
                <a:lnTo>
                  <a:pt x="145037" y="71052"/>
                </a:lnTo>
                <a:lnTo>
                  <a:pt x="146739" y="69351"/>
                </a:lnTo>
                <a:lnTo>
                  <a:pt x="146739" y="73587"/>
                </a:lnTo>
                <a:lnTo>
                  <a:pt x="149707" y="76589"/>
                </a:lnTo>
                <a:lnTo>
                  <a:pt x="147339" y="76589"/>
                </a:lnTo>
                <a:close/>
                <a:moveTo>
                  <a:pt x="144270" y="82126"/>
                </a:moveTo>
                <a:lnTo>
                  <a:pt x="142936" y="80792"/>
                </a:lnTo>
                <a:lnTo>
                  <a:pt x="142936" y="78791"/>
                </a:lnTo>
                <a:lnTo>
                  <a:pt x="144370" y="77356"/>
                </a:lnTo>
                <a:lnTo>
                  <a:pt x="146238" y="77356"/>
                </a:lnTo>
                <a:lnTo>
                  <a:pt x="144270" y="79324"/>
                </a:lnTo>
                <a:close/>
                <a:moveTo>
                  <a:pt x="127391" y="76589"/>
                </a:moveTo>
                <a:lnTo>
                  <a:pt x="130394" y="73587"/>
                </a:lnTo>
                <a:lnTo>
                  <a:pt x="130394" y="69351"/>
                </a:lnTo>
                <a:lnTo>
                  <a:pt x="132061" y="71052"/>
                </a:lnTo>
                <a:lnTo>
                  <a:pt x="132061" y="74287"/>
                </a:lnTo>
                <a:lnTo>
                  <a:pt x="129760" y="76589"/>
                </a:lnTo>
                <a:close/>
                <a:moveTo>
                  <a:pt x="124122" y="76589"/>
                </a:moveTo>
                <a:lnTo>
                  <a:pt x="128059" y="72620"/>
                </a:lnTo>
                <a:lnTo>
                  <a:pt x="128059" y="67049"/>
                </a:lnTo>
                <a:lnTo>
                  <a:pt x="129593" y="68583"/>
                </a:lnTo>
                <a:lnTo>
                  <a:pt x="129593" y="73253"/>
                </a:lnTo>
                <a:lnTo>
                  <a:pt x="126291" y="76589"/>
                </a:lnTo>
                <a:lnTo>
                  <a:pt x="124122" y="76589"/>
                </a:lnTo>
                <a:close/>
                <a:moveTo>
                  <a:pt x="120053" y="76589"/>
                </a:moveTo>
                <a:lnTo>
                  <a:pt x="116717" y="73253"/>
                </a:lnTo>
                <a:lnTo>
                  <a:pt x="116717" y="68583"/>
                </a:lnTo>
                <a:lnTo>
                  <a:pt x="118252" y="67049"/>
                </a:lnTo>
                <a:lnTo>
                  <a:pt x="118252" y="72620"/>
                </a:lnTo>
                <a:lnTo>
                  <a:pt x="122188" y="76589"/>
                </a:lnTo>
                <a:lnTo>
                  <a:pt x="120053" y="76589"/>
                </a:lnTo>
                <a:close/>
                <a:moveTo>
                  <a:pt x="116550" y="76589"/>
                </a:moveTo>
                <a:lnTo>
                  <a:pt x="114249" y="74287"/>
                </a:lnTo>
                <a:lnTo>
                  <a:pt x="114249" y="71052"/>
                </a:lnTo>
                <a:lnTo>
                  <a:pt x="115950" y="69351"/>
                </a:lnTo>
                <a:lnTo>
                  <a:pt x="115950" y="73587"/>
                </a:lnTo>
                <a:lnTo>
                  <a:pt x="118919" y="76589"/>
                </a:lnTo>
                <a:lnTo>
                  <a:pt x="116550" y="76589"/>
                </a:lnTo>
                <a:close/>
                <a:moveTo>
                  <a:pt x="113482" y="82126"/>
                </a:moveTo>
                <a:lnTo>
                  <a:pt x="112147" y="80792"/>
                </a:lnTo>
                <a:lnTo>
                  <a:pt x="112147" y="78791"/>
                </a:lnTo>
                <a:lnTo>
                  <a:pt x="113582" y="77356"/>
                </a:lnTo>
                <a:lnTo>
                  <a:pt x="115450" y="77356"/>
                </a:lnTo>
                <a:lnTo>
                  <a:pt x="113482" y="79324"/>
                </a:lnTo>
                <a:close/>
                <a:moveTo>
                  <a:pt x="96603" y="76589"/>
                </a:moveTo>
                <a:lnTo>
                  <a:pt x="99605" y="73587"/>
                </a:lnTo>
                <a:lnTo>
                  <a:pt x="99605" y="69351"/>
                </a:lnTo>
                <a:lnTo>
                  <a:pt x="101273" y="71052"/>
                </a:lnTo>
                <a:lnTo>
                  <a:pt x="101273" y="74287"/>
                </a:lnTo>
                <a:lnTo>
                  <a:pt x="98971" y="76589"/>
                </a:lnTo>
                <a:close/>
                <a:moveTo>
                  <a:pt x="93334" y="76589"/>
                </a:moveTo>
                <a:lnTo>
                  <a:pt x="97270" y="72620"/>
                </a:lnTo>
                <a:lnTo>
                  <a:pt x="97270" y="67049"/>
                </a:lnTo>
                <a:lnTo>
                  <a:pt x="98804" y="68583"/>
                </a:lnTo>
                <a:lnTo>
                  <a:pt x="98804" y="73253"/>
                </a:lnTo>
                <a:lnTo>
                  <a:pt x="95469" y="76589"/>
                </a:lnTo>
                <a:lnTo>
                  <a:pt x="93334" y="76589"/>
                </a:lnTo>
                <a:close/>
                <a:moveTo>
                  <a:pt x="89231" y="76589"/>
                </a:moveTo>
                <a:lnTo>
                  <a:pt x="85929" y="73253"/>
                </a:lnTo>
                <a:lnTo>
                  <a:pt x="85929" y="68583"/>
                </a:lnTo>
                <a:lnTo>
                  <a:pt x="87463" y="67049"/>
                </a:lnTo>
                <a:lnTo>
                  <a:pt x="87463" y="72620"/>
                </a:lnTo>
                <a:lnTo>
                  <a:pt x="91399" y="76589"/>
                </a:lnTo>
                <a:lnTo>
                  <a:pt x="89231" y="76589"/>
                </a:lnTo>
                <a:close/>
                <a:moveTo>
                  <a:pt x="85762" y="76589"/>
                </a:moveTo>
                <a:lnTo>
                  <a:pt x="83460" y="74287"/>
                </a:lnTo>
                <a:lnTo>
                  <a:pt x="83460" y="71052"/>
                </a:lnTo>
                <a:lnTo>
                  <a:pt x="85128" y="69351"/>
                </a:lnTo>
                <a:lnTo>
                  <a:pt x="85128" y="73587"/>
                </a:lnTo>
                <a:lnTo>
                  <a:pt x="88130" y="76589"/>
                </a:lnTo>
                <a:lnTo>
                  <a:pt x="85762" y="76589"/>
                </a:lnTo>
                <a:close/>
                <a:moveTo>
                  <a:pt x="82660" y="82126"/>
                </a:moveTo>
                <a:lnTo>
                  <a:pt x="81359" y="80792"/>
                </a:lnTo>
                <a:lnTo>
                  <a:pt x="81359" y="78791"/>
                </a:lnTo>
                <a:lnTo>
                  <a:pt x="82793" y="77356"/>
                </a:lnTo>
                <a:lnTo>
                  <a:pt x="84628" y="77356"/>
                </a:lnTo>
                <a:lnTo>
                  <a:pt x="82660" y="79324"/>
                </a:lnTo>
                <a:close/>
                <a:moveTo>
                  <a:pt x="65814" y="76589"/>
                </a:moveTo>
                <a:lnTo>
                  <a:pt x="68816" y="73587"/>
                </a:lnTo>
                <a:lnTo>
                  <a:pt x="68816" y="69351"/>
                </a:lnTo>
                <a:lnTo>
                  <a:pt x="70484" y="71052"/>
                </a:lnTo>
                <a:lnTo>
                  <a:pt x="70484" y="74287"/>
                </a:lnTo>
                <a:lnTo>
                  <a:pt x="68183" y="76589"/>
                </a:lnTo>
                <a:close/>
                <a:moveTo>
                  <a:pt x="62512" y="76589"/>
                </a:moveTo>
                <a:lnTo>
                  <a:pt x="66481" y="72620"/>
                </a:lnTo>
                <a:lnTo>
                  <a:pt x="66481" y="67049"/>
                </a:lnTo>
                <a:lnTo>
                  <a:pt x="68016" y="68583"/>
                </a:lnTo>
                <a:lnTo>
                  <a:pt x="68016" y="73253"/>
                </a:lnTo>
                <a:lnTo>
                  <a:pt x="64680" y="76589"/>
                </a:lnTo>
                <a:lnTo>
                  <a:pt x="62512" y="76589"/>
                </a:lnTo>
                <a:close/>
                <a:moveTo>
                  <a:pt x="58442" y="76589"/>
                </a:moveTo>
                <a:lnTo>
                  <a:pt x="55140" y="73253"/>
                </a:lnTo>
                <a:lnTo>
                  <a:pt x="55140" y="68583"/>
                </a:lnTo>
                <a:lnTo>
                  <a:pt x="56674" y="67049"/>
                </a:lnTo>
                <a:lnTo>
                  <a:pt x="56674" y="72620"/>
                </a:lnTo>
                <a:lnTo>
                  <a:pt x="60610" y="76589"/>
                </a:lnTo>
                <a:lnTo>
                  <a:pt x="58442" y="76589"/>
                </a:lnTo>
                <a:close/>
                <a:moveTo>
                  <a:pt x="54973" y="76589"/>
                </a:moveTo>
                <a:lnTo>
                  <a:pt x="52671" y="74287"/>
                </a:lnTo>
                <a:lnTo>
                  <a:pt x="52671" y="71052"/>
                </a:lnTo>
                <a:lnTo>
                  <a:pt x="54339" y="69351"/>
                </a:lnTo>
                <a:lnTo>
                  <a:pt x="54339" y="73587"/>
                </a:lnTo>
                <a:lnTo>
                  <a:pt x="57341" y="76589"/>
                </a:lnTo>
                <a:lnTo>
                  <a:pt x="54973" y="76589"/>
                </a:lnTo>
                <a:close/>
                <a:moveTo>
                  <a:pt x="51871" y="82126"/>
                </a:moveTo>
                <a:lnTo>
                  <a:pt x="50570" y="80792"/>
                </a:lnTo>
                <a:lnTo>
                  <a:pt x="50570" y="78791"/>
                </a:lnTo>
                <a:lnTo>
                  <a:pt x="51971" y="77356"/>
                </a:lnTo>
                <a:lnTo>
                  <a:pt x="53839" y="77356"/>
                </a:lnTo>
                <a:lnTo>
                  <a:pt x="51871" y="79324"/>
                </a:lnTo>
                <a:close/>
                <a:moveTo>
                  <a:pt x="35026" y="76589"/>
                </a:moveTo>
                <a:lnTo>
                  <a:pt x="37994" y="73587"/>
                </a:lnTo>
                <a:lnTo>
                  <a:pt x="37994" y="69351"/>
                </a:lnTo>
                <a:lnTo>
                  <a:pt x="39696" y="71052"/>
                </a:lnTo>
                <a:lnTo>
                  <a:pt x="39696" y="74287"/>
                </a:lnTo>
                <a:lnTo>
                  <a:pt x="37394" y="76589"/>
                </a:lnTo>
                <a:close/>
                <a:moveTo>
                  <a:pt x="37761" y="55140"/>
                </a:moveTo>
                <a:lnTo>
                  <a:pt x="42464" y="55140"/>
                </a:lnTo>
                <a:lnTo>
                  <a:pt x="45767" y="58443"/>
                </a:lnTo>
                <a:lnTo>
                  <a:pt x="45767" y="60611"/>
                </a:lnTo>
                <a:lnTo>
                  <a:pt x="41830" y="56675"/>
                </a:lnTo>
                <a:lnTo>
                  <a:pt x="36226" y="56675"/>
                </a:lnTo>
                <a:close/>
                <a:moveTo>
                  <a:pt x="37394" y="46568"/>
                </a:moveTo>
                <a:lnTo>
                  <a:pt x="39696" y="48869"/>
                </a:lnTo>
                <a:lnTo>
                  <a:pt x="39696" y="52105"/>
                </a:lnTo>
                <a:lnTo>
                  <a:pt x="37994" y="53806"/>
                </a:lnTo>
                <a:lnTo>
                  <a:pt x="37994" y="49570"/>
                </a:lnTo>
                <a:lnTo>
                  <a:pt x="35026" y="46568"/>
                </a:lnTo>
                <a:close/>
                <a:moveTo>
                  <a:pt x="40463" y="41030"/>
                </a:moveTo>
                <a:lnTo>
                  <a:pt x="41797" y="42365"/>
                </a:lnTo>
                <a:lnTo>
                  <a:pt x="41797" y="44366"/>
                </a:lnTo>
                <a:lnTo>
                  <a:pt x="40363" y="45800"/>
                </a:lnTo>
                <a:lnTo>
                  <a:pt x="38495" y="45800"/>
                </a:lnTo>
                <a:lnTo>
                  <a:pt x="40463" y="43832"/>
                </a:lnTo>
                <a:close/>
                <a:moveTo>
                  <a:pt x="57341" y="46568"/>
                </a:moveTo>
                <a:lnTo>
                  <a:pt x="54339" y="49570"/>
                </a:lnTo>
                <a:lnTo>
                  <a:pt x="54339" y="53806"/>
                </a:lnTo>
                <a:lnTo>
                  <a:pt x="52671" y="52105"/>
                </a:lnTo>
                <a:lnTo>
                  <a:pt x="52671" y="48869"/>
                </a:lnTo>
                <a:lnTo>
                  <a:pt x="54973" y="46568"/>
                </a:lnTo>
                <a:close/>
                <a:moveTo>
                  <a:pt x="60610" y="46568"/>
                </a:moveTo>
                <a:lnTo>
                  <a:pt x="56674" y="50537"/>
                </a:lnTo>
                <a:lnTo>
                  <a:pt x="56674" y="56108"/>
                </a:lnTo>
                <a:lnTo>
                  <a:pt x="55140" y="54573"/>
                </a:lnTo>
                <a:lnTo>
                  <a:pt x="55140" y="49903"/>
                </a:lnTo>
                <a:lnTo>
                  <a:pt x="58442" y="46568"/>
                </a:lnTo>
                <a:close/>
                <a:moveTo>
                  <a:pt x="64680" y="46568"/>
                </a:moveTo>
                <a:lnTo>
                  <a:pt x="68016" y="49903"/>
                </a:lnTo>
                <a:lnTo>
                  <a:pt x="68016" y="54573"/>
                </a:lnTo>
                <a:lnTo>
                  <a:pt x="66481" y="56108"/>
                </a:lnTo>
                <a:lnTo>
                  <a:pt x="66481" y="50537"/>
                </a:lnTo>
                <a:lnTo>
                  <a:pt x="62545" y="46568"/>
                </a:lnTo>
                <a:close/>
                <a:moveTo>
                  <a:pt x="68183" y="46568"/>
                </a:moveTo>
                <a:lnTo>
                  <a:pt x="70484" y="48869"/>
                </a:lnTo>
                <a:lnTo>
                  <a:pt x="70484" y="52105"/>
                </a:lnTo>
                <a:lnTo>
                  <a:pt x="68783" y="53806"/>
                </a:lnTo>
                <a:lnTo>
                  <a:pt x="68783" y="49570"/>
                </a:lnTo>
                <a:lnTo>
                  <a:pt x="65814" y="46568"/>
                </a:lnTo>
                <a:close/>
                <a:moveTo>
                  <a:pt x="71251" y="41030"/>
                </a:moveTo>
                <a:lnTo>
                  <a:pt x="72586" y="42365"/>
                </a:lnTo>
                <a:lnTo>
                  <a:pt x="72586" y="44366"/>
                </a:lnTo>
                <a:lnTo>
                  <a:pt x="71151" y="45800"/>
                </a:lnTo>
                <a:lnTo>
                  <a:pt x="69283" y="45800"/>
                </a:lnTo>
                <a:lnTo>
                  <a:pt x="71251" y="43832"/>
                </a:lnTo>
                <a:lnTo>
                  <a:pt x="71251" y="41030"/>
                </a:lnTo>
                <a:close/>
                <a:moveTo>
                  <a:pt x="88130" y="46568"/>
                </a:moveTo>
                <a:lnTo>
                  <a:pt x="85128" y="49570"/>
                </a:lnTo>
                <a:lnTo>
                  <a:pt x="85128" y="53806"/>
                </a:lnTo>
                <a:lnTo>
                  <a:pt x="83460" y="52105"/>
                </a:lnTo>
                <a:lnTo>
                  <a:pt x="83460" y="48869"/>
                </a:lnTo>
                <a:lnTo>
                  <a:pt x="85762" y="46568"/>
                </a:lnTo>
                <a:close/>
                <a:moveTo>
                  <a:pt x="91399" y="46568"/>
                </a:moveTo>
                <a:lnTo>
                  <a:pt x="87463" y="50537"/>
                </a:lnTo>
                <a:lnTo>
                  <a:pt x="87463" y="56108"/>
                </a:lnTo>
                <a:lnTo>
                  <a:pt x="85929" y="54573"/>
                </a:lnTo>
                <a:lnTo>
                  <a:pt x="85929" y="49903"/>
                </a:lnTo>
                <a:lnTo>
                  <a:pt x="89231" y="46568"/>
                </a:lnTo>
                <a:close/>
                <a:moveTo>
                  <a:pt x="95469" y="46568"/>
                </a:moveTo>
                <a:lnTo>
                  <a:pt x="98804" y="49903"/>
                </a:lnTo>
                <a:lnTo>
                  <a:pt x="98804" y="54573"/>
                </a:lnTo>
                <a:lnTo>
                  <a:pt x="97270" y="56108"/>
                </a:lnTo>
                <a:lnTo>
                  <a:pt x="97270" y="50537"/>
                </a:lnTo>
                <a:lnTo>
                  <a:pt x="93334" y="46568"/>
                </a:lnTo>
                <a:close/>
                <a:moveTo>
                  <a:pt x="98971" y="46568"/>
                </a:moveTo>
                <a:lnTo>
                  <a:pt x="101273" y="48869"/>
                </a:lnTo>
                <a:lnTo>
                  <a:pt x="101273" y="52105"/>
                </a:lnTo>
                <a:lnTo>
                  <a:pt x="99572" y="53806"/>
                </a:lnTo>
                <a:lnTo>
                  <a:pt x="99572" y="49570"/>
                </a:lnTo>
                <a:lnTo>
                  <a:pt x="96603" y="46568"/>
                </a:lnTo>
                <a:close/>
                <a:moveTo>
                  <a:pt x="102040" y="41030"/>
                </a:moveTo>
                <a:lnTo>
                  <a:pt x="103374" y="42365"/>
                </a:lnTo>
                <a:lnTo>
                  <a:pt x="103374" y="44366"/>
                </a:lnTo>
                <a:lnTo>
                  <a:pt x="101940" y="45800"/>
                </a:lnTo>
                <a:lnTo>
                  <a:pt x="100072" y="45800"/>
                </a:lnTo>
                <a:lnTo>
                  <a:pt x="102040" y="43832"/>
                </a:lnTo>
                <a:close/>
                <a:moveTo>
                  <a:pt x="118919" y="46568"/>
                </a:moveTo>
                <a:lnTo>
                  <a:pt x="115917" y="49570"/>
                </a:lnTo>
                <a:lnTo>
                  <a:pt x="115917" y="53806"/>
                </a:lnTo>
                <a:lnTo>
                  <a:pt x="114249" y="52105"/>
                </a:lnTo>
                <a:lnTo>
                  <a:pt x="114249" y="48869"/>
                </a:lnTo>
                <a:lnTo>
                  <a:pt x="116550" y="46568"/>
                </a:lnTo>
                <a:close/>
                <a:moveTo>
                  <a:pt x="122188" y="46568"/>
                </a:moveTo>
                <a:lnTo>
                  <a:pt x="118252" y="50537"/>
                </a:lnTo>
                <a:lnTo>
                  <a:pt x="118252" y="56108"/>
                </a:lnTo>
                <a:lnTo>
                  <a:pt x="116717" y="54573"/>
                </a:lnTo>
                <a:lnTo>
                  <a:pt x="116717" y="49903"/>
                </a:lnTo>
                <a:lnTo>
                  <a:pt x="120053" y="46568"/>
                </a:lnTo>
                <a:close/>
                <a:moveTo>
                  <a:pt x="126291" y="46568"/>
                </a:moveTo>
                <a:lnTo>
                  <a:pt x="129593" y="49903"/>
                </a:lnTo>
                <a:lnTo>
                  <a:pt x="129593" y="54573"/>
                </a:lnTo>
                <a:lnTo>
                  <a:pt x="128059" y="56108"/>
                </a:lnTo>
                <a:lnTo>
                  <a:pt x="128059" y="50537"/>
                </a:lnTo>
                <a:lnTo>
                  <a:pt x="124122" y="46568"/>
                </a:lnTo>
                <a:close/>
                <a:moveTo>
                  <a:pt x="129760" y="46568"/>
                </a:moveTo>
                <a:lnTo>
                  <a:pt x="132061" y="48869"/>
                </a:lnTo>
                <a:lnTo>
                  <a:pt x="132061" y="52105"/>
                </a:lnTo>
                <a:lnTo>
                  <a:pt x="130394" y="53806"/>
                </a:lnTo>
                <a:lnTo>
                  <a:pt x="130394" y="49570"/>
                </a:lnTo>
                <a:lnTo>
                  <a:pt x="127391" y="46568"/>
                </a:lnTo>
                <a:close/>
                <a:moveTo>
                  <a:pt x="132862" y="41030"/>
                </a:moveTo>
                <a:lnTo>
                  <a:pt x="134163" y="42365"/>
                </a:lnTo>
                <a:lnTo>
                  <a:pt x="134163" y="44366"/>
                </a:lnTo>
                <a:lnTo>
                  <a:pt x="132729" y="45800"/>
                </a:lnTo>
                <a:lnTo>
                  <a:pt x="130894" y="45800"/>
                </a:lnTo>
                <a:lnTo>
                  <a:pt x="132862" y="43832"/>
                </a:lnTo>
                <a:close/>
                <a:moveTo>
                  <a:pt x="149707" y="46568"/>
                </a:moveTo>
                <a:lnTo>
                  <a:pt x="146739" y="49570"/>
                </a:lnTo>
                <a:lnTo>
                  <a:pt x="146739" y="53806"/>
                </a:lnTo>
                <a:lnTo>
                  <a:pt x="145037" y="52105"/>
                </a:lnTo>
                <a:lnTo>
                  <a:pt x="145037" y="48869"/>
                </a:lnTo>
                <a:lnTo>
                  <a:pt x="147339" y="46568"/>
                </a:lnTo>
                <a:close/>
                <a:moveTo>
                  <a:pt x="153010" y="46568"/>
                </a:moveTo>
                <a:lnTo>
                  <a:pt x="149040" y="50537"/>
                </a:lnTo>
                <a:lnTo>
                  <a:pt x="149040" y="56108"/>
                </a:lnTo>
                <a:lnTo>
                  <a:pt x="147506" y="54573"/>
                </a:lnTo>
                <a:lnTo>
                  <a:pt x="147506" y="49903"/>
                </a:lnTo>
                <a:lnTo>
                  <a:pt x="150842" y="46568"/>
                </a:lnTo>
                <a:close/>
                <a:moveTo>
                  <a:pt x="157079" y="46568"/>
                </a:moveTo>
                <a:lnTo>
                  <a:pt x="160382" y="49903"/>
                </a:lnTo>
                <a:lnTo>
                  <a:pt x="160382" y="54573"/>
                </a:lnTo>
                <a:lnTo>
                  <a:pt x="158847" y="56108"/>
                </a:lnTo>
                <a:lnTo>
                  <a:pt x="158847" y="50537"/>
                </a:lnTo>
                <a:lnTo>
                  <a:pt x="154911" y="46568"/>
                </a:lnTo>
                <a:close/>
                <a:moveTo>
                  <a:pt x="160548" y="46568"/>
                </a:moveTo>
                <a:lnTo>
                  <a:pt x="162850" y="48869"/>
                </a:lnTo>
                <a:lnTo>
                  <a:pt x="162850" y="52105"/>
                </a:lnTo>
                <a:lnTo>
                  <a:pt x="161182" y="53806"/>
                </a:lnTo>
                <a:lnTo>
                  <a:pt x="161182" y="49570"/>
                </a:lnTo>
                <a:lnTo>
                  <a:pt x="158180" y="46568"/>
                </a:lnTo>
                <a:close/>
                <a:moveTo>
                  <a:pt x="163651" y="41030"/>
                </a:moveTo>
                <a:lnTo>
                  <a:pt x="164952" y="42365"/>
                </a:lnTo>
                <a:lnTo>
                  <a:pt x="164952" y="44366"/>
                </a:lnTo>
                <a:lnTo>
                  <a:pt x="163551" y="45800"/>
                </a:lnTo>
                <a:lnTo>
                  <a:pt x="161683" y="45800"/>
                </a:lnTo>
                <a:lnTo>
                  <a:pt x="163651" y="43832"/>
                </a:lnTo>
                <a:close/>
                <a:moveTo>
                  <a:pt x="180496" y="46568"/>
                </a:moveTo>
                <a:lnTo>
                  <a:pt x="177494" y="49570"/>
                </a:lnTo>
                <a:lnTo>
                  <a:pt x="177494" y="53806"/>
                </a:lnTo>
                <a:lnTo>
                  <a:pt x="175826" y="52105"/>
                </a:lnTo>
                <a:lnTo>
                  <a:pt x="175826" y="48869"/>
                </a:lnTo>
                <a:lnTo>
                  <a:pt x="178128" y="46568"/>
                </a:lnTo>
                <a:close/>
                <a:moveTo>
                  <a:pt x="183798" y="46568"/>
                </a:moveTo>
                <a:lnTo>
                  <a:pt x="179829" y="50537"/>
                </a:lnTo>
                <a:lnTo>
                  <a:pt x="179829" y="56108"/>
                </a:lnTo>
                <a:lnTo>
                  <a:pt x="178294" y="54573"/>
                </a:lnTo>
                <a:lnTo>
                  <a:pt x="178294" y="49903"/>
                </a:lnTo>
                <a:lnTo>
                  <a:pt x="181630" y="46568"/>
                </a:lnTo>
                <a:close/>
                <a:moveTo>
                  <a:pt x="187868" y="46568"/>
                </a:moveTo>
                <a:lnTo>
                  <a:pt x="191170" y="49903"/>
                </a:lnTo>
                <a:lnTo>
                  <a:pt x="191170" y="54573"/>
                </a:lnTo>
                <a:lnTo>
                  <a:pt x="189636" y="56108"/>
                </a:lnTo>
                <a:lnTo>
                  <a:pt x="189636" y="50537"/>
                </a:lnTo>
                <a:lnTo>
                  <a:pt x="185700" y="46568"/>
                </a:lnTo>
                <a:close/>
                <a:moveTo>
                  <a:pt x="191337" y="46568"/>
                </a:moveTo>
                <a:lnTo>
                  <a:pt x="193639" y="48869"/>
                </a:lnTo>
                <a:lnTo>
                  <a:pt x="193639" y="52105"/>
                </a:lnTo>
                <a:lnTo>
                  <a:pt x="191971" y="53806"/>
                </a:lnTo>
                <a:lnTo>
                  <a:pt x="191971" y="49570"/>
                </a:lnTo>
                <a:lnTo>
                  <a:pt x="188969" y="46568"/>
                </a:lnTo>
                <a:close/>
                <a:moveTo>
                  <a:pt x="194439" y="41030"/>
                </a:moveTo>
                <a:lnTo>
                  <a:pt x="195740" y="42365"/>
                </a:lnTo>
                <a:lnTo>
                  <a:pt x="195740" y="44366"/>
                </a:lnTo>
                <a:lnTo>
                  <a:pt x="194339" y="45800"/>
                </a:lnTo>
                <a:lnTo>
                  <a:pt x="192471" y="45800"/>
                </a:lnTo>
                <a:lnTo>
                  <a:pt x="194439" y="43832"/>
                </a:lnTo>
                <a:close/>
                <a:moveTo>
                  <a:pt x="203979" y="72586"/>
                </a:moveTo>
                <a:lnTo>
                  <a:pt x="201945" y="72586"/>
                </a:lnTo>
                <a:lnTo>
                  <a:pt x="200544" y="71152"/>
                </a:lnTo>
                <a:lnTo>
                  <a:pt x="200544" y="69317"/>
                </a:lnTo>
                <a:lnTo>
                  <a:pt x="202512" y="71285"/>
                </a:lnTo>
                <a:lnTo>
                  <a:pt x="205280" y="71285"/>
                </a:lnTo>
                <a:close/>
                <a:moveTo>
                  <a:pt x="203846" y="75588"/>
                </a:moveTo>
                <a:lnTo>
                  <a:pt x="204847" y="76589"/>
                </a:lnTo>
                <a:lnTo>
                  <a:pt x="201077" y="76589"/>
                </a:lnTo>
                <a:lnTo>
                  <a:pt x="203746" y="73920"/>
                </a:lnTo>
                <a:lnTo>
                  <a:pt x="203746" y="75321"/>
                </a:lnTo>
                <a:close/>
                <a:moveTo>
                  <a:pt x="203746" y="80025"/>
                </a:moveTo>
                <a:lnTo>
                  <a:pt x="201077" y="77356"/>
                </a:lnTo>
                <a:lnTo>
                  <a:pt x="204847" y="77356"/>
                </a:lnTo>
                <a:lnTo>
                  <a:pt x="203746" y="78457"/>
                </a:lnTo>
                <a:lnTo>
                  <a:pt x="203746" y="80025"/>
                </a:lnTo>
                <a:close/>
                <a:moveTo>
                  <a:pt x="192538" y="68817"/>
                </a:moveTo>
                <a:lnTo>
                  <a:pt x="196741" y="68817"/>
                </a:lnTo>
                <a:lnTo>
                  <a:pt x="199743" y="65815"/>
                </a:lnTo>
                <a:lnTo>
                  <a:pt x="199743" y="68183"/>
                </a:lnTo>
                <a:lnTo>
                  <a:pt x="197441" y="70485"/>
                </a:lnTo>
                <a:lnTo>
                  <a:pt x="194206" y="70485"/>
                </a:lnTo>
                <a:close/>
                <a:moveTo>
                  <a:pt x="190203" y="66482"/>
                </a:moveTo>
                <a:lnTo>
                  <a:pt x="195807" y="66482"/>
                </a:lnTo>
                <a:lnTo>
                  <a:pt x="199743" y="62546"/>
                </a:lnTo>
                <a:lnTo>
                  <a:pt x="199743" y="64714"/>
                </a:lnTo>
                <a:lnTo>
                  <a:pt x="196441" y="68016"/>
                </a:lnTo>
                <a:lnTo>
                  <a:pt x="191737" y="68016"/>
                </a:lnTo>
                <a:close/>
                <a:moveTo>
                  <a:pt x="177761" y="68016"/>
                </a:moveTo>
                <a:lnTo>
                  <a:pt x="173057" y="68016"/>
                </a:lnTo>
                <a:lnTo>
                  <a:pt x="169755" y="64714"/>
                </a:lnTo>
                <a:lnTo>
                  <a:pt x="169755" y="62546"/>
                </a:lnTo>
                <a:lnTo>
                  <a:pt x="173691" y="66482"/>
                </a:lnTo>
                <a:lnTo>
                  <a:pt x="179262" y="66482"/>
                </a:lnTo>
                <a:close/>
                <a:moveTo>
                  <a:pt x="175292" y="70485"/>
                </a:moveTo>
                <a:lnTo>
                  <a:pt x="172023" y="70485"/>
                </a:lnTo>
                <a:lnTo>
                  <a:pt x="169755" y="68183"/>
                </a:lnTo>
                <a:lnTo>
                  <a:pt x="169755" y="65815"/>
                </a:lnTo>
                <a:lnTo>
                  <a:pt x="172724" y="68817"/>
                </a:lnTo>
                <a:lnTo>
                  <a:pt x="176960" y="68817"/>
                </a:lnTo>
                <a:close/>
                <a:moveTo>
                  <a:pt x="173191" y="72586"/>
                </a:moveTo>
                <a:lnTo>
                  <a:pt x="171156" y="72586"/>
                </a:lnTo>
                <a:lnTo>
                  <a:pt x="169755" y="71152"/>
                </a:lnTo>
                <a:lnTo>
                  <a:pt x="169755" y="69317"/>
                </a:lnTo>
                <a:lnTo>
                  <a:pt x="171723" y="71285"/>
                </a:lnTo>
                <a:lnTo>
                  <a:pt x="174492" y="71285"/>
                </a:lnTo>
                <a:close/>
                <a:moveTo>
                  <a:pt x="173057" y="75588"/>
                </a:moveTo>
                <a:lnTo>
                  <a:pt x="174025" y="76589"/>
                </a:lnTo>
                <a:lnTo>
                  <a:pt x="170289" y="76589"/>
                </a:lnTo>
                <a:lnTo>
                  <a:pt x="172957" y="73920"/>
                </a:lnTo>
                <a:lnTo>
                  <a:pt x="172957" y="75321"/>
                </a:lnTo>
                <a:close/>
                <a:moveTo>
                  <a:pt x="172957" y="80025"/>
                </a:moveTo>
                <a:lnTo>
                  <a:pt x="170289" y="77356"/>
                </a:lnTo>
                <a:lnTo>
                  <a:pt x="174025" y="77356"/>
                </a:lnTo>
                <a:lnTo>
                  <a:pt x="172957" y="78457"/>
                </a:lnTo>
                <a:lnTo>
                  <a:pt x="172957" y="80025"/>
                </a:lnTo>
                <a:close/>
                <a:moveTo>
                  <a:pt x="161749" y="68817"/>
                </a:moveTo>
                <a:lnTo>
                  <a:pt x="165786" y="68817"/>
                </a:lnTo>
                <a:lnTo>
                  <a:pt x="166086" y="68683"/>
                </a:lnTo>
                <a:lnTo>
                  <a:pt x="168954" y="65815"/>
                </a:lnTo>
                <a:lnTo>
                  <a:pt x="168954" y="68183"/>
                </a:lnTo>
                <a:lnTo>
                  <a:pt x="166653" y="70485"/>
                </a:lnTo>
                <a:lnTo>
                  <a:pt x="163417" y="70485"/>
                </a:lnTo>
                <a:close/>
                <a:moveTo>
                  <a:pt x="159414" y="66482"/>
                </a:moveTo>
                <a:lnTo>
                  <a:pt x="164985" y="66482"/>
                </a:lnTo>
                <a:lnTo>
                  <a:pt x="168954" y="62546"/>
                </a:lnTo>
                <a:lnTo>
                  <a:pt x="168954" y="64714"/>
                </a:lnTo>
                <a:lnTo>
                  <a:pt x="165619" y="68016"/>
                </a:lnTo>
                <a:lnTo>
                  <a:pt x="160949" y="68016"/>
                </a:lnTo>
                <a:close/>
                <a:moveTo>
                  <a:pt x="146939" y="68016"/>
                </a:moveTo>
                <a:lnTo>
                  <a:pt x="142269" y="68016"/>
                </a:lnTo>
                <a:lnTo>
                  <a:pt x="138933" y="64714"/>
                </a:lnTo>
                <a:lnTo>
                  <a:pt x="138933" y="62546"/>
                </a:lnTo>
                <a:lnTo>
                  <a:pt x="142903" y="66482"/>
                </a:lnTo>
                <a:lnTo>
                  <a:pt x="148473" y="66482"/>
                </a:lnTo>
                <a:close/>
                <a:moveTo>
                  <a:pt x="144504" y="70485"/>
                </a:moveTo>
                <a:lnTo>
                  <a:pt x="141235" y="70485"/>
                </a:lnTo>
                <a:lnTo>
                  <a:pt x="138933" y="68183"/>
                </a:lnTo>
                <a:lnTo>
                  <a:pt x="138933" y="65815"/>
                </a:lnTo>
                <a:lnTo>
                  <a:pt x="141835" y="68683"/>
                </a:lnTo>
                <a:lnTo>
                  <a:pt x="142102" y="68817"/>
                </a:lnTo>
                <a:lnTo>
                  <a:pt x="146172" y="68817"/>
                </a:lnTo>
                <a:close/>
                <a:moveTo>
                  <a:pt x="142369" y="72586"/>
                </a:moveTo>
                <a:lnTo>
                  <a:pt x="140367" y="72586"/>
                </a:lnTo>
                <a:lnTo>
                  <a:pt x="138933" y="71152"/>
                </a:lnTo>
                <a:lnTo>
                  <a:pt x="138933" y="69317"/>
                </a:lnTo>
                <a:lnTo>
                  <a:pt x="140901" y="71285"/>
                </a:lnTo>
                <a:lnTo>
                  <a:pt x="143703" y="71285"/>
                </a:lnTo>
                <a:close/>
                <a:moveTo>
                  <a:pt x="142269" y="75588"/>
                </a:moveTo>
                <a:lnTo>
                  <a:pt x="143236" y="76589"/>
                </a:lnTo>
                <a:lnTo>
                  <a:pt x="139500" y="76589"/>
                </a:lnTo>
                <a:lnTo>
                  <a:pt x="142135" y="73920"/>
                </a:lnTo>
                <a:lnTo>
                  <a:pt x="142135" y="75321"/>
                </a:lnTo>
                <a:close/>
                <a:moveTo>
                  <a:pt x="142135" y="80025"/>
                </a:moveTo>
                <a:lnTo>
                  <a:pt x="139500" y="77356"/>
                </a:lnTo>
                <a:lnTo>
                  <a:pt x="143236" y="77356"/>
                </a:lnTo>
                <a:lnTo>
                  <a:pt x="142135" y="78457"/>
                </a:lnTo>
                <a:lnTo>
                  <a:pt x="142135" y="80025"/>
                </a:lnTo>
                <a:close/>
                <a:moveTo>
                  <a:pt x="130927" y="68817"/>
                </a:moveTo>
                <a:lnTo>
                  <a:pt x="135164" y="68817"/>
                </a:lnTo>
                <a:lnTo>
                  <a:pt x="138166" y="65815"/>
                </a:lnTo>
                <a:lnTo>
                  <a:pt x="138166" y="68183"/>
                </a:lnTo>
                <a:lnTo>
                  <a:pt x="135864" y="70485"/>
                </a:lnTo>
                <a:lnTo>
                  <a:pt x="132629" y="70485"/>
                </a:lnTo>
                <a:close/>
                <a:moveTo>
                  <a:pt x="128626" y="66482"/>
                </a:moveTo>
                <a:lnTo>
                  <a:pt x="134196" y="66482"/>
                </a:lnTo>
                <a:lnTo>
                  <a:pt x="138166" y="62546"/>
                </a:lnTo>
                <a:lnTo>
                  <a:pt x="138166" y="64714"/>
                </a:lnTo>
                <a:lnTo>
                  <a:pt x="134830" y="68016"/>
                </a:lnTo>
                <a:lnTo>
                  <a:pt x="130160" y="68016"/>
                </a:lnTo>
                <a:close/>
                <a:moveTo>
                  <a:pt x="116150" y="68016"/>
                </a:moveTo>
                <a:lnTo>
                  <a:pt x="111480" y="68016"/>
                </a:lnTo>
                <a:lnTo>
                  <a:pt x="108144" y="64714"/>
                </a:lnTo>
                <a:lnTo>
                  <a:pt x="108144" y="62546"/>
                </a:lnTo>
                <a:lnTo>
                  <a:pt x="112114" y="66482"/>
                </a:lnTo>
                <a:lnTo>
                  <a:pt x="117685" y="66482"/>
                </a:lnTo>
                <a:close/>
                <a:moveTo>
                  <a:pt x="113682" y="70485"/>
                </a:moveTo>
                <a:lnTo>
                  <a:pt x="110446" y="70485"/>
                </a:lnTo>
                <a:lnTo>
                  <a:pt x="108144" y="68183"/>
                </a:lnTo>
                <a:lnTo>
                  <a:pt x="108144" y="65815"/>
                </a:lnTo>
                <a:lnTo>
                  <a:pt x="111147" y="68817"/>
                </a:lnTo>
                <a:lnTo>
                  <a:pt x="115383" y="68817"/>
                </a:lnTo>
                <a:close/>
                <a:moveTo>
                  <a:pt x="111580" y="72586"/>
                </a:moveTo>
                <a:lnTo>
                  <a:pt x="109579" y="72586"/>
                </a:lnTo>
                <a:lnTo>
                  <a:pt x="108144" y="71152"/>
                </a:lnTo>
                <a:lnTo>
                  <a:pt x="108144" y="69317"/>
                </a:lnTo>
                <a:lnTo>
                  <a:pt x="110112" y="71285"/>
                </a:lnTo>
                <a:lnTo>
                  <a:pt x="112914" y="71285"/>
                </a:lnTo>
                <a:close/>
                <a:moveTo>
                  <a:pt x="111480" y="75588"/>
                </a:moveTo>
                <a:lnTo>
                  <a:pt x="112447" y="76589"/>
                </a:lnTo>
                <a:lnTo>
                  <a:pt x="108711" y="76589"/>
                </a:lnTo>
                <a:lnTo>
                  <a:pt x="111347" y="73920"/>
                </a:lnTo>
                <a:lnTo>
                  <a:pt x="111347" y="75321"/>
                </a:lnTo>
                <a:close/>
                <a:moveTo>
                  <a:pt x="111347" y="80025"/>
                </a:moveTo>
                <a:lnTo>
                  <a:pt x="108711" y="77356"/>
                </a:lnTo>
                <a:lnTo>
                  <a:pt x="112447" y="77356"/>
                </a:lnTo>
                <a:lnTo>
                  <a:pt x="111347" y="78457"/>
                </a:lnTo>
                <a:close/>
                <a:moveTo>
                  <a:pt x="100139" y="68817"/>
                </a:moveTo>
                <a:lnTo>
                  <a:pt x="104208" y="68817"/>
                </a:lnTo>
                <a:lnTo>
                  <a:pt x="104475" y="68683"/>
                </a:lnTo>
                <a:lnTo>
                  <a:pt x="107377" y="65815"/>
                </a:lnTo>
                <a:lnTo>
                  <a:pt x="107377" y="68183"/>
                </a:lnTo>
                <a:lnTo>
                  <a:pt x="105076" y="70485"/>
                </a:lnTo>
                <a:lnTo>
                  <a:pt x="101807" y="70485"/>
                </a:lnTo>
                <a:close/>
                <a:moveTo>
                  <a:pt x="97837" y="66482"/>
                </a:moveTo>
                <a:lnTo>
                  <a:pt x="103408" y="66482"/>
                </a:lnTo>
                <a:lnTo>
                  <a:pt x="107377" y="62546"/>
                </a:lnTo>
                <a:lnTo>
                  <a:pt x="107377" y="64714"/>
                </a:lnTo>
                <a:lnTo>
                  <a:pt x="104041" y="68016"/>
                </a:lnTo>
                <a:lnTo>
                  <a:pt x="99371" y="68016"/>
                </a:lnTo>
                <a:close/>
                <a:moveTo>
                  <a:pt x="85361" y="68016"/>
                </a:moveTo>
                <a:lnTo>
                  <a:pt x="80691" y="68016"/>
                </a:lnTo>
                <a:lnTo>
                  <a:pt x="77356" y="64714"/>
                </a:lnTo>
                <a:lnTo>
                  <a:pt x="77356" y="62546"/>
                </a:lnTo>
                <a:lnTo>
                  <a:pt x="81325" y="66482"/>
                </a:lnTo>
                <a:lnTo>
                  <a:pt x="86896" y="66482"/>
                </a:lnTo>
                <a:close/>
                <a:moveTo>
                  <a:pt x="82893" y="70485"/>
                </a:moveTo>
                <a:lnTo>
                  <a:pt x="79657" y="70485"/>
                </a:lnTo>
                <a:lnTo>
                  <a:pt x="77356" y="68183"/>
                </a:lnTo>
                <a:lnTo>
                  <a:pt x="77356" y="65815"/>
                </a:lnTo>
                <a:lnTo>
                  <a:pt x="80224" y="68683"/>
                </a:lnTo>
                <a:lnTo>
                  <a:pt x="80525" y="68817"/>
                </a:lnTo>
                <a:lnTo>
                  <a:pt x="84594" y="68817"/>
                </a:lnTo>
                <a:close/>
                <a:moveTo>
                  <a:pt x="80792" y="72586"/>
                </a:moveTo>
                <a:lnTo>
                  <a:pt x="78790" y="72586"/>
                </a:lnTo>
                <a:lnTo>
                  <a:pt x="77356" y="71152"/>
                </a:lnTo>
                <a:lnTo>
                  <a:pt x="77356" y="69317"/>
                </a:lnTo>
                <a:lnTo>
                  <a:pt x="79324" y="71285"/>
                </a:lnTo>
                <a:lnTo>
                  <a:pt x="82126" y="71285"/>
                </a:lnTo>
                <a:close/>
                <a:moveTo>
                  <a:pt x="80691" y="75588"/>
                </a:moveTo>
                <a:lnTo>
                  <a:pt x="81659" y="76589"/>
                </a:lnTo>
                <a:lnTo>
                  <a:pt x="77923" y="76589"/>
                </a:lnTo>
                <a:lnTo>
                  <a:pt x="80558" y="73920"/>
                </a:lnTo>
                <a:lnTo>
                  <a:pt x="80558" y="75321"/>
                </a:lnTo>
                <a:close/>
                <a:moveTo>
                  <a:pt x="80558" y="80025"/>
                </a:moveTo>
                <a:lnTo>
                  <a:pt x="77923" y="77356"/>
                </a:lnTo>
                <a:lnTo>
                  <a:pt x="81659" y="77356"/>
                </a:lnTo>
                <a:lnTo>
                  <a:pt x="80558" y="78457"/>
                </a:lnTo>
                <a:close/>
                <a:moveTo>
                  <a:pt x="69350" y="68817"/>
                </a:moveTo>
                <a:lnTo>
                  <a:pt x="73586" y="68817"/>
                </a:lnTo>
                <a:lnTo>
                  <a:pt x="76589" y="65815"/>
                </a:lnTo>
                <a:lnTo>
                  <a:pt x="76589" y="68183"/>
                </a:lnTo>
                <a:lnTo>
                  <a:pt x="74287" y="70485"/>
                </a:lnTo>
                <a:lnTo>
                  <a:pt x="71018" y="70485"/>
                </a:lnTo>
                <a:close/>
                <a:moveTo>
                  <a:pt x="67048" y="66482"/>
                </a:moveTo>
                <a:lnTo>
                  <a:pt x="72619" y="66482"/>
                </a:lnTo>
                <a:lnTo>
                  <a:pt x="76589" y="62546"/>
                </a:lnTo>
                <a:lnTo>
                  <a:pt x="76589" y="64714"/>
                </a:lnTo>
                <a:lnTo>
                  <a:pt x="73253" y="68016"/>
                </a:lnTo>
                <a:lnTo>
                  <a:pt x="68583" y="68016"/>
                </a:lnTo>
                <a:close/>
                <a:moveTo>
                  <a:pt x="54573" y="68016"/>
                </a:moveTo>
                <a:lnTo>
                  <a:pt x="49903" y="68016"/>
                </a:lnTo>
                <a:lnTo>
                  <a:pt x="46567" y="64714"/>
                </a:lnTo>
                <a:lnTo>
                  <a:pt x="46567" y="62546"/>
                </a:lnTo>
                <a:lnTo>
                  <a:pt x="50537" y="66482"/>
                </a:lnTo>
                <a:lnTo>
                  <a:pt x="56107" y="66482"/>
                </a:lnTo>
                <a:close/>
                <a:moveTo>
                  <a:pt x="52104" y="70485"/>
                </a:moveTo>
                <a:lnTo>
                  <a:pt x="48869" y="70485"/>
                </a:lnTo>
                <a:lnTo>
                  <a:pt x="46567" y="68183"/>
                </a:lnTo>
                <a:lnTo>
                  <a:pt x="46567" y="65815"/>
                </a:lnTo>
                <a:lnTo>
                  <a:pt x="49569" y="68817"/>
                </a:lnTo>
                <a:lnTo>
                  <a:pt x="53806" y="68817"/>
                </a:lnTo>
                <a:close/>
                <a:moveTo>
                  <a:pt x="50003" y="72586"/>
                </a:moveTo>
                <a:lnTo>
                  <a:pt x="48001" y="72586"/>
                </a:lnTo>
                <a:lnTo>
                  <a:pt x="46567" y="71152"/>
                </a:lnTo>
                <a:lnTo>
                  <a:pt x="46567" y="69317"/>
                </a:lnTo>
                <a:lnTo>
                  <a:pt x="48535" y="71285"/>
                </a:lnTo>
                <a:lnTo>
                  <a:pt x="51337" y="71285"/>
                </a:lnTo>
                <a:close/>
                <a:moveTo>
                  <a:pt x="49903" y="75588"/>
                </a:moveTo>
                <a:lnTo>
                  <a:pt x="50870" y="76589"/>
                </a:lnTo>
                <a:lnTo>
                  <a:pt x="47134" y="76589"/>
                </a:lnTo>
                <a:lnTo>
                  <a:pt x="49769" y="73920"/>
                </a:lnTo>
                <a:lnTo>
                  <a:pt x="49769" y="75321"/>
                </a:lnTo>
                <a:close/>
                <a:moveTo>
                  <a:pt x="49769" y="80025"/>
                </a:moveTo>
                <a:lnTo>
                  <a:pt x="47134" y="77356"/>
                </a:lnTo>
                <a:lnTo>
                  <a:pt x="50870" y="77356"/>
                </a:lnTo>
                <a:lnTo>
                  <a:pt x="49769" y="78457"/>
                </a:lnTo>
                <a:close/>
                <a:moveTo>
                  <a:pt x="38561" y="68817"/>
                </a:moveTo>
                <a:lnTo>
                  <a:pt x="42631" y="68817"/>
                </a:lnTo>
                <a:lnTo>
                  <a:pt x="42898" y="68683"/>
                </a:lnTo>
                <a:lnTo>
                  <a:pt x="45800" y="65815"/>
                </a:lnTo>
                <a:lnTo>
                  <a:pt x="45800" y="68183"/>
                </a:lnTo>
                <a:lnTo>
                  <a:pt x="43498" y="70485"/>
                </a:lnTo>
                <a:lnTo>
                  <a:pt x="40229" y="70485"/>
                </a:lnTo>
                <a:close/>
                <a:moveTo>
                  <a:pt x="42364" y="50570"/>
                </a:moveTo>
                <a:lnTo>
                  <a:pt x="44366" y="50570"/>
                </a:lnTo>
                <a:lnTo>
                  <a:pt x="45767" y="52005"/>
                </a:lnTo>
                <a:lnTo>
                  <a:pt x="45767" y="53873"/>
                </a:lnTo>
                <a:lnTo>
                  <a:pt x="43798" y="51905"/>
                </a:lnTo>
                <a:lnTo>
                  <a:pt x="41030" y="51905"/>
                </a:lnTo>
                <a:close/>
                <a:moveTo>
                  <a:pt x="42464" y="47568"/>
                </a:moveTo>
                <a:lnTo>
                  <a:pt x="41497" y="46568"/>
                </a:lnTo>
                <a:lnTo>
                  <a:pt x="45233" y="46568"/>
                </a:lnTo>
                <a:lnTo>
                  <a:pt x="42564" y="49236"/>
                </a:lnTo>
                <a:lnTo>
                  <a:pt x="42564" y="47835"/>
                </a:lnTo>
                <a:close/>
                <a:moveTo>
                  <a:pt x="42564" y="43132"/>
                </a:moveTo>
                <a:lnTo>
                  <a:pt x="45233" y="45800"/>
                </a:lnTo>
                <a:lnTo>
                  <a:pt x="41497" y="45800"/>
                </a:lnTo>
                <a:lnTo>
                  <a:pt x="42564" y="44700"/>
                </a:lnTo>
                <a:lnTo>
                  <a:pt x="42564" y="43132"/>
                </a:lnTo>
                <a:close/>
                <a:moveTo>
                  <a:pt x="53806" y="54340"/>
                </a:moveTo>
                <a:lnTo>
                  <a:pt x="49569" y="54340"/>
                </a:lnTo>
                <a:lnTo>
                  <a:pt x="46567" y="57342"/>
                </a:lnTo>
                <a:lnTo>
                  <a:pt x="46567" y="54974"/>
                </a:lnTo>
                <a:lnTo>
                  <a:pt x="48869" y="52672"/>
                </a:lnTo>
                <a:lnTo>
                  <a:pt x="52104" y="52672"/>
                </a:lnTo>
                <a:close/>
                <a:moveTo>
                  <a:pt x="56107" y="56675"/>
                </a:moveTo>
                <a:lnTo>
                  <a:pt x="50537" y="56675"/>
                </a:lnTo>
                <a:lnTo>
                  <a:pt x="46567" y="60611"/>
                </a:lnTo>
                <a:lnTo>
                  <a:pt x="46567" y="58476"/>
                </a:lnTo>
                <a:lnTo>
                  <a:pt x="49903" y="55140"/>
                </a:lnTo>
                <a:lnTo>
                  <a:pt x="54573" y="55140"/>
                </a:lnTo>
                <a:close/>
                <a:moveTo>
                  <a:pt x="68583" y="55140"/>
                </a:moveTo>
                <a:lnTo>
                  <a:pt x="73253" y="55140"/>
                </a:lnTo>
                <a:lnTo>
                  <a:pt x="76555" y="58443"/>
                </a:lnTo>
                <a:lnTo>
                  <a:pt x="76555" y="60611"/>
                </a:lnTo>
                <a:lnTo>
                  <a:pt x="72619" y="56675"/>
                </a:lnTo>
                <a:lnTo>
                  <a:pt x="67048" y="56675"/>
                </a:lnTo>
                <a:close/>
                <a:moveTo>
                  <a:pt x="71018" y="52672"/>
                </a:moveTo>
                <a:lnTo>
                  <a:pt x="74287" y="52672"/>
                </a:lnTo>
                <a:lnTo>
                  <a:pt x="76589" y="54974"/>
                </a:lnTo>
                <a:lnTo>
                  <a:pt x="76589" y="57342"/>
                </a:lnTo>
                <a:lnTo>
                  <a:pt x="73586" y="54340"/>
                </a:lnTo>
                <a:lnTo>
                  <a:pt x="69350" y="54340"/>
                </a:lnTo>
                <a:close/>
                <a:moveTo>
                  <a:pt x="73153" y="50570"/>
                </a:moveTo>
                <a:lnTo>
                  <a:pt x="75154" y="50570"/>
                </a:lnTo>
                <a:lnTo>
                  <a:pt x="76555" y="52005"/>
                </a:lnTo>
                <a:lnTo>
                  <a:pt x="76555" y="53873"/>
                </a:lnTo>
                <a:lnTo>
                  <a:pt x="74587" y="51905"/>
                </a:lnTo>
                <a:lnTo>
                  <a:pt x="71818" y="51905"/>
                </a:lnTo>
                <a:close/>
                <a:moveTo>
                  <a:pt x="73253" y="47568"/>
                </a:moveTo>
                <a:lnTo>
                  <a:pt x="72285" y="46568"/>
                </a:lnTo>
                <a:lnTo>
                  <a:pt x="76021" y="46568"/>
                </a:lnTo>
                <a:lnTo>
                  <a:pt x="73386" y="49236"/>
                </a:lnTo>
                <a:lnTo>
                  <a:pt x="73386" y="47835"/>
                </a:lnTo>
                <a:close/>
                <a:moveTo>
                  <a:pt x="73386" y="43132"/>
                </a:moveTo>
                <a:lnTo>
                  <a:pt x="76021" y="45800"/>
                </a:lnTo>
                <a:lnTo>
                  <a:pt x="72285" y="45800"/>
                </a:lnTo>
                <a:lnTo>
                  <a:pt x="73386" y="44700"/>
                </a:lnTo>
                <a:close/>
                <a:moveTo>
                  <a:pt x="84561" y="54340"/>
                </a:moveTo>
                <a:lnTo>
                  <a:pt x="80525" y="54340"/>
                </a:lnTo>
                <a:lnTo>
                  <a:pt x="80224" y="54473"/>
                </a:lnTo>
                <a:lnTo>
                  <a:pt x="77356" y="57342"/>
                </a:lnTo>
                <a:lnTo>
                  <a:pt x="77356" y="54974"/>
                </a:lnTo>
                <a:lnTo>
                  <a:pt x="79657" y="52672"/>
                </a:lnTo>
                <a:lnTo>
                  <a:pt x="82893" y="52672"/>
                </a:lnTo>
                <a:close/>
                <a:moveTo>
                  <a:pt x="86896" y="56675"/>
                </a:moveTo>
                <a:lnTo>
                  <a:pt x="81325" y="56675"/>
                </a:lnTo>
                <a:lnTo>
                  <a:pt x="77356" y="60611"/>
                </a:lnTo>
                <a:lnTo>
                  <a:pt x="77356" y="58476"/>
                </a:lnTo>
                <a:lnTo>
                  <a:pt x="80691" y="55140"/>
                </a:lnTo>
                <a:lnTo>
                  <a:pt x="85361" y="55140"/>
                </a:lnTo>
                <a:close/>
                <a:moveTo>
                  <a:pt x="99371" y="55140"/>
                </a:moveTo>
                <a:lnTo>
                  <a:pt x="104041" y="55140"/>
                </a:lnTo>
                <a:lnTo>
                  <a:pt x="107377" y="58443"/>
                </a:lnTo>
                <a:lnTo>
                  <a:pt x="107377" y="60611"/>
                </a:lnTo>
                <a:lnTo>
                  <a:pt x="103408" y="56675"/>
                </a:lnTo>
                <a:lnTo>
                  <a:pt x="97837" y="56675"/>
                </a:lnTo>
                <a:close/>
                <a:moveTo>
                  <a:pt x="101840" y="52672"/>
                </a:moveTo>
                <a:lnTo>
                  <a:pt x="105076" y="52672"/>
                </a:lnTo>
                <a:lnTo>
                  <a:pt x="107377" y="54974"/>
                </a:lnTo>
                <a:lnTo>
                  <a:pt x="107377" y="57342"/>
                </a:lnTo>
                <a:lnTo>
                  <a:pt x="104508" y="54473"/>
                </a:lnTo>
                <a:lnTo>
                  <a:pt x="104208" y="54340"/>
                </a:lnTo>
                <a:lnTo>
                  <a:pt x="100139" y="54340"/>
                </a:lnTo>
                <a:close/>
                <a:moveTo>
                  <a:pt x="103941" y="50570"/>
                </a:moveTo>
                <a:lnTo>
                  <a:pt x="105943" y="50570"/>
                </a:lnTo>
                <a:lnTo>
                  <a:pt x="107377" y="52005"/>
                </a:lnTo>
                <a:lnTo>
                  <a:pt x="107377" y="53873"/>
                </a:lnTo>
                <a:lnTo>
                  <a:pt x="105409" y="51905"/>
                </a:lnTo>
                <a:lnTo>
                  <a:pt x="102607" y="51905"/>
                </a:lnTo>
                <a:close/>
                <a:moveTo>
                  <a:pt x="104041" y="47568"/>
                </a:moveTo>
                <a:lnTo>
                  <a:pt x="103074" y="46568"/>
                </a:lnTo>
                <a:lnTo>
                  <a:pt x="106810" y="46568"/>
                </a:lnTo>
                <a:lnTo>
                  <a:pt x="104175" y="49236"/>
                </a:lnTo>
                <a:lnTo>
                  <a:pt x="104175" y="47835"/>
                </a:lnTo>
                <a:close/>
                <a:moveTo>
                  <a:pt x="104175" y="43132"/>
                </a:moveTo>
                <a:lnTo>
                  <a:pt x="106810" y="45800"/>
                </a:lnTo>
                <a:lnTo>
                  <a:pt x="103074" y="45800"/>
                </a:lnTo>
                <a:lnTo>
                  <a:pt x="104175" y="44700"/>
                </a:lnTo>
                <a:close/>
                <a:moveTo>
                  <a:pt x="115383" y="54340"/>
                </a:moveTo>
                <a:lnTo>
                  <a:pt x="111147" y="54340"/>
                </a:lnTo>
                <a:lnTo>
                  <a:pt x="108144" y="57342"/>
                </a:lnTo>
                <a:lnTo>
                  <a:pt x="108144" y="54974"/>
                </a:lnTo>
                <a:lnTo>
                  <a:pt x="110446" y="52672"/>
                </a:lnTo>
                <a:lnTo>
                  <a:pt x="113682" y="52672"/>
                </a:lnTo>
                <a:close/>
                <a:moveTo>
                  <a:pt x="117685" y="56675"/>
                </a:moveTo>
                <a:lnTo>
                  <a:pt x="112114" y="56675"/>
                </a:lnTo>
                <a:lnTo>
                  <a:pt x="108144" y="60611"/>
                </a:lnTo>
                <a:lnTo>
                  <a:pt x="108144" y="58476"/>
                </a:lnTo>
                <a:lnTo>
                  <a:pt x="111480" y="55140"/>
                </a:lnTo>
                <a:lnTo>
                  <a:pt x="116150" y="55140"/>
                </a:lnTo>
                <a:close/>
                <a:moveTo>
                  <a:pt x="130160" y="55140"/>
                </a:moveTo>
                <a:lnTo>
                  <a:pt x="134830" y="55140"/>
                </a:lnTo>
                <a:lnTo>
                  <a:pt x="138166" y="58443"/>
                </a:lnTo>
                <a:lnTo>
                  <a:pt x="138166" y="60611"/>
                </a:lnTo>
                <a:lnTo>
                  <a:pt x="134196" y="56675"/>
                </a:lnTo>
                <a:lnTo>
                  <a:pt x="128626" y="56675"/>
                </a:lnTo>
                <a:close/>
                <a:moveTo>
                  <a:pt x="132629" y="52672"/>
                </a:moveTo>
                <a:lnTo>
                  <a:pt x="135864" y="52672"/>
                </a:lnTo>
                <a:lnTo>
                  <a:pt x="138166" y="54974"/>
                </a:lnTo>
                <a:lnTo>
                  <a:pt x="138166" y="57342"/>
                </a:lnTo>
                <a:lnTo>
                  <a:pt x="135164" y="54340"/>
                </a:lnTo>
                <a:lnTo>
                  <a:pt x="130927" y="54340"/>
                </a:lnTo>
                <a:close/>
                <a:moveTo>
                  <a:pt x="134730" y="50570"/>
                </a:moveTo>
                <a:lnTo>
                  <a:pt x="136731" y="50570"/>
                </a:lnTo>
                <a:lnTo>
                  <a:pt x="138166" y="52005"/>
                </a:lnTo>
                <a:lnTo>
                  <a:pt x="138166" y="53873"/>
                </a:lnTo>
                <a:lnTo>
                  <a:pt x="136198" y="51905"/>
                </a:lnTo>
                <a:lnTo>
                  <a:pt x="133396" y="51905"/>
                </a:lnTo>
                <a:close/>
                <a:moveTo>
                  <a:pt x="134830" y="47568"/>
                </a:moveTo>
                <a:lnTo>
                  <a:pt x="133863" y="46568"/>
                </a:lnTo>
                <a:lnTo>
                  <a:pt x="137599" y="46568"/>
                </a:lnTo>
                <a:lnTo>
                  <a:pt x="134964" y="49236"/>
                </a:lnTo>
                <a:lnTo>
                  <a:pt x="134964" y="47835"/>
                </a:lnTo>
                <a:close/>
                <a:moveTo>
                  <a:pt x="134964" y="43132"/>
                </a:moveTo>
                <a:lnTo>
                  <a:pt x="137599" y="45800"/>
                </a:lnTo>
                <a:lnTo>
                  <a:pt x="133863" y="45800"/>
                </a:lnTo>
                <a:lnTo>
                  <a:pt x="134964" y="44700"/>
                </a:lnTo>
                <a:lnTo>
                  <a:pt x="134964" y="43132"/>
                </a:lnTo>
                <a:close/>
                <a:moveTo>
                  <a:pt x="146172" y="54340"/>
                </a:moveTo>
                <a:lnTo>
                  <a:pt x="142102" y="54340"/>
                </a:lnTo>
                <a:lnTo>
                  <a:pt x="141835" y="54473"/>
                </a:lnTo>
                <a:lnTo>
                  <a:pt x="138933" y="57342"/>
                </a:lnTo>
                <a:lnTo>
                  <a:pt x="138933" y="54974"/>
                </a:lnTo>
                <a:lnTo>
                  <a:pt x="141235" y="52672"/>
                </a:lnTo>
                <a:lnTo>
                  <a:pt x="144504" y="52672"/>
                </a:lnTo>
                <a:close/>
                <a:moveTo>
                  <a:pt x="148473" y="56675"/>
                </a:moveTo>
                <a:lnTo>
                  <a:pt x="142903" y="56675"/>
                </a:lnTo>
                <a:lnTo>
                  <a:pt x="138966" y="60611"/>
                </a:lnTo>
                <a:lnTo>
                  <a:pt x="138966" y="58476"/>
                </a:lnTo>
                <a:lnTo>
                  <a:pt x="142269" y="55140"/>
                </a:lnTo>
                <a:lnTo>
                  <a:pt x="146972" y="55140"/>
                </a:lnTo>
                <a:close/>
                <a:moveTo>
                  <a:pt x="160949" y="55140"/>
                </a:moveTo>
                <a:lnTo>
                  <a:pt x="165619" y="55140"/>
                </a:lnTo>
                <a:lnTo>
                  <a:pt x="168954" y="58443"/>
                </a:lnTo>
                <a:lnTo>
                  <a:pt x="168954" y="60611"/>
                </a:lnTo>
                <a:lnTo>
                  <a:pt x="164985" y="56675"/>
                </a:lnTo>
                <a:lnTo>
                  <a:pt x="159414" y="56675"/>
                </a:lnTo>
                <a:close/>
                <a:moveTo>
                  <a:pt x="163417" y="52672"/>
                </a:moveTo>
                <a:lnTo>
                  <a:pt x="166653" y="52672"/>
                </a:lnTo>
                <a:lnTo>
                  <a:pt x="168954" y="54974"/>
                </a:lnTo>
                <a:lnTo>
                  <a:pt x="168954" y="57342"/>
                </a:lnTo>
                <a:lnTo>
                  <a:pt x="166086" y="54473"/>
                </a:lnTo>
                <a:lnTo>
                  <a:pt x="165786" y="54340"/>
                </a:lnTo>
                <a:lnTo>
                  <a:pt x="161716" y="54340"/>
                </a:lnTo>
                <a:close/>
                <a:moveTo>
                  <a:pt x="165519" y="50570"/>
                </a:moveTo>
                <a:lnTo>
                  <a:pt x="167520" y="50570"/>
                </a:lnTo>
                <a:lnTo>
                  <a:pt x="168954" y="52005"/>
                </a:lnTo>
                <a:lnTo>
                  <a:pt x="168954" y="53873"/>
                </a:lnTo>
                <a:lnTo>
                  <a:pt x="166986" y="51905"/>
                </a:lnTo>
                <a:lnTo>
                  <a:pt x="164184" y="51905"/>
                </a:lnTo>
                <a:close/>
                <a:moveTo>
                  <a:pt x="165619" y="47568"/>
                </a:moveTo>
                <a:lnTo>
                  <a:pt x="164651" y="46568"/>
                </a:lnTo>
                <a:lnTo>
                  <a:pt x="168387" y="46568"/>
                </a:lnTo>
                <a:lnTo>
                  <a:pt x="165752" y="49236"/>
                </a:lnTo>
                <a:lnTo>
                  <a:pt x="165752" y="47835"/>
                </a:lnTo>
                <a:close/>
                <a:moveTo>
                  <a:pt x="165752" y="43132"/>
                </a:moveTo>
                <a:lnTo>
                  <a:pt x="168387" y="45800"/>
                </a:lnTo>
                <a:lnTo>
                  <a:pt x="164651" y="45800"/>
                </a:lnTo>
                <a:lnTo>
                  <a:pt x="165752" y="44700"/>
                </a:lnTo>
                <a:lnTo>
                  <a:pt x="165752" y="43132"/>
                </a:lnTo>
                <a:close/>
                <a:moveTo>
                  <a:pt x="176960" y="54340"/>
                </a:moveTo>
                <a:lnTo>
                  <a:pt x="172724" y="54340"/>
                </a:lnTo>
                <a:lnTo>
                  <a:pt x="169755" y="57342"/>
                </a:lnTo>
                <a:lnTo>
                  <a:pt x="169755" y="54974"/>
                </a:lnTo>
                <a:lnTo>
                  <a:pt x="172023" y="52672"/>
                </a:lnTo>
                <a:lnTo>
                  <a:pt x="175292" y="52672"/>
                </a:lnTo>
                <a:close/>
                <a:moveTo>
                  <a:pt x="179262" y="56675"/>
                </a:moveTo>
                <a:lnTo>
                  <a:pt x="173691" y="56675"/>
                </a:lnTo>
                <a:lnTo>
                  <a:pt x="169755" y="60611"/>
                </a:lnTo>
                <a:lnTo>
                  <a:pt x="169755" y="58476"/>
                </a:lnTo>
                <a:lnTo>
                  <a:pt x="173057" y="55140"/>
                </a:lnTo>
                <a:lnTo>
                  <a:pt x="177727" y="55140"/>
                </a:lnTo>
                <a:close/>
                <a:moveTo>
                  <a:pt x="191737" y="55140"/>
                </a:moveTo>
                <a:lnTo>
                  <a:pt x="196441" y="55140"/>
                </a:lnTo>
                <a:lnTo>
                  <a:pt x="199743" y="58443"/>
                </a:lnTo>
                <a:lnTo>
                  <a:pt x="199743" y="60611"/>
                </a:lnTo>
                <a:lnTo>
                  <a:pt x="195807" y="56675"/>
                </a:lnTo>
                <a:lnTo>
                  <a:pt x="190203" y="56675"/>
                </a:lnTo>
                <a:close/>
                <a:moveTo>
                  <a:pt x="194206" y="52672"/>
                </a:moveTo>
                <a:lnTo>
                  <a:pt x="197441" y="52672"/>
                </a:lnTo>
                <a:lnTo>
                  <a:pt x="199743" y="54974"/>
                </a:lnTo>
                <a:lnTo>
                  <a:pt x="199743" y="57342"/>
                </a:lnTo>
                <a:lnTo>
                  <a:pt x="196741" y="54340"/>
                </a:lnTo>
                <a:lnTo>
                  <a:pt x="192538" y="54340"/>
                </a:lnTo>
                <a:close/>
                <a:moveTo>
                  <a:pt x="196307" y="50570"/>
                </a:moveTo>
                <a:lnTo>
                  <a:pt x="198309" y="50570"/>
                </a:lnTo>
                <a:lnTo>
                  <a:pt x="199743" y="52005"/>
                </a:lnTo>
                <a:lnTo>
                  <a:pt x="199743" y="53873"/>
                </a:lnTo>
                <a:lnTo>
                  <a:pt x="197775" y="51905"/>
                </a:lnTo>
                <a:lnTo>
                  <a:pt x="195006" y="51905"/>
                </a:lnTo>
                <a:close/>
                <a:moveTo>
                  <a:pt x="196407" y="47568"/>
                </a:moveTo>
                <a:lnTo>
                  <a:pt x="195440" y="46568"/>
                </a:lnTo>
                <a:lnTo>
                  <a:pt x="199176" y="46568"/>
                </a:lnTo>
                <a:lnTo>
                  <a:pt x="196541" y="49236"/>
                </a:lnTo>
                <a:lnTo>
                  <a:pt x="196541" y="47835"/>
                </a:lnTo>
                <a:close/>
                <a:moveTo>
                  <a:pt x="196541" y="43132"/>
                </a:moveTo>
                <a:lnTo>
                  <a:pt x="199176" y="45800"/>
                </a:lnTo>
                <a:lnTo>
                  <a:pt x="195440" y="45800"/>
                </a:lnTo>
                <a:lnTo>
                  <a:pt x="196541" y="44700"/>
                </a:lnTo>
                <a:lnTo>
                  <a:pt x="196541" y="43132"/>
                </a:lnTo>
                <a:close/>
                <a:moveTo>
                  <a:pt x="200544" y="47135"/>
                </a:moveTo>
                <a:lnTo>
                  <a:pt x="203179" y="49770"/>
                </a:lnTo>
                <a:lnTo>
                  <a:pt x="201644" y="49770"/>
                </a:lnTo>
                <a:lnTo>
                  <a:pt x="200544" y="50871"/>
                </a:lnTo>
                <a:close/>
                <a:moveTo>
                  <a:pt x="200544" y="52005"/>
                </a:moveTo>
                <a:lnTo>
                  <a:pt x="201945" y="50570"/>
                </a:lnTo>
                <a:lnTo>
                  <a:pt x="203979" y="50570"/>
                </a:lnTo>
                <a:lnTo>
                  <a:pt x="205280" y="51905"/>
                </a:lnTo>
                <a:lnTo>
                  <a:pt x="202512" y="51905"/>
                </a:lnTo>
                <a:lnTo>
                  <a:pt x="200544" y="53873"/>
                </a:lnTo>
                <a:close/>
                <a:moveTo>
                  <a:pt x="203746" y="47835"/>
                </a:moveTo>
                <a:lnTo>
                  <a:pt x="203746" y="49203"/>
                </a:lnTo>
                <a:lnTo>
                  <a:pt x="201077" y="46568"/>
                </a:lnTo>
                <a:lnTo>
                  <a:pt x="204847" y="46568"/>
                </a:lnTo>
                <a:lnTo>
                  <a:pt x="203846" y="47568"/>
                </a:lnTo>
                <a:close/>
                <a:moveTo>
                  <a:pt x="201077" y="45800"/>
                </a:moveTo>
                <a:lnTo>
                  <a:pt x="203746" y="43132"/>
                </a:lnTo>
                <a:lnTo>
                  <a:pt x="203746" y="44700"/>
                </a:lnTo>
                <a:lnTo>
                  <a:pt x="204847" y="45800"/>
                </a:lnTo>
                <a:lnTo>
                  <a:pt x="201077" y="45800"/>
                </a:lnTo>
                <a:close/>
                <a:moveTo>
                  <a:pt x="200544" y="45233"/>
                </a:moveTo>
                <a:lnTo>
                  <a:pt x="200544" y="41497"/>
                </a:lnTo>
                <a:lnTo>
                  <a:pt x="201644" y="42598"/>
                </a:lnTo>
                <a:lnTo>
                  <a:pt x="201778" y="42598"/>
                </a:lnTo>
                <a:lnTo>
                  <a:pt x="203179" y="42598"/>
                </a:lnTo>
                <a:close/>
                <a:moveTo>
                  <a:pt x="199743" y="45233"/>
                </a:moveTo>
                <a:lnTo>
                  <a:pt x="197108" y="42598"/>
                </a:lnTo>
                <a:lnTo>
                  <a:pt x="198476" y="42598"/>
                </a:lnTo>
                <a:lnTo>
                  <a:pt x="198776" y="42465"/>
                </a:lnTo>
                <a:lnTo>
                  <a:pt x="199743" y="41497"/>
                </a:lnTo>
                <a:lnTo>
                  <a:pt x="199743" y="45233"/>
                </a:lnTo>
                <a:close/>
                <a:moveTo>
                  <a:pt x="199743" y="47135"/>
                </a:moveTo>
                <a:lnTo>
                  <a:pt x="199743" y="50871"/>
                </a:lnTo>
                <a:lnTo>
                  <a:pt x="198776" y="49903"/>
                </a:lnTo>
                <a:lnTo>
                  <a:pt x="198476" y="49770"/>
                </a:lnTo>
                <a:lnTo>
                  <a:pt x="197108" y="49770"/>
                </a:lnTo>
                <a:close/>
                <a:moveTo>
                  <a:pt x="168954" y="76022"/>
                </a:moveTo>
                <a:lnTo>
                  <a:pt x="166319" y="73387"/>
                </a:lnTo>
                <a:lnTo>
                  <a:pt x="167854" y="73387"/>
                </a:lnTo>
                <a:lnTo>
                  <a:pt x="168954" y="72286"/>
                </a:lnTo>
                <a:close/>
                <a:moveTo>
                  <a:pt x="138166" y="76022"/>
                </a:moveTo>
                <a:lnTo>
                  <a:pt x="135531" y="73387"/>
                </a:lnTo>
                <a:lnTo>
                  <a:pt x="136898" y="73387"/>
                </a:lnTo>
                <a:lnTo>
                  <a:pt x="137165" y="73253"/>
                </a:lnTo>
                <a:lnTo>
                  <a:pt x="138166" y="72286"/>
                </a:lnTo>
                <a:lnTo>
                  <a:pt x="138166" y="76022"/>
                </a:lnTo>
                <a:close/>
                <a:moveTo>
                  <a:pt x="107377" y="76022"/>
                </a:moveTo>
                <a:lnTo>
                  <a:pt x="104709" y="73387"/>
                </a:lnTo>
                <a:lnTo>
                  <a:pt x="106276" y="73387"/>
                </a:lnTo>
                <a:lnTo>
                  <a:pt x="107377" y="72286"/>
                </a:lnTo>
                <a:close/>
                <a:moveTo>
                  <a:pt x="76589" y="76022"/>
                </a:moveTo>
                <a:lnTo>
                  <a:pt x="73920" y="73387"/>
                </a:lnTo>
                <a:lnTo>
                  <a:pt x="75321" y="73387"/>
                </a:lnTo>
                <a:lnTo>
                  <a:pt x="75588" y="73253"/>
                </a:lnTo>
                <a:lnTo>
                  <a:pt x="76555" y="72286"/>
                </a:lnTo>
                <a:lnTo>
                  <a:pt x="76555" y="76022"/>
                </a:lnTo>
                <a:close/>
                <a:moveTo>
                  <a:pt x="77356" y="47135"/>
                </a:moveTo>
                <a:lnTo>
                  <a:pt x="80024" y="49770"/>
                </a:lnTo>
                <a:lnTo>
                  <a:pt x="78457" y="49770"/>
                </a:lnTo>
                <a:lnTo>
                  <a:pt x="77356" y="50871"/>
                </a:lnTo>
                <a:close/>
                <a:moveTo>
                  <a:pt x="108144" y="47135"/>
                </a:moveTo>
                <a:lnTo>
                  <a:pt x="110813" y="49770"/>
                </a:lnTo>
                <a:lnTo>
                  <a:pt x="109412" y="49770"/>
                </a:lnTo>
                <a:lnTo>
                  <a:pt x="109145" y="49903"/>
                </a:lnTo>
                <a:lnTo>
                  <a:pt x="108144" y="50871"/>
                </a:lnTo>
                <a:lnTo>
                  <a:pt x="108144" y="47135"/>
                </a:lnTo>
                <a:close/>
                <a:moveTo>
                  <a:pt x="138933" y="47135"/>
                </a:moveTo>
                <a:lnTo>
                  <a:pt x="141602" y="49770"/>
                </a:lnTo>
                <a:lnTo>
                  <a:pt x="140034" y="49770"/>
                </a:lnTo>
                <a:lnTo>
                  <a:pt x="138933" y="50871"/>
                </a:lnTo>
                <a:close/>
                <a:moveTo>
                  <a:pt x="169755" y="47135"/>
                </a:moveTo>
                <a:lnTo>
                  <a:pt x="172390" y="49770"/>
                </a:lnTo>
                <a:lnTo>
                  <a:pt x="170989" y="49770"/>
                </a:lnTo>
                <a:lnTo>
                  <a:pt x="170722" y="49903"/>
                </a:lnTo>
                <a:lnTo>
                  <a:pt x="169755" y="50871"/>
                </a:lnTo>
                <a:lnTo>
                  <a:pt x="169755" y="47135"/>
                </a:lnTo>
                <a:close/>
                <a:moveTo>
                  <a:pt x="188969" y="65381"/>
                </a:moveTo>
                <a:lnTo>
                  <a:pt x="187668" y="64080"/>
                </a:lnTo>
                <a:lnTo>
                  <a:pt x="187668" y="62779"/>
                </a:lnTo>
                <a:lnTo>
                  <a:pt x="188502" y="61979"/>
                </a:lnTo>
                <a:lnTo>
                  <a:pt x="190303" y="61979"/>
                </a:lnTo>
                <a:lnTo>
                  <a:pt x="188969" y="63313"/>
                </a:lnTo>
                <a:lnTo>
                  <a:pt x="188969" y="65381"/>
                </a:lnTo>
                <a:close/>
                <a:moveTo>
                  <a:pt x="184732" y="64614"/>
                </a:moveTo>
                <a:lnTo>
                  <a:pt x="183865" y="63713"/>
                </a:lnTo>
                <a:lnTo>
                  <a:pt x="182598" y="63713"/>
                </a:lnTo>
                <a:lnTo>
                  <a:pt x="182598" y="62646"/>
                </a:lnTo>
                <a:lnTo>
                  <a:pt x="182464" y="62346"/>
                </a:lnTo>
                <a:lnTo>
                  <a:pt x="181697" y="61578"/>
                </a:lnTo>
                <a:lnTo>
                  <a:pt x="182464" y="60811"/>
                </a:lnTo>
                <a:lnTo>
                  <a:pt x="182598" y="60544"/>
                </a:lnTo>
                <a:lnTo>
                  <a:pt x="182598" y="59443"/>
                </a:lnTo>
                <a:lnTo>
                  <a:pt x="183865" y="59443"/>
                </a:lnTo>
                <a:lnTo>
                  <a:pt x="184732" y="58543"/>
                </a:lnTo>
                <a:lnTo>
                  <a:pt x="185633" y="59443"/>
                </a:lnTo>
                <a:lnTo>
                  <a:pt x="186901" y="59443"/>
                </a:lnTo>
                <a:lnTo>
                  <a:pt x="186901" y="60544"/>
                </a:lnTo>
                <a:lnTo>
                  <a:pt x="187001" y="60811"/>
                </a:lnTo>
                <a:lnTo>
                  <a:pt x="187768" y="61578"/>
                </a:lnTo>
                <a:lnTo>
                  <a:pt x="187001" y="62346"/>
                </a:lnTo>
                <a:lnTo>
                  <a:pt x="186901" y="62646"/>
                </a:lnTo>
                <a:lnTo>
                  <a:pt x="186901" y="63713"/>
                </a:lnTo>
                <a:lnTo>
                  <a:pt x="185633" y="63713"/>
                </a:lnTo>
                <a:close/>
                <a:moveTo>
                  <a:pt x="180529" y="65381"/>
                </a:moveTo>
                <a:lnTo>
                  <a:pt x="180529" y="63313"/>
                </a:lnTo>
                <a:lnTo>
                  <a:pt x="179162" y="61979"/>
                </a:lnTo>
                <a:lnTo>
                  <a:pt x="180963" y="61979"/>
                </a:lnTo>
                <a:lnTo>
                  <a:pt x="181797" y="62813"/>
                </a:lnTo>
                <a:lnTo>
                  <a:pt x="181797" y="64113"/>
                </a:lnTo>
                <a:close/>
                <a:moveTo>
                  <a:pt x="158180" y="65381"/>
                </a:moveTo>
                <a:lnTo>
                  <a:pt x="156879" y="64080"/>
                </a:lnTo>
                <a:lnTo>
                  <a:pt x="156879" y="62779"/>
                </a:lnTo>
                <a:lnTo>
                  <a:pt x="157713" y="61979"/>
                </a:lnTo>
                <a:lnTo>
                  <a:pt x="159514" y="61979"/>
                </a:lnTo>
                <a:lnTo>
                  <a:pt x="158180" y="63313"/>
                </a:lnTo>
                <a:lnTo>
                  <a:pt x="158180" y="65381"/>
                </a:lnTo>
                <a:close/>
                <a:moveTo>
                  <a:pt x="153944" y="64614"/>
                </a:moveTo>
                <a:lnTo>
                  <a:pt x="153076" y="63713"/>
                </a:lnTo>
                <a:lnTo>
                  <a:pt x="151809" y="63713"/>
                </a:lnTo>
                <a:lnTo>
                  <a:pt x="151809" y="62646"/>
                </a:lnTo>
                <a:lnTo>
                  <a:pt x="151675" y="62346"/>
                </a:lnTo>
                <a:lnTo>
                  <a:pt x="150908" y="61578"/>
                </a:lnTo>
                <a:lnTo>
                  <a:pt x="151675" y="60811"/>
                </a:lnTo>
                <a:lnTo>
                  <a:pt x="151809" y="60544"/>
                </a:lnTo>
                <a:lnTo>
                  <a:pt x="151809" y="59443"/>
                </a:lnTo>
                <a:lnTo>
                  <a:pt x="153076" y="59443"/>
                </a:lnTo>
                <a:lnTo>
                  <a:pt x="153944" y="58543"/>
                </a:lnTo>
                <a:lnTo>
                  <a:pt x="154844" y="59443"/>
                </a:lnTo>
                <a:lnTo>
                  <a:pt x="156112" y="59443"/>
                </a:lnTo>
                <a:lnTo>
                  <a:pt x="156112" y="60544"/>
                </a:lnTo>
                <a:lnTo>
                  <a:pt x="156212" y="60811"/>
                </a:lnTo>
                <a:lnTo>
                  <a:pt x="156979" y="61578"/>
                </a:lnTo>
                <a:lnTo>
                  <a:pt x="156212" y="62346"/>
                </a:lnTo>
                <a:lnTo>
                  <a:pt x="156112" y="62646"/>
                </a:lnTo>
                <a:lnTo>
                  <a:pt x="156112" y="63713"/>
                </a:lnTo>
                <a:lnTo>
                  <a:pt x="154844" y="63713"/>
                </a:lnTo>
                <a:close/>
                <a:moveTo>
                  <a:pt x="149741" y="65381"/>
                </a:moveTo>
                <a:lnTo>
                  <a:pt x="149741" y="63313"/>
                </a:lnTo>
                <a:lnTo>
                  <a:pt x="148373" y="61979"/>
                </a:lnTo>
                <a:lnTo>
                  <a:pt x="150174" y="61979"/>
                </a:lnTo>
                <a:lnTo>
                  <a:pt x="151008" y="62813"/>
                </a:lnTo>
                <a:lnTo>
                  <a:pt x="151008" y="64113"/>
                </a:lnTo>
                <a:close/>
                <a:moveTo>
                  <a:pt x="127391" y="65381"/>
                </a:moveTo>
                <a:lnTo>
                  <a:pt x="126091" y="64080"/>
                </a:lnTo>
                <a:lnTo>
                  <a:pt x="126091" y="62779"/>
                </a:lnTo>
                <a:lnTo>
                  <a:pt x="126924" y="61979"/>
                </a:lnTo>
                <a:lnTo>
                  <a:pt x="128726" y="61979"/>
                </a:lnTo>
                <a:lnTo>
                  <a:pt x="127358" y="63313"/>
                </a:lnTo>
                <a:lnTo>
                  <a:pt x="127358" y="65381"/>
                </a:lnTo>
                <a:close/>
                <a:moveTo>
                  <a:pt x="123155" y="64614"/>
                </a:moveTo>
                <a:lnTo>
                  <a:pt x="122254" y="63713"/>
                </a:lnTo>
                <a:lnTo>
                  <a:pt x="121020" y="63713"/>
                </a:lnTo>
                <a:lnTo>
                  <a:pt x="121020" y="62646"/>
                </a:lnTo>
                <a:lnTo>
                  <a:pt x="120887" y="62346"/>
                </a:lnTo>
                <a:lnTo>
                  <a:pt x="120120" y="61578"/>
                </a:lnTo>
                <a:lnTo>
                  <a:pt x="120887" y="60811"/>
                </a:lnTo>
                <a:lnTo>
                  <a:pt x="121020" y="60544"/>
                </a:lnTo>
                <a:lnTo>
                  <a:pt x="121020" y="59443"/>
                </a:lnTo>
                <a:lnTo>
                  <a:pt x="122254" y="59443"/>
                </a:lnTo>
                <a:lnTo>
                  <a:pt x="123155" y="58543"/>
                </a:lnTo>
                <a:lnTo>
                  <a:pt x="124056" y="59443"/>
                </a:lnTo>
                <a:lnTo>
                  <a:pt x="125290" y="59443"/>
                </a:lnTo>
                <a:lnTo>
                  <a:pt x="125290" y="60544"/>
                </a:lnTo>
                <a:lnTo>
                  <a:pt x="125423" y="60811"/>
                </a:lnTo>
                <a:lnTo>
                  <a:pt x="126191" y="61578"/>
                </a:lnTo>
                <a:lnTo>
                  <a:pt x="125423" y="62346"/>
                </a:lnTo>
                <a:lnTo>
                  <a:pt x="125290" y="62646"/>
                </a:lnTo>
                <a:lnTo>
                  <a:pt x="125290" y="63713"/>
                </a:lnTo>
                <a:lnTo>
                  <a:pt x="124056" y="63713"/>
                </a:lnTo>
                <a:close/>
                <a:moveTo>
                  <a:pt x="118952" y="65381"/>
                </a:moveTo>
                <a:lnTo>
                  <a:pt x="118952" y="63313"/>
                </a:lnTo>
                <a:lnTo>
                  <a:pt x="117584" y="61979"/>
                </a:lnTo>
                <a:lnTo>
                  <a:pt x="119386" y="61979"/>
                </a:lnTo>
                <a:lnTo>
                  <a:pt x="120220" y="62813"/>
                </a:lnTo>
                <a:lnTo>
                  <a:pt x="120220" y="64113"/>
                </a:lnTo>
                <a:close/>
                <a:moveTo>
                  <a:pt x="96569" y="65381"/>
                </a:moveTo>
                <a:lnTo>
                  <a:pt x="95302" y="64080"/>
                </a:lnTo>
                <a:lnTo>
                  <a:pt x="95302" y="62779"/>
                </a:lnTo>
                <a:lnTo>
                  <a:pt x="96136" y="61979"/>
                </a:lnTo>
                <a:lnTo>
                  <a:pt x="97937" y="61979"/>
                </a:lnTo>
                <a:lnTo>
                  <a:pt x="96569" y="63313"/>
                </a:lnTo>
                <a:lnTo>
                  <a:pt x="96569" y="65381"/>
                </a:lnTo>
                <a:close/>
                <a:moveTo>
                  <a:pt x="92366" y="64614"/>
                </a:moveTo>
                <a:lnTo>
                  <a:pt x="91466" y="63713"/>
                </a:lnTo>
                <a:lnTo>
                  <a:pt x="90232" y="63713"/>
                </a:lnTo>
                <a:lnTo>
                  <a:pt x="90232" y="62646"/>
                </a:lnTo>
                <a:lnTo>
                  <a:pt x="90098" y="62346"/>
                </a:lnTo>
                <a:lnTo>
                  <a:pt x="89331" y="61578"/>
                </a:lnTo>
                <a:lnTo>
                  <a:pt x="90098" y="60811"/>
                </a:lnTo>
                <a:lnTo>
                  <a:pt x="90232" y="60544"/>
                </a:lnTo>
                <a:lnTo>
                  <a:pt x="90232" y="59443"/>
                </a:lnTo>
                <a:lnTo>
                  <a:pt x="91466" y="59443"/>
                </a:lnTo>
                <a:lnTo>
                  <a:pt x="92366" y="58543"/>
                </a:lnTo>
                <a:lnTo>
                  <a:pt x="93267" y="59443"/>
                </a:lnTo>
                <a:lnTo>
                  <a:pt x="94501" y="59443"/>
                </a:lnTo>
                <a:lnTo>
                  <a:pt x="94501" y="60544"/>
                </a:lnTo>
                <a:lnTo>
                  <a:pt x="94635" y="60811"/>
                </a:lnTo>
                <a:lnTo>
                  <a:pt x="95402" y="61578"/>
                </a:lnTo>
                <a:lnTo>
                  <a:pt x="94635" y="62346"/>
                </a:lnTo>
                <a:lnTo>
                  <a:pt x="94501" y="62646"/>
                </a:lnTo>
                <a:lnTo>
                  <a:pt x="94501" y="63713"/>
                </a:lnTo>
                <a:lnTo>
                  <a:pt x="93267" y="63713"/>
                </a:lnTo>
                <a:close/>
                <a:moveTo>
                  <a:pt x="88130" y="65381"/>
                </a:moveTo>
                <a:lnTo>
                  <a:pt x="88130" y="63313"/>
                </a:lnTo>
                <a:lnTo>
                  <a:pt x="86796" y="61979"/>
                </a:lnTo>
                <a:lnTo>
                  <a:pt x="88597" y="61979"/>
                </a:lnTo>
                <a:lnTo>
                  <a:pt x="89431" y="62813"/>
                </a:lnTo>
                <a:lnTo>
                  <a:pt x="89431" y="64113"/>
                </a:lnTo>
                <a:close/>
                <a:moveTo>
                  <a:pt x="65781" y="65381"/>
                </a:moveTo>
                <a:lnTo>
                  <a:pt x="64513" y="64080"/>
                </a:lnTo>
                <a:lnTo>
                  <a:pt x="64513" y="62779"/>
                </a:lnTo>
                <a:lnTo>
                  <a:pt x="65347" y="61979"/>
                </a:lnTo>
                <a:lnTo>
                  <a:pt x="67148" y="61979"/>
                </a:lnTo>
                <a:lnTo>
                  <a:pt x="65781" y="63313"/>
                </a:lnTo>
                <a:lnTo>
                  <a:pt x="65781" y="65381"/>
                </a:lnTo>
                <a:close/>
                <a:moveTo>
                  <a:pt x="61578" y="64614"/>
                </a:moveTo>
                <a:lnTo>
                  <a:pt x="60677" y="63713"/>
                </a:lnTo>
                <a:lnTo>
                  <a:pt x="59410" y="63713"/>
                </a:lnTo>
                <a:lnTo>
                  <a:pt x="59410" y="62646"/>
                </a:lnTo>
                <a:lnTo>
                  <a:pt x="59310" y="62346"/>
                </a:lnTo>
                <a:lnTo>
                  <a:pt x="58542" y="61578"/>
                </a:lnTo>
                <a:lnTo>
                  <a:pt x="59310" y="60811"/>
                </a:lnTo>
                <a:lnTo>
                  <a:pt x="59410" y="60544"/>
                </a:lnTo>
                <a:lnTo>
                  <a:pt x="59410" y="59443"/>
                </a:lnTo>
                <a:lnTo>
                  <a:pt x="60677" y="59443"/>
                </a:lnTo>
                <a:lnTo>
                  <a:pt x="61578" y="58543"/>
                </a:lnTo>
                <a:lnTo>
                  <a:pt x="62445" y="59443"/>
                </a:lnTo>
                <a:lnTo>
                  <a:pt x="63713" y="59443"/>
                </a:lnTo>
                <a:lnTo>
                  <a:pt x="63713" y="60544"/>
                </a:lnTo>
                <a:lnTo>
                  <a:pt x="63846" y="60811"/>
                </a:lnTo>
                <a:lnTo>
                  <a:pt x="64613" y="61578"/>
                </a:lnTo>
                <a:lnTo>
                  <a:pt x="63846" y="62346"/>
                </a:lnTo>
                <a:lnTo>
                  <a:pt x="63713" y="62646"/>
                </a:lnTo>
                <a:lnTo>
                  <a:pt x="63713" y="63713"/>
                </a:lnTo>
                <a:lnTo>
                  <a:pt x="62445" y="63713"/>
                </a:lnTo>
                <a:close/>
                <a:moveTo>
                  <a:pt x="57341" y="65381"/>
                </a:moveTo>
                <a:lnTo>
                  <a:pt x="57341" y="63313"/>
                </a:lnTo>
                <a:lnTo>
                  <a:pt x="56007" y="61979"/>
                </a:lnTo>
                <a:lnTo>
                  <a:pt x="57808" y="61979"/>
                </a:lnTo>
                <a:lnTo>
                  <a:pt x="58642" y="62813"/>
                </a:lnTo>
                <a:lnTo>
                  <a:pt x="58642" y="64113"/>
                </a:lnTo>
                <a:close/>
                <a:moveTo>
                  <a:pt x="57341" y="57776"/>
                </a:moveTo>
                <a:lnTo>
                  <a:pt x="58642" y="59077"/>
                </a:lnTo>
                <a:lnTo>
                  <a:pt x="58642" y="60377"/>
                </a:lnTo>
                <a:lnTo>
                  <a:pt x="57808" y="61178"/>
                </a:lnTo>
                <a:lnTo>
                  <a:pt x="56007" y="61178"/>
                </a:lnTo>
                <a:lnTo>
                  <a:pt x="57341" y="59844"/>
                </a:lnTo>
                <a:close/>
                <a:moveTo>
                  <a:pt x="65781" y="57776"/>
                </a:moveTo>
                <a:lnTo>
                  <a:pt x="65781" y="59844"/>
                </a:lnTo>
                <a:lnTo>
                  <a:pt x="67148" y="61178"/>
                </a:lnTo>
                <a:lnTo>
                  <a:pt x="65347" y="61178"/>
                </a:lnTo>
                <a:lnTo>
                  <a:pt x="64513" y="60344"/>
                </a:lnTo>
                <a:lnTo>
                  <a:pt x="64513" y="59043"/>
                </a:lnTo>
                <a:close/>
                <a:moveTo>
                  <a:pt x="88130" y="57776"/>
                </a:moveTo>
                <a:lnTo>
                  <a:pt x="89431" y="59077"/>
                </a:lnTo>
                <a:lnTo>
                  <a:pt x="89431" y="60377"/>
                </a:lnTo>
                <a:lnTo>
                  <a:pt x="88597" y="61178"/>
                </a:lnTo>
                <a:lnTo>
                  <a:pt x="86796" y="61178"/>
                </a:lnTo>
                <a:lnTo>
                  <a:pt x="88130" y="59844"/>
                </a:lnTo>
                <a:lnTo>
                  <a:pt x="88130" y="57776"/>
                </a:lnTo>
                <a:close/>
                <a:moveTo>
                  <a:pt x="96569" y="57776"/>
                </a:moveTo>
                <a:lnTo>
                  <a:pt x="96569" y="59844"/>
                </a:lnTo>
                <a:lnTo>
                  <a:pt x="97937" y="61178"/>
                </a:lnTo>
                <a:lnTo>
                  <a:pt x="96136" y="61178"/>
                </a:lnTo>
                <a:lnTo>
                  <a:pt x="95302" y="60377"/>
                </a:lnTo>
                <a:lnTo>
                  <a:pt x="95302" y="59077"/>
                </a:lnTo>
                <a:close/>
                <a:moveTo>
                  <a:pt x="118952" y="57776"/>
                </a:moveTo>
                <a:lnTo>
                  <a:pt x="120220" y="59077"/>
                </a:lnTo>
                <a:lnTo>
                  <a:pt x="120220" y="60377"/>
                </a:lnTo>
                <a:lnTo>
                  <a:pt x="119386" y="61178"/>
                </a:lnTo>
                <a:lnTo>
                  <a:pt x="117584" y="61178"/>
                </a:lnTo>
                <a:lnTo>
                  <a:pt x="118952" y="59844"/>
                </a:lnTo>
                <a:lnTo>
                  <a:pt x="118952" y="57776"/>
                </a:lnTo>
                <a:close/>
                <a:moveTo>
                  <a:pt x="127391" y="57776"/>
                </a:moveTo>
                <a:lnTo>
                  <a:pt x="127391" y="59844"/>
                </a:lnTo>
                <a:lnTo>
                  <a:pt x="128726" y="61178"/>
                </a:lnTo>
                <a:lnTo>
                  <a:pt x="126924" y="61178"/>
                </a:lnTo>
                <a:lnTo>
                  <a:pt x="126091" y="60344"/>
                </a:lnTo>
                <a:lnTo>
                  <a:pt x="126091" y="59043"/>
                </a:lnTo>
                <a:close/>
                <a:moveTo>
                  <a:pt x="149741" y="57776"/>
                </a:moveTo>
                <a:lnTo>
                  <a:pt x="151008" y="59077"/>
                </a:lnTo>
                <a:lnTo>
                  <a:pt x="151008" y="60377"/>
                </a:lnTo>
                <a:lnTo>
                  <a:pt x="150174" y="61178"/>
                </a:lnTo>
                <a:lnTo>
                  <a:pt x="148373" y="61178"/>
                </a:lnTo>
                <a:lnTo>
                  <a:pt x="149741" y="59844"/>
                </a:lnTo>
                <a:lnTo>
                  <a:pt x="149741" y="57776"/>
                </a:lnTo>
                <a:close/>
                <a:moveTo>
                  <a:pt x="158180" y="57776"/>
                </a:moveTo>
                <a:lnTo>
                  <a:pt x="158180" y="59844"/>
                </a:lnTo>
                <a:lnTo>
                  <a:pt x="159514" y="61178"/>
                </a:lnTo>
                <a:lnTo>
                  <a:pt x="157713" y="61178"/>
                </a:lnTo>
                <a:lnTo>
                  <a:pt x="156879" y="60344"/>
                </a:lnTo>
                <a:lnTo>
                  <a:pt x="156879" y="59043"/>
                </a:lnTo>
                <a:close/>
                <a:moveTo>
                  <a:pt x="180529" y="57776"/>
                </a:moveTo>
                <a:lnTo>
                  <a:pt x="181797" y="59077"/>
                </a:lnTo>
                <a:lnTo>
                  <a:pt x="181797" y="60377"/>
                </a:lnTo>
                <a:lnTo>
                  <a:pt x="180963" y="61178"/>
                </a:lnTo>
                <a:lnTo>
                  <a:pt x="179162" y="61178"/>
                </a:lnTo>
                <a:lnTo>
                  <a:pt x="180529" y="59844"/>
                </a:lnTo>
                <a:lnTo>
                  <a:pt x="180529" y="57776"/>
                </a:lnTo>
                <a:close/>
                <a:moveTo>
                  <a:pt x="188969" y="57776"/>
                </a:moveTo>
                <a:lnTo>
                  <a:pt x="188969" y="59844"/>
                </a:lnTo>
                <a:lnTo>
                  <a:pt x="190303" y="61178"/>
                </a:lnTo>
                <a:lnTo>
                  <a:pt x="188502" y="61178"/>
                </a:lnTo>
                <a:lnTo>
                  <a:pt x="187668" y="60344"/>
                </a:lnTo>
                <a:lnTo>
                  <a:pt x="187668" y="59043"/>
                </a:lnTo>
                <a:close/>
                <a:moveTo>
                  <a:pt x="191437" y="61178"/>
                </a:moveTo>
                <a:lnTo>
                  <a:pt x="189736" y="59510"/>
                </a:lnTo>
                <a:lnTo>
                  <a:pt x="189736" y="57475"/>
                </a:lnTo>
                <a:lnTo>
                  <a:pt x="195473" y="57475"/>
                </a:lnTo>
                <a:lnTo>
                  <a:pt x="199176" y="61178"/>
                </a:lnTo>
                <a:close/>
                <a:moveTo>
                  <a:pt x="187268" y="58643"/>
                </a:moveTo>
                <a:lnTo>
                  <a:pt x="185967" y="58643"/>
                </a:lnTo>
                <a:lnTo>
                  <a:pt x="185133" y="57809"/>
                </a:lnTo>
                <a:lnTo>
                  <a:pt x="185133" y="56008"/>
                </a:lnTo>
                <a:lnTo>
                  <a:pt x="186367" y="57242"/>
                </a:lnTo>
                <a:lnTo>
                  <a:pt x="186667" y="57375"/>
                </a:lnTo>
                <a:lnTo>
                  <a:pt x="188535" y="57375"/>
                </a:lnTo>
                <a:close/>
                <a:moveTo>
                  <a:pt x="184332" y="57809"/>
                </a:moveTo>
                <a:lnTo>
                  <a:pt x="183532" y="58643"/>
                </a:lnTo>
                <a:lnTo>
                  <a:pt x="182231" y="58643"/>
                </a:lnTo>
                <a:lnTo>
                  <a:pt x="180930" y="57375"/>
                </a:lnTo>
                <a:lnTo>
                  <a:pt x="182831" y="57375"/>
                </a:lnTo>
                <a:lnTo>
                  <a:pt x="183098" y="57242"/>
                </a:lnTo>
                <a:lnTo>
                  <a:pt x="184332" y="56008"/>
                </a:lnTo>
                <a:close/>
                <a:moveTo>
                  <a:pt x="179729" y="59510"/>
                </a:moveTo>
                <a:lnTo>
                  <a:pt x="178061" y="61178"/>
                </a:lnTo>
                <a:lnTo>
                  <a:pt x="170289" y="61178"/>
                </a:lnTo>
                <a:lnTo>
                  <a:pt x="174025" y="57475"/>
                </a:lnTo>
                <a:lnTo>
                  <a:pt x="179729" y="57475"/>
                </a:lnTo>
                <a:lnTo>
                  <a:pt x="179729" y="59510"/>
                </a:lnTo>
                <a:close/>
                <a:moveTo>
                  <a:pt x="160649" y="61178"/>
                </a:moveTo>
                <a:lnTo>
                  <a:pt x="158947" y="59510"/>
                </a:lnTo>
                <a:lnTo>
                  <a:pt x="158947" y="57475"/>
                </a:lnTo>
                <a:lnTo>
                  <a:pt x="164685" y="57475"/>
                </a:lnTo>
                <a:lnTo>
                  <a:pt x="168387" y="61178"/>
                </a:lnTo>
                <a:close/>
                <a:moveTo>
                  <a:pt x="156479" y="58643"/>
                </a:moveTo>
                <a:lnTo>
                  <a:pt x="155178" y="58643"/>
                </a:lnTo>
                <a:lnTo>
                  <a:pt x="154344" y="57809"/>
                </a:lnTo>
                <a:lnTo>
                  <a:pt x="154344" y="56008"/>
                </a:lnTo>
                <a:lnTo>
                  <a:pt x="155578" y="57242"/>
                </a:lnTo>
                <a:lnTo>
                  <a:pt x="155845" y="57375"/>
                </a:lnTo>
                <a:lnTo>
                  <a:pt x="157746" y="57375"/>
                </a:lnTo>
                <a:close/>
                <a:moveTo>
                  <a:pt x="153543" y="57809"/>
                </a:moveTo>
                <a:lnTo>
                  <a:pt x="152743" y="58643"/>
                </a:lnTo>
                <a:lnTo>
                  <a:pt x="151442" y="58643"/>
                </a:lnTo>
                <a:lnTo>
                  <a:pt x="150141" y="57375"/>
                </a:lnTo>
                <a:lnTo>
                  <a:pt x="152042" y="57375"/>
                </a:lnTo>
                <a:lnTo>
                  <a:pt x="152309" y="57242"/>
                </a:lnTo>
                <a:lnTo>
                  <a:pt x="153543" y="56008"/>
                </a:lnTo>
                <a:close/>
                <a:moveTo>
                  <a:pt x="148940" y="59510"/>
                </a:moveTo>
                <a:lnTo>
                  <a:pt x="147272" y="61178"/>
                </a:lnTo>
                <a:lnTo>
                  <a:pt x="139500" y="61178"/>
                </a:lnTo>
                <a:lnTo>
                  <a:pt x="143236" y="57475"/>
                </a:lnTo>
                <a:lnTo>
                  <a:pt x="148940" y="57475"/>
                </a:lnTo>
                <a:lnTo>
                  <a:pt x="148940" y="59510"/>
                </a:lnTo>
                <a:close/>
                <a:moveTo>
                  <a:pt x="129860" y="61178"/>
                </a:moveTo>
                <a:lnTo>
                  <a:pt x="128159" y="59510"/>
                </a:lnTo>
                <a:lnTo>
                  <a:pt x="128159" y="57475"/>
                </a:lnTo>
                <a:lnTo>
                  <a:pt x="133896" y="57475"/>
                </a:lnTo>
                <a:lnTo>
                  <a:pt x="137599" y="61178"/>
                </a:lnTo>
                <a:close/>
                <a:moveTo>
                  <a:pt x="125690" y="58643"/>
                </a:moveTo>
                <a:lnTo>
                  <a:pt x="124389" y="58643"/>
                </a:lnTo>
                <a:lnTo>
                  <a:pt x="123555" y="57809"/>
                </a:lnTo>
                <a:lnTo>
                  <a:pt x="123555" y="56008"/>
                </a:lnTo>
                <a:lnTo>
                  <a:pt x="124790" y="57242"/>
                </a:lnTo>
                <a:lnTo>
                  <a:pt x="125056" y="57375"/>
                </a:lnTo>
                <a:lnTo>
                  <a:pt x="126958" y="57375"/>
                </a:lnTo>
                <a:close/>
                <a:moveTo>
                  <a:pt x="122755" y="57809"/>
                </a:moveTo>
                <a:lnTo>
                  <a:pt x="121954" y="58643"/>
                </a:lnTo>
                <a:lnTo>
                  <a:pt x="120653" y="58643"/>
                </a:lnTo>
                <a:lnTo>
                  <a:pt x="119352" y="57375"/>
                </a:lnTo>
                <a:lnTo>
                  <a:pt x="121254" y="57375"/>
                </a:lnTo>
                <a:lnTo>
                  <a:pt x="121521" y="57242"/>
                </a:lnTo>
                <a:lnTo>
                  <a:pt x="122755" y="56008"/>
                </a:lnTo>
                <a:lnTo>
                  <a:pt x="122755" y="57809"/>
                </a:lnTo>
                <a:close/>
                <a:moveTo>
                  <a:pt x="118152" y="59510"/>
                </a:moveTo>
                <a:lnTo>
                  <a:pt x="116450" y="61178"/>
                </a:lnTo>
                <a:lnTo>
                  <a:pt x="108711" y="61178"/>
                </a:lnTo>
                <a:lnTo>
                  <a:pt x="112414" y="57475"/>
                </a:lnTo>
                <a:lnTo>
                  <a:pt x="118152" y="57475"/>
                </a:lnTo>
                <a:lnTo>
                  <a:pt x="118152" y="59510"/>
                </a:lnTo>
                <a:close/>
                <a:moveTo>
                  <a:pt x="99071" y="61178"/>
                </a:moveTo>
                <a:lnTo>
                  <a:pt x="97370" y="59510"/>
                </a:lnTo>
                <a:lnTo>
                  <a:pt x="97370" y="57475"/>
                </a:lnTo>
                <a:lnTo>
                  <a:pt x="103074" y="57475"/>
                </a:lnTo>
                <a:lnTo>
                  <a:pt x="106810" y="61178"/>
                </a:lnTo>
                <a:close/>
                <a:moveTo>
                  <a:pt x="94868" y="58643"/>
                </a:moveTo>
                <a:lnTo>
                  <a:pt x="93567" y="58643"/>
                </a:lnTo>
                <a:lnTo>
                  <a:pt x="92767" y="57809"/>
                </a:lnTo>
                <a:lnTo>
                  <a:pt x="92767" y="56008"/>
                </a:lnTo>
                <a:lnTo>
                  <a:pt x="94001" y="57242"/>
                </a:lnTo>
                <a:lnTo>
                  <a:pt x="94268" y="57375"/>
                </a:lnTo>
                <a:lnTo>
                  <a:pt x="96169" y="57375"/>
                </a:lnTo>
                <a:close/>
                <a:moveTo>
                  <a:pt x="91966" y="57809"/>
                </a:moveTo>
                <a:lnTo>
                  <a:pt x="91166" y="58643"/>
                </a:lnTo>
                <a:lnTo>
                  <a:pt x="89865" y="58643"/>
                </a:lnTo>
                <a:lnTo>
                  <a:pt x="88564" y="57375"/>
                </a:lnTo>
                <a:lnTo>
                  <a:pt x="90465" y="57375"/>
                </a:lnTo>
                <a:lnTo>
                  <a:pt x="90732" y="57242"/>
                </a:lnTo>
                <a:lnTo>
                  <a:pt x="91966" y="56008"/>
                </a:lnTo>
                <a:lnTo>
                  <a:pt x="91966" y="57809"/>
                </a:lnTo>
                <a:close/>
                <a:moveTo>
                  <a:pt x="87363" y="59510"/>
                </a:moveTo>
                <a:lnTo>
                  <a:pt x="85662" y="61178"/>
                </a:lnTo>
                <a:lnTo>
                  <a:pt x="77923" y="61178"/>
                </a:lnTo>
                <a:lnTo>
                  <a:pt x="81625" y="57475"/>
                </a:lnTo>
                <a:lnTo>
                  <a:pt x="87363" y="57475"/>
                </a:lnTo>
                <a:lnTo>
                  <a:pt x="87363" y="59510"/>
                </a:lnTo>
                <a:close/>
                <a:moveTo>
                  <a:pt x="68249" y="61178"/>
                </a:moveTo>
                <a:lnTo>
                  <a:pt x="66581" y="59510"/>
                </a:lnTo>
                <a:lnTo>
                  <a:pt x="66581" y="57475"/>
                </a:lnTo>
                <a:lnTo>
                  <a:pt x="72285" y="57475"/>
                </a:lnTo>
                <a:lnTo>
                  <a:pt x="76021" y="61178"/>
                </a:lnTo>
                <a:close/>
                <a:moveTo>
                  <a:pt x="64080" y="58643"/>
                </a:moveTo>
                <a:lnTo>
                  <a:pt x="62779" y="58643"/>
                </a:lnTo>
                <a:lnTo>
                  <a:pt x="61978" y="57809"/>
                </a:lnTo>
                <a:lnTo>
                  <a:pt x="61978" y="56008"/>
                </a:lnTo>
                <a:lnTo>
                  <a:pt x="63212" y="57242"/>
                </a:lnTo>
                <a:lnTo>
                  <a:pt x="63479" y="57375"/>
                </a:lnTo>
                <a:lnTo>
                  <a:pt x="65381" y="57375"/>
                </a:lnTo>
                <a:close/>
                <a:moveTo>
                  <a:pt x="61178" y="57809"/>
                </a:moveTo>
                <a:lnTo>
                  <a:pt x="60344" y="58643"/>
                </a:lnTo>
                <a:lnTo>
                  <a:pt x="59043" y="58643"/>
                </a:lnTo>
                <a:lnTo>
                  <a:pt x="57775" y="57375"/>
                </a:lnTo>
                <a:lnTo>
                  <a:pt x="59676" y="57375"/>
                </a:lnTo>
                <a:lnTo>
                  <a:pt x="59943" y="57242"/>
                </a:lnTo>
                <a:lnTo>
                  <a:pt x="61178" y="56008"/>
                </a:lnTo>
                <a:close/>
                <a:moveTo>
                  <a:pt x="56574" y="59510"/>
                </a:moveTo>
                <a:lnTo>
                  <a:pt x="54873" y="61178"/>
                </a:lnTo>
                <a:lnTo>
                  <a:pt x="47134" y="61178"/>
                </a:lnTo>
                <a:lnTo>
                  <a:pt x="50837" y="57475"/>
                </a:lnTo>
                <a:lnTo>
                  <a:pt x="56574" y="57475"/>
                </a:lnTo>
                <a:close/>
                <a:moveTo>
                  <a:pt x="54873" y="61979"/>
                </a:moveTo>
                <a:lnTo>
                  <a:pt x="56574" y="63646"/>
                </a:lnTo>
                <a:lnTo>
                  <a:pt x="56574" y="65681"/>
                </a:lnTo>
                <a:lnTo>
                  <a:pt x="50837" y="65681"/>
                </a:lnTo>
                <a:lnTo>
                  <a:pt x="47134" y="61979"/>
                </a:lnTo>
                <a:lnTo>
                  <a:pt x="54873" y="61979"/>
                </a:lnTo>
                <a:close/>
                <a:moveTo>
                  <a:pt x="59043" y="64514"/>
                </a:moveTo>
                <a:lnTo>
                  <a:pt x="60344" y="64514"/>
                </a:lnTo>
                <a:lnTo>
                  <a:pt x="61178" y="65348"/>
                </a:lnTo>
                <a:lnTo>
                  <a:pt x="61178" y="67149"/>
                </a:lnTo>
                <a:lnTo>
                  <a:pt x="59943" y="65915"/>
                </a:lnTo>
                <a:lnTo>
                  <a:pt x="59676" y="65781"/>
                </a:lnTo>
                <a:lnTo>
                  <a:pt x="57775" y="65781"/>
                </a:lnTo>
                <a:close/>
                <a:moveTo>
                  <a:pt x="61978" y="65348"/>
                </a:moveTo>
                <a:lnTo>
                  <a:pt x="62779" y="64514"/>
                </a:lnTo>
                <a:lnTo>
                  <a:pt x="64080" y="64514"/>
                </a:lnTo>
                <a:lnTo>
                  <a:pt x="65381" y="65815"/>
                </a:lnTo>
                <a:lnTo>
                  <a:pt x="63479" y="65815"/>
                </a:lnTo>
                <a:lnTo>
                  <a:pt x="63212" y="65915"/>
                </a:lnTo>
                <a:lnTo>
                  <a:pt x="61978" y="67149"/>
                </a:lnTo>
                <a:close/>
                <a:moveTo>
                  <a:pt x="66581" y="63646"/>
                </a:moveTo>
                <a:lnTo>
                  <a:pt x="68249" y="61979"/>
                </a:lnTo>
                <a:lnTo>
                  <a:pt x="76021" y="61979"/>
                </a:lnTo>
                <a:lnTo>
                  <a:pt x="72285" y="65681"/>
                </a:lnTo>
                <a:lnTo>
                  <a:pt x="66581" y="65681"/>
                </a:lnTo>
                <a:lnTo>
                  <a:pt x="66581" y="63646"/>
                </a:lnTo>
                <a:close/>
                <a:moveTo>
                  <a:pt x="85662" y="61979"/>
                </a:moveTo>
                <a:lnTo>
                  <a:pt x="87363" y="63646"/>
                </a:lnTo>
                <a:lnTo>
                  <a:pt x="87363" y="65681"/>
                </a:lnTo>
                <a:lnTo>
                  <a:pt x="81659" y="65681"/>
                </a:lnTo>
                <a:lnTo>
                  <a:pt x="77923" y="61979"/>
                </a:lnTo>
                <a:lnTo>
                  <a:pt x="85662" y="61979"/>
                </a:lnTo>
                <a:close/>
                <a:moveTo>
                  <a:pt x="89831" y="64514"/>
                </a:moveTo>
                <a:lnTo>
                  <a:pt x="91132" y="64514"/>
                </a:lnTo>
                <a:lnTo>
                  <a:pt x="91966" y="65348"/>
                </a:lnTo>
                <a:lnTo>
                  <a:pt x="91966" y="67149"/>
                </a:lnTo>
                <a:lnTo>
                  <a:pt x="90732" y="65915"/>
                </a:lnTo>
                <a:lnTo>
                  <a:pt x="90465" y="65781"/>
                </a:lnTo>
                <a:lnTo>
                  <a:pt x="88564" y="65781"/>
                </a:lnTo>
                <a:close/>
                <a:moveTo>
                  <a:pt x="92767" y="65348"/>
                </a:moveTo>
                <a:lnTo>
                  <a:pt x="93567" y="64514"/>
                </a:lnTo>
                <a:lnTo>
                  <a:pt x="94868" y="64514"/>
                </a:lnTo>
                <a:lnTo>
                  <a:pt x="96169" y="65815"/>
                </a:lnTo>
                <a:lnTo>
                  <a:pt x="94268" y="65815"/>
                </a:lnTo>
                <a:lnTo>
                  <a:pt x="94001" y="65915"/>
                </a:lnTo>
                <a:lnTo>
                  <a:pt x="92767" y="67149"/>
                </a:lnTo>
                <a:lnTo>
                  <a:pt x="92767" y="65348"/>
                </a:lnTo>
                <a:close/>
                <a:moveTo>
                  <a:pt x="97370" y="63646"/>
                </a:moveTo>
                <a:lnTo>
                  <a:pt x="99071" y="61979"/>
                </a:lnTo>
                <a:lnTo>
                  <a:pt x="106810" y="61979"/>
                </a:lnTo>
                <a:lnTo>
                  <a:pt x="103074" y="65681"/>
                </a:lnTo>
                <a:lnTo>
                  <a:pt x="97370" y="65681"/>
                </a:lnTo>
                <a:lnTo>
                  <a:pt x="97370" y="63646"/>
                </a:lnTo>
                <a:close/>
                <a:moveTo>
                  <a:pt x="116450" y="61979"/>
                </a:moveTo>
                <a:lnTo>
                  <a:pt x="118152" y="63646"/>
                </a:lnTo>
                <a:lnTo>
                  <a:pt x="118152" y="65681"/>
                </a:lnTo>
                <a:lnTo>
                  <a:pt x="112447" y="65681"/>
                </a:lnTo>
                <a:lnTo>
                  <a:pt x="108711" y="61979"/>
                </a:lnTo>
                <a:lnTo>
                  <a:pt x="116450" y="61979"/>
                </a:lnTo>
                <a:close/>
                <a:moveTo>
                  <a:pt x="120653" y="64514"/>
                </a:moveTo>
                <a:lnTo>
                  <a:pt x="121954" y="64514"/>
                </a:lnTo>
                <a:lnTo>
                  <a:pt x="122755" y="65348"/>
                </a:lnTo>
                <a:lnTo>
                  <a:pt x="122755" y="67149"/>
                </a:lnTo>
                <a:lnTo>
                  <a:pt x="121521" y="65915"/>
                </a:lnTo>
                <a:lnTo>
                  <a:pt x="121254" y="65781"/>
                </a:lnTo>
                <a:lnTo>
                  <a:pt x="119352" y="65781"/>
                </a:lnTo>
                <a:close/>
                <a:moveTo>
                  <a:pt x="123555" y="65348"/>
                </a:moveTo>
                <a:lnTo>
                  <a:pt x="124389" y="64514"/>
                </a:lnTo>
                <a:lnTo>
                  <a:pt x="125657" y="64514"/>
                </a:lnTo>
                <a:lnTo>
                  <a:pt x="126958" y="65815"/>
                </a:lnTo>
                <a:lnTo>
                  <a:pt x="125056" y="65815"/>
                </a:lnTo>
                <a:lnTo>
                  <a:pt x="124790" y="65915"/>
                </a:lnTo>
                <a:lnTo>
                  <a:pt x="123555" y="67149"/>
                </a:lnTo>
                <a:lnTo>
                  <a:pt x="123555" y="65348"/>
                </a:lnTo>
                <a:close/>
                <a:moveTo>
                  <a:pt x="128159" y="63646"/>
                </a:moveTo>
                <a:lnTo>
                  <a:pt x="129860" y="61979"/>
                </a:lnTo>
                <a:lnTo>
                  <a:pt x="137599" y="61979"/>
                </a:lnTo>
                <a:lnTo>
                  <a:pt x="133863" y="65681"/>
                </a:lnTo>
                <a:lnTo>
                  <a:pt x="128159" y="65681"/>
                </a:lnTo>
                <a:lnTo>
                  <a:pt x="128159" y="63646"/>
                </a:lnTo>
                <a:close/>
                <a:moveTo>
                  <a:pt x="147272" y="61979"/>
                </a:moveTo>
                <a:lnTo>
                  <a:pt x="148940" y="63646"/>
                </a:lnTo>
                <a:lnTo>
                  <a:pt x="148940" y="65681"/>
                </a:lnTo>
                <a:lnTo>
                  <a:pt x="143236" y="65681"/>
                </a:lnTo>
                <a:lnTo>
                  <a:pt x="139500" y="61979"/>
                </a:lnTo>
                <a:lnTo>
                  <a:pt x="147272" y="61979"/>
                </a:lnTo>
                <a:close/>
                <a:moveTo>
                  <a:pt x="151442" y="64514"/>
                </a:moveTo>
                <a:lnTo>
                  <a:pt x="152743" y="64514"/>
                </a:lnTo>
                <a:lnTo>
                  <a:pt x="153543" y="65348"/>
                </a:lnTo>
                <a:lnTo>
                  <a:pt x="153543" y="67149"/>
                </a:lnTo>
                <a:lnTo>
                  <a:pt x="152309" y="65915"/>
                </a:lnTo>
                <a:lnTo>
                  <a:pt x="152042" y="65781"/>
                </a:lnTo>
                <a:lnTo>
                  <a:pt x="150141" y="65781"/>
                </a:lnTo>
                <a:close/>
                <a:moveTo>
                  <a:pt x="154344" y="65348"/>
                </a:moveTo>
                <a:lnTo>
                  <a:pt x="155178" y="64514"/>
                </a:lnTo>
                <a:lnTo>
                  <a:pt x="156479" y="64514"/>
                </a:lnTo>
                <a:lnTo>
                  <a:pt x="157746" y="65815"/>
                </a:lnTo>
                <a:lnTo>
                  <a:pt x="155845" y="65815"/>
                </a:lnTo>
                <a:lnTo>
                  <a:pt x="155578" y="65915"/>
                </a:lnTo>
                <a:lnTo>
                  <a:pt x="154344" y="67149"/>
                </a:lnTo>
                <a:close/>
                <a:moveTo>
                  <a:pt x="158947" y="63646"/>
                </a:moveTo>
                <a:lnTo>
                  <a:pt x="160649" y="61979"/>
                </a:lnTo>
                <a:lnTo>
                  <a:pt x="168387" y="61979"/>
                </a:lnTo>
                <a:lnTo>
                  <a:pt x="164651" y="65681"/>
                </a:lnTo>
                <a:lnTo>
                  <a:pt x="158947" y="65681"/>
                </a:lnTo>
                <a:lnTo>
                  <a:pt x="158947" y="63646"/>
                </a:lnTo>
                <a:close/>
                <a:moveTo>
                  <a:pt x="178061" y="61979"/>
                </a:moveTo>
                <a:lnTo>
                  <a:pt x="179729" y="63646"/>
                </a:lnTo>
                <a:lnTo>
                  <a:pt x="179729" y="65681"/>
                </a:lnTo>
                <a:lnTo>
                  <a:pt x="174025" y="65681"/>
                </a:lnTo>
                <a:lnTo>
                  <a:pt x="170289" y="61979"/>
                </a:lnTo>
                <a:lnTo>
                  <a:pt x="178061" y="61979"/>
                </a:lnTo>
                <a:close/>
                <a:moveTo>
                  <a:pt x="182231" y="64514"/>
                </a:moveTo>
                <a:lnTo>
                  <a:pt x="183532" y="64514"/>
                </a:lnTo>
                <a:lnTo>
                  <a:pt x="184332" y="65348"/>
                </a:lnTo>
                <a:lnTo>
                  <a:pt x="184332" y="67149"/>
                </a:lnTo>
                <a:lnTo>
                  <a:pt x="183098" y="65915"/>
                </a:lnTo>
                <a:lnTo>
                  <a:pt x="182831" y="65781"/>
                </a:lnTo>
                <a:lnTo>
                  <a:pt x="180930" y="65781"/>
                </a:lnTo>
                <a:close/>
                <a:moveTo>
                  <a:pt x="185133" y="65348"/>
                </a:moveTo>
                <a:lnTo>
                  <a:pt x="185967" y="64514"/>
                </a:lnTo>
                <a:lnTo>
                  <a:pt x="187268" y="64514"/>
                </a:lnTo>
                <a:lnTo>
                  <a:pt x="188535" y="65815"/>
                </a:lnTo>
                <a:lnTo>
                  <a:pt x="186667" y="65815"/>
                </a:lnTo>
                <a:lnTo>
                  <a:pt x="186367" y="65915"/>
                </a:lnTo>
                <a:lnTo>
                  <a:pt x="185133" y="67149"/>
                </a:lnTo>
                <a:close/>
                <a:moveTo>
                  <a:pt x="189736" y="63646"/>
                </a:moveTo>
                <a:lnTo>
                  <a:pt x="191437" y="61979"/>
                </a:lnTo>
                <a:lnTo>
                  <a:pt x="199176" y="61979"/>
                </a:lnTo>
                <a:lnTo>
                  <a:pt x="195473" y="65681"/>
                </a:lnTo>
                <a:lnTo>
                  <a:pt x="189736" y="65681"/>
                </a:lnTo>
                <a:lnTo>
                  <a:pt x="189736" y="63646"/>
                </a:lnTo>
                <a:close/>
                <a:moveTo>
                  <a:pt x="188869" y="56575"/>
                </a:moveTo>
                <a:lnTo>
                  <a:pt x="186801" y="56575"/>
                </a:lnTo>
                <a:lnTo>
                  <a:pt x="185133" y="54874"/>
                </a:lnTo>
                <a:lnTo>
                  <a:pt x="185133" y="47135"/>
                </a:lnTo>
                <a:lnTo>
                  <a:pt x="188869" y="50871"/>
                </a:lnTo>
                <a:lnTo>
                  <a:pt x="188869" y="56575"/>
                </a:lnTo>
                <a:close/>
                <a:moveTo>
                  <a:pt x="184332" y="54874"/>
                </a:moveTo>
                <a:lnTo>
                  <a:pt x="182664" y="56575"/>
                </a:lnTo>
                <a:lnTo>
                  <a:pt x="180629" y="56575"/>
                </a:lnTo>
                <a:lnTo>
                  <a:pt x="180629" y="50871"/>
                </a:lnTo>
                <a:lnTo>
                  <a:pt x="184332" y="47135"/>
                </a:lnTo>
                <a:lnTo>
                  <a:pt x="184332" y="54874"/>
                </a:lnTo>
                <a:close/>
                <a:moveTo>
                  <a:pt x="171723" y="51905"/>
                </a:moveTo>
                <a:lnTo>
                  <a:pt x="169755" y="53873"/>
                </a:lnTo>
                <a:lnTo>
                  <a:pt x="169755" y="52005"/>
                </a:lnTo>
                <a:lnTo>
                  <a:pt x="171156" y="50570"/>
                </a:lnTo>
                <a:lnTo>
                  <a:pt x="173157" y="50570"/>
                </a:lnTo>
                <a:lnTo>
                  <a:pt x="174492" y="51905"/>
                </a:lnTo>
                <a:close/>
                <a:moveTo>
                  <a:pt x="172957" y="47835"/>
                </a:moveTo>
                <a:lnTo>
                  <a:pt x="172957" y="49203"/>
                </a:lnTo>
                <a:lnTo>
                  <a:pt x="170289" y="46568"/>
                </a:lnTo>
                <a:lnTo>
                  <a:pt x="174025" y="46568"/>
                </a:lnTo>
                <a:lnTo>
                  <a:pt x="173057" y="47568"/>
                </a:lnTo>
                <a:close/>
                <a:moveTo>
                  <a:pt x="170289" y="45800"/>
                </a:moveTo>
                <a:lnTo>
                  <a:pt x="172957" y="43132"/>
                </a:lnTo>
                <a:lnTo>
                  <a:pt x="172957" y="44700"/>
                </a:lnTo>
                <a:lnTo>
                  <a:pt x="174025" y="45800"/>
                </a:lnTo>
                <a:lnTo>
                  <a:pt x="170289" y="45800"/>
                </a:lnTo>
                <a:close/>
                <a:moveTo>
                  <a:pt x="169755" y="45233"/>
                </a:moveTo>
                <a:lnTo>
                  <a:pt x="169755" y="41497"/>
                </a:lnTo>
                <a:lnTo>
                  <a:pt x="170722" y="42465"/>
                </a:lnTo>
                <a:lnTo>
                  <a:pt x="170989" y="42598"/>
                </a:lnTo>
                <a:lnTo>
                  <a:pt x="172390" y="42598"/>
                </a:lnTo>
                <a:close/>
                <a:moveTo>
                  <a:pt x="168954" y="45233"/>
                </a:moveTo>
                <a:lnTo>
                  <a:pt x="166319" y="42598"/>
                </a:lnTo>
                <a:lnTo>
                  <a:pt x="167687" y="42598"/>
                </a:lnTo>
                <a:lnTo>
                  <a:pt x="167854" y="42598"/>
                </a:lnTo>
                <a:lnTo>
                  <a:pt x="168954" y="41497"/>
                </a:lnTo>
                <a:close/>
                <a:moveTo>
                  <a:pt x="168954" y="47135"/>
                </a:moveTo>
                <a:lnTo>
                  <a:pt x="168954" y="50871"/>
                </a:lnTo>
                <a:lnTo>
                  <a:pt x="167854" y="49770"/>
                </a:lnTo>
                <a:lnTo>
                  <a:pt x="166319" y="49770"/>
                </a:lnTo>
                <a:close/>
                <a:moveTo>
                  <a:pt x="158047" y="56575"/>
                </a:moveTo>
                <a:lnTo>
                  <a:pt x="156012" y="56575"/>
                </a:lnTo>
                <a:lnTo>
                  <a:pt x="154344" y="54874"/>
                </a:lnTo>
                <a:lnTo>
                  <a:pt x="154344" y="47135"/>
                </a:lnTo>
                <a:lnTo>
                  <a:pt x="158047" y="50871"/>
                </a:lnTo>
                <a:lnTo>
                  <a:pt x="158047" y="56575"/>
                </a:lnTo>
                <a:close/>
                <a:moveTo>
                  <a:pt x="153543" y="54874"/>
                </a:moveTo>
                <a:lnTo>
                  <a:pt x="151876" y="56575"/>
                </a:lnTo>
                <a:lnTo>
                  <a:pt x="149841" y="56575"/>
                </a:lnTo>
                <a:lnTo>
                  <a:pt x="149841" y="50871"/>
                </a:lnTo>
                <a:lnTo>
                  <a:pt x="153543" y="47135"/>
                </a:lnTo>
                <a:lnTo>
                  <a:pt x="153543" y="54874"/>
                </a:lnTo>
                <a:close/>
                <a:moveTo>
                  <a:pt x="140901" y="51905"/>
                </a:moveTo>
                <a:lnTo>
                  <a:pt x="138933" y="53873"/>
                </a:lnTo>
                <a:lnTo>
                  <a:pt x="138933" y="52005"/>
                </a:lnTo>
                <a:lnTo>
                  <a:pt x="140367" y="50570"/>
                </a:lnTo>
                <a:lnTo>
                  <a:pt x="142369" y="50570"/>
                </a:lnTo>
                <a:lnTo>
                  <a:pt x="143703" y="51905"/>
                </a:lnTo>
                <a:close/>
                <a:moveTo>
                  <a:pt x="142135" y="47835"/>
                </a:moveTo>
                <a:lnTo>
                  <a:pt x="142135" y="49203"/>
                </a:lnTo>
                <a:lnTo>
                  <a:pt x="139500" y="46568"/>
                </a:lnTo>
                <a:lnTo>
                  <a:pt x="143236" y="46568"/>
                </a:lnTo>
                <a:lnTo>
                  <a:pt x="142269" y="47568"/>
                </a:lnTo>
                <a:close/>
                <a:moveTo>
                  <a:pt x="139500" y="45800"/>
                </a:moveTo>
                <a:lnTo>
                  <a:pt x="142135" y="43132"/>
                </a:lnTo>
                <a:lnTo>
                  <a:pt x="142135" y="44700"/>
                </a:lnTo>
                <a:lnTo>
                  <a:pt x="143236" y="45800"/>
                </a:lnTo>
                <a:lnTo>
                  <a:pt x="139500" y="45800"/>
                </a:lnTo>
                <a:close/>
                <a:moveTo>
                  <a:pt x="138933" y="45233"/>
                </a:moveTo>
                <a:lnTo>
                  <a:pt x="138933" y="41497"/>
                </a:lnTo>
                <a:lnTo>
                  <a:pt x="140034" y="42598"/>
                </a:lnTo>
                <a:lnTo>
                  <a:pt x="140201" y="42598"/>
                </a:lnTo>
                <a:lnTo>
                  <a:pt x="141602" y="42598"/>
                </a:lnTo>
                <a:close/>
                <a:moveTo>
                  <a:pt x="138166" y="45233"/>
                </a:moveTo>
                <a:lnTo>
                  <a:pt x="135531" y="42598"/>
                </a:lnTo>
                <a:lnTo>
                  <a:pt x="136898" y="42598"/>
                </a:lnTo>
                <a:lnTo>
                  <a:pt x="137165" y="42465"/>
                </a:lnTo>
                <a:lnTo>
                  <a:pt x="138166" y="41497"/>
                </a:lnTo>
                <a:lnTo>
                  <a:pt x="138166" y="45233"/>
                </a:lnTo>
                <a:close/>
                <a:moveTo>
                  <a:pt x="138166" y="47135"/>
                </a:moveTo>
                <a:lnTo>
                  <a:pt x="138166" y="50871"/>
                </a:lnTo>
                <a:lnTo>
                  <a:pt x="137165" y="49903"/>
                </a:lnTo>
                <a:lnTo>
                  <a:pt x="136898" y="49770"/>
                </a:lnTo>
                <a:lnTo>
                  <a:pt x="135531" y="49770"/>
                </a:lnTo>
                <a:close/>
                <a:moveTo>
                  <a:pt x="127258" y="56575"/>
                </a:moveTo>
                <a:lnTo>
                  <a:pt x="125223" y="56575"/>
                </a:lnTo>
                <a:lnTo>
                  <a:pt x="123555" y="54874"/>
                </a:lnTo>
                <a:lnTo>
                  <a:pt x="123555" y="47135"/>
                </a:lnTo>
                <a:lnTo>
                  <a:pt x="127258" y="50871"/>
                </a:lnTo>
                <a:close/>
                <a:moveTo>
                  <a:pt x="122755" y="54874"/>
                </a:moveTo>
                <a:lnTo>
                  <a:pt x="121087" y="56575"/>
                </a:lnTo>
                <a:lnTo>
                  <a:pt x="119052" y="56575"/>
                </a:lnTo>
                <a:lnTo>
                  <a:pt x="119052" y="50871"/>
                </a:lnTo>
                <a:lnTo>
                  <a:pt x="122755" y="47135"/>
                </a:lnTo>
                <a:close/>
                <a:moveTo>
                  <a:pt x="110112" y="51905"/>
                </a:moveTo>
                <a:lnTo>
                  <a:pt x="108144" y="53873"/>
                </a:lnTo>
                <a:lnTo>
                  <a:pt x="108144" y="52005"/>
                </a:lnTo>
                <a:lnTo>
                  <a:pt x="109579" y="50570"/>
                </a:lnTo>
                <a:lnTo>
                  <a:pt x="111580" y="50570"/>
                </a:lnTo>
                <a:lnTo>
                  <a:pt x="112914" y="51905"/>
                </a:lnTo>
                <a:close/>
                <a:moveTo>
                  <a:pt x="111347" y="47835"/>
                </a:moveTo>
                <a:lnTo>
                  <a:pt x="111347" y="49203"/>
                </a:lnTo>
                <a:lnTo>
                  <a:pt x="108711" y="46568"/>
                </a:lnTo>
                <a:lnTo>
                  <a:pt x="112447" y="46568"/>
                </a:lnTo>
                <a:lnTo>
                  <a:pt x="111480" y="47568"/>
                </a:lnTo>
                <a:close/>
                <a:moveTo>
                  <a:pt x="108711" y="45800"/>
                </a:moveTo>
                <a:lnTo>
                  <a:pt x="111347" y="43132"/>
                </a:lnTo>
                <a:lnTo>
                  <a:pt x="111347" y="44700"/>
                </a:lnTo>
                <a:lnTo>
                  <a:pt x="112447" y="45800"/>
                </a:lnTo>
                <a:lnTo>
                  <a:pt x="108711" y="45800"/>
                </a:lnTo>
                <a:close/>
                <a:moveTo>
                  <a:pt x="108144" y="45233"/>
                </a:moveTo>
                <a:lnTo>
                  <a:pt x="108144" y="41497"/>
                </a:lnTo>
                <a:lnTo>
                  <a:pt x="109145" y="42465"/>
                </a:lnTo>
                <a:lnTo>
                  <a:pt x="109412" y="42598"/>
                </a:lnTo>
                <a:lnTo>
                  <a:pt x="110813" y="42598"/>
                </a:lnTo>
                <a:close/>
                <a:moveTo>
                  <a:pt x="107377" y="45233"/>
                </a:moveTo>
                <a:lnTo>
                  <a:pt x="104709" y="42598"/>
                </a:lnTo>
                <a:lnTo>
                  <a:pt x="106110" y="42598"/>
                </a:lnTo>
                <a:lnTo>
                  <a:pt x="106276" y="42598"/>
                </a:lnTo>
                <a:lnTo>
                  <a:pt x="107377" y="41497"/>
                </a:lnTo>
                <a:lnTo>
                  <a:pt x="107377" y="45233"/>
                </a:lnTo>
                <a:close/>
                <a:moveTo>
                  <a:pt x="107377" y="47135"/>
                </a:moveTo>
                <a:lnTo>
                  <a:pt x="107377" y="50871"/>
                </a:lnTo>
                <a:lnTo>
                  <a:pt x="106276" y="49770"/>
                </a:lnTo>
                <a:lnTo>
                  <a:pt x="104709" y="49770"/>
                </a:lnTo>
                <a:close/>
                <a:moveTo>
                  <a:pt x="96469" y="56575"/>
                </a:moveTo>
                <a:lnTo>
                  <a:pt x="94435" y="56575"/>
                </a:lnTo>
                <a:lnTo>
                  <a:pt x="92767" y="54874"/>
                </a:lnTo>
                <a:lnTo>
                  <a:pt x="92767" y="47135"/>
                </a:lnTo>
                <a:lnTo>
                  <a:pt x="96469" y="50871"/>
                </a:lnTo>
                <a:close/>
                <a:moveTo>
                  <a:pt x="91966" y="54874"/>
                </a:moveTo>
                <a:lnTo>
                  <a:pt x="90298" y="56575"/>
                </a:lnTo>
                <a:lnTo>
                  <a:pt x="88264" y="56575"/>
                </a:lnTo>
                <a:lnTo>
                  <a:pt x="88264" y="50871"/>
                </a:lnTo>
                <a:lnTo>
                  <a:pt x="91966" y="47135"/>
                </a:lnTo>
                <a:close/>
                <a:moveTo>
                  <a:pt x="79324" y="51905"/>
                </a:moveTo>
                <a:lnTo>
                  <a:pt x="77356" y="53873"/>
                </a:lnTo>
                <a:lnTo>
                  <a:pt x="77356" y="52005"/>
                </a:lnTo>
                <a:lnTo>
                  <a:pt x="78790" y="50570"/>
                </a:lnTo>
                <a:lnTo>
                  <a:pt x="80792" y="50570"/>
                </a:lnTo>
                <a:lnTo>
                  <a:pt x="82126" y="51905"/>
                </a:lnTo>
                <a:close/>
                <a:moveTo>
                  <a:pt x="80558" y="47835"/>
                </a:moveTo>
                <a:lnTo>
                  <a:pt x="80558" y="49203"/>
                </a:lnTo>
                <a:lnTo>
                  <a:pt x="77923" y="46568"/>
                </a:lnTo>
                <a:lnTo>
                  <a:pt x="81659" y="46568"/>
                </a:lnTo>
                <a:lnTo>
                  <a:pt x="80691" y="47568"/>
                </a:lnTo>
                <a:close/>
                <a:moveTo>
                  <a:pt x="77923" y="45800"/>
                </a:moveTo>
                <a:lnTo>
                  <a:pt x="80558" y="43132"/>
                </a:lnTo>
                <a:lnTo>
                  <a:pt x="80558" y="44700"/>
                </a:lnTo>
                <a:lnTo>
                  <a:pt x="81659" y="45800"/>
                </a:lnTo>
                <a:lnTo>
                  <a:pt x="77923" y="45800"/>
                </a:lnTo>
                <a:close/>
                <a:moveTo>
                  <a:pt x="77356" y="45233"/>
                </a:moveTo>
                <a:lnTo>
                  <a:pt x="77356" y="41497"/>
                </a:lnTo>
                <a:lnTo>
                  <a:pt x="78457" y="42598"/>
                </a:lnTo>
                <a:lnTo>
                  <a:pt x="78623" y="42598"/>
                </a:lnTo>
                <a:lnTo>
                  <a:pt x="79991" y="42598"/>
                </a:lnTo>
                <a:close/>
                <a:moveTo>
                  <a:pt x="76589" y="45233"/>
                </a:moveTo>
                <a:lnTo>
                  <a:pt x="73920" y="42598"/>
                </a:lnTo>
                <a:lnTo>
                  <a:pt x="75321" y="42598"/>
                </a:lnTo>
                <a:lnTo>
                  <a:pt x="75588" y="42465"/>
                </a:lnTo>
                <a:lnTo>
                  <a:pt x="76555" y="41497"/>
                </a:lnTo>
                <a:lnTo>
                  <a:pt x="76555" y="45233"/>
                </a:lnTo>
                <a:close/>
                <a:moveTo>
                  <a:pt x="76589" y="47135"/>
                </a:moveTo>
                <a:lnTo>
                  <a:pt x="76589" y="50871"/>
                </a:lnTo>
                <a:lnTo>
                  <a:pt x="75588" y="49903"/>
                </a:lnTo>
                <a:lnTo>
                  <a:pt x="75321" y="49770"/>
                </a:lnTo>
                <a:lnTo>
                  <a:pt x="73920" y="49770"/>
                </a:lnTo>
                <a:close/>
                <a:moveTo>
                  <a:pt x="65681" y="56575"/>
                </a:moveTo>
                <a:lnTo>
                  <a:pt x="63646" y="56575"/>
                </a:lnTo>
                <a:lnTo>
                  <a:pt x="61978" y="54874"/>
                </a:lnTo>
                <a:lnTo>
                  <a:pt x="61978" y="47135"/>
                </a:lnTo>
                <a:lnTo>
                  <a:pt x="65681" y="50871"/>
                </a:lnTo>
                <a:close/>
                <a:moveTo>
                  <a:pt x="61178" y="54874"/>
                </a:moveTo>
                <a:lnTo>
                  <a:pt x="59510" y="56575"/>
                </a:lnTo>
                <a:lnTo>
                  <a:pt x="57475" y="56575"/>
                </a:lnTo>
                <a:lnTo>
                  <a:pt x="57475" y="50871"/>
                </a:lnTo>
                <a:lnTo>
                  <a:pt x="61178" y="47135"/>
                </a:lnTo>
                <a:close/>
                <a:moveTo>
                  <a:pt x="48535" y="51905"/>
                </a:moveTo>
                <a:lnTo>
                  <a:pt x="46567" y="53873"/>
                </a:lnTo>
                <a:lnTo>
                  <a:pt x="46567" y="52005"/>
                </a:lnTo>
                <a:lnTo>
                  <a:pt x="48001" y="50570"/>
                </a:lnTo>
                <a:lnTo>
                  <a:pt x="50003" y="50570"/>
                </a:lnTo>
                <a:lnTo>
                  <a:pt x="51337" y="51905"/>
                </a:lnTo>
                <a:close/>
                <a:moveTo>
                  <a:pt x="46567" y="47135"/>
                </a:moveTo>
                <a:lnTo>
                  <a:pt x="49202" y="49770"/>
                </a:lnTo>
                <a:lnTo>
                  <a:pt x="47835" y="49770"/>
                </a:lnTo>
                <a:lnTo>
                  <a:pt x="47568" y="49903"/>
                </a:lnTo>
                <a:lnTo>
                  <a:pt x="46567" y="50871"/>
                </a:lnTo>
                <a:lnTo>
                  <a:pt x="46567" y="47135"/>
                </a:lnTo>
                <a:close/>
                <a:moveTo>
                  <a:pt x="49769" y="47835"/>
                </a:moveTo>
                <a:lnTo>
                  <a:pt x="49769" y="49203"/>
                </a:lnTo>
                <a:lnTo>
                  <a:pt x="47134" y="46568"/>
                </a:lnTo>
                <a:lnTo>
                  <a:pt x="50870" y="46568"/>
                </a:lnTo>
                <a:lnTo>
                  <a:pt x="49903" y="47568"/>
                </a:lnTo>
                <a:close/>
                <a:moveTo>
                  <a:pt x="47134" y="45800"/>
                </a:moveTo>
                <a:lnTo>
                  <a:pt x="49769" y="43132"/>
                </a:lnTo>
                <a:lnTo>
                  <a:pt x="49769" y="44700"/>
                </a:lnTo>
                <a:lnTo>
                  <a:pt x="50870" y="45800"/>
                </a:lnTo>
                <a:lnTo>
                  <a:pt x="47134" y="45800"/>
                </a:lnTo>
                <a:close/>
                <a:moveTo>
                  <a:pt x="46567" y="45233"/>
                </a:moveTo>
                <a:lnTo>
                  <a:pt x="46567" y="41497"/>
                </a:lnTo>
                <a:lnTo>
                  <a:pt x="47534" y="42465"/>
                </a:lnTo>
                <a:lnTo>
                  <a:pt x="47835" y="42598"/>
                </a:lnTo>
                <a:lnTo>
                  <a:pt x="49202" y="42598"/>
                </a:lnTo>
                <a:close/>
                <a:moveTo>
                  <a:pt x="45767" y="45233"/>
                </a:moveTo>
                <a:lnTo>
                  <a:pt x="43131" y="42598"/>
                </a:lnTo>
                <a:lnTo>
                  <a:pt x="44532" y="42598"/>
                </a:lnTo>
                <a:lnTo>
                  <a:pt x="44699" y="42598"/>
                </a:lnTo>
                <a:lnTo>
                  <a:pt x="45767" y="41497"/>
                </a:lnTo>
                <a:close/>
                <a:moveTo>
                  <a:pt x="45767" y="47135"/>
                </a:moveTo>
                <a:lnTo>
                  <a:pt x="45767" y="50871"/>
                </a:lnTo>
                <a:lnTo>
                  <a:pt x="44699" y="49770"/>
                </a:lnTo>
                <a:lnTo>
                  <a:pt x="43131" y="49770"/>
                </a:lnTo>
                <a:close/>
                <a:moveTo>
                  <a:pt x="45767" y="76022"/>
                </a:moveTo>
                <a:lnTo>
                  <a:pt x="43131" y="73387"/>
                </a:lnTo>
                <a:lnTo>
                  <a:pt x="44699" y="73387"/>
                </a:lnTo>
                <a:lnTo>
                  <a:pt x="45767" y="72286"/>
                </a:lnTo>
                <a:close/>
                <a:moveTo>
                  <a:pt x="43798" y="71285"/>
                </a:moveTo>
                <a:lnTo>
                  <a:pt x="45767" y="69317"/>
                </a:lnTo>
                <a:lnTo>
                  <a:pt x="45767" y="71152"/>
                </a:lnTo>
                <a:lnTo>
                  <a:pt x="44366" y="72586"/>
                </a:lnTo>
                <a:lnTo>
                  <a:pt x="42364" y="72586"/>
                </a:lnTo>
                <a:lnTo>
                  <a:pt x="41030" y="71285"/>
                </a:lnTo>
                <a:close/>
                <a:moveTo>
                  <a:pt x="42564" y="75321"/>
                </a:moveTo>
                <a:lnTo>
                  <a:pt x="42564" y="73954"/>
                </a:lnTo>
                <a:lnTo>
                  <a:pt x="45233" y="76589"/>
                </a:lnTo>
                <a:lnTo>
                  <a:pt x="41497" y="76589"/>
                </a:lnTo>
                <a:lnTo>
                  <a:pt x="42464" y="75588"/>
                </a:lnTo>
                <a:close/>
                <a:moveTo>
                  <a:pt x="45233" y="77356"/>
                </a:moveTo>
                <a:lnTo>
                  <a:pt x="42564" y="80025"/>
                </a:lnTo>
                <a:lnTo>
                  <a:pt x="42564" y="78457"/>
                </a:lnTo>
                <a:lnTo>
                  <a:pt x="41497" y="77356"/>
                </a:lnTo>
                <a:close/>
                <a:moveTo>
                  <a:pt x="45767" y="77923"/>
                </a:moveTo>
                <a:lnTo>
                  <a:pt x="45767" y="81659"/>
                </a:lnTo>
                <a:lnTo>
                  <a:pt x="44699" y="80559"/>
                </a:lnTo>
                <a:lnTo>
                  <a:pt x="44532" y="80559"/>
                </a:lnTo>
                <a:lnTo>
                  <a:pt x="43131" y="80559"/>
                </a:lnTo>
                <a:close/>
                <a:moveTo>
                  <a:pt x="46567" y="77923"/>
                </a:moveTo>
                <a:lnTo>
                  <a:pt x="49202" y="80559"/>
                </a:lnTo>
                <a:lnTo>
                  <a:pt x="47835" y="80559"/>
                </a:lnTo>
                <a:lnTo>
                  <a:pt x="47568" y="80692"/>
                </a:lnTo>
                <a:lnTo>
                  <a:pt x="46567" y="81659"/>
                </a:lnTo>
                <a:lnTo>
                  <a:pt x="46567" y="77923"/>
                </a:lnTo>
                <a:close/>
                <a:moveTo>
                  <a:pt x="46567" y="76022"/>
                </a:moveTo>
                <a:lnTo>
                  <a:pt x="46567" y="72286"/>
                </a:lnTo>
                <a:lnTo>
                  <a:pt x="47534" y="73253"/>
                </a:lnTo>
                <a:lnTo>
                  <a:pt x="47835" y="73387"/>
                </a:lnTo>
                <a:lnTo>
                  <a:pt x="49202" y="73387"/>
                </a:lnTo>
                <a:close/>
                <a:moveTo>
                  <a:pt x="57475" y="66582"/>
                </a:moveTo>
                <a:lnTo>
                  <a:pt x="59510" y="66582"/>
                </a:lnTo>
                <a:lnTo>
                  <a:pt x="61178" y="68283"/>
                </a:lnTo>
                <a:lnTo>
                  <a:pt x="61178" y="76022"/>
                </a:lnTo>
                <a:lnTo>
                  <a:pt x="57475" y="72286"/>
                </a:lnTo>
                <a:close/>
                <a:moveTo>
                  <a:pt x="61978" y="68283"/>
                </a:moveTo>
                <a:lnTo>
                  <a:pt x="63646" y="66582"/>
                </a:lnTo>
                <a:lnTo>
                  <a:pt x="65681" y="66582"/>
                </a:lnTo>
                <a:lnTo>
                  <a:pt x="65681" y="72286"/>
                </a:lnTo>
                <a:lnTo>
                  <a:pt x="61978" y="76022"/>
                </a:lnTo>
                <a:close/>
                <a:moveTo>
                  <a:pt x="74620" y="71285"/>
                </a:moveTo>
                <a:lnTo>
                  <a:pt x="76589" y="69317"/>
                </a:lnTo>
                <a:lnTo>
                  <a:pt x="76589" y="71152"/>
                </a:lnTo>
                <a:lnTo>
                  <a:pt x="75154" y="72586"/>
                </a:lnTo>
                <a:lnTo>
                  <a:pt x="73153" y="72586"/>
                </a:lnTo>
                <a:lnTo>
                  <a:pt x="71818" y="71285"/>
                </a:lnTo>
                <a:close/>
                <a:moveTo>
                  <a:pt x="73386" y="75321"/>
                </a:moveTo>
                <a:lnTo>
                  <a:pt x="73386" y="73954"/>
                </a:lnTo>
                <a:lnTo>
                  <a:pt x="76021" y="76589"/>
                </a:lnTo>
                <a:lnTo>
                  <a:pt x="72285" y="76589"/>
                </a:lnTo>
                <a:lnTo>
                  <a:pt x="73253" y="75588"/>
                </a:lnTo>
                <a:close/>
                <a:moveTo>
                  <a:pt x="76021" y="77356"/>
                </a:moveTo>
                <a:lnTo>
                  <a:pt x="73386" y="80025"/>
                </a:lnTo>
                <a:lnTo>
                  <a:pt x="73386" y="78457"/>
                </a:lnTo>
                <a:lnTo>
                  <a:pt x="72285" y="77356"/>
                </a:lnTo>
                <a:close/>
                <a:moveTo>
                  <a:pt x="76589" y="77923"/>
                </a:moveTo>
                <a:lnTo>
                  <a:pt x="76589" y="81659"/>
                </a:lnTo>
                <a:lnTo>
                  <a:pt x="75588" y="80692"/>
                </a:lnTo>
                <a:lnTo>
                  <a:pt x="75321" y="80559"/>
                </a:lnTo>
                <a:lnTo>
                  <a:pt x="73920" y="80559"/>
                </a:lnTo>
                <a:close/>
                <a:moveTo>
                  <a:pt x="77356" y="77923"/>
                </a:moveTo>
                <a:lnTo>
                  <a:pt x="80024" y="80559"/>
                </a:lnTo>
                <a:lnTo>
                  <a:pt x="78623" y="80559"/>
                </a:lnTo>
                <a:lnTo>
                  <a:pt x="78457" y="80559"/>
                </a:lnTo>
                <a:lnTo>
                  <a:pt x="77356" y="81659"/>
                </a:lnTo>
                <a:lnTo>
                  <a:pt x="77356" y="77923"/>
                </a:lnTo>
                <a:close/>
                <a:moveTo>
                  <a:pt x="77356" y="76022"/>
                </a:moveTo>
                <a:lnTo>
                  <a:pt x="77356" y="72286"/>
                </a:lnTo>
                <a:lnTo>
                  <a:pt x="78457" y="73387"/>
                </a:lnTo>
                <a:lnTo>
                  <a:pt x="80024" y="73387"/>
                </a:lnTo>
                <a:close/>
                <a:moveTo>
                  <a:pt x="88264" y="66582"/>
                </a:moveTo>
                <a:lnTo>
                  <a:pt x="90298" y="66582"/>
                </a:lnTo>
                <a:lnTo>
                  <a:pt x="91966" y="68283"/>
                </a:lnTo>
                <a:lnTo>
                  <a:pt x="91966" y="76022"/>
                </a:lnTo>
                <a:lnTo>
                  <a:pt x="88264" y="72286"/>
                </a:lnTo>
                <a:close/>
                <a:moveTo>
                  <a:pt x="92767" y="68283"/>
                </a:moveTo>
                <a:lnTo>
                  <a:pt x="94435" y="66582"/>
                </a:lnTo>
                <a:lnTo>
                  <a:pt x="96469" y="66582"/>
                </a:lnTo>
                <a:lnTo>
                  <a:pt x="96469" y="72286"/>
                </a:lnTo>
                <a:lnTo>
                  <a:pt x="92767" y="76022"/>
                </a:lnTo>
                <a:close/>
                <a:moveTo>
                  <a:pt x="105409" y="71285"/>
                </a:moveTo>
                <a:lnTo>
                  <a:pt x="107377" y="69317"/>
                </a:lnTo>
                <a:lnTo>
                  <a:pt x="107377" y="71152"/>
                </a:lnTo>
                <a:lnTo>
                  <a:pt x="105943" y="72586"/>
                </a:lnTo>
                <a:lnTo>
                  <a:pt x="103941" y="72586"/>
                </a:lnTo>
                <a:lnTo>
                  <a:pt x="102607" y="71285"/>
                </a:lnTo>
                <a:close/>
                <a:moveTo>
                  <a:pt x="104175" y="75321"/>
                </a:moveTo>
                <a:lnTo>
                  <a:pt x="104175" y="73954"/>
                </a:lnTo>
                <a:lnTo>
                  <a:pt x="106810" y="76589"/>
                </a:lnTo>
                <a:lnTo>
                  <a:pt x="103074" y="76589"/>
                </a:lnTo>
                <a:lnTo>
                  <a:pt x="104041" y="75588"/>
                </a:lnTo>
                <a:close/>
                <a:moveTo>
                  <a:pt x="106810" y="77356"/>
                </a:moveTo>
                <a:lnTo>
                  <a:pt x="104175" y="80025"/>
                </a:lnTo>
                <a:lnTo>
                  <a:pt x="104175" y="78457"/>
                </a:lnTo>
                <a:lnTo>
                  <a:pt x="103074" y="77356"/>
                </a:lnTo>
                <a:close/>
                <a:moveTo>
                  <a:pt x="107377" y="77923"/>
                </a:moveTo>
                <a:lnTo>
                  <a:pt x="107377" y="81659"/>
                </a:lnTo>
                <a:lnTo>
                  <a:pt x="106276" y="80559"/>
                </a:lnTo>
                <a:lnTo>
                  <a:pt x="106110" y="80559"/>
                </a:lnTo>
                <a:lnTo>
                  <a:pt x="104709" y="80559"/>
                </a:lnTo>
                <a:close/>
                <a:moveTo>
                  <a:pt x="108144" y="77923"/>
                </a:moveTo>
                <a:lnTo>
                  <a:pt x="110813" y="80559"/>
                </a:lnTo>
                <a:lnTo>
                  <a:pt x="109412" y="80559"/>
                </a:lnTo>
                <a:lnTo>
                  <a:pt x="109145" y="80692"/>
                </a:lnTo>
                <a:lnTo>
                  <a:pt x="108144" y="81659"/>
                </a:lnTo>
                <a:lnTo>
                  <a:pt x="108144" y="77923"/>
                </a:lnTo>
                <a:close/>
                <a:moveTo>
                  <a:pt x="108144" y="76022"/>
                </a:moveTo>
                <a:lnTo>
                  <a:pt x="108144" y="72286"/>
                </a:lnTo>
                <a:lnTo>
                  <a:pt x="109145" y="73253"/>
                </a:lnTo>
                <a:lnTo>
                  <a:pt x="109412" y="73387"/>
                </a:lnTo>
                <a:lnTo>
                  <a:pt x="110813" y="73387"/>
                </a:lnTo>
                <a:close/>
                <a:moveTo>
                  <a:pt x="119052" y="66582"/>
                </a:moveTo>
                <a:lnTo>
                  <a:pt x="121087" y="66582"/>
                </a:lnTo>
                <a:lnTo>
                  <a:pt x="122755" y="68283"/>
                </a:lnTo>
                <a:lnTo>
                  <a:pt x="122755" y="76022"/>
                </a:lnTo>
                <a:lnTo>
                  <a:pt x="119052" y="72286"/>
                </a:lnTo>
                <a:close/>
                <a:moveTo>
                  <a:pt x="123555" y="68283"/>
                </a:moveTo>
                <a:lnTo>
                  <a:pt x="125223" y="66582"/>
                </a:lnTo>
                <a:lnTo>
                  <a:pt x="127258" y="66582"/>
                </a:lnTo>
                <a:lnTo>
                  <a:pt x="127258" y="72286"/>
                </a:lnTo>
                <a:lnTo>
                  <a:pt x="123555" y="76022"/>
                </a:lnTo>
                <a:lnTo>
                  <a:pt x="123555" y="68283"/>
                </a:lnTo>
                <a:close/>
                <a:moveTo>
                  <a:pt x="136198" y="71285"/>
                </a:moveTo>
                <a:lnTo>
                  <a:pt x="138166" y="69317"/>
                </a:lnTo>
                <a:lnTo>
                  <a:pt x="138166" y="71152"/>
                </a:lnTo>
                <a:lnTo>
                  <a:pt x="136731" y="72586"/>
                </a:lnTo>
                <a:lnTo>
                  <a:pt x="134730" y="72586"/>
                </a:lnTo>
                <a:lnTo>
                  <a:pt x="133396" y="71285"/>
                </a:lnTo>
                <a:close/>
                <a:moveTo>
                  <a:pt x="134964" y="75321"/>
                </a:moveTo>
                <a:lnTo>
                  <a:pt x="134964" y="73954"/>
                </a:lnTo>
                <a:lnTo>
                  <a:pt x="137599" y="76589"/>
                </a:lnTo>
                <a:lnTo>
                  <a:pt x="133863" y="76589"/>
                </a:lnTo>
                <a:lnTo>
                  <a:pt x="134830" y="75588"/>
                </a:lnTo>
                <a:close/>
                <a:moveTo>
                  <a:pt x="137599" y="77356"/>
                </a:moveTo>
                <a:lnTo>
                  <a:pt x="134964" y="80025"/>
                </a:lnTo>
                <a:lnTo>
                  <a:pt x="134964" y="78457"/>
                </a:lnTo>
                <a:lnTo>
                  <a:pt x="133863" y="77356"/>
                </a:lnTo>
                <a:close/>
                <a:moveTo>
                  <a:pt x="138166" y="77923"/>
                </a:moveTo>
                <a:lnTo>
                  <a:pt x="138166" y="81659"/>
                </a:lnTo>
                <a:lnTo>
                  <a:pt x="137165" y="80692"/>
                </a:lnTo>
                <a:lnTo>
                  <a:pt x="136898" y="80559"/>
                </a:lnTo>
                <a:lnTo>
                  <a:pt x="135531" y="80559"/>
                </a:lnTo>
                <a:close/>
                <a:moveTo>
                  <a:pt x="138933" y="77923"/>
                </a:moveTo>
                <a:lnTo>
                  <a:pt x="141602" y="80559"/>
                </a:lnTo>
                <a:lnTo>
                  <a:pt x="140201" y="80559"/>
                </a:lnTo>
                <a:lnTo>
                  <a:pt x="140034" y="80559"/>
                </a:lnTo>
                <a:lnTo>
                  <a:pt x="138933" y="81659"/>
                </a:lnTo>
                <a:close/>
                <a:moveTo>
                  <a:pt x="138933" y="76022"/>
                </a:moveTo>
                <a:lnTo>
                  <a:pt x="138933" y="72286"/>
                </a:lnTo>
                <a:lnTo>
                  <a:pt x="140034" y="73387"/>
                </a:lnTo>
                <a:lnTo>
                  <a:pt x="141602" y="73387"/>
                </a:lnTo>
                <a:close/>
                <a:moveTo>
                  <a:pt x="149841" y="66582"/>
                </a:moveTo>
                <a:lnTo>
                  <a:pt x="151876" y="66582"/>
                </a:lnTo>
                <a:lnTo>
                  <a:pt x="153543" y="68283"/>
                </a:lnTo>
                <a:lnTo>
                  <a:pt x="153543" y="76022"/>
                </a:lnTo>
                <a:lnTo>
                  <a:pt x="149841" y="72286"/>
                </a:lnTo>
                <a:lnTo>
                  <a:pt x="149841" y="66582"/>
                </a:lnTo>
                <a:close/>
                <a:moveTo>
                  <a:pt x="154344" y="68283"/>
                </a:moveTo>
                <a:lnTo>
                  <a:pt x="156012" y="66582"/>
                </a:lnTo>
                <a:lnTo>
                  <a:pt x="158047" y="66582"/>
                </a:lnTo>
                <a:lnTo>
                  <a:pt x="158047" y="72286"/>
                </a:lnTo>
                <a:lnTo>
                  <a:pt x="154344" y="76022"/>
                </a:lnTo>
                <a:lnTo>
                  <a:pt x="154344" y="68283"/>
                </a:lnTo>
                <a:close/>
                <a:moveTo>
                  <a:pt x="166986" y="71285"/>
                </a:moveTo>
                <a:lnTo>
                  <a:pt x="168954" y="69317"/>
                </a:lnTo>
                <a:lnTo>
                  <a:pt x="168954" y="71152"/>
                </a:lnTo>
                <a:lnTo>
                  <a:pt x="167520" y="72586"/>
                </a:lnTo>
                <a:lnTo>
                  <a:pt x="165519" y="72586"/>
                </a:lnTo>
                <a:lnTo>
                  <a:pt x="164184" y="71285"/>
                </a:lnTo>
                <a:close/>
                <a:moveTo>
                  <a:pt x="165752" y="75321"/>
                </a:moveTo>
                <a:lnTo>
                  <a:pt x="165752" y="73954"/>
                </a:lnTo>
                <a:lnTo>
                  <a:pt x="168387" y="76589"/>
                </a:lnTo>
                <a:lnTo>
                  <a:pt x="164651" y="76589"/>
                </a:lnTo>
                <a:lnTo>
                  <a:pt x="165619" y="75588"/>
                </a:lnTo>
                <a:close/>
                <a:moveTo>
                  <a:pt x="168387" y="77356"/>
                </a:moveTo>
                <a:lnTo>
                  <a:pt x="165752" y="80025"/>
                </a:lnTo>
                <a:lnTo>
                  <a:pt x="165752" y="78457"/>
                </a:lnTo>
                <a:lnTo>
                  <a:pt x="164651" y="77356"/>
                </a:lnTo>
                <a:close/>
                <a:moveTo>
                  <a:pt x="168954" y="77923"/>
                </a:moveTo>
                <a:lnTo>
                  <a:pt x="168954" y="81659"/>
                </a:lnTo>
                <a:lnTo>
                  <a:pt x="167854" y="80559"/>
                </a:lnTo>
                <a:lnTo>
                  <a:pt x="167687" y="80559"/>
                </a:lnTo>
                <a:lnTo>
                  <a:pt x="166319" y="80559"/>
                </a:lnTo>
                <a:close/>
                <a:moveTo>
                  <a:pt x="169755" y="77923"/>
                </a:moveTo>
                <a:lnTo>
                  <a:pt x="172390" y="80559"/>
                </a:lnTo>
                <a:lnTo>
                  <a:pt x="170989" y="80559"/>
                </a:lnTo>
                <a:lnTo>
                  <a:pt x="170722" y="80692"/>
                </a:lnTo>
                <a:lnTo>
                  <a:pt x="169755" y="81659"/>
                </a:lnTo>
                <a:lnTo>
                  <a:pt x="169755" y="77923"/>
                </a:lnTo>
                <a:close/>
                <a:moveTo>
                  <a:pt x="169755" y="76022"/>
                </a:moveTo>
                <a:lnTo>
                  <a:pt x="169755" y="72286"/>
                </a:lnTo>
                <a:lnTo>
                  <a:pt x="170722" y="73253"/>
                </a:lnTo>
                <a:lnTo>
                  <a:pt x="170989" y="73387"/>
                </a:lnTo>
                <a:lnTo>
                  <a:pt x="172390" y="73387"/>
                </a:lnTo>
                <a:close/>
                <a:moveTo>
                  <a:pt x="180629" y="66582"/>
                </a:moveTo>
                <a:lnTo>
                  <a:pt x="182664" y="66582"/>
                </a:lnTo>
                <a:lnTo>
                  <a:pt x="184332" y="68283"/>
                </a:lnTo>
                <a:lnTo>
                  <a:pt x="184332" y="76022"/>
                </a:lnTo>
                <a:lnTo>
                  <a:pt x="180629" y="72286"/>
                </a:lnTo>
                <a:lnTo>
                  <a:pt x="180629" y="66582"/>
                </a:lnTo>
                <a:close/>
                <a:moveTo>
                  <a:pt x="185133" y="68283"/>
                </a:moveTo>
                <a:lnTo>
                  <a:pt x="186801" y="66582"/>
                </a:lnTo>
                <a:lnTo>
                  <a:pt x="188835" y="66582"/>
                </a:lnTo>
                <a:lnTo>
                  <a:pt x="188835" y="72286"/>
                </a:lnTo>
                <a:lnTo>
                  <a:pt x="185133" y="76022"/>
                </a:lnTo>
                <a:lnTo>
                  <a:pt x="185133" y="68283"/>
                </a:lnTo>
                <a:close/>
                <a:moveTo>
                  <a:pt x="197775" y="71285"/>
                </a:moveTo>
                <a:lnTo>
                  <a:pt x="199743" y="69317"/>
                </a:lnTo>
                <a:lnTo>
                  <a:pt x="199743" y="71152"/>
                </a:lnTo>
                <a:lnTo>
                  <a:pt x="198309" y="72586"/>
                </a:lnTo>
                <a:lnTo>
                  <a:pt x="196307" y="72586"/>
                </a:lnTo>
                <a:lnTo>
                  <a:pt x="194973" y="71285"/>
                </a:lnTo>
                <a:close/>
                <a:moveTo>
                  <a:pt x="199743" y="76022"/>
                </a:moveTo>
                <a:lnTo>
                  <a:pt x="197108" y="73387"/>
                </a:lnTo>
                <a:lnTo>
                  <a:pt x="198476" y="73387"/>
                </a:lnTo>
                <a:lnTo>
                  <a:pt x="198776" y="73253"/>
                </a:lnTo>
                <a:lnTo>
                  <a:pt x="199743" y="72286"/>
                </a:lnTo>
                <a:lnTo>
                  <a:pt x="199743" y="76022"/>
                </a:lnTo>
                <a:close/>
                <a:moveTo>
                  <a:pt x="196541" y="75321"/>
                </a:moveTo>
                <a:lnTo>
                  <a:pt x="196541" y="73954"/>
                </a:lnTo>
                <a:lnTo>
                  <a:pt x="199176" y="76589"/>
                </a:lnTo>
                <a:lnTo>
                  <a:pt x="195440" y="76589"/>
                </a:lnTo>
                <a:lnTo>
                  <a:pt x="196407" y="75588"/>
                </a:lnTo>
                <a:close/>
                <a:moveTo>
                  <a:pt x="199176" y="77356"/>
                </a:moveTo>
                <a:lnTo>
                  <a:pt x="196541" y="80025"/>
                </a:lnTo>
                <a:lnTo>
                  <a:pt x="196541" y="78457"/>
                </a:lnTo>
                <a:lnTo>
                  <a:pt x="195440" y="77356"/>
                </a:lnTo>
                <a:close/>
                <a:moveTo>
                  <a:pt x="199743" y="77923"/>
                </a:moveTo>
                <a:lnTo>
                  <a:pt x="199743" y="81659"/>
                </a:lnTo>
                <a:lnTo>
                  <a:pt x="198776" y="80692"/>
                </a:lnTo>
                <a:lnTo>
                  <a:pt x="198476" y="80559"/>
                </a:lnTo>
                <a:lnTo>
                  <a:pt x="197108" y="80559"/>
                </a:lnTo>
                <a:close/>
                <a:moveTo>
                  <a:pt x="200544" y="77923"/>
                </a:moveTo>
                <a:lnTo>
                  <a:pt x="203179" y="80559"/>
                </a:lnTo>
                <a:lnTo>
                  <a:pt x="201778" y="80559"/>
                </a:lnTo>
                <a:lnTo>
                  <a:pt x="201644" y="80559"/>
                </a:lnTo>
                <a:lnTo>
                  <a:pt x="200544" y="81659"/>
                </a:lnTo>
                <a:close/>
                <a:moveTo>
                  <a:pt x="200544" y="76022"/>
                </a:moveTo>
                <a:lnTo>
                  <a:pt x="200544" y="72286"/>
                </a:lnTo>
                <a:lnTo>
                  <a:pt x="201644" y="73387"/>
                </a:lnTo>
                <a:lnTo>
                  <a:pt x="203179" y="73387"/>
                </a:lnTo>
                <a:close/>
                <a:moveTo>
                  <a:pt x="200544" y="54974"/>
                </a:moveTo>
                <a:lnTo>
                  <a:pt x="202812" y="52672"/>
                </a:lnTo>
                <a:lnTo>
                  <a:pt x="206081" y="52672"/>
                </a:lnTo>
                <a:lnTo>
                  <a:pt x="207749" y="54373"/>
                </a:lnTo>
                <a:lnTo>
                  <a:pt x="203679" y="54373"/>
                </a:lnTo>
                <a:lnTo>
                  <a:pt x="203412" y="54473"/>
                </a:lnTo>
                <a:lnTo>
                  <a:pt x="200544" y="57342"/>
                </a:lnTo>
                <a:close/>
                <a:moveTo>
                  <a:pt x="205848" y="51338"/>
                </a:moveTo>
                <a:lnTo>
                  <a:pt x="204513" y="50003"/>
                </a:lnTo>
                <a:lnTo>
                  <a:pt x="204513" y="48002"/>
                </a:lnTo>
                <a:lnTo>
                  <a:pt x="205948" y="46568"/>
                </a:lnTo>
                <a:lnTo>
                  <a:pt x="207816" y="46568"/>
                </a:lnTo>
                <a:lnTo>
                  <a:pt x="205848" y="48536"/>
                </a:lnTo>
                <a:close/>
                <a:moveTo>
                  <a:pt x="205948" y="45800"/>
                </a:moveTo>
                <a:lnTo>
                  <a:pt x="204513" y="44366"/>
                </a:lnTo>
                <a:lnTo>
                  <a:pt x="204513" y="42365"/>
                </a:lnTo>
                <a:lnTo>
                  <a:pt x="205848" y="41030"/>
                </a:lnTo>
                <a:lnTo>
                  <a:pt x="205848" y="43832"/>
                </a:lnTo>
                <a:lnTo>
                  <a:pt x="207816" y="45800"/>
                </a:lnTo>
                <a:lnTo>
                  <a:pt x="205948" y="45800"/>
                </a:lnTo>
                <a:close/>
                <a:moveTo>
                  <a:pt x="203979" y="41797"/>
                </a:moveTo>
                <a:lnTo>
                  <a:pt x="201945" y="41797"/>
                </a:lnTo>
                <a:lnTo>
                  <a:pt x="200544" y="40363"/>
                </a:lnTo>
                <a:lnTo>
                  <a:pt x="200544" y="38495"/>
                </a:lnTo>
                <a:lnTo>
                  <a:pt x="202512" y="40463"/>
                </a:lnTo>
                <a:lnTo>
                  <a:pt x="202645" y="40463"/>
                </a:lnTo>
                <a:lnTo>
                  <a:pt x="205280" y="40463"/>
                </a:lnTo>
                <a:close/>
                <a:moveTo>
                  <a:pt x="199743" y="40363"/>
                </a:moveTo>
                <a:lnTo>
                  <a:pt x="198309" y="41797"/>
                </a:lnTo>
                <a:lnTo>
                  <a:pt x="196307" y="41797"/>
                </a:lnTo>
                <a:lnTo>
                  <a:pt x="194973" y="40463"/>
                </a:lnTo>
                <a:lnTo>
                  <a:pt x="197775" y="40463"/>
                </a:lnTo>
                <a:lnTo>
                  <a:pt x="199743" y="38495"/>
                </a:lnTo>
                <a:lnTo>
                  <a:pt x="199743" y="40363"/>
                </a:lnTo>
                <a:close/>
                <a:moveTo>
                  <a:pt x="194339" y="46568"/>
                </a:moveTo>
                <a:lnTo>
                  <a:pt x="195740" y="48002"/>
                </a:lnTo>
                <a:lnTo>
                  <a:pt x="195740" y="50003"/>
                </a:lnTo>
                <a:lnTo>
                  <a:pt x="194439" y="51338"/>
                </a:lnTo>
                <a:lnTo>
                  <a:pt x="194439" y="48536"/>
                </a:lnTo>
                <a:lnTo>
                  <a:pt x="192471" y="46568"/>
                </a:lnTo>
                <a:lnTo>
                  <a:pt x="194339" y="46568"/>
                </a:lnTo>
                <a:close/>
                <a:moveTo>
                  <a:pt x="175059" y="48536"/>
                </a:moveTo>
                <a:lnTo>
                  <a:pt x="175059" y="51338"/>
                </a:lnTo>
                <a:lnTo>
                  <a:pt x="173725" y="50003"/>
                </a:lnTo>
                <a:lnTo>
                  <a:pt x="173725" y="48002"/>
                </a:lnTo>
                <a:lnTo>
                  <a:pt x="175159" y="46568"/>
                </a:lnTo>
                <a:lnTo>
                  <a:pt x="177027" y="46568"/>
                </a:lnTo>
                <a:close/>
                <a:moveTo>
                  <a:pt x="175159" y="45800"/>
                </a:moveTo>
                <a:lnTo>
                  <a:pt x="173725" y="44366"/>
                </a:lnTo>
                <a:lnTo>
                  <a:pt x="173725" y="42365"/>
                </a:lnTo>
                <a:lnTo>
                  <a:pt x="175059" y="41030"/>
                </a:lnTo>
                <a:lnTo>
                  <a:pt x="175059" y="43832"/>
                </a:lnTo>
                <a:lnTo>
                  <a:pt x="177027" y="45800"/>
                </a:lnTo>
                <a:lnTo>
                  <a:pt x="175159" y="45800"/>
                </a:lnTo>
                <a:close/>
                <a:moveTo>
                  <a:pt x="173191" y="41797"/>
                </a:moveTo>
                <a:lnTo>
                  <a:pt x="171156" y="41797"/>
                </a:lnTo>
                <a:lnTo>
                  <a:pt x="169755" y="40363"/>
                </a:lnTo>
                <a:lnTo>
                  <a:pt x="169755" y="38495"/>
                </a:lnTo>
                <a:lnTo>
                  <a:pt x="171723" y="40463"/>
                </a:lnTo>
                <a:lnTo>
                  <a:pt x="174492" y="40463"/>
                </a:lnTo>
                <a:close/>
                <a:moveTo>
                  <a:pt x="168954" y="40363"/>
                </a:moveTo>
                <a:lnTo>
                  <a:pt x="167520" y="41797"/>
                </a:lnTo>
                <a:lnTo>
                  <a:pt x="165519" y="41797"/>
                </a:lnTo>
                <a:lnTo>
                  <a:pt x="164184" y="40463"/>
                </a:lnTo>
                <a:lnTo>
                  <a:pt x="166820" y="40463"/>
                </a:lnTo>
                <a:lnTo>
                  <a:pt x="166986" y="40463"/>
                </a:lnTo>
                <a:lnTo>
                  <a:pt x="168954" y="38495"/>
                </a:lnTo>
                <a:lnTo>
                  <a:pt x="168954" y="40363"/>
                </a:lnTo>
                <a:close/>
                <a:moveTo>
                  <a:pt x="163517" y="46568"/>
                </a:moveTo>
                <a:lnTo>
                  <a:pt x="164952" y="48002"/>
                </a:lnTo>
                <a:lnTo>
                  <a:pt x="164952" y="50003"/>
                </a:lnTo>
                <a:lnTo>
                  <a:pt x="163651" y="51338"/>
                </a:lnTo>
                <a:lnTo>
                  <a:pt x="163651" y="48536"/>
                </a:lnTo>
                <a:lnTo>
                  <a:pt x="161649" y="46568"/>
                </a:lnTo>
                <a:lnTo>
                  <a:pt x="163517" y="46568"/>
                </a:lnTo>
                <a:close/>
                <a:moveTo>
                  <a:pt x="144270" y="48536"/>
                </a:moveTo>
                <a:lnTo>
                  <a:pt x="144270" y="51338"/>
                </a:lnTo>
                <a:lnTo>
                  <a:pt x="142936" y="50003"/>
                </a:lnTo>
                <a:lnTo>
                  <a:pt x="142936" y="48002"/>
                </a:lnTo>
                <a:lnTo>
                  <a:pt x="144370" y="46568"/>
                </a:lnTo>
                <a:lnTo>
                  <a:pt x="146238" y="46568"/>
                </a:lnTo>
                <a:close/>
                <a:moveTo>
                  <a:pt x="144370" y="45800"/>
                </a:moveTo>
                <a:lnTo>
                  <a:pt x="142936" y="44366"/>
                </a:lnTo>
                <a:lnTo>
                  <a:pt x="142936" y="42365"/>
                </a:lnTo>
                <a:lnTo>
                  <a:pt x="144270" y="41030"/>
                </a:lnTo>
                <a:lnTo>
                  <a:pt x="144270" y="43832"/>
                </a:lnTo>
                <a:lnTo>
                  <a:pt x="146238" y="45800"/>
                </a:lnTo>
                <a:lnTo>
                  <a:pt x="144370" y="45800"/>
                </a:lnTo>
                <a:close/>
                <a:moveTo>
                  <a:pt x="142369" y="41797"/>
                </a:moveTo>
                <a:lnTo>
                  <a:pt x="140367" y="41797"/>
                </a:lnTo>
                <a:lnTo>
                  <a:pt x="138933" y="40363"/>
                </a:lnTo>
                <a:lnTo>
                  <a:pt x="138933" y="38495"/>
                </a:lnTo>
                <a:lnTo>
                  <a:pt x="140901" y="40463"/>
                </a:lnTo>
                <a:lnTo>
                  <a:pt x="141068" y="40463"/>
                </a:lnTo>
                <a:lnTo>
                  <a:pt x="143703" y="40463"/>
                </a:lnTo>
                <a:close/>
                <a:moveTo>
                  <a:pt x="138166" y="40363"/>
                </a:moveTo>
                <a:lnTo>
                  <a:pt x="136731" y="41797"/>
                </a:lnTo>
                <a:lnTo>
                  <a:pt x="134730" y="41797"/>
                </a:lnTo>
                <a:lnTo>
                  <a:pt x="133396" y="40463"/>
                </a:lnTo>
                <a:lnTo>
                  <a:pt x="136198" y="40463"/>
                </a:lnTo>
                <a:lnTo>
                  <a:pt x="138166" y="38495"/>
                </a:lnTo>
                <a:close/>
                <a:moveTo>
                  <a:pt x="132729" y="46568"/>
                </a:moveTo>
                <a:lnTo>
                  <a:pt x="134163" y="48002"/>
                </a:lnTo>
                <a:lnTo>
                  <a:pt x="134163" y="50003"/>
                </a:lnTo>
                <a:lnTo>
                  <a:pt x="132862" y="51338"/>
                </a:lnTo>
                <a:lnTo>
                  <a:pt x="132862" y="48536"/>
                </a:lnTo>
                <a:lnTo>
                  <a:pt x="130894" y="46568"/>
                </a:lnTo>
                <a:lnTo>
                  <a:pt x="132729" y="46568"/>
                </a:lnTo>
                <a:close/>
                <a:moveTo>
                  <a:pt x="113482" y="48536"/>
                </a:moveTo>
                <a:lnTo>
                  <a:pt x="113482" y="51338"/>
                </a:lnTo>
                <a:lnTo>
                  <a:pt x="112147" y="50003"/>
                </a:lnTo>
                <a:lnTo>
                  <a:pt x="112147" y="48002"/>
                </a:lnTo>
                <a:lnTo>
                  <a:pt x="113582" y="46568"/>
                </a:lnTo>
                <a:lnTo>
                  <a:pt x="115450" y="46568"/>
                </a:lnTo>
                <a:close/>
                <a:moveTo>
                  <a:pt x="113582" y="45800"/>
                </a:moveTo>
                <a:lnTo>
                  <a:pt x="112147" y="44366"/>
                </a:lnTo>
                <a:lnTo>
                  <a:pt x="112147" y="42365"/>
                </a:lnTo>
                <a:lnTo>
                  <a:pt x="113482" y="41030"/>
                </a:lnTo>
                <a:lnTo>
                  <a:pt x="113482" y="43832"/>
                </a:lnTo>
                <a:lnTo>
                  <a:pt x="115450" y="45800"/>
                </a:lnTo>
                <a:lnTo>
                  <a:pt x="113582" y="45800"/>
                </a:lnTo>
                <a:close/>
                <a:moveTo>
                  <a:pt x="111580" y="41797"/>
                </a:moveTo>
                <a:lnTo>
                  <a:pt x="109579" y="41797"/>
                </a:lnTo>
                <a:lnTo>
                  <a:pt x="108144" y="40363"/>
                </a:lnTo>
                <a:lnTo>
                  <a:pt x="108144" y="38495"/>
                </a:lnTo>
                <a:lnTo>
                  <a:pt x="110112" y="40463"/>
                </a:lnTo>
                <a:lnTo>
                  <a:pt x="112914" y="40463"/>
                </a:lnTo>
                <a:close/>
                <a:moveTo>
                  <a:pt x="107377" y="40363"/>
                </a:moveTo>
                <a:lnTo>
                  <a:pt x="105943" y="41797"/>
                </a:lnTo>
                <a:lnTo>
                  <a:pt x="103941" y="41797"/>
                </a:lnTo>
                <a:lnTo>
                  <a:pt x="102607" y="40463"/>
                </a:lnTo>
                <a:lnTo>
                  <a:pt x="105242" y="40463"/>
                </a:lnTo>
                <a:lnTo>
                  <a:pt x="105376" y="40463"/>
                </a:lnTo>
                <a:lnTo>
                  <a:pt x="107344" y="38495"/>
                </a:lnTo>
                <a:lnTo>
                  <a:pt x="107344" y="40363"/>
                </a:lnTo>
                <a:close/>
                <a:moveTo>
                  <a:pt x="101940" y="46568"/>
                </a:moveTo>
                <a:lnTo>
                  <a:pt x="103374" y="48002"/>
                </a:lnTo>
                <a:lnTo>
                  <a:pt x="103374" y="50003"/>
                </a:lnTo>
                <a:lnTo>
                  <a:pt x="102040" y="51338"/>
                </a:lnTo>
                <a:lnTo>
                  <a:pt x="102040" y="48536"/>
                </a:lnTo>
                <a:lnTo>
                  <a:pt x="100072" y="46568"/>
                </a:lnTo>
                <a:lnTo>
                  <a:pt x="101940" y="46568"/>
                </a:lnTo>
                <a:close/>
                <a:moveTo>
                  <a:pt x="82660" y="48536"/>
                </a:moveTo>
                <a:lnTo>
                  <a:pt x="82660" y="51338"/>
                </a:lnTo>
                <a:lnTo>
                  <a:pt x="81359" y="50003"/>
                </a:lnTo>
                <a:lnTo>
                  <a:pt x="81359" y="48002"/>
                </a:lnTo>
                <a:lnTo>
                  <a:pt x="82793" y="46568"/>
                </a:lnTo>
                <a:lnTo>
                  <a:pt x="84628" y="46568"/>
                </a:lnTo>
                <a:close/>
                <a:moveTo>
                  <a:pt x="82793" y="45800"/>
                </a:moveTo>
                <a:lnTo>
                  <a:pt x="81359" y="44366"/>
                </a:lnTo>
                <a:lnTo>
                  <a:pt x="81359" y="42365"/>
                </a:lnTo>
                <a:lnTo>
                  <a:pt x="82660" y="41030"/>
                </a:lnTo>
                <a:lnTo>
                  <a:pt x="82660" y="43832"/>
                </a:lnTo>
                <a:lnTo>
                  <a:pt x="84628" y="45800"/>
                </a:lnTo>
                <a:lnTo>
                  <a:pt x="82793" y="45800"/>
                </a:lnTo>
                <a:close/>
                <a:moveTo>
                  <a:pt x="80792" y="41797"/>
                </a:moveTo>
                <a:lnTo>
                  <a:pt x="78790" y="41797"/>
                </a:lnTo>
                <a:lnTo>
                  <a:pt x="77356" y="40363"/>
                </a:lnTo>
                <a:lnTo>
                  <a:pt x="77356" y="38495"/>
                </a:lnTo>
                <a:lnTo>
                  <a:pt x="79324" y="40463"/>
                </a:lnTo>
                <a:lnTo>
                  <a:pt x="79491" y="40463"/>
                </a:lnTo>
                <a:lnTo>
                  <a:pt x="82092" y="40463"/>
                </a:lnTo>
                <a:close/>
                <a:moveTo>
                  <a:pt x="76589" y="40363"/>
                </a:moveTo>
                <a:lnTo>
                  <a:pt x="75154" y="41797"/>
                </a:lnTo>
                <a:lnTo>
                  <a:pt x="73153" y="41797"/>
                </a:lnTo>
                <a:lnTo>
                  <a:pt x="71818" y="40463"/>
                </a:lnTo>
                <a:lnTo>
                  <a:pt x="74620" y="40463"/>
                </a:lnTo>
                <a:lnTo>
                  <a:pt x="76589" y="38495"/>
                </a:lnTo>
                <a:close/>
                <a:moveTo>
                  <a:pt x="71151" y="46568"/>
                </a:moveTo>
                <a:lnTo>
                  <a:pt x="72586" y="48002"/>
                </a:lnTo>
                <a:lnTo>
                  <a:pt x="72586" y="50003"/>
                </a:lnTo>
                <a:lnTo>
                  <a:pt x="71251" y="51338"/>
                </a:lnTo>
                <a:lnTo>
                  <a:pt x="71251" y="48536"/>
                </a:lnTo>
                <a:lnTo>
                  <a:pt x="69283" y="46568"/>
                </a:lnTo>
                <a:lnTo>
                  <a:pt x="71151" y="46568"/>
                </a:lnTo>
                <a:close/>
                <a:moveTo>
                  <a:pt x="51871" y="48536"/>
                </a:moveTo>
                <a:lnTo>
                  <a:pt x="51871" y="51338"/>
                </a:lnTo>
                <a:lnTo>
                  <a:pt x="50570" y="50003"/>
                </a:lnTo>
                <a:lnTo>
                  <a:pt x="50570" y="48002"/>
                </a:lnTo>
                <a:lnTo>
                  <a:pt x="51971" y="46568"/>
                </a:lnTo>
                <a:lnTo>
                  <a:pt x="53839" y="46568"/>
                </a:lnTo>
                <a:close/>
                <a:moveTo>
                  <a:pt x="51971" y="45800"/>
                </a:moveTo>
                <a:lnTo>
                  <a:pt x="50570" y="44366"/>
                </a:lnTo>
                <a:lnTo>
                  <a:pt x="50570" y="42365"/>
                </a:lnTo>
                <a:lnTo>
                  <a:pt x="51871" y="41030"/>
                </a:lnTo>
                <a:lnTo>
                  <a:pt x="51871" y="43832"/>
                </a:lnTo>
                <a:lnTo>
                  <a:pt x="53839" y="45800"/>
                </a:lnTo>
                <a:lnTo>
                  <a:pt x="51971" y="45800"/>
                </a:lnTo>
                <a:close/>
                <a:moveTo>
                  <a:pt x="50003" y="41797"/>
                </a:moveTo>
                <a:lnTo>
                  <a:pt x="48001" y="41797"/>
                </a:lnTo>
                <a:lnTo>
                  <a:pt x="46567" y="40363"/>
                </a:lnTo>
                <a:lnTo>
                  <a:pt x="46567" y="38495"/>
                </a:lnTo>
                <a:lnTo>
                  <a:pt x="48535" y="40463"/>
                </a:lnTo>
                <a:lnTo>
                  <a:pt x="51337" y="40463"/>
                </a:lnTo>
                <a:close/>
                <a:moveTo>
                  <a:pt x="45767" y="40363"/>
                </a:moveTo>
                <a:lnTo>
                  <a:pt x="44366" y="41797"/>
                </a:lnTo>
                <a:lnTo>
                  <a:pt x="42364" y="41797"/>
                </a:lnTo>
                <a:lnTo>
                  <a:pt x="41030" y="40463"/>
                </a:lnTo>
                <a:lnTo>
                  <a:pt x="43665" y="40463"/>
                </a:lnTo>
                <a:lnTo>
                  <a:pt x="43798" y="40463"/>
                </a:lnTo>
                <a:lnTo>
                  <a:pt x="45767" y="38495"/>
                </a:lnTo>
                <a:close/>
                <a:moveTo>
                  <a:pt x="40363" y="46568"/>
                </a:moveTo>
                <a:lnTo>
                  <a:pt x="41797" y="48002"/>
                </a:lnTo>
                <a:lnTo>
                  <a:pt x="41797" y="50003"/>
                </a:lnTo>
                <a:lnTo>
                  <a:pt x="40463" y="51338"/>
                </a:lnTo>
                <a:lnTo>
                  <a:pt x="40463" y="48536"/>
                </a:lnTo>
                <a:lnTo>
                  <a:pt x="38495" y="46568"/>
                </a:lnTo>
                <a:lnTo>
                  <a:pt x="40363" y="46568"/>
                </a:lnTo>
                <a:close/>
                <a:moveTo>
                  <a:pt x="40229" y="52672"/>
                </a:moveTo>
                <a:lnTo>
                  <a:pt x="43498" y="52672"/>
                </a:lnTo>
                <a:lnTo>
                  <a:pt x="45767" y="54974"/>
                </a:lnTo>
                <a:lnTo>
                  <a:pt x="45767" y="57342"/>
                </a:lnTo>
                <a:lnTo>
                  <a:pt x="42898" y="54473"/>
                </a:lnTo>
                <a:lnTo>
                  <a:pt x="42631" y="54340"/>
                </a:lnTo>
                <a:lnTo>
                  <a:pt x="38561" y="54340"/>
                </a:lnTo>
                <a:close/>
                <a:moveTo>
                  <a:pt x="45767" y="64714"/>
                </a:moveTo>
                <a:lnTo>
                  <a:pt x="42464" y="68016"/>
                </a:lnTo>
                <a:lnTo>
                  <a:pt x="37761" y="68016"/>
                </a:lnTo>
                <a:lnTo>
                  <a:pt x="36226" y="66482"/>
                </a:lnTo>
                <a:lnTo>
                  <a:pt x="41830" y="66482"/>
                </a:lnTo>
                <a:lnTo>
                  <a:pt x="45767" y="62546"/>
                </a:lnTo>
                <a:lnTo>
                  <a:pt x="45767" y="64714"/>
                </a:lnTo>
                <a:close/>
                <a:moveTo>
                  <a:pt x="40463" y="74621"/>
                </a:moveTo>
                <a:lnTo>
                  <a:pt x="40463" y="71819"/>
                </a:lnTo>
                <a:lnTo>
                  <a:pt x="41797" y="73153"/>
                </a:lnTo>
                <a:lnTo>
                  <a:pt x="41797" y="75155"/>
                </a:lnTo>
                <a:lnTo>
                  <a:pt x="40363" y="76589"/>
                </a:lnTo>
                <a:lnTo>
                  <a:pt x="38495" y="76589"/>
                </a:lnTo>
                <a:close/>
                <a:moveTo>
                  <a:pt x="40363" y="77356"/>
                </a:moveTo>
                <a:lnTo>
                  <a:pt x="41797" y="78791"/>
                </a:lnTo>
                <a:lnTo>
                  <a:pt x="41797" y="80792"/>
                </a:lnTo>
                <a:lnTo>
                  <a:pt x="40463" y="82126"/>
                </a:lnTo>
                <a:lnTo>
                  <a:pt x="40463" y="79324"/>
                </a:lnTo>
                <a:lnTo>
                  <a:pt x="38495" y="77356"/>
                </a:lnTo>
                <a:close/>
                <a:moveTo>
                  <a:pt x="42364" y="81359"/>
                </a:moveTo>
                <a:lnTo>
                  <a:pt x="44366" y="81359"/>
                </a:lnTo>
                <a:lnTo>
                  <a:pt x="45767" y="82794"/>
                </a:lnTo>
                <a:lnTo>
                  <a:pt x="45767" y="84662"/>
                </a:lnTo>
                <a:lnTo>
                  <a:pt x="43798" y="82693"/>
                </a:lnTo>
                <a:lnTo>
                  <a:pt x="43665" y="82693"/>
                </a:lnTo>
                <a:lnTo>
                  <a:pt x="41030" y="82693"/>
                </a:lnTo>
                <a:close/>
                <a:moveTo>
                  <a:pt x="46567" y="82794"/>
                </a:moveTo>
                <a:lnTo>
                  <a:pt x="48001" y="81359"/>
                </a:lnTo>
                <a:lnTo>
                  <a:pt x="50003" y="81359"/>
                </a:lnTo>
                <a:lnTo>
                  <a:pt x="51337" y="82693"/>
                </a:lnTo>
                <a:lnTo>
                  <a:pt x="48535" y="82693"/>
                </a:lnTo>
                <a:lnTo>
                  <a:pt x="46567" y="84662"/>
                </a:lnTo>
                <a:lnTo>
                  <a:pt x="46567" y="82794"/>
                </a:lnTo>
                <a:close/>
                <a:moveTo>
                  <a:pt x="51971" y="76589"/>
                </a:moveTo>
                <a:lnTo>
                  <a:pt x="50570" y="75155"/>
                </a:lnTo>
                <a:lnTo>
                  <a:pt x="50570" y="73153"/>
                </a:lnTo>
                <a:lnTo>
                  <a:pt x="51871" y="71819"/>
                </a:lnTo>
                <a:lnTo>
                  <a:pt x="51871" y="74621"/>
                </a:lnTo>
                <a:lnTo>
                  <a:pt x="53839" y="76589"/>
                </a:lnTo>
                <a:close/>
                <a:moveTo>
                  <a:pt x="71251" y="74621"/>
                </a:moveTo>
                <a:lnTo>
                  <a:pt x="71251" y="71819"/>
                </a:lnTo>
                <a:lnTo>
                  <a:pt x="72586" y="73153"/>
                </a:lnTo>
                <a:lnTo>
                  <a:pt x="72586" y="75155"/>
                </a:lnTo>
                <a:lnTo>
                  <a:pt x="71151" y="76589"/>
                </a:lnTo>
                <a:lnTo>
                  <a:pt x="69283" y="76589"/>
                </a:lnTo>
                <a:close/>
                <a:moveTo>
                  <a:pt x="71151" y="77356"/>
                </a:moveTo>
                <a:lnTo>
                  <a:pt x="72586" y="78791"/>
                </a:lnTo>
                <a:lnTo>
                  <a:pt x="72586" y="80792"/>
                </a:lnTo>
                <a:lnTo>
                  <a:pt x="71251" y="82126"/>
                </a:lnTo>
                <a:lnTo>
                  <a:pt x="71251" y="79324"/>
                </a:lnTo>
                <a:lnTo>
                  <a:pt x="69283" y="77356"/>
                </a:lnTo>
                <a:close/>
                <a:moveTo>
                  <a:pt x="73153" y="81359"/>
                </a:moveTo>
                <a:lnTo>
                  <a:pt x="75154" y="81359"/>
                </a:lnTo>
                <a:lnTo>
                  <a:pt x="76555" y="82794"/>
                </a:lnTo>
                <a:lnTo>
                  <a:pt x="76555" y="84662"/>
                </a:lnTo>
                <a:lnTo>
                  <a:pt x="74587" y="82693"/>
                </a:lnTo>
                <a:lnTo>
                  <a:pt x="71818" y="82693"/>
                </a:lnTo>
                <a:close/>
                <a:moveTo>
                  <a:pt x="77356" y="82794"/>
                </a:moveTo>
                <a:lnTo>
                  <a:pt x="78790" y="81359"/>
                </a:lnTo>
                <a:lnTo>
                  <a:pt x="80792" y="81359"/>
                </a:lnTo>
                <a:lnTo>
                  <a:pt x="82126" y="82693"/>
                </a:lnTo>
                <a:lnTo>
                  <a:pt x="79491" y="82693"/>
                </a:lnTo>
                <a:lnTo>
                  <a:pt x="79324" y="82693"/>
                </a:lnTo>
                <a:lnTo>
                  <a:pt x="77356" y="84662"/>
                </a:lnTo>
                <a:lnTo>
                  <a:pt x="77356" y="82794"/>
                </a:lnTo>
                <a:close/>
                <a:moveTo>
                  <a:pt x="82793" y="76589"/>
                </a:moveTo>
                <a:lnTo>
                  <a:pt x="81359" y="75155"/>
                </a:lnTo>
                <a:lnTo>
                  <a:pt x="81359" y="73153"/>
                </a:lnTo>
                <a:lnTo>
                  <a:pt x="82660" y="71819"/>
                </a:lnTo>
                <a:lnTo>
                  <a:pt x="82660" y="74621"/>
                </a:lnTo>
                <a:lnTo>
                  <a:pt x="84628" y="76589"/>
                </a:lnTo>
                <a:close/>
                <a:moveTo>
                  <a:pt x="102040" y="74621"/>
                </a:moveTo>
                <a:lnTo>
                  <a:pt x="102040" y="71819"/>
                </a:lnTo>
                <a:lnTo>
                  <a:pt x="103374" y="73153"/>
                </a:lnTo>
                <a:lnTo>
                  <a:pt x="103374" y="75155"/>
                </a:lnTo>
                <a:lnTo>
                  <a:pt x="101940" y="76589"/>
                </a:lnTo>
                <a:lnTo>
                  <a:pt x="100072" y="76589"/>
                </a:lnTo>
                <a:close/>
                <a:moveTo>
                  <a:pt x="101940" y="77356"/>
                </a:moveTo>
                <a:lnTo>
                  <a:pt x="103374" y="78791"/>
                </a:lnTo>
                <a:lnTo>
                  <a:pt x="103374" y="80792"/>
                </a:lnTo>
                <a:lnTo>
                  <a:pt x="102040" y="82126"/>
                </a:lnTo>
                <a:lnTo>
                  <a:pt x="102040" y="79324"/>
                </a:lnTo>
                <a:lnTo>
                  <a:pt x="100072" y="77356"/>
                </a:lnTo>
                <a:close/>
                <a:moveTo>
                  <a:pt x="103941" y="81359"/>
                </a:moveTo>
                <a:lnTo>
                  <a:pt x="105943" y="81359"/>
                </a:lnTo>
                <a:lnTo>
                  <a:pt x="107377" y="82794"/>
                </a:lnTo>
                <a:lnTo>
                  <a:pt x="107377" y="84662"/>
                </a:lnTo>
                <a:lnTo>
                  <a:pt x="105409" y="82693"/>
                </a:lnTo>
                <a:lnTo>
                  <a:pt x="105242" y="82693"/>
                </a:lnTo>
                <a:lnTo>
                  <a:pt x="102607" y="82693"/>
                </a:lnTo>
                <a:close/>
                <a:moveTo>
                  <a:pt x="108144" y="82794"/>
                </a:moveTo>
                <a:lnTo>
                  <a:pt x="109579" y="81359"/>
                </a:lnTo>
                <a:lnTo>
                  <a:pt x="111580" y="81359"/>
                </a:lnTo>
                <a:lnTo>
                  <a:pt x="112914" y="82693"/>
                </a:lnTo>
                <a:lnTo>
                  <a:pt x="110112" y="82693"/>
                </a:lnTo>
                <a:lnTo>
                  <a:pt x="108144" y="84662"/>
                </a:lnTo>
                <a:close/>
                <a:moveTo>
                  <a:pt x="113582" y="76589"/>
                </a:moveTo>
                <a:lnTo>
                  <a:pt x="112147" y="75155"/>
                </a:lnTo>
                <a:lnTo>
                  <a:pt x="112147" y="73153"/>
                </a:lnTo>
                <a:lnTo>
                  <a:pt x="113482" y="71819"/>
                </a:lnTo>
                <a:lnTo>
                  <a:pt x="113482" y="74621"/>
                </a:lnTo>
                <a:lnTo>
                  <a:pt x="115450" y="76589"/>
                </a:lnTo>
                <a:close/>
                <a:moveTo>
                  <a:pt x="132862" y="74621"/>
                </a:moveTo>
                <a:lnTo>
                  <a:pt x="132862" y="71819"/>
                </a:lnTo>
                <a:lnTo>
                  <a:pt x="134163" y="73153"/>
                </a:lnTo>
                <a:lnTo>
                  <a:pt x="134163" y="75155"/>
                </a:lnTo>
                <a:lnTo>
                  <a:pt x="132729" y="76589"/>
                </a:lnTo>
                <a:lnTo>
                  <a:pt x="130894" y="76589"/>
                </a:lnTo>
                <a:close/>
                <a:moveTo>
                  <a:pt x="132729" y="77356"/>
                </a:moveTo>
                <a:lnTo>
                  <a:pt x="134163" y="78791"/>
                </a:lnTo>
                <a:lnTo>
                  <a:pt x="134163" y="80792"/>
                </a:lnTo>
                <a:lnTo>
                  <a:pt x="132862" y="82126"/>
                </a:lnTo>
                <a:lnTo>
                  <a:pt x="132862" y="79324"/>
                </a:lnTo>
                <a:lnTo>
                  <a:pt x="130894" y="77356"/>
                </a:lnTo>
                <a:close/>
                <a:moveTo>
                  <a:pt x="134730" y="81359"/>
                </a:moveTo>
                <a:lnTo>
                  <a:pt x="136731" y="81359"/>
                </a:lnTo>
                <a:lnTo>
                  <a:pt x="138166" y="82794"/>
                </a:lnTo>
                <a:lnTo>
                  <a:pt x="138166" y="84662"/>
                </a:lnTo>
                <a:lnTo>
                  <a:pt x="136198" y="82693"/>
                </a:lnTo>
                <a:lnTo>
                  <a:pt x="133396" y="82693"/>
                </a:lnTo>
                <a:close/>
                <a:moveTo>
                  <a:pt x="138933" y="82794"/>
                </a:moveTo>
                <a:lnTo>
                  <a:pt x="140367" y="81359"/>
                </a:lnTo>
                <a:lnTo>
                  <a:pt x="142369" y="81359"/>
                </a:lnTo>
                <a:lnTo>
                  <a:pt x="143703" y="82693"/>
                </a:lnTo>
                <a:lnTo>
                  <a:pt x="141068" y="82693"/>
                </a:lnTo>
                <a:lnTo>
                  <a:pt x="140934" y="82693"/>
                </a:lnTo>
                <a:lnTo>
                  <a:pt x="138966" y="84662"/>
                </a:lnTo>
                <a:lnTo>
                  <a:pt x="138966" y="82794"/>
                </a:lnTo>
                <a:close/>
                <a:moveTo>
                  <a:pt x="144370" y="76589"/>
                </a:moveTo>
                <a:lnTo>
                  <a:pt x="142936" y="75155"/>
                </a:lnTo>
                <a:lnTo>
                  <a:pt x="142936" y="73153"/>
                </a:lnTo>
                <a:lnTo>
                  <a:pt x="144270" y="71819"/>
                </a:lnTo>
                <a:lnTo>
                  <a:pt x="144270" y="74621"/>
                </a:lnTo>
                <a:lnTo>
                  <a:pt x="146238" y="76589"/>
                </a:lnTo>
                <a:close/>
                <a:moveTo>
                  <a:pt x="163651" y="74621"/>
                </a:moveTo>
                <a:lnTo>
                  <a:pt x="163651" y="71819"/>
                </a:lnTo>
                <a:lnTo>
                  <a:pt x="164952" y="73153"/>
                </a:lnTo>
                <a:lnTo>
                  <a:pt x="164952" y="75155"/>
                </a:lnTo>
                <a:lnTo>
                  <a:pt x="163551" y="76589"/>
                </a:lnTo>
                <a:lnTo>
                  <a:pt x="161683" y="76589"/>
                </a:lnTo>
                <a:close/>
                <a:moveTo>
                  <a:pt x="163517" y="77356"/>
                </a:moveTo>
                <a:lnTo>
                  <a:pt x="164952" y="78791"/>
                </a:lnTo>
                <a:lnTo>
                  <a:pt x="164952" y="80792"/>
                </a:lnTo>
                <a:lnTo>
                  <a:pt x="163651" y="82126"/>
                </a:lnTo>
                <a:lnTo>
                  <a:pt x="163651" y="79324"/>
                </a:lnTo>
                <a:lnTo>
                  <a:pt x="161649" y="77356"/>
                </a:lnTo>
                <a:close/>
                <a:moveTo>
                  <a:pt x="165519" y="81359"/>
                </a:moveTo>
                <a:lnTo>
                  <a:pt x="167520" y="81359"/>
                </a:lnTo>
                <a:lnTo>
                  <a:pt x="168954" y="82794"/>
                </a:lnTo>
                <a:lnTo>
                  <a:pt x="168954" y="84662"/>
                </a:lnTo>
                <a:lnTo>
                  <a:pt x="166986" y="82693"/>
                </a:lnTo>
                <a:lnTo>
                  <a:pt x="166820" y="82693"/>
                </a:lnTo>
                <a:lnTo>
                  <a:pt x="164218" y="82693"/>
                </a:lnTo>
                <a:close/>
                <a:moveTo>
                  <a:pt x="169755" y="82794"/>
                </a:moveTo>
                <a:lnTo>
                  <a:pt x="171156" y="81359"/>
                </a:lnTo>
                <a:lnTo>
                  <a:pt x="173191" y="81359"/>
                </a:lnTo>
                <a:lnTo>
                  <a:pt x="174492" y="82693"/>
                </a:lnTo>
                <a:lnTo>
                  <a:pt x="171723" y="82693"/>
                </a:lnTo>
                <a:lnTo>
                  <a:pt x="169755" y="84662"/>
                </a:lnTo>
                <a:lnTo>
                  <a:pt x="169755" y="82794"/>
                </a:lnTo>
                <a:close/>
                <a:moveTo>
                  <a:pt x="175159" y="76589"/>
                </a:moveTo>
                <a:lnTo>
                  <a:pt x="173725" y="75155"/>
                </a:lnTo>
                <a:lnTo>
                  <a:pt x="173725" y="73153"/>
                </a:lnTo>
                <a:lnTo>
                  <a:pt x="175059" y="71819"/>
                </a:lnTo>
                <a:lnTo>
                  <a:pt x="175059" y="74621"/>
                </a:lnTo>
                <a:lnTo>
                  <a:pt x="177027" y="76589"/>
                </a:lnTo>
                <a:close/>
                <a:moveTo>
                  <a:pt x="194439" y="74621"/>
                </a:moveTo>
                <a:lnTo>
                  <a:pt x="194439" y="71819"/>
                </a:lnTo>
                <a:lnTo>
                  <a:pt x="195740" y="73153"/>
                </a:lnTo>
                <a:lnTo>
                  <a:pt x="195740" y="75155"/>
                </a:lnTo>
                <a:lnTo>
                  <a:pt x="194339" y="76589"/>
                </a:lnTo>
                <a:lnTo>
                  <a:pt x="192471" y="76589"/>
                </a:lnTo>
                <a:close/>
                <a:moveTo>
                  <a:pt x="194339" y="77356"/>
                </a:moveTo>
                <a:lnTo>
                  <a:pt x="195740" y="78791"/>
                </a:lnTo>
                <a:lnTo>
                  <a:pt x="195740" y="80792"/>
                </a:lnTo>
                <a:lnTo>
                  <a:pt x="194439" y="82126"/>
                </a:lnTo>
                <a:lnTo>
                  <a:pt x="194439" y="79324"/>
                </a:lnTo>
                <a:lnTo>
                  <a:pt x="192471" y="77356"/>
                </a:lnTo>
                <a:close/>
                <a:moveTo>
                  <a:pt x="196307" y="81359"/>
                </a:moveTo>
                <a:lnTo>
                  <a:pt x="198309" y="81359"/>
                </a:lnTo>
                <a:lnTo>
                  <a:pt x="199743" y="82794"/>
                </a:lnTo>
                <a:lnTo>
                  <a:pt x="199743" y="84662"/>
                </a:lnTo>
                <a:lnTo>
                  <a:pt x="197775" y="82693"/>
                </a:lnTo>
                <a:lnTo>
                  <a:pt x="195006" y="82693"/>
                </a:lnTo>
                <a:close/>
                <a:moveTo>
                  <a:pt x="200544" y="82794"/>
                </a:moveTo>
                <a:lnTo>
                  <a:pt x="201945" y="81359"/>
                </a:lnTo>
                <a:lnTo>
                  <a:pt x="203979" y="81359"/>
                </a:lnTo>
                <a:lnTo>
                  <a:pt x="205280" y="82693"/>
                </a:lnTo>
                <a:lnTo>
                  <a:pt x="202679" y="82693"/>
                </a:lnTo>
                <a:lnTo>
                  <a:pt x="202512" y="82693"/>
                </a:lnTo>
                <a:lnTo>
                  <a:pt x="200544" y="84662"/>
                </a:lnTo>
                <a:lnTo>
                  <a:pt x="200544" y="82794"/>
                </a:lnTo>
                <a:close/>
                <a:moveTo>
                  <a:pt x="205948" y="76589"/>
                </a:moveTo>
                <a:lnTo>
                  <a:pt x="204513" y="75155"/>
                </a:lnTo>
                <a:lnTo>
                  <a:pt x="204513" y="73153"/>
                </a:lnTo>
                <a:lnTo>
                  <a:pt x="205848" y="71819"/>
                </a:lnTo>
                <a:lnTo>
                  <a:pt x="205848" y="74588"/>
                </a:lnTo>
                <a:lnTo>
                  <a:pt x="207816" y="76556"/>
                </a:lnTo>
                <a:lnTo>
                  <a:pt x="205948" y="76556"/>
                </a:lnTo>
                <a:close/>
                <a:moveTo>
                  <a:pt x="206081" y="70485"/>
                </a:moveTo>
                <a:lnTo>
                  <a:pt x="202812" y="70485"/>
                </a:lnTo>
                <a:lnTo>
                  <a:pt x="200544" y="68183"/>
                </a:lnTo>
                <a:lnTo>
                  <a:pt x="200544" y="65815"/>
                </a:lnTo>
                <a:lnTo>
                  <a:pt x="203412" y="68683"/>
                </a:lnTo>
                <a:lnTo>
                  <a:pt x="203679" y="68817"/>
                </a:lnTo>
                <a:lnTo>
                  <a:pt x="207749" y="68817"/>
                </a:lnTo>
                <a:close/>
                <a:moveTo>
                  <a:pt x="200544" y="58476"/>
                </a:moveTo>
                <a:lnTo>
                  <a:pt x="203846" y="55140"/>
                </a:lnTo>
                <a:lnTo>
                  <a:pt x="208549" y="55140"/>
                </a:lnTo>
                <a:lnTo>
                  <a:pt x="210084" y="56675"/>
                </a:lnTo>
                <a:lnTo>
                  <a:pt x="204480" y="56675"/>
                </a:lnTo>
                <a:lnTo>
                  <a:pt x="200544" y="60611"/>
                </a:lnTo>
                <a:close/>
                <a:moveTo>
                  <a:pt x="208316" y="53806"/>
                </a:moveTo>
                <a:lnTo>
                  <a:pt x="206615" y="52105"/>
                </a:lnTo>
                <a:lnTo>
                  <a:pt x="206615" y="48869"/>
                </a:lnTo>
                <a:lnTo>
                  <a:pt x="208916" y="46568"/>
                </a:lnTo>
                <a:lnTo>
                  <a:pt x="211285" y="46568"/>
                </a:lnTo>
                <a:lnTo>
                  <a:pt x="208316" y="49570"/>
                </a:lnTo>
                <a:lnTo>
                  <a:pt x="208316" y="53806"/>
                </a:lnTo>
                <a:close/>
                <a:moveTo>
                  <a:pt x="208916" y="45800"/>
                </a:moveTo>
                <a:lnTo>
                  <a:pt x="206648" y="43499"/>
                </a:lnTo>
                <a:lnTo>
                  <a:pt x="206648" y="40230"/>
                </a:lnTo>
                <a:lnTo>
                  <a:pt x="208316" y="38562"/>
                </a:lnTo>
                <a:lnTo>
                  <a:pt x="208316" y="42798"/>
                </a:lnTo>
                <a:lnTo>
                  <a:pt x="211285" y="45800"/>
                </a:lnTo>
                <a:close/>
                <a:moveTo>
                  <a:pt x="206081" y="39696"/>
                </a:moveTo>
                <a:lnTo>
                  <a:pt x="202812" y="39696"/>
                </a:lnTo>
                <a:lnTo>
                  <a:pt x="200544" y="37394"/>
                </a:lnTo>
                <a:lnTo>
                  <a:pt x="200544" y="35026"/>
                </a:lnTo>
                <a:lnTo>
                  <a:pt x="203512" y="38028"/>
                </a:lnTo>
                <a:lnTo>
                  <a:pt x="203679" y="38028"/>
                </a:lnTo>
                <a:lnTo>
                  <a:pt x="207749" y="38028"/>
                </a:lnTo>
                <a:close/>
                <a:moveTo>
                  <a:pt x="199743" y="37394"/>
                </a:moveTo>
                <a:lnTo>
                  <a:pt x="197441" y="39696"/>
                </a:lnTo>
                <a:lnTo>
                  <a:pt x="194206" y="39696"/>
                </a:lnTo>
                <a:lnTo>
                  <a:pt x="192538" y="37995"/>
                </a:lnTo>
                <a:lnTo>
                  <a:pt x="196741" y="37995"/>
                </a:lnTo>
                <a:lnTo>
                  <a:pt x="199743" y="35026"/>
                </a:lnTo>
                <a:close/>
                <a:moveTo>
                  <a:pt x="193639" y="40263"/>
                </a:moveTo>
                <a:lnTo>
                  <a:pt x="193639" y="43499"/>
                </a:lnTo>
                <a:lnTo>
                  <a:pt x="191337" y="45800"/>
                </a:lnTo>
                <a:lnTo>
                  <a:pt x="188969" y="45800"/>
                </a:lnTo>
                <a:lnTo>
                  <a:pt x="191837" y="42932"/>
                </a:lnTo>
                <a:lnTo>
                  <a:pt x="191971" y="42631"/>
                </a:lnTo>
                <a:lnTo>
                  <a:pt x="191971" y="38562"/>
                </a:lnTo>
                <a:close/>
                <a:moveTo>
                  <a:pt x="177627" y="42932"/>
                </a:moveTo>
                <a:lnTo>
                  <a:pt x="180496" y="45800"/>
                </a:lnTo>
                <a:lnTo>
                  <a:pt x="178128" y="45800"/>
                </a:lnTo>
                <a:lnTo>
                  <a:pt x="175826" y="43499"/>
                </a:lnTo>
                <a:lnTo>
                  <a:pt x="175826" y="40230"/>
                </a:lnTo>
                <a:lnTo>
                  <a:pt x="177527" y="38562"/>
                </a:lnTo>
                <a:lnTo>
                  <a:pt x="177527" y="42631"/>
                </a:lnTo>
                <a:close/>
                <a:moveTo>
                  <a:pt x="175292" y="39696"/>
                </a:moveTo>
                <a:lnTo>
                  <a:pt x="172023" y="39696"/>
                </a:lnTo>
                <a:lnTo>
                  <a:pt x="169755" y="37394"/>
                </a:lnTo>
                <a:lnTo>
                  <a:pt x="169755" y="35026"/>
                </a:lnTo>
                <a:lnTo>
                  <a:pt x="172724" y="38028"/>
                </a:lnTo>
                <a:lnTo>
                  <a:pt x="176960" y="38028"/>
                </a:lnTo>
                <a:close/>
                <a:moveTo>
                  <a:pt x="168954" y="37394"/>
                </a:moveTo>
                <a:lnTo>
                  <a:pt x="166653" y="39696"/>
                </a:lnTo>
                <a:lnTo>
                  <a:pt x="163417" y="39696"/>
                </a:lnTo>
                <a:lnTo>
                  <a:pt x="161716" y="37995"/>
                </a:lnTo>
                <a:lnTo>
                  <a:pt x="165786" y="37995"/>
                </a:lnTo>
                <a:lnTo>
                  <a:pt x="165952" y="37995"/>
                </a:lnTo>
                <a:lnTo>
                  <a:pt x="168954" y="35026"/>
                </a:lnTo>
                <a:close/>
                <a:moveTo>
                  <a:pt x="162850" y="40263"/>
                </a:moveTo>
                <a:lnTo>
                  <a:pt x="162850" y="43499"/>
                </a:lnTo>
                <a:lnTo>
                  <a:pt x="160548" y="45800"/>
                </a:lnTo>
                <a:lnTo>
                  <a:pt x="158180" y="45800"/>
                </a:lnTo>
                <a:lnTo>
                  <a:pt x="161182" y="42798"/>
                </a:lnTo>
                <a:lnTo>
                  <a:pt x="161182" y="38562"/>
                </a:lnTo>
                <a:close/>
                <a:moveTo>
                  <a:pt x="149707" y="45800"/>
                </a:moveTo>
                <a:lnTo>
                  <a:pt x="147339" y="45800"/>
                </a:lnTo>
                <a:lnTo>
                  <a:pt x="145037" y="43499"/>
                </a:lnTo>
                <a:lnTo>
                  <a:pt x="145037" y="40230"/>
                </a:lnTo>
                <a:lnTo>
                  <a:pt x="146739" y="38562"/>
                </a:lnTo>
                <a:lnTo>
                  <a:pt x="146739" y="42798"/>
                </a:lnTo>
                <a:close/>
                <a:moveTo>
                  <a:pt x="144504" y="39696"/>
                </a:moveTo>
                <a:lnTo>
                  <a:pt x="141235" y="39696"/>
                </a:lnTo>
                <a:lnTo>
                  <a:pt x="138933" y="37394"/>
                </a:lnTo>
                <a:lnTo>
                  <a:pt x="138933" y="35026"/>
                </a:lnTo>
                <a:lnTo>
                  <a:pt x="141935" y="38028"/>
                </a:lnTo>
                <a:lnTo>
                  <a:pt x="142102" y="38028"/>
                </a:lnTo>
                <a:lnTo>
                  <a:pt x="146172" y="38028"/>
                </a:lnTo>
                <a:close/>
                <a:moveTo>
                  <a:pt x="138166" y="37394"/>
                </a:moveTo>
                <a:lnTo>
                  <a:pt x="135864" y="39696"/>
                </a:lnTo>
                <a:lnTo>
                  <a:pt x="132629" y="39696"/>
                </a:lnTo>
                <a:lnTo>
                  <a:pt x="130927" y="37995"/>
                </a:lnTo>
                <a:lnTo>
                  <a:pt x="135164" y="37995"/>
                </a:lnTo>
                <a:lnTo>
                  <a:pt x="138166" y="35026"/>
                </a:lnTo>
                <a:close/>
                <a:moveTo>
                  <a:pt x="132061" y="40263"/>
                </a:moveTo>
                <a:lnTo>
                  <a:pt x="132061" y="43499"/>
                </a:lnTo>
                <a:lnTo>
                  <a:pt x="129760" y="45800"/>
                </a:lnTo>
                <a:lnTo>
                  <a:pt x="127391" y="45800"/>
                </a:lnTo>
                <a:lnTo>
                  <a:pt x="130260" y="42932"/>
                </a:lnTo>
                <a:lnTo>
                  <a:pt x="130394" y="42631"/>
                </a:lnTo>
                <a:lnTo>
                  <a:pt x="130394" y="38562"/>
                </a:lnTo>
                <a:close/>
                <a:moveTo>
                  <a:pt x="116050" y="42932"/>
                </a:moveTo>
                <a:lnTo>
                  <a:pt x="118919" y="45800"/>
                </a:lnTo>
                <a:lnTo>
                  <a:pt x="116550" y="45800"/>
                </a:lnTo>
                <a:lnTo>
                  <a:pt x="114249" y="43499"/>
                </a:lnTo>
                <a:lnTo>
                  <a:pt x="114249" y="40230"/>
                </a:lnTo>
                <a:lnTo>
                  <a:pt x="115917" y="38562"/>
                </a:lnTo>
                <a:lnTo>
                  <a:pt x="115917" y="42631"/>
                </a:lnTo>
                <a:close/>
                <a:moveTo>
                  <a:pt x="113682" y="39696"/>
                </a:moveTo>
                <a:lnTo>
                  <a:pt x="110446" y="39696"/>
                </a:lnTo>
                <a:lnTo>
                  <a:pt x="108144" y="37394"/>
                </a:lnTo>
                <a:lnTo>
                  <a:pt x="108144" y="35026"/>
                </a:lnTo>
                <a:lnTo>
                  <a:pt x="111147" y="38028"/>
                </a:lnTo>
                <a:lnTo>
                  <a:pt x="115383" y="38028"/>
                </a:lnTo>
                <a:close/>
                <a:moveTo>
                  <a:pt x="107377" y="37394"/>
                </a:moveTo>
                <a:lnTo>
                  <a:pt x="105076" y="39696"/>
                </a:lnTo>
                <a:lnTo>
                  <a:pt x="101840" y="39696"/>
                </a:lnTo>
                <a:lnTo>
                  <a:pt x="100139" y="37995"/>
                </a:lnTo>
                <a:lnTo>
                  <a:pt x="104208" y="37995"/>
                </a:lnTo>
                <a:lnTo>
                  <a:pt x="104375" y="37995"/>
                </a:lnTo>
                <a:lnTo>
                  <a:pt x="107377" y="35026"/>
                </a:lnTo>
                <a:lnTo>
                  <a:pt x="107377" y="37394"/>
                </a:lnTo>
                <a:close/>
                <a:moveTo>
                  <a:pt x="101273" y="40263"/>
                </a:moveTo>
                <a:lnTo>
                  <a:pt x="101273" y="43499"/>
                </a:lnTo>
                <a:lnTo>
                  <a:pt x="98971" y="45800"/>
                </a:lnTo>
                <a:lnTo>
                  <a:pt x="96603" y="45800"/>
                </a:lnTo>
                <a:lnTo>
                  <a:pt x="99605" y="42798"/>
                </a:lnTo>
                <a:lnTo>
                  <a:pt x="99605" y="38562"/>
                </a:lnTo>
                <a:close/>
                <a:moveTo>
                  <a:pt x="88130" y="45800"/>
                </a:moveTo>
                <a:lnTo>
                  <a:pt x="85762" y="45800"/>
                </a:lnTo>
                <a:lnTo>
                  <a:pt x="83460" y="43499"/>
                </a:lnTo>
                <a:lnTo>
                  <a:pt x="83460" y="40230"/>
                </a:lnTo>
                <a:lnTo>
                  <a:pt x="85128" y="38562"/>
                </a:lnTo>
                <a:lnTo>
                  <a:pt x="85128" y="42798"/>
                </a:lnTo>
                <a:close/>
                <a:moveTo>
                  <a:pt x="82893" y="39696"/>
                </a:moveTo>
                <a:lnTo>
                  <a:pt x="79657" y="39696"/>
                </a:lnTo>
                <a:lnTo>
                  <a:pt x="77356" y="37394"/>
                </a:lnTo>
                <a:lnTo>
                  <a:pt x="77356" y="35026"/>
                </a:lnTo>
                <a:lnTo>
                  <a:pt x="80358" y="38028"/>
                </a:lnTo>
                <a:lnTo>
                  <a:pt x="80525" y="38028"/>
                </a:lnTo>
                <a:lnTo>
                  <a:pt x="84594" y="38028"/>
                </a:lnTo>
                <a:close/>
                <a:moveTo>
                  <a:pt x="76589" y="37394"/>
                </a:moveTo>
                <a:lnTo>
                  <a:pt x="74287" y="39696"/>
                </a:lnTo>
                <a:lnTo>
                  <a:pt x="71018" y="39696"/>
                </a:lnTo>
                <a:lnTo>
                  <a:pt x="69350" y="37995"/>
                </a:lnTo>
                <a:lnTo>
                  <a:pt x="73586" y="37995"/>
                </a:lnTo>
                <a:lnTo>
                  <a:pt x="76589" y="35026"/>
                </a:lnTo>
                <a:close/>
                <a:moveTo>
                  <a:pt x="70484" y="40263"/>
                </a:moveTo>
                <a:lnTo>
                  <a:pt x="70484" y="43499"/>
                </a:lnTo>
                <a:lnTo>
                  <a:pt x="68183" y="45800"/>
                </a:lnTo>
                <a:lnTo>
                  <a:pt x="65814" y="45800"/>
                </a:lnTo>
                <a:lnTo>
                  <a:pt x="68683" y="42932"/>
                </a:lnTo>
                <a:lnTo>
                  <a:pt x="68816" y="42631"/>
                </a:lnTo>
                <a:lnTo>
                  <a:pt x="68816" y="38562"/>
                </a:lnTo>
                <a:close/>
                <a:moveTo>
                  <a:pt x="54473" y="42932"/>
                </a:moveTo>
                <a:lnTo>
                  <a:pt x="57341" y="45800"/>
                </a:lnTo>
                <a:lnTo>
                  <a:pt x="54973" y="45800"/>
                </a:lnTo>
                <a:lnTo>
                  <a:pt x="52671" y="43499"/>
                </a:lnTo>
                <a:lnTo>
                  <a:pt x="52671" y="40230"/>
                </a:lnTo>
                <a:lnTo>
                  <a:pt x="54339" y="38562"/>
                </a:lnTo>
                <a:lnTo>
                  <a:pt x="54339" y="42631"/>
                </a:lnTo>
                <a:close/>
                <a:moveTo>
                  <a:pt x="52104" y="39696"/>
                </a:moveTo>
                <a:lnTo>
                  <a:pt x="48869" y="39696"/>
                </a:lnTo>
                <a:lnTo>
                  <a:pt x="46567" y="37394"/>
                </a:lnTo>
                <a:lnTo>
                  <a:pt x="46567" y="35026"/>
                </a:lnTo>
                <a:lnTo>
                  <a:pt x="49569" y="38028"/>
                </a:lnTo>
                <a:lnTo>
                  <a:pt x="53806" y="38028"/>
                </a:lnTo>
                <a:close/>
                <a:moveTo>
                  <a:pt x="45767" y="37394"/>
                </a:moveTo>
                <a:lnTo>
                  <a:pt x="43498" y="39696"/>
                </a:lnTo>
                <a:lnTo>
                  <a:pt x="40229" y="39696"/>
                </a:lnTo>
                <a:lnTo>
                  <a:pt x="38561" y="37995"/>
                </a:lnTo>
                <a:lnTo>
                  <a:pt x="42631" y="37995"/>
                </a:lnTo>
                <a:lnTo>
                  <a:pt x="42798" y="37995"/>
                </a:lnTo>
                <a:lnTo>
                  <a:pt x="45767" y="35026"/>
                </a:lnTo>
                <a:close/>
                <a:moveTo>
                  <a:pt x="39696" y="40263"/>
                </a:moveTo>
                <a:lnTo>
                  <a:pt x="39696" y="43499"/>
                </a:lnTo>
                <a:lnTo>
                  <a:pt x="37394" y="45800"/>
                </a:lnTo>
                <a:lnTo>
                  <a:pt x="35026" y="45800"/>
                </a:lnTo>
                <a:lnTo>
                  <a:pt x="37994" y="42798"/>
                </a:lnTo>
                <a:lnTo>
                  <a:pt x="37994" y="38562"/>
                </a:lnTo>
                <a:close/>
                <a:moveTo>
                  <a:pt x="33891" y="46568"/>
                </a:moveTo>
                <a:lnTo>
                  <a:pt x="37227" y="49903"/>
                </a:lnTo>
                <a:lnTo>
                  <a:pt x="37227" y="54573"/>
                </a:lnTo>
                <a:lnTo>
                  <a:pt x="35693" y="56108"/>
                </a:lnTo>
                <a:lnTo>
                  <a:pt x="35693" y="50537"/>
                </a:lnTo>
                <a:lnTo>
                  <a:pt x="31723" y="46568"/>
                </a:lnTo>
                <a:close/>
                <a:moveTo>
                  <a:pt x="35793" y="57475"/>
                </a:moveTo>
                <a:lnTo>
                  <a:pt x="41497" y="57475"/>
                </a:lnTo>
                <a:lnTo>
                  <a:pt x="45233" y="61178"/>
                </a:lnTo>
                <a:lnTo>
                  <a:pt x="37461" y="61178"/>
                </a:lnTo>
                <a:lnTo>
                  <a:pt x="35793" y="59510"/>
                </a:lnTo>
                <a:close/>
                <a:moveTo>
                  <a:pt x="45233" y="61979"/>
                </a:moveTo>
                <a:lnTo>
                  <a:pt x="41497" y="65681"/>
                </a:lnTo>
                <a:lnTo>
                  <a:pt x="35793" y="65681"/>
                </a:lnTo>
                <a:lnTo>
                  <a:pt x="35793" y="63646"/>
                </a:lnTo>
                <a:lnTo>
                  <a:pt x="37461" y="61979"/>
                </a:lnTo>
                <a:close/>
                <a:moveTo>
                  <a:pt x="35693" y="67049"/>
                </a:moveTo>
                <a:lnTo>
                  <a:pt x="37227" y="68583"/>
                </a:lnTo>
                <a:lnTo>
                  <a:pt x="37227" y="73253"/>
                </a:lnTo>
                <a:lnTo>
                  <a:pt x="33891" y="76589"/>
                </a:lnTo>
                <a:lnTo>
                  <a:pt x="31723" y="76589"/>
                </a:lnTo>
                <a:lnTo>
                  <a:pt x="35693" y="72620"/>
                </a:lnTo>
                <a:lnTo>
                  <a:pt x="35693" y="67049"/>
                </a:lnTo>
                <a:close/>
                <a:moveTo>
                  <a:pt x="35026" y="77356"/>
                </a:moveTo>
                <a:lnTo>
                  <a:pt x="37394" y="77356"/>
                </a:lnTo>
                <a:lnTo>
                  <a:pt x="39696" y="79658"/>
                </a:lnTo>
                <a:lnTo>
                  <a:pt x="39696" y="82927"/>
                </a:lnTo>
                <a:lnTo>
                  <a:pt x="37994" y="84595"/>
                </a:lnTo>
                <a:lnTo>
                  <a:pt x="37994" y="80358"/>
                </a:lnTo>
                <a:close/>
                <a:moveTo>
                  <a:pt x="40229" y="83461"/>
                </a:moveTo>
                <a:lnTo>
                  <a:pt x="43498" y="83461"/>
                </a:lnTo>
                <a:lnTo>
                  <a:pt x="45767" y="85762"/>
                </a:lnTo>
                <a:lnTo>
                  <a:pt x="45767" y="88131"/>
                </a:lnTo>
                <a:lnTo>
                  <a:pt x="42798" y="85129"/>
                </a:lnTo>
                <a:lnTo>
                  <a:pt x="42631" y="85129"/>
                </a:lnTo>
                <a:lnTo>
                  <a:pt x="38561" y="85129"/>
                </a:lnTo>
                <a:close/>
                <a:moveTo>
                  <a:pt x="46567" y="85762"/>
                </a:moveTo>
                <a:lnTo>
                  <a:pt x="48869" y="83461"/>
                </a:lnTo>
                <a:lnTo>
                  <a:pt x="52104" y="83461"/>
                </a:lnTo>
                <a:lnTo>
                  <a:pt x="53806" y="85162"/>
                </a:lnTo>
                <a:lnTo>
                  <a:pt x="49569" y="85162"/>
                </a:lnTo>
                <a:lnTo>
                  <a:pt x="46567" y="88131"/>
                </a:lnTo>
                <a:close/>
                <a:moveTo>
                  <a:pt x="52671" y="82927"/>
                </a:moveTo>
                <a:lnTo>
                  <a:pt x="52671" y="79658"/>
                </a:lnTo>
                <a:lnTo>
                  <a:pt x="54973" y="77356"/>
                </a:lnTo>
                <a:lnTo>
                  <a:pt x="57341" y="77356"/>
                </a:lnTo>
                <a:lnTo>
                  <a:pt x="54473" y="80258"/>
                </a:lnTo>
                <a:lnTo>
                  <a:pt x="54339" y="80525"/>
                </a:lnTo>
                <a:lnTo>
                  <a:pt x="54339" y="84595"/>
                </a:lnTo>
                <a:close/>
                <a:moveTo>
                  <a:pt x="68683" y="80258"/>
                </a:moveTo>
                <a:lnTo>
                  <a:pt x="65814" y="77356"/>
                </a:lnTo>
                <a:lnTo>
                  <a:pt x="68183" y="77356"/>
                </a:lnTo>
                <a:lnTo>
                  <a:pt x="70484" y="79658"/>
                </a:lnTo>
                <a:lnTo>
                  <a:pt x="70484" y="82927"/>
                </a:lnTo>
                <a:lnTo>
                  <a:pt x="68783" y="84595"/>
                </a:lnTo>
                <a:lnTo>
                  <a:pt x="68783" y="80525"/>
                </a:lnTo>
                <a:close/>
                <a:moveTo>
                  <a:pt x="71018" y="83461"/>
                </a:moveTo>
                <a:lnTo>
                  <a:pt x="74287" y="83461"/>
                </a:lnTo>
                <a:lnTo>
                  <a:pt x="76589" y="85762"/>
                </a:lnTo>
                <a:lnTo>
                  <a:pt x="76589" y="88131"/>
                </a:lnTo>
                <a:lnTo>
                  <a:pt x="73586" y="85129"/>
                </a:lnTo>
                <a:lnTo>
                  <a:pt x="69350" y="85129"/>
                </a:lnTo>
                <a:close/>
                <a:moveTo>
                  <a:pt x="77356" y="85762"/>
                </a:moveTo>
                <a:lnTo>
                  <a:pt x="79657" y="83461"/>
                </a:lnTo>
                <a:lnTo>
                  <a:pt x="82893" y="83461"/>
                </a:lnTo>
                <a:lnTo>
                  <a:pt x="84594" y="85162"/>
                </a:lnTo>
                <a:lnTo>
                  <a:pt x="80525" y="85162"/>
                </a:lnTo>
                <a:lnTo>
                  <a:pt x="80358" y="85162"/>
                </a:lnTo>
                <a:lnTo>
                  <a:pt x="77356" y="88131"/>
                </a:lnTo>
                <a:lnTo>
                  <a:pt x="77356" y="85762"/>
                </a:lnTo>
                <a:close/>
                <a:moveTo>
                  <a:pt x="83460" y="82927"/>
                </a:moveTo>
                <a:lnTo>
                  <a:pt x="83460" y="79658"/>
                </a:lnTo>
                <a:lnTo>
                  <a:pt x="85762" y="77356"/>
                </a:lnTo>
                <a:lnTo>
                  <a:pt x="88130" y="77356"/>
                </a:lnTo>
                <a:lnTo>
                  <a:pt x="85128" y="80358"/>
                </a:lnTo>
                <a:lnTo>
                  <a:pt x="85128" y="84595"/>
                </a:lnTo>
                <a:close/>
                <a:moveTo>
                  <a:pt x="96603" y="77356"/>
                </a:moveTo>
                <a:lnTo>
                  <a:pt x="98971" y="77356"/>
                </a:lnTo>
                <a:lnTo>
                  <a:pt x="101273" y="79658"/>
                </a:lnTo>
                <a:lnTo>
                  <a:pt x="101273" y="82927"/>
                </a:lnTo>
                <a:lnTo>
                  <a:pt x="99572" y="84595"/>
                </a:lnTo>
                <a:lnTo>
                  <a:pt x="99572" y="80358"/>
                </a:lnTo>
                <a:close/>
                <a:moveTo>
                  <a:pt x="101840" y="83461"/>
                </a:moveTo>
                <a:lnTo>
                  <a:pt x="105076" y="83461"/>
                </a:lnTo>
                <a:lnTo>
                  <a:pt x="107377" y="85762"/>
                </a:lnTo>
                <a:lnTo>
                  <a:pt x="107377" y="88131"/>
                </a:lnTo>
                <a:lnTo>
                  <a:pt x="104375" y="85129"/>
                </a:lnTo>
                <a:lnTo>
                  <a:pt x="104208" y="85129"/>
                </a:lnTo>
                <a:lnTo>
                  <a:pt x="100139" y="85129"/>
                </a:lnTo>
                <a:close/>
                <a:moveTo>
                  <a:pt x="108144" y="85762"/>
                </a:moveTo>
                <a:lnTo>
                  <a:pt x="110446" y="83461"/>
                </a:lnTo>
                <a:lnTo>
                  <a:pt x="113682" y="83461"/>
                </a:lnTo>
                <a:lnTo>
                  <a:pt x="115383" y="85162"/>
                </a:lnTo>
                <a:lnTo>
                  <a:pt x="111147" y="85162"/>
                </a:lnTo>
                <a:lnTo>
                  <a:pt x="108144" y="88131"/>
                </a:lnTo>
                <a:close/>
                <a:moveTo>
                  <a:pt x="114249" y="82927"/>
                </a:moveTo>
                <a:lnTo>
                  <a:pt x="114249" y="79658"/>
                </a:lnTo>
                <a:lnTo>
                  <a:pt x="116550" y="77356"/>
                </a:lnTo>
                <a:lnTo>
                  <a:pt x="118919" y="77356"/>
                </a:lnTo>
                <a:lnTo>
                  <a:pt x="116050" y="80258"/>
                </a:lnTo>
                <a:lnTo>
                  <a:pt x="115917" y="80525"/>
                </a:lnTo>
                <a:lnTo>
                  <a:pt x="115917" y="84595"/>
                </a:lnTo>
                <a:close/>
                <a:moveTo>
                  <a:pt x="130260" y="80258"/>
                </a:moveTo>
                <a:lnTo>
                  <a:pt x="127391" y="77356"/>
                </a:lnTo>
                <a:lnTo>
                  <a:pt x="129760" y="77356"/>
                </a:lnTo>
                <a:lnTo>
                  <a:pt x="132061" y="79658"/>
                </a:lnTo>
                <a:lnTo>
                  <a:pt x="132061" y="82927"/>
                </a:lnTo>
                <a:lnTo>
                  <a:pt x="130394" y="84595"/>
                </a:lnTo>
                <a:lnTo>
                  <a:pt x="130394" y="80525"/>
                </a:lnTo>
                <a:close/>
                <a:moveTo>
                  <a:pt x="132629" y="83461"/>
                </a:moveTo>
                <a:lnTo>
                  <a:pt x="135864" y="83461"/>
                </a:lnTo>
                <a:lnTo>
                  <a:pt x="138166" y="85762"/>
                </a:lnTo>
                <a:lnTo>
                  <a:pt x="138166" y="88131"/>
                </a:lnTo>
                <a:lnTo>
                  <a:pt x="135164" y="85129"/>
                </a:lnTo>
                <a:lnTo>
                  <a:pt x="130927" y="85129"/>
                </a:lnTo>
                <a:close/>
                <a:moveTo>
                  <a:pt x="138933" y="85762"/>
                </a:moveTo>
                <a:lnTo>
                  <a:pt x="141235" y="83461"/>
                </a:lnTo>
                <a:lnTo>
                  <a:pt x="144504" y="83461"/>
                </a:lnTo>
                <a:lnTo>
                  <a:pt x="146172" y="85162"/>
                </a:lnTo>
                <a:lnTo>
                  <a:pt x="142102" y="85162"/>
                </a:lnTo>
                <a:lnTo>
                  <a:pt x="141935" y="85162"/>
                </a:lnTo>
                <a:lnTo>
                  <a:pt x="138933" y="88131"/>
                </a:lnTo>
                <a:close/>
                <a:moveTo>
                  <a:pt x="145037" y="82927"/>
                </a:moveTo>
                <a:lnTo>
                  <a:pt x="145037" y="79658"/>
                </a:lnTo>
                <a:lnTo>
                  <a:pt x="147339" y="77356"/>
                </a:lnTo>
                <a:lnTo>
                  <a:pt x="149707" y="77356"/>
                </a:lnTo>
                <a:lnTo>
                  <a:pt x="146705" y="80358"/>
                </a:lnTo>
                <a:lnTo>
                  <a:pt x="146705" y="84595"/>
                </a:lnTo>
                <a:close/>
                <a:moveTo>
                  <a:pt x="158180" y="77356"/>
                </a:moveTo>
                <a:lnTo>
                  <a:pt x="160548" y="77356"/>
                </a:lnTo>
                <a:lnTo>
                  <a:pt x="162850" y="79658"/>
                </a:lnTo>
                <a:lnTo>
                  <a:pt x="162850" y="82927"/>
                </a:lnTo>
                <a:lnTo>
                  <a:pt x="161182" y="84595"/>
                </a:lnTo>
                <a:lnTo>
                  <a:pt x="161182" y="80358"/>
                </a:lnTo>
                <a:close/>
                <a:moveTo>
                  <a:pt x="163417" y="83461"/>
                </a:moveTo>
                <a:lnTo>
                  <a:pt x="166653" y="83461"/>
                </a:lnTo>
                <a:lnTo>
                  <a:pt x="168954" y="85762"/>
                </a:lnTo>
                <a:lnTo>
                  <a:pt x="168954" y="88131"/>
                </a:lnTo>
                <a:lnTo>
                  <a:pt x="165952" y="85129"/>
                </a:lnTo>
                <a:lnTo>
                  <a:pt x="165786" y="85129"/>
                </a:lnTo>
                <a:lnTo>
                  <a:pt x="161716" y="85129"/>
                </a:lnTo>
                <a:close/>
                <a:moveTo>
                  <a:pt x="169755" y="85762"/>
                </a:moveTo>
                <a:lnTo>
                  <a:pt x="172023" y="83461"/>
                </a:lnTo>
                <a:lnTo>
                  <a:pt x="175292" y="83461"/>
                </a:lnTo>
                <a:lnTo>
                  <a:pt x="176960" y="85162"/>
                </a:lnTo>
                <a:lnTo>
                  <a:pt x="172724" y="85162"/>
                </a:lnTo>
                <a:lnTo>
                  <a:pt x="169755" y="88131"/>
                </a:lnTo>
                <a:close/>
                <a:moveTo>
                  <a:pt x="175826" y="82927"/>
                </a:moveTo>
                <a:lnTo>
                  <a:pt x="175826" y="79658"/>
                </a:lnTo>
                <a:lnTo>
                  <a:pt x="178128" y="77356"/>
                </a:lnTo>
                <a:lnTo>
                  <a:pt x="180496" y="77356"/>
                </a:lnTo>
                <a:lnTo>
                  <a:pt x="177627" y="80258"/>
                </a:lnTo>
                <a:lnTo>
                  <a:pt x="177527" y="80525"/>
                </a:lnTo>
                <a:lnTo>
                  <a:pt x="177527" y="84595"/>
                </a:lnTo>
                <a:close/>
                <a:moveTo>
                  <a:pt x="191837" y="80258"/>
                </a:moveTo>
                <a:lnTo>
                  <a:pt x="188969" y="77356"/>
                </a:lnTo>
                <a:lnTo>
                  <a:pt x="191337" y="77356"/>
                </a:lnTo>
                <a:lnTo>
                  <a:pt x="193639" y="79658"/>
                </a:lnTo>
                <a:lnTo>
                  <a:pt x="193639" y="82927"/>
                </a:lnTo>
                <a:lnTo>
                  <a:pt x="191971" y="84595"/>
                </a:lnTo>
                <a:lnTo>
                  <a:pt x="191971" y="80525"/>
                </a:lnTo>
                <a:close/>
                <a:moveTo>
                  <a:pt x="194206" y="83461"/>
                </a:moveTo>
                <a:lnTo>
                  <a:pt x="197441" y="83461"/>
                </a:lnTo>
                <a:lnTo>
                  <a:pt x="199743" y="85762"/>
                </a:lnTo>
                <a:lnTo>
                  <a:pt x="199743" y="88131"/>
                </a:lnTo>
                <a:lnTo>
                  <a:pt x="196741" y="85129"/>
                </a:lnTo>
                <a:lnTo>
                  <a:pt x="192538" y="85129"/>
                </a:lnTo>
                <a:close/>
                <a:moveTo>
                  <a:pt x="200544" y="85762"/>
                </a:moveTo>
                <a:lnTo>
                  <a:pt x="202812" y="83461"/>
                </a:lnTo>
                <a:lnTo>
                  <a:pt x="206081" y="83461"/>
                </a:lnTo>
                <a:lnTo>
                  <a:pt x="207749" y="85162"/>
                </a:lnTo>
                <a:lnTo>
                  <a:pt x="203679" y="85162"/>
                </a:lnTo>
                <a:lnTo>
                  <a:pt x="203512" y="85162"/>
                </a:lnTo>
                <a:lnTo>
                  <a:pt x="200544" y="88131"/>
                </a:lnTo>
                <a:close/>
                <a:moveTo>
                  <a:pt x="206648" y="82927"/>
                </a:moveTo>
                <a:lnTo>
                  <a:pt x="206648" y="79658"/>
                </a:lnTo>
                <a:lnTo>
                  <a:pt x="208916" y="77356"/>
                </a:lnTo>
                <a:lnTo>
                  <a:pt x="211285" y="77356"/>
                </a:lnTo>
                <a:lnTo>
                  <a:pt x="208316" y="80358"/>
                </a:lnTo>
                <a:lnTo>
                  <a:pt x="208316" y="84595"/>
                </a:lnTo>
                <a:close/>
                <a:moveTo>
                  <a:pt x="212419" y="76589"/>
                </a:moveTo>
                <a:lnTo>
                  <a:pt x="209083" y="73253"/>
                </a:lnTo>
                <a:lnTo>
                  <a:pt x="209083" y="68583"/>
                </a:lnTo>
                <a:lnTo>
                  <a:pt x="210618" y="67049"/>
                </a:lnTo>
                <a:lnTo>
                  <a:pt x="210618" y="72620"/>
                </a:lnTo>
                <a:lnTo>
                  <a:pt x="214587" y="76589"/>
                </a:lnTo>
                <a:lnTo>
                  <a:pt x="212419" y="76589"/>
                </a:lnTo>
                <a:close/>
                <a:moveTo>
                  <a:pt x="210518" y="65681"/>
                </a:moveTo>
                <a:lnTo>
                  <a:pt x="204813" y="65681"/>
                </a:lnTo>
                <a:lnTo>
                  <a:pt x="201077" y="61979"/>
                </a:lnTo>
                <a:lnTo>
                  <a:pt x="208850" y="61979"/>
                </a:lnTo>
                <a:lnTo>
                  <a:pt x="210518" y="63646"/>
                </a:lnTo>
                <a:lnTo>
                  <a:pt x="210518" y="65681"/>
                </a:lnTo>
                <a:close/>
                <a:moveTo>
                  <a:pt x="201077" y="61178"/>
                </a:moveTo>
                <a:lnTo>
                  <a:pt x="204813" y="57475"/>
                </a:lnTo>
                <a:lnTo>
                  <a:pt x="210518" y="57475"/>
                </a:lnTo>
                <a:lnTo>
                  <a:pt x="210518" y="59510"/>
                </a:lnTo>
                <a:lnTo>
                  <a:pt x="208850" y="61178"/>
                </a:lnTo>
                <a:close/>
                <a:moveTo>
                  <a:pt x="210618" y="56108"/>
                </a:moveTo>
                <a:lnTo>
                  <a:pt x="209083" y="54573"/>
                </a:lnTo>
                <a:lnTo>
                  <a:pt x="209083" y="49903"/>
                </a:lnTo>
                <a:lnTo>
                  <a:pt x="212419" y="46568"/>
                </a:lnTo>
                <a:lnTo>
                  <a:pt x="214587" y="46568"/>
                </a:lnTo>
                <a:lnTo>
                  <a:pt x="210618" y="50537"/>
                </a:lnTo>
                <a:lnTo>
                  <a:pt x="210618" y="56108"/>
                </a:lnTo>
                <a:close/>
                <a:moveTo>
                  <a:pt x="212419" y="45800"/>
                </a:moveTo>
                <a:lnTo>
                  <a:pt x="209083" y="42465"/>
                </a:lnTo>
                <a:lnTo>
                  <a:pt x="209083" y="37795"/>
                </a:lnTo>
                <a:lnTo>
                  <a:pt x="210618" y="36260"/>
                </a:lnTo>
                <a:lnTo>
                  <a:pt x="210618" y="41831"/>
                </a:lnTo>
                <a:lnTo>
                  <a:pt x="214587" y="45800"/>
                </a:lnTo>
                <a:close/>
                <a:moveTo>
                  <a:pt x="208549" y="37228"/>
                </a:moveTo>
                <a:lnTo>
                  <a:pt x="203846" y="37228"/>
                </a:lnTo>
                <a:lnTo>
                  <a:pt x="200544" y="33892"/>
                </a:lnTo>
                <a:lnTo>
                  <a:pt x="200544" y="31757"/>
                </a:lnTo>
                <a:lnTo>
                  <a:pt x="204480" y="35693"/>
                </a:lnTo>
                <a:lnTo>
                  <a:pt x="204647" y="35693"/>
                </a:lnTo>
                <a:lnTo>
                  <a:pt x="210084" y="35693"/>
                </a:lnTo>
                <a:close/>
                <a:moveTo>
                  <a:pt x="199743" y="33892"/>
                </a:moveTo>
                <a:lnTo>
                  <a:pt x="196441" y="37228"/>
                </a:lnTo>
                <a:lnTo>
                  <a:pt x="191737" y="37228"/>
                </a:lnTo>
                <a:lnTo>
                  <a:pt x="190203" y="35693"/>
                </a:lnTo>
                <a:lnTo>
                  <a:pt x="195807" y="35693"/>
                </a:lnTo>
                <a:lnTo>
                  <a:pt x="199743" y="31757"/>
                </a:lnTo>
                <a:close/>
                <a:moveTo>
                  <a:pt x="188869" y="41497"/>
                </a:moveTo>
                <a:lnTo>
                  <a:pt x="185133" y="45233"/>
                </a:lnTo>
                <a:lnTo>
                  <a:pt x="185133" y="37494"/>
                </a:lnTo>
                <a:lnTo>
                  <a:pt x="186801" y="35793"/>
                </a:lnTo>
                <a:lnTo>
                  <a:pt x="188835" y="35793"/>
                </a:lnTo>
                <a:lnTo>
                  <a:pt x="188835" y="41497"/>
                </a:lnTo>
                <a:close/>
                <a:moveTo>
                  <a:pt x="184332" y="45233"/>
                </a:moveTo>
                <a:lnTo>
                  <a:pt x="180629" y="41497"/>
                </a:lnTo>
                <a:lnTo>
                  <a:pt x="180629" y="35793"/>
                </a:lnTo>
                <a:lnTo>
                  <a:pt x="182664" y="35793"/>
                </a:lnTo>
                <a:lnTo>
                  <a:pt x="184332" y="37461"/>
                </a:lnTo>
                <a:lnTo>
                  <a:pt x="184332" y="45233"/>
                </a:lnTo>
                <a:close/>
                <a:moveTo>
                  <a:pt x="177761" y="37228"/>
                </a:moveTo>
                <a:lnTo>
                  <a:pt x="173057" y="37228"/>
                </a:lnTo>
                <a:lnTo>
                  <a:pt x="169755" y="33892"/>
                </a:lnTo>
                <a:lnTo>
                  <a:pt x="169755" y="31757"/>
                </a:lnTo>
                <a:lnTo>
                  <a:pt x="173691" y="35693"/>
                </a:lnTo>
                <a:lnTo>
                  <a:pt x="179262" y="35693"/>
                </a:lnTo>
                <a:close/>
                <a:moveTo>
                  <a:pt x="168954" y="33892"/>
                </a:moveTo>
                <a:lnTo>
                  <a:pt x="165619" y="37228"/>
                </a:lnTo>
                <a:lnTo>
                  <a:pt x="160949" y="37228"/>
                </a:lnTo>
                <a:lnTo>
                  <a:pt x="159414" y="35693"/>
                </a:lnTo>
                <a:lnTo>
                  <a:pt x="164852" y="35693"/>
                </a:lnTo>
                <a:lnTo>
                  <a:pt x="164985" y="35693"/>
                </a:lnTo>
                <a:lnTo>
                  <a:pt x="168954" y="31757"/>
                </a:lnTo>
                <a:close/>
                <a:moveTo>
                  <a:pt x="158047" y="41497"/>
                </a:moveTo>
                <a:lnTo>
                  <a:pt x="154344" y="45233"/>
                </a:lnTo>
                <a:lnTo>
                  <a:pt x="154344" y="37494"/>
                </a:lnTo>
                <a:lnTo>
                  <a:pt x="156012" y="35793"/>
                </a:lnTo>
                <a:lnTo>
                  <a:pt x="158047" y="35793"/>
                </a:lnTo>
                <a:lnTo>
                  <a:pt x="158047" y="41497"/>
                </a:lnTo>
                <a:close/>
                <a:moveTo>
                  <a:pt x="153543" y="45233"/>
                </a:moveTo>
                <a:lnTo>
                  <a:pt x="149841" y="41497"/>
                </a:lnTo>
                <a:lnTo>
                  <a:pt x="149841" y="35793"/>
                </a:lnTo>
                <a:lnTo>
                  <a:pt x="151876" y="35793"/>
                </a:lnTo>
                <a:lnTo>
                  <a:pt x="153543" y="37461"/>
                </a:lnTo>
                <a:lnTo>
                  <a:pt x="153543" y="45233"/>
                </a:lnTo>
                <a:close/>
                <a:moveTo>
                  <a:pt x="146939" y="37228"/>
                </a:moveTo>
                <a:lnTo>
                  <a:pt x="142269" y="37228"/>
                </a:lnTo>
                <a:lnTo>
                  <a:pt x="138933" y="33892"/>
                </a:lnTo>
                <a:lnTo>
                  <a:pt x="138933" y="31757"/>
                </a:lnTo>
                <a:lnTo>
                  <a:pt x="142903" y="35693"/>
                </a:lnTo>
                <a:lnTo>
                  <a:pt x="143069" y="35693"/>
                </a:lnTo>
                <a:lnTo>
                  <a:pt x="148473" y="35693"/>
                </a:lnTo>
                <a:close/>
                <a:moveTo>
                  <a:pt x="138166" y="33892"/>
                </a:moveTo>
                <a:lnTo>
                  <a:pt x="134830" y="37228"/>
                </a:lnTo>
                <a:lnTo>
                  <a:pt x="130160" y="37228"/>
                </a:lnTo>
                <a:lnTo>
                  <a:pt x="128626" y="35693"/>
                </a:lnTo>
                <a:lnTo>
                  <a:pt x="134196" y="35693"/>
                </a:lnTo>
                <a:lnTo>
                  <a:pt x="138166" y="31757"/>
                </a:lnTo>
                <a:close/>
                <a:moveTo>
                  <a:pt x="127258" y="41497"/>
                </a:moveTo>
                <a:lnTo>
                  <a:pt x="123555" y="45233"/>
                </a:lnTo>
                <a:lnTo>
                  <a:pt x="123555" y="37494"/>
                </a:lnTo>
                <a:lnTo>
                  <a:pt x="125223" y="35793"/>
                </a:lnTo>
                <a:lnTo>
                  <a:pt x="127258" y="35793"/>
                </a:lnTo>
                <a:close/>
                <a:moveTo>
                  <a:pt x="122755" y="45233"/>
                </a:moveTo>
                <a:lnTo>
                  <a:pt x="119052" y="41497"/>
                </a:lnTo>
                <a:lnTo>
                  <a:pt x="119052" y="35793"/>
                </a:lnTo>
                <a:lnTo>
                  <a:pt x="121087" y="35793"/>
                </a:lnTo>
                <a:lnTo>
                  <a:pt x="122755" y="37461"/>
                </a:lnTo>
                <a:close/>
                <a:moveTo>
                  <a:pt x="116150" y="37228"/>
                </a:moveTo>
                <a:lnTo>
                  <a:pt x="111480" y="37228"/>
                </a:lnTo>
                <a:lnTo>
                  <a:pt x="108144" y="33892"/>
                </a:lnTo>
                <a:lnTo>
                  <a:pt x="108144" y="31757"/>
                </a:lnTo>
                <a:lnTo>
                  <a:pt x="112114" y="35693"/>
                </a:lnTo>
                <a:lnTo>
                  <a:pt x="117685" y="35693"/>
                </a:lnTo>
                <a:close/>
                <a:moveTo>
                  <a:pt x="107377" y="33892"/>
                </a:moveTo>
                <a:lnTo>
                  <a:pt x="104041" y="37228"/>
                </a:lnTo>
                <a:lnTo>
                  <a:pt x="99371" y="37228"/>
                </a:lnTo>
                <a:lnTo>
                  <a:pt x="97837" y="35693"/>
                </a:lnTo>
                <a:lnTo>
                  <a:pt x="103241" y="35693"/>
                </a:lnTo>
                <a:lnTo>
                  <a:pt x="103408" y="35693"/>
                </a:lnTo>
                <a:lnTo>
                  <a:pt x="107377" y="31757"/>
                </a:lnTo>
                <a:close/>
                <a:moveTo>
                  <a:pt x="96469" y="41497"/>
                </a:moveTo>
                <a:lnTo>
                  <a:pt x="92767" y="45233"/>
                </a:lnTo>
                <a:lnTo>
                  <a:pt x="92767" y="37494"/>
                </a:lnTo>
                <a:lnTo>
                  <a:pt x="94435" y="35793"/>
                </a:lnTo>
                <a:lnTo>
                  <a:pt x="96469" y="35793"/>
                </a:lnTo>
                <a:close/>
                <a:moveTo>
                  <a:pt x="91966" y="45233"/>
                </a:moveTo>
                <a:lnTo>
                  <a:pt x="88264" y="41497"/>
                </a:lnTo>
                <a:lnTo>
                  <a:pt x="88264" y="35793"/>
                </a:lnTo>
                <a:lnTo>
                  <a:pt x="90298" y="35793"/>
                </a:lnTo>
                <a:lnTo>
                  <a:pt x="91966" y="37461"/>
                </a:lnTo>
                <a:close/>
                <a:moveTo>
                  <a:pt x="85361" y="37228"/>
                </a:moveTo>
                <a:lnTo>
                  <a:pt x="80691" y="37228"/>
                </a:lnTo>
                <a:lnTo>
                  <a:pt x="77356" y="33892"/>
                </a:lnTo>
                <a:lnTo>
                  <a:pt x="77356" y="31757"/>
                </a:lnTo>
                <a:lnTo>
                  <a:pt x="81325" y="35693"/>
                </a:lnTo>
                <a:lnTo>
                  <a:pt x="81492" y="35693"/>
                </a:lnTo>
                <a:lnTo>
                  <a:pt x="86896" y="35693"/>
                </a:lnTo>
                <a:close/>
                <a:moveTo>
                  <a:pt x="76589" y="33892"/>
                </a:moveTo>
                <a:lnTo>
                  <a:pt x="73253" y="37228"/>
                </a:lnTo>
                <a:lnTo>
                  <a:pt x="68583" y="37228"/>
                </a:lnTo>
                <a:lnTo>
                  <a:pt x="67048" y="35693"/>
                </a:lnTo>
                <a:lnTo>
                  <a:pt x="72619" y="35693"/>
                </a:lnTo>
                <a:lnTo>
                  <a:pt x="76589" y="31757"/>
                </a:lnTo>
                <a:close/>
                <a:moveTo>
                  <a:pt x="65681" y="41497"/>
                </a:moveTo>
                <a:lnTo>
                  <a:pt x="61978" y="45233"/>
                </a:lnTo>
                <a:lnTo>
                  <a:pt x="61978" y="37494"/>
                </a:lnTo>
                <a:lnTo>
                  <a:pt x="63646" y="35793"/>
                </a:lnTo>
                <a:lnTo>
                  <a:pt x="65681" y="35793"/>
                </a:lnTo>
                <a:close/>
                <a:moveTo>
                  <a:pt x="61178" y="45233"/>
                </a:moveTo>
                <a:lnTo>
                  <a:pt x="57475" y="41497"/>
                </a:lnTo>
                <a:lnTo>
                  <a:pt x="57475" y="35793"/>
                </a:lnTo>
                <a:lnTo>
                  <a:pt x="59510" y="35793"/>
                </a:lnTo>
                <a:lnTo>
                  <a:pt x="61178" y="37461"/>
                </a:lnTo>
                <a:close/>
                <a:moveTo>
                  <a:pt x="54573" y="37228"/>
                </a:moveTo>
                <a:lnTo>
                  <a:pt x="49903" y="37228"/>
                </a:lnTo>
                <a:lnTo>
                  <a:pt x="46567" y="33892"/>
                </a:lnTo>
                <a:lnTo>
                  <a:pt x="46567" y="31757"/>
                </a:lnTo>
                <a:lnTo>
                  <a:pt x="50537" y="35693"/>
                </a:lnTo>
                <a:lnTo>
                  <a:pt x="56107" y="35693"/>
                </a:lnTo>
                <a:close/>
                <a:moveTo>
                  <a:pt x="45767" y="33892"/>
                </a:moveTo>
                <a:lnTo>
                  <a:pt x="42464" y="37228"/>
                </a:lnTo>
                <a:lnTo>
                  <a:pt x="37761" y="37228"/>
                </a:lnTo>
                <a:lnTo>
                  <a:pt x="36226" y="35693"/>
                </a:lnTo>
                <a:lnTo>
                  <a:pt x="41664" y="35693"/>
                </a:lnTo>
                <a:lnTo>
                  <a:pt x="41830" y="35693"/>
                </a:lnTo>
                <a:lnTo>
                  <a:pt x="45767" y="31757"/>
                </a:lnTo>
                <a:lnTo>
                  <a:pt x="45767" y="33892"/>
                </a:lnTo>
                <a:close/>
                <a:moveTo>
                  <a:pt x="34892" y="41497"/>
                </a:moveTo>
                <a:lnTo>
                  <a:pt x="31189" y="45233"/>
                </a:lnTo>
                <a:lnTo>
                  <a:pt x="31189" y="37494"/>
                </a:lnTo>
                <a:lnTo>
                  <a:pt x="32857" y="35793"/>
                </a:lnTo>
                <a:lnTo>
                  <a:pt x="34892" y="35793"/>
                </a:lnTo>
                <a:close/>
                <a:moveTo>
                  <a:pt x="34892" y="50871"/>
                </a:moveTo>
                <a:lnTo>
                  <a:pt x="34892" y="56575"/>
                </a:lnTo>
                <a:lnTo>
                  <a:pt x="32857" y="56575"/>
                </a:lnTo>
                <a:lnTo>
                  <a:pt x="31189" y="54874"/>
                </a:lnTo>
                <a:lnTo>
                  <a:pt x="31189" y="47135"/>
                </a:lnTo>
                <a:close/>
                <a:moveTo>
                  <a:pt x="32424" y="57242"/>
                </a:moveTo>
                <a:lnTo>
                  <a:pt x="32691" y="57375"/>
                </a:lnTo>
                <a:lnTo>
                  <a:pt x="34592" y="57375"/>
                </a:lnTo>
                <a:lnTo>
                  <a:pt x="33291" y="58643"/>
                </a:lnTo>
                <a:lnTo>
                  <a:pt x="31990" y="58643"/>
                </a:lnTo>
                <a:lnTo>
                  <a:pt x="31189" y="57809"/>
                </a:lnTo>
                <a:lnTo>
                  <a:pt x="31189" y="56008"/>
                </a:lnTo>
                <a:close/>
                <a:moveTo>
                  <a:pt x="33725" y="59077"/>
                </a:moveTo>
                <a:lnTo>
                  <a:pt x="34992" y="57776"/>
                </a:lnTo>
                <a:lnTo>
                  <a:pt x="34992" y="59844"/>
                </a:lnTo>
                <a:lnTo>
                  <a:pt x="36360" y="61178"/>
                </a:lnTo>
                <a:lnTo>
                  <a:pt x="34525" y="61178"/>
                </a:lnTo>
                <a:lnTo>
                  <a:pt x="33725" y="60377"/>
                </a:lnTo>
                <a:close/>
                <a:moveTo>
                  <a:pt x="34525" y="61979"/>
                </a:moveTo>
                <a:lnTo>
                  <a:pt x="36360" y="61979"/>
                </a:lnTo>
                <a:lnTo>
                  <a:pt x="34992" y="63313"/>
                </a:lnTo>
                <a:lnTo>
                  <a:pt x="34992" y="65381"/>
                </a:lnTo>
                <a:lnTo>
                  <a:pt x="33725" y="64080"/>
                </a:lnTo>
                <a:lnTo>
                  <a:pt x="33725" y="62779"/>
                </a:lnTo>
                <a:close/>
                <a:moveTo>
                  <a:pt x="32857" y="66582"/>
                </a:moveTo>
                <a:lnTo>
                  <a:pt x="34892" y="66582"/>
                </a:lnTo>
                <a:lnTo>
                  <a:pt x="34892" y="72286"/>
                </a:lnTo>
                <a:lnTo>
                  <a:pt x="31189" y="76022"/>
                </a:lnTo>
                <a:lnTo>
                  <a:pt x="31189" y="68250"/>
                </a:lnTo>
                <a:close/>
                <a:moveTo>
                  <a:pt x="34892" y="81659"/>
                </a:moveTo>
                <a:lnTo>
                  <a:pt x="34892" y="87363"/>
                </a:lnTo>
                <a:lnTo>
                  <a:pt x="32857" y="87363"/>
                </a:lnTo>
                <a:lnTo>
                  <a:pt x="31189" y="85696"/>
                </a:lnTo>
                <a:lnTo>
                  <a:pt x="31189" y="77923"/>
                </a:lnTo>
                <a:close/>
                <a:moveTo>
                  <a:pt x="37761" y="85929"/>
                </a:moveTo>
                <a:lnTo>
                  <a:pt x="42464" y="85929"/>
                </a:lnTo>
                <a:lnTo>
                  <a:pt x="45767" y="89265"/>
                </a:lnTo>
                <a:lnTo>
                  <a:pt x="45767" y="91400"/>
                </a:lnTo>
                <a:lnTo>
                  <a:pt x="41830" y="87464"/>
                </a:lnTo>
                <a:lnTo>
                  <a:pt x="41664" y="87464"/>
                </a:lnTo>
                <a:lnTo>
                  <a:pt x="36260" y="87464"/>
                </a:lnTo>
                <a:close/>
                <a:moveTo>
                  <a:pt x="46567" y="89265"/>
                </a:moveTo>
                <a:lnTo>
                  <a:pt x="49903" y="85929"/>
                </a:lnTo>
                <a:lnTo>
                  <a:pt x="54573" y="85929"/>
                </a:lnTo>
                <a:lnTo>
                  <a:pt x="56107" y="87464"/>
                </a:lnTo>
                <a:lnTo>
                  <a:pt x="50537" y="87464"/>
                </a:lnTo>
                <a:lnTo>
                  <a:pt x="46567" y="91400"/>
                </a:lnTo>
                <a:close/>
                <a:moveTo>
                  <a:pt x="57475" y="81659"/>
                </a:moveTo>
                <a:lnTo>
                  <a:pt x="61178" y="77923"/>
                </a:lnTo>
                <a:lnTo>
                  <a:pt x="61178" y="85696"/>
                </a:lnTo>
                <a:lnTo>
                  <a:pt x="59510" y="87363"/>
                </a:lnTo>
                <a:lnTo>
                  <a:pt x="57475" y="87363"/>
                </a:lnTo>
                <a:close/>
                <a:moveTo>
                  <a:pt x="61978" y="77923"/>
                </a:moveTo>
                <a:lnTo>
                  <a:pt x="65681" y="81659"/>
                </a:lnTo>
                <a:lnTo>
                  <a:pt x="65681" y="87363"/>
                </a:lnTo>
                <a:lnTo>
                  <a:pt x="63646" y="87363"/>
                </a:lnTo>
                <a:lnTo>
                  <a:pt x="61978" y="85662"/>
                </a:lnTo>
                <a:close/>
                <a:moveTo>
                  <a:pt x="68583" y="85929"/>
                </a:moveTo>
                <a:lnTo>
                  <a:pt x="73253" y="85929"/>
                </a:lnTo>
                <a:lnTo>
                  <a:pt x="76555" y="89265"/>
                </a:lnTo>
                <a:lnTo>
                  <a:pt x="76555" y="91400"/>
                </a:lnTo>
                <a:lnTo>
                  <a:pt x="72619" y="87464"/>
                </a:lnTo>
                <a:lnTo>
                  <a:pt x="67048" y="87464"/>
                </a:lnTo>
                <a:close/>
                <a:moveTo>
                  <a:pt x="77356" y="89265"/>
                </a:moveTo>
                <a:lnTo>
                  <a:pt x="80691" y="85929"/>
                </a:lnTo>
                <a:lnTo>
                  <a:pt x="85361" y="85929"/>
                </a:lnTo>
                <a:lnTo>
                  <a:pt x="86896" y="87464"/>
                </a:lnTo>
                <a:lnTo>
                  <a:pt x="81492" y="87464"/>
                </a:lnTo>
                <a:lnTo>
                  <a:pt x="81325" y="87464"/>
                </a:lnTo>
                <a:lnTo>
                  <a:pt x="77356" y="91400"/>
                </a:lnTo>
                <a:close/>
                <a:moveTo>
                  <a:pt x="88264" y="81659"/>
                </a:moveTo>
                <a:lnTo>
                  <a:pt x="91966" y="77923"/>
                </a:lnTo>
                <a:lnTo>
                  <a:pt x="91966" y="85696"/>
                </a:lnTo>
                <a:lnTo>
                  <a:pt x="90298" y="87363"/>
                </a:lnTo>
                <a:lnTo>
                  <a:pt x="88264" y="87363"/>
                </a:lnTo>
                <a:close/>
                <a:moveTo>
                  <a:pt x="92767" y="77923"/>
                </a:moveTo>
                <a:lnTo>
                  <a:pt x="96469" y="81659"/>
                </a:lnTo>
                <a:lnTo>
                  <a:pt x="96469" y="87363"/>
                </a:lnTo>
                <a:lnTo>
                  <a:pt x="94435" y="87363"/>
                </a:lnTo>
                <a:lnTo>
                  <a:pt x="92767" y="85662"/>
                </a:lnTo>
                <a:close/>
                <a:moveTo>
                  <a:pt x="99371" y="85929"/>
                </a:moveTo>
                <a:lnTo>
                  <a:pt x="104041" y="85929"/>
                </a:lnTo>
                <a:lnTo>
                  <a:pt x="107377" y="89265"/>
                </a:lnTo>
                <a:lnTo>
                  <a:pt x="107377" y="91400"/>
                </a:lnTo>
                <a:lnTo>
                  <a:pt x="103408" y="87464"/>
                </a:lnTo>
                <a:lnTo>
                  <a:pt x="103241" y="87464"/>
                </a:lnTo>
                <a:lnTo>
                  <a:pt x="97837" y="87464"/>
                </a:lnTo>
                <a:close/>
                <a:moveTo>
                  <a:pt x="108144" y="89265"/>
                </a:moveTo>
                <a:lnTo>
                  <a:pt x="111480" y="85929"/>
                </a:lnTo>
                <a:lnTo>
                  <a:pt x="116150" y="85929"/>
                </a:lnTo>
                <a:lnTo>
                  <a:pt x="117685" y="87464"/>
                </a:lnTo>
                <a:lnTo>
                  <a:pt x="112114" y="87464"/>
                </a:lnTo>
                <a:lnTo>
                  <a:pt x="108144" y="91400"/>
                </a:lnTo>
                <a:lnTo>
                  <a:pt x="108144" y="89265"/>
                </a:lnTo>
                <a:close/>
                <a:moveTo>
                  <a:pt x="119052" y="81659"/>
                </a:moveTo>
                <a:lnTo>
                  <a:pt x="122755" y="77923"/>
                </a:lnTo>
                <a:lnTo>
                  <a:pt x="122755" y="85696"/>
                </a:lnTo>
                <a:lnTo>
                  <a:pt x="121087" y="87363"/>
                </a:lnTo>
                <a:lnTo>
                  <a:pt x="119052" y="87363"/>
                </a:lnTo>
                <a:close/>
                <a:moveTo>
                  <a:pt x="123555" y="77923"/>
                </a:moveTo>
                <a:lnTo>
                  <a:pt x="127258" y="81659"/>
                </a:lnTo>
                <a:lnTo>
                  <a:pt x="127258" y="87363"/>
                </a:lnTo>
                <a:lnTo>
                  <a:pt x="125223" y="87363"/>
                </a:lnTo>
                <a:lnTo>
                  <a:pt x="123555" y="85662"/>
                </a:lnTo>
                <a:lnTo>
                  <a:pt x="123555" y="77923"/>
                </a:lnTo>
                <a:close/>
                <a:moveTo>
                  <a:pt x="130160" y="85929"/>
                </a:moveTo>
                <a:lnTo>
                  <a:pt x="134830" y="85929"/>
                </a:lnTo>
                <a:lnTo>
                  <a:pt x="138166" y="89265"/>
                </a:lnTo>
                <a:lnTo>
                  <a:pt x="138166" y="91400"/>
                </a:lnTo>
                <a:lnTo>
                  <a:pt x="134196" y="87464"/>
                </a:lnTo>
                <a:lnTo>
                  <a:pt x="128626" y="87464"/>
                </a:lnTo>
                <a:close/>
                <a:moveTo>
                  <a:pt x="138933" y="89265"/>
                </a:moveTo>
                <a:lnTo>
                  <a:pt x="142269" y="85929"/>
                </a:lnTo>
                <a:lnTo>
                  <a:pt x="146939" y="85929"/>
                </a:lnTo>
                <a:lnTo>
                  <a:pt x="148473" y="87464"/>
                </a:lnTo>
                <a:lnTo>
                  <a:pt x="143069" y="87464"/>
                </a:lnTo>
                <a:lnTo>
                  <a:pt x="142903" y="87464"/>
                </a:lnTo>
                <a:lnTo>
                  <a:pt x="138933" y="91400"/>
                </a:lnTo>
                <a:close/>
                <a:moveTo>
                  <a:pt x="149841" y="81659"/>
                </a:moveTo>
                <a:lnTo>
                  <a:pt x="153543" y="77923"/>
                </a:lnTo>
                <a:lnTo>
                  <a:pt x="153543" y="85696"/>
                </a:lnTo>
                <a:lnTo>
                  <a:pt x="151876" y="87363"/>
                </a:lnTo>
                <a:lnTo>
                  <a:pt x="149841" y="87363"/>
                </a:lnTo>
                <a:lnTo>
                  <a:pt x="149841" y="81659"/>
                </a:lnTo>
                <a:close/>
                <a:moveTo>
                  <a:pt x="154344" y="77923"/>
                </a:moveTo>
                <a:lnTo>
                  <a:pt x="158047" y="81659"/>
                </a:lnTo>
                <a:lnTo>
                  <a:pt x="158047" y="87363"/>
                </a:lnTo>
                <a:lnTo>
                  <a:pt x="156012" y="87363"/>
                </a:lnTo>
                <a:lnTo>
                  <a:pt x="154344" y="85662"/>
                </a:lnTo>
                <a:lnTo>
                  <a:pt x="154344" y="77923"/>
                </a:lnTo>
                <a:close/>
                <a:moveTo>
                  <a:pt x="160949" y="85929"/>
                </a:moveTo>
                <a:lnTo>
                  <a:pt x="165619" y="85929"/>
                </a:lnTo>
                <a:lnTo>
                  <a:pt x="168954" y="89265"/>
                </a:lnTo>
                <a:lnTo>
                  <a:pt x="168954" y="91400"/>
                </a:lnTo>
                <a:lnTo>
                  <a:pt x="164985" y="87464"/>
                </a:lnTo>
                <a:lnTo>
                  <a:pt x="164852" y="87464"/>
                </a:lnTo>
                <a:lnTo>
                  <a:pt x="159414" y="87464"/>
                </a:lnTo>
                <a:close/>
                <a:moveTo>
                  <a:pt x="169755" y="89265"/>
                </a:moveTo>
                <a:lnTo>
                  <a:pt x="173057" y="85929"/>
                </a:lnTo>
                <a:lnTo>
                  <a:pt x="177761" y="85929"/>
                </a:lnTo>
                <a:lnTo>
                  <a:pt x="179262" y="87464"/>
                </a:lnTo>
                <a:lnTo>
                  <a:pt x="173691" y="87464"/>
                </a:lnTo>
                <a:lnTo>
                  <a:pt x="169755" y="91400"/>
                </a:lnTo>
                <a:close/>
                <a:moveTo>
                  <a:pt x="180629" y="81659"/>
                </a:moveTo>
                <a:lnTo>
                  <a:pt x="184332" y="77923"/>
                </a:lnTo>
                <a:lnTo>
                  <a:pt x="184332" y="85696"/>
                </a:lnTo>
                <a:lnTo>
                  <a:pt x="182664" y="87363"/>
                </a:lnTo>
                <a:lnTo>
                  <a:pt x="180629" y="87363"/>
                </a:lnTo>
                <a:lnTo>
                  <a:pt x="180629" y="81659"/>
                </a:lnTo>
                <a:close/>
                <a:moveTo>
                  <a:pt x="185133" y="77923"/>
                </a:moveTo>
                <a:lnTo>
                  <a:pt x="188869" y="81659"/>
                </a:lnTo>
                <a:lnTo>
                  <a:pt x="188869" y="87363"/>
                </a:lnTo>
                <a:lnTo>
                  <a:pt x="186801" y="87363"/>
                </a:lnTo>
                <a:lnTo>
                  <a:pt x="185133" y="85662"/>
                </a:lnTo>
                <a:lnTo>
                  <a:pt x="185133" y="77923"/>
                </a:lnTo>
                <a:close/>
                <a:moveTo>
                  <a:pt x="191737" y="85929"/>
                </a:moveTo>
                <a:lnTo>
                  <a:pt x="196441" y="85929"/>
                </a:lnTo>
                <a:lnTo>
                  <a:pt x="199743" y="89265"/>
                </a:lnTo>
                <a:lnTo>
                  <a:pt x="199743" y="91400"/>
                </a:lnTo>
                <a:lnTo>
                  <a:pt x="195807" y="87464"/>
                </a:lnTo>
                <a:lnTo>
                  <a:pt x="190203" y="87464"/>
                </a:lnTo>
                <a:close/>
                <a:moveTo>
                  <a:pt x="200544" y="89265"/>
                </a:moveTo>
                <a:lnTo>
                  <a:pt x="203846" y="85929"/>
                </a:lnTo>
                <a:lnTo>
                  <a:pt x="208549" y="85929"/>
                </a:lnTo>
                <a:lnTo>
                  <a:pt x="210084" y="87464"/>
                </a:lnTo>
                <a:lnTo>
                  <a:pt x="204647" y="87464"/>
                </a:lnTo>
                <a:lnTo>
                  <a:pt x="204480" y="87464"/>
                </a:lnTo>
                <a:lnTo>
                  <a:pt x="200544" y="91400"/>
                </a:lnTo>
                <a:close/>
                <a:moveTo>
                  <a:pt x="211418" y="81659"/>
                </a:moveTo>
                <a:lnTo>
                  <a:pt x="215154" y="77923"/>
                </a:lnTo>
                <a:lnTo>
                  <a:pt x="215154" y="85696"/>
                </a:lnTo>
                <a:lnTo>
                  <a:pt x="213453" y="87363"/>
                </a:lnTo>
                <a:lnTo>
                  <a:pt x="211418" y="87363"/>
                </a:lnTo>
                <a:lnTo>
                  <a:pt x="211418" y="81659"/>
                </a:lnTo>
                <a:close/>
                <a:moveTo>
                  <a:pt x="211418" y="72286"/>
                </a:moveTo>
                <a:lnTo>
                  <a:pt x="211418" y="66582"/>
                </a:lnTo>
                <a:lnTo>
                  <a:pt x="213453" y="66582"/>
                </a:lnTo>
                <a:lnTo>
                  <a:pt x="215154" y="68283"/>
                </a:lnTo>
                <a:lnTo>
                  <a:pt x="215154" y="76022"/>
                </a:lnTo>
                <a:close/>
                <a:moveTo>
                  <a:pt x="213887" y="65915"/>
                </a:moveTo>
                <a:lnTo>
                  <a:pt x="213620" y="65815"/>
                </a:lnTo>
                <a:lnTo>
                  <a:pt x="211718" y="65815"/>
                </a:lnTo>
                <a:lnTo>
                  <a:pt x="213019" y="64514"/>
                </a:lnTo>
                <a:lnTo>
                  <a:pt x="214320" y="64514"/>
                </a:lnTo>
                <a:lnTo>
                  <a:pt x="215154" y="65348"/>
                </a:lnTo>
                <a:lnTo>
                  <a:pt x="215154" y="67149"/>
                </a:lnTo>
                <a:close/>
                <a:moveTo>
                  <a:pt x="212586" y="64113"/>
                </a:moveTo>
                <a:lnTo>
                  <a:pt x="211318" y="65381"/>
                </a:lnTo>
                <a:lnTo>
                  <a:pt x="211318" y="63346"/>
                </a:lnTo>
                <a:lnTo>
                  <a:pt x="209950" y="61979"/>
                </a:lnTo>
                <a:lnTo>
                  <a:pt x="211785" y="61979"/>
                </a:lnTo>
                <a:lnTo>
                  <a:pt x="212586" y="62813"/>
                </a:lnTo>
                <a:lnTo>
                  <a:pt x="212586" y="64113"/>
                </a:lnTo>
                <a:close/>
                <a:moveTo>
                  <a:pt x="211785" y="61178"/>
                </a:moveTo>
                <a:lnTo>
                  <a:pt x="209950" y="61178"/>
                </a:lnTo>
                <a:lnTo>
                  <a:pt x="211318" y="59844"/>
                </a:lnTo>
                <a:lnTo>
                  <a:pt x="211318" y="57776"/>
                </a:lnTo>
                <a:lnTo>
                  <a:pt x="212586" y="59077"/>
                </a:lnTo>
                <a:lnTo>
                  <a:pt x="212586" y="60377"/>
                </a:lnTo>
                <a:close/>
                <a:moveTo>
                  <a:pt x="213453" y="56575"/>
                </a:moveTo>
                <a:lnTo>
                  <a:pt x="211418" y="56575"/>
                </a:lnTo>
                <a:lnTo>
                  <a:pt x="211418" y="50871"/>
                </a:lnTo>
                <a:lnTo>
                  <a:pt x="215154" y="47135"/>
                </a:lnTo>
                <a:lnTo>
                  <a:pt x="215154" y="54874"/>
                </a:lnTo>
                <a:close/>
                <a:moveTo>
                  <a:pt x="211418" y="41497"/>
                </a:moveTo>
                <a:lnTo>
                  <a:pt x="211418" y="35793"/>
                </a:lnTo>
                <a:lnTo>
                  <a:pt x="213453" y="35793"/>
                </a:lnTo>
                <a:lnTo>
                  <a:pt x="215154" y="37494"/>
                </a:lnTo>
                <a:lnTo>
                  <a:pt x="215154" y="45233"/>
                </a:lnTo>
                <a:close/>
                <a:moveTo>
                  <a:pt x="213887" y="35126"/>
                </a:moveTo>
                <a:lnTo>
                  <a:pt x="213620" y="34993"/>
                </a:lnTo>
                <a:lnTo>
                  <a:pt x="211718" y="34993"/>
                </a:lnTo>
                <a:lnTo>
                  <a:pt x="213019" y="33725"/>
                </a:lnTo>
                <a:lnTo>
                  <a:pt x="214320" y="33725"/>
                </a:lnTo>
                <a:lnTo>
                  <a:pt x="215154" y="34559"/>
                </a:lnTo>
                <a:lnTo>
                  <a:pt x="215154" y="36360"/>
                </a:lnTo>
                <a:close/>
                <a:moveTo>
                  <a:pt x="210518" y="32858"/>
                </a:moveTo>
                <a:lnTo>
                  <a:pt x="210518" y="34893"/>
                </a:lnTo>
                <a:lnTo>
                  <a:pt x="204813" y="34893"/>
                </a:lnTo>
                <a:lnTo>
                  <a:pt x="201077" y="31190"/>
                </a:lnTo>
                <a:lnTo>
                  <a:pt x="208850" y="31190"/>
                </a:lnTo>
                <a:close/>
                <a:moveTo>
                  <a:pt x="195473" y="34893"/>
                </a:moveTo>
                <a:lnTo>
                  <a:pt x="189736" y="34893"/>
                </a:lnTo>
                <a:lnTo>
                  <a:pt x="189736" y="32858"/>
                </a:lnTo>
                <a:lnTo>
                  <a:pt x="191437" y="31190"/>
                </a:lnTo>
                <a:lnTo>
                  <a:pt x="199176" y="31190"/>
                </a:lnTo>
                <a:close/>
                <a:moveTo>
                  <a:pt x="187268" y="33725"/>
                </a:moveTo>
                <a:lnTo>
                  <a:pt x="188535" y="34993"/>
                </a:lnTo>
                <a:lnTo>
                  <a:pt x="186667" y="34993"/>
                </a:lnTo>
                <a:lnTo>
                  <a:pt x="186367" y="35126"/>
                </a:lnTo>
                <a:lnTo>
                  <a:pt x="185133" y="36360"/>
                </a:lnTo>
                <a:lnTo>
                  <a:pt x="185133" y="34559"/>
                </a:lnTo>
                <a:lnTo>
                  <a:pt x="185967" y="33725"/>
                </a:lnTo>
                <a:lnTo>
                  <a:pt x="187268" y="33725"/>
                </a:lnTo>
                <a:close/>
                <a:moveTo>
                  <a:pt x="184332" y="36360"/>
                </a:moveTo>
                <a:lnTo>
                  <a:pt x="183098" y="35126"/>
                </a:lnTo>
                <a:lnTo>
                  <a:pt x="182831" y="34993"/>
                </a:lnTo>
                <a:lnTo>
                  <a:pt x="180930" y="34993"/>
                </a:lnTo>
                <a:lnTo>
                  <a:pt x="182231" y="33725"/>
                </a:lnTo>
                <a:lnTo>
                  <a:pt x="183532" y="33725"/>
                </a:lnTo>
                <a:lnTo>
                  <a:pt x="184332" y="34559"/>
                </a:lnTo>
                <a:close/>
                <a:moveTo>
                  <a:pt x="179729" y="32858"/>
                </a:moveTo>
                <a:lnTo>
                  <a:pt x="179729" y="34893"/>
                </a:lnTo>
                <a:lnTo>
                  <a:pt x="174025" y="34893"/>
                </a:lnTo>
                <a:lnTo>
                  <a:pt x="170289" y="31190"/>
                </a:lnTo>
                <a:lnTo>
                  <a:pt x="178061" y="31190"/>
                </a:lnTo>
                <a:close/>
                <a:moveTo>
                  <a:pt x="164685" y="34893"/>
                </a:moveTo>
                <a:lnTo>
                  <a:pt x="158947" y="34893"/>
                </a:lnTo>
                <a:lnTo>
                  <a:pt x="158947" y="32858"/>
                </a:lnTo>
                <a:lnTo>
                  <a:pt x="160649" y="31190"/>
                </a:lnTo>
                <a:lnTo>
                  <a:pt x="168387" y="31190"/>
                </a:lnTo>
                <a:close/>
                <a:moveTo>
                  <a:pt x="156479" y="33725"/>
                </a:moveTo>
                <a:lnTo>
                  <a:pt x="157746" y="34993"/>
                </a:lnTo>
                <a:lnTo>
                  <a:pt x="155878" y="34993"/>
                </a:lnTo>
                <a:lnTo>
                  <a:pt x="155578" y="35126"/>
                </a:lnTo>
                <a:lnTo>
                  <a:pt x="154344" y="36360"/>
                </a:lnTo>
                <a:lnTo>
                  <a:pt x="154344" y="34559"/>
                </a:lnTo>
                <a:lnTo>
                  <a:pt x="155178" y="33725"/>
                </a:lnTo>
                <a:lnTo>
                  <a:pt x="156479" y="33725"/>
                </a:lnTo>
                <a:close/>
                <a:moveTo>
                  <a:pt x="153543" y="36360"/>
                </a:moveTo>
                <a:lnTo>
                  <a:pt x="152309" y="35126"/>
                </a:lnTo>
                <a:lnTo>
                  <a:pt x="152042" y="34993"/>
                </a:lnTo>
                <a:lnTo>
                  <a:pt x="150141" y="34993"/>
                </a:lnTo>
                <a:lnTo>
                  <a:pt x="151442" y="33725"/>
                </a:lnTo>
                <a:lnTo>
                  <a:pt x="152743" y="33725"/>
                </a:lnTo>
                <a:lnTo>
                  <a:pt x="153543" y="34559"/>
                </a:lnTo>
                <a:close/>
                <a:moveTo>
                  <a:pt x="148940" y="32858"/>
                </a:moveTo>
                <a:lnTo>
                  <a:pt x="148940" y="34893"/>
                </a:lnTo>
                <a:lnTo>
                  <a:pt x="143236" y="34893"/>
                </a:lnTo>
                <a:lnTo>
                  <a:pt x="139500" y="31190"/>
                </a:lnTo>
                <a:lnTo>
                  <a:pt x="147239" y="31190"/>
                </a:lnTo>
                <a:close/>
                <a:moveTo>
                  <a:pt x="133896" y="34893"/>
                </a:moveTo>
                <a:lnTo>
                  <a:pt x="128159" y="34893"/>
                </a:lnTo>
                <a:lnTo>
                  <a:pt x="128159" y="32858"/>
                </a:lnTo>
                <a:lnTo>
                  <a:pt x="129860" y="31190"/>
                </a:lnTo>
                <a:lnTo>
                  <a:pt x="137599" y="31190"/>
                </a:lnTo>
                <a:close/>
                <a:moveTo>
                  <a:pt x="125690" y="33725"/>
                </a:moveTo>
                <a:lnTo>
                  <a:pt x="126958" y="34993"/>
                </a:lnTo>
                <a:lnTo>
                  <a:pt x="125056" y="34993"/>
                </a:lnTo>
                <a:lnTo>
                  <a:pt x="124790" y="35126"/>
                </a:lnTo>
                <a:lnTo>
                  <a:pt x="123555" y="36360"/>
                </a:lnTo>
                <a:lnTo>
                  <a:pt x="123555" y="34559"/>
                </a:lnTo>
                <a:lnTo>
                  <a:pt x="124389" y="33725"/>
                </a:lnTo>
                <a:lnTo>
                  <a:pt x="125690" y="33725"/>
                </a:lnTo>
                <a:close/>
                <a:moveTo>
                  <a:pt x="122755" y="36360"/>
                </a:moveTo>
                <a:lnTo>
                  <a:pt x="121521" y="35126"/>
                </a:lnTo>
                <a:lnTo>
                  <a:pt x="121254" y="34993"/>
                </a:lnTo>
                <a:lnTo>
                  <a:pt x="119352" y="34993"/>
                </a:lnTo>
                <a:lnTo>
                  <a:pt x="120653" y="33725"/>
                </a:lnTo>
                <a:lnTo>
                  <a:pt x="121954" y="33725"/>
                </a:lnTo>
                <a:lnTo>
                  <a:pt x="122755" y="34559"/>
                </a:lnTo>
                <a:lnTo>
                  <a:pt x="122755" y="36360"/>
                </a:lnTo>
                <a:close/>
                <a:moveTo>
                  <a:pt x="118152" y="32858"/>
                </a:moveTo>
                <a:lnTo>
                  <a:pt x="118152" y="34893"/>
                </a:lnTo>
                <a:lnTo>
                  <a:pt x="112447" y="34893"/>
                </a:lnTo>
                <a:lnTo>
                  <a:pt x="108711" y="31190"/>
                </a:lnTo>
                <a:lnTo>
                  <a:pt x="116450" y="31190"/>
                </a:lnTo>
                <a:close/>
                <a:moveTo>
                  <a:pt x="103074" y="34893"/>
                </a:moveTo>
                <a:lnTo>
                  <a:pt x="97370" y="34893"/>
                </a:lnTo>
                <a:lnTo>
                  <a:pt x="97370" y="32858"/>
                </a:lnTo>
                <a:lnTo>
                  <a:pt x="99071" y="31190"/>
                </a:lnTo>
                <a:lnTo>
                  <a:pt x="106810" y="31190"/>
                </a:lnTo>
                <a:close/>
                <a:moveTo>
                  <a:pt x="94868" y="33725"/>
                </a:moveTo>
                <a:lnTo>
                  <a:pt x="96169" y="34993"/>
                </a:lnTo>
                <a:lnTo>
                  <a:pt x="94268" y="34993"/>
                </a:lnTo>
                <a:lnTo>
                  <a:pt x="94001" y="35126"/>
                </a:lnTo>
                <a:lnTo>
                  <a:pt x="92767" y="36360"/>
                </a:lnTo>
                <a:lnTo>
                  <a:pt x="92767" y="34559"/>
                </a:lnTo>
                <a:lnTo>
                  <a:pt x="93567" y="33725"/>
                </a:lnTo>
                <a:lnTo>
                  <a:pt x="94868" y="33725"/>
                </a:lnTo>
                <a:close/>
                <a:moveTo>
                  <a:pt x="91966" y="36360"/>
                </a:moveTo>
                <a:lnTo>
                  <a:pt x="90732" y="35126"/>
                </a:lnTo>
                <a:lnTo>
                  <a:pt x="90465" y="34993"/>
                </a:lnTo>
                <a:lnTo>
                  <a:pt x="88564" y="34993"/>
                </a:lnTo>
                <a:lnTo>
                  <a:pt x="89865" y="33725"/>
                </a:lnTo>
                <a:lnTo>
                  <a:pt x="91166" y="33725"/>
                </a:lnTo>
                <a:lnTo>
                  <a:pt x="91966" y="34559"/>
                </a:lnTo>
                <a:lnTo>
                  <a:pt x="91966" y="36360"/>
                </a:lnTo>
                <a:close/>
                <a:moveTo>
                  <a:pt x="87363" y="32858"/>
                </a:moveTo>
                <a:lnTo>
                  <a:pt x="87363" y="34893"/>
                </a:lnTo>
                <a:lnTo>
                  <a:pt x="81659" y="34893"/>
                </a:lnTo>
                <a:lnTo>
                  <a:pt x="77923" y="31190"/>
                </a:lnTo>
                <a:lnTo>
                  <a:pt x="85662" y="31190"/>
                </a:lnTo>
                <a:close/>
                <a:moveTo>
                  <a:pt x="72285" y="34893"/>
                </a:moveTo>
                <a:lnTo>
                  <a:pt x="66581" y="34893"/>
                </a:lnTo>
                <a:lnTo>
                  <a:pt x="66581" y="32858"/>
                </a:lnTo>
                <a:lnTo>
                  <a:pt x="68249" y="31190"/>
                </a:lnTo>
                <a:lnTo>
                  <a:pt x="76021" y="31190"/>
                </a:lnTo>
                <a:close/>
                <a:moveTo>
                  <a:pt x="64080" y="33725"/>
                </a:moveTo>
                <a:lnTo>
                  <a:pt x="65381" y="34993"/>
                </a:lnTo>
                <a:lnTo>
                  <a:pt x="63479" y="34993"/>
                </a:lnTo>
                <a:lnTo>
                  <a:pt x="63212" y="35126"/>
                </a:lnTo>
                <a:lnTo>
                  <a:pt x="61978" y="36360"/>
                </a:lnTo>
                <a:lnTo>
                  <a:pt x="61978" y="34559"/>
                </a:lnTo>
                <a:lnTo>
                  <a:pt x="62779" y="33725"/>
                </a:lnTo>
                <a:lnTo>
                  <a:pt x="64080" y="33725"/>
                </a:lnTo>
                <a:close/>
                <a:moveTo>
                  <a:pt x="61178" y="36360"/>
                </a:moveTo>
                <a:lnTo>
                  <a:pt x="59943" y="35126"/>
                </a:lnTo>
                <a:lnTo>
                  <a:pt x="59676" y="34993"/>
                </a:lnTo>
                <a:lnTo>
                  <a:pt x="57775" y="34993"/>
                </a:lnTo>
                <a:lnTo>
                  <a:pt x="59043" y="33725"/>
                </a:lnTo>
                <a:lnTo>
                  <a:pt x="60344" y="33725"/>
                </a:lnTo>
                <a:lnTo>
                  <a:pt x="61178" y="34559"/>
                </a:lnTo>
                <a:close/>
                <a:moveTo>
                  <a:pt x="56574" y="32858"/>
                </a:moveTo>
                <a:lnTo>
                  <a:pt x="56574" y="34893"/>
                </a:lnTo>
                <a:lnTo>
                  <a:pt x="50837" y="34893"/>
                </a:lnTo>
                <a:lnTo>
                  <a:pt x="47134" y="31190"/>
                </a:lnTo>
                <a:lnTo>
                  <a:pt x="54873" y="31190"/>
                </a:lnTo>
                <a:close/>
                <a:moveTo>
                  <a:pt x="41497" y="34893"/>
                </a:moveTo>
                <a:lnTo>
                  <a:pt x="35793" y="34893"/>
                </a:lnTo>
                <a:lnTo>
                  <a:pt x="35793" y="32858"/>
                </a:lnTo>
                <a:lnTo>
                  <a:pt x="37461" y="31190"/>
                </a:lnTo>
                <a:lnTo>
                  <a:pt x="45233" y="31190"/>
                </a:lnTo>
                <a:close/>
                <a:moveTo>
                  <a:pt x="33291" y="33725"/>
                </a:moveTo>
                <a:lnTo>
                  <a:pt x="34592" y="34993"/>
                </a:lnTo>
                <a:lnTo>
                  <a:pt x="32691" y="34993"/>
                </a:lnTo>
                <a:lnTo>
                  <a:pt x="32424" y="35126"/>
                </a:lnTo>
                <a:lnTo>
                  <a:pt x="31189" y="36360"/>
                </a:lnTo>
                <a:lnTo>
                  <a:pt x="31189" y="34559"/>
                </a:lnTo>
                <a:lnTo>
                  <a:pt x="31990" y="33725"/>
                </a:lnTo>
                <a:lnTo>
                  <a:pt x="33291" y="33725"/>
                </a:lnTo>
                <a:close/>
                <a:moveTo>
                  <a:pt x="30389" y="57809"/>
                </a:moveTo>
                <a:lnTo>
                  <a:pt x="29555" y="58643"/>
                </a:lnTo>
                <a:lnTo>
                  <a:pt x="28254" y="58643"/>
                </a:lnTo>
                <a:lnTo>
                  <a:pt x="26986" y="57375"/>
                </a:lnTo>
                <a:lnTo>
                  <a:pt x="28854" y="57375"/>
                </a:lnTo>
                <a:lnTo>
                  <a:pt x="29155" y="57242"/>
                </a:lnTo>
                <a:lnTo>
                  <a:pt x="30389" y="56008"/>
                </a:lnTo>
                <a:lnTo>
                  <a:pt x="30389" y="57809"/>
                </a:lnTo>
                <a:close/>
                <a:moveTo>
                  <a:pt x="28521" y="60811"/>
                </a:moveTo>
                <a:lnTo>
                  <a:pt x="28621" y="60511"/>
                </a:lnTo>
                <a:lnTo>
                  <a:pt x="28621" y="59443"/>
                </a:lnTo>
                <a:lnTo>
                  <a:pt x="29889" y="59443"/>
                </a:lnTo>
                <a:lnTo>
                  <a:pt x="30789" y="58543"/>
                </a:lnTo>
                <a:lnTo>
                  <a:pt x="31656" y="59443"/>
                </a:lnTo>
                <a:lnTo>
                  <a:pt x="32924" y="59443"/>
                </a:lnTo>
                <a:lnTo>
                  <a:pt x="32924" y="60511"/>
                </a:lnTo>
                <a:lnTo>
                  <a:pt x="33057" y="60811"/>
                </a:lnTo>
                <a:lnTo>
                  <a:pt x="33825" y="61578"/>
                </a:lnTo>
                <a:lnTo>
                  <a:pt x="33057" y="62346"/>
                </a:lnTo>
                <a:lnTo>
                  <a:pt x="32924" y="62612"/>
                </a:lnTo>
                <a:lnTo>
                  <a:pt x="32924" y="63713"/>
                </a:lnTo>
                <a:lnTo>
                  <a:pt x="31656" y="63713"/>
                </a:lnTo>
                <a:lnTo>
                  <a:pt x="30789" y="64614"/>
                </a:lnTo>
                <a:lnTo>
                  <a:pt x="29889" y="63713"/>
                </a:lnTo>
                <a:lnTo>
                  <a:pt x="28621" y="63713"/>
                </a:lnTo>
                <a:lnTo>
                  <a:pt x="28621" y="62612"/>
                </a:lnTo>
                <a:lnTo>
                  <a:pt x="28521" y="62346"/>
                </a:lnTo>
                <a:lnTo>
                  <a:pt x="27754" y="61578"/>
                </a:lnTo>
                <a:close/>
                <a:moveTo>
                  <a:pt x="28254" y="64514"/>
                </a:moveTo>
                <a:lnTo>
                  <a:pt x="29555" y="64514"/>
                </a:lnTo>
                <a:lnTo>
                  <a:pt x="30389" y="65348"/>
                </a:lnTo>
                <a:lnTo>
                  <a:pt x="30389" y="67149"/>
                </a:lnTo>
                <a:lnTo>
                  <a:pt x="29155" y="65915"/>
                </a:lnTo>
                <a:lnTo>
                  <a:pt x="28854" y="65781"/>
                </a:lnTo>
                <a:lnTo>
                  <a:pt x="26986" y="65781"/>
                </a:lnTo>
                <a:close/>
                <a:moveTo>
                  <a:pt x="31189" y="86796"/>
                </a:moveTo>
                <a:lnTo>
                  <a:pt x="32424" y="88031"/>
                </a:lnTo>
                <a:lnTo>
                  <a:pt x="32691" y="88164"/>
                </a:lnTo>
                <a:lnTo>
                  <a:pt x="34592" y="88164"/>
                </a:lnTo>
                <a:lnTo>
                  <a:pt x="33291" y="89432"/>
                </a:lnTo>
                <a:lnTo>
                  <a:pt x="31990" y="89432"/>
                </a:lnTo>
                <a:lnTo>
                  <a:pt x="31189" y="88631"/>
                </a:lnTo>
                <a:lnTo>
                  <a:pt x="31189" y="86796"/>
                </a:lnTo>
                <a:close/>
                <a:moveTo>
                  <a:pt x="35793" y="90299"/>
                </a:moveTo>
                <a:lnTo>
                  <a:pt x="35793" y="88264"/>
                </a:lnTo>
                <a:lnTo>
                  <a:pt x="41497" y="88264"/>
                </a:lnTo>
                <a:lnTo>
                  <a:pt x="45233" y="91967"/>
                </a:lnTo>
                <a:lnTo>
                  <a:pt x="37461" y="91967"/>
                </a:lnTo>
                <a:close/>
                <a:moveTo>
                  <a:pt x="50837" y="88264"/>
                </a:moveTo>
                <a:lnTo>
                  <a:pt x="56574" y="88264"/>
                </a:lnTo>
                <a:lnTo>
                  <a:pt x="56574" y="90299"/>
                </a:lnTo>
                <a:lnTo>
                  <a:pt x="54873" y="91967"/>
                </a:lnTo>
                <a:lnTo>
                  <a:pt x="47134" y="91967"/>
                </a:lnTo>
                <a:close/>
                <a:moveTo>
                  <a:pt x="59043" y="89432"/>
                </a:moveTo>
                <a:lnTo>
                  <a:pt x="57775" y="88164"/>
                </a:lnTo>
                <a:lnTo>
                  <a:pt x="59676" y="88164"/>
                </a:lnTo>
                <a:lnTo>
                  <a:pt x="59943" y="88031"/>
                </a:lnTo>
                <a:lnTo>
                  <a:pt x="61178" y="86796"/>
                </a:lnTo>
                <a:lnTo>
                  <a:pt x="61178" y="88598"/>
                </a:lnTo>
                <a:lnTo>
                  <a:pt x="60344" y="89432"/>
                </a:lnTo>
                <a:lnTo>
                  <a:pt x="59043" y="89432"/>
                </a:lnTo>
                <a:close/>
                <a:moveTo>
                  <a:pt x="61978" y="86796"/>
                </a:moveTo>
                <a:lnTo>
                  <a:pt x="63212" y="88031"/>
                </a:lnTo>
                <a:lnTo>
                  <a:pt x="63479" y="88164"/>
                </a:lnTo>
                <a:lnTo>
                  <a:pt x="65381" y="88164"/>
                </a:lnTo>
                <a:lnTo>
                  <a:pt x="64080" y="89432"/>
                </a:lnTo>
                <a:lnTo>
                  <a:pt x="62779" y="89432"/>
                </a:lnTo>
                <a:lnTo>
                  <a:pt x="61978" y="88631"/>
                </a:lnTo>
                <a:close/>
                <a:moveTo>
                  <a:pt x="66581" y="90299"/>
                </a:moveTo>
                <a:lnTo>
                  <a:pt x="66581" y="88264"/>
                </a:lnTo>
                <a:lnTo>
                  <a:pt x="72285" y="88264"/>
                </a:lnTo>
                <a:lnTo>
                  <a:pt x="76021" y="91967"/>
                </a:lnTo>
                <a:lnTo>
                  <a:pt x="68249" y="91967"/>
                </a:lnTo>
                <a:close/>
                <a:moveTo>
                  <a:pt x="81659" y="88264"/>
                </a:moveTo>
                <a:lnTo>
                  <a:pt x="87363" y="88264"/>
                </a:lnTo>
                <a:lnTo>
                  <a:pt x="87363" y="90299"/>
                </a:lnTo>
                <a:lnTo>
                  <a:pt x="85662" y="91967"/>
                </a:lnTo>
                <a:lnTo>
                  <a:pt x="77923" y="91967"/>
                </a:lnTo>
                <a:close/>
                <a:moveTo>
                  <a:pt x="89831" y="89432"/>
                </a:moveTo>
                <a:lnTo>
                  <a:pt x="88564" y="88164"/>
                </a:lnTo>
                <a:lnTo>
                  <a:pt x="90465" y="88164"/>
                </a:lnTo>
                <a:lnTo>
                  <a:pt x="90732" y="88031"/>
                </a:lnTo>
                <a:lnTo>
                  <a:pt x="91966" y="86796"/>
                </a:lnTo>
                <a:lnTo>
                  <a:pt x="91966" y="88598"/>
                </a:lnTo>
                <a:lnTo>
                  <a:pt x="91132" y="89432"/>
                </a:lnTo>
                <a:lnTo>
                  <a:pt x="89831" y="89432"/>
                </a:lnTo>
                <a:close/>
                <a:moveTo>
                  <a:pt x="92767" y="86796"/>
                </a:moveTo>
                <a:lnTo>
                  <a:pt x="94001" y="88031"/>
                </a:lnTo>
                <a:lnTo>
                  <a:pt x="94268" y="88164"/>
                </a:lnTo>
                <a:lnTo>
                  <a:pt x="96169" y="88164"/>
                </a:lnTo>
                <a:lnTo>
                  <a:pt x="94868" y="89432"/>
                </a:lnTo>
                <a:lnTo>
                  <a:pt x="93567" y="89432"/>
                </a:lnTo>
                <a:lnTo>
                  <a:pt x="92767" y="88631"/>
                </a:lnTo>
                <a:lnTo>
                  <a:pt x="92767" y="86796"/>
                </a:lnTo>
                <a:close/>
                <a:moveTo>
                  <a:pt x="97370" y="90299"/>
                </a:moveTo>
                <a:lnTo>
                  <a:pt x="97370" y="88264"/>
                </a:lnTo>
                <a:lnTo>
                  <a:pt x="103074" y="88264"/>
                </a:lnTo>
                <a:lnTo>
                  <a:pt x="106810" y="91967"/>
                </a:lnTo>
                <a:lnTo>
                  <a:pt x="99071" y="91967"/>
                </a:lnTo>
                <a:close/>
                <a:moveTo>
                  <a:pt x="112447" y="88264"/>
                </a:moveTo>
                <a:lnTo>
                  <a:pt x="118152" y="88264"/>
                </a:lnTo>
                <a:lnTo>
                  <a:pt x="118152" y="90299"/>
                </a:lnTo>
                <a:lnTo>
                  <a:pt x="116450" y="91967"/>
                </a:lnTo>
                <a:lnTo>
                  <a:pt x="108711" y="91967"/>
                </a:lnTo>
                <a:close/>
                <a:moveTo>
                  <a:pt x="120653" y="89432"/>
                </a:moveTo>
                <a:lnTo>
                  <a:pt x="119352" y="88164"/>
                </a:lnTo>
                <a:lnTo>
                  <a:pt x="121254" y="88164"/>
                </a:lnTo>
                <a:lnTo>
                  <a:pt x="121521" y="88031"/>
                </a:lnTo>
                <a:lnTo>
                  <a:pt x="122755" y="86796"/>
                </a:lnTo>
                <a:lnTo>
                  <a:pt x="122755" y="88598"/>
                </a:lnTo>
                <a:lnTo>
                  <a:pt x="121954" y="89432"/>
                </a:lnTo>
                <a:lnTo>
                  <a:pt x="120653" y="89432"/>
                </a:lnTo>
                <a:close/>
                <a:moveTo>
                  <a:pt x="123555" y="86796"/>
                </a:moveTo>
                <a:lnTo>
                  <a:pt x="124790" y="88031"/>
                </a:lnTo>
                <a:lnTo>
                  <a:pt x="125056" y="88164"/>
                </a:lnTo>
                <a:lnTo>
                  <a:pt x="126958" y="88164"/>
                </a:lnTo>
                <a:lnTo>
                  <a:pt x="125657" y="89432"/>
                </a:lnTo>
                <a:lnTo>
                  <a:pt x="124356" y="89432"/>
                </a:lnTo>
                <a:lnTo>
                  <a:pt x="123555" y="88631"/>
                </a:lnTo>
                <a:lnTo>
                  <a:pt x="123555" y="86796"/>
                </a:lnTo>
                <a:close/>
                <a:moveTo>
                  <a:pt x="128159" y="90299"/>
                </a:moveTo>
                <a:lnTo>
                  <a:pt x="128159" y="88264"/>
                </a:lnTo>
                <a:lnTo>
                  <a:pt x="133863" y="88264"/>
                </a:lnTo>
                <a:lnTo>
                  <a:pt x="137599" y="91967"/>
                </a:lnTo>
                <a:lnTo>
                  <a:pt x="129860" y="91967"/>
                </a:lnTo>
                <a:close/>
                <a:moveTo>
                  <a:pt x="143236" y="88264"/>
                </a:moveTo>
                <a:lnTo>
                  <a:pt x="148940" y="88264"/>
                </a:lnTo>
                <a:lnTo>
                  <a:pt x="148940" y="90299"/>
                </a:lnTo>
                <a:lnTo>
                  <a:pt x="147272" y="91967"/>
                </a:lnTo>
                <a:lnTo>
                  <a:pt x="139500" y="91967"/>
                </a:lnTo>
                <a:close/>
                <a:moveTo>
                  <a:pt x="151442" y="89432"/>
                </a:moveTo>
                <a:lnTo>
                  <a:pt x="150141" y="88164"/>
                </a:lnTo>
                <a:lnTo>
                  <a:pt x="152042" y="88164"/>
                </a:lnTo>
                <a:lnTo>
                  <a:pt x="152309" y="88031"/>
                </a:lnTo>
                <a:lnTo>
                  <a:pt x="153543" y="86796"/>
                </a:lnTo>
                <a:lnTo>
                  <a:pt x="153543" y="88598"/>
                </a:lnTo>
                <a:lnTo>
                  <a:pt x="152743" y="89432"/>
                </a:lnTo>
                <a:lnTo>
                  <a:pt x="151442" y="89432"/>
                </a:lnTo>
                <a:close/>
                <a:moveTo>
                  <a:pt x="154344" y="86796"/>
                </a:moveTo>
                <a:lnTo>
                  <a:pt x="155578" y="88031"/>
                </a:lnTo>
                <a:lnTo>
                  <a:pt x="155845" y="88164"/>
                </a:lnTo>
                <a:lnTo>
                  <a:pt x="157746" y="88164"/>
                </a:lnTo>
                <a:lnTo>
                  <a:pt x="156479" y="89432"/>
                </a:lnTo>
                <a:lnTo>
                  <a:pt x="155178" y="89432"/>
                </a:lnTo>
                <a:lnTo>
                  <a:pt x="154344" y="88631"/>
                </a:lnTo>
                <a:close/>
                <a:moveTo>
                  <a:pt x="158947" y="90299"/>
                </a:moveTo>
                <a:lnTo>
                  <a:pt x="158947" y="88264"/>
                </a:lnTo>
                <a:lnTo>
                  <a:pt x="164685" y="88264"/>
                </a:lnTo>
                <a:lnTo>
                  <a:pt x="168387" y="91967"/>
                </a:lnTo>
                <a:lnTo>
                  <a:pt x="160649" y="91967"/>
                </a:lnTo>
                <a:close/>
                <a:moveTo>
                  <a:pt x="174025" y="88264"/>
                </a:moveTo>
                <a:lnTo>
                  <a:pt x="179729" y="88264"/>
                </a:lnTo>
                <a:lnTo>
                  <a:pt x="179729" y="90299"/>
                </a:lnTo>
                <a:lnTo>
                  <a:pt x="178061" y="91967"/>
                </a:lnTo>
                <a:lnTo>
                  <a:pt x="170289" y="91967"/>
                </a:lnTo>
                <a:close/>
                <a:moveTo>
                  <a:pt x="182231" y="89432"/>
                </a:moveTo>
                <a:lnTo>
                  <a:pt x="180930" y="88164"/>
                </a:lnTo>
                <a:lnTo>
                  <a:pt x="182831" y="88164"/>
                </a:lnTo>
                <a:lnTo>
                  <a:pt x="183098" y="88031"/>
                </a:lnTo>
                <a:lnTo>
                  <a:pt x="184332" y="86796"/>
                </a:lnTo>
                <a:lnTo>
                  <a:pt x="184332" y="88598"/>
                </a:lnTo>
                <a:lnTo>
                  <a:pt x="183532" y="89432"/>
                </a:lnTo>
                <a:lnTo>
                  <a:pt x="182231" y="89432"/>
                </a:lnTo>
                <a:close/>
                <a:moveTo>
                  <a:pt x="185133" y="86796"/>
                </a:moveTo>
                <a:lnTo>
                  <a:pt x="186367" y="88031"/>
                </a:lnTo>
                <a:lnTo>
                  <a:pt x="186667" y="88164"/>
                </a:lnTo>
                <a:lnTo>
                  <a:pt x="188535" y="88164"/>
                </a:lnTo>
                <a:lnTo>
                  <a:pt x="187268" y="89432"/>
                </a:lnTo>
                <a:lnTo>
                  <a:pt x="185967" y="89432"/>
                </a:lnTo>
                <a:lnTo>
                  <a:pt x="185133" y="88631"/>
                </a:lnTo>
                <a:close/>
                <a:moveTo>
                  <a:pt x="189736" y="90299"/>
                </a:moveTo>
                <a:lnTo>
                  <a:pt x="189736" y="88264"/>
                </a:lnTo>
                <a:lnTo>
                  <a:pt x="195473" y="88264"/>
                </a:lnTo>
                <a:lnTo>
                  <a:pt x="199176" y="91967"/>
                </a:lnTo>
                <a:lnTo>
                  <a:pt x="191437" y="91967"/>
                </a:lnTo>
                <a:close/>
                <a:moveTo>
                  <a:pt x="204813" y="88264"/>
                </a:moveTo>
                <a:lnTo>
                  <a:pt x="210518" y="88264"/>
                </a:lnTo>
                <a:lnTo>
                  <a:pt x="210518" y="90299"/>
                </a:lnTo>
                <a:lnTo>
                  <a:pt x="208850" y="91967"/>
                </a:lnTo>
                <a:lnTo>
                  <a:pt x="201077" y="91967"/>
                </a:lnTo>
                <a:close/>
                <a:moveTo>
                  <a:pt x="213019" y="89432"/>
                </a:moveTo>
                <a:lnTo>
                  <a:pt x="211718" y="88164"/>
                </a:lnTo>
                <a:lnTo>
                  <a:pt x="213620" y="88164"/>
                </a:lnTo>
                <a:lnTo>
                  <a:pt x="213887" y="88031"/>
                </a:lnTo>
                <a:lnTo>
                  <a:pt x="215121" y="86796"/>
                </a:lnTo>
                <a:lnTo>
                  <a:pt x="215121" y="88598"/>
                </a:lnTo>
                <a:lnTo>
                  <a:pt x="214320" y="89432"/>
                </a:lnTo>
                <a:lnTo>
                  <a:pt x="213019" y="89432"/>
                </a:lnTo>
                <a:close/>
                <a:moveTo>
                  <a:pt x="215921" y="65348"/>
                </a:moveTo>
                <a:lnTo>
                  <a:pt x="216755" y="64514"/>
                </a:lnTo>
                <a:lnTo>
                  <a:pt x="218056" y="64514"/>
                </a:lnTo>
                <a:lnTo>
                  <a:pt x="219324" y="65815"/>
                </a:lnTo>
                <a:lnTo>
                  <a:pt x="217456" y="65815"/>
                </a:lnTo>
                <a:lnTo>
                  <a:pt x="217156" y="65915"/>
                </a:lnTo>
                <a:lnTo>
                  <a:pt x="215921" y="67149"/>
                </a:lnTo>
                <a:close/>
                <a:moveTo>
                  <a:pt x="217789" y="62346"/>
                </a:moveTo>
                <a:lnTo>
                  <a:pt x="217689" y="62646"/>
                </a:lnTo>
                <a:lnTo>
                  <a:pt x="217689" y="63713"/>
                </a:lnTo>
                <a:lnTo>
                  <a:pt x="216422" y="63713"/>
                </a:lnTo>
                <a:lnTo>
                  <a:pt x="215521" y="64614"/>
                </a:lnTo>
                <a:lnTo>
                  <a:pt x="214654" y="63713"/>
                </a:lnTo>
                <a:lnTo>
                  <a:pt x="213386" y="63713"/>
                </a:lnTo>
                <a:lnTo>
                  <a:pt x="213386" y="62646"/>
                </a:lnTo>
                <a:lnTo>
                  <a:pt x="213286" y="62346"/>
                </a:lnTo>
                <a:lnTo>
                  <a:pt x="212486" y="61578"/>
                </a:lnTo>
                <a:lnTo>
                  <a:pt x="213286" y="60811"/>
                </a:lnTo>
                <a:lnTo>
                  <a:pt x="213386" y="60544"/>
                </a:lnTo>
                <a:lnTo>
                  <a:pt x="213386" y="59443"/>
                </a:lnTo>
                <a:lnTo>
                  <a:pt x="214654" y="59443"/>
                </a:lnTo>
                <a:lnTo>
                  <a:pt x="215521" y="58543"/>
                </a:lnTo>
                <a:lnTo>
                  <a:pt x="216422" y="59443"/>
                </a:lnTo>
                <a:lnTo>
                  <a:pt x="217689" y="59443"/>
                </a:lnTo>
                <a:lnTo>
                  <a:pt x="217689" y="60544"/>
                </a:lnTo>
                <a:lnTo>
                  <a:pt x="217789" y="60811"/>
                </a:lnTo>
                <a:lnTo>
                  <a:pt x="218557" y="61578"/>
                </a:lnTo>
                <a:close/>
                <a:moveTo>
                  <a:pt x="218056" y="58643"/>
                </a:moveTo>
                <a:lnTo>
                  <a:pt x="216755" y="58643"/>
                </a:lnTo>
                <a:lnTo>
                  <a:pt x="215921" y="57809"/>
                </a:lnTo>
                <a:lnTo>
                  <a:pt x="215921" y="56008"/>
                </a:lnTo>
                <a:lnTo>
                  <a:pt x="217156" y="57242"/>
                </a:lnTo>
                <a:lnTo>
                  <a:pt x="217456" y="57375"/>
                </a:lnTo>
                <a:lnTo>
                  <a:pt x="219324" y="57375"/>
                </a:lnTo>
                <a:close/>
                <a:moveTo>
                  <a:pt x="215921" y="34559"/>
                </a:moveTo>
                <a:lnTo>
                  <a:pt x="216755" y="33725"/>
                </a:lnTo>
                <a:lnTo>
                  <a:pt x="218056" y="33725"/>
                </a:lnTo>
                <a:lnTo>
                  <a:pt x="219324" y="34993"/>
                </a:lnTo>
                <a:lnTo>
                  <a:pt x="217456" y="34993"/>
                </a:lnTo>
                <a:lnTo>
                  <a:pt x="217156" y="35126"/>
                </a:lnTo>
                <a:lnTo>
                  <a:pt x="215921" y="36360"/>
                </a:lnTo>
                <a:close/>
                <a:moveTo>
                  <a:pt x="27020" y="31190"/>
                </a:moveTo>
                <a:lnTo>
                  <a:pt x="27854" y="31990"/>
                </a:lnTo>
                <a:lnTo>
                  <a:pt x="27854" y="33291"/>
                </a:lnTo>
                <a:lnTo>
                  <a:pt x="26553" y="34592"/>
                </a:lnTo>
                <a:lnTo>
                  <a:pt x="26553" y="32524"/>
                </a:lnTo>
                <a:lnTo>
                  <a:pt x="25219" y="31190"/>
                </a:lnTo>
                <a:lnTo>
                  <a:pt x="27020" y="31190"/>
                </a:lnTo>
                <a:close/>
                <a:moveTo>
                  <a:pt x="26653" y="35793"/>
                </a:moveTo>
                <a:lnTo>
                  <a:pt x="28721" y="35793"/>
                </a:lnTo>
                <a:lnTo>
                  <a:pt x="30389" y="37494"/>
                </a:lnTo>
                <a:lnTo>
                  <a:pt x="30389" y="45233"/>
                </a:lnTo>
                <a:lnTo>
                  <a:pt x="26653" y="41497"/>
                </a:lnTo>
                <a:lnTo>
                  <a:pt x="26653" y="35793"/>
                </a:lnTo>
                <a:close/>
                <a:moveTo>
                  <a:pt x="30389" y="54874"/>
                </a:moveTo>
                <a:lnTo>
                  <a:pt x="28721" y="56575"/>
                </a:lnTo>
                <a:lnTo>
                  <a:pt x="26653" y="56575"/>
                </a:lnTo>
                <a:lnTo>
                  <a:pt x="26653" y="50871"/>
                </a:lnTo>
                <a:lnTo>
                  <a:pt x="30389" y="47135"/>
                </a:lnTo>
                <a:lnTo>
                  <a:pt x="30389" y="54874"/>
                </a:lnTo>
                <a:close/>
                <a:moveTo>
                  <a:pt x="26553" y="57776"/>
                </a:moveTo>
                <a:lnTo>
                  <a:pt x="27854" y="59077"/>
                </a:lnTo>
                <a:lnTo>
                  <a:pt x="27854" y="60377"/>
                </a:lnTo>
                <a:lnTo>
                  <a:pt x="27020" y="61178"/>
                </a:lnTo>
                <a:lnTo>
                  <a:pt x="25219" y="61178"/>
                </a:lnTo>
                <a:lnTo>
                  <a:pt x="26553" y="59844"/>
                </a:lnTo>
                <a:lnTo>
                  <a:pt x="26553" y="57776"/>
                </a:lnTo>
                <a:close/>
                <a:moveTo>
                  <a:pt x="27020" y="61979"/>
                </a:moveTo>
                <a:lnTo>
                  <a:pt x="27854" y="62813"/>
                </a:lnTo>
                <a:lnTo>
                  <a:pt x="27854" y="64113"/>
                </a:lnTo>
                <a:lnTo>
                  <a:pt x="26553" y="65381"/>
                </a:lnTo>
                <a:lnTo>
                  <a:pt x="26553" y="63346"/>
                </a:lnTo>
                <a:lnTo>
                  <a:pt x="25185" y="61979"/>
                </a:lnTo>
                <a:lnTo>
                  <a:pt x="27020" y="61979"/>
                </a:lnTo>
                <a:close/>
                <a:moveTo>
                  <a:pt x="26653" y="66582"/>
                </a:moveTo>
                <a:lnTo>
                  <a:pt x="28721" y="66582"/>
                </a:lnTo>
                <a:lnTo>
                  <a:pt x="30389" y="68283"/>
                </a:lnTo>
                <a:lnTo>
                  <a:pt x="30389" y="76022"/>
                </a:lnTo>
                <a:lnTo>
                  <a:pt x="26653" y="72286"/>
                </a:lnTo>
                <a:lnTo>
                  <a:pt x="26653" y="66582"/>
                </a:lnTo>
                <a:close/>
                <a:moveTo>
                  <a:pt x="30389" y="85696"/>
                </a:moveTo>
                <a:lnTo>
                  <a:pt x="28721" y="87363"/>
                </a:lnTo>
                <a:lnTo>
                  <a:pt x="26653" y="87363"/>
                </a:lnTo>
                <a:lnTo>
                  <a:pt x="26653" y="81659"/>
                </a:lnTo>
                <a:lnTo>
                  <a:pt x="30389" y="77923"/>
                </a:lnTo>
                <a:lnTo>
                  <a:pt x="30389" y="85696"/>
                </a:lnTo>
                <a:close/>
                <a:moveTo>
                  <a:pt x="26553" y="88564"/>
                </a:moveTo>
                <a:lnTo>
                  <a:pt x="27854" y="89865"/>
                </a:lnTo>
                <a:lnTo>
                  <a:pt x="27854" y="91166"/>
                </a:lnTo>
                <a:lnTo>
                  <a:pt x="27020" y="91967"/>
                </a:lnTo>
                <a:lnTo>
                  <a:pt x="25219" y="91967"/>
                </a:lnTo>
                <a:lnTo>
                  <a:pt x="26553" y="90632"/>
                </a:lnTo>
                <a:lnTo>
                  <a:pt x="26553" y="88564"/>
                </a:lnTo>
                <a:close/>
                <a:moveTo>
                  <a:pt x="219290" y="91967"/>
                </a:moveTo>
                <a:lnTo>
                  <a:pt x="218457" y="91166"/>
                </a:lnTo>
                <a:lnTo>
                  <a:pt x="218457" y="89865"/>
                </a:lnTo>
                <a:lnTo>
                  <a:pt x="219757" y="88564"/>
                </a:lnTo>
                <a:lnTo>
                  <a:pt x="219757" y="90632"/>
                </a:lnTo>
                <a:lnTo>
                  <a:pt x="221092" y="91967"/>
                </a:lnTo>
                <a:lnTo>
                  <a:pt x="219290" y="91967"/>
                </a:lnTo>
                <a:close/>
                <a:moveTo>
                  <a:pt x="219657" y="87363"/>
                </a:moveTo>
                <a:lnTo>
                  <a:pt x="217623" y="87363"/>
                </a:lnTo>
                <a:lnTo>
                  <a:pt x="215921" y="85696"/>
                </a:lnTo>
                <a:lnTo>
                  <a:pt x="215921" y="77923"/>
                </a:lnTo>
                <a:lnTo>
                  <a:pt x="219657" y="81659"/>
                </a:lnTo>
                <a:lnTo>
                  <a:pt x="219657" y="87363"/>
                </a:lnTo>
                <a:close/>
                <a:moveTo>
                  <a:pt x="215921" y="68283"/>
                </a:moveTo>
                <a:lnTo>
                  <a:pt x="217623" y="66582"/>
                </a:lnTo>
                <a:lnTo>
                  <a:pt x="219657" y="66582"/>
                </a:lnTo>
                <a:lnTo>
                  <a:pt x="219657" y="72286"/>
                </a:lnTo>
                <a:lnTo>
                  <a:pt x="215921" y="76022"/>
                </a:lnTo>
                <a:lnTo>
                  <a:pt x="215921" y="68283"/>
                </a:lnTo>
                <a:close/>
                <a:moveTo>
                  <a:pt x="219757" y="65381"/>
                </a:moveTo>
                <a:lnTo>
                  <a:pt x="218457" y="64080"/>
                </a:lnTo>
                <a:lnTo>
                  <a:pt x="218457" y="62779"/>
                </a:lnTo>
                <a:lnTo>
                  <a:pt x="219290" y="61979"/>
                </a:lnTo>
                <a:lnTo>
                  <a:pt x="221092" y="61979"/>
                </a:lnTo>
                <a:lnTo>
                  <a:pt x="219757" y="63313"/>
                </a:lnTo>
                <a:lnTo>
                  <a:pt x="219757" y="65381"/>
                </a:lnTo>
                <a:close/>
                <a:moveTo>
                  <a:pt x="219290" y="61178"/>
                </a:moveTo>
                <a:lnTo>
                  <a:pt x="218457" y="60377"/>
                </a:lnTo>
                <a:lnTo>
                  <a:pt x="218457" y="59077"/>
                </a:lnTo>
                <a:lnTo>
                  <a:pt x="219757" y="57776"/>
                </a:lnTo>
                <a:lnTo>
                  <a:pt x="219757" y="59844"/>
                </a:lnTo>
                <a:lnTo>
                  <a:pt x="221092" y="61178"/>
                </a:lnTo>
                <a:lnTo>
                  <a:pt x="219290" y="61178"/>
                </a:lnTo>
                <a:close/>
                <a:moveTo>
                  <a:pt x="219657" y="56575"/>
                </a:moveTo>
                <a:lnTo>
                  <a:pt x="217623" y="56575"/>
                </a:lnTo>
                <a:lnTo>
                  <a:pt x="215921" y="54874"/>
                </a:lnTo>
                <a:lnTo>
                  <a:pt x="215921" y="47135"/>
                </a:lnTo>
                <a:lnTo>
                  <a:pt x="219657" y="50871"/>
                </a:lnTo>
                <a:lnTo>
                  <a:pt x="219657" y="56575"/>
                </a:lnTo>
                <a:close/>
                <a:moveTo>
                  <a:pt x="215921" y="37494"/>
                </a:moveTo>
                <a:lnTo>
                  <a:pt x="217623" y="35793"/>
                </a:lnTo>
                <a:lnTo>
                  <a:pt x="219657" y="35793"/>
                </a:lnTo>
                <a:lnTo>
                  <a:pt x="219657" y="41497"/>
                </a:lnTo>
                <a:lnTo>
                  <a:pt x="215921" y="45233"/>
                </a:lnTo>
                <a:lnTo>
                  <a:pt x="215921" y="37494"/>
                </a:lnTo>
                <a:close/>
                <a:moveTo>
                  <a:pt x="219757" y="34592"/>
                </a:moveTo>
                <a:lnTo>
                  <a:pt x="218457" y="33291"/>
                </a:lnTo>
                <a:lnTo>
                  <a:pt x="218457" y="31990"/>
                </a:lnTo>
                <a:lnTo>
                  <a:pt x="219290" y="31190"/>
                </a:lnTo>
                <a:lnTo>
                  <a:pt x="221092" y="31190"/>
                </a:lnTo>
                <a:lnTo>
                  <a:pt x="219757" y="32524"/>
                </a:lnTo>
                <a:lnTo>
                  <a:pt x="219757" y="34592"/>
                </a:lnTo>
                <a:close/>
                <a:moveTo>
                  <a:pt x="219290" y="30389"/>
                </a:moveTo>
                <a:lnTo>
                  <a:pt x="218457" y="29555"/>
                </a:lnTo>
                <a:lnTo>
                  <a:pt x="218457" y="28254"/>
                </a:lnTo>
                <a:lnTo>
                  <a:pt x="219757" y="26987"/>
                </a:lnTo>
                <a:lnTo>
                  <a:pt x="219757" y="29022"/>
                </a:lnTo>
                <a:lnTo>
                  <a:pt x="221092" y="30389"/>
                </a:lnTo>
                <a:lnTo>
                  <a:pt x="219290" y="30389"/>
                </a:lnTo>
                <a:close/>
                <a:moveTo>
                  <a:pt x="218056" y="27854"/>
                </a:moveTo>
                <a:lnTo>
                  <a:pt x="216755" y="27854"/>
                </a:lnTo>
                <a:lnTo>
                  <a:pt x="215921" y="27020"/>
                </a:lnTo>
                <a:lnTo>
                  <a:pt x="215921" y="25219"/>
                </a:lnTo>
                <a:lnTo>
                  <a:pt x="217156" y="26453"/>
                </a:lnTo>
                <a:lnTo>
                  <a:pt x="217456" y="26553"/>
                </a:lnTo>
                <a:lnTo>
                  <a:pt x="219324" y="26553"/>
                </a:lnTo>
                <a:close/>
                <a:moveTo>
                  <a:pt x="215121" y="27020"/>
                </a:moveTo>
                <a:lnTo>
                  <a:pt x="214320" y="27854"/>
                </a:lnTo>
                <a:lnTo>
                  <a:pt x="213019" y="27854"/>
                </a:lnTo>
                <a:lnTo>
                  <a:pt x="211718" y="26553"/>
                </a:lnTo>
                <a:lnTo>
                  <a:pt x="213620" y="26553"/>
                </a:lnTo>
                <a:lnTo>
                  <a:pt x="213887" y="26453"/>
                </a:lnTo>
                <a:lnTo>
                  <a:pt x="215121" y="25219"/>
                </a:lnTo>
                <a:close/>
                <a:moveTo>
                  <a:pt x="210518" y="28721"/>
                </a:moveTo>
                <a:lnTo>
                  <a:pt x="208850" y="30389"/>
                </a:lnTo>
                <a:lnTo>
                  <a:pt x="201077" y="30389"/>
                </a:lnTo>
                <a:lnTo>
                  <a:pt x="204813" y="26687"/>
                </a:lnTo>
                <a:lnTo>
                  <a:pt x="210518" y="26687"/>
                </a:lnTo>
                <a:lnTo>
                  <a:pt x="210518" y="28721"/>
                </a:lnTo>
                <a:close/>
                <a:moveTo>
                  <a:pt x="191437" y="30389"/>
                </a:moveTo>
                <a:lnTo>
                  <a:pt x="189736" y="28721"/>
                </a:lnTo>
                <a:lnTo>
                  <a:pt x="189736" y="26687"/>
                </a:lnTo>
                <a:lnTo>
                  <a:pt x="195473" y="26687"/>
                </a:lnTo>
                <a:lnTo>
                  <a:pt x="199176" y="30389"/>
                </a:lnTo>
                <a:lnTo>
                  <a:pt x="191437" y="30389"/>
                </a:lnTo>
                <a:close/>
                <a:moveTo>
                  <a:pt x="187268" y="27854"/>
                </a:moveTo>
                <a:lnTo>
                  <a:pt x="185967" y="27854"/>
                </a:lnTo>
                <a:lnTo>
                  <a:pt x="185133" y="27020"/>
                </a:lnTo>
                <a:lnTo>
                  <a:pt x="185133" y="25219"/>
                </a:lnTo>
                <a:lnTo>
                  <a:pt x="186367" y="26453"/>
                </a:lnTo>
                <a:lnTo>
                  <a:pt x="186667" y="26553"/>
                </a:lnTo>
                <a:lnTo>
                  <a:pt x="188535" y="26553"/>
                </a:lnTo>
                <a:close/>
                <a:moveTo>
                  <a:pt x="184332" y="27020"/>
                </a:moveTo>
                <a:lnTo>
                  <a:pt x="183532" y="27854"/>
                </a:lnTo>
                <a:lnTo>
                  <a:pt x="182231" y="27854"/>
                </a:lnTo>
                <a:lnTo>
                  <a:pt x="180930" y="26553"/>
                </a:lnTo>
                <a:lnTo>
                  <a:pt x="182831" y="26553"/>
                </a:lnTo>
                <a:lnTo>
                  <a:pt x="183098" y="26453"/>
                </a:lnTo>
                <a:lnTo>
                  <a:pt x="184332" y="25219"/>
                </a:lnTo>
                <a:close/>
                <a:moveTo>
                  <a:pt x="179729" y="28721"/>
                </a:moveTo>
                <a:lnTo>
                  <a:pt x="178061" y="30389"/>
                </a:lnTo>
                <a:lnTo>
                  <a:pt x="170289" y="30389"/>
                </a:lnTo>
                <a:lnTo>
                  <a:pt x="174025" y="26687"/>
                </a:lnTo>
                <a:lnTo>
                  <a:pt x="179729" y="26687"/>
                </a:lnTo>
                <a:lnTo>
                  <a:pt x="179729" y="28721"/>
                </a:lnTo>
                <a:close/>
                <a:moveTo>
                  <a:pt x="160649" y="30389"/>
                </a:moveTo>
                <a:lnTo>
                  <a:pt x="158947" y="28721"/>
                </a:lnTo>
                <a:lnTo>
                  <a:pt x="158947" y="26687"/>
                </a:lnTo>
                <a:lnTo>
                  <a:pt x="164685" y="26687"/>
                </a:lnTo>
                <a:lnTo>
                  <a:pt x="168387" y="30389"/>
                </a:lnTo>
                <a:lnTo>
                  <a:pt x="160649" y="30389"/>
                </a:lnTo>
                <a:close/>
                <a:moveTo>
                  <a:pt x="156479" y="27854"/>
                </a:moveTo>
                <a:lnTo>
                  <a:pt x="155178" y="27854"/>
                </a:lnTo>
                <a:lnTo>
                  <a:pt x="154344" y="27020"/>
                </a:lnTo>
                <a:lnTo>
                  <a:pt x="154344" y="25219"/>
                </a:lnTo>
                <a:lnTo>
                  <a:pt x="155578" y="26453"/>
                </a:lnTo>
                <a:lnTo>
                  <a:pt x="155878" y="26553"/>
                </a:lnTo>
                <a:lnTo>
                  <a:pt x="157746" y="26553"/>
                </a:lnTo>
                <a:close/>
                <a:moveTo>
                  <a:pt x="153543" y="27020"/>
                </a:moveTo>
                <a:lnTo>
                  <a:pt x="152743" y="27854"/>
                </a:lnTo>
                <a:lnTo>
                  <a:pt x="151442" y="27854"/>
                </a:lnTo>
                <a:lnTo>
                  <a:pt x="150141" y="26553"/>
                </a:lnTo>
                <a:lnTo>
                  <a:pt x="152042" y="26553"/>
                </a:lnTo>
                <a:lnTo>
                  <a:pt x="152309" y="26453"/>
                </a:lnTo>
                <a:lnTo>
                  <a:pt x="153543" y="25219"/>
                </a:lnTo>
                <a:close/>
                <a:moveTo>
                  <a:pt x="148940" y="28721"/>
                </a:moveTo>
                <a:lnTo>
                  <a:pt x="147272" y="30389"/>
                </a:lnTo>
                <a:lnTo>
                  <a:pt x="139500" y="30389"/>
                </a:lnTo>
                <a:lnTo>
                  <a:pt x="143236" y="26687"/>
                </a:lnTo>
                <a:lnTo>
                  <a:pt x="148940" y="26687"/>
                </a:lnTo>
                <a:lnTo>
                  <a:pt x="148940" y="28721"/>
                </a:lnTo>
                <a:close/>
                <a:moveTo>
                  <a:pt x="129860" y="30389"/>
                </a:moveTo>
                <a:lnTo>
                  <a:pt x="128159" y="28721"/>
                </a:lnTo>
                <a:lnTo>
                  <a:pt x="128159" y="26687"/>
                </a:lnTo>
                <a:lnTo>
                  <a:pt x="133896" y="26687"/>
                </a:lnTo>
                <a:lnTo>
                  <a:pt x="137599" y="30389"/>
                </a:lnTo>
                <a:lnTo>
                  <a:pt x="129860" y="30389"/>
                </a:lnTo>
                <a:close/>
                <a:moveTo>
                  <a:pt x="125690" y="27854"/>
                </a:moveTo>
                <a:lnTo>
                  <a:pt x="124389" y="27854"/>
                </a:lnTo>
                <a:lnTo>
                  <a:pt x="123555" y="27020"/>
                </a:lnTo>
                <a:lnTo>
                  <a:pt x="123555" y="25219"/>
                </a:lnTo>
                <a:lnTo>
                  <a:pt x="124790" y="26453"/>
                </a:lnTo>
                <a:lnTo>
                  <a:pt x="125056" y="26553"/>
                </a:lnTo>
                <a:lnTo>
                  <a:pt x="126958" y="26553"/>
                </a:lnTo>
                <a:close/>
                <a:moveTo>
                  <a:pt x="122755" y="27020"/>
                </a:moveTo>
                <a:lnTo>
                  <a:pt x="121954" y="27854"/>
                </a:lnTo>
                <a:lnTo>
                  <a:pt x="120653" y="27854"/>
                </a:lnTo>
                <a:lnTo>
                  <a:pt x="119352" y="26553"/>
                </a:lnTo>
                <a:lnTo>
                  <a:pt x="121254" y="26553"/>
                </a:lnTo>
                <a:lnTo>
                  <a:pt x="121521" y="26453"/>
                </a:lnTo>
                <a:lnTo>
                  <a:pt x="122755" y="25219"/>
                </a:lnTo>
                <a:lnTo>
                  <a:pt x="122755" y="27020"/>
                </a:lnTo>
                <a:close/>
                <a:moveTo>
                  <a:pt x="118152" y="28721"/>
                </a:moveTo>
                <a:lnTo>
                  <a:pt x="116450" y="30389"/>
                </a:lnTo>
                <a:lnTo>
                  <a:pt x="108711" y="30389"/>
                </a:lnTo>
                <a:lnTo>
                  <a:pt x="112414" y="26687"/>
                </a:lnTo>
                <a:lnTo>
                  <a:pt x="118152" y="26687"/>
                </a:lnTo>
                <a:lnTo>
                  <a:pt x="118152" y="28721"/>
                </a:lnTo>
                <a:close/>
                <a:moveTo>
                  <a:pt x="99071" y="30389"/>
                </a:moveTo>
                <a:lnTo>
                  <a:pt x="97370" y="28721"/>
                </a:lnTo>
                <a:lnTo>
                  <a:pt x="97370" y="26687"/>
                </a:lnTo>
                <a:lnTo>
                  <a:pt x="103074" y="26687"/>
                </a:lnTo>
                <a:lnTo>
                  <a:pt x="106810" y="30389"/>
                </a:lnTo>
                <a:lnTo>
                  <a:pt x="99071" y="30389"/>
                </a:lnTo>
                <a:close/>
                <a:moveTo>
                  <a:pt x="94868" y="27854"/>
                </a:moveTo>
                <a:lnTo>
                  <a:pt x="93567" y="27854"/>
                </a:lnTo>
                <a:lnTo>
                  <a:pt x="92767" y="27020"/>
                </a:lnTo>
                <a:lnTo>
                  <a:pt x="92767" y="25219"/>
                </a:lnTo>
                <a:lnTo>
                  <a:pt x="94001" y="26453"/>
                </a:lnTo>
                <a:lnTo>
                  <a:pt x="94268" y="26587"/>
                </a:lnTo>
                <a:lnTo>
                  <a:pt x="96169" y="26587"/>
                </a:lnTo>
                <a:close/>
                <a:moveTo>
                  <a:pt x="91966" y="27020"/>
                </a:moveTo>
                <a:lnTo>
                  <a:pt x="91166" y="27854"/>
                </a:lnTo>
                <a:lnTo>
                  <a:pt x="89865" y="27854"/>
                </a:lnTo>
                <a:lnTo>
                  <a:pt x="88564" y="26553"/>
                </a:lnTo>
                <a:lnTo>
                  <a:pt x="90465" y="26553"/>
                </a:lnTo>
                <a:lnTo>
                  <a:pt x="90732" y="26453"/>
                </a:lnTo>
                <a:lnTo>
                  <a:pt x="91966" y="25219"/>
                </a:lnTo>
                <a:lnTo>
                  <a:pt x="91966" y="27020"/>
                </a:lnTo>
                <a:close/>
                <a:moveTo>
                  <a:pt x="87363" y="28721"/>
                </a:moveTo>
                <a:lnTo>
                  <a:pt x="85662" y="30389"/>
                </a:lnTo>
                <a:lnTo>
                  <a:pt x="77923" y="30389"/>
                </a:lnTo>
                <a:lnTo>
                  <a:pt x="81625" y="26687"/>
                </a:lnTo>
                <a:lnTo>
                  <a:pt x="87363" y="26687"/>
                </a:lnTo>
                <a:lnTo>
                  <a:pt x="87363" y="28721"/>
                </a:lnTo>
                <a:close/>
                <a:moveTo>
                  <a:pt x="68249" y="30389"/>
                </a:moveTo>
                <a:lnTo>
                  <a:pt x="66581" y="28721"/>
                </a:lnTo>
                <a:lnTo>
                  <a:pt x="66581" y="26687"/>
                </a:lnTo>
                <a:lnTo>
                  <a:pt x="72285" y="26687"/>
                </a:lnTo>
                <a:lnTo>
                  <a:pt x="76021" y="30389"/>
                </a:lnTo>
                <a:lnTo>
                  <a:pt x="68249" y="30389"/>
                </a:lnTo>
                <a:close/>
                <a:moveTo>
                  <a:pt x="64080" y="27854"/>
                </a:moveTo>
                <a:lnTo>
                  <a:pt x="62779" y="27854"/>
                </a:lnTo>
                <a:lnTo>
                  <a:pt x="61978" y="27020"/>
                </a:lnTo>
                <a:lnTo>
                  <a:pt x="61978" y="25219"/>
                </a:lnTo>
                <a:lnTo>
                  <a:pt x="63212" y="26453"/>
                </a:lnTo>
                <a:lnTo>
                  <a:pt x="63479" y="26553"/>
                </a:lnTo>
                <a:lnTo>
                  <a:pt x="65381" y="26553"/>
                </a:lnTo>
                <a:close/>
                <a:moveTo>
                  <a:pt x="61178" y="27020"/>
                </a:moveTo>
                <a:lnTo>
                  <a:pt x="60344" y="27854"/>
                </a:lnTo>
                <a:lnTo>
                  <a:pt x="59043" y="27854"/>
                </a:lnTo>
                <a:lnTo>
                  <a:pt x="57775" y="26553"/>
                </a:lnTo>
                <a:lnTo>
                  <a:pt x="59676" y="26553"/>
                </a:lnTo>
                <a:lnTo>
                  <a:pt x="59943" y="26453"/>
                </a:lnTo>
                <a:lnTo>
                  <a:pt x="61178" y="25219"/>
                </a:lnTo>
                <a:close/>
                <a:moveTo>
                  <a:pt x="56574" y="28721"/>
                </a:moveTo>
                <a:lnTo>
                  <a:pt x="54873" y="30389"/>
                </a:lnTo>
                <a:lnTo>
                  <a:pt x="47134" y="30389"/>
                </a:lnTo>
                <a:lnTo>
                  <a:pt x="50837" y="26687"/>
                </a:lnTo>
                <a:lnTo>
                  <a:pt x="56574" y="26687"/>
                </a:lnTo>
                <a:close/>
                <a:moveTo>
                  <a:pt x="37461" y="30389"/>
                </a:moveTo>
                <a:lnTo>
                  <a:pt x="35793" y="28721"/>
                </a:lnTo>
                <a:lnTo>
                  <a:pt x="35793" y="26687"/>
                </a:lnTo>
                <a:lnTo>
                  <a:pt x="41497" y="26687"/>
                </a:lnTo>
                <a:lnTo>
                  <a:pt x="45233" y="30389"/>
                </a:lnTo>
                <a:lnTo>
                  <a:pt x="37461" y="30389"/>
                </a:lnTo>
                <a:close/>
                <a:moveTo>
                  <a:pt x="33291" y="27854"/>
                </a:moveTo>
                <a:lnTo>
                  <a:pt x="31990" y="27854"/>
                </a:lnTo>
                <a:lnTo>
                  <a:pt x="31189" y="27020"/>
                </a:lnTo>
                <a:lnTo>
                  <a:pt x="31189" y="25219"/>
                </a:lnTo>
                <a:lnTo>
                  <a:pt x="32424" y="26453"/>
                </a:lnTo>
                <a:lnTo>
                  <a:pt x="32691" y="26553"/>
                </a:lnTo>
                <a:lnTo>
                  <a:pt x="34592" y="26553"/>
                </a:lnTo>
                <a:close/>
                <a:moveTo>
                  <a:pt x="30389" y="27020"/>
                </a:moveTo>
                <a:lnTo>
                  <a:pt x="29555" y="27854"/>
                </a:lnTo>
                <a:lnTo>
                  <a:pt x="28254" y="27854"/>
                </a:lnTo>
                <a:lnTo>
                  <a:pt x="26986" y="26553"/>
                </a:lnTo>
                <a:lnTo>
                  <a:pt x="28854" y="26553"/>
                </a:lnTo>
                <a:lnTo>
                  <a:pt x="29155" y="26453"/>
                </a:lnTo>
                <a:lnTo>
                  <a:pt x="30389" y="25219"/>
                </a:lnTo>
                <a:lnTo>
                  <a:pt x="30389" y="27020"/>
                </a:lnTo>
                <a:close/>
                <a:moveTo>
                  <a:pt x="25786" y="28721"/>
                </a:moveTo>
                <a:lnTo>
                  <a:pt x="24084" y="30389"/>
                </a:lnTo>
                <a:lnTo>
                  <a:pt x="16346" y="30389"/>
                </a:lnTo>
                <a:lnTo>
                  <a:pt x="20048" y="26687"/>
                </a:lnTo>
                <a:lnTo>
                  <a:pt x="25752" y="26687"/>
                </a:lnTo>
                <a:lnTo>
                  <a:pt x="25752" y="28721"/>
                </a:lnTo>
                <a:close/>
                <a:moveTo>
                  <a:pt x="24084" y="31190"/>
                </a:moveTo>
                <a:lnTo>
                  <a:pt x="25786" y="32858"/>
                </a:lnTo>
                <a:lnTo>
                  <a:pt x="25786" y="34893"/>
                </a:lnTo>
                <a:lnTo>
                  <a:pt x="20048" y="34893"/>
                </a:lnTo>
                <a:lnTo>
                  <a:pt x="16346" y="31190"/>
                </a:lnTo>
                <a:close/>
                <a:moveTo>
                  <a:pt x="23050" y="45800"/>
                </a:moveTo>
                <a:lnTo>
                  <a:pt x="21182" y="45800"/>
                </a:lnTo>
                <a:lnTo>
                  <a:pt x="19781" y="44366"/>
                </a:lnTo>
                <a:lnTo>
                  <a:pt x="19781" y="42365"/>
                </a:lnTo>
                <a:lnTo>
                  <a:pt x="21082" y="41030"/>
                </a:lnTo>
                <a:lnTo>
                  <a:pt x="21082" y="43832"/>
                </a:lnTo>
                <a:close/>
                <a:moveTo>
                  <a:pt x="18981" y="43132"/>
                </a:moveTo>
                <a:lnTo>
                  <a:pt x="18981" y="44700"/>
                </a:lnTo>
                <a:lnTo>
                  <a:pt x="20082" y="45800"/>
                </a:lnTo>
                <a:lnTo>
                  <a:pt x="16346" y="45800"/>
                </a:lnTo>
                <a:close/>
                <a:moveTo>
                  <a:pt x="15778" y="45233"/>
                </a:moveTo>
                <a:lnTo>
                  <a:pt x="15778" y="41497"/>
                </a:lnTo>
                <a:lnTo>
                  <a:pt x="16879" y="42598"/>
                </a:lnTo>
                <a:lnTo>
                  <a:pt x="17046" y="42598"/>
                </a:lnTo>
                <a:lnTo>
                  <a:pt x="18414" y="42598"/>
                </a:lnTo>
                <a:close/>
                <a:moveTo>
                  <a:pt x="19214" y="41797"/>
                </a:moveTo>
                <a:lnTo>
                  <a:pt x="17213" y="41797"/>
                </a:lnTo>
                <a:lnTo>
                  <a:pt x="15778" y="40363"/>
                </a:lnTo>
                <a:lnTo>
                  <a:pt x="15778" y="38495"/>
                </a:lnTo>
                <a:lnTo>
                  <a:pt x="17747" y="40463"/>
                </a:lnTo>
                <a:lnTo>
                  <a:pt x="17913" y="40463"/>
                </a:lnTo>
                <a:lnTo>
                  <a:pt x="20515" y="40463"/>
                </a:lnTo>
                <a:close/>
                <a:moveTo>
                  <a:pt x="14978" y="45233"/>
                </a:moveTo>
                <a:lnTo>
                  <a:pt x="12343" y="42598"/>
                </a:lnTo>
                <a:lnTo>
                  <a:pt x="13744" y="42598"/>
                </a:lnTo>
                <a:lnTo>
                  <a:pt x="14011" y="42465"/>
                </a:lnTo>
                <a:lnTo>
                  <a:pt x="14978" y="41497"/>
                </a:lnTo>
                <a:close/>
                <a:moveTo>
                  <a:pt x="16346" y="46568"/>
                </a:moveTo>
                <a:lnTo>
                  <a:pt x="20082" y="46568"/>
                </a:lnTo>
                <a:lnTo>
                  <a:pt x="19114" y="47568"/>
                </a:lnTo>
                <a:lnTo>
                  <a:pt x="18981" y="47835"/>
                </a:lnTo>
                <a:lnTo>
                  <a:pt x="18981" y="49203"/>
                </a:lnTo>
                <a:close/>
                <a:moveTo>
                  <a:pt x="18414" y="49770"/>
                </a:moveTo>
                <a:lnTo>
                  <a:pt x="16879" y="49770"/>
                </a:lnTo>
                <a:lnTo>
                  <a:pt x="15778" y="50871"/>
                </a:lnTo>
                <a:lnTo>
                  <a:pt x="15778" y="47135"/>
                </a:lnTo>
                <a:close/>
                <a:moveTo>
                  <a:pt x="24351" y="49903"/>
                </a:moveTo>
                <a:lnTo>
                  <a:pt x="27654" y="46568"/>
                </a:lnTo>
                <a:lnTo>
                  <a:pt x="29822" y="46568"/>
                </a:lnTo>
                <a:lnTo>
                  <a:pt x="25886" y="50537"/>
                </a:lnTo>
                <a:lnTo>
                  <a:pt x="25886" y="56108"/>
                </a:lnTo>
                <a:lnTo>
                  <a:pt x="24351" y="54573"/>
                </a:lnTo>
                <a:lnTo>
                  <a:pt x="24351" y="49903"/>
                </a:lnTo>
                <a:close/>
                <a:moveTo>
                  <a:pt x="25786" y="59510"/>
                </a:moveTo>
                <a:lnTo>
                  <a:pt x="24084" y="61178"/>
                </a:lnTo>
                <a:lnTo>
                  <a:pt x="16346" y="61178"/>
                </a:lnTo>
                <a:lnTo>
                  <a:pt x="20048" y="57475"/>
                </a:lnTo>
                <a:lnTo>
                  <a:pt x="25752" y="57475"/>
                </a:lnTo>
                <a:lnTo>
                  <a:pt x="25752" y="59510"/>
                </a:lnTo>
                <a:close/>
                <a:moveTo>
                  <a:pt x="24084" y="61979"/>
                </a:moveTo>
                <a:lnTo>
                  <a:pt x="25786" y="63646"/>
                </a:lnTo>
                <a:lnTo>
                  <a:pt x="25786" y="65681"/>
                </a:lnTo>
                <a:lnTo>
                  <a:pt x="20048" y="65681"/>
                </a:lnTo>
                <a:lnTo>
                  <a:pt x="16346" y="61979"/>
                </a:lnTo>
                <a:lnTo>
                  <a:pt x="24084" y="61979"/>
                </a:lnTo>
                <a:close/>
                <a:moveTo>
                  <a:pt x="23050" y="76589"/>
                </a:moveTo>
                <a:lnTo>
                  <a:pt x="21182" y="76589"/>
                </a:lnTo>
                <a:lnTo>
                  <a:pt x="19781" y="75155"/>
                </a:lnTo>
                <a:lnTo>
                  <a:pt x="19781" y="73153"/>
                </a:lnTo>
                <a:lnTo>
                  <a:pt x="21082" y="71819"/>
                </a:lnTo>
                <a:lnTo>
                  <a:pt x="21082" y="74621"/>
                </a:lnTo>
                <a:close/>
                <a:moveTo>
                  <a:pt x="18981" y="73920"/>
                </a:moveTo>
                <a:lnTo>
                  <a:pt x="18981" y="75321"/>
                </a:lnTo>
                <a:lnTo>
                  <a:pt x="19114" y="75588"/>
                </a:lnTo>
                <a:lnTo>
                  <a:pt x="20082" y="76589"/>
                </a:lnTo>
                <a:lnTo>
                  <a:pt x="16346" y="76589"/>
                </a:lnTo>
                <a:close/>
                <a:moveTo>
                  <a:pt x="15778" y="76022"/>
                </a:moveTo>
                <a:lnTo>
                  <a:pt x="15778" y="72286"/>
                </a:lnTo>
                <a:lnTo>
                  <a:pt x="16879" y="73387"/>
                </a:lnTo>
                <a:lnTo>
                  <a:pt x="18414" y="73387"/>
                </a:lnTo>
                <a:close/>
                <a:moveTo>
                  <a:pt x="19214" y="72586"/>
                </a:moveTo>
                <a:lnTo>
                  <a:pt x="17213" y="72586"/>
                </a:lnTo>
                <a:lnTo>
                  <a:pt x="15778" y="71152"/>
                </a:lnTo>
                <a:lnTo>
                  <a:pt x="15778" y="69317"/>
                </a:lnTo>
                <a:lnTo>
                  <a:pt x="17747" y="71285"/>
                </a:lnTo>
                <a:lnTo>
                  <a:pt x="20515" y="71285"/>
                </a:lnTo>
                <a:close/>
                <a:moveTo>
                  <a:pt x="14978" y="76022"/>
                </a:moveTo>
                <a:lnTo>
                  <a:pt x="12343" y="73387"/>
                </a:lnTo>
                <a:lnTo>
                  <a:pt x="13744" y="73387"/>
                </a:lnTo>
                <a:lnTo>
                  <a:pt x="14011" y="73253"/>
                </a:lnTo>
                <a:lnTo>
                  <a:pt x="14978" y="72286"/>
                </a:lnTo>
                <a:close/>
                <a:moveTo>
                  <a:pt x="16346" y="77356"/>
                </a:moveTo>
                <a:lnTo>
                  <a:pt x="20082" y="77356"/>
                </a:lnTo>
                <a:lnTo>
                  <a:pt x="18981" y="78457"/>
                </a:lnTo>
                <a:lnTo>
                  <a:pt x="18981" y="80025"/>
                </a:lnTo>
                <a:close/>
                <a:moveTo>
                  <a:pt x="18414" y="80559"/>
                </a:moveTo>
                <a:lnTo>
                  <a:pt x="17046" y="80559"/>
                </a:lnTo>
                <a:lnTo>
                  <a:pt x="16879" y="80559"/>
                </a:lnTo>
                <a:lnTo>
                  <a:pt x="15778" y="81659"/>
                </a:lnTo>
                <a:lnTo>
                  <a:pt x="15778" y="77923"/>
                </a:lnTo>
                <a:close/>
                <a:moveTo>
                  <a:pt x="24351" y="80692"/>
                </a:moveTo>
                <a:lnTo>
                  <a:pt x="27654" y="77356"/>
                </a:lnTo>
                <a:lnTo>
                  <a:pt x="29822" y="77356"/>
                </a:lnTo>
                <a:lnTo>
                  <a:pt x="25886" y="81326"/>
                </a:lnTo>
                <a:lnTo>
                  <a:pt x="25886" y="86896"/>
                </a:lnTo>
                <a:lnTo>
                  <a:pt x="24351" y="85362"/>
                </a:lnTo>
                <a:lnTo>
                  <a:pt x="24351" y="80692"/>
                </a:lnTo>
                <a:close/>
                <a:moveTo>
                  <a:pt x="25786" y="90299"/>
                </a:moveTo>
                <a:lnTo>
                  <a:pt x="24084" y="91967"/>
                </a:lnTo>
                <a:lnTo>
                  <a:pt x="16346" y="91967"/>
                </a:lnTo>
                <a:lnTo>
                  <a:pt x="20048" y="88264"/>
                </a:lnTo>
                <a:lnTo>
                  <a:pt x="25752" y="88264"/>
                </a:lnTo>
                <a:lnTo>
                  <a:pt x="25752" y="90299"/>
                </a:lnTo>
                <a:close/>
                <a:moveTo>
                  <a:pt x="24084" y="92767"/>
                </a:moveTo>
                <a:lnTo>
                  <a:pt x="25786" y="94435"/>
                </a:lnTo>
                <a:lnTo>
                  <a:pt x="25786" y="96470"/>
                </a:lnTo>
                <a:lnTo>
                  <a:pt x="20048" y="96470"/>
                </a:lnTo>
                <a:lnTo>
                  <a:pt x="16346" y="92767"/>
                </a:lnTo>
                <a:close/>
                <a:moveTo>
                  <a:pt x="28254" y="95302"/>
                </a:moveTo>
                <a:lnTo>
                  <a:pt x="29555" y="95302"/>
                </a:lnTo>
                <a:lnTo>
                  <a:pt x="30389" y="96136"/>
                </a:lnTo>
                <a:lnTo>
                  <a:pt x="30389" y="97938"/>
                </a:lnTo>
                <a:lnTo>
                  <a:pt x="29155" y="96703"/>
                </a:lnTo>
                <a:lnTo>
                  <a:pt x="28854" y="96603"/>
                </a:lnTo>
                <a:lnTo>
                  <a:pt x="26986" y="96603"/>
                </a:lnTo>
                <a:close/>
                <a:moveTo>
                  <a:pt x="31189" y="96136"/>
                </a:moveTo>
                <a:lnTo>
                  <a:pt x="31990" y="95302"/>
                </a:lnTo>
                <a:lnTo>
                  <a:pt x="33291" y="95302"/>
                </a:lnTo>
                <a:lnTo>
                  <a:pt x="34592" y="96603"/>
                </a:lnTo>
                <a:lnTo>
                  <a:pt x="32691" y="96603"/>
                </a:lnTo>
                <a:lnTo>
                  <a:pt x="32424" y="96703"/>
                </a:lnTo>
                <a:lnTo>
                  <a:pt x="31156" y="97938"/>
                </a:lnTo>
                <a:lnTo>
                  <a:pt x="31156" y="96136"/>
                </a:lnTo>
                <a:close/>
                <a:moveTo>
                  <a:pt x="35793" y="94435"/>
                </a:moveTo>
                <a:lnTo>
                  <a:pt x="37461" y="92767"/>
                </a:lnTo>
                <a:lnTo>
                  <a:pt x="45233" y="92767"/>
                </a:lnTo>
                <a:lnTo>
                  <a:pt x="41497" y="96470"/>
                </a:lnTo>
                <a:lnTo>
                  <a:pt x="35793" y="96470"/>
                </a:lnTo>
                <a:close/>
                <a:moveTo>
                  <a:pt x="54873" y="92767"/>
                </a:moveTo>
                <a:lnTo>
                  <a:pt x="56574" y="94435"/>
                </a:lnTo>
                <a:lnTo>
                  <a:pt x="56574" y="96470"/>
                </a:lnTo>
                <a:lnTo>
                  <a:pt x="50837" y="96470"/>
                </a:lnTo>
                <a:lnTo>
                  <a:pt x="47134" y="92767"/>
                </a:lnTo>
                <a:close/>
                <a:moveTo>
                  <a:pt x="59043" y="95302"/>
                </a:moveTo>
                <a:lnTo>
                  <a:pt x="60344" y="95302"/>
                </a:lnTo>
                <a:lnTo>
                  <a:pt x="61178" y="96136"/>
                </a:lnTo>
                <a:lnTo>
                  <a:pt x="61178" y="97938"/>
                </a:lnTo>
                <a:lnTo>
                  <a:pt x="59943" y="96703"/>
                </a:lnTo>
                <a:lnTo>
                  <a:pt x="59676" y="96603"/>
                </a:lnTo>
                <a:lnTo>
                  <a:pt x="57775" y="96603"/>
                </a:lnTo>
                <a:close/>
                <a:moveTo>
                  <a:pt x="61978" y="96136"/>
                </a:moveTo>
                <a:lnTo>
                  <a:pt x="62779" y="95302"/>
                </a:lnTo>
                <a:lnTo>
                  <a:pt x="64080" y="95302"/>
                </a:lnTo>
                <a:lnTo>
                  <a:pt x="65381" y="96603"/>
                </a:lnTo>
                <a:lnTo>
                  <a:pt x="63479" y="96603"/>
                </a:lnTo>
                <a:lnTo>
                  <a:pt x="63212" y="96703"/>
                </a:lnTo>
                <a:lnTo>
                  <a:pt x="61978" y="97938"/>
                </a:lnTo>
                <a:close/>
                <a:moveTo>
                  <a:pt x="66581" y="94435"/>
                </a:moveTo>
                <a:lnTo>
                  <a:pt x="68249" y="92767"/>
                </a:lnTo>
                <a:lnTo>
                  <a:pt x="76021" y="92767"/>
                </a:lnTo>
                <a:lnTo>
                  <a:pt x="72285" y="96470"/>
                </a:lnTo>
                <a:lnTo>
                  <a:pt x="66581" y="96470"/>
                </a:lnTo>
                <a:lnTo>
                  <a:pt x="66581" y="94435"/>
                </a:lnTo>
                <a:close/>
                <a:moveTo>
                  <a:pt x="85662" y="92767"/>
                </a:moveTo>
                <a:lnTo>
                  <a:pt x="87363" y="94435"/>
                </a:lnTo>
                <a:lnTo>
                  <a:pt x="87363" y="96470"/>
                </a:lnTo>
                <a:lnTo>
                  <a:pt x="81659" y="96470"/>
                </a:lnTo>
                <a:lnTo>
                  <a:pt x="77923" y="92767"/>
                </a:lnTo>
                <a:close/>
                <a:moveTo>
                  <a:pt x="89831" y="95302"/>
                </a:moveTo>
                <a:lnTo>
                  <a:pt x="91132" y="95302"/>
                </a:lnTo>
                <a:lnTo>
                  <a:pt x="91966" y="96136"/>
                </a:lnTo>
                <a:lnTo>
                  <a:pt x="91966" y="97938"/>
                </a:lnTo>
                <a:lnTo>
                  <a:pt x="90732" y="96703"/>
                </a:lnTo>
                <a:lnTo>
                  <a:pt x="90465" y="96603"/>
                </a:lnTo>
                <a:lnTo>
                  <a:pt x="88564" y="96603"/>
                </a:lnTo>
                <a:close/>
                <a:moveTo>
                  <a:pt x="92767" y="96136"/>
                </a:moveTo>
                <a:lnTo>
                  <a:pt x="93567" y="95302"/>
                </a:lnTo>
                <a:lnTo>
                  <a:pt x="94868" y="95302"/>
                </a:lnTo>
                <a:lnTo>
                  <a:pt x="96169" y="96603"/>
                </a:lnTo>
                <a:lnTo>
                  <a:pt x="94268" y="96603"/>
                </a:lnTo>
                <a:lnTo>
                  <a:pt x="94001" y="96703"/>
                </a:lnTo>
                <a:lnTo>
                  <a:pt x="92767" y="97938"/>
                </a:lnTo>
                <a:lnTo>
                  <a:pt x="92767" y="96136"/>
                </a:lnTo>
                <a:close/>
                <a:moveTo>
                  <a:pt x="97370" y="94435"/>
                </a:moveTo>
                <a:lnTo>
                  <a:pt x="99071" y="92767"/>
                </a:lnTo>
                <a:lnTo>
                  <a:pt x="106810" y="92767"/>
                </a:lnTo>
                <a:lnTo>
                  <a:pt x="103074" y="96470"/>
                </a:lnTo>
                <a:lnTo>
                  <a:pt x="97370" y="96470"/>
                </a:lnTo>
                <a:lnTo>
                  <a:pt x="97370" y="94435"/>
                </a:lnTo>
                <a:close/>
                <a:moveTo>
                  <a:pt x="116450" y="92767"/>
                </a:moveTo>
                <a:lnTo>
                  <a:pt x="118152" y="94435"/>
                </a:lnTo>
                <a:lnTo>
                  <a:pt x="118152" y="96470"/>
                </a:lnTo>
                <a:lnTo>
                  <a:pt x="112447" y="96470"/>
                </a:lnTo>
                <a:lnTo>
                  <a:pt x="108711" y="92767"/>
                </a:lnTo>
                <a:close/>
                <a:moveTo>
                  <a:pt x="120653" y="95302"/>
                </a:moveTo>
                <a:lnTo>
                  <a:pt x="121954" y="95302"/>
                </a:lnTo>
                <a:lnTo>
                  <a:pt x="122755" y="96136"/>
                </a:lnTo>
                <a:lnTo>
                  <a:pt x="122755" y="97938"/>
                </a:lnTo>
                <a:lnTo>
                  <a:pt x="121521" y="96703"/>
                </a:lnTo>
                <a:lnTo>
                  <a:pt x="121254" y="96603"/>
                </a:lnTo>
                <a:lnTo>
                  <a:pt x="119352" y="96603"/>
                </a:lnTo>
                <a:close/>
                <a:moveTo>
                  <a:pt x="123555" y="96136"/>
                </a:moveTo>
                <a:lnTo>
                  <a:pt x="124389" y="95302"/>
                </a:lnTo>
                <a:lnTo>
                  <a:pt x="125657" y="95302"/>
                </a:lnTo>
                <a:lnTo>
                  <a:pt x="126958" y="96603"/>
                </a:lnTo>
                <a:lnTo>
                  <a:pt x="125056" y="96603"/>
                </a:lnTo>
                <a:lnTo>
                  <a:pt x="124790" y="96703"/>
                </a:lnTo>
                <a:lnTo>
                  <a:pt x="123555" y="97938"/>
                </a:lnTo>
                <a:lnTo>
                  <a:pt x="123555" y="96136"/>
                </a:lnTo>
                <a:close/>
                <a:moveTo>
                  <a:pt x="128159" y="94435"/>
                </a:moveTo>
                <a:lnTo>
                  <a:pt x="129860" y="92767"/>
                </a:lnTo>
                <a:lnTo>
                  <a:pt x="137599" y="92767"/>
                </a:lnTo>
                <a:lnTo>
                  <a:pt x="133863" y="96470"/>
                </a:lnTo>
                <a:lnTo>
                  <a:pt x="128159" y="96470"/>
                </a:lnTo>
                <a:lnTo>
                  <a:pt x="128159" y="94435"/>
                </a:lnTo>
                <a:close/>
                <a:moveTo>
                  <a:pt x="147272" y="92767"/>
                </a:moveTo>
                <a:lnTo>
                  <a:pt x="148940" y="94435"/>
                </a:lnTo>
                <a:lnTo>
                  <a:pt x="148940" y="96470"/>
                </a:lnTo>
                <a:lnTo>
                  <a:pt x="143236" y="96470"/>
                </a:lnTo>
                <a:lnTo>
                  <a:pt x="139500" y="92767"/>
                </a:lnTo>
                <a:close/>
                <a:moveTo>
                  <a:pt x="151442" y="95302"/>
                </a:moveTo>
                <a:lnTo>
                  <a:pt x="152743" y="95302"/>
                </a:lnTo>
                <a:lnTo>
                  <a:pt x="153543" y="96136"/>
                </a:lnTo>
                <a:lnTo>
                  <a:pt x="153543" y="97938"/>
                </a:lnTo>
                <a:lnTo>
                  <a:pt x="152309" y="96703"/>
                </a:lnTo>
                <a:lnTo>
                  <a:pt x="152042" y="96603"/>
                </a:lnTo>
                <a:lnTo>
                  <a:pt x="150141" y="96603"/>
                </a:lnTo>
                <a:close/>
                <a:moveTo>
                  <a:pt x="154344" y="96136"/>
                </a:moveTo>
                <a:lnTo>
                  <a:pt x="155178" y="95302"/>
                </a:lnTo>
                <a:lnTo>
                  <a:pt x="156479" y="95302"/>
                </a:lnTo>
                <a:lnTo>
                  <a:pt x="157746" y="96603"/>
                </a:lnTo>
                <a:lnTo>
                  <a:pt x="155845" y="96603"/>
                </a:lnTo>
                <a:lnTo>
                  <a:pt x="155578" y="96703"/>
                </a:lnTo>
                <a:lnTo>
                  <a:pt x="154344" y="97938"/>
                </a:lnTo>
                <a:close/>
                <a:moveTo>
                  <a:pt x="158947" y="94435"/>
                </a:moveTo>
                <a:lnTo>
                  <a:pt x="160649" y="92767"/>
                </a:lnTo>
                <a:lnTo>
                  <a:pt x="168387" y="92767"/>
                </a:lnTo>
                <a:lnTo>
                  <a:pt x="164651" y="96470"/>
                </a:lnTo>
                <a:lnTo>
                  <a:pt x="158947" y="96470"/>
                </a:lnTo>
                <a:lnTo>
                  <a:pt x="158947" y="94435"/>
                </a:lnTo>
                <a:close/>
                <a:moveTo>
                  <a:pt x="178061" y="92767"/>
                </a:moveTo>
                <a:lnTo>
                  <a:pt x="179729" y="94435"/>
                </a:lnTo>
                <a:lnTo>
                  <a:pt x="179729" y="96470"/>
                </a:lnTo>
                <a:lnTo>
                  <a:pt x="174025" y="96470"/>
                </a:lnTo>
                <a:lnTo>
                  <a:pt x="170289" y="92767"/>
                </a:lnTo>
                <a:close/>
                <a:moveTo>
                  <a:pt x="182231" y="95302"/>
                </a:moveTo>
                <a:lnTo>
                  <a:pt x="183532" y="95302"/>
                </a:lnTo>
                <a:lnTo>
                  <a:pt x="184332" y="96136"/>
                </a:lnTo>
                <a:lnTo>
                  <a:pt x="184332" y="97938"/>
                </a:lnTo>
                <a:lnTo>
                  <a:pt x="183098" y="96703"/>
                </a:lnTo>
                <a:lnTo>
                  <a:pt x="182831" y="96603"/>
                </a:lnTo>
                <a:lnTo>
                  <a:pt x="180930" y="96603"/>
                </a:lnTo>
                <a:close/>
                <a:moveTo>
                  <a:pt x="185133" y="96136"/>
                </a:moveTo>
                <a:lnTo>
                  <a:pt x="185967" y="95302"/>
                </a:lnTo>
                <a:lnTo>
                  <a:pt x="187268" y="95302"/>
                </a:lnTo>
                <a:lnTo>
                  <a:pt x="188535" y="96603"/>
                </a:lnTo>
                <a:lnTo>
                  <a:pt x="186667" y="96603"/>
                </a:lnTo>
                <a:lnTo>
                  <a:pt x="186367" y="96703"/>
                </a:lnTo>
                <a:lnTo>
                  <a:pt x="185133" y="97938"/>
                </a:lnTo>
                <a:close/>
                <a:moveTo>
                  <a:pt x="189736" y="94435"/>
                </a:moveTo>
                <a:lnTo>
                  <a:pt x="191437" y="92767"/>
                </a:lnTo>
                <a:lnTo>
                  <a:pt x="199176" y="92767"/>
                </a:lnTo>
                <a:lnTo>
                  <a:pt x="195473" y="96470"/>
                </a:lnTo>
                <a:lnTo>
                  <a:pt x="189736" y="96470"/>
                </a:lnTo>
                <a:lnTo>
                  <a:pt x="189736" y="94435"/>
                </a:lnTo>
                <a:close/>
                <a:moveTo>
                  <a:pt x="208850" y="92767"/>
                </a:moveTo>
                <a:lnTo>
                  <a:pt x="210518" y="94435"/>
                </a:lnTo>
                <a:lnTo>
                  <a:pt x="210518" y="96470"/>
                </a:lnTo>
                <a:lnTo>
                  <a:pt x="204813" y="96470"/>
                </a:lnTo>
                <a:lnTo>
                  <a:pt x="201077" y="92767"/>
                </a:lnTo>
                <a:close/>
                <a:moveTo>
                  <a:pt x="213019" y="95302"/>
                </a:moveTo>
                <a:lnTo>
                  <a:pt x="214320" y="95302"/>
                </a:lnTo>
                <a:lnTo>
                  <a:pt x="215121" y="96136"/>
                </a:lnTo>
                <a:lnTo>
                  <a:pt x="215121" y="97938"/>
                </a:lnTo>
                <a:lnTo>
                  <a:pt x="213887" y="96703"/>
                </a:lnTo>
                <a:lnTo>
                  <a:pt x="213620" y="96603"/>
                </a:lnTo>
                <a:lnTo>
                  <a:pt x="211718" y="96603"/>
                </a:lnTo>
                <a:close/>
                <a:moveTo>
                  <a:pt x="215921" y="96136"/>
                </a:moveTo>
                <a:lnTo>
                  <a:pt x="216755" y="95302"/>
                </a:lnTo>
                <a:lnTo>
                  <a:pt x="218056" y="95302"/>
                </a:lnTo>
                <a:lnTo>
                  <a:pt x="219324" y="96603"/>
                </a:lnTo>
                <a:lnTo>
                  <a:pt x="217456" y="96603"/>
                </a:lnTo>
                <a:lnTo>
                  <a:pt x="217156" y="96703"/>
                </a:lnTo>
                <a:lnTo>
                  <a:pt x="215921" y="97938"/>
                </a:lnTo>
                <a:close/>
                <a:moveTo>
                  <a:pt x="220558" y="94435"/>
                </a:moveTo>
                <a:lnTo>
                  <a:pt x="222226" y="92767"/>
                </a:lnTo>
                <a:lnTo>
                  <a:pt x="229965" y="92767"/>
                </a:lnTo>
                <a:lnTo>
                  <a:pt x="226262" y="96470"/>
                </a:lnTo>
                <a:lnTo>
                  <a:pt x="220525" y="96470"/>
                </a:lnTo>
                <a:lnTo>
                  <a:pt x="220525" y="94435"/>
                </a:lnTo>
                <a:close/>
                <a:moveTo>
                  <a:pt x="222226" y="91967"/>
                </a:moveTo>
                <a:lnTo>
                  <a:pt x="220558" y="90299"/>
                </a:lnTo>
                <a:lnTo>
                  <a:pt x="220558" y="88264"/>
                </a:lnTo>
                <a:lnTo>
                  <a:pt x="226262" y="88264"/>
                </a:lnTo>
                <a:lnTo>
                  <a:pt x="229965" y="91967"/>
                </a:lnTo>
                <a:close/>
                <a:moveTo>
                  <a:pt x="223260" y="77356"/>
                </a:moveTo>
                <a:lnTo>
                  <a:pt x="225128" y="77356"/>
                </a:lnTo>
                <a:lnTo>
                  <a:pt x="226529" y="78791"/>
                </a:lnTo>
                <a:lnTo>
                  <a:pt x="226529" y="80792"/>
                </a:lnTo>
                <a:lnTo>
                  <a:pt x="225228" y="82126"/>
                </a:lnTo>
                <a:lnTo>
                  <a:pt x="225228" y="79324"/>
                </a:lnTo>
                <a:close/>
                <a:moveTo>
                  <a:pt x="227330" y="80025"/>
                </a:moveTo>
                <a:lnTo>
                  <a:pt x="227330" y="78457"/>
                </a:lnTo>
                <a:lnTo>
                  <a:pt x="226229" y="77356"/>
                </a:lnTo>
                <a:lnTo>
                  <a:pt x="229965" y="77356"/>
                </a:lnTo>
                <a:close/>
                <a:moveTo>
                  <a:pt x="230532" y="77923"/>
                </a:moveTo>
                <a:lnTo>
                  <a:pt x="230532" y="81659"/>
                </a:lnTo>
                <a:lnTo>
                  <a:pt x="229431" y="80559"/>
                </a:lnTo>
                <a:lnTo>
                  <a:pt x="229264" y="80559"/>
                </a:lnTo>
                <a:lnTo>
                  <a:pt x="227897" y="80559"/>
                </a:lnTo>
                <a:close/>
                <a:moveTo>
                  <a:pt x="227096" y="81359"/>
                </a:moveTo>
                <a:lnTo>
                  <a:pt x="229097" y="81359"/>
                </a:lnTo>
                <a:lnTo>
                  <a:pt x="230532" y="82794"/>
                </a:lnTo>
                <a:lnTo>
                  <a:pt x="230532" y="84662"/>
                </a:lnTo>
                <a:lnTo>
                  <a:pt x="228564" y="82693"/>
                </a:lnTo>
                <a:lnTo>
                  <a:pt x="228397" y="82693"/>
                </a:lnTo>
                <a:lnTo>
                  <a:pt x="225795" y="82693"/>
                </a:lnTo>
                <a:close/>
                <a:moveTo>
                  <a:pt x="231332" y="77923"/>
                </a:moveTo>
                <a:lnTo>
                  <a:pt x="233968" y="80559"/>
                </a:lnTo>
                <a:lnTo>
                  <a:pt x="232567" y="80559"/>
                </a:lnTo>
                <a:lnTo>
                  <a:pt x="232300" y="80692"/>
                </a:lnTo>
                <a:lnTo>
                  <a:pt x="231332" y="81659"/>
                </a:lnTo>
                <a:lnTo>
                  <a:pt x="231332" y="77923"/>
                </a:lnTo>
                <a:close/>
                <a:moveTo>
                  <a:pt x="229965" y="76589"/>
                </a:moveTo>
                <a:lnTo>
                  <a:pt x="226229" y="76589"/>
                </a:lnTo>
                <a:lnTo>
                  <a:pt x="227229" y="75588"/>
                </a:lnTo>
                <a:lnTo>
                  <a:pt x="227330" y="75321"/>
                </a:lnTo>
                <a:lnTo>
                  <a:pt x="227330" y="73920"/>
                </a:lnTo>
                <a:close/>
                <a:moveTo>
                  <a:pt x="227897" y="73387"/>
                </a:moveTo>
                <a:lnTo>
                  <a:pt x="229431" y="73387"/>
                </a:lnTo>
                <a:lnTo>
                  <a:pt x="230532" y="72286"/>
                </a:lnTo>
                <a:lnTo>
                  <a:pt x="230532" y="76022"/>
                </a:lnTo>
                <a:close/>
                <a:moveTo>
                  <a:pt x="221959" y="73253"/>
                </a:moveTo>
                <a:lnTo>
                  <a:pt x="218657" y="76589"/>
                </a:lnTo>
                <a:lnTo>
                  <a:pt x="216488" y="76589"/>
                </a:lnTo>
                <a:lnTo>
                  <a:pt x="220425" y="72620"/>
                </a:lnTo>
                <a:lnTo>
                  <a:pt x="220425" y="67049"/>
                </a:lnTo>
                <a:lnTo>
                  <a:pt x="221959" y="68583"/>
                </a:lnTo>
                <a:lnTo>
                  <a:pt x="221959" y="73253"/>
                </a:lnTo>
                <a:close/>
                <a:moveTo>
                  <a:pt x="220558" y="63646"/>
                </a:moveTo>
                <a:lnTo>
                  <a:pt x="222226" y="61979"/>
                </a:lnTo>
                <a:lnTo>
                  <a:pt x="229965" y="61979"/>
                </a:lnTo>
                <a:lnTo>
                  <a:pt x="226262" y="65681"/>
                </a:lnTo>
                <a:lnTo>
                  <a:pt x="220525" y="65681"/>
                </a:lnTo>
                <a:lnTo>
                  <a:pt x="220525" y="63646"/>
                </a:lnTo>
                <a:close/>
                <a:moveTo>
                  <a:pt x="222226" y="61178"/>
                </a:moveTo>
                <a:lnTo>
                  <a:pt x="220558" y="59510"/>
                </a:lnTo>
                <a:lnTo>
                  <a:pt x="220558" y="57475"/>
                </a:lnTo>
                <a:lnTo>
                  <a:pt x="226262" y="57475"/>
                </a:lnTo>
                <a:lnTo>
                  <a:pt x="229965" y="61178"/>
                </a:lnTo>
                <a:close/>
                <a:moveTo>
                  <a:pt x="223260" y="46568"/>
                </a:moveTo>
                <a:lnTo>
                  <a:pt x="225128" y="46568"/>
                </a:lnTo>
                <a:lnTo>
                  <a:pt x="226529" y="48002"/>
                </a:lnTo>
                <a:lnTo>
                  <a:pt x="226529" y="50003"/>
                </a:lnTo>
                <a:lnTo>
                  <a:pt x="225228" y="51338"/>
                </a:lnTo>
                <a:lnTo>
                  <a:pt x="225228" y="48536"/>
                </a:lnTo>
                <a:close/>
                <a:moveTo>
                  <a:pt x="227330" y="49236"/>
                </a:moveTo>
                <a:lnTo>
                  <a:pt x="227330" y="47835"/>
                </a:lnTo>
                <a:lnTo>
                  <a:pt x="227229" y="47568"/>
                </a:lnTo>
                <a:lnTo>
                  <a:pt x="226229" y="46568"/>
                </a:lnTo>
                <a:lnTo>
                  <a:pt x="229965" y="46568"/>
                </a:lnTo>
                <a:close/>
                <a:moveTo>
                  <a:pt x="230532" y="47135"/>
                </a:moveTo>
                <a:lnTo>
                  <a:pt x="230532" y="50871"/>
                </a:lnTo>
                <a:lnTo>
                  <a:pt x="229431" y="49770"/>
                </a:lnTo>
                <a:lnTo>
                  <a:pt x="227897" y="49770"/>
                </a:lnTo>
                <a:close/>
                <a:moveTo>
                  <a:pt x="227096" y="50570"/>
                </a:moveTo>
                <a:lnTo>
                  <a:pt x="229097" y="50570"/>
                </a:lnTo>
                <a:lnTo>
                  <a:pt x="230532" y="52005"/>
                </a:lnTo>
                <a:lnTo>
                  <a:pt x="230532" y="53873"/>
                </a:lnTo>
                <a:lnTo>
                  <a:pt x="228564" y="51905"/>
                </a:lnTo>
                <a:lnTo>
                  <a:pt x="225762" y="51905"/>
                </a:lnTo>
                <a:close/>
                <a:moveTo>
                  <a:pt x="231332" y="47135"/>
                </a:moveTo>
                <a:lnTo>
                  <a:pt x="233968" y="49770"/>
                </a:lnTo>
                <a:lnTo>
                  <a:pt x="232567" y="49770"/>
                </a:lnTo>
                <a:lnTo>
                  <a:pt x="232300" y="49903"/>
                </a:lnTo>
                <a:lnTo>
                  <a:pt x="231332" y="50871"/>
                </a:lnTo>
                <a:lnTo>
                  <a:pt x="231332" y="47135"/>
                </a:lnTo>
                <a:close/>
                <a:moveTo>
                  <a:pt x="229965" y="45800"/>
                </a:moveTo>
                <a:lnTo>
                  <a:pt x="226229" y="45800"/>
                </a:lnTo>
                <a:lnTo>
                  <a:pt x="227330" y="44700"/>
                </a:lnTo>
                <a:lnTo>
                  <a:pt x="227330" y="43132"/>
                </a:lnTo>
                <a:close/>
                <a:moveTo>
                  <a:pt x="227897" y="42598"/>
                </a:moveTo>
                <a:lnTo>
                  <a:pt x="229264" y="42598"/>
                </a:lnTo>
                <a:lnTo>
                  <a:pt x="229431" y="42598"/>
                </a:lnTo>
                <a:lnTo>
                  <a:pt x="230532" y="41497"/>
                </a:lnTo>
                <a:lnTo>
                  <a:pt x="230532" y="45233"/>
                </a:lnTo>
                <a:close/>
                <a:moveTo>
                  <a:pt x="221959" y="42465"/>
                </a:moveTo>
                <a:lnTo>
                  <a:pt x="218657" y="45800"/>
                </a:lnTo>
                <a:lnTo>
                  <a:pt x="216488" y="45800"/>
                </a:lnTo>
                <a:lnTo>
                  <a:pt x="220425" y="41831"/>
                </a:lnTo>
                <a:lnTo>
                  <a:pt x="220425" y="36260"/>
                </a:lnTo>
                <a:lnTo>
                  <a:pt x="221959" y="37795"/>
                </a:lnTo>
                <a:lnTo>
                  <a:pt x="221959" y="42465"/>
                </a:lnTo>
                <a:close/>
                <a:moveTo>
                  <a:pt x="220558" y="32858"/>
                </a:moveTo>
                <a:lnTo>
                  <a:pt x="222226" y="31190"/>
                </a:lnTo>
                <a:lnTo>
                  <a:pt x="229965" y="31190"/>
                </a:lnTo>
                <a:lnTo>
                  <a:pt x="226262" y="34893"/>
                </a:lnTo>
                <a:lnTo>
                  <a:pt x="220525" y="34893"/>
                </a:lnTo>
                <a:lnTo>
                  <a:pt x="220525" y="32858"/>
                </a:lnTo>
                <a:close/>
                <a:moveTo>
                  <a:pt x="222226" y="30389"/>
                </a:moveTo>
                <a:lnTo>
                  <a:pt x="220558" y="28721"/>
                </a:lnTo>
                <a:lnTo>
                  <a:pt x="220558" y="26687"/>
                </a:lnTo>
                <a:lnTo>
                  <a:pt x="226262" y="26687"/>
                </a:lnTo>
                <a:lnTo>
                  <a:pt x="229965" y="30389"/>
                </a:lnTo>
                <a:lnTo>
                  <a:pt x="222226" y="30389"/>
                </a:lnTo>
                <a:close/>
                <a:moveTo>
                  <a:pt x="219657" y="25786"/>
                </a:moveTo>
                <a:lnTo>
                  <a:pt x="217623" y="25786"/>
                </a:lnTo>
                <a:lnTo>
                  <a:pt x="215921" y="24085"/>
                </a:lnTo>
                <a:lnTo>
                  <a:pt x="215921" y="16346"/>
                </a:lnTo>
                <a:lnTo>
                  <a:pt x="219657" y="20049"/>
                </a:lnTo>
                <a:lnTo>
                  <a:pt x="219657" y="25786"/>
                </a:lnTo>
                <a:close/>
                <a:moveTo>
                  <a:pt x="215121" y="24085"/>
                </a:moveTo>
                <a:lnTo>
                  <a:pt x="213453" y="25786"/>
                </a:lnTo>
                <a:lnTo>
                  <a:pt x="211418" y="25786"/>
                </a:lnTo>
                <a:lnTo>
                  <a:pt x="211418" y="20049"/>
                </a:lnTo>
                <a:lnTo>
                  <a:pt x="215121" y="16346"/>
                </a:lnTo>
                <a:lnTo>
                  <a:pt x="215121" y="24085"/>
                </a:lnTo>
                <a:close/>
                <a:moveTo>
                  <a:pt x="202679" y="21083"/>
                </a:moveTo>
                <a:lnTo>
                  <a:pt x="202512" y="21083"/>
                </a:lnTo>
                <a:lnTo>
                  <a:pt x="200544" y="23051"/>
                </a:lnTo>
                <a:lnTo>
                  <a:pt x="200544" y="21216"/>
                </a:lnTo>
                <a:lnTo>
                  <a:pt x="201945" y="19782"/>
                </a:lnTo>
                <a:lnTo>
                  <a:pt x="203979" y="19782"/>
                </a:lnTo>
                <a:lnTo>
                  <a:pt x="205280" y="21083"/>
                </a:lnTo>
                <a:close/>
                <a:moveTo>
                  <a:pt x="203746" y="18447"/>
                </a:moveTo>
                <a:lnTo>
                  <a:pt x="201077" y="15779"/>
                </a:lnTo>
                <a:lnTo>
                  <a:pt x="204847" y="15779"/>
                </a:lnTo>
                <a:lnTo>
                  <a:pt x="203746" y="16880"/>
                </a:lnTo>
                <a:lnTo>
                  <a:pt x="203746" y="18447"/>
                </a:lnTo>
                <a:close/>
                <a:moveTo>
                  <a:pt x="200544" y="14445"/>
                </a:moveTo>
                <a:lnTo>
                  <a:pt x="200544" y="10709"/>
                </a:lnTo>
                <a:lnTo>
                  <a:pt x="201644" y="11776"/>
                </a:lnTo>
                <a:lnTo>
                  <a:pt x="203179" y="11776"/>
                </a:lnTo>
                <a:close/>
                <a:moveTo>
                  <a:pt x="199743" y="14445"/>
                </a:moveTo>
                <a:lnTo>
                  <a:pt x="197108" y="11776"/>
                </a:lnTo>
                <a:lnTo>
                  <a:pt x="198476" y="11776"/>
                </a:lnTo>
                <a:lnTo>
                  <a:pt x="198776" y="11676"/>
                </a:lnTo>
                <a:lnTo>
                  <a:pt x="199743" y="10709"/>
                </a:lnTo>
                <a:lnTo>
                  <a:pt x="199743" y="14445"/>
                </a:lnTo>
                <a:close/>
                <a:moveTo>
                  <a:pt x="199176" y="15779"/>
                </a:moveTo>
                <a:lnTo>
                  <a:pt x="196541" y="18414"/>
                </a:lnTo>
                <a:lnTo>
                  <a:pt x="196541" y="16880"/>
                </a:lnTo>
                <a:lnTo>
                  <a:pt x="195440" y="15779"/>
                </a:lnTo>
                <a:close/>
                <a:moveTo>
                  <a:pt x="199743" y="16346"/>
                </a:moveTo>
                <a:lnTo>
                  <a:pt x="199743" y="20082"/>
                </a:lnTo>
                <a:lnTo>
                  <a:pt x="198776" y="19115"/>
                </a:lnTo>
                <a:lnTo>
                  <a:pt x="198476" y="18981"/>
                </a:lnTo>
                <a:lnTo>
                  <a:pt x="197108" y="18981"/>
                </a:lnTo>
                <a:close/>
                <a:moveTo>
                  <a:pt x="188869" y="25786"/>
                </a:moveTo>
                <a:lnTo>
                  <a:pt x="186801" y="25786"/>
                </a:lnTo>
                <a:lnTo>
                  <a:pt x="185133" y="24085"/>
                </a:lnTo>
                <a:lnTo>
                  <a:pt x="185133" y="16346"/>
                </a:lnTo>
                <a:lnTo>
                  <a:pt x="188869" y="20049"/>
                </a:lnTo>
                <a:lnTo>
                  <a:pt x="188869" y="25786"/>
                </a:lnTo>
                <a:close/>
                <a:moveTo>
                  <a:pt x="184332" y="24085"/>
                </a:moveTo>
                <a:lnTo>
                  <a:pt x="182664" y="25786"/>
                </a:lnTo>
                <a:lnTo>
                  <a:pt x="180629" y="25786"/>
                </a:lnTo>
                <a:lnTo>
                  <a:pt x="180629" y="20049"/>
                </a:lnTo>
                <a:lnTo>
                  <a:pt x="184332" y="16346"/>
                </a:lnTo>
                <a:lnTo>
                  <a:pt x="184332" y="24085"/>
                </a:lnTo>
                <a:close/>
                <a:moveTo>
                  <a:pt x="171723" y="21083"/>
                </a:moveTo>
                <a:lnTo>
                  <a:pt x="169755" y="23051"/>
                </a:lnTo>
                <a:lnTo>
                  <a:pt x="169755" y="21216"/>
                </a:lnTo>
                <a:lnTo>
                  <a:pt x="171156" y="19782"/>
                </a:lnTo>
                <a:lnTo>
                  <a:pt x="173157" y="19782"/>
                </a:lnTo>
                <a:lnTo>
                  <a:pt x="174492" y="21083"/>
                </a:lnTo>
                <a:close/>
                <a:moveTo>
                  <a:pt x="172957" y="18447"/>
                </a:moveTo>
                <a:lnTo>
                  <a:pt x="170289" y="15779"/>
                </a:lnTo>
                <a:lnTo>
                  <a:pt x="174025" y="15779"/>
                </a:lnTo>
                <a:lnTo>
                  <a:pt x="172957" y="16880"/>
                </a:lnTo>
                <a:lnTo>
                  <a:pt x="172957" y="18447"/>
                </a:lnTo>
                <a:close/>
                <a:moveTo>
                  <a:pt x="169755" y="14445"/>
                </a:moveTo>
                <a:lnTo>
                  <a:pt x="169755" y="10709"/>
                </a:lnTo>
                <a:lnTo>
                  <a:pt x="170722" y="11676"/>
                </a:lnTo>
                <a:lnTo>
                  <a:pt x="170989" y="11809"/>
                </a:lnTo>
                <a:lnTo>
                  <a:pt x="172390" y="11809"/>
                </a:lnTo>
                <a:close/>
                <a:moveTo>
                  <a:pt x="168954" y="14445"/>
                </a:moveTo>
                <a:lnTo>
                  <a:pt x="166319" y="11776"/>
                </a:lnTo>
                <a:lnTo>
                  <a:pt x="167854" y="11776"/>
                </a:lnTo>
                <a:lnTo>
                  <a:pt x="168954" y="10709"/>
                </a:lnTo>
                <a:close/>
                <a:moveTo>
                  <a:pt x="168387" y="15779"/>
                </a:moveTo>
                <a:lnTo>
                  <a:pt x="165752" y="18414"/>
                </a:lnTo>
                <a:lnTo>
                  <a:pt x="165752" y="16880"/>
                </a:lnTo>
                <a:lnTo>
                  <a:pt x="164651" y="15779"/>
                </a:lnTo>
                <a:close/>
                <a:moveTo>
                  <a:pt x="165519" y="19782"/>
                </a:moveTo>
                <a:lnTo>
                  <a:pt x="167520" y="19782"/>
                </a:lnTo>
                <a:lnTo>
                  <a:pt x="168954" y="21216"/>
                </a:lnTo>
                <a:lnTo>
                  <a:pt x="168954" y="23051"/>
                </a:lnTo>
                <a:lnTo>
                  <a:pt x="166986" y="21083"/>
                </a:lnTo>
                <a:lnTo>
                  <a:pt x="166820" y="21083"/>
                </a:lnTo>
                <a:lnTo>
                  <a:pt x="164218" y="21083"/>
                </a:lnTo>
                <a:close/>
                <a:moveTo>
                  <a:pt x="163417" y="21883"/>
                </a:moveTo>
                <a:lnTo>
                  <a:pt x="166653" y="21883"/>
                </a:lnTo>
                <a:lnTo>
                  <a:pt x="168954" y="24185"/>
                </a:lnTo>
                <a:lnTo>
                  <a:pt x="168954" y="26553"/>
                </a:lnTo>
                <a:lnTo>
                  <a:pt x="165952" y="23551"/>
                </a:lnTo>
                <a:lnTo>
                  <a:pt x="165786" y="23551"/>
                </a:lnTo>
                <a:lnTo>
                  <a:pt x="161716" y="23551"/>
                </a:lnTo>
                <a:close/>
                <a:moveTo>
                  <a:pt x="160949" y="24352"/>
                </a:moveTo>
                <a:lnTo>
                  <a:pt x="165619" y="24352"/>
                </a:lnTo>
                <a:lnTo>
                  <a:pt x="168954" y="27654"/>
                </a:lnTo>
                <a:lnTo>
                  <a:pt x="168954" y="29822"/>
                </a:lnTo>
                <a:lnTo>
                  <a:pt x="164985" y="25886"/>
                </a:lnTo>
                <a:lnTo>
                  <a:pt x="164852" y="25886"/>
                </a:lnTo>
                <a:lnTo>
                  <a:pt x="159414" y="25886"/>
                </a:lnTo>
                <a:close/>
                <a:moveTo>
                  <a:pt x="158047" y="25786"/>
                </a:moveTo>
                <a:lnTo>
                  <a:pt x="156012" y="25786"/>
                </a:lnTo>
                <a:lnTo>
                  <a:pt x="154344" y="24085"/>
                </a:lnTo>
                <a:lnTo>
                  <a:pt x="154344" y="16346"/>
                </a:lnTo>
                <a:lnTo>
                  <a:pt x="158047" y="20049"/>
                </a:lnTo>
                <a:lnTo>
                  <a:pt x="158047" y="25786"/>
                </a:lnTo>
                <a:close/>
                <a:moveTo>
                  <a:pt x="153543" y="24085"/>
                </a:moveTo>
                <a:lnTo>
                  <a:pt x="151876" y="25786"/>
                </a:lnTo>
                <a:lnTo>
                  <a:pt x="149841" y="25786"/>
                </a:lnTo>
                <a:lnTo>
                  <a:pt x="149841" y="20049"/>
                </a:lnTo>
                <a:lnTo>
                  <a:pt x="153543" y="16346"/>
                </a:lnTo>
                <a:lnTo>
                  <a:pt x="153543" y="24085"/>
                </a:lnTo>
                <a:close/>
                <a:moveTo>
                  <a:pt x="141068" y="21083"/>
                </a:moveTo>
                <a:lnTo>
                  <a:pt x="140901" y="21083"/>
                </a:lnTo>
                <a:lnTo>
                  <a:pt x="138933" y="23051"/>
                </a:lnTo>
                <a:lnTo>
                  <a:pt x="138933" y="21216"/>
                </a:lnTo>
                <a:lnTo>
                  <a:pt x="140367" y="19782"/>
                </a:lnTo>
                <a:lnTo>
                  <a:pt x="142369" y="19782"/>
                </a:lnTo>
                <a:lnTo>
                  <a:pt x="143703" y="21083"/>
                </a:lnTo>
                <a:close/>
                <a:moveTo>
                  <a:pt x="142135" y="18447"/>
                </a:moveTo>
                <a:lnTo>
                  <a:pt x="139500" y="15779"/>
                </a:lnTo>
                <a:lnTo>
                  <a:pt x="143236" y="15779"/>
                </a:lnTo>
                <a:lnTo>
                  <a:pt x="142135" y="16880"/>
                </a:lnTo>
                <a:lnTo>
                  <a:pt x="142135" y="18447"/>
                </a:lnTo>
                <a:close/>
                <a:moveTo>
                  <a:pt x="138933" y="14445"/>
                </a:moveTo>
                <a:lnTo>
                  <a:pt x="138933" y="10709"/>
                </a:lnTo>
                <a:lnTo>
                  <a:pt x="140034" y="11776"/>
                </a:lnTo>
                <a:lnTo>
                  <a:pt x="141602" y="11776"/>
                </a:lnTo>
                <a:close/>
                <a:moveTo>
                  <a:pt x="138166" y="14445"/>
                </a:moveTo>
                <a:lnTo>
                  <a:pt x="135531" y="11776"/>
                </a:lnTo>
                <a:lnTo>
                  <a:pt x="136898" y="11776"/>
                </a:lnTo>
                <a:lnTo>
                  <a:pt x="137165" y="11676"/>
                </a:lnTo>
                <a:lnTo>
                  <a:pt x="138166" y="10709"/>
                </a:lnTo>
                <a:lnTo>
                  <a:pt x="138166" y="14445"/>
                </a:lnTo>
                <a:close/>
                <a:moveTo>
                  <a:pt x="137599" y="15779"/>
                </a:moveTo>
                <a:lnTo>
                  <a:pt x="134964" y="18414"/>
                </a:lnTo>
                <a:lnTo>
                  <a:pt x="134964" y="16880"/>
                </a:lnTo>
                <a:lnTo>
                  <a:pt x="133863" y="15779"/>
                </a:lnTo>
                <a:close/>
                <a:moveTo>
                  <a:pt x="138166" y="16346"/>
                </a:moveTo>
                <a:lnTo>
                  <a:pt x="138166" y="20082"/>
                </a:lnTo>
                <a:lnTo>
                  <a:pt x="137165" y="19115"/>
                </a:lnTo>
                <a:lnTo>
                  <a:pt x="136898" y="18981"/>
                </a:lnTo>
                <a:lnTo>
                  <a:pt x="135531" y="18981"/>
                </a:lnTo>
                <a:close/>
                <a:moveTo>
                  <a:pt x="127258" y="25786"/>
                </a:moveTo>
                <a:lnTo>
                  <a:pt x="125223" y="25786"/>
                </a:lnTo>
                <a:lnTo>
                  <a:pt x="123555" y="24085"/>
                </a:lnTo>
                <a:lnTo>
                  <a:pt x="123555" y="16346"/>
                </a:lnTo>
                <a:lnTo>
                  <a:pt x="127258" y="20049"/>
                </a:lnTo>
                <a:close/>
                <a:moveTo>
                  <a:pt x="122755" y="24085"/>
                </a:moveTo>
                <a:lnTo>
                  <a:pt x="121087" y="25786"/>
                </a:lnTo>
                <a:lnTo>
                  <a:pt x="119052" y="25786"/>
                </a:lnTo>
                <a:lnTo>
                  <a:pt x="119052" y="20049"/>
                </a:lnTo>
                <a:lnTo>
                  <a:pt x="122755" y="16346"/>
                </a:lnTo>
                <a:close/>
                <a:moveTo>
                  <a:pt x="110112" y="21083"/>
                </a:moveTo>
                <a:lnTo>
                  <a:pt x="108144" y="23051"/>
                </a:lnTo>
                <a:lnTo>
                  <a:pt x="108144" y="21216"/>
                </a:lnTo>
                <a:lnTo>
                  <a:pt x="109579" y="19782"/>
                </a:lnTo>
                <a:lnTo>
                  <a:pt x="111580" y="19782"/>
                </a:lnTo>
                <a:lnTo>
                  <a:pt x="112914" y="21083"/>
                </a:lnTo>
                <a:close/>
                <a:moveTo>
                  <a:pt x="111347" y="18447"/>
                </a:moveTo>
                <a:lnTo>
                  <a:pt x="108711" y="15779"/>
                </a:lnTo>
                <a:lnTo>
                  <a:pt x="112447" y="15779"/>
                </a:lnTo>
                <a:lnTo>
                  <a:pt x="111347" y="16880"/>
                </a:lnTo>
                <a:close/>
                <a:moveTo>
                  <a:pt x="108144" y="14445"/>
                </a:moveTo>
                <a:lnTo>
                  <a:pt x="108144" y="10709"/>
                </a:lnTo>
                <a:lnTo>
                  <a:pt x="109145" y="11676"/>
                </a:lnTo>
                <a:lnTo>
                  <a:pt x="109412" y="11809"/>
                </a:lnTo>
                <a:lnTo>
                  <a:pt x="110813" y="11809"/>
                </a:lnTo>
                <a:close/>
                <a:moveTo>
                  <a:pt x="107377" y="14445"/>
                </a:moveTo>
                <a:lnTo>
                  <a:pt x="104709" y="11776"/>
                </a:lnTo>
                <a:lnTo>
                  <a:pt x="106276" y="11776"/>
                </a:lnTo>
                <a:lnTo>
                  <a:pt x="107377" y="10709"/>
                </a:lnTo>
                <a:close/>
                <a:moveTo>
                  <a:pt x="106810" y="15779"/>
                </a:moveTo>
                <a:lnTo>
                  <a:pt x="104175" y="18414"/>
                </a:lnTo>
                <a:lnTo>
                  <a:pt x="104175" y="16880"/>
                </a:lnTo>
                <a:lnTo>
                  <a:pt x="103074" y="15779"/>
                </a:lnTo>
                <a:close/>
                <a:moveTo>
                  <a:pt x="103941" y="19782"/>
                </a:moveTo>
                <a:lnTo>
                  <a:pt x="105943" y="19782"/>
                </a:lnTo>
                <a:lnTo>
                  <a:pt x="107344" y="21216"/>
                </a:lnTo>
                <a:lnTo>
                  <a:pt x="107344" y="23051"/>
                </a:lnTo>
                <a:lnTo>
                  <a:pt x="105376" y="21083"/>
                </a:lnTo>
                <a:lnTo>
                  <a:pt x="105242" y="21083"/>
                </a:lnTo>
                <a:lnTo>
                  <a:pt x="102607" y="21083"/>
                </a:lnTo>
                <a:close/>
                <a:moveTo>
                  <a:pt x="101840" y="21883"/>
                </a:moveTo>
                <a:lnTo>
                  <a:pt x="105076" y="21883"/>
                </a:lnTo>
                <a:lnTo>
                  <a:pt x="107377" y="24185"/>
                </a:lnTo>
                <a:lnTo>
                  <a:pt x="107377" y="26553"/>
                </a:lnTo>
                <a:lnTo>
                  <a:pt x="104375" y="23551"/>
                </a:lnTo>
                <a:lnTo>
                  <a:pt x="104208" y="23551"/>
                </a:lnTo>
                <a:lnTo>
                  <a:pt x="100139" y="23551"/>
                </a:lnTo>
                <a:close/>
                <a:moveTo>
                  <a:pt x="99371" y="24352"/>
                </a:moveTo>
                <a:lnTo>
                  <a:pt x="104041" y="24352"/>
                </a:lnTo>
                <a:lnTo>
                  <a:pt x="107377" y="27654"/>
                </a:lnTo>
                <a:lnTo>
                  <a:pt x="107377" y="29822"/>
                </a:lnTo>
                <a:lnTo>
                  <a:pt x="103408" y="25886"/>
                </a:lnTo>
                <a:lnTo>
                  <a:pt x="103241" y="25886"/>
                </a:lnTo>
                <a:lnTo>
                  <a:pt x="97837" y="25886"/>
                </a:lnTo>
                <a:close/>
                <a:moveTo>
                  <a:pt x="96469" y="25786"/>
                </a:moveTo>
                <a:lnTo>
                  <a:pt x="94435" y="25786"/>
                </a:lnTo>
                <a:lnTo>
                  <a:pt x="92767" y="24085"/>
                </a:lnTo>
                <a:lnTo>
                  <a:pt x="92767" y="16346"/>
                </a:lnTo>
                <a:lnTo>
                  <a:pt x="96469" y="20082"/>
                </a:lnTo>
                <a:close/>
                <a:moveTo>
                  <a:pt x="91966" y="24085"/>
                </a:moveTo>
                <a:lnTo>
                  <a:pt x="90298" y="25786"/>
                </a:lnTo>
                <a:lnTo>
                  <a:pt x="88264" y="25786"/>
                </a:lnTo>
                <a:lnTo>
                  <a:pt x="88264" y="20049"/>
                </a:lnTo>
                <a:lnTo>
                  <a:pt x="91966" y="16346"/>
                </a:lnTo>
                <a:close/>
                <a:moveTo>
                  <a:pt x="79491" y="21083"/>
                </a:moveTo>
                <a:lnTo>
                  <a:pt x="79324" y="21083"/>
                </a:lnTo>
                <a:lnTo>
                  <a:pt x="77356" y="23051"/>
                </a:lnTo>
                <a:lnTo>
                  <a:pt x="77356" y="21216"/>
                </a:lnTo>
                <a:lnTo>
                  <a:pt x="78790" y="19782"/>
                </a:lnTo>
                <a:lnTo>
                  <a:pt x="80792" y="19782"/>
                </a:lnTo>
                <a:lnTo>
                  <a:pt x="82126" y="21083"/>
                </a:lnTo>
                <a:close/>
                <a:moveTo>
                  <a:pt x="80558" y="18447"/>
                </a:moveTo>
                <a:lnTo>
                  <a:pt x="77923" y="15779"/>
                </a:lnTo>
                <a:lnTo>
                  <a:pt x="81659" y="15779"/>
                </a:lnTo>
                <a:lnTo>
                  <a:pt x="80558" y="16880"/>
                </a:lnTo>
                <a:close/>
                <a:moveTo>
                  <a:pt x="77356" y="14445"/>
                </a:moveTo>
                <a:lnTo>
                  <a:pt x="77356" y="10709"/>
                </a:lnTo>
                <a:lnTo>
                  <a:pt x="78457" y="11776"/>
                </a:lnTo>
                <a:lnTo>
                  <a:pt x="80024" y="11776"/>
                </a:lnTo>
                <a:close/>
                <a:moveTo>
                  <a:pt x="76589" y="14445"/>
                </a:moveTo>
                <a:lnTo>
                  <a:pt x="73920" y="11776"/>
                </a:lnTo>
                <a:lnTo>
                  <a:pt x="75321" y="11776"/>
                </a:lnTo>
                <a:lnTo>
                  <a:pt x="75588" y="11676"/>
                </a:lnTo>
                <a:lnTo>
                  <a:pt x="76555" y="10709"/>
                </a:lnTo>
                <a:lnTo>
                  <a:pt x="76555" y="14445"/>
                </a:lnTo>
                <a:close/>
                <a:moveTo>
                  <a:pt x="76021" y="15779"/>
                </a:moveTo>
                <a:lnTo>
                  <a:pt x="73386" y="18414"/>
                </a:lnTo>
                <a:lnTo>
                  <a:pt x="73386" y="16880"/>
                </a:lnTo>
                <a:lnTo>
                  <a:pt x="72285" y="15779"/>
                </a:lnTo>
                <a:close/>
                <a:moveTo>
                  <a:pt x="76589" y="16346"/>
                </a:moveTo>
                <a:lnTo>
                  <a:pt x="76589" y="20082"/>
                </a:lnTo>
                <a:lnTo>
                  <a:pt x="75588" y="19115"/>
                </a:lnTo>
                <a:lnTo>
                  <a:pt x="75321" y="18981"/>
                </a:lnTo>
                <a:lnTo>
                  <a:pt x="73920" y="18981"/>
                </a:lnTo>
                <a:close/>
                <a:moveTo>
                  <a:pt x="65681" y="25786"/>
                </a:moveTo>
                <a:lnTo>
                  <a:pt x="63646" y="25786"/>
                </a:lnTo>
                <a:lnTo>
                  <a:pt x="61978" y="24085"/>
                </a:lnTo>
                <a:lnTo>
                  <a:pt x="61978" y="16346"/>
                </a:lnTo>
                <a:lnTo>
                  <a:pt x="65681" y="20049"/>
                </a:lnTo>
                <a:close/>
                <a:moveTo>
                  <a:pt x="61178" y="24085"/>
                </a:moveTo>
                <a:lnTo>
                  <a:pt x="59510" y="25786"/>
                </a:lnTo>
                <a:lnTo>
                  <a:pt x="57475" y="25786"/>
                </a:lnTo>
                <a:lnTo>
                  <a:pt x="57475" y="20049"/>
                </a:lnTo>
                <a:lnTo>
                  <a:pt x="61178" y="16346"/>
                </a:lnTo>
                <a:close/>
                <a:moveTo>
                  <a:pt x="48535" y="21083"/>
                </a:moveTo>
                <a:lnTo>
                  <a:pt x="46567" y="23051"/>
                </a:lnTo>
                <a:lnTo>
                  <a:pt x="46567" y="21216"/>
                </a:lnTo>
                <a:lnTo>
                  <a:pt x="48001" y="19782"/>
                </a:lnTo>
                <a:lnTo>
                  <a:pt x="50003" y="19782"/>
                </a:lnTo>
                <a:lnTo>
                  <a:pt x="51337" y="21083"/>
                </a:lnTo>
                <a:close/>
                <a:moveTo>
                  <a:pt x="49769" y="18447"/>
                </a:moveTo>
                <a:lnTo>
                  <a:pt x="47134" y="15779"/>
                </a:lnTo>
                <a:lnTo>
                  <a:pt x="50870" y="15779"/>
                </a:lnTo>
                <a:lnTo>
                  <a:pt x="49769" y="16880"/>
                </a:lnTo>
                <a:close/>
                <a:moveTo>
                  <a:pt x="46567" y="14445"/>
                </a:moveTo>
                <a:lnTo>
                  <a:pt x="46567" y="10709"/>
                </a:lnTo>
                <a:lnTo>
                  <a:pt x="47534" y="11676"/>
                </a:lnTo>
                <a:lnTo>
                  <a:pt x="47835" y="11809"/>
                </a:lnTo>
                <a:lnTo>
                  <a:pt x="49202" y="11809"/>
                </a:lnTo>
                <a:close/>
                <a:moveTo>
                  <a:pt x="45767" y="14445"/>
                </a:moveTo>
                <a:lnTo>
                  <a:pt x="43131" y="11776"/>
                </a:lnTo>
                <a:lnTo>
                  <a:pt x="44699" y="11776"/>
                </a:lnTo>
                <a:lnTo>
                  <a:pt x="45767" y="10709"/>
                </a:lnTo>
                <a:close/>
                <a:moveTo>
                  <a:pt x="45233" y="15779"/>
                </a:moveTo>
                <a:lnTo>
                  <a:pt x="42564" y="18414"/>
                </a:lnTo>
                <a:lnTo>
                  <a:pt x="42564" y="16880"/>
                </a:lnTo>
                <a:lnTo>
                  <a:pt x="41497" y="15779"/>
                </a:lnTo>
                <a:close/>
                <a:moveTo>
                  <a:pt x="42364" y="19782"/>
                </a:moveTo>
                <a:lnTo>
                  <a:pt x="44366" y="19782"/>
                </a:lnTo>
                <a:lnTo>
                  <a:pt x="45767" y="21216"/>
                </a:lnTo>
                <a:lnTo>
                  <a:pt x="45767" y="23051"/>
                </a:lnTo>
                <a:lnTo>
                  <a:pt x="43798" y="21083"/>
                </a:lnTo>
                <a:lnTo>
                  <a:pt x="43665" y="21083"/>
                </a:lnTo>
                <a:lnTo>
                  <a:pt x="41030" y="21083"/>
                </a:lnTo>
                <a:close/>
                <a:moveTo>
                  <a:pt x="40229" y="21883"/>
                </a:moveTo>
                <a:lnTo>
                  <a:pt x="43498" y="21883"/>
                </a:lnTo>
                <a:lnTo>
                  <a:pt x="45767" y="24185"/>
                </a:lnTo>
                <a:lnTo>
                  <a:pt x="45767" y="26553"/>
                </a:lnTo>
                <a:lnTo>
                  <a:pt x="42798" y="23551"/>
                </a:lnTo>
                <a:lnTo>
                  <a:pt x="42631" y="23551"/>
                </a:lnTo>
                <a:lnTo>
                  <a:pt x="38561" y="23551"/>
                </a:lnTo>
                <a:close/>
                <a:moveTo>
                  <a:pt x="37761" y="24352"/>
                </a:moveTo>
                <a:lnTo>
                  <a:pt x="42464" y="24352"/>
                </a:lnTo>
                <a:lnTo>
                  <a:pt x="45767" y="27654"/>
                </a:lnTo>
                <a:lnTo>
                  <a:pt x="45767" y="29822"/>
                </a:lnTo>
                <a:lnTo>
                  <a:pt x="41830" y="25886"/>
                </a:lnTo>
                <a:lnTo>
                  <a:pt x="41664" y="25886"/>
                </a:lnTo>
                <a:lnTo>
                  <a:pt x="36260" y="25886"/>
                </a:lnTo>
                <a:close/>
                <a:moveTo>
                  <a:pt x="34892" y="25786"/>
                </a:moveTo>
                <a:lnTo>
                  <a:pt x="32857" y="25786"/>
                </a:lnTo>
                <a:lnTo>
                  <a:pt x="31189" y="24085"/>
                </a:lnTo>
                <a:lnTo>
                  <a:pt x="31189" y="16346"/>
                </a:lnTo>
                <a:lnTo>
                  <a:pt x="34892" y="20049"/>
                </a:lnTo>
                <a:close/>
                <a:moveTo>
                  <a:pt x="30389" y="24085"/>
                </a:moveTo>
                <a:lnTo>
                  <a:pt x="28721" y="25786"/>
                </a:lnTo>
                <a:lnTo>
                  <a:pt x="26653" y="25786"/>
                </a:lnTo>
                <a:lnTo>
                  <a:pt x="26653" y="20049"/>
                </a:lnTo>
                <a:lnTo>
                  <a:pt x="30389" y="16346"/>
                </a:lnTo>
                <a:lnTo>
                  <a:pt x="30389" y="24085"/>
                </a:lnTo>
                <a:close/>
                <a:moveTo>
                  <a:pt x="19748" y="35693"/>
                </a:moveTo>
                <a:lnTo>
                  <a:pt x="19881" y="35693"/>
                </a:lnTo>
                <a:lnTo>
                  <a:pt x="25319" y="35693"/>
                </a:lnTo>
                <a:lnTo>
                  <a:pt x="23784" y="37228"/>
                </a:lnTo>
                <a:lnTo>
                  <a:pt x="19081" y="37228"/>
                </a:lnTo>
                <a:lnTo>
                  <a:pt x="15778" y="33892"/>
                </a:lnTo>
                <a:lnTo>
                  <a:pt x="15778" y="31757"/>
                </a:lnTo>
                <a:close/>
                <a:moveTo>
                  <a:pt x="18781" y="38028"/>
                </a:moveTo>
                <a:lnTo>
                  <a:pt x="18947" y="38028"/>
                </a:lnTo>
                <a:lnTo>
                  <a:pt x="22984" y="38028"/>
                </a:lnTo>
                <a:lnTo>
                  <a:pt x="21316" y="39696"/>
                </a:lnTo>
                <a:lnTo>
                  <a:pt x="18080" y="39696"/>
                </a:lnTo>
                <a:lnTo>
                  <a:pt x="15778" y="37394"/>
                </a:lnTo>
                <a:lnTo>
                  <a:pt x="15778" y="35026"/>
                </a:lnTo>
                <a:close/>
                <a:moveTo>
                  <a:pt x="14978" y="40363"/>
                </a:moveTo>
                <a:lnTo>
                  <a:pt x="13577" y="41797"/>
                </a:lnTo>
                <a:lnTo>
                  <a:pt x="11542" y="41797"/>
                </a:lnTo>
                <a:lnTo>
                  <a:pt x="10241" y="40463"/>
                </a:lnTo>
                <a:lnTo>
                  <a:pt x="13010" y="40463"/>
                </a:lnTo>
                <a:lnTo>
                  <a:pt x="14978" y="38495"/>
                </a:lnTo>
                <a:lnTo>
                  <a:pt x="14978" y="40363"/>
                </a:lnTo>
                <a:close/>
                <a:moveTo>
                  <a:pt x="11776" y="43132"/>
                </a:moveTo>
                <a:lnTo>
                  <a:pt x="14411" y="45800"/>
                </a:lnTo>
                <a:lnTo>
                  <a:pt x="10675" y="45800"/>
                </a:lnTo>
                <a:lnTo>
                  <a:pt x="11776" y="44700"/>
                </a:lnTo>
                <a:lnTo>
                  <a:pt x="11776" y="43132"/>
                </a:lnTo>
                <a:close/>
                <a:moveTo>
                  <a:pt x="14978" y="47135"/>
                </a:moveTo>
                <a:lnTo>
                  <a:pt x="14978" y="50871"/>
                </a:lnTo>
                <a:lnTo>
                  <a:pt x="14011" y="49903"/>
                </a:lnTo>
                <a:lnTo>
                  <a:pt x="13744" y="49770"/>
                </a:lnTo>
                <a:lnTo>
                  <a:pt x="12343" y="49770"/>
                </a:lnTo>
                <a:close/>
                <a:moveTo>
                  <a:pt x="15778" y="52005"/>
                </a:moveTo>
                <a:lnTo>
                  <a:pt x="17213" y="50570"/>
                </a:lnTo>
                <a:lnTo>
                  <a:pt x="19214" y="50570"/>
                </a:lnTo>
                <a:lnTo>
                  <a:pt x="20549" y="51905"/>
                </a:lnTo>
                <a:lnTo>
                  <a:pt x="17747" y="51905"/>
                </a:lnTo>
                <a:lnTo>
                  <a:pt x="15778" y="53873"/>
                </a:lnTo>
                <a:close/>
                <a:moveTo>
                  <a:pt x="18080" y="52672"/>
                </a:moveTo>
                <a:lnTo>
                  <a:pt x="21316" y="52672"/>
                </a:lnTo>
                <a:lnTo>
                  <a:pt x="23017" y="54340"/>
                </a:lnTo>
                <a:lnTo>
                  <a:pt x="18947" y="54340"/>
                </a:lnTo>
                <a:lnTo>
                  <a:pt x="18647" y="54473"/>
                </a:lnTo>
                <a:lnTo>
                  <a:pt x="15778" y="57342"/>
                </a:lnTo>
                <a:lnTo>
                  <a:pt x="15778" y="54974"/>
                </a:lnTo>
                <a:close/>
                <a:moveTo>
                  <a:pt x="19081" y="55140"/>
                </a:moveTo>
                <a:lnTo>
                  <a:pt x="23784" y="55140"/>
                </a:lnTo>
                <a:lnTo>
                  <a:pt x="25319" y="56675"/>
                </a:lnTo>
                <a:lnTo>
                  <a:pt x="19748" y="56675"/>
                </a:lnTo>
                <a:lnTo>
                  <a:pt x="15778" y="60611"/>
                </a:lnTo>
                <a:lnTo>
                  <a:pt x="15778" y="58443"/>
                </a:lnTo>
                <a:close/>
                <a:moveTo>
                  <a:pt x="19748" y="66482"/>
                </a:moveTo>
                <a:lnTo>
                  <a:pt x="25319" y="66482"/>
                </a:lnTo>
                <a:lnTo>
                  <a:pt x="23784" y="68016"/>
                </a:lnTo>
                <a:lnTo>
                  <a:pt x="19081" y="68016"/>
                </a:lnTo>
                <a:lnTo>
                  <a:pt x="15778" y="64714"/>
                </a:lnTo>
                <a:lnTo>
                  <a:pt x="15778" y="62546"/>
                </a:lnTo>
                <a:close/>
                <a:moveTo>
                  <a:pt x="18647" y="68683"/>
                </a:moveTo>
                <a:lnTo>
                  <a:pt x="18947" y="68817"/>
                </a:lnTo>
                <a:lnTo>
                  <a:pt x="22984" y="68817"/>
                </a:lnTo>
                <a:lnTo>
                  <a:pt x="21316" y="70485"/>
                </a:lnTo>
                <a:lnTo>
                  <a:pt x="18080" y="70485"/>
                </a:lnTo>
                <a:lnTo>
                  <a:pt x="15778" y="68183"/>
                </a:lnTo>
                <a:lnTo>
                  <a:pt x="15778" y="65815"/>
                </a:lnTo>
                <a:close/>
                <a:moveTo>
                  <a:pt x="14978" y="71152"/>
                </a:moveTo>
                <a:lnTo>
                  <a:pt x="13577" y="72586"/>
                </a:lnTo>
                <a:lnTo>
                  <a:pt x="11542" y="72586"/>
                </a:lnTo>
                <a:lnTo>
                  <a:pt x="10241" y="71285"/>
                </a:lnTo>
                <a:lnTo>
                  <a:pt x="13010" y="71285"/>
                </a:lnTo>
                <a:lnTo>
                  <a:pt x="14978" y="69317"/>
                </a:lnTo>
                <a:lnTo>
                  <a:pt x="14978" y="71152"/>
                </a:lnTo>
                <a:close/>
                <a:moveTo>
                  <a:pt x="11776" y="75321"/>
                </a:moveTo>
                <a:lnTo>
                  <a:pt x="11776" y="73954"/>
                </a:lnTo>
                <a:lnTo>
                  <a:pt x="14411" y="76589"/>
                </a:lnTo>
                <a:lnTo>
                  <a:pt x="10675" y="76589"/>
                </a:lnTo>
                <a:lnTo>
                  <a:pt x="11675" y="75588"/>
                </a:lnTo>
                <a:close/>
                <a:moveTo>
                  <a:pt x="14444" y="77356"/>
                </a:moveTo>
                <a:lnTo>
                  <a:pt x="11776" y="80025"/>
                </a:lnTo>
                <a:lnTo>
                  <a:pt x="11776" y="78457"/>
                </a:lnTo>
                <a:lnTo>
                  <a:pt x="10675" y="77356"/>
                </a:lnTo>
                <a:close/>
                <a:moveTo>
                  <a:pt x="14978" y="77923"/>
                </a:moveTo>
                <a:lnTo>
                  <a:pt x="14978" y="81659"/>
                </a:lnTo>
                <a:lnTo>
                  <a:pt x="14011" y="80692"/>
                </a:lnTo>
                <a:lnTo>
                  <a:pt x="13744" y="80559"/>
                </a:lnTo>
                <a:lnTo>
                  <a:pt x="12343" y="80559"/>
                </a:lnTo>
                <a:close/>
                <a:moveTo>
                  <a:pt x="15778" y="82794"/>
                </a:moveTo>
                <a:lnTo>
                  <a:pt x="17213" y="81359"/>
                </a:lnTo>
                <a:lnTo>
                  <a:pt x="19214" y="81359"/>
                </a:lnTo>
                <a:lnTo>
                  <a:pt x="20549" y="82693"/>
                </a:lnTo>
                <a:lnTo>
                  <a:pt x="17913" y="82693"/>
                </a:lnTo>
                <a:lnTo>
                  <a:pt x="17747" y="82693"/>
                </a:lnTo>
                <a:lnTo>
                  <a:pt x="15778" y="84662"/>
                </a:lnTo>
                <a:close/>
                <a:moveTo>
                  <a:pt x="18080" y="83461"/>
                </a:moveTo>
                <a:lnTo>
                  <a:pt x="21316" y="83461"/>
                </a:lnTo>
                <a:lnTo>
                  <a:pt x="23017" y="85162"/>
                </a:lnTo>
                <a:lnTo>
                  <a:pt x="18947" y="85162"/>
                </a:lnTo>
                <a:lnTo>
                  <a:pt x="18781" y="85162"/>
                </a:lnTo>
                <a:lnTo>
                  <a:pt x="15778" y="88131"/>
                </a:lnTo>
                <a:lnTo>
                  <a:pt x="15778" y="85762"/>
                </a:lnTo>
                <a:close/>
                <a:moveTo>
                  <a:pt x="19081" y="85929"/>
                </a:moveTo>
                <a:lnTo>
                  <a:pt x="23784" y="85929"/>
                </a:lnTo>
                <a:lnTo>
                  <a:pt x="25319" y="87464"/>
                </a:lnTo>
                <a:lnTo>
                  <a:pt x="19881" y="87464"/>
                </a:lnTo>
                <a:lnTo>
                  <a:pt x="19748" y="87464"/>
                </a:lnTo>
                <a:lnTo>
                  <a:pt x="15778" y="91400"/>
                </a:lnTo>
                <a:lnTo>
                  <a:pt x="15778" y="89265"/>
                </a:lnTo>
                <a:close/>
                <a:moveTo>
                  <a:pt x="26653" y="97371"/>
                </a:moveTo>
                <a:lnTo>
                  <a:pt x="28721" y="97371"/>
                </a:lnTo>
                <a:lnTo>
                  <a:pt x="30389" y="99072"/>
                </a:lnTo>
                <a:lnTo>
                  <a:pt x="30389" y="106811"/>
                </a:lnTo>
                <a:lnTo>
                  <a:pt x="26653" y="103108"/>
                </a:lnTo>
                <a:lnTo>
                  <a:pt x="26653" y="97371"/>
                </a:lnTo>
                <a:close/>
                <a:moveTo>
                  <a:pt x="31189" y="99072"/>
                </a:moveTo>
                <a:lnTo>
                  <a:pt x="32857" y="97371"/>
                </a:lnTo>
                <a:lnTo>
                  <a:pt x="34892" y="97371"/>
                </a:lnTo>
                <a:lnTo>
                  <a:pt x="34892" y="103108"/>
                </a:lnTo>
                <a:lnTo>
                  <a:pt x="31189" y="106811"/>
                </a:lnTo>
                <a:close/>
                <a:moveTo>
                  <a:pt x="43665" y="102074"/>
                </a:moveTo>
                <a:lnTo>
                  <a:pt x="43798" y="102074"/>
                </a:lnTo>
                <a:lnTo>
                  <a:pt x="45767" y="100106"/>
                </a:lnTo>
                <a:lnTo>
                  <a:pt x="45767" y="101974"/>
                </a:lnTo>
                <a:lnTo>
                  <a:pt x="44366" y="103375"/>
                </a:lnTo>
                <a:lnTo>
                  <a:pt x="42364" y="103375"/>
                </a:lnTo>
                <a:lnTo>
                  <a:pt x="41030" y="102074"/>
                </a:lnTo>
                <a:close/>
                <a:moveTo>
                  <a:pt x="42564" y="104743"/>
                </a:moveTo>
                <a:lnTo>
                  <a:pt x="45233" y="107378"/>
                </a:lnTo>
                <a:lnTo>
                  <a:pt x="41497" y="107378"/>
                </a:lnTo>
                <a:lnTo>
                  <a:pt x="42564" y="106277"/>
                </a:lnTo>
                <a:lnTo>
                  <a:pt x="42564" y="104743"/>
                </a:lnTo>
                <a:close/>
                <a:moveTo>
                  <a:pt x="45767" y="108712"/>
                </a:moveTo>
                <a:lnTo>
                  <a:pt x="45767" y="112448"/>
                </a:lnTo>
                <a:lnTo>
                  <a:pt x="44699" y="111381"/>
                </a:lnTo>
                <a:lnTo>
                  <a:pt x="43131" y="111381"/>
                </a:lnTo>
                <a:close/>
                <a:moveTo>
                  <a:pt x="46567" y="108712"/>
                </a:moveTo>
                <a:lnTo>
                  <a:pt x="49202" y="111381"/>
                </a:lnTo>
                <a:lnTo>
                  <a:pt x="47835" y="111381"/>
                </a:lnTo>
                <a:lnTo>
                  <a:pt x="47568" y="111481"/>
                </a:lnTo>
                <a:lnTo>
                  <a:pt x="46567" y="112448"/>
                </a:lnTo>
                <a:lnTo>
                  <a:pt x="46567" y="108712"/>
                </a:lnTo>
                <a:close/>
                <a:moveTo>
                  <a:pt x="47134" y="107378"/>
                </a:moveTo>
                <a:lnTo>
                  <a:pt x="49769" y="104743"/>
                </a:lnTo>
                <a:lnTo>
                  <a:pt x="49769" y="106277"/>
                </a:lnTo>
                <a:lnTo>
                  <a:pt x="50870" y="107378"/>
                </a:lnTo>
                <a:close/>
                <a:moveTo>
                  <a:pt x="46567" y="106811"/>
                </a:moveTo>
                <a:lnTo>
                  <a:pt x="46567" y="103075"/>
                </a:lnTo>
                <a:lnTo>
                  <a:pt x="47534" y="104042"/>
                </a:lnTo>
                <a:lnTo>
                  <a:pt x="47835" y="104175"/>
                </a:lnTo>
                <a:lnTo>
                  <a:pt x="49202" y="104175"/>
                </a:lnTo>
                <a:close/>
                <a:moveTo>
                  <a:pt x="57475" y="97371"/>
                </a:moveTo>
                <a:lnTo>
                  <a:pt x="59510" y="97371"/>
                </a:lnTo>
                <a:lnTo>
                  <a:pt x="61178" y="99072"/>
                </a:lnTo>
                <a:lnTo>
                  <a:pt x="61178" y="106811"/>
                </a:lnTo>
                <a:lnTo>
                  <a:pt x="57475" y="103108"/>
                </a:lnTo>
                <a:close/>
                <a:moveTo>
                  <a:pt x="61978" y="99072"/>
                </a:moveTo>
                <a:lnTo>
                  <a:pt x="63646" y="97371"/>
                </a:lnTo>
                <a:lnTo>
                  <a:pt x="65681" y="97371"/>
                </a:lnTo>
                <a:lnTo>
                  <a:pt x="65681" y="103108"/>
                </a:lnTo>
                <a:lnTo>
                  <a:pt x="61978" y="106811"/>
                </a:lnTo>
                <a:close/>
                <a:moveTo>
                  <a:pt x="74620" y="102074"/>
                </a:moveTo>
                <a:lnTo>
                  <a:pt x="76589" y="100106"/>
                </a:lnTo>
                <a:lnTo>
                  <a:pt x="76589" y="101974"/>
                </a:lnTo>
                <a:lnTo>
                  <a:pt x="75154" y="103375"/>
                </a:lnTo>
                <a:lnTo>
                  <a:pt x="73153" y="103375"/>
                </a:lnTo>
                <a:lnTo>
                  <a:pt x="71818" y="102074"/>
                </a:lnTo>
                <a:close/>
                <a:moveTo>
                  <a:pt x="73386" y="104743"/>
                </a:moveTo>
                <a:lnTo>
                  <a:pt x="76021" y="107378"/>
                </a:lnTo>
                <a:lnTo>
                  <a:pt x="72285" y="107378"/>
                </a:lnTo>
                <a:lnTo>
                  <a:pt x="73386" y="106277"/>
                </a:lnTo>
                <a:close/>
                <a:moveTo>
                  <a:pt x="76589" y="108712"/>
                </a:moveTo>
                <a:lnTo>
                  <a:pt x="76589" y="112448"/>
                </a:lnTo>
                <a:lnTo>
                  <a:pt x="75588" y="111481"/>
                </a:lnTo>
                <a:lnTo>
                  <a:pt x="75321" y="111381"/>
                </a:lnTo>
                <a:lnTo>
                  <a:pt x="73920" y="111381"/>
                </a:lnTo>
                <a:close/>
                <a:moveTo>
                  <a:pt x="77356" y="108712"/>
                </a:moveTo>
                <a:lnTo>
                  <a:pt x="80024" y="111381"/>
                </a:lnTo>
                <a:lnTo>
                  <a:pt x="78457" y="111381"/>
                </a:lnTo>
                <a:lnTo>
                  <a:pt x="77356" y="112448"/>
                </a:lnTo>
                <a:close/>
                <a:moveTo>
                  <a:pt x="77923" y="107378"/>
                </a:moveTo>
                <a:lnTo>
                  <a:pt x="80558" y="104743"/>
                </a:lnTo>
                <a:lnTo>
                  <a:pt x="80558" y="106277"/>
                </a:lnTo>
                <a:lnTo>
                  <a:pt x="81659" y="107378"/>
                </a:lnTo>
                <a:close/>
                <a:moveTo>
                  <a:pt x="80792" y="103375"/>
                </a:moveTo>
                <a:lnTo>
                  <a:pt x="78790" y="103375"/>
                </a:lnTo>
                <a:lnTo>
                  <a:pt x="77356" y="101941"/>
                </a:lnTo>
                <a:lnTo>
                  <a:pt x="77356" y="100106"/>
                </a:lnTo>
                <a:lnTo>
                  <a:pt x="79324" y="102074"/>
                </a:lnTo>
                <a:lnTo>
                  <a:pt x="79491" y="102074"/>
                </a:lnTo>
                <a:lnTo>
                  <a:pt x="82092" y="102074"/>
                </a:lnTo>
                <a:close/>
                <a:moveTo>
                  <a:pt x="82893" y="101273"/>
                </a:moveTo>
                <a:lnTo>
                  <a:pt x="79657" y="101273"/>
                </a:lnTo>
                <a:lnTo>
                  <a:pt x="77356" y="98972"/>
                </a:lnTo>
                <a:lnTo>
                  <a:pt x="77356" y="96603"/>
                </a:lnTo>
                <a:lnTo>
                  <a:pt x="80358" y="99606"/>
                </a:lnTo>
                <a:lnTo>
                  <a:pt x="80525" y="99606"/>
                </a:lnTo>
                <a:lnTo>
                  <a:pt x="84594" y="99606"/>
                </a:lnTo>
                <a:close/>
                <a:moveTo>
                  <a:pt x="85361" y="98805"/>
                </a:moveTo>
                <a:lnTo>
                  <a:pt x="80691" y="98805"/>
                </a:lnTo>
                <a:lnTo>
                  <a:pt x="77356" y="95503"/>
                </a:lnTo>
                <a:lnTo>
                  <a:pt x="77356" y="93334"/>
                </a:lnTo>
                <a:lnTo>
                  <a:pt x="81325" y="97271"/>
                </a:lnTo>
                <a:lnTo>
                  <a:pt x="81492" y="97271"/>
                </a:lnTo>
                <a:lnTo>
                  <a:pt x="86896" y="97271"/>
                </a:lnTo>
                <a:close/>
                <a:moveTo>
                  <a:pt x="88264" y="97371"/>
                </a:moveTo>
                <a:lnTo>
                  <a:pt x="90298" y="97371"/>
                </a:lnTo>
                <a:lnTo>
                  <a:pt x="91966" y="99072"/>
                </a:lnTo>
                <a:lnTo>
                  <a:pt x="91966" y="106811"/>
                </a:lnTo>
                <a:lnTo>
                  <a:pt x="88264" y="103108"/>
                </a:lnTo>
                <a:close/>
                <a:moveTo>
                  <a:pt x="92767" y="99072"/>
                </a:moveTo>
                <a:lnTo>
                  <a:pt x="94435" y="97371"/>
                </a:lnTo>
                <a:lnTo>
                  <a:pt x="96469" y="97371"/>
                </a:lnTo>
                <a:lnTo>
                  <a:pt x="96469" y="103108"/>
                </a:lnTo>
                <a:lnTo>
                  <a:pt x="92767" y="106811"/>
                </a:lnTo>
                <a:close/>
                <a:moveTo>
                  <a:pt x="105242" y="102074"/>
                </a:moveTo>
                <a:lnTo>
                  <a:pt x="105409" y="102074"/>
                </a:lnTo>
                <a:lnTo>
                  <a:pt x="107377" y="100106"/>
                </a:lnTo>
                <a:lnTo>
                  <a:pt x="107377" y="101974"/>
                </a:lnTo>
                <a:lnTo>
                  <a:pt x="105943" y="103375"/>
                </a:lnTo>
                <a:lnTo>
                  <a:pt x="103941" y="103375"/>
                </a:lnTo>
                <a:lnTo>
                  <a:pt x="102607" y="102074"/>
                </a:lnTo>
                <a:close/>
                <a:moveTo>
                  <a:pt x="104175" y="104743"/>
                </a:moveTo>
                <a:lnTo>
                  <a:pt x="106810" y="107378"/>
                </a:lnTo>
                <a:lnTo>
                  <a:pt x="103074" y="107378"/>
                </a:lnTo>
                <a:lnTo>
                  <a:pt x="104175" y="106277"/>
                </a:lnTo>
                <a:close/>
                <a:moveTo>
                  <a:pt x="107377" y="108712"/>
                </a:moveTo>
                <a:lnTo>
                  <a:pt x="107377" y="112448"/>
                </a:lnTo>
                <a:lnTo>
                  <a:pt x="106276" y="111381"/>
                </a:lnTo>
                <a:lnTo>
                  <a:pt x="104709" y="111381"/>
                </a:lnTo>
                <a:close/>
                <a:moveTo>
                  <a:pt x="108144" y="108712"/>
                </a:moveTo>
                <a:lnTo>
                  <a:pt x="110813" y="111381"/>
                </a:lnTo>
                <a:lnTo>
                  <a:pt x="109412" y="111381"/>
                </a:lnTo>
                <a:lnTo>
                  <a:pt x="109145" y="111481"/>
                </a:lnTo>
                <a:lnTo>
                  <a:pt x="108144" y="112448"/>
                </a:lnTo>
                <a:lnTo>
                  <a:pt x="108144" y="108712"/>
                </a:lnTo>
                <a:close/>
                <a:moveTo>
                  <a:pt x="108711" y="107378"/>
                </a:moveTo>
                <a:lnTo>
                  <a:pt x="111347" y="104743"/>
                </a:lnTo>
                <a:lnTo>
                  <a:pt x="111347" y="106277"/>
                </a:lnTo>
                <a:lnTo>
                  <a:pt x="112447" y="107378"/>
                </a:lnTo>
                <a:close/>
                <a:moveTo>
                  <a:pt x="108144" y="106811"/>
                </a:moveTo>
                <a:lnTo>
                  <a:pt x="108144" y="103075"/>
                </a:lnTo>
                <a:lnTo>
                  <a:pt x="109145" y="104042"/>
                </a:lnTo>
                <a:lnTo>
                  <a:pt x="109412" y="104175"/>
                </a:lnTo>
                <a:lnTo>
                  <a:pt x="110813" y="104175"/>
                </a:lnTo>
                <a:close/>
                <a:moveTo>
                  <a:pt x="119052" y="97371"/>
                </a:moveTo>
                <a:lnTo>
                  <a:pt x="121087" y="97371"/>
                </a:lnTo>
                <a:lnTo>
                  <a:pt x="122755" y="99072"/>
                </a:lnTo>
                <a:lnTo>
                  <a:pt x="122755" y="106811"/>
                </a:lnTo>
                <a:lnTo>
                  <a:pt x="119052" y="103108"/>
                </a:lnTo>
                <a:close/>
                <a:moveTo>
                  <a:pt x="123555" y="99072"/>
                </a:moveTo>
                <a:lnTo>
                  <a:pt x="125223" y="97371"/>
                </a:lnTo>
                <a:lnTo>
                  <a:pt x="127258" y="97371"/>
                </a:lnTo>
                <a:lnTo>
                  <a:pt x="127258" y="103108"/>
                </a:lnTo>
                <a:lnTo>
                  <a:pt x="123555" y="106811"/>
                </a:lnTo>
                <a:lnTo>
                  <a:pt x="123555" y="99072"/>
                </a:lnTo>
                <a:close/>
                <a:moveTo>
                  <a:pt x="136198" y="102074"/>
                </a:moveTo>
                <a:lnTo>
                  <a:pt x="138166" y="100106"/>
                </a:lnTo>
                <a:lnTo>
                  <a:pt x="138166" y="101974"/>
                </a:lnTo>
                <a:lnTo>
                  <a:pt x="136731" y="103375"/>
                </a:lnTo>
                <a:lnTo>
                  <a:pt x="134730" y="103375"/>
                </a:lnTo>
                <a:lnTo>
                  <a:pt x="133396" y="102074"/>
                </a:lnTo>
                <a:close/>
                <a:moveTo>
                  <a:pt x="134964" y="104743"/>
                </a:moveTo>
                <a:lnTo>
                  <a:pt x="137599" y="107378"/>
                </a:lnTo>
                <a:lnTo>
                  <a:pt x="133863" y="107378"/>
                </a:lnTo>
                <a:lnTo>
                  <a:pt x="134964" y="106277"/>
                </a:lnTo>
                <a:lnTo>
                  <a:pt x="134964" y="104743"/>
                </a:lnTo>
                <a:close/>
                <a:moveTo>
                  <a:pt x="138166" y="108712"/>
                </a:moveTo>
                <a:lnTo>
                  <a:pt x="138166" y="112448"/>
                </a:lnTo>
                <a:lnTo>
                  <a:pt x="137165" y="111481"/>
                </a:lnTo>
                <a:lnTo>
                  <a:pt x="136898" y="111381"/>
                </a:lnTo>
                <a:lnTo>
                  <a:pt x="135531" y="111381"/>
                </a:lnTo>
                <a:close/>
                <a:moveTo>
                  <a:pt x="138933" y="108712"/>
                </a:moveTo>
                <a:lnTo>
                  <a:pt x="141602" y="111381"/>
                </a:lnTo>
                <a:lnTo>
                  <a:pt x="140034" y="111381"/>
                </a:lnTo>
                <a:lnTo>
                  <a:pt x="138933" y="112448"/>
                </a:lnTo>
                <a:close/>
                <a:moveTo>
                  <a:pt x="139500" y="107378"/>
                </a:moveTo>
                <a:lnTo>
                  <a:pt x="142135" y="104743"/>
                </a:lnTo>
                <a:lnTo>
                  <a:pt x="142135" y="106277"/>
                </a:lnTo>
                <a:lnTo>
                  <a:pt x="143236" y="107378"/>
                </a:lnTo>
                <a:close/>
                <a:moveTo>
                  <a:pt x="142369" y="103375"/>
                </a:moveTo>
                <a:lnTo>
                  <a:pt x="140367" y="103375"/>
                </a:lnTo>
                <a:lnTo>
                  <a:pt x="138933" y="101941"/>
                </a:lnTo>
                <a:lnTo>
                  <a:pt x="138933" y="100106"/>
                </a:lnTo>
                <a:lnTo>
                  <a:pt x="140901" y="102074"/>
                </a:lnTo>
                <a:lnTo>
                  <a:pt x="141068" y="102074"/>
                </a:lnTo>
                <a:lnTo>
                  <a:pt x="143703" y="102074"/>
                </a:lnTo>
                <a:close/>
                <a:moveTo>
                  <a:pt x="144504" y="101273"/>
                </a:moveTo>
                <a:lnTo>
                  <a:pt x="141235" y="101273"/>
                </a:lnTo>
                <a:lnTo>
                  <a:pt x="138933" y="98972"/>
                </a:lnTo>
                <a:lnTo>
                  <a:pt x="138933" y="96603"/>
                </a:lnTo>
                <a:lnTo>
                  <a:pt x="141935" y="99606"/>
                </a:lnTo>
                <a:lnTo>
                  <a:pt x="142102" y="99606"/>
                </a:lnTo>
                <a:lnTo>
                  <a:pt x="146172" y="99606"/>
                </a:lnTo>
                <a:close/>
                <a:moveTo>
                  <a:pt x="146939" y="98805"/>
                </a:moveTo>
                <a:lnTo>
                  <a:pt x="142269" y="98805"/>
                </a:lnTo>
                <a:lnTo>
                  <a:pt x="138933" y="95503"/>
                </a:lnTo>
                <a:lnTo>
                  <a:pt x="138933" y="93334"/>
                </a:lnTo>
                <a:lnTo>
                  <a:pt x="142903" y="97271"/>
                </a:lnTo>
                <a:lnTo>
                  <a:pt x="143069" y="97271"/>
                </a:lnTo>
                <a:lnTo>
                  <a:pt x="148473" y="97271"/>
                </a:lnTo>
                <a:close/>
                <a:moveTo>
                  <a:pt x="149841" y="97371"/>
                </a:moveTo>
                <a:lnTo>
                  <a:pt x="151876" y="97371"/>
                </a:lnTo>
                <a:lnTo>
                  <a:pt x="153543" y="99072"/>
                </a:lnTo>
                <a:lnTo>
                  <a:pt x="153543" y="106811"/>
                </a:lnTo>
                <a:lnTo>
                  <a:pt x="149841" y="103108"/>
                </a:lnTo>
                <a:lnTo>
                  <a:pt x="149841" y="97371"/>
                </a:lnTo>
                <a:close/>
                <a:moveTo>
                  <a:pt x="154344" y="99072"/>
                </a:moveTo>
                <a:lnTo>
                  <a:pt x="156012" y="97371"/>
                </a:lnTo>
                <a:lnTo>
                  <a:pt x="158047" y="97371"/>
                </a:lnTo>
                <a:lnTo>
                  <a:pt x="158047" y="103108"/>
                </a:lnTo>
                <a:lnTo>
                  <a:pt x="154344" y="106811"/>
                </a:lnTo>
                <a:lnTo>
                  <a:pt x="154344" y="99072"/>
                </a:lnTo>
                <a:close/>
                <a:moveTo>
                  <a:pt x="166820" y="102074"/>
                </a:moveTo>
                <a:lnTo>
                  <a:pt x="166986" y="102074"/>
                </a:lnTo>
                <a:lnTo>
                  <a:pt x="168954" y="100106"/>
                </a:lnTo>
                <a:lnTo>
                  <a:pt x="168954" y="101974"/>
                </a:lnTo>
                <a:lnTo>
                  <a:pt x="167520" y="103375"/>
                </a:lnTo>
                <a:lnTo>
                  <a:pt x="165519" y="103375"/>
                </a:lnTo>
                <a:lnTo>
                  <a:pt x="164184" y="102074"/>
                </a:lnTo>
                <a:close/>
                <a:moveTo>
                  <a:pt x="165752" y="104743"/>
                </a:moveTo>
                <a:lnTo>
                  <a:pt x="168387" y="107378"/>
                </a:lnTo>
                <a:lnTo>
                  <a:pt x="164651" y="107378"/>
                </a:lnTo>
                <a:lnTo>
                  <a:pt x="165752" y="106277"/>
                </a:lnTo>
                <a:lnTo>
                  <a:pt x="165752" y="104743"/>
                </a:lnTo>
                <a:close/>
                <a:moveTo>
                  <a:pt x="168954" y="108712"/>
                </a:moveTo>
                <a:lnTo>
                  <a:pt x="168954" y="112448"/>
                </a:lnTo>
                <a:lnTo>
                  <a:pt x="167854" y="111381"/>
                </a:lnTo>
                <a:lnTo>
                  <a:pt x="166319" y="111381"/>
                </a:lnTo>
                <a:close/>
                <a:moveTo>
                  <a:pt x="169755" y="108712"/>
                </a:moveTo>
                <a:lnTo>
                  <a:pt x="172390" y="111381"/>
                </a:lnTo>
                <a:lnTo>
                  <a:pt x="170989" y="111381"/>
                </a:lnTo>
                <a:lnTo>
                  <a:pt x="170722" y="111481"/>
                </a:lnTo>
                <a:lnTo>
                  <a:pt x="169755" y="112448"/>
                </a:lnTo>
                <a:lnTo>
                  <a:pt x="169755" y="108712"/>
                </a:lnTo>
                <a:close/>
                <a:moveTo>
                  <a:pt x="170289" y="107378"/>
                </a:moveTo>
                <a:lnTo>
                  <a:pt x="172957" y="104743"/>
                </a:lnTo>
                <a:lnTo>
                  <a:pt x="172957" y="106277"/>
                </a:lnTo>
                <a:lnTo>
                  <a:pt x="174025" y="107378"/>
                </a:lnTo>
                <a:close/>
                <a:moveTo>
                  <a:pt x="169755" y="106811"/>
                </a:moveTo>
                <a:lnTo>
                  <a:pt x="169755" y="103075"/>
                </a:lnTo>
                <a:lnTo>
                  <a:pt x="170722" y="104042"/>
                </a:lnTo>
                <a:lnTo>
                  <a:pt x="170989" y="104175"/>
                </a:lnTo>
                <a:lnTo>
                  <a:pt x="172390" y="104175"/>
                </a:lnTo>
                <a:close/>
                <a:moveTo>
                  <a:pt x="180629" y="97371"/>
                </a:moveTo>
                <a:lnTo>
                  <a:pt x="182664" y="97371"/>
                </a:lnTo>
                <a:lnTo>
                  <a:pt x="184332" y="99072"/>
                </a:lnTo>
                <a:lnTo>
                  <a:pt x="184332" y="106811"/>
                </a:lnTo>
                <a:lnTo>
                  <a:pt x="180629" y="103108"/>
                </a:lnTo>
                <a:lnTo>
                  <a:pt x="180629" y="97371"/>
                </a:lnTo>
                <a:close/>
                <a:moveTo>
                  <a:pt x="185133" y="99072"/>
                </a:moveTo>
                <a:lnTo>
                  <a:pt x="186801" y="97371"/>
                </a:lnTo>
                <a:lnTo>
                  <a:pt x="188835" y="97371"/>
                </a:lnTo>
                <a:lnTo>
                  <a:pt x="188835" y="103108"/>
                </a:lnTo>
                <a:lnTo>
                  <a:pt x="185133" y="106811"/>
                </a:lnTo>
                <a:lnTo>
                  <a:pt x="185133" y="99072"/>
                </a:lnTo>
                <a:close/>
                <a:moveTo>
                  <a:pt x="197775" y="102074"/>
                </a:moveTo>
                <a:lnTo>
                  <a:pt x="199743" y="100106"/>
                </a:lnTo>
                <a:lnTo>
                  <a:pt x="199743" y="101974"/>
                </a:lnTo>
                <a:lnTo>
                  <a:pt x="198309" y="103375"/>
                </a:lnTo>
                <a:lnTo>
                  <a:pt x="196307" y="103375"/>
                </a:lnTo>
                <a:lnTo>
                  <a:pt x="194973" y="102074"/>
                </a:lnTo>
                <a:close/>
                <a:moveTo>
                  <a:pt x="196541" y="104743"/>
                </a:moveTo>
                <a:lnTo>
                  <a:pt x="199176" y="107378"/>
                </a:lnTo>
                <a:lnTo>
                  <a:pt x="195440" y="107378"/>
                </a:lnTo>
                <a:lnTo>
                  <a:pt x="196541" y="106277"/>
                </a:lnTo>
                <a:lnTo>
                  <a:pt x="196541" y="104743"/>
                </a:lnTo>
                <a:close/>
                <a:moveTo>
                  <a:pt x="199743" y="108712"/>
                </a:moveTo>
                <a:lnTo>
                  <a:pt x="199743" y="112448"/>
                </a:lnTo>
                <a:lnTo>
                  <a:pt x="198776" y="111481"/>
                </a:lnTo>
                <a:lnTo>
                  <a:pt x="198476" y="111381"/>
                </a:lnTo>
                <a:lnTo>
                  <a:pt x="197108" y="111381"/>
                </a:lnTo>
                <a:close/>
                <a:moveTo>
                  <a:pt x="200544" y="108712"/>
                </a:moveTo>
                <a:lnTo>
                  <a:pt x="203179" y="111381"/>
                </a:lnTo>
                <a:lnTo>
                  <a:pt x="201644" y="111381"/>
                </a:lnTo>
                <a:lnTo>
                  <a:pt x="200544" y="112448"/>
                </a:lnTo>
                <a:close/>
                <a:moveTo>
                  <a:pt x="201077" y="107378"/>
                </a:moveTo>
                <a:lnTo>
                  <a:pt x="203746" y="104743"/>
                </a:lnTo>
                <a:lnTo>
                  <a:pt x="203746" y="106277"/>
                </a:lnTo>
                <a:lnTo>
                  <a:pt x="204847" y="107378"/>
                </a:lnTo>
                <a:close/>
                <a:moveTo>
                  <a:pt x="203979" y="103375"/>
                </a:moveTo>
                <a:lnTo>
                  <a:pt x="201945" y="103375"/>
                </a:lnTo>
                <a:lnTo>
                  <a:pt x="200544" y="101941"/>
                </a:lnTo>
                <a:lnTo>
                  <a:pt x="200544" y="100106"/>
                </a:lnTo>
                <a:lnTo>
                  <a:pt x="202512" y="102074"/>
                </a:lnTo>
                <a:lnTo>
                  <a:pt x="202645" y="102074"/>
                </a:lnTo>
                <a:lnTo>
                  <a:pt x="205280" y="102074"/>
                </a:lnTo>
                <a:close/>
                <a:moveTo>
                  <a:pt x="206081" y="101273"/>
                </a:moveTo>
                <a:lnTo>
                  <a:pt x="202812" y="101273"/>
                </a:lnTo>
                <a:lnTo>
                  <a:pt x="200544" y="98972"/>
                </a:lnTo>
                <a:lnTo>
                  <a:pt x="200544" y="96603"/>
                </a:lnTo>
                <a:lnTo>
                  <a:pt x="203512" y="99606"/>
                </a:lnTo>
                <a:lnTo>
                  <a:pt x="203679" y="99606"/>
                </a:lnTo>
                <a:lnTo>
                  <a:pt x="207749" y="99606"/>
                </a:lnTo>
                <a:close/>
                <a:moveTo>
                  <a:pt x="208549" y="98805"/>
                </a:moveTo>
                <a:lnTo>
                  <a:pt x="203846" y="98805"/>
                </a:lnTo>
                <a:lnTo>
                  <a:pt x="200544" y="95503"/>
                </a:lnTo>
                <a:lnTo>
                  <a:pt x="200544" y="93334"/>
                </a:lnTo>
                <a:lnTo>
                  <a:pt x="204480" y="97271"/>
                </a:lnTo>
                <a:lnTo>
                  <a:pt x="204647" y="97271"/>
                </a:lnTo>
                <a:lnTo>
                  <a:pt x="210084" y="97271"/>
                </a:lnTo>
                <a:close/>
                <a:moveTo>
                  <a:pt x="211418" y="97371"/>
                </a:moveTo>
                <a:lnTo>
                  <a:pt x="213453" y="97371"/>
                </a:lnTo>
                <a:lnTo>
                  <a:pt x="215154" y="99072"/>
                </a:lnTo>
                <a:lnTo>
                  <a:pt x="215154" y="106811"/>
                </a:lnTo>
                <a:lnTo>
                  <a:pt x="211418" y="103108"/>
                </a:lnTo>
                <a:lnTo>
                  <a:pt x="211418" y="97371"/>
                </a:lnTo>
                <a:close/>
                <a:moveTo>
                  <a:pt x="215921" y="99072"/>
                </a:moveTo>
                <a:lnTo>
                  <a:pt x="217623" y="97371"/>
                </a:lnTo>
                <a:lnTo>
                  <a:pt x="219657" y="97371"/>
                </a:lnTo>
                <a:lnTo>
                  <a:pt x="219657" y="103108"/>
                </a:lnTo>
                <a:lnTo>
                  <a:pt x="215921" y="106811"/>
                </a:lnTo>
                <a:lnTo>
                  <a:pt x="215921" y="99072"/>
                </a:lnTo>
                <a:close/>
                <a:moveTo>
                  <a:pt x="226596" y="87464"/>
                </a:moveTo>
                <a:lnTo>
                  <a:pt x="226429" y="87464"/>
                </a:lnTo>
                <a:lnTo>
                  <a:pt x="220992" y="87464"/>
                </a:lnTo>
                <a:lnTo>
                  <a:pt x="222526" y="85929"/>
                </a:lnTo>
                <a:lnTo>
                  <a:pt x="227229" y="85929"/>
                </a:lnTo>
                <a:lnTo>
                  <a:pt x="230532" y="89265"/>
                </a:lnTo>
                <a:lnTo>
                  <a:pt x="230532" y="91400"/>
                </a:lnTo>
                <a:close/>
                <a:moveTo>
                  <a:pt x="227530" y="85162"/>
                </a:moveTo>
                <a:lnTo>
                  <a:pt x="227396" y="85162"/>
                </a:lnTo>
                <a:lnTo>
                  <a:pt x="223327" y="85162"/>
                </a:lnTo>
                <a:lnTo>
                  <a:pt x="224995" y="83461"/>
                </a:lnTo>
                <a:lnTo>
                  <a:pt x="228230" y="83461"/>
                </a:lnTo>
                <a:lnTo>
                  <a:pt x="230532" y="85762"/>
                </a:lnTo>
                <a:lnTo>
                  <a:pt x="230532" y="88131"/>
                </a:lnTo>
                <a:close/>
                <a:moveTo>
                  <a:pt x="231332" y="82794"/>
                </a:moveTo>
                <a:lnTo>
                  <a:pt x="232733" y="81359"/>
                </a:lnTo>
                <a:lnTo>
                  <a:pt x="234768" y="81359"/>
                </a:lnTo>
                <a:lnTo>
                  <a:pt x="236069" y="82693"/>
                </a:lnTo>
                <a:lnTo>
                  <a:pt x="233300" y="82693"/>
                </a:lnTo>
                <a:lnTo>
                  <a:pt x="231332" y="84662"/>
                </a:lnTo>
                <a:lnTo>
                  <a:pt x="231332" y="82794"/>
                </a:lnTo>
                <a:close/>
                <a:moveTo>
                  <a:pt x="234535" y="80025"/>
                </a:moveTo>
                <a:lnTo>
                  <a:pt x="231899" y="77356"/>
                </a:lnTo>
                <a:lnTo>
                  <a:pt x="235635" y="77356"/>
                </a:lnTo>
                <a:lnTo>
                  <a:pt x="234535" y="78457"/>
                </a:lnTo>
                <a:close/>
                <a:moveTo>
                  <a:pt x="231332" y="76022"/>
                </a:moveTo>
                <a:lnTo>
                  <a:pt x="231332" y="72286"/>
                </a:lnTo>
                <a:lnTo>
                  <a:pt x="232300" y="73253"/>
                </a:lnTo>
                <a:lnTo>
                  <a:pt x="232567" y="73387"/>
                </a:lnTo>
                <a:lnTo>
                  <a:pt x="233968" y="73387"/>
                </a:lnTo>
                <a:close/>
                <a:moveTo>
                  <a:pt x="230532" y="71152"/>
                </a:moveTo>
                <a:lnTo>
                  <a:pt x="229097" y="72586"/>
                </a:lnTo>
                <a:lnTo>
                  <a:pt x="227096" y="72586"/>
                </a:lnTo>
                <a:lnTo>
                  <a:pt x="225762" y="71285"/>
                </a:lnTo>
                <a:lnTo>
                  <a:pt x="228564" y="71285"/>
                </a:lnTo>
                <a:lnTo>
                  <a:pt x="230532" y="69317"/>
                </a:lnTo>
                <a:close/>
                <a:moveTo>
                  <a:pt x="228230" y="70485"/>
                </a:moveTo>
                <a:lnTo>
                  <a:pt x="224995" y="70485"/>
                </a:lnTo>
                <a:lnTo>
                  <a:pt x="223327" y="68783"/>
                </a:lnTo>
                <a:lnTo>
                  <a:pt x="227363" y="68783"/>
                </a:lnTo>
                <a:lnTo>
                  <a:pt x="227663" y="68683"/>
                </a:lnTo>
                <a:lnTo>
                  <a:pt x="230532" y="65815"/>
                </a:lnTo>
                <a:lnTo>
                  <a:pt x="230532" y="68183"/>
                </a:lnTo>
                <a:close/>
                <a:moveTo>
                  <a:pt x="227229" y="68016"/>
                </a:moveTo>
                <a:lnTo>
                  <a:pt x="222526" y="68016"/>
                </a:lnTo>
                <a:lnTo>
                  <a:pt x="220992" y="66482"/>
                </a:lnTo>
                <a:lnTo>
                  <a:pt x="226596" y="66482"/>
                </a:lnTo>
                <a:lnTo>
                  <a:pt x="230532" y="62546"/>
                </a:lnTo>
                <a:lnTo>
                  <a:pt x="230532" y="64714"/>
                </a:lnTo>
                <a:close/>
                <a:moveTo>
                  <a:pt x="226596" y="56675"/>
                </a:moveTo>
                <a:lnTo>
                  <a:pt x="220992" y="56675"/>
                </a:lnTo>
                <a:lnTo>
                  <a:pt x="222526" y="55140"/>
                </a:lnTo>
                <a:lnTo>
                  <a:pt x="227229" y="55140"/>
                </a:lnTo>
                <a:lnTo>
                  <a:pt x="230532" y="58476"/>
                </a:lnTo>
                <a:lnTo>
                  <a:pt x="230532" y="60611"/>
                </a:lnTo>
                <a:close/>
                <a:moveTo>
                  <a:pt x="227663" y="54473"/>
                </a:moveTo>
                <a:lnTo>
                  <a:pt x="227396" y="54340"/>
                </a:lnTo>
                <a:lnTo>
                  <a:pt x="223327" y="54340"/>
                </a:lnTo>
                <a:lnTo>
                  <a:pt x="224995" y="52672"/>
                </a:lnTo>
                <a:lnTo>
                  <a:pt x="228230" y="52672"/>
                </a:lnTo>
                <a:lnTo>
                  <a:pt x="230532" y="54974"/>
                </a:lnTo>
                <a:lnTo>
                  <a:pt x="230532" y="57342"/>
                </a:lnTo>
                <a:close/>
                <a:moveTo>
                  <a:pt x="231332" y="52005"/>
                </a:moveTo>
                <a:lnTo>
                  <a:pt x="232733" y="50570"/>
                </a:lnTo>
                <a:lnTo>
                  <a:pt x="234768" y="50570"/>
                </a:lnTo>
                <a:lnTo>
                  <a:pt x="236069" y="51905"/>
                </a:lnTo>
                <a:lnTo>
                  <a:pt x="233300" y="51905"/>
                </a:lnTo>
                <a:lnTo>
                  <a:pt x="231332" y="53873"/>
                </a:lnTo>
                <a:lnTo>
                  <a:pt x="231332" y="52005"/>
                </a:lnTo>
                <a:close/>
                <a:moveTo>
                  <a:pt x="234535" y="47835"/>
                </a:moveTo>
                <a:lnTo>
                  <a:pt x="234535" y="49203"/>
                </a:lnTo>
                <a:lnTo>
                  <a:pt x="231899" y="46568"/>
                </a:lnTo>
                <a:lnTo>
                  <a:pt x="235635" y="46568"/>
                </a:lnTo>
                <a:lnTo>
                  <a:pt x="234635" y="47568"/>
                </a:lnTo>
                <a:close/>
                <a:moveTo>
                  <a:pt x="231866" y="45800"/>
                </a:moveTo>
                <a:lnTo>
                  <a:pt x="234535" y="43132"/>
                </a:lnTo>
                <a:lnTo>
                  <a:pt x="234535" y="44700"/>
                </a:lnTo>
                <a:lnTo>
                  <a:pt x="235635" y="45800"/>
                </a:lnTo>
                <a:lnTo>
                  <a:pt x="231866" y="45800"/>
                </a:lnTo>
                <a:close/>
                <a:moveTo>
                  <a:pt x="231332" y="45233"/>
                </a:moveTo>
                <a:lnTo>
                  <a:pt x="231332" y="41497"/>
                </a:lnTo>
                <a:lnTo>
                  <a:pt x="232300" y="42465"/>
                </a:lnTo>
                <a:lnTo>
                  <a:pt x="232567" y="42598"/>
                </a:lnTo>
                <a:lnTo>
                  <a:pt x="233968" y="42598"/>
                </a:lnTo>
                <a:close/>
                <a:moveTo>
                  <a:pt x="230532" y="40363"/>
                </a:moveTo>
                <a:lnTo>
                  <a:pt x="229097" y="41797"/>
                </a:lnTo>
                <a:lnTo>
                  <a:pt x="227096" y="41797"/>
                </a:lnTo>
                <a:lnTo>
                  <a:pt x="225762" y="40463"/>
                </a:lnTo>
                <a:lnTo>
                  <a:pt x="228397" y="40463"/>
                </a:lnTo>
                <a:lnTo>
                  <a:pt x="228564" y="40463"/>
                </a:lnTo>
                <a:lnTo>
                  <a:pt x="230532" y="38495"/>
                </a:lnTo>
                <a:lnTo>
                  <a:pt x="230532" y="40363"/>
                </a:lnTo>
                <a:close/>
                <a:moveTo>
                  <a:pt x="228230" y="39696"/>
                </a:moveTo>
                <a:lnTo>
                  <a:pt x="224995" y="39696"/>
                </a:lnTo>
                <a:lnTo>
                  <a:pt x="223327" y="38028"/>
                </a:lnTo>
                <a:lnTo>
                  <a:pt x="227363" y="38028"/>
                </a:lnTo>
                <a:lnTo>
                  <a:pt x="227530" y="38028"/>
                </a:lnTo>
                <a:lnTo>
                  <a:pt x="230532" y="35026"/>
                </a:lnTo>
                <a:lnTo>
                  <a:pt x="230532" y="37394"/>
                </a:lnTo>
                <a:close/>
                <a:moveTo>
                  <a:pt x="227229" y="37228"/>
                </a:moveTo>
                <a:lnTo>
                  <a:pt x="222526" y="37228"/>
                </a:lnTo>
                <a:lnTo>
                  <a:pt x="220992" y="35693"/>
                </a:lnTo>
                <a:lnTo>
                  <a:pt x="226429" y="35693"/>
                </a:lnTo>
                <a:lnTo>
                  <a:pt x="226596" y="35693"/>
                </a:lnTo>
                <a:lnTo>
                  <a:pt x="230532" y="31757"/>
                </a:lnTo>
                <a:lnTo>
                  <a:pt x="230532" y="33892"/>
                </a:lnTo>
                <a:close/>
                <a:moveTo>
                  <a:pt x="226596" y="25886"/>
                </a:moveTo>
                <a:lnTo>
                  <a:pt x="226429" y="25886"/>
                </a:lnTo>
                <a:lnTo>
                  <a:pt x="220992" y="25886"/>
                </a:lnTo>
                <a:lnTo>
                  <a:pt x="222526" y="24352"/>
                </a:lnTo>
                <a:lnTo>
                  <a:pt x="227229" y="24352"/>
                </a:lnTo>
                <a:lnTo>
                  <a:pt x="230532" y="27654"/>
                </a:lnTo>
                <a:lnTo>
                  <a:pt x="230532" y="29822"/>
                </a:lnTo>
                <a:close/>
                <a:moveTo>
                  <a:pt x="227530" y="23551"/>
                </a:moveTo>
                <a:lnTo>
                  <a:pt x="227396" y="23551"/>
                </a:lnTo>
                <a:lnTo>
                  <a:pt x="223327" y="23551"/>
                </a:lnTo>
                <a:lnTo>
                  <a:pt x="224995" y="21883"/>
                </a:lnTo>
                <a:lnTo>
                  <a:pt x="228230" y="21883"/>
                </a:lnTo>
                <a:lnTo>
                  <a:pt x="230532" y="24185"/>
                </a:lnTo>
                <a:lnTo>
                  <a:pt x="230532" y="26553"/>
                </a:lnTo>
                <a:close/>
                <a:moveTo>
                  <a:pt x="227330" y="13744"/>
                </a:moveTo>
                <a:lnTo>
                  <a:pt x="227330" y="12343"/>
                </a:lnTo>
                <a:lnTo>
                  <a:pt x="229965" y="15012"/>
                </a:lnTo>
                <a:lnTo>
                  <a:pt x="226229" y="15012"/>
                </a:lnTo>
                <a:lnTo>
                  <a:pt x="227196" y="14011"/>
                </a:lnTo>
                <a:close/>
                <a:moveTo>
                  <a:pt x="230532" y="20082"/>
                </a:moveTo>
                <a:lnTo>
                  <a:pt x="229431" y="18981"/>
                </a:lnTo>
                <a:lnTo>
                  <a:pt x="229264" y="18981"/>
                </a:lnTo>
                <a:lnTo>
                  <a:pt x="227897" y="18981"/>
                </a:lnTo>
                <a:lnTo>
                  <a:pt x="230532" y="16346"/>
                </a:lnTo>
                <a:close/>
                <a:moveTo>
                  <a:pt x="231332" y="16346"/>
                </a:moveTo>
                <a:lnTo>
                  <a:pt x="233968" y="18981"/>
                </a:lnTo>
                <a:lnTo>
                  <a:pt x="232567" y="18981"/>
                </a:lnTo>
                <a:lnTo>
                  <a:pt x="232300" y="19115"/>
                </a:lnTo>
                <a:lnTo>
                  <a:pt x="231332" y="20082"/>
                </a:lnTo>
                <a:lnTo>
                  <a:pt x="231332" y="16346"/>
                </a:lnTo>
                <a:close/>
                <a:moveTo>
                  <a:pt x="227897" y="11776"/>
                </a:moveTo>
                <a:lnTo>
                  <a:pt x="229431" y="11776"/>
                </a:lnTo>
                <a:lnTo>
                  <a:pt x="230532" y="10709"/>
                </a:lnTo>
                <a:lnTo>
                  <a:pt x="230532" y="14445"/>
                </a:lnTo>
                <a:close/>
                <a:moveTo>
                  <a:pt x="229965" y="15779"/>
                </a:moveTo>
                <a:lnTo>
                  <a:pt x="227330" y="18414"/>
                </a:lnTo>
                <a:lnTo>
                  <a:pt x="227330" y="16880"/>
                </a:lnTo>
                <a:lnTo>
                  <a:pt x="226229" y="15779"/>
                </a:lnTo>
                <a:close/>
                <a:moveTo>
                  <a:pt x="227096" y="19782"/>
                </a:moveTo>
                <a:lnTo>
                  <a:pt x="229097" y="19782"/>
                </a:lnTo>
                <a:lnTo>
                  <a:pt x="230532" y="21216"/>
                </a:lnTo>
                <a:lnTo>
                  <a:pt x="230532" y="23051"/>
                </a:lnTo>
                <a:lnTo>
                  <a:pt x="228564" y="21083"/>
                </a:lnTo>
                <a:lnTo>
                  <a:pt x="228397" y="21083"/>
                </a:lnTo>
                <a:lnTo>
                  <a:pt x="225795" y="21083"/>
                </a:lnTo>
                <a:close/>
                <a:moveTo>
                  <a:pt x="231332" y="21216"/>
                </a:moveTo>
                <a:lnTo>
                  <a:pt x="232733" y="19782"/>
                </a:lnTo>
                <a:lnTo>
                  <a:pt x="234768" y="19782"/>
                </a:lnTo>
                <a:lnTo>
                  <a:pt x="236069" y="21083"/>
                </a:lnTo>
                <a:lnTo>
                  <a:pt x="233300" y="21083"/>
                </a:lnTo>
                <a:lnTo>
                  <a:pt x="231332" y="23051"/>
                </a:lnTo>
                <a:lnTo>
                  <a:pt x="231332" y="21216"/>
                </a:lnTo>
                <a:close/>
                <a:moveTo>
                  <a:pt x="234535" y="18447"/>
                </a:moveTo>
                <a:lnTo>
                  <a:pt x="231899" y="15779"/>
                </a:lnTo>
                <a:lnTo>
                  <a:pt x="235635" y="15779"/>
                </a:lnTo>
                <a:lnTo>
                  <a:pt x="234535" y="16880"/>
                </a:lnTo>
                <a:close/>
                <a:moveTo>
                  <a:pt x="231332" y="14445"/>
                </a:moveTo>
                <a:lnTo>
                  <a:pt x="231332" y="10709"/>
                </a:lnTo>
                <a:lnTo>
                  <a:pt x="232300" y="11676"/>
                </a:lnTo>
                <a:lnTo>
                  <a:pt x="232567" y="11809"/>
                </a:lnTo>
                <a:lnTo>
                  <a:pt x="233968" y="11809"/>
                </a:lnTo>
                <a:close/>
                <a:moveTo>
                  <a:pt x="230532" y="9574"/>
                </a:moveTo>
                <a:lnTo>
                  <a:pt x="229097" y="11009"/>
                </a:lnTo>
                <a:lnTo>
                  <a:pt x="227096" y="11009"/>
                </a:lnTo>
                <a:lnTo>
                  <a:pt x="225762" y="9675"/>
                </a:lnTo>
                <a:lnTo>
                  <a:pt x="228564" y="9675"/>
                </a:lnTo>
                <a:lnTo>
                  <a:pt x="230532" y="7706"/>
                </a:lnTo>
                <a:close/>
                <a:moveTo>
                  <a:pt x="225128" y="15779"/>
                </a:moveTo>
                <a:lnTo>
                  <a:pt x="226529" y="17213"/>
                </a:lnTo>
                <a:lnTo>
                  <a:pt x="226529" y="19215"/>
                </a:lnTo>
                <a:lnTo>
                  <a:pt x="225228" y="20549"/>
                </a:lnTo>
                <a:lnTo>
                  <a:pt x="225228" y="17747"/>
                </a:lnTo>
                <a:lnTo>
                  <a:pt x="223260" y="15779"/>
                </a:lnTo>
                <a:close/>
                <a:moveTo>
                  <a:pt x="205848" y="17747"/>
                </a:moveTo>
                <a:lnTo>
                  <a:pt x="205848" y="20516"/>
                </a:lnTo>
                <a:lnTo>
                  <a:pt x="204513" y="19215"/>
                </a:lnTo>
                <a:lnTo>
                  <a:pt x="204513" y="17213"/>
                </a:lnTo>
                <a:lnTo>
                  <a:pt x="205948" y="15779"/>
                </a:lnTo>
                <a:lnTo>
                  <a:pt x="207816" y="15779"/>
                </a:lnTo>
                <a:close/>
                <a:moveTo>
                  <a:pt x="205948" y="15012"/>
                </a:moveTo>
                <a:lnTo>
                  <a:pt x="204513" y="13577"/>
                </a:lnTo>
                <a:lnTo>
                  <a:pt x="204513" y="11576"/>
                </a:lnTo>
                <a:lnTo>
                  <a:pt x="205848" y="10242"/>
                </a:lnTo>
                <a:lnTo>
                  <a:pt x="205848" y="13010"/>
                </a:lnTo>
                <a:lnTo>
                  <a:pt x="207816" y="14978"/>
                </a:lnTo>
                <a:lnTo>
                  <a:pt x="205948" y="14978"/>
                </a:lnTo>
                <a:close/>
                <a:moveTo>
                  <a:pt x="203979" y="11009"/>
                </a:moveTo>
                <a:lnTo>
                  <a:pt x="201945" y="11009"/>
                </a:lnTo>
                <a:lnTo>
                  <a:pt x="200544" y="9574"/>
                </a:lnTo>
                <a:lnTo>
                  <a:pt x="200544" y="7706"/>
                </a:lnTo>
                <a:lnTo>
                  <a:pt x="202512" y="9675"/>
                </a:lnTo>
                <a:lnTo>
                  <a:pt x="205280" y="9675"/>
                </a:lnTo>
                <a:close/>
                <a:moveTo>
                  <a:pt x="199743" y="9574"/>
                </a:moveTo>
                <a:lnTo>
                  <a:pt x="198309" y="11009"/>
                </a:lnTo>
                <a:lnTo>
                  <a:pt x="196307" y="11009"/>
                </a:lnTo>
                <a:lnTo>
                  <a:pt x="194973" y="9675"/>
                </a:lnTo>
                <a:lnTo>
                  <a:pt x="197775" y="9675"/>
                </a:lnTo>
                <a:lnTo>
                  <a:pt x="199743" y="7706"/>
                </a:lnTo>
                <a:lnTo>
                  <a:pt x="199743" y="9574"/>
                </a:lnTo>
                <a:close/>
                <a:moveTo>
                  <a:pt x="194339" y="15779"/>
                </a:moveTo>
                <a:lnTo>
                  <a:pt x="195740" y="17213"/>
                </a:lnTo>
                <a:lnTo>
                  <a:pt x="195740" y="19215"/>
                </a:lnTo>
                <a:lnTo>
                  <a:pt x="194439" y="20549"/>
                </a:lnTo>
                <a:lnTo>
                  <a:pt x="194439" y="17747"/>
                </a:lnTo>
                <a:lnTo>
                  <a:pt x="192471" y="15779"/>
                </a:lnTo>
                <a:close/>
                <a:moveTo>
                  <a:pt x="175059" y="17747"/>
                </a:moveTo>
                <a:lnTo>
                  <a:pt x="175059" y="20549"/>
                </a:lnTo>
                <a:lnTo>
                  <a:pt x="173725" y="19215"/>
                </a:lnTo>
                <a:lnTo>
                  <a:pt x="173725" y="17213"/>
                </a:lnTo>
                <a:lnTo>
                  <a:pt x="175159" y="15779"/>
                </a:lnTo>
                <a:lnTo>
                  <a:pt x="177027" y="15779"/>
                </a:lnTo>
                <a:close/>
                <a:moveTo>
                  <a:pt x="175159" y="15012"/>
                </a:moveTo>
                <a:lnTo>
                  <a:pt x="173725" y="13577"/>
                </a:lnTo>
                <a:lnTo>
                  <a:pt x="173725" y="11576"/>
                </a:lnTo>
                <a:lnTo>
                  <a:pt x="175059" y="10242"/>
                </a:lnTo>
                <a:lnTo>
                  <a:pt x="175059" y="13010"/>
                </a:lnTo>
                <a:lnTo>
                  <a:pt x="177027" y="14978"/>
                </a:lnTo>
                <a:lnTo>
                  <a:pt x="175159" y="14978"/>
                </a:lnTo>
                <a:close/>
                <a:moveTo>
                  <a:pt x="173191" y="11009"/>
                </a:moveTo>
                <a:lnTo>
                  <a:pt x="171156" y="11009"/>
                </a:lnTo>
                <a:lnTo>
                  <a:pt x="169755" y="9574"/>
                </a:lnTo>
                <a:lnTo>
                  <a:pt x="169755" y="7706"/>
                </a:lnTo>
                <a:lnTo>
                  <a:pt x="171723" y="9675"/>
                </a:lnTo>
                <a:lnTo>
                  <a:pt x="174492" y="9675"/>
                </a:lnTo>
                <a:close/>
                <a:moveTo>
                  <a:pt x="168954" y="9574"/>
                </a:moveTo>
                <a:lnTo>
                  <a:pt x="167520" y="11009"/>
                </a:lnTo>
                <a:lnTo>
                  <a:pt x="165519" y="11009"/>
                </a:lnTo>
                <a:lnTo>
                  <a:pt x="164184" y="9675"/>
                </a:lnTo>
                <a:lnTo>
                  <a:pt x="166986" y="9675"/>
                </a:lnTo>
                <a:lnTo>
                  <a:pt x="168954" y="7706"/>
                </a:lnTo>
                <a:close/>
                <a:moveTo>
                  <a:pt x="163517" y="15779"/>
                </a:moveTo>
                <a:lnTo>
                  <a:pt x="164952" y="17213"/>
                </a:lnTo>
                <a:lnTo>
                  <a:pt x="164952" y="19215"/>
                </a:lnTo>
                <a:lnTo>
                  <a:pt x="163651" y="20549"/>
                </a:lnTo>
                <a:lnTo>
                  <a:pt x="163651" y="17747"/>
                </a:lnTo>
                <a:lnTo>
                  <a:pt x="161649" y="15779"/>
                </a:lnTo>
                <a:close/>
                <a:moveTo>
                  <a:pt x="144270" y="17747"/>
                </a:moveTo>
                <a:lnTo>
                  <a:pt x="144270" y="20549"/>
                </a:lnTo>
                <a:lnTo>
                  <a:pt x="142936" y="19215"/>
                </a:lnTo>
                <a:lnTo>
                  <a:pt x="142936" y="17213"/>
                </a:lnTo>
                <a:lnTo>
                  <a:pt x="144370" y="15779"/>
                </a:lnTo>
                <a:lnTo>
                  <a:pt x="146238" y="15779"/>
                </a:lnTo>
                <a:close/>
                <a:moveTo>
                  <a:pt x="144370" y="15012"/>
                </a:moveTo>
                <a:lnTo>
                  <a:pt x="142936" y="13577"/>
                </a:lnTo>
                <a:lnTo>
                  <a:pt x="142936" y="11576"/>
                </a:lnTo>
                <a:lnTo>
                  <a:pt x="144270" y="10242"/>
                </a:lnTo>
                <a:lnTo>
                  <a:pt x="144270" y="13010"/>
                </a:lnTo>
                <a:lnTo>
                  <a:pt x="146238" y="14978"/>
                </a:lnTo>
                <a:lnTo>
                  <a:pt x="144370" y="14978"/>
                </a:lnTo>
                <a:close/>
                <a:moveTo>
                  <a:pt x="142369" y="11009"/>
                </a:moveTo>
                <a:lnTo>
                  <a:pt x="140367" y="11009"/>
                </a:lnTo>
                <a:lnTo>
                  <a:pt x="138933" y="9574"/>
                </a:lnTo>
                <a:lnTo>
                  <a:pt x="138933" y="7706"/>
                </a:lnTo>
                <a:lnTo>
                  <a:pt x="140901" y="9675"/>
                </a:lnTo>
                <a:lnTo>
                  <a:pt x="143703" y="9675"/>
                </a:lnTo>
                <a:close/>
                <a:moveTo>
                  <a:pt x="138166" y="9574"/>
                </a:moveTo>
                <a:lnTo>
                  <a:pt x="136731" y="11009"/>
                </a:lnTo>
                <a:lnTo>
                  <a:pt x="134730" y="11009"/>
                </a:lnTo>
                <a:lnTo>
                  <a:pt x="133396" y="9675"/>
                </a:lnTo>
                <a:lnTo>
                  <a:pt x="136198" y="9675"/>
                </a:lnTo>
                <a:lnTo>
                  <a:pt x="138166" y="7706"/>
                </a:lnTo>
                <a:close/>
                <a:moveTo>
                  <a:pt x="132729" y="15779"/>
                </a:moveTo>
                <a:lnTo>
                  <a:pt x="134163" y="17213"/>
                </a:lnTo>
                <a:lnTo>
                  <a:pt x="134163" y="19215"/>
                </a:lnTo>
                <a:lnTo>
                  <a:pt x="132862" y="20549"/>
                </a:lnTo>
                <a:lnTo>
                  <a:pt x="132862" y="17747"/>
                </a:lnTo>
                <a:lnTo>
                  <a:pt x="130894" y="15779"/>
                </a:lnTo>
                <a:close/>
                <a:moveTo>
                  <a:pt x="113482" y="17747"/>
                </a:moveTo>
                <a:lnTo>
                  <a:pt x="113482" y="20549"/>
                </a:lnTo>
                <a:lnTo>
                  <a:pt x="112147" y="19215"/>
                </a:lnTo>
                <a:lnTo>
                  <a:pt x="112147" y="17213"/>
                </a:lnTo>
                <a:lnTo>
                  <a:pt x="113582" y="15779"/>
                </a:lnTo>
                <a:lnTo>
                  <a:pt x="115450" y="15779"/>
                </a:lnTo>
                <a:close/>
                <a:moveTo>
                  <a:pt x="113582" y="15012"/>
                </a:moveTo>
                <a:lnTo>
                  <a:pt x="112147" y="13577"/>
                </a:lnTo>
                <a:lnTo>
                  <a:pt x="112147" y="11576"/>
                </a:lnTo>
                <a:lnTo>
                  <a:pt x="113482" y="10242"/>
                </a:lnTo>
                <a:lnTo>
                  <a:pt x="113482" y="13010"/>
                </a:lnTo>
                <a:lnTo>
                  <a:pt x="115450" y="14978"/>
                </a:lnTo>
                <a:lnTo>
                  <a:pt x="113582" y="14978"/>
                </a:lnTo>
                <a:close/>
                <a:moveTo>
                  <a:pt x="111580" y="11009"/>
                </a:moveTo>
                <a:lnTo>
                  <a:pt x="109579" y="11009"/>
                </a:lnTo>
                <a:lnTo>
                  <a:pt x="108144" y="9574"/>
                </a:lnTo>
                <a:lnTo>
                  <a:pt x="108144" y="7706"/>
                </a:lnTo>
                <a:lnTo>
                  <a:pt x="110112" y="9675"/>
                </a:lnTo>
                <a:lnTo>
                  <a:pt x="112914" y="9675"/>
                </a:lnTo>
                <a:close/>
                <a:moveTo>
                  <a:pt x="107377" y="9574"/>
                </a:moveTo>
                <a:lnTo>
                  <a:pt x="105943" y="11009"/>
                </a:lnTo>
                <a:lnTo>
                  <a:pt x="103941" y="11009"/>
                </a:lnTo>
                <a:lnTo>
                  <a:pt x="102607" y="9675"/>
                </a:lnTo>
                <a:lnTo>
                  <a:pt x="105409" y="9675"/>
                </a:lnTo>
                <a:lnTo>
                  <a:pt x="107377" y="7706"/>
                </a:lnTo>
                <a:close/>
                <a:moveTo>
                  <a:pt x="101940" y="15779"/>
                </a:moveTo>
                <a:lnTo>
                  <a:pt x="103374" y="17213"/>
                </a:lnTo>
                <a:lnTo>
                  <a:pt x="103374" y="19215"/>
                </a:lnTo>
                <a:lnTo>
                  <a:pt x="102040" y="20549"/>
                </a:lnTo>
                <a:lnTo>
                  <a:pt x="102040" y="17747"/>
                </a:lnTo>
                <a:lnTo>
                  <a:pt x="100072" y="15779"/>
                </a:lnTo>
                <a:lnTo>
                  <a:pt x="101940" y="15779"/>
                </a:lnTo>
                <a:close/>
                <a:moveTo>
                  <a:pt x="82660" y="17747"/>
                </a:moveTo>
                <a:lnTo>
                  <a:pt x="82660" y="20549"/>
                </a:lnTo>
                <a:lnTo>
                  <a:pt x="81359" y="19215"/>
                </a:lnTo>
                <a:lnTo>
                  <a:pt x="81359" y="17213"/>
                </a:lnTo>
                <a:lnTo>
                  <a:pt x="82793" y="15779"/>
                </a:lnTo>
                <a:lnTo>
                  <a:pt x="84628" y="15779"/>
                </a:lnTo>
                <a:close/>
                <a:moveTo>
                  <a:pt x="82793" y="15012"/>
                </a:moveTo>
                <a:lnTo>
                  <a:pt x="81359" y="13577"/>
                </a:lnTo>
                <a:lnTo>
                  <a:pt x="81359" y="11576"/>
                </a:lnTo>
                <a:lnTo>
                  <a:pt x="82660" y="10242"/>
                </a:lnTo>
                <a:lnTo>
                  <a:pt x="82660" y="13010"/>
                </a:lnTo>
                <a:lnTo>
                  <a:pt x="84628" y="14978"/>
                </a:lnTo>
                <a:lnTo>
                  <a:pt x="82793" y="14978"/>
                </a:lnTo>
                <a:close/>
                <a:moveTo>
                  <a:pt x="80792" y="11009"/>
                </a:moveTo>
                <a:lnTo>
                  <a:pt x="78790" y="11009"/>
                </a:lnTo>
                <a:lnTo>
                  <a:pt x="77356" y="9574"/>
                </a:lnTo>
                <a:lnTo>
                  <a:pt x="77356" y="7706"/>
                </a:lnTo>
                <a:lnTo>
                  <a:pt x="79324" y="9675"/>
                </a:lnTo>
                <a:lnTo>
                  <a:pt x="82126" y="9675"/>
                </a:lnTo>
                <a:close/>
                <a:moveTo>
                  <a:pt x="76589" y="9574"/>
                </a:moveTo>
                <a:lnTo>
                  <a:pt x="75154" y="11009"/>
                </a:lnTo>
                <a:lnTo>
                  <a:pt x="73153" y="11009"/>
                </a:lnTo>
                <a:lnTo>
                  <a:pt x="71818" y="9675"/>
                </a:lnTo>
                <a:lnTo>
                  <a:pt x="74620" y="9675"/>
                </a:lnTo>
                <a:lnTo>
                  <a:pt x="76589" y="7706"/>
                </a:lnTo>
                <a:close/>
                <a:moveTo>
                  <a:pt x="71151" y="15779"/>
                </a:moveTo>
                <a:lnTo>
                  <a:pt x="72586" y="17213"/>
                </a:lnTo>
                <a:lnTo>
                  <a:pt x="72586" y="19215"/>
                </a:lnTo>
                <a:lnTo>
                  <a:pt x="71251" y="20549"/>
                </a:lnTo>
                <a:lnTo>
                  <a:pt x="71251" y="17747"/>
                </a:lnTo>
                <a:lnTo>
                  <a:pt x="69283" y="15779"/>
                </a:lnTo>
                <a:lnTo>
                  <a:pt x="71151" y="15779"/>
                </a:lnTo>
                <a:close/>
                <a:moveTo>
                  <a:pt x="51871" y="17747"/>
                </a:moveTo>
                <a:lnTo>
                  <a:pt x="51871" y="20549"/>
                </a:lnTo>
                <a:lnTo>
                  <a:pt x="50570" y="19215"/>
                </a:lnTo>
                <a:lnTo>
                  <a:pt x="50570" y="17213"/>
                </a:lnTo>
                <a:lnTo>
                  <a:pt x="51971" y="15779"/>
                </a:lnTo>
                <a:lnTo>
                  <a:pt x="53839" y="15779"/>
                </a:lnTo>
                <a:close/>
                <a:moveTo>
                  <a:pt x="51971" y="15012"/>
                </a:moveTo>
                <a:lnTo>
                  <a:pt x="50570" y="13577"/>
                </a:lnTo>
                <a:lnTo>
                  <a:pt x="50570" y="11576"/>
                </a:lnTo>
                <a:lnTo>
                  <a:pt x="51871" y="10242"/>
                </a:lnTo>
                <a:lnTo>
                  <a:pt x="51871" y="13010"/>
                </a:lnTo>
                <a:lnTo>
                  <a:pt x="53839" y="14978"/>
                </a:lnTo>
                <a:lnTo>
                  <a:pt x="51971" y="14978"/>
                </a:lnTo>
                <a:close/>
                <a:moveTo>
                  <a:pt x="50003" y="11009"/>
                </a:moveTo>
                <a:lnTo>
                  <a:pt x="48001" y="11009"/>
                </a:lnTo>
                <a:lnTo>
                  <a:pt x="46567" y="9574"/>
                </a:lnTo>
                <a:lnTo>
                  <a:pt x="46567" y="7706"/>
                </a:lnTo>
                <a:lnTo>
                  <a:pt x="48535" y="9675"/>
                </a:lnTo>
                <a:lnTo>
                  <a:pt x="51337" y="9675"/>
                </a:lnTo>
                <a:close/>
                <a:moveTo>
                  <a:pt x="45767" y="9574"/>
                </a:moveTo>
                <a:lnTo>
                  <a:pt x="44366" y="11009"/>
                </a:lnTo>
                <a:lnTo>
                  <a:pt x="42364" y="11009"/>
                </a:lnTo>
                <a:lnTo>
                  <a:pt x="41030" y="9675"/>
                </a:lnTo>
                <a:lnTo>
                  <a:pt x="43798" y="9675"/>
                </a:lnTo>
                <a:lnTo>
                  <a:pt x="45767" y="7706"/>
                </a:lnTo>
                <a:close/>
                <a:moveTo>
                  <a:pt x="40363" y="15779"/>
                </a:moveTo>
                <a:lnTo>
                  <a:pt x="41797" y="17213"/>
                </a:lnTo>
                <a:lnTo>
                  <a:pt x="41797" y="19215"/>
                </a:lnTo>
                <a:lnTo>
                  <a:pt x="40463" y="20549"/>
                </a:lnTo>
                <a:lnTo>
                  <a:pt x="40463" y="17747"/>
                </a:lnTo>
                <a:lnTo>
                  <a:pt x="38495" y="15779"/>
                </a:lnTo>
                <a:lnTo>
                  <a:pt x="40363" y="15779"/>
                </a:lnTo>
                <a:close/>
                <a:moveTo>
                  <a:pt x="21082" y="17747"/>
                </a:moveTo>
                <a:lnTo>
                  <a:pt x="21082" y="20549"/>
                </a:lnTo>
                <a:lnTo>
                  <a:pt x="19781" y="19215"/>
                </a:lnTo>
                <a:lnTo>
                  <a:pt x="19781" y="17213"/>
                </a:lnTo>
                <a:lnTo>
                  <a:pt x="21182" y="15779"/>
                </a:lnTo>
                <a:lnTo>
                  <a:pt x="23050" y="15779"/>
                </a:lnTo>
                <a:close/>
                <a:moveTo>
                  <a:pt x="21182" y="15012"/>
                </a:moveTo>
                <a:lnTo>
                  <a:pt x="19781" y="13577"/>
                </a:lnTo>
                <a:lnTo>
                  <a:pt x="19781" y="11576"/>
                </a:lnTo>
                <a:lnTo>
                  <a:pt x="21082" y="10242"/>
                </a:lnTo>
                <a:lnTo>
                  <a:pt x="21082" y="13010"/>
                </a:lnTo>
                <a:lnTo>
                  <a:pt x="23050" y="14978"/>
                </a:lnTo>
                <a:lnTo>
                  <a:pt x="21182" y="14978"/>
                </a:lnTo>
                <a:close/>
                <a:moveTo>
                  <a:pt x="19214" y="11009"/>
                </a:moveTo>
                <a:lnTo>
                  <a:pt x="17213" y="11009"/>
                </a:lnTo>
                <a:lnTo>
                  <a:pt x="15778" y="9574"/>
                </a:lnTo>
                <a:lnTo>
                  <a:pt x="15778" y="7706"/>
                </a:lnTo>
                <a:lnTo>
                  <a:pt x="17747" y="9675"/>
                </a:lnTo>
                <a:lnTo>
                  <a:pt x="20515" y="9675"/>
                </a:lnTo>
                <a:close/>
                <a:moveTo>
                  <a:pt x="14978" y="9574"/>
                </a:moveTo>
                <a:lnTo>
                  <a:pt x="13577" y="11009"/>
                </a:lnTo>
                <a:lnTo>
                  <a:pt x="11542" y="11009"/>
                </a:lnTo>
                <a:lnTo>
                  <a:pt x="10241" y="9675"/>
                </a:lnTo>
                <a:lnTo>
                  <a:pt x="13010" y="9675"/>
                </a:lnTo>
                <a:lnTo>
                  <a:pt x="14978" y="7706"/>
                </a:lnTo>
                <a:lnTo>
                  <a:pt x="14978" y="9574"/>
                </a:lnTo>
                <a:close/>
                <a:moveTo>
                  <a:pt x="9574" y="15779"/>
                </a:moveTo>
                <a:lnTo>
                  <a:pt x="11008" y="17213"/>
                </a:lnTo>
                <a:lnTo>
                  <a:pt x="11008" y="19215"/>
                </a:lnTo>
                <a:lnTo>
                  <a:pt x="9674" y="20549"/>
                </a:lnTo>
                <a:lnTo>
                  <a:pt x="9674" y="17747"/>
                </a:lnTo>
                <a:lnTo>
                  <a:pt x="7706" y="15779"/>
                </a:lnTo>
                <a:lnTo>
                  <a:pt x="9574" y="15779"/>
                </a:lnTo>
                <a:close/>
                <a:moveTo>
                  <a:pt x="11542" y="19782"/>
                </a:moveTo>
                <a:lnTo>
                  <a:pt x="13577" y="19782"/>
                </a:lnTo>
                <a:lnTo>
                  <a:pt x="14978" y="21216"/>
                </a:lnTo>
                <a:lnTo>
                  <a:pt x="14978" y="23051"/>
                </a:lnTo>
                <a:lnTo>
                  <a:pt x="13010" y="21083"/>
                </a:lnTo>
                <a:lnTo>
                  <a:pt x="10241" y="21083"/>
                </a:lnTo>
                <a:close/>
                <a:moveTo>
                  <a:pt x="14978" y="37394"/>
                </a:moveTo>
                <a:lnTo>
                  <a:pt x="12710" y="39696"/>
                </a:lnTo>
                <a:lnTo>
                  <a:pt x="9441" y="39696"/>
                </a:lnTo>
                <a:lnTo>
                  <a:pt x="7773" y="37995"/>
                </a:lnTo>
                <a:lnTo>
                  <a:pt x="12009" y="37995"/>
                </a:lnTo>
                <a:lnTo>
                  <a:pt x="14978" y="35026"/>
                </a:lnTo>
                <a:lnTo>
                  <a:pt x="14978" y="37394"/>
                </a:lnTo>
                <a:close/>
                <a:moveTo>
                  <a:pt x="9674" y="41030"/>
                </a:moveTo>
                <a:lnTo>
                  <a:pt x="11008" y="42365"/>
                </a:lnTo>
                <a:lnTo>
                  <a:pt x="11008" y="44366"/>
                </a:lnTo>
                <a:lnTo>
                  <a:pt x="9574" y="45800"/>
                </a:lnTo>
                <a:lnTo>
                  <a:pt x="7706" y="45800"/>
                </a:lnTo>
                <a:lnTo>
                  <a:pt x="9674" y="43832"/>
                </a:lnTo>
                <a:close/>
                <a:moveTo>
                  <a:pt x="9574" y="46568"/>
                </a:moveTo>
                <a:lnTo>
                  <a:pt x="11008" y="48002"/>
                </a:lnTo>
                <a:lnTo>
                  <a:pt x="11008" y="50003"/>
                </a:lnTo>
                <a:lnTo>
                  <a:pt x="9674" y="51338"/>
                </a:lnTo>
                <a:lnTo>
                  <a:pt x="9674" y="48536"/>
                </a:lnTo>
                <a:lnTo>
                  <a:pt x="7706" y="46568"/>
                </a:lnTo>
                <a:lnTo>
                  <a:pt x="9574" y="46568"/>
                </a:lnTo>
                <a:close/>
                <a:moveTo>
                  <a:pt x="11542" y="50570"/>
                </a:moveTo>
                <a:lnTo>
                  <a:pt x="13577" y="50570"/>
                </a:lnTo>
                <a:lnTo>
                  <a:pt x="14978" y="52005"/>
                </a:lnTo>
                <a:lnTo>
                  <a:pt x="14978" y="53873"/>
                </a:lnTo>
                <a:lnTo>
                  <a:pt x="13010" y="51905"/>
                </a:lnTo>
                <a:lnTo>
                  <a:pt x="10241" y="51905"/>
                </a:lnTo>
                <a:close/>
                <a:moveTo>
                  <a:pt x="14978" y="68183"/>
                </a:moveTo>
                <a:lnTo>
                  <a:pt x="12710" y="70485"/>
                </a:lnTo>
                <a:lnTo>
                  <a:pt x="9441" y="70485"/>
                </a:lnTo>
                <a:lnTo>
                  <a:pt x="7773" y="68783"/>
                </a:lnTo>
                <a:lnTo>
                  <a:pt x="12009" y="68783"/>
                </a:lnTo>
                <a:lnTo>
                  <a:pt x="14978" y="65815"/>
                </a:lnTo>
                <a:lnTo>
                  <a:pt x="14978" y="68183"/>
                </a:lnTo>
                <a:close/>
                <a:moveTo>
                  <a:pt x="9674" y="71819"/>
                </a:moveTo>
                <a:lnTo>
                  <a:pt x="11008" y="73153"/>
                </a:lnTo>
                <a:lnTo>
                  <a:pt x="11008" y="75155"/>
                </a:lnTo>
                <a:lnTo>
                  <a:pt x="9574" y="76589"/>
                </a:lnTo>
                <a:lnTo>
                  <a:pt x="7706" y="76589"/>
                </a:lnTo>
                <a:lnTo>
                  <a:pt x="9674" y="74621"/>
                </a:lnTo>
                <a:close/>
                <a:moveTo>
                  <a:pt x="9574" y="77356"/>
                </a:moveTo>
                <a:lnTo>
                  <a:pt x="11008" y="78791"/>
                </a:lnTo>
                <a:lnTo>
                  <a:pt x="11008" y="80792"/>
                </a:lnTo>
                <a:lnTo>
                  <a:pt x="9674" y="82126"/>
                </a:lnTo>
                <a:lnTo>
                  <a:pt x="9674" y="79324"/>
                </a:lnTo>
                <a:lnTo>
                  <a:pt x="7706" y="77356"/>
                </a:lnTo>
                <a:close/>
                <a:moveTo>
                  <a:pt x="11542" y="81359"/>
                </a:moveTo>
                <a:lnTo>
                  <a:pt x="13577" y="81359"/>
                </a:lnTo>
                <a:lnTo>
                  <a:pt x="14978" y="82794"/>
                </a:lnTo>
                <a:lnTo>
                  <a:pt x="14978" y="84662"/>
                </a:lnTo>
                <a:lnTo>
                  <a:pt x="13010" y="82693"/>
                </a:lnTo>
                <a:lnTo>
                  <a:pt x="10241" y="82693"/>
                </a:lnTo>
                <a:close/>
                <a:moveTo>
                  <a:pt x="14978" y="98972"/>
                </a:moveTo>
                <a:lnTo>
                  <a:pt x="12710" y="101273"/>
                </a:lnTo>
                <a:lnTo>
                  <a:pt x="9441" y="101273"/>
                </a:lnTo>
                <a:lnTo>
                  <a:pt x="7773" y="99606"/>
                </a:lnTo>
                <a:lnTo>
                  <a:pt x="12009" y="99606"/>
                </a:lnTo>
                <a:lnTo>
                  <a:pt x="14978" y="96603"/>
                </a:lnTo>
                <a:lnTo>
                  <a:pt x="14978" y="98972"/>
                </a:lnTo>
                <a:close/>
                <a:moveTo>
                  <a:pt x="9674" y="102608"/>
                </a:moveTo>
                <a:lnTo>
                  <a:pt x="11008" y="103942"/>
                </a:lnTo>
                <a:lnTo>
                  <a:pt x="11008" y="105943"/>
                </a:lnTo>
                <a:lnTo>
                  <a:pt x="9574" y="107378"/>
                </a:lnTo>
                <a:lnTo>
                  <a:pt x="7706" y="107378"/>
                </a:lnTo>
                <a:lnTo>
                  <a:pt x="9674" y="105410"/>
                </a:lnTo>
                <a:close/>
                <a:moveTo>
                  <a:pt x="9574" y="108178"/>
                </a:moveTo>
                <a:lnTo>
                  <a:pt x="11008" y="109579"/>
                </a:lnTo>
                <a:lnTo>
                  <a:pt x="11008" y="111614"/>
                </a:lnTo>
                <a:lnTo>
                  <a:pt x="9674" y="112915"/>
                </a:lnTo>
                <a:lnTo>
                  <a:pt x="9674" y="110146"/>
                </a:lnTo>
                <a:lnTo>
                  <a:pt x="7706" y="108178"/>
                </a:lnTo>
                <a:close/>
                <a:moveTo>
                  <a:pt x="11542" y="112148"/>
                </a:moveTo>
                <a:lnTo>
                  <a:pt x="13577" y="112148"/>
                </a:lnTo>
                <a:lnTo>
                  <a:pt x="14978" y="113582"/>
                </a:lnTo>
                <a:lnTo>
                  <a:pt x="14978" y="115450"/>
                </a:lnTo>
                <a:lnTo>
                  <a:pt x="13010" y="113482"/>
                </a:lnTo>
                <a:lnTo>
                  <a:pt x="10241" y="113482"/>
                </a:lnTo>
                <a:close/>
                <a:moveTo>
                  <a:pt x="15778" y="113582"/>
                </a:moveTo>
                <a:lnTo>
                  <a:pt x="17213" y="112148"/>
                </a:lnTo>
                <a:lnTo>
                  <a:pt x="19214" y="112148"/>
                </a:lnTo>
                <a:lnTo>
                  <a:pt x="20515" y="113482"/>
                </a:lnTo>
                <a:lnTo>
                  <a:pt x="17747" y="113482"/>
                </a:lnTo>
                <a:lnTo>
                  <a:pt x="15778" y="115450"/>
                </a:lnTo>
                <a:close/>
                <a:moveTo>
                  <a:pt x="21182" y="107378"/>
                </a:moveTo>
                <a:lnTo>
                  <a:pt x="19781" y="105943"/>
                </a:lnTo>
                <a:lnTo>
                  <a:pt x="19781" y="103942"/>
                </a:lnTo>
                <a:lnTo>
                  <a:pt x="21082" y="102608"/>
                </a:lnTo>
                <a:lnTo>
                  <a:pt x="21082" y="105410"/>
                </a:lnTo>
                <a:lnTo>
                  <a:pt x="23050" y="107378"/>
                </a:lnTo>
                <a:close/>
                <a:moveTo>
                  <a:pt x="40463" y="105410"/>
                </a:moveTo>
                <a:lnTo>
                  <a:pt x="40463" y="102608"/>
                </a:lnTo>
                <a:lnTo>
                  <a:pt x="41797" y="103942"/>
                </a:lnTo>
                <a:lnTo>
                  <a:pt x="41797" y="105943"/>
                </a:lnTo>
                <a:lnTo>
                  <a:pt x="40363" y="107378"/>
                </a:lnTo>
                <a:lnTo>
                  <a:pt x="38495" y="107378"/>
                </a:lnTo>
                <a:close/>
                <a:moveTo>
                  <a:pt x="40363" y="108178"/>
                </a:moveTo>
                <a:lnTo>
                  <a:pt x="41797" y="109579"/>
                </a:lnTo>
                <a:lnTo>
                  <a:pt x="41797" y="111614"/>
                </a:lnTo>
                <a:lnTo>
                  <a:pt x="40463" y="112915"/>
                </a:lnTo>
                <a:lnTo>
                  <a:pt x="40463" y="110146"/>
                </a:lnTo>
                <a:lnTo>
                  <a:pt x="38495" y="108178"/>
                </a:lnTo>
                <a:close/>
                <a:moveTo>
                  <a:pt x="42364" y="112148"/>
                </a:moveTo>
                <a:lnTo>
                  <a:pt x="44366" y="112148"/>
                </a:lnTo>
                <a:lnTo>
                  <a:pt x="45767" y="113582"/>
                </a:lnTo>
                <a:lnTo>
                  <a:pt x="45767" y="115450"/>
                </a:lnTo>
                <a:lnTo>
                  <a:pt x="43798" y="113482"/>
                </a:lnTo>
                <a:lnTo>
                  <a:pt x="41030" y="113482"/>
                </a:lnTo>
                <a:close/>
                <a:moveTo>
                  <a:pt x="46567" y="113582"/>
                </a:moveTo>
                <a:lnTo>
                  <a:pt x="48001" y="112148"/>
                </a:lnTo>
                <a:lnTo>
                  <a:pt x="50003" y="112148"/>
                </a:lnTo>
                <a:lnTo>
                  <a:pt x="51337" y="113482"/>
                </a:lnTo>
                <a:lnTo>
                  <a:pt x="48535" y="113482"/>
                </a:lnTo>
                <a:lnTo>
                  <a:pt x="46567" y="115450"/>
                </a:lnTo>
                <a:close/>
                <a:moveTo>
                  <a:pt x="51971" y="107378"/>
                </a:moveTo>
                <a:lnTo>
                  <a:pt x="50570" y="105943"/>
                </a:lnTo>
                <a:lnTo>
                  <a:pt x="50570" y="103942"/>
                </a:lnTo>
                <a:lnTo>
                  <a:pt x="51871" y="102608"/>
                </a:lnTo>
                <a:lnTo>
                  <a:pt x="51871" y="105410"/>
                </a:lnTo>
                <a:lnTo>
                  <a:pt x="53839" y="107378"/>
                </a:lnTo>
                <a:lnTo>
                  <a:pt x="51971" y="107378"/>
                </a:lnTo>
                <a:close/>
                <a:moveTo>
                  <a:pt x="71251" y="105410"/>
                </a:moveTo>
                <a:lnTo>
                  <a:pt x="71251" y="102608"/>
                </a:lnTo>
                <a:lnTo>
                  <a:pt x="72586" y="103942"/>
                </a:lnTo>
                <a:lnTo>
                  <a:pt x="72586" y="105943"/>
                </a:lnTo>
                <a:lnTo>
                  <a:pt x="71151" y="107378"/>
                </a:lnTo>
                <a:lnTo>
                  <a:pt x="69283" y="107378"/>
                </a:lnTo>
                <a:close/>
                <a:moveTo>
                  <a:pt x="71151" y="108178"/>
                </a:moveTo>
                <a:lnTo>
                  <a:pt x="72586" y="109579"/>
                </a:lnTo>
                <a:lnTo>
                  <a:pt x="72586" y="111614"/>
                </a:lnTo>
                <a:lnTo>
                  <a:pt x="71251" y="112915"/>
                </a:lnTo>
                <a:lnTo>
                  <a:pt x="71251" y="110146"/>
                </a:lnTo>
                <a:lnTo>
                  <a:pt x="69283" y="108178"/>
                </a:lnTo>
                <a:close/>
                <a:moveTo>
                  <a:pt x="73153" y="112148"/>
                </a:moveTo>
                <a:lnTo>
                  <a:pt x="75154" y="112148"/>
                </a:lnTo>
                <a:lnTo>
                  <a:pt x="76555" y="113582"/>
                </a:lnTo>
                <a:lnTo>
                  <a:pt x="76555" y="115450"/>
                </a:lnTo>
                <a:lnTo>
                  <a:pt x="74587" y="113482"/>
                </a:lnTo>
                <a:lnTo>
                  <a:pt x="71818" y="113482"/>
                </a:lnTo>
                <a:close/>
                <a:moveTo>
                  <a:pt x="77356" y="113582"/>
                </a:moveTo>
                <a:lnTo>
                  <a:pt x="78790" y="112148"/>
                </a:lnTo>
                <a:lnTo>
                  <a:pt x="80792" y="112148"/>
                </a:lnTo>
                <a:lnTo>
                  <a:pt x="82126" y="113482"/>
                </a:lnTo>
                <a:lnTo>
                  <a:pt x="79324" y="113482"/>
                </a:lnTo>
                <a:lnTo>
                  <a:pt x="77356" y="115450"/>
                </a:lnTo>
                <a:close/>
                <a:moveTo>
                  <a:pt x="82793" y="107378"/>
                </a:moveTo>
                <a:lnTo>
                  <a:pt x="81359" y="105943"/>
                </a:lnTo>
                <a:lnTo>
                  <a:pt x="81359" y="103942"/>
                </a:lnTo>
                <a:lnTo>
                  <a:pt x="82660" y="102608"/>
                </a:lnTo>
                <a:lnTo>
                  <a:pt x="82660" y="105410"/>
                </a:lnTo>
                <a:lnTo>
                  <a:pt x="84628" y="107378"/>
                </a:lnTo>
                <a:close/>
                <a:moveTo>
                  <a:pt x="102040" y="105410"/>
                </a:moveTo>
                <a:lnTo>
                  <a:pt x="102040" y="102608"/>
                </a:lnTo>
                <a:lnTo>
                  <a:pt x="103374" y="103942"/>
                </a:lnTo>
                <a:lnTo>
                  <a:pt x="103374" y="105943"/>
                </a:lnTo>
                <a:lnTo>
                  <a:pt x="101940" y="107378"/>
                </a:lnTo>
                <a:lnTo>
                  <a:pt x="100072" y="107378"/>
                </a:lnTo>
                <a:close/>
                <a:moveTo>
                  <a:pt x="101940" y="108178"/>
                </a:moveTo>
                <a:lnTo>
                  <a:pt x="103374" y="109579"/>
                </a:lnTo>
                <a:lnTo>
                  <a:pt x="103374" y="111614"/>
                </a:lnTo>
                <a:lnTo>
                  <a:pt x="102040" y="112915"/>
                </a:lnTo>
                <a:lnTo>
                  <a:pt x="102040" y="110146"/>
                </a:lnTo>
                <a:lnTo>
                  <a:pt x="100072" y="108178"/>
                </a:lnTo>
                <a:close/>
                <a:moveTo>
                  <a:pt x="103941" y="112148"/>
                </a:moveTo>
                <a:lnTo>
                  <a:pt x="105943" y="112148"/>
                </a:lnTo>
                <a:lnTo>
                  <a:pt x="107344" y="113582"/>
                </a:lnTo>
                <a:lnTo>
                  <a:pt x="107344" y="115450"/>
                </a:lnTo>
                <a:lnTo>
                  <a:pt x="105376" y="113482"/>
                </a:lnTo>
                <a:lnTo>
                  <a:pt x="102607" y="113482"/>
                </a:lnTo>
                <a:close/>
                <a:moveTo>
                  <a:pt x="108144" y="113582"/>
                </a:moveTo>
                <a:lnTo>
                  <a:pt x="109579" y="112148"/>
                </a:lnTo>
                <a:lnTo>
                  <a:pt x="111580" y="112148"/>
                </a:lnTo>
                <a:lnTo>
                  <a:pt x="112914" y="113482"/>
                </a:lnTo>
                <a:lnTo>
                  <a:pt x="110112" y="113482"/>
                </a:lnTo>
                <a:lnTo>
                  <a:pt x="108144" y="115450"/>
                </a:lnTo>
                <a:close/>
                <a:moveTo>
                  <a:pt x="113582" y="107378"/>
                </a:moveTo>
                <a:lnTo>
                  <a:pt x="112147" y="105943"/>
                </a:lnTo>
                <a:lnTo>
                  <a:pt x="112147" y="103942"/>
                </a:lnTo>
                <a:lnTo>
                  <a:pt x="113482" y="102608"/>
                </a:lnTo>
                <a:lnTo>
                  <a:pt x="113482" y="105410"/>
                </a:lnTo>
                <a:lnTo>
                  <a:pt x="115450" y="107378"/>
                </a:lnTo>
                <a:lnTo>
                  <a:pt x="113582" y="107378"/>
                </a:lnTo>
                <a:close/>
                <a:moveTo>
                  <a:pt x="132862" y="105410"/>
                </a:moveTo>
                <a:lnTo>
                  <a:pt x="132862" y="102608"/>
                </a:lnTo>
                <a:lnTo>
                  <a:pt x="134163" y="103942"/>
                </a:lnTo>
                <a:lnTo>
                  <a:pt x="134163" y="105943"/>
                </a:lnTo>
                <a:lnTo>
                  <a:pt x="132729" y="107378"/>
                </a:lnTo>
                <a:lnTo>
                  <a:pt x="130894" y="107378"/>
                </a:lnTo>
                <a:close/>
                <a:moveTo>
                  <a:pt x="132729" y="108178"/>
                </a:moveTo>
                <a:lnTo>
                  <a:pt x="134163" y="109579"/>
                </a:lnTo>
                <a:lnTo>
                  <a:pt x="134163" y="111614"/>
                </a:lnTo>
                <a:lnTo>
                  <a:pt x="132862" y="112915"/>
                </a:lnTo>
                <a:lnTo>
                  <a:pt x="132862" y="110146"/>
                </a:lnTo>
                <a:lnTo>
                  <a:pt x="130894" y="108178"/>
                </a:lnTo>
                <a:close/>
                <a:moveTo>
                  <a:pt x="134730" y="112148"/>
                </a:moveTo>
                <a:lnTo>
                  <a:pt x="136731" y="112148"/>
                </a:lnTo>
                <a:lnTo>
                  <a:pt x="138166" y="113582"/>
                </a:lnTo>
                <a:lnTo>
                  <a:pt x="138166" y="115450"/>
                </a:lnTo>
                <a:lnTo>
                  <a:pt x="136198" y="113482"/>
                </a:lnTo>
                <a:lnTo>
                  <a:pt x="133396" y="113482"/>
                </a:lnTo>
                <a:close/>
                <a:moveTo>
                  <a:pt x="138933" y="113582"/>
                </a:moveTo>
                <a:lnTo>
                  <a:pt x="140367" y="112148"/>
                </a:lnTo>
                <a:lnTo>
                  <a:pt x="142369" y="112148"/>
                </a:lnTo>
                <a:lnTo>
                  <a:pt x="143703" y="113482"/>
                </a:lnTo>
                <a:lnTo>
                  <a:pt x="140901" y="113482"/>
                </a:lnTo>
                <a:lnTo>
                  <a:pt x="138933" y="115450"/>
                </a:lnTo>
                <a:close/>
                <a:moveTo>
                  <a:pt x="144370" y="107378"/>
                </a:moveTo>
                <a:lnTo>
                  <a:pt x="142936" y="105943"/>
                </a:lnTo>
                <a:lnTo>
                  <a:pt x="142936" y="103942"/>
                </a:lnTo>
                <a:lnTo>
                  <a:pt x="144270" y="102608"/>
                </a:lnTo>
                <a:lnTo>
                  <a:pt x="144270" y="105410"/>
                </a:lnTo>
                <a:lnTo>
                  <a:pt x="146238" y="107378"/>
                </a:lnTo>
                <a:lnTo>
                  <a:pt x="144370" y="107378"/>
                </a:lnTo>
                <a:close/>
                <a:moveTo>
                  <a:pt x="163651" y="105410"/>
                </a:moveTo>
                <a:lnTo>
                  <a:pt x="163651" y="102608"/>
                </a:lnTo>
                <a:lnTo>
                  <a:pt x="164952" y="103942"/>
                </a:lnTo>
                <a:lnTo>
                  <a:pt x="164952" y="105943"/>
                </a:lnTo>
                <a:lnTo>
                  <a:pt x="163551" y="107378"/>
                </a:lnTo>
                <a:lnTo>
                  <a:pt x="161683" y="107378"/>
                </a:lnTo>
                <a:close/>
                <a:moveTo>
                  <a:pt x="163551" y="108178"/>
                </a:moveTo>
                <a:lnTo>
                  <a:pt x="164952" y="109579"/>
                </a:lnTo>
                <a:lnTo>
                  <a:pt x="164952" y="111614"/>
                </a:lnTo>
                <a:lnTo>
                  <a:pt x="163651" y="112915"/>
                </a:lnTo>
                <a:lnTo>
                  <a:pt x="163651" y="110146"/>
                </a:lnTo>
                <a:lnTo>
                  <a:pt x="161683" y="108178"/>
                </a:lnTo>
                <a:close/>
                <a:moveTo>
                  <a:pt x="165519" y="112148"/>
                </a:moveTo>
                <a:lnTo>
                  <a:pt x="167520" y="112148"/>
                </a:lnTo>
                <a:lnTo>
                  <a:pt x="168954" y="113582"/>
                </a:lnTo>
                <a:lnTo>
                  <a:pt x="168954" y="115450"/>
                </a:lnTo>
                <a:lnTo>
                  <a:pt x="166986" y="113482"/>
                </a:lnTo>
                <a:lnTo>
                  <a:pt x="164184" y="113482"/>
                </a:lnTo>
                <a:close/>
                <a:moveTo>
                  <a:pt x="169755" y="113582"/>
                </a:moveTo>
                <a:lnTo>
                  <a:pt x="171156" y="112148"/>
                </a:lnTo>
                <a:lnTo>
                  <a:pt x="173157" y="112148"/>
                </a:lnTo>
                <a:lnTo>
                  <a:pt x="174492" y="113482"/>
                </a:lnTo>
                <a:lnTo>
                  <a:pt x="171723" y="113482"/>
                </a:lnTo>
                <a:lnTo>
                  <a:pt x="169755" y="115450"/>
                </a:lnTo>
                <a:close/>
                <a:moveTo>
                  <a:pt x="175159" y="107378"/>
                </a:moveTo>
                <a:lnTo>
                  <a:pt x="173725" y="105943"/>
                </a:lnTo>
                <a:lnTo>
                  <a:pt x="173725" y="103942"/>
                </a:lnTo>
                <a:lnTo>
                  <a:pt x="175059" y="102608"/>
                </a:lnTo>
                <a:lnTo>
                  <a:pt x="175059" y="105410"/>
                </a:lnTo>
                <a:lnTo>
                  <a:pt x="177027" y="107378"/>
                </a:lnTo>
                <a:lnTo>
                  <a:pt x="175159" y="107378"/>
                </a:lnTo>
                <a:close/>
                <a:moveTo>
                  <a:pt x="194439" y="105410"/>
                </a:moveTo>
                <a:lnTo>
                  <a:pt x="194439" y="102608"/>
                </a:lnTo>
                <a:lnTo>
                  <a:pt x="195740" y="103942"/>
                </a:lnTo>
                <a:lnTo>
                  <a:pt x="195740" y="105943"/>
                </a:lnTo>
                <a:lnTo>
                  <a:pt x="194339" y="107378"/>
                </a:lnTo>
                <a:lnTo>
                  <a:pt x="192471" y="107378"/>
                </a:lnTo>
                <a:close/>
                <a:moveTo>
                  <a:pt x="194339" y="108178"/>
                </a:moveTo>
                <a:lnTo>
                  <a:pt x="195740" y="109579"/>
                </a:lnTo>
                <a:lnTo>
                  <a:pt x="195740" y="111614"/>
                </a:lnTo>
                <a:lnTo>
                  <a:pt x="194439" y="112915"/>
                </a:lnTo>
                <a:lnTo>
                  <a:pt x="194439" y="110146"/>
                </a:lnTo>
                <a:lnTo>
                  <a:pt x="192471" y="108178"/>
                </a:lnTo>
                <a:close/>
                <a:moveTo>
                  <a:pt x="196307" y="112148"/>
                </a:moveTo>
                <a:lnTo>
                  <a:pt x="198309" y="112148"/>
                </a:lnTo>
                <a:lnTo>
                  <a:pt x="199743" y="113582"/>
                </a:lnTo>
                <a:lnTo>
                  <a:pt x="199743" y="115450"/>
                </a:lnTo>
                <a:lnTo>
                  <a:pt x="197775" y="113482"/>
                </a:lnTo>
                <a:lnTo>
                  <a:pt x="195006" y="113482"/>
                </a:lnTo>
                <a:close/>
                <a:moveTo>
                  <a:pt x="200544" y="113582"/>
                </a:moveTo>
                <a:lnTo>
                  <a:pt x="201945" y="112148"/>
                </a:lnTo>
                <a:lnTo>
                  <a:pt x="203979" y="112148"/>
                </a:lnTo>
                <a:lnTo>
                  <a:pt x="205280" y="113482"/>
                </a:lnTo>
                <a:lnTo>
                  <a:pt x="202512" y="113482"/>
                </a:lnTo>
                <a:lnTo>
                  <a:pt x="200544" y="115450"/>
                </a:lnTo>
                <a:close/>
                <a:moveTo>
                  <a:pt x="205948" y="107378"/>
                </a:moveTo>
                <a:lnTo>
                  <a:pt x="204513" y="105943"/>
                </a:lnTo>
                <a:lnTo>
                  <a:pt x="204513" y="103942"/>
                </a:lnTo>
                <a:lnTo>
                  <a:pt x="205848" y="102608"/>
                </a:lnTo>
                <a:lnTo>
                  <a:pt x="205848" y="105410"/>
                </a:lnTo>
                <a:lnTo>
                  <a:pt x="207816" y="107378"/>
                </a:lnTo>
                <a:close/>
                <a:moveTo>
                  <a:pt x="225228" y="105410"/>
                </a:moveTo>
                <a:lnTo>
                  <a:pt x="225228" y="102608"/>
                </a:lnTo>
                <a:lnTo>
                  <a:pt x="226529" y="103942"/>
                </a:lnTo>
                <a:lnTo>
                  <a:pt x="226529" y="105943"/>
                </a:lnTo>
                <a:lnTo>
                  <a:pt x="225128" y="107378"/>
                </a:lnTo>
                <a:lnTo>
                  <a:pt x="223260" y="107378"/>
                </a:lnTo>
                <a:close/>
                <a:moveTo>
                  <a:pt x="225128" y="108178"/>
                </a:moveTo>
                <a:lnTo>
                  <a:pt x="226529" y="109579"/>
                </a:lnTo>
                <a:lnTo>
                  <a:pt x="226529" y="111614"/>
                </a:lnTo>
                <a:lnTo>
                  <a:pt x="225228" y="112915"/>
                </a:lnTo>
                <a:lnTo>
                  <a:pt x="225228" y="110146"/>
                </a:lnTo>
                <a:lnTo>
                  <a:pt x="223260" y="108178"/>
                </a:lnTo>
                <a:close/>
                <a:moveTo>
                  <a:pt x="227096" y="112148"/>
                </a:moveTo>
                <a:lnTo>
                  <a:pt x="229097" y="112148"/>
                </a:lnTo>
                <a:lnTo>
                  <a:pt x="230532" y="113582"/>
                </a:lnTo>
                <a:lnTo>
                  <a:pt x="230532" y="115450"/>
                </a:lnTo>
                <a:lnTo>
                  <a:pt x="228564" y="113482"/>
                </a:lnTo>
                <a:lnTo>
                  <a:pt x="225762" y="113482"/>
                </a:lnTo>
                <a:close/>
                <a:moveTo>
                  <a:pt x="231332" y="113582"/>
                </a:moveTo>
                <a:lnTo>
                  <a:pt x="232733" y="112148"/>
                </a:lnTo>
                <a:lnTo>
                  <a:pt x="234768" y="112148"/>
                </a:lnTo>
                <a:lnTo>
                  <a:pt x="236069" y="113482"/>
                </a:lnTo>
                <a:lnTo>
                  <a:pt x="233300" y="113482"/>
                </a:lnTo>
                <a:lnTo>
                  <a:pt x="231332" y="115450"/>
                </a:lnTo>
                <a:lnTo>
                  <a:pt x="231332" y="113582"/>
                </a:lnTo>
                <a:close/>
                <a:moveTo>
                  <a:pt x="236736" y="107378"/>
                </a:moveTo>
                <a:lnTo>
                  <a:pt x="235302" y="105943"/>
                </a:lnTo>
                <a:lnTo>
                  <a:pt x="235302" y="103942"/>
                </a:lnTo>
                <a:lnTo>
                  <a:pt x="236636" y="102608"/>
                </a:lnTo>
                <a:lnTo>
                  <a:pt x="236636" y="105410"/>
                </a:lnTo>
                <a:lnTo>
                  <a:pt x="238604" y="107378"/>
                </a:lnTo>
                <a:lnTo>
                  <a:pt x="236736" y="107378"/>
                </a:lnTo>
                <a:close/>
                <a:moveTo>
                  <a:pt x="234768" y="103375"/>
                </a:moveTo>
                <a:lnTo>
                  <a:pt x="232733" y="103375"/>
                </a:lnTo>
                <a:lnTo>
                  <a:pt x="231332" y="101941"/>
                </a:lnTo>
                <a:lnTo>
                  <a:pt x="231332" y="100106"/>
                </a:lnTo>
                <a:lnTo>
                  <a:pt x="233300" y="102074"/>
                </a:lnTo>
                <a:lnTo>
                  <a:pt x="236069" y="102074"/>
                </a:lnTo>
                <a:close/>
                <a:moveTo>
                  <a:pt x="231332" y="85762"/>
                </a:moveTo>
                <a:lnTo>
                  <a:pt x="233601" y="83461"/>
                </a:lnTo>
                <a:lnTo>
                  <a:pt x="236870" y="83461"/>
                </a:lnTo>
                <a:lnTo>
                  <a:pt x="238538" y="85162"/>
                </a:lnTo>
                <a:lnTo>
                  <a:pt x="234301" y="85162"/>
                </a:lnTo>
                <a:lnTo>
                  <a:pt x="231332" y="88131"/>
                </a:lnTo>
                <a:close/>
                <a:moveTo>
                  <a:pt x="236636" y="82126"/>
                </a:moveTo>
                <a:lnTo>
                  <a:pt x="235302" y="80792"/>
                </a:lnTo>
                <a:lnTo>
                  <a:pt x="235302" y="78791"/>
                </a:lnTo>
                <a:lnTo>
                  <a:pt x="236736" y="77356"/>
                </a:lnTo>
                <a:lnTo>
                  <a:pt x="238604" y="77356"/>
                </a:lnTo>
                <a:lnTo>
                  <a:pt x="236636" y="79324"/>
                </a:lnTo>
                <a:close/>
                <a:moveTo>
                  <a:pt x="236736" y="76589"/>
                </a:moveTo>
                <a:lnTo>
                  <a:pt x="235302" y="75155"/>
                </a:lnTo>
                <a:lnTo>
                  <a:pt x="235302" y="73153"/>
                </a:lnTo>
                <a:lnTo>
                  <a:pt x="236636" y="71819"/>
                </a:lnTo>
                <a:lnTo>
                  <a:pt x="236636" y="74621"/>
                </a:lnTo>
                <a:lnTo>
                  <a:pt x="238604" y="76589"/>
                </a:lnTo>
                <a:close/>
                <a:moveTo>
                  <a:pt x="234768" y="72586"/>
                </a:moveTo>
                <a:lnTo>
                  <a:pt x="232733" y="72586"/>
                </a:lnTo>
                <a:lnTo>
                  <a:pt x="231332" y="71152"/>
                </a:lnTo>
                <a:lnTo>
                  <a:pt x="231332" y="69317"/>
                </a:lnTo>
                <a:lnTo>
                  <a:pt x="233300" y="71285"/>
                </a:lnTo>
                <a:lnTo>
                  <a:pt x="236069" y="71285"/>
                </a:lnTo>
                <a:close/>
                <a:moveTo>
                  <a:pt x="231332" y="54974"/>
                </a:moveTo>
                <a:lnTo>
                  <a:pt x="233601" y="52672"/>
                </a:lnTo>
                <a:lnTo>
                  <a:pt x="236870" y="52672"/>
                </a:lnTo>
                <a:lnTo>
                  <a:pt x="238538" y="54373"/>
                </a:lnTo>
                <a:lnTo>
                  <a:pt x="234301" y="54373"/>
                </a:lnTo>
                <a:lnTo>
                  <a:pt x="231332" y="57342"/>
                </a:lnTo>
                <a:close/>
                <a:moveTo>
                  <a:pt x="236636" y="51338"/>
                </a:moveTo>
                <a:lnTo>
                  <a:pt x="235302" y="50003"/>
                </a:lnTo>
                <a:lnTo>
                  <a:pt x="235302" y="48002"/>
                </a:lnTo>
                <a:lnTo>
                  <a:pt x="236736" y="46568"/>
                </a:lnTo>
                <a:lnTo>
                  <a:pt x="238604" y="46568"/>
                </a:lnTo>
                <a:lnTo>
                  <a:pt x="236636" y="48536"/>
                </a:lnTo>
                <a:close/>
                <a:moveTo>
                  <a:pt x="236736" y="45800"/>
                </a:moveTo>
                <a:lnTo>
                  <a:pt x="235302" y="44366"/>
                </a:lnTo>
                <a:lnTo>
                  <a:pt x="235302" y="42365"/>
                </a:lnTo>
                <a:lnTo>
                  <a:pt x="236636" y="41030"/>
                </a:lnTo>
                <a:lnTo>
                  <a:pt x="236636" y="43832"/>
                </a:lnTo>
                <a:lnTo>
                  <a:pt x="238604" y="45800"/>
                </a:lnTo>
                <a:lnTo>
                  <a:pt x="236736" y="45800"/>
                </a:lnTo>
                <a:close/>
                <a:moveTo>
                  <a:pt x="234768" y="41797"/>
                </a:moveTo>
                <a:lnTo>
                  <a:pt x="232733" y="41797"/>
                </a:lnTo>
                <a:lnTo>
                  <a:pt x="231332" y="40363"/>
                </a:lnTo>
                <a:lnTo>
                  <a:pt x="231332" y="38495"/>
                </a:lnTo>
                <a:lnTo>
                  <a:pt x="233300" y="40463"/>
                </a:lnTo>
                <a:lnTo>
                  <a:pt x="236069" y="40463"/>
                </a:lnTo>
                <a:close/>
                <a:moveTo>
                  <a:pt x="231332" y="24185"/>
                </a:moveTo>
                <a:lnTo>
                  <a:pt x="233601" y="21883"/>
                </a:lnTo>
                <a:lnTo>
                  <a:pt x="236870" y="21883"/>
                </a:lnTo>
                <a:lnTo>
                  <a:pt x="238538" y="23551"/>
                </a:lnTo>
                <a:lnTo>
                  <a:pt x="234301" y="23551"/>
                </a:lnTo>
                <a:lnTo>
                  <a:pt x="231332" y="26553"/>
                </a:lnTo>
                <a:close/>
                <a:moveTo>
                  <a:pt x="236636" y="20549"/>
                </a:moveTo>
                <a:lnTo>
                  <a:pt x="235302" y="19215"/>
                </a:lnTo>
                <a:lnTo>
                  <a:pt x="235302" y="17213"/>
                </a:lnTo>
                <a:lnTo>
                  <a:pt x="236736" y="15779"/>
                </a:lnTo>
                <a:lnTo>
                  <a:pt x="238604" y="15779"/>
                </a:lnTo>
                <a:lnTo>
                  <a:pt x="236636" y="17747"/>
                </a:lnTo>
                <a:close/>
                <a:moveTo>
                  <a:pt x="236736" y="15012"/>
                </a:moveTo>
                <a:lnTo>
                  <a:pt x="235302" y="13577"/>
                </a:lnTo>
                <a:lnTo>
                  <a:pt x="235302" y="11576"/>
                </a:lnTo>
                <a:lnTo>
                  <a:pt x="236636" y="10242"/>
                </a:lnTo>
                <a:lnTo>
                  <a:pt x="236636" y="13010"/>
                </a:lnTo>
                <a:lnTo>
                  <a:pt x="238604" y="14978"/>
                </a:lnTo>
                <a:lnTo>
                  <a:pt x="236736" y="14978"/>
                </a:lnTo>
                <a:close/>
                <a:moveTo>
                  <a:pt x="234768" y="11009"/>
                </a:moveTo>
                <a:lnTo>
                  <a:pt x="232733" y="11009"/>
                </a:lnTo>
                <a:lnTo>
                  <a:pt x="231332" y="9574"/>
                </a:lnTo>
                <a:lnTo>
                  <a:pt x="231332" y="7706"/>
                </a:lnTo>
                <a:lnTo>
                  <a:pt x="233300" y="9675"/>
                </a:lnTo>
                <a:lnTo>
                  <a:pt x="236069" y="9675"/>
                </a:lnTo>
                <a:close/>
                <a:moveTo>
                  <a:pt x="230532" y="6606"/>
                </a:moveTo>
                <a:lnTo>
                  <a:pt x="228230" y="8874"/>
                </a:lnTo>
                <a:lnTo>
                  <a:pt x="224995" y="8874"/>
                </a:lnTo>
                <a:lnTo>
                  <a:pt x="223327" y="7206"/>
                </a:lnTo>
                <a:lnTo>
                  <a:pt x="227396" y="7206"/>
                </a:lnTo>
                <a:lnTo>
                  <a:pt x="227663" y="7106"/>
                </a:lnTo>
                <a:lnTo>
                  <a:pt x="230532" y="4237"/>
                </a:lnTo>
                <a:close/>
                <a:moveTo>
                  <a:pt x="224427" y="9441"/>
                </a:moveTo>
                <a:lnTo>
                  <a:pt x="224427" y="12710"/>
                </a:lnTo>
                <a:lnTo>
                  <a:pt x="222126" y="15012"/>
                </a:lnTo>
                <a:lnTo>
                  <a:pt x="219757" y="15012"/>
                </a:lnTo>
                <a:lnTo>
                  <a:pt x="222760" y="12010"/>
                </a:lnTo>
                <a:lnTo>
                  <a:pt x="222760" y="7773"/>
                </a:lnTo>
                <a:close/>
                <a:moveTo>
                  <a:pt x="211285" y="15012"/>
                </a:moveTo>
                <a:lnTo>
                  <a:pt x="208916" y="15012"/>
                </a:lnTo>
                <a:lnTo>
                  <a:pt x="206648" y="12710"/>
                </a:lnTo>
                <a:lnTo>
                  <a:pt x="206648" y="9441"/>
                </a:lnTo>
                <a:lnTo>
                  <a:pt x="208316" y="7773"/>
                </a:lnTo>
                <a:lnTo>
                  <a:pt x="208316" y="12010"/>
                </a:lnTo>
                <a:close/>
                <a:moveTo>
                  <a:pt x="206081" y="8907"/>
                </a:moveTo>
                <a:lnTo>
                  <a:pt x="202812" y="8907"/>
                </a:lnTo>
                <a:lnTo>
                  <a:pt x="200544" y="6606"/>
                </a:lnTo>
                <a:lnTo>
                  <a:pt x="200544" y="4237"/>
                </a:lnTo>
                <a:lnTo>
                  <a:pt x="203412" y="7106"/>
                </a:lnTo>
                <a:lnTo>
                  <a:pt x="203679" y="7206"/>
                </a:lnTo>
                <a:lnTo>
                  <a:pt x="207749" y="7206"/>
                </a:lnTo>
                <a:close/>
                <a:moveTo>
                  <a:pt x="199743" y="6606"/>
                </a:moveTo>
                <a:lnTo>
                  <a:pt x="197441" y="8874"/>
                </a:lnTo>
                <a:lnTo>
                  <a:pt x="194206" y="8874"/>
                </a:lnTo>
                <a:lnTo>
                  <a:pt x="192538" y="7206"/>
                </a:lnTo>
                <a:lnTo>
                  <a:pt x="196741" y="7206"/>
                </a:lnTo>
                <a:lnTo>
                  <a:pt x="199743" y="4237"/>
                </a:lnTo>
                <a:close/>
                <a:moveTo>
                  <a:pt x="193639" y="9441"/>
                </a:moveTo>
                <a:lnTo>
                  <a:pt x="193639" y="12710"/>
                </a:lnTo>
                <a:lnTo>
                  <a:pt x="191337" y="15012"/>
                </a:lnTo>
                <a:lnTo>
                  <a:pt x="188969" y="15012"/>
                </a:lnTo>
                <a:lnTo>
                  <a:pt x="191971" y="12010"/>
                </a:lnTo>
                <a:lnTo>
                  <a:pt x="191971" y="7773"/>
                </a:lnTo>
                <a:close/>
                <a:moveTo>
                  <a:pt x="180496" y="15012"/>
                </a:moveTo>
                <a:lnTo>
                  <a:pt x="178128" y="15012"/>
                </a:lnTo>
                <a:lnTo>
                  <a:pt x="175826" y="12710"/>
                </a:lnTo>
                <a:lnTo>
                  <a:pt x="175826" y="9441"/>
                </a:lnTo>
                <a:lnTo>
                  <a:pt x="177527" y="7773"/>
                </a:lnTo>
                <a:lnTo>
                  <a:pt x="177527" y="12010"/>
                </a:lnTo>
                <a:close/>
                <a:moveTo>
                  <a:pt x="175292" y="8907"/>
                </a:moveTo>
                <a:lnTo>
                  <a:pt x="172023" y="8907"/>
                </a:lnTo>
                <a:lnTo>
                  <a:pt x="169755" y="6606"/>
                </a:lnTo>
                <a:lnTo>
                  <a:pt x="169755" y="4237"/>
                </a:lnTo>
                <a:lnTo>
                  <a:pt x="172724" y="7206"/>
                </a:lnTo>
                <a:lnTo>
                  <a:pt x="176960" y="7206"/>
                </a:lnTo>
                <a:close/>
                <a:moveTo>
                  <a:pt x="168954" y="6606"/>
                </a:moveTo>
                <a:lnTo>
                  <a:pt x="166653" y="8874"/>
                </a:lnTo>
                <a:lnTo>
                  <a:pt x="163417" y="8874"/>
                </a:lnTo>
                <a:lnTo>
                  <a:pt x="161716" y="7206"/>
                </a:lnTo>
                <a:lnTo>
                  <a:pt x="165786" y="7206"/>
                </a:lnTo>
                <a:lnTo>
                  <a:pt x="166086" y="7106"/>
                </a:lnTo>
                <a:lnTo>
                  <a:pt x="168954" y="4237"/>
                </a:lnTo>
                <a:close/>
                <a:moveTo>
                  <a:pt x="162850" y="9441"/>
                </a:moveTo>
                <a:lnTo>
                  <a:pt x="162850" y="12710"/>
                </a:lnTo>
                <a:lnTo>
                  <a:pt x="160548" y="15012"/>
                </a:lnTo>
                <a:lnTo>
                  <a:pt x="158180" y="15012"/>
                </a:lnTo>
                <a:lnTo>
                  <a:pt x="161182" y="12010"/>
                </a:lnTo>
                <a:lnTo>
                  <a:pt x="161182" y="7773"/>
                </a:lnTo>
                <a:close/>
                <a:moveTo>
                  <a:pt x="149707" y="15012"/>
                </a:moveTo>
                <a:lnTo>
                  <a:pt x="147339" y="15012"/>
                </a:lnTo>
                <a:lnTo>
                  <a:pt x="145037" y="12710"/>
                </a:lnTo>
                <a:lnTo>
                  <a:pt x="145037" y="9441"/>
                </a:lnTo>
                <a:lnTo>
                  <a:pt x="146739" y="7773"/>
                </a:lnTo>
                <a:lnTo>
                  <a:pt x="146739" y="12010"/>
                </a:lnTo>
                <a:close/>
                <a:moveTo>
                  <a:pt x="144504" y="8907"/>
                </a:moveTo>
                <a:lnTo>
                  <a:pt x="141235" y="8907"/>
                </a:lnTo>
                <a:lnTo>
                  <a:pt x="138933" y="6606"/>
                </a:lnTo>
                <a:lnTo>
                  <a:pt x="138933" y="4237"/>
                </a:lnTo>
                <a:lnTo>
                  <a:pt x="141835" y="7106"/>
                </a:lnTo>
                <a:lnTo>
                  <a:pt x="142102" y="7206"/>
                </a:lnTo>
                <a:lnTo>
                  <a:pt x="146172" y="7206"/>
                </a:lnTo>
                <a:close/>
                <a:moveTo>
                  <a:pt x="138166" y="6606"/>
                </a:moveTo>
                <a:lnTo>
                  <a:pt x="135864" y="8874"/>
                </a:lnTo>
                <a:lnTo>
                  <a:pt x="132629" y="8874"/>
                </a:lnTo>
                <a:lnTo>
                  <a:pt x="130927" y="7206"/>
                </a:lnTo>
                <a:lnTo>
                  <a:pt x="135164" y="7206"/>
                </a:lnTo>
                <a:lnTo>
                  <a:pt x="138166" y="4237"/>
                </a:lnTo>
                <a:close/>
                <a:moveTo>
                  <a:pt x="132061" y="9441"/>
                </a:moveTo>
                <a:lnTo>
                  <a:pt x="132061" y="12710"/>
                </a:lnTo>
                <a:lnTo>
                  <a:pt x="129760" y="15012"/>
                </a:lnTo>
                <a:lnTo>
                  <a:pt x="127391" y="15012"/>
                </a:lnTo>
                <a:lnTo>
                  <a:pt x="130394" y="12010"/>
                </a:lnTo>
                <a:lnTo>
                  <a:pt x="130394" y="7773"/>
                </a:lnTo>
                <a:close/>
                <a:moveTo>
                  <a:pt x="118919" y="15012"/>
                </a:moveTo>
                <a:lnTo>
                  <a:pt x="116550" y="15012"/>
                </a:lnTo>
                <a:lnTo>
                  <a:pt x="114249" y="12710"/>
                </a:lnTo>
                <a:lnTo>
                  <a:pt x="114249" y="9441"/>
                </a:lnTo>
                <a:lnTo>
                  <a:pt x="115950" y="7773"/>
                </a:lnTo>
                <a:lnTo>
                  <a:pt x="115950" y="12010"/>
                </a:lnTo>
                <a:close/>
                <a:moveTo>
                  <a:pt x="113682" y="8907"/>
                </a:moveTo>
                <a:lnTo>
                  <a:pt x="110446" y="8907"/>
                </a:lnTo>
                <a:lnTo>
                  <a:pt x="108144" y="6606"/>
                </a:lnTo>
                <a:lnTo>
                  <a:pt x="108144" y="4237"/>
                </a:lnTo>
                <a:lnTo>
                  <a:pt x="111147" y="7206"/>
                </a:lnTo>
                <a:lnTo>
                  <a:pt x="115383" y="7206"/>
                </a:lnTo>
                <a:close/>
                <a:moveTo>
                  <a:pt x="107377" y="6606"/>
                </a:moveTo>
                <a:lnTo>
                  <a:pt x="105076" y="8874"/>
                </a:lnTo>
                <a:lnTo>
                  <a:pt x="101840" y="8874"/>
                </a:lnTo>
                <a:lnTo>
                  <a:pt x="100139" y="7206"/>
                </a:lnTo>
                <a:lnTo>
                  <a:pt x="104208" y="7206"/>
                </a:lnTo>
                <a:lnTo>
                  <a:pt x="104475" y="7106"/>
                </a:lnTo>
                <a:lnTo>
                  <a:pt x="107377" y="4237"/>
                </a:lnTo>
                <a:lnTo>
                  <a:pt x="107377" y="6606"/>
                </a:lnTo>
                <a:close/>
                <a:moveTo>
                  <a:pt x="101273" y="9441"/>
                </a:moveTo>
                <a:lnTo>
                  <a:pt x="101273" y="12710"/>
                </a:lnTo>
                <a:lnTo>
                  <a:pt x="98971" y="15012"/>
                </a:lnTo>
                <a:lnTo>
                  <a:pt x="96603" y="15012"/>
                </a:lnTo>
                <a:lnTo>
                  <a:pt x="99605" y="12010"/>
                </a:lnTo>
                <a:lnTo>
                  <a:pt x="99605" y="7773"/>
                </a:lnTo>
                <a:close/>
                <a:moveTo>
                  <a:pt x="88130" y="15012"/>
                </a:moveTo>
                <a:lnTo>
                  <a:pt x="85762" y="15012"/>
                </a:lnTo>
                <a:lnTo>
                  <a:pt x="83460" y="12710"/>
                </a:lnTo>
                <a:lnTo>
                  <a:pt x="83460" y="9441"/>
                </a:lnTo>
                <a:lnTo>
                  <a:pt x="85128" y="7773"/>
                </a:lnTo>
                <a:lnTo>
                  <a:pt x="85128" y="12010"/>
                </a:lnTo>
                <a:close/>
                <a:moveTo>
                  <a:pt x="82893" y="8907"/>
                </a:moveTo>
                <a:lnTo>
                  <a:pt x="79657" y="8907"/>
                </a:lnTo>
                <a:lnTo>
                  <a:pt x="77356" y="6606"/>
                </a:lnTo>
                <a:lnTo>
                  <a:pt x="77356" y="4237"/>
                </a:lnTo>
                <a:lnTo>
                  <a:pt x="80224" y="7106"/>
                </a:lnTo>
                <a:lnTo>
                  <a:pt x="80525" y="7206"/>
                </a:lnTo>
                <a:lnTo>
                  <a:pt x="84594" y="7206"/>
                </a:lnTo>
                <a:close/>
                <a:moveTo>
                  <a:pt x="76589" y="6606"/>
                </a:moveTo>
                <a:lnTo>
                  <a:pt x="74287" y="8874"/>
                </a:lnTo>
                <a:lnTo>
                  <a:pt x="71018" y="8874"/>
                </a:lnTo>
                <a:lnTo>
                  <a:pt x="69350" y="7206"/>
                </a:lnTo>
                <a:lnTo>
                  <a:pt x="73586" y="7206"/>
                </a:lnTo>
                <a:lnTo>
                  <a:pt x="76589" y="4237"/>
                </a:lnTo>
                <a:close/>
                <a:moveTo>
                  <a:pt x="70484" y="9441"/>
                </a:moveTo>
                <a:lnTo>
                  <a:pt x="70484" y="12710"/>
                </a:lnTo>
                <a:lnTo>
                  <a:pt x="68183" y="15012"/>
                </a:lnTo>
                <a:lnTo>
                  <a:pt x="65814" y="15012"/>
                </a:lnTo>
                <a:lnTo>
                  <a:pt x="68816" y="12010"/>
                </a:lnTo>
                <a:lnTo>
                  <a:pt x="68816" y="7773"/>
                </a:lnTo>
                <a:close/>
                <a:moveTo>
                  <a:pt x="57341" y="15012"/>
                </a:moveTo>
                <a:lnTo>
                  <a:pt x="54973" y="15012"/>
                </a:lnTo>
                <a:lnTo>
                  <a:pt x="52671" y="12710"/>
                </a:lnTo>
                <a:lnTo>
                  <a:pt x="52671" y="9441"/>
                </a:lnTo>
                <a:lnTo>
                  <a:pt x="54339" y="7773"/>
                </a:lnTo>
                <a:lnTo>
                  <a:pt x="54339" y="12010"/>
                </a:lnTo>
                <a:close/>
                <a:moveTo>
                  <a:pt x="52104" y="8907"/>
                </a:moveTo>
                <a:lnTo>
                  <a:pt x="48869" y="8907"/>
                </a:lnTo>
                <a:lnTo>
                  <a:pt x="46567" y="6606"/>
                </a:lnTo>
                <a:lnTo>
                  <a:pt x="46567" y="4237"/>
                </a:lnTo>
                <a:lnTo>
                  <a:pt x="49569" y="7206"/>
                </a:lnTo>
                <a:lnTo>
                  <a:pt x="53806" y="7206"/>
                </a:lnTo>
                <a:close/>
                <a:moveTo>
                  <a:pt x="45767" y="6606"/>
                </a:moveTo>
                <a:lnTo>
                  <a:pt x="43498" y="8874"/>
                </a:lnTo>
                <a:lnTo>
                  <a:pt x="40229" y="8874"/>
                </a:lnTo>
                <a:lnTo>
                  <a:pt x="38561" y="7206"/>
                </a:lnTo>
                <a:lnTo>
                  <a:pt x="42631" y="7206"/>
                </a:lnTo>
                <a:lnTo>
                  <a:pt x="42898" y="7106"/>
                </a:lnTo>
                <a:lnTo>
                  <a:pt x="45767" y="4237"/>
                </a:lnTo>
                <a:close/>
                <a:moveTo>
                  <a:pt x="39696" y="9441"/>
                </a:moveTo>
                <a:lnTo>
                  <a:pt x="39696" y="12710"/>
                </a:lnTo>
                <a:lnTo>
                  <a:pt x="37394" y="15012"/>
                </a:lnTo>
                <a:lnTo>
                  <a:pt x="35026" y="15012"/>
                </a:lnTo>
                <a:lnTo>
                  <a:pt x="37994" y="12010"/>
                </a:lnTo>
                <a:lnTo>
                  <a:pt x="37994" y="7773"/>
                </a:lnTo>
                <a:close/>
                <a:moveTo>
                  <a:pt x="26553" y="15012"/>
                </a:moveTo>
                <a:lnTo>
                  <a:pt x="24184" y="15012"/>
                </a:lnTo>
                <a:lnTo>
                  <a:pt x="21883" y="12710"/>
                </a:lnTo>
                <a:lnTo>
                  <a:pt x="21883" y="9441"/>
                </a:lnTo>
                <a:lnTo>
                  <a:pt x="23551" y="7773"/>
                </a:lnTo>
                <a:lnTo>
                  <a:pt x="23551" y="12010"/>
                </a:lnTo>
                <a:close/>
                <a:moveTo>
                  <a:pt x="21316" y="8907"/>
                </a:moveTo>
                <a:lnTo>
                  <a:pt x="18080" y="8907"/>
                </a:lnTo>
                <a:lnTo>
                  <a:pt x="15778" y="6606"/>
                </a:lnTo>
                <a:lnTo>
                  <a:pt x="15778" y="4237"/>
                </a:lnTo>
                <a:lnTo>
                  <a:pt x="18647" y="7106"/>
                </a:lnTo>
                <a:lnTo>
                  <a:pt x="18914" y="7206"/>
                </a:lnTo>
                <a:lnTo>
                  <a:pt x="22984" y="7206"/>
                </a:lnTo>
                <a:close/>
                <a:moveTo>
                  <a:pt x="14978" y="6606"/>
                </a:moveTo>
                <a:lnTo>
                  <a:pt x="12710" y="8874"/>
                </a:lnTo>
                <a:lnTo>
                  <a:pt x="9441" y="8874"/>
                </a:lnTo>
                <a:lnTo>
                  <a:pt x="7773" y="7206"/>
                </a:lnTo>
                <a:lnTo>
                  <a:pt x="12009" y="7206"/>
                </a:lnTo>
                <a:lnTo>
                  <a:pt x="14978" y="4237"/>
                </a:lnTo>
                <a:lnTo>
                  <a:pt x="14978" y="6606"/>
                </a:lnTo>
                <a:close/>
                <a:moveTo>
                  <a:pt x="9441" y="21883"/>
                </a:moveTo>
                <a:lnTo>
                  <a:pt x="12710" y="21883"/>
                </a:lnTo>
                <a:lnTo>
                  <a:pt x="14978" y="24185"/>
                </a:lnTo>
                <a:lnTo>
                  <a:pt x="14978" y="26553"/>
                </a:lnTo>
                <a:lnTo>
                  <a:pt x="12009" y="23551"/>
                </a:lnTo>
                <a:lnTo>
                  <a:pt x="7773" y="23551"/>
                </a:lnTo>
                <a:close/>
                <a:moveTo>
                  <a:pt x="14978" y="33892"/>
                </a:moveTo>
                <a:lnTo>
                  <a:pt x="11675" y="37228"/>
                </a:lnTo>
                <a:lnTo>
                  <a:pt x="6972" y="37228"/>
                </a:lnTo>
                <a:lnTo>
                  <a:pt x="5438" y="35693"/>
                </a:lnTo>
                <a:lnTo>
                  <a:pt x="11042" y="35693"/>
                </a:lnTo>
                <a:lnTo>
                  <a:pt x="14978" y="31757"/>
                </a:lnTo>
                <a:lnTo>
                  <a:pt x="14978" y="33892"/>
                </a:lnTo>
                <a:close/>
                <a:moveTo>
                  <a:pt x="7206" y="42631"/>
                </a:moveTo>
                <a:lnTo>
                  <a:pt x="7206" y="38562"/>
                </a:lnTo>
                <a:lnTo>
                  <a:pt x="8873" y="40230"/>
                </a:lnTo>
                <a:lnTo>
                  <a:pt x="8873" y="43499"/>
                </a:lnTo>
                <a:lnTo>
                  <a:pt x="6605" y="45800"/>
                </a:lnTo>
                <a:lnTo>
                  <a:pt x="4237" y="45800"/>
                </a:lnTo>
                <a:lnTo>
                  <a:pt x="7106" y="42932"/>
                </a:lnTo>
                <a:close/>
                <a:moveTo>
                  <a:pt x="6605" y="46568"/>
                </a:moveTo>
                <a:lnTo>
                  <a:pt x="8873" y="48869"/>
                </a:lnTo>
                <a:lnTo>
                  <a:pt x="8873" y="52105"/>
                </a:lnTo>
                <a:lnTo>
                  <a:pt x="7206" y="53806"/>
                </a:lnTo>
                <a:lnTo>
                  <a:pt x="7206" y="49570"/>
                </a:lnTo>
                <a:lnTo>
                  <a:pt x="4203" y="46568"/>
                </a:lnTo>
                <a:close/>
                <a:moveTo>
                  <a:pt x="9441" y="52672"/>
                </a:moveTo>
                <a:lnTo>
                  <a:pt x="12710" y="52672"/>
                </a:lnTo>
                <a:lnTo>
                  <a:pt x="14978" y="54974"/>
                </a:lnTo>
                <a:lnTo>
                  <a:pt x="14978" y="57342"/>
                </a:lnTo>
                <a:lnTo>
                  <a:pt x="12009" y="54340"/>
                </a:lnTo>
                <a:lnTo>
                  <a:pt x="7773" y="54340"/>
                </a:lnTo>
                <a:close/>
                <a:moveTo>
                  <a:pt x="14978" y="64714"/>
                </a:moveTo>
                <a:lnTo>
                  <a:pt x="11675" y="68016"/>
                </a:lnTo>
                <a:lnTo>
                  <a:pt x="6972" y="68016"/>
                </a:lnTo>
                <a:lnTo>
                  <a:pt x="5438" y="66482"/>
                </a:lnTo>
                <a:lnTo>
                  <a:pt x="11042" y="66482"/>
                </a:lnTo>
                <a:lnTo>
                  <a:pt x="14978" y="62546"/>
                </a:lnTo>
                <a:lnTo>
                  <a:pt x="14978" y="64714"/>
                </a:lnTo>
                <a:close/>
                <a:moveTo>
                  <a:pt x="7206" y="69351"/>
                </a:moveTo>
                <a:lnTo>
                  <a:pt x="8873" y="71052"/>
                </a:lnTo>
                <a:lnTo>
                  <a:pt x="8873" y="74287"/>
                </a:lnTo>
                <a:lnTo>
                  <a:pt x="6605" y="76589"/>
                </a:lnTo>
                <a:lnTo>
                  <a:pt x="4237" y="76589"/>
                </a:lnTo>
                <a:lnTo>
                  <a:pt x="7206" y="73587"/>
                </a:lnTo>
                <a:lnTo>
                  <a:pt x="7206" y="69351"/>
                </a:lnTo>
                <a:close/>
                <a:moveTo>
                  <a:pt x="9441" y="83461"/>
                </a:moveTo>
                <a:lnTo>
                  <a:pt x="12710" y="83461"/>
                </a:lnTo>
                <a:lnTo>
                  <a:pt x="14978" y="85762"/>
                </a:lnTo>
                <a:lnTo>
                  <a:pt x="14978" y="88131"/>
                </a:lnTo>
                <a:lnTo>
                  <a:pt x="12009" y="85129"/>
                </a:lnTo>
                <a:lnTo>
                  <a:pt x="7773" y="85129"/>
                </a:lnTo>
                <a:close/>
                <a:moveTo>
                  <a:pt x="14978" y="95503"/>
                </a:moveTo>
                <a:lnTo>
                  <a:pt x="11675" y="98805"/>
                </a:lnTo>
                <a:lnTo>
                  <a:pt x="6972" y="98805"/>
                </a:lnTo>
                <a:lnTo>
                  <a:pt x="5438" y="97271"/>
                </a:lnTo>
                <a:lnTo>
                  <a:pt x="11042" y="97271"/>
                </a:lnTo>
                <a:lnTo>
                  <a:pt x="14978" y="93334"/>
                </a:lnTo>
                <a:lnTo>
                  <a:pt x="14978" y="95503"/>
                </a:lnTo>
                <a:close/>
                <a:moveTo>
                  <a:pt x="7206" y="104209"/>
                </a:moveTo>
                <a:lnTo>
                  <a:pt x="7206" y="100139"/>
                </a:lnTo>
                <a:lnTo>
                  <a:pt x="8873" y="101840"/>
                </a:lnTo>
                <a:lnTo>
                  <a:pt x="8873" y="105076"/>
                </a:lnTo>
                <a:lnTo>
                  <a:pt x="6605" y="107378"/>
                </a:lnTo>
                <a:lnTo>
                  <a:pt x="4237" y="107378"/>
                </a:lnTo>
                <a:lnTo>
                  <a:pt x="7106" y="104509"/>
                </a:lnTo>
                <a:close/>
                <a:moveTo>
                  <a:pt x="6605" y="108178"/>
                </a:moveTo>
                <a:lnTo>
                  <a:pt x="8873" y="110447"/>
                </a:lnTo>
                <a:lnTo>
                  <a:pt x="8873" y="113716"/>
                </a:lnTo>
                <a:lnTo>
                  <a:pt x="7206" y="115384"/>
                </a:lnTo>
                <a:lnTo>
                  <a:pt x="7206" y="111147"/>
                </a:lnTo>
                <a:lnTo>
                  <a:pt x="4203" y="108145"/>
                </a:lnTo>
                <a:lnTo>
                  <a:pt x="6605" y="108145"/>
                </a:lnTo>
                <a:close/>
                <a:moveTo>
                  <a:pt x="9441" y="114249"/>
                </a:moveTo>
                <a:lnTo>
                  <a:pt x="12710" y="114249"/>
                </a:lnTo>
                <a:lnTo>
                  <a:pt x="14978" y="116551"/>
                </a:lnTo>
                <a:lnTo>
                  <a:pt x="14978" y="118919"/>
                </a:lnTo>
                <a:lnTo>
                  <a:pt x="12009" y="115951"/>
                </a:lnTo>
                <a:lnTo>
                  <a:pt x="7773" y="115951"/>
                </a:lnTo>
                <a:close/>
                <a:moveTo>
                  <a:pt x="15778" y="116551"/>
                </a:moveTo>
                <a:lnTo>
                  <a:pt x="18080" y="114249"/>
                </a:lnTo>
                <a:lnTo>
                  <a:pt x="21316" y="114249"/>
                </a:lnTo>
                <a:lnTo>
                  <a:pt x="22984" y="115951"/>
                </a:lnTo>
                <a:lnTo>
                  <a:pt x="18947" y="115951"/>
                </a:lnTo>
                <a:lnTo>
                  <a:pt x="18647" y="116051"/>
                </a:lnTo>
                <a:lnTo>
                  <a:pt x="15778" y="118919"/>
                </a:lnTo>
                <a:close/>
                <a:moveTo>
                  <a:pt x="21883" y="113716"/>
                </a:moveTo>
                <a:lnTo>
                  <a:pt x="21883" y="110447"/>
                </a:lnTo>
                <a:lnTo>
                  <a:pt x="24184" y="108178"/>
                </a:lnTo>
                <a:lnTo>
                  <a:pt x="26553" y="108178"/>
                </a:lnTo>
                <a:lnTo>
                  <a:pt x="23551" y="111147"/>
                </a:lnTo>
                <a:lnTo>
                  <a:pt x="23551" y="115384"/>
                </a:lnTo>
                <a:close/>
                <a:moveTo>
                  <a:pt x="35026" y="108178"/>
                </a:moveTo>
                <a:lnTo>
                  <a:pt x="37394" y="108178"/>
                </a:lnTo>
                <a:lnTo>
                  <a:pt x="39696" y="110447"/>
                </a:lnTo>
                <a:lnTo>
                  <a:pt x="39696" y="113716"/>
                </a:lnTo>
                <a:lnTo>
                  <a:pt x="37994" y="115384"/>
                </a:lnTo>
                <a:lnTo>
                  <a:pt x="37994" y="111147"/>
                </a:lnTo>
                <a:close/>
                <a:moveTo>
                  <a:pt x="40229" y="114249"/>
                </a:moveTo>
                <a:lnTo>
                  <a:pt x="43498" y="114249"/>
                </a:lnTo>
                <a:lnTo>
                  <a:pt x="45767" y="116551"/>
                </a:lnTo>
                <a:lnTo>
                  <a:pt x="45767" y="118919"/>
                </a:lnTo>
                <a:lnTo>
                  <a:pt x="42898" y="116051"/>
                </a:lnTo>
                <a:lnTo>
                  <a:pt x="42631" y="115951"/>
                </a:lnTo>
                <a:lnTo>
                  <a:pt x="38561" y="115951"/>
                </a:lnTo>
                <a:close/>
                <a:moveTo>
                  <a:pt x="46567" y="116551"/>
                </a:moveTo>
                <a:lnTo>
                  <a:pt x="48869" y="114249"/>
                </a:lnTo>
                <a:lnTo>
                  <a:pt x="52104" y="114249"/>
                </a:lnTo>
                <a:lnTo>
                  <a:pt x="53806" y="115951"/>
                </a:lnTo>
                <a:lnTo>
                  <a:pt x="49569" y="115951"/>
                </a:lnTo>
                <a:lnTo>
                  <a:pt x="46567" y="118919"/>
                </a:lnTo>
                <a:close/>
                <a:moveTo>
                  <a:pt x="52671" y="113716"/>
                </a:moveTo>
                <a:lnTo>
                  <a:pt x="52671" y="110447"/>
                </a:lnTo>
                <a:lnTo>
                  <a:pt x="54973" y="108178"/>
                </a:lnTo>
                <a:lnTo>
                  <a:pt x="57341" y="108178"/>
                </a:lnTo>
                <a:lnTo>
                  <a:pt x="54339" y="111147"/>
                </a:lnTo>
                <a:lnTo>
                  <a:pt x="54339" y="115384"/>
                </a:lnTo>
                <a:close/>
                <a:moveTo>
                  <a:pt x="65814" y="108178"/>
                </a:moveTo>
                <a:lnTo>
                  <a:pt x="68183" y="108178"/>
                </a:lnTo>
                <a:lnTo>
                  <a:pt x="70484" y="110447"/>
                </a:lnTo>
                <a:lnTo>
                  <a:pt x="70484" y="113716"/>
                </a:lnTo>
                <a:lnTo>
                  <a:pt x="68783" y="115384"/>
                </a:lnTo>
                <a:lnTo>
                  <a:pt x="68783" y="111147"/>
                </a:lnTo>
                <a:close/>
                <a:moveTo>
                  <a:pt x="71018" y="114249"/>
                </a:moveTo>
                <a:lnTo>
                  <a:pt x="74287" y="114249"/>
                </a:lnTo>
                <a:lnTo>
                  <a:pt x="76555" y="116551"/>
                </a:lnTo>
                <a:lnTo>
                  <a:pt x="76555" y="118919"/>
                </a:lnTo>
                <a:lnTo>
                  <a:pt x="73586" y="115951"/>
                </a:lnTo>
                <a:lnTo>
                  <a:pt x="69350" y="115951"/>
                </a:lnTo>
                <a:close/>
                <a:moveTo>
                  <a:pt x="77356" y="116551"/>
                </a:moveTo>
                <a:lnTo>
                  <a:pt x="79657" y="114249"/>
                </a:lnTo>
                <a:lnTo>
                  <a:pt x="82893" y="114249"/>
                </a:lnTo>
                <a:lnTo>
                  <a:pt x="84594" y="115951"/>
                </a:lnTo>
                <a:lnTo>
                  <a:pt x="80525" y="115951"/>
                </a:lnTo>
                <a:lnTo>
                  <a:pt x="80224" y="116051"/>
                </a:lnTo>
                <a:lnTo>
                  <a:pt x="77356" y="118919"/>
                </a:lnTo>
                <a:lnTo>
                  <a:pt x="77356" y="116551"/>
                </a:lnTo>
                <a:close/>
                <a:moveTo>
                  <a:pt x="83460" y="113716"/>
                </a:moveTo>
                <a:lnTo>
                  <a:pt x="83460" y="110447"/>
                </a:lnTo>
                <a:lnTo>
                  <a:pt x="85762" y="108178"/>
                </a:lnTo>
                <a:lnTo>
                  <a:pt x="88130" y="108178"/>
                </a:lnTo>
                <a:lnTo>
                  <a:pt x="85128" y="111147"/>
                </a:lnTo>
                <a:lnTo>
                  <a:pt x="85128" y="115384"/>
                </a:lnTo>
                <a:close/>
                <a:moveTo>
                  <a:pt x="96603" y="108178"/>
                </a:moveTo>
                <a:lnTo>
                  <a:pt x="98971" y="108178"/>
                </a:lnTo>
                <a:lnTo>
                  <a:pt x="101273" y="110447"/>
                </a:lnTo>
                <a:lnTo>
                  <a:pt x="101273" y="113716"/>
                </a:lnTo>
                <a:lnTo>
                  <a:pt x="99605" y="115384"/>
                </a:lnTo>
                <a:lnTo>
                  <a:pt x="99605" y="111147"/>
                </a:lnTo>
                <a:close/>
                <a:moveTo>
                  <a:pt x="101840" y="114249"/>
                </a:moveTo>
                <a:lnTo>
                  <a:pt x="105076" y="114249"/>
                </a:lnTo>
                <a:lnTo>
                  <a:pt x="107377" y="116551"/>
                </a:lnTo>
                <a:lnTo>
                  <a:pt x="107377" y="118919"/>
                </a:lnTo>
                <a:lnTo>
                  <a:pt x="104508" y="116051"/>
                </a:lnTo>
                <a:lnTo>
                  <a:pt x="104208" y="115951"/>
                </a:lnTo>
                <a:lnTo>
                  <a:pt x="100139" y="115951"/>
                </a:lnTo>
                <a:close/>
                <a:moveTo>
                  <a:pt x="108144" y="116551"/>
                </a:moveTo>
                <a:lnTo>
                  <a:pt x="110446" y="114249"/>
                </a:lnTo>
                <a:lnTo>
                  <a:pt x="113682" y="114249"/>
                </a:lnTo>
                <a:lnTo>
                  <a:pt x="115383" y="115951"/>
                </a:lnTo>
                <a:lnTo>
                  <a:pt x="111147" y="115951"/>
                </a:lnTo>
                <a:lnTo>
                  <a:pt x="108144" y="118919"/>
                </a:lnTo>
                <a:close/>
                <a:moveTo>
                  <a:pt x="114249" y="113716"/>
                </a:moveTo>
                <a:lnTo>
                  <a:pt x="114249" y="110447"/>
                </a:lnTo>
                <a:lnTo>
                  <a:pt x="116550" y="108178"/>
                </a:lnTo>
                <a:lnTo>
                  <a:pt x="118919" y="108178"/>
                </a:lnTo>
                <a:lnTo>
                  <a:pt x="115917" y="111147"/>
                </a:lnTo>
                <a:lnTo>
                  <a:pt x="115917" y="115384"/>
                </a:lnTo>
                <a:close/>
                <a:moveTo>
                  <a:pt x="127391" y="108178"/>
                </a:moveTo>
                <a:lnTo>
                  <a:pt x="129760" y="108178"/>
                </a:lnTo>
                <a:lnTo>
                  <a:pt x="132061" y="110447"/>
                </a:lnTo>
                <a:lnTo>
                  <a:pt x="132061" y="113716"/>
                </a:lnTo>
                <a:lnTo>
                  <a:pt x="130394" y="115384"/>
                </a:lnTo>
                <a:lnTo>
                  <a:pt x="130394" y="111147"/>
                </a:lnTo>
                <a:close/>
                <a:moveTo>
                  <a:pt x="132629" y="114249"/>
                </a:moveTo>
                <a:lnTo>
                  <a:pt x="135864" y="114249"/>
                </a:lnTo>
                <a:lnTo>
                  <a:pt x="138166" y="116551"/>
                </a:lnTo>
                <a:lnTo>
                  <a:pt x="138166" y="118919"/>
                </a:lnTo>
                <a:lnTo>
                  <a:pt x="135164" y="115951"/>
                </a:lnTo>
                <a:lnTo>
                  <a:pt x="130927" y="115951"/>
                </a:lnTo>
                <a:close/>
                <a:moveTo>
                  <a:pt x="138933" y="116551"/>
                </a:moveTo>
                <a:lnTo>
                  <a:pt x="141235" y="114249"/>
                </a:lnTo>
                <a:lnTo>
                  <a:pt x="144504" y="114249"/>
                </a:lnTo>
                <a:lnTo>
                  <a:pt x="146172" y="115951"/>
                </a:lnTo>
                <a:lnTo>
                  <a:pt x="142102" y="115951"/>
                </a:lnTo>
                <a:lnTo>
                  <a:pt x="141835" y="116051"/>
                </a:lnTo>
                <a:lnTo>
                  <a:pt x="138933" y="118919"/>
                </a:lnTo>
                <a:close/>
                <a:moveTo>
                  <a:pt x="145037" y="113716"/>
                </a:moveTo>
                <a:lnTo>
                  <a:pt x="145037" y="110447"/>
                </a:lnTo>
                <a:lnTo>
                  <a:pt x="147339" y="108178"/>
                </a:lnTo>
                <a:lnTo>
                  <a:pt x="149707" y="108178"/>
                </a:lnTo>
                <a:lnTo>
                  <a:pt x="146705" y="111147"/>
                </a:lnTo>
                <a:lnTo>
                  <a:pt x="146705" y="115384"/>
                </a:lnTo>
                <a:close/>
                <a:moveTo>
                  <a:pt x="158180" y="108178"/>
                </a:moveTo>
                <a:lnTo>
                  <a:pt x="160548" y="108178"/>
                </a:lnTo>
                <a:lnTo>
                  <a:pt x="162850" y="110447"/>
                </a:lnTo>
                <a:lnTo>
                  <a:pt x="162850" y="113716"/>
                </a:lnTo>
                <a:lnTo>
                  <a:pt x="161182" y="115384"/>
                </a:lnTo>
                <a:lnTo>
                  <a:pt x="161182" y="111147"/>
                </a:lnTo>
                <a:close/>
                <a:moveTo>
                  <a:pt x="163417" y="114249"/>
                </a:moveTo>
                <a:lnTo>
                  <a:pt x="166653" y="114249"/>
                </a:lnTo>
                <a:lnTo>
                  <a:pt x="168954" y="116551"/>
                </a:lnTo>
                <a:lnTo>
                  <a:pt x="168954" y="118919"/>
                </a:lnTo>
                <a:lnTo>
                  <a:pt x="166086" y="116051"/>
                </a:lnTo>
                <a:lnTo>
                  <a:pt x="165786" y="115951"/>
                </a:lnTo>
                <a:lnTo>
                  <a:pt x="161716" y="115951"/>
                </a:lnTo>
                <a:close/>
                <a:moveTo>
                  <a:pt x="169755" y="116551"/>
                </a:moveTo>
                <a:lnTo>
                  <a:pt x="172023" y="114249"/>
                </a:lnTo>
                <a:lnTo>
                  <a:pt x="175292" y="114249"/>
                </a:lnTo>
                <a:lnTo>
                  <a:pt x="176960" y="115951"/>
                </a:lnTo>
                <a:lnTo>
                  <a:pt x="172724" y="115951"/>
                </a:lnTo>
                <a:lnTo>
                  <a:pt x="169722" y="118919"/>
                </a:lnTo>
                <a:lnTo>
                  <a:pt x="169722" y="116551"/>
                </a:lnTo>
                <a:close/>
                <a:moveTo>
                  <a:pt x="175826" y="113716"/>
                </a:moveTo>
                <a:lnTo>
                  <a:pt x="175826" y="110447"/>
                </a:lnTo>
                <a:lnTo>
                  <a:pt x="178128" y="108178"/>
                </a:lnTo>
                <a:lnTo>
                  <a:pt x="180496" y="108178"/>
                </a:lnTo>
                <a:lnTo>
                  <a:pt x="177527" y="111147"/>
                </a:lnTo>
                <a:lnTo>
                  <a:pt x="177527" y="115384"/>
                </a:lnTo>
                <a:close/>
                <a:moveTo>
                  <a:pt x="188969" y="108178"/>
                </a:moveTo>
                <a:lnTo>
                  <a:pt x="191337" y="108178"/>
                </a:lnTo>
                <a:lnTo>
                  <a:pt x="193639" y="110447"/>
                </a:lnTo>
                <a:lnTo>
                  <a:pt x="193639" y="113716"/>
                </a:lnTo>
                <a:lnTo>
                  <a:pt x="191971" y="115384"/>
                </a:lnTo>
                <a:lnTo>
                  <a:pt x="191971" y="111147"/>
                </a:lnTo>
                <a:close/>
                <a:moveTo>
                  <a:pt x="194206" y="114249"/>
                </a:moveTo>
                <a:lnTo>
                  <a:pt x="197441" y="114249"/>
                </a:lnTo>
                <a:lnTo>
                  <a:pt x="199743" y="116551"/>
                </a:lnTo>
                <a:lnTo>
                  <a:pt x="199743" y="118919"/>
                </a:lnTo>
                <a:lnTo>
                  <a:pt x="196741" y="115951"/>
                </a:lnTo>
                <a:lnTo>
                  <a:pt x="192538" y="115951"/>
                </a:lnTo>
                <a:close/>
                <a:moveTo>
                  <a:pt x="200544" y="116551"/>
                </a:moveTo>
                <a:lnTo>
                  <a:pt x="202812" y="114249"/>
                </a:lnTo>
                <a:lnTo>
                  <a:pt x="206081" y="114249"/>
                </a:lnTo>
                <a:lnTo>
                  <a:pt x="207749" y="115951"/>
                </a:lnTo>
                <a:lnTo>
                  <a:pt x="203679" y="115951"/>
                </a:lnTo>
                <a:lnTo>
                  <a:pt x="203412" y="116051"/>
                </a:lnTo>
                <a:lnTo>
                  <a:pt x="200544" y="118919"/>
                </a:lnTo>
                <a:close/>
                <a:moveTo>
                  <a:pt x="206648" y="113716"/>
                </a:moveTo>
                <a:lnTo>
                  <a:pt x="206648" y="110447"/>
                </a:lnTo>
                <a:lnTo>
                  <a:pt x="208916" y="108178"/>
                </a:lnTo>
                <a:lnTo>
                  <a:pt x="211285" y="108178"/>
                </a:lnTo>
                <a:lnTo>
                  <a:pt x="208316" y="111147"/>
                </a:lnTo>
                <a:lnTo>
                  <a:pt x="208316" y="115384"/>
                </a:lnTo>
                <a:close/>
                <a:moveTo>
                  <a:pt x="219757" y="108178"/>
                </a:moveTo>
                <a:lnTo>
                  <a:pt x="222126" y="108178"/>
                </a:lnTo>
                <a:lnTo>
                  <a:pt x="224427" y="110447"/>
                </a:lnTo>
                <a:lnTo>
                  <a:pt x="224427" y="113716"/>
                </a:lnTo>
                <a:lnTo>
                  <a:pt x="222760" y="115384"/>
                </a:lnTo>
                <a:lnTo>
                  <a:pt x="222760" y="111147"/>
                </a:lnTo>
                <a:close/>
                <a:moveTo>
                  <a:pt x="224995" y="114249"/>
                </a:moveTo>
                <a:lnTo>
                  <a:pt x="228230" y="114249"/>
                </a:lnTo>
                <a:lnTo>
                  <a:pt x="230532" y="116551"/>
                </a:lnTo>
                <a:lnTo>
                  <a:pt x="230532" y="118919"/>
                </a:lnTo>
                <a:lnTo>
                  <a:pt x="227663" y="116051"/>
                </a:lnTo>
                <a:lnTo>
                  <a:pt x="227396" y="115951"/>
                </a:lnTo>
                <a:lnTo>
                  <a:pt x="223327" y="115951"/>
                </a:lnTo>
                <a:close/>
                <a:moveTo>
                  <a:pt x="231332" y="116551"/>
                </a:moveTo>
                <a:lnTo>
                  <a:pt x="233601" y="114249"/>
                </a:lnTo>
                <a:lnTo>
                  <a:pt x="236870" y="114249"/>
                </a:lnTo>
                <a:lnTo>
                  <a:pt x="238538" y="115951"/>
                </a:lnTo>
                <a:lnTo>
                  <a:pt x="234301" y="115951"/>
                </a:lnTo>
                <a:lnTo>
                  <a:pt x="231332" y="118919"/>
                </a:lnTo>
                <a:close/>
                <a:moveTo>
                  <a:pt x="236870" y="101273"/>
                </a:moveTo>
                <a:lnTo>
                  <a:pt x="233601" y="101273"/>
                </a:lnTo>
                <a:lnTo>
                  <a:pt x="231332" y="98972"/>
                </a:lnTo>
                <a:lnTo>
                  <a:pt x="231332" y="96603"/>
                </a:lnTo>
                <a:lnTo>
                  <a:pt x="234301" y="99606"/>
                </a:lnTo>
                <a:lnTo>
                  <a:pt x="238538" y="99606"/>
                </a:lnTo>
                <a:close/>
                <a:moveTo>
                  <a:pt x="231332" y="89265"/>
                </a:moveTo>
                <a:lnTo>
                  <a:pt x="234635" y="85929"/>
                </a:lnTo>
                <a:lnTo>
                  <a:pt x="239338" y="85929"/>
                </a:lnTo>
                <a:lnTo>
                  <a:pt x="240873" y="87464"/>
                </a:lnTo>
                <a:lnTo>
                  <a:pt x="235269" y="87464"/>
                </a:lnTo>
                <a:lnTo>
                  <a:pt x="231332" y="91400"/>
                </a:lnTo>
                <a:lnTo>
                  <a:pt x="231332" y="89265"/>
                </a:lnTo>
                <a:close/>
                <a:moveTo>
                  <a:pt x="239105" y="80525"/>
                </a:moveTo>
                <a:lnTo>
                  <a:pt x="239105" y="84595"/>
                </a:lnTo>
                <a:lnTo>
                  <a:pt x="237437" y="82927"/>
                </a:lnTo>
                <a:lnTo>
                  <a:pt x="237437" y="79658"/>
                </a:lnTo>
                <a:lnTo>
                  <a:pt x="239705" y="77356"/>
                </a:lnTo>
                <a:lnTo>
                  <a:pt x="242073" y="77356"/>
                </a:lnTo>
                <a:lnTo>
                  <a:pt x="239205" y="80225"/>
                </a:lnTo>
                <a:close/>
                <a:moveTo>
                  <a:pt x="239705" y="76589"/>
                </a:moveTo>
                <a:lnTo>
                  <a:pt x="237437" y="74287"/>
                </a:lnTo>
                <a:lnTo>
                  <a:pt x="237437" y="71052"/>
                </a:lnTo>
                <a:lnTo>
                  <a:pt x="239105" y="69351"/>
                </a:lnTo>
                <a:lnTo>
                  <a:pt x="239105" y="73587"/>
                </a:lnTo>
                <a:lnTo>
                  <a:pt x="242073" y="76589"/>
                </a:lnTo>
                <a:lnTo>
                  <a:pt x="239705" y="76589"/>
                </a:lnTo>
                <a:close/>
                <a:moveTo>
                  <a:pt x="236870" y="70485"/>
                </a:moveTo>
                <a:lnTo>
                  <a:pt x="233601" y="70485"/>
                </a:lnTo>
                <a:lnTo>
                  <a:pt x="231332" y="68183"/>
                </a:lnTo>
                <a:lnTo>
                  <a:pt x="231332" y="65815"/>
                </a:lnTo>
                <a:lnTo>
                  <a:pt x="234301" y="68817"/>
                </a:lnTo>
                <a:lnTo>
                  <a:pt x="238538" y="68817"/>
                </a:lnTo>
                <a:close/>
                <a:moveTo>
                  <a:pt x="231332" y="58476"/>
                </a:moveTo>
                <a:lnTo>
                  <a:pt x="234635" y="55140"/>
                </a:lnTo>
                <a:lnTo>
                  <a:pt x="239338" y="55140"/>
                </a:lnTo>
                <a:lnTo>
                  <a:pt x="240873" y="56675"/>
                </a:lnTo>
                <a:lnTo>
                  <a:pt x="235269" y="56675"/>
                </a:lnTo>
                <a:lnTo>
                  <a:pt x="231332" y="60611"/>
                </a:lnTo>
                <a:lnTo>
                  <a:pt x="231332" y="58476"/>
                </a:lnTo>
                <a:close/>
                <a:moveTo>
                  <a:pt x="239105" y="53806"/>
                </a:moveTo>
                <a:lnTo>
                  <a:pt x="237437" y="52105"/>
                </a:lnTo>
                <a:lnTo>
                  <a:pt x="237437" y="48869"/>
                </a:lnTo>
                <a:lnTo>
                  <a:pt x="239705" y="46568"/>
                </a:lnTo>
                <a:lnTo>
                  <a:pt x="242073" y="46568"/>
                </a:lnTo>
                <a:lnTo>
                  <a:pt x="239105" y="49570"/>
                </a:lnTo>
                <a:lnTo>
                  <a:pt x="239105" y="53806"/>
                </a:lnTo>
                <a:close/>
                <a:moveTo>
                  <a:pt x="236870" y="39696"/>
                </a:moveTo>
                <a:lnTo>
                  <a:pt x="233601" y="39696"/>
                </a:lnTo>
                <a:lnTo>
                  <a:pt x="231332" y="37394"/>
                </a:lnTo>
                <a:lnTo>
                  <a:pt x="231332" y="35026"/>
                </a:lnTo>
                <a:lnTo>
                  <a:pt x="234301" y="38028"/>
                </a:lnTo>
                <a:lnTo>
                  <a:pt x="238538" y="38028"/>
                </a:lnTo>
                <a:close/>
                <a:moveTo>
                  <a:pt x="231332" y="27654"/>
                </a:moveTo>
                <a:lnTo>
                  <a:pt x="234635" y="24352"/>
                </a:lnTo>
                <a:lnTo>
                  <a:pt x="239338" y="24352"/>
                </a:lnTo>
                <a:lnTo>
                  <a:pt x="240873" y="25886"/>
                </a:lnTo>
                <a:lnTo>
                  <a:pt x="235269" y="25886"/>
                </a:lnTo>
                <a:lnTo>
                  <a:pt x="231332" y="29822"/>
                </a:lnTo>
                <a:lnTo>
                  <a:pt x="231332" y="27654"/>
                </a:lnTo>
                <a:close/>
                <a:moveTo>
                  <a:pt x="239105" y="18948"/>
                </a:moveTo>
                <a:lnTo>
                  <a:pt x="239105" y="23017"/>
                </a:lnTo>
                <a:lnTo>
                  <a:pt x="237437" y="21316"/>
                </a:lnTo>
                <a:lnTo>
                  <a:pt x="237437" y="18081"/>
                </a:lnTo>
                <a:lnTo>
                  <a:pt x="239705" y="15779"/>
                </a:lnTo>
                <a:lnTo>
                  <a:pt x="242073" y="15779"/>
                </a:lnTo>
                <a:lnTo>
                  <a:pt x="239205" y="18648"/>
                </a:lnTo>
                <a:close/>
                <a:moveTo>
                  <a:pt x="239705" y="15012"/>
                </a:moveTo>
                <a:lnTo>
                  <a:pt x="237437" y="12710"/>
                </a:lnTo>
                <a:lnTo>
                  <a:pt x="237437" y="9441"/>
                </a:lnTo>
                <a:lnTo>
                  <a:pt x="239105" y="7773"/>
                </a:lnTo>
                <a:lnTo>
                  <a:pt x="239105" y="12010"/>
                </a:lnTo>
                <a:lnTo>
                  <a:pt x="242073" y="15012"/>
                </a:lnTo>
                <a:close/>
                <a:moveTo>
                  <a:pt x="236870" y="8907"/>
                </a:moveTo>
                <a:lnTo>
                  <a:pt x="233601" y="8907"/>
                </a:lnTo>
                <a:lnTo>
                  <a:pt x="231332" y="6606"/>
                </a:lnTo>
                <a:lnTo>
                  <a:pt x="231332" y="4237"/>
                </a:lnTo>
                <a:lnTo>
                  <a:pt x="234301" y="7206"/>
                </a:lnTo>
                <a:lnTo>
                  <a:pt x="238538" y="7206"/>
                </a:lnTo>
                <a:close/>
                <a:moveTo>
                  <a:pt x="230532" y="3103"/>
                </a:moveTo>
                <a:lnTo>
                  <a:pt x="227229" y="6439"/>
                </a:lnTo>
                <a:lnTo>
                  <a:pt x="222526" y="6439"/>
                </a:lnTo>
                <a:lnTo>
                  <a:pt x="220992" y="4904"/>
                </a:lnTo>
                <a:lnTo>
                  <a:pt x="226596" y="4904"/>
                </a:lnTo>
                <a:lnTo>
                  <a:pt x="230532" y="935"/>
                </a:lnTo>
                <a:close/>
                <a:moveTo>
                  <a:pt x="219657" y="10709"/>
                </a:moveTo>
                <a:lnTo>
                  <a:pt x="215921" y="14445"/>
                </a:lnTo>
                <a:lnTo>
                  <a:pt x="215921" y="6672"/>
                </a:lnTo>
                <a:lnTo>
                  <a:pt x="217623" y="5004"/>
                </a:lnTo>
                <a:lnTo>
                  <a:pt x="219657" y="5004"/>
                </a:lnTo>
                <a:lnTo>
                  <a:pt x="219657" y="10709"/>
                </a:lnTo>
                <a:close/>
                <a:moveTo>
                  <a:pt x="215121" y="14445"/>
                </a:moveTo>
                <a:lnTo>
                  <a:pt x="211418" y="10709"/>
                </a:lnTo>
                <a:lnTo>
                  <a:pt x="211418" y="5004"/>
                </a:lnTo>
                <a:lnTo>
                  <a:pt x="213453" y="5004"/>
                </a:lnTo>
                <a:lnTo>
                  <a:pt x="215121" y="6672"/>
                </a:lnTo>
                <a:lnTo>
                  <a:pt x="215121" y="14445"/>
                </a:lnTo>
                <a:close/>
                <a:moveTo>
                  <a:pt x="208549" y="6439"/>
                </a:moveTo>
                <a:lnTo>
                  <a:pt x="203846" y="6439"/>
                </a:lnTo>
                <a:lnTo>
                  <a:pt x="200544" y="3103"/>
                </a:lnTo>
                <a:lnTo>
                  <a:pt x="200544" y="935"/>
                </a:lnTo>
                <a:lnTo>
                  <a:pt x="204480" y="4904"/>
                </a:lnTo>
                <a:lnTo>
                  <a:pt x="210084" y="4904"/>
                </a:lnTo>
                <a:close/>
                <a:moveTo>
                  <a:pt x="199743" y="3103"/>
                </a:moveTo>
                <a:lnTo>
                  <a:pt x="196441" y="6439"/>
                </a:lnTo>
                <a:lnTo>
                  <a:pt x="191737" y="6439"/>
                </a:lnTo>
                <a:lnTo>
                  <a:pt x="190203" y="4904"/>
                </a:lnTo>
                <a:lnTo>
                  <a:pt x="195807" y="4904"/>
                </a:lnTo>
                <a:lnTo>
                  <a:pt x="199743" y="935"/>
                </a:lnTo>
                <a:close/>
                <a:moveTo>
                  <a:pt x="188869" y="10709"/>
                </a:moveTo>
                <a:lnTo>
                  <a:pt x="185133" y="14445"/>
                </a:lnTo>
                <a:lnTo>
                  <a:pt x="185133" y="6672"/>
                </a:lnTo>
                <a:lnTo>
                  <a:pt x="186801" y="5004"/>
                </a:lnTo>
                <a:lnTo>
                  <a:pt x="188835" y="5004"/>
                </a:lnTo>
                <a:lnTo>
                  <a:pt x="188835" y="10709"/>
                </a:lnTo>
                <a:close/>
                <a:moveTo>
                  <a:pt x="184332" y="14445"/>
                </a:moveTo>
                <a:lnTo>
                  <a:pt x="180629" y="10709"/>
                </a:lnTo>
                <a:lnTo>
                  <a:pt x="180629" y="5004"/>
                </a:lnTo>
                <a:lnTo>
                  <a:pt x="182664" y="5004"/>
                </a:lnTo>
                <a:lnTo>
                  <a:pt x="184332" y="6672"/>
                </a:lnTo>
                <a:lnTo>
                  <a:pt x="184332" y="14445"/>
                </a:lnTo>
                <a:close/>
                <a:moveTo>
                  <a:pt x="177761" y="6439"/>
                </a:moveTo>
                <a:lnTo>
                  <a:pt x="173057" y="6439"/>
                </a:lnTo>
                <a:lnTo>
                  <a:pt x="169755" y="3103"/>
                </a:lnTo>
                <a:lnTo>
                  <a:pt x="169755" y="935"/>
                </a:lnTo>
                <a:lnTo>
                  <a:pt x="173691" y="4904"/>
                </a:lnTo>
                <a:lnTo>
                  <a:pt x="179262" y="4904"/>
                </a:lnTo>
                <a:close/>
                <a:moveTo>
                  <a:pt x="168954" y="3103"/>
                </a:moveTo>
                <a:lnTo>
                  <a:pt x="165619" y="6439"/>
                </a:lnTo>
                <a:lnTo>
                  <a:pt x="160949" y="6439"/>
                </a:lnTo>
                <a:lnTo>
                  <a:pt x="159414" y="4904"/>
                </a:lnTo>
                <a:lnTo>
                  <a:pt x="164985" y="4904"/>
                </a:lnTo>
                <a:lnTo>
                  <a:pt x="168954" y="935"/>
                </a:lnTo>
                <a:close/>
                <a:moveTo>
                  <a:pt x="158047" y="10709"/>
                </a:moveTo>
                <a:lnTo>
                  <a:pt x="154344" y="14445"/>
                </a:lnTo>
                <a:lnTo>
                  <a:pt x="154344" y="6672"/>
                </a:lnTo>
                <a:lnTo>
                  <a:pt x="156012" y="5004"/>
                </a:lnTo>
                <a:lnTo>
                  <a:pt x="158047" y="5004"/>
                </a:lnTo>
                <a:lnTo>
                  <a:pt x="158047" y="10709"/>
                </a:lnTo>
                <a:close/>
                <a:moveTo>
                  <a:pt x="153543" y="14445"/>
                </a:moveTo>
                <a:lnTo>
                  <a:pt x="149841" y="10709"/>
                </a:lnTo>
                <a:lnTo>
                  <a:pt x="149841" y="5004"/>
                </a:lnTo>
                <a:lnTo>
                  <a:pt x="151876" y="5004"/>
                </a:lnTo>
                <a:lnTo>
                  <a:pt x="153543" y="6672"/>
                </a:lnTo>
                <a:lnTo>
                  <a:pt x="153543" y="14445"/>
                </a:lnTo>
                <a:close/>
                <a:moveTo>
                  <a:pt x="146939" y="6439"/>
                </a:moveTo>
                <a:lnTo>
                  <a:pt x="142269" y="6439"/>
                </a:lnTo>
                <a:lnTo>
                  <a:pt x="138933" y="3103"/>
                </a:lnTo>
                <a:lnTo>
                  <a:pt x="138933" y="935"/>
                </a:lnTo>
                <a:lnTo>
                  <a:pt x="142903" y="4904"/>
                </a:lnTo>
                <a:lnTo>
                  <a:pt x="148473" y="4904"/>
                </a:lnTo>
                <a:close/>
                <a:moveTo>
                  <a:pt x="138166" y="3103"/>
                </a:moveTo>
                <a:lnTo>
                  <a:pt x="134830" y="6439"/>
                </a:lnTo>
                <a:lnTo>
                  <a:pt x="130160" y="6439"/>
                </a:lnTo>
                <a:lnTo>
                  <a:pt x="128626" y="4904"/>
                </a:lnTo>
                <a:lnTo>
                  <a:pt x="134196" y="4904"/>
                </a:lnTo>
                <a:lnTo>
                  <a:pt x="138166" y="935"/>
                </a:lnTo>
                <a:close/>
                <a:moveTo>
                  <a:pt x="127258" y="10709"/>
                </a:moveTo>
                <a:lnTo>
                  <a:pt x="123555" y="14445"/>
                </a:lnTo>
                <a:lnTo>
                  <a:pt x="123555" y="6672"/>
                </a:lnTo>
                <a:lnTo>
                  <a:pt x="125223" y="5004"/>
                </a:lnTo>
                <a:lnTo>
                  <a:pt x="127258" y="5004"/>
                </a:lnTo>
                <a:close/>
                <a:moveTo>
                  <a:pt x="122755" y="14445"/>
                </a:moveTo>
                <a:lnTo>
                  <a:pt x="119052" y="10709"/>
                </a:lnTo>
                <a:lnTo>
                  <a:pt x="119052" y="5004"/>
                </a:lnTo>
                <a:lnTo>
                  <a:pt x="121087" y="5004"/>
                </a:lnTo>
                <a:lnTo>
                  <a:pt x="122755" y="6672"/>
                </a:lnTo>
                <a:close/>
                <a:moveTo>
                  <a:pt x="116150" y="6439"/>
                </a:moveTo>
                <a:lnTo>
                  <a:pt x="111480" y="6439"/>
                </a:lnTo>
                <a:lnTo>
                  <a:pt x="108144" y="3103"/>
                </a:lnTo>
                <a:lnTo>
                  <a:pt x="108144" y="935"/>
                </a:lnTo>
                <a:lnTo>
                  <a:pt x="112114" y="4904"/>
                </a:lnTo>
                <a:lnTo>
                  <a:pt x="117685" y="4904"/>
                </a:lnTo>
                <a:close/>
                <a:moveTo>
                  <a:pt x="107377" y="3103"/>
                </a:moveTo>
                <a:lnTo>
                  <a:pt x="104041" y="6439"/>
                </a:lnTo>
                <a:lnTo>
                  <a:pt x="99371" y="6439"/>
                </a:lnTo>
                <a:lnTo>
                  <a:pt x="97837" y="4904"/>
                </a:lnTo>
                <a:lnTo>
                  <a:pt x="103408" y="4904"/>
                </a:lnTo>
                <a:lnTo>
                  <a:pt x="107377" y="935"/>
                </a:lnTo>
                <a:lnTo>
                  <a:pt x="107377" y="3103"/>
                </a:lnTo>
                <a:close/>
                <a:moveTo>
                  <a:pt x="96469" y="10709"/>
                </a:moveTo>
                <a:lnTo>
                  <a:pt x="92767" y="14445"/>
                </a:lnTo>
                <a:lnTo>
                  <a:pt x="92767" y="6672"/>
                </a:lnTo>
                <a:lnTo>
                  <a:pt x="94435" y="5004"/>
                </a:lnTo>
                <a:lnTo>
                  <a:pt x="96469" y="5004"/>
                </a:lnTo>
                <a:close/>
                <a:moveTo>
                  <a:pt x="91966" y="14445"/>
                </a:moveTo>
                <a:lnTo>
                  <a:pt x="88264" y="10709"/>
                </a:lnTo>
                <a:lnTo>
                  <a:pt x="88264" y="5004"/>
                </a:lnTo>
                <a:lnTo>
                  <a:pt x="90298" y="5004"/>
                </a:lnTo>
                <a:lnTo>
                  <a:pt x="91966" y="6672"/>
                </a:lnTo>
                <a:close/>
                <a:moveTo>
                  <a:pt x="85361" y="6439"/>
                </a:moveTo>
                <a:lnTo>
                  <a:pt x="80691" y="6439"/>
                </a:lnTo>
                <a:lnTo>
                  <a:pt x="77356" y="3103"/>
                </a:lnTo>
                <a:lnTo>
                  <a:pt x="77356" y="935"/>
                </a:lnTo>
                <a:lnTo>
                  <a:pt x="81325" y="4904"/>
                </a:lnTo>
                <a:lnTo>
                  <a:pt x="86896" y="4904"/>
                </a:lnTo>
                <a:close/>
                <a:moveTo>
                  <a:pt x="76589" y="3103"/>
                </a:moveTo>
                <a:lnTo>
                  <a:pt x="73253" y="6439"/>
                </a:lnTo>
                <a:lnTo>
                  <a:pt x="68583" y="6439"/>
                </a:lnTo>
                <a:lnTo>
                  <a:pt x="67048" y="4904"/>
                </a:lnTo>
                <a:lnTo>
                  <a:pt x="72619" y="4904"/>
                </a:lnTo>
                <a:lnTo>
                  <a:pt x="76589" y="935"/>
                </a:lnTo>
                <a:close/>
                <a:moveTo>
                  <a:pt x="65681" y="10709"/>
                </a:moveTo>
                <a:lnTo>
                  <a:pt x="61978" y="14445"/>
                </a:lnTo>
                <a:lnTo>
                  <a:pt x="61978" y="6672"/>
                </a:lnTo>
                <a:lnTo>
                  <a:pt x="63646" y="5004"/>
                </a:lnTo>
                <a:lnTo>
                  <a:pt x="65681" y="5004"/>
                </a:lnTo>
                <a:close/>
                <a:moveTo>
                  <a:pt x="61178" y="14445"/>
                </a:moveTo>
                <a:lnTo>
                  <a:pt x="57475" y="10709"/>
                </a:lnTo>
                <a:lnTo>
                  <a:pt x="57475" y="5004"/>
                </a:lnTo>
                <a:lnTo>
                  <a:pt x="59510" y="5004"/>
                </a:lnTo>
                <a:lnTo>
                  <a:pt x="61178" y="6672"/>
                </a:lnTo>
                <a:close/>
                <a:moveTo>
                  <a:pt x="54573" y="6439"/>
                </a:moveTo>
                <a:lnTo>
                  <a:pt x="49903" y="6439"/>
                </a:lnTo>
                <a:lnTo>
                  <a:pt x="46567" y="3103"/>
                </a:lnTo>
                <a:lnTo>
                  <a:pt x="46567" y="935"/>
                </a:lnTo>
                <a:lnTo>
                  <a:pt x="50537" y="4904"/>
                </a:lnTo>
                <a:lnTo>
                  <a:pt x="56107" y="4904"/>
                </a:lnTo>
                <a:close/>
                <a:moveTo>
                  <a:pt x="45767" y="3103"/>
                </a:moveTo>
                <a:lnTo>
                  <a:pt x="42464" y="6439"/>
                </a:lnTo>
                <a:lnTo>
                  <a:pt x="37761" y="6439"/>
                </a:lnTo>
                <a:lnTo>
                  <a:pt x="36226" y="4904"/>
                </a:lnTo>
                <a:lnTo>
                  <a:pt x="41830" y="4904"/>
                </a:lnTo>
                <a:lnTo>
                  <a:pt x="45767" y="935"/>
                </a:lnTo>
                <a:lnTo>
                  <a:pt x="45767" y="3103"/>
                </a:lnTo>
                <a:close/>
                <a:moveTo>
                  <a:pt x="34892" y="10709"/>
                </a:moveTo>
                <a:lnTo>
                  <a:pt x="31189" y="14445"/>
                </a:lnTo>
                <a:lnTo>
                  <a:pt x="31189" y="6672"/>
                </a:lnTo>
                <a:lnTo>
                  <a:pt x="32857" y="5004"/>
                </a:lnTo>
                <a:lnTo>
                  <a:pt x="34892" y="5004"/>
                </a:lnTo>
                <a:close/>
                <a:moveTo>
                  <a:pt x="30389" y="14445"/>
                </a:moveTo>
                <a:lnTo>
                  <a:pt x="26653" y="10709"/>
                </a:lnTo>
                <a:lnTo>
                  <a:pt x="26653" y="5004"/>
                </a:lnTo>
                <a:lnTo>
                  <a:pt x="28721" y="5004"/>
                </a:lnTo>
                <a:lnTo>
                  <a:pt x="30389" y="6672"/>
                </a:lnTo>
                <a:lnTo>
                  <a:pt x="30389" y="14445"/>
                </a:lnTo>
                <a:close/>
                <a:moveTo>
                  <a:pt x="23784" y="6439"/>
                </a:moveTo>
                <a:lnTo>
                  <a:pt x="19081" y="6439"/>
                </a:lnTo>
                <a:lnTo>
                  <a:pt x="15778" y="3103"/>
                </a:lnTo>
                <a:lnTo>
                  <a:pt x="15778" y="935"/>
                </a:lnTo>
                <a:lnTo>
                  <a:pt x="19715" y="4904"/>
                </a:lnTo>
                <a:lnTo>
                  <a:pt x="25319" y="4904"/>
                </a:lnTo>
                <a:close/>
                <a:moveTo>
                  <a:pt x="14978" y="3103"/>
                </a:moveTo>
                <a:lnTo>
                  <a:pt x="11675" y="6439"/>
                </a:lnTo>
                <a:lnTo>
                  <a:pt x="6972" y="6439"/>
                </a:lnTo>
                <a:lnTo>
                  <a:pt x="5438" y="4904"/>
                </a:lnTo>
                <a:lnTo>
                  <a:pt x="11042" y="4904"/>
                </a:lnTo>
                <a:lnTo>
                  <a:pt x="14978" y="935"/>
                </a:lnTo>
                <a:lnTo>
                  <a:pt x="14978" y="3103"/>
                </a:lnTo>
                <a:close/>
                <a:moveTo>
                  <a:pt x="4904" y="5471"/>
                </a:moveTo>
                <a:lnTo>
                  <a:pt x="6405" y="6973"/>
                </a:lnTo>
                <a:lnTo>
                  <a:pt x="6405" y="11676"/>
                </a:lnTo>
                <a:lnTo>
                  <a:pt x="3103" y="15012"/>
                </a:lnTo>
                <a:lnTo>
                  <a:pt x="934" y="15012"/>
                </a:lnTo>
                <a:lnTo>
                  <a:pt x="4904" y="11042"/>
                </a:lnTo>
                <a:close/>
                <a:moveTo>
                  <a:pt x="3103" y="15779"/>
                </a:moveTo>
                <a:lnTo>
                  <a:pt x="6438" y="19115"/>
                </a:lnTo>
                <a:lnTo>
                  <a:pt x="6438" y="23785"/>
                </a:lnTo>
                <a:lnTo>
                  <a:pt x="4904" y="25319"/>
                </a:lnTo>
                <a:lnTo>
                  <a:pt x="4904" y="19748"/>
                </a:lnTo>
                <a:lnTo>
                  <a:pt x="934" y="15779"/>
                </a:lnTo>
                <a:lnTo>
                  <a:pt x="3103" y="15779"/>
                </a:lnTo>
                <a:close/>
                <a:moveTo>
                  <a:pt x="5004" y="26687"/>
                </a:moveTo>
                <a:lnTo>
                  <a:pt x="10708" y="26687"/>
                </a:lnTo>
                <a:lnTo>
                  <a:pt x="14444" y="30389"/>
                </a:lnTo>
                <a:lnTo>
                  <a:pt x="6672" y="30389"/>
                </a:lnTo>
                <a:lnTo>
                  <a:pt x="5004" y="28721"/>
                </a:lnTo>
                <a:close/>
                <a:moveTo>
                  <a:pt x="14444" y="31190"/>
                </a:moveTo>
                <a:lnTo>
                  <a:pt x="10708" y="34893"/>
                </a:lnTo>
                <a:lnTo>
                  <a:pt x="5004" y="34893"/>
                </a:lnTo>
                <a:lnTo>
                  <a:pt x="5004" y="32858"/>
                </a:lnTo>
                <a:lnTo>
                  <a:pt x="6672" y="31190"/>
                </a:lnTo>
                <a:close/>
                <a:moveTo>
                  <a:pt x="4904" y="36260"/>
                </a:moveTo>
                <a:lnTo>
                  <a:pt x="6405" y="37795"/>
                </a:lnTo>
                <a:lnTo>
                  <a:pt x="6405" y="42465"/>
                </a:lnTo>
                <a:lnTo>
                  <a:pt x="3103" y="45800"/>
                </a:lnTo>
                <a:lnTo>
                  <a:pt x="934" y="45800"/>
                </a:lnTo>
                <a:lnTo>
                  <a:pt x="4904" y="41831"/>
                </a:lnTo>
                <a:close/>
                <a:moveTo>
                  <a:pt x="3103" y="46568"/>
                </a:moveTo>
                <a:lnTo>
                  <a:pt x="6438" y="49903"/>
                </a:lnTo>
                <a:lnTo>
                  <a:pt x="6438" y="54573"/>
                </a:lnTo>
                <a:lnTo>
                  <a:pt x="4904" y="56108"/>
                </a:lnTo>
                <a:lnTo>
                  <a:pt x="4904" y="50537"/>
                </a:lnTo>
                <a:lnTo>
                  <a:pt x="934" y="46568"/>
                </a:lnTo>
                <a:close/>
                <a:moveTo>
                  <a:pt x="5004" y="57475"/>
                </a:moveTo>
                <a:lnTo>
                  <a:pt x="10708" y="57475"/>
                </a:lnTo>
                <a:lnTo>
                  <a:pt x="14444" y="61178"/>
                </a:lnTo>
                <a:lnTo>
                  <a:pt x="6672" y="61178"/>
                </a:lnTo>
                <a:lnTo>
                  <a:pt x="5004" y="59510"/>
                </a:lnTo>
                <a:close/>
                <a:moveTo>
                  <a:pt x="14444" y="61979"/>
                </a:moveTo>
                <a:lnTo>
                  <a:pt x="10708" y="65681"/>
                </a:lnTo>
                <a:lnTo>
                  <a:pt x="5004" y="65681"/>
                </a:lnTo>
                <a:lnTo>
                  <a:pt x="5004" y="63646"/>
                </a:lnTo>
                <a:lnTo>
                  <a:pt x="6672" y="61979"/>
                </a:lnTo>
                <a:close/>
                <a:moveTo>
                  <a:pt x="4904" y="67049"/>
                </a:moveTo>
                <a:lnTo>
                  <a:pt x="6405" y="68583"/>
                </a:lnTo>
                <a:lnTo>
                  <a:pt x="6405" y="73253"/>
                </a:lnTo>
                <a:lnTo>
                  <a:pt x="3103" y="76589"/>
                </a:lnTo>
                <a:lnTo>
                  <a:pt x="934" y="76589"/>
                </a:lnTo>
                <a:lnTo>
                  <a:pt x="4904" y="72620"/>
                </a:lnTo>
                <a:close/>
                <a:moveTo>
                  <a:pt x="3103" y="77356"/>
                </a:moveTo>
                <a:lnTo>
                  <a:pt x="6438" y="80692"/>
                </a:lnTo>
                <a:lnTo>
                  <a:pt x="6438" y="85362"/>
                </a:lnTo>
                <a:lnTo>
                  <a:pt x="4904" y="86896"/>
                </a:lnTo>
                <a:lnTo>
                  <a:pt x="4904" y="81326"/>
                </a:lnTo>
                <a:lnTo>
                  <a:pt x="934" y="77356"/>
                </a:lnTo>
                <a:lnTo>
                  <a:pt x="3103" y="77356"/>
                </a:lnTo>
                <a:close/>
                <a:moveTo>
                  <a:pt x="5004" y="88264"/>
                </a:moveTo>
                <a:lnTo>
                  <a:pt x="10708" y="88264"/>
                </a:lnTo>
                <a:lnTo>
                  <a:pt x="14444" y="91967"/>
                </a:lnTo>
                <a:lnTo>
                  <a:pt x="6672" y="91967"/>
                </a:lnTo>
                <a:lnTo>
                  <a:pt x="5004" y="90299"/>
                </a:lnTo>
                <a:close/>
                <a:moveTo>
                  <a:pt x="14444" y="92767"/>
                </a:moveTo>
                <a:lnTo>
                  <a:pt x="10708" y="96470"/>
                </a:lnTo>
                <a:lnTo>
                  <a:pt x="5004" y="96470"/>
                </a:lnTo>
                <a:lnTo>
                  <a:pt x="5004" y="94435"/>
                </a:lnTo>
                <a:lnTo>
                  <a:pt x="6672" y="92767"/>
                </a:lnTo>
                <a:close/>
                <a:moveTo>
                  <a:pt x="4904" y="97838"/>
                </a:moveTo>
                <a:lnTo>
                  <a:pt x="6405" y="99372"/>
                </a:lnTo>
                <a:lnTo>
                  <a:pt x="6405" y="104042"/>
                </a:lnTo>
                <a:lnTo>
                  <a:pt x="3103" y="107378"/>
                </a:lnTo>
                <a:lnTo>
                  <a:pt x="934" y="107378"/>
                </a:lnTo>
                <a:lnTo>
                  <a:pt x="4904" y="103408"/>
                </a:lnTo>
                <a:close/>
                <a:moveTo>
                  <a:pt x="3103" y="108178"/>
                </a:moveTo>
                <a:lnTo>
                  <a:pt x="6438" y="111481"/>
                </a:lnTo>
                <a:lnTo>
                  <a:pt x="6438" y="116151"/>
                </a:lnTo>
                <a:lnTo>
                  <a:pt x="4904" y="117685"/>
                </a:lnTo>
                <a:lnTo>
                  <a:pt x="4904" y="112114"/>
                </a:lnTo>
                <a:lnTo>
                  <a:pt x="934" y="108178"/>
                </a:lnTo>
                <a:close/>
                <a:moveTo>
                  <a:pt x="6972" y="116718"/>
                </a:moveTo>
                <a:lnTo>
                  <a:pt x="11675" y="116718"/>
                </a:lnTo>
                <a:lnTo>
                  <a:pt x="14978" y="120054"/>
                </a:lnTo>
                <a:lnTo>
                  <a:pt x="14978" y="122222"/>
                </a:lnTo>
                <a:lnTo>
                  <a:pt x="11042" y="118252"/>
                </a:lnTo>
                <a:lnTo>
                  <a:pt x="5438" y="118252"/>
                </a:lnTo>
                <a:close/>
                <a:moveTo>
                  <a:pt x="15778" y="120054"/>
                </a:moveTo>
                <a:lnTo>
                  <a:pt x="19081" y="116718"/>
                </a:lnTo>
                <a:lnTo>
                  <a:pt x="23784" y="116718"/>
                </a:lnTo>
                <a:lnTo>
                  <a:pt x="25319" y="118252"/>
                </a:lnTo>
                <a:lnTo>
                  <a:pt x="19748" y="118252"/>
                </a:lnTo>
                <a:lnTo>
                  <a:pt x="15778" y="122222"/>
                </a:lnTo>
                <a:lnTo>
                  <a:pt x="15778" y="120054"/>
                </a:lnTo>
                <a:close/>
                <a:moveTo>
                  <a:pt x="26653" y="112448"/>
                </a:moveTo>
                <a:lnTo>
                  <a:pt x="30389" y="108712"/>
                </a:lnTo>
                <a:lnTo>
                  <a:pt x="30389" y="116484"/>
                </a:lnTo>
                <a:lnTo>
                  <a:pt x="28688" y="118152"/>
                </a:lnTo>
                <a:lnTo>
                  <a:pt x="26653" y="118152"/>
                </a:lnTo>
                <a:lnTo>
                  <a:pt x="26653" y="112448"/>
                </a:lnTo>
                <a:close/>
                <a:moveTo>
                  <a:pt x="31189" y="108712"/>
                </a:moveTo>
                <a:lnTo>
                  <a:pt x="34892" y="112448"/>
                </a:lnTo>
                <a:lnTo>
                  <a:pt x="34892" y="118152"/>
                </a:lnTo>
                <a:lnTo>
                  <a:pt x="32857" y="118152"/>
                </a:lnTo>
                <a:lnTo>
                  <a:pt x="31189" y="116484"/>
                </a:lnTo>
                <a:close/>
                <a:moveTo>
                  <a:pt x="37761" y="116718"/>
                </a:moveTo>
                <a:lnTo>
                  <a:pt x="42464" y="116718"/>
                </a:lnTo>
                <a:lnTo>
                  <a:pt x="45767" y="120054"/>
                </a:lnTo>
                <a:lnTo>
                  <a:pt x="45767" y="122222"/>
                </a:lnTo>
                <a:lnTo>
                  <a:pt x="41830" y="118252"/>
                </a:lnTo>
                <a:lnTo>
                  <a:pt x="36226" y="118252"/>
                </a:lnTo>
                <a:close/>
                <a:moveTo>
                  <a:pt x="46567" y="120054"/>
                </a:moveTo>
                <a:lnTo>
                  <a:pt x="49903" y="116718"/>
                </a:lnTo>
                <a:lnTo>
                  <a:pt x="54573" y="116718"/>
                </a:lnTo>
                <a:lnTo>
                  <a:pt x="56107" y="118252"/>
                </a:lnTo>
                <a:lnTo>
                  <a:pt x="50537" y="118252"/>
                </a:lnTo>
                <a:lnTo>
                  <a:pt x="46567" y="122222"/>
                </a:lnTo>
                <a:close/>
                <a:moveTo>
                  <a:pt x="57475" y="112448"/>
                </a:moveTo>
                <a:lnTo>
                  <a:pt x="61178" y="108712"/>
                </a:lnTo>
                <a:lnTo>
                  <a:pt x="61178" y="116484"/>
                </a:lnTo>
                <a:lnTo>
                  <a:pt x="59510" y="118152"/>
                </a:lnTo>
                <a:lnTo>
                  <a:pt x="57475" y="118152"/>
                </a:lnTo>
                <a:close/>
                <a:moveTo>
                  <a:pt x="61978" y="108712"/>
                </a:moveTo>
                <a:lnTo>
                  <a:pt x="65681" y="112448"/>
                </a:lnTo>
                <a:lnTo>
                  <a:pt x="65681" y="118152"/>
                </a:lnTo>
                <a:lnTo>
                  <a:pt x="63646" y="118152"/>
                </a:lnTo>
                <a:lnTo>
                  <a:pt x="61978" y="116484"/>
                </a:lnTo>
                <a:close/>
                <a:moveTo>
                  <a:pt x="68583" y="116718"/>
                </a:moveTo>
                <a:lnTo>
                  <a:pt x="73253" y="116718"/>
                </a:lnTo>
                <a:lnTo>
                  <a:pt x="76555" y="120054"/>
                </a:lnTo>
                <a:lnTo>
                  <a:pt x="76555" y="122222"/>
                </a:lnTo>
                <a:lnTo>
                  <a:pt x="72619" y="118252"/>
                </a:lnTo>
                <a:lnTo>
                  <a:pt x="67048" y="118252"/>
                </a:lnTo>
                <a:close/>
                <a:moveTo>
                  <a:pt x="77356" y="120054"/>
                </a:moveTo>
                <a:lnTo>
                  <a:pt x="80691" y="116718"/>
                </a:lnTo>
                <a:lnTo>
                  <a:pt x="85361" y="116718"/>
                </a:lnTo>
                <a:lnTo>
                  <a:pt x="86896" y="118252"/>
                </a:lnTo>
                <a:lnTo>
                  <a:pt x="81325" y="118252"/>
                </a:lnTo>
                <a:lnTo>
                  <a:pt x="77356" y="122222"/>
                </a:lnTo>
                <a:lnTo>
                  <a:pt x="77356" y="120054"/>
                </a:lnTo>
                <a:close/>
                <a:moveTo>
                  <a:pt x="88264" y="112448"/>
                </a:moveTo>
                <a:lnTo>
                  <a:pt x="91966" y="108712"/>
                </a:lnTo>
                <a:lnTo>
                  <a:pt x="91966" y="116484"/>
                </a:lnTo>
                <a:lnTo>
                  <a:pt x="90298" y="118152"/>
                </a:lnTo>
                <a:lnTo>
                  <a:pt x="88264" y="118152"/>
                </a:lnTo>
                <a:close/>
                <a:moveTo>
                  <a:pt x="92767" y="108712"/>
                </a:moveTo>
                <a:lnTo>
                  <a:pt x="96469" y="112448"/>
                </a:lnTo>
                <a:lnTo>
                  <a:pt x="96469" y="118152"/>
                </a:lnTo>
                <a:lnTo>
                  <a:pt x="94435" y="118152"/>
                </a:lnTo>
                <a:lnTo>
                  <a:pt x="92767" y="116484"/>
                </a:lnTo>
                <a:close/>
                <a:moveTo>
                  <a:pt x="99371" y="116718"/>
                </a:moveTo>
                <a:lnTo>
                  <a:pt x="104041" y="116718"/>
                </a:lnTo>
                <a:lnTo>
                  <a:pt x="107377" y="120054"/>
                </a:lnTo>
                <a:lnTo>
                  <a:pt x="107377" y="122222"/>
                </a:lnTo>
                <a:lnTo>
                  <a:pt x="103408" y="118252"/>
                </a:lnTo>
                <a:lnTo>
                  <a:pt x="97837" y="118252"/>
                </a:lnTo>
                <a:close/>
                <a:moveTo>
                  <a:pt x="108144" y="120054"/>
                </a:moveTo>
                <a:lnTo>
                  <a:pt x="111480" y="116718"/>
                </a:lnTo>
                <a:lnTo>
                  <a:pt x="116150" y="116718"/>
                </a:lnTo>
                <a:lnTo>
                  <a:pt x="117685" y="118252"/>
                </a:lnTo>
                <a:lnTo>
                  <a:pt x="112114" y="118252"/>
                </a:lnTo>
                <a:lnTo>
                  <a:pt x="108144" y="122222"/>
                </a:lnTo>
                <a:lnTo>
                  <a:pt x="108144" y="120054"/>
                </a:lnTo>
                <a:close/>
                <a:moveTo>
                  <a:pt x="119052" y="112448"/>
                </a:moveTo>
                <a:lnTo>
                  <a:pt x="122755" y="108712"/>
                </a:lnTo>
                <a:lnTo>
                  <a:pt x="122755" y="116484"/>
                </a:lnTo>
                <a:lnTo>
                  <a:pt x="121087" y="118152"/>
                </a:lnTo>
                <a:lnTo>
                  <a:pt x="119052" y="118152"/>
                </a:lnTo>
                <a:close/>
                <a:moveTo>
                  <a:pt x="123555" y="108712"/>
                </a:moveTo>
                <a:lnTo>
                  <a:pt x="127258" y="112448"/>
                </a:lnTo>
                <a:lnTo>
                  <a:pt x="127258" y="118152"/>
                </a:lnTo>
                <a:lnTo>
                  <a:pt x="125223" y="118152"/>
                </a:lnTo>
                <a:lnTo>
                  <a:pt x="123555" y="116484"/>
                </a:lnTo>
                <a:lnTo>
                  <a:pt x="123555" y="108712"/>
                </a:lnTo>
                <a:close/>
                <a:moveTo>
                  <a:pt x="130160" y="116718"/>
                </a:moveTo>
                <a:lnTo>
                  <a:pt x="134830" y="116718"/>
                </a:lnTo>
                <a:lnTo>
                  <a:pt x="138166" y="120054"/>
                </a:lnTo>
                <a:lnTo>
                  <a:pt x="138166" y="122222"/>
                </a:lnTo>
                <a:lnTo>
                  <a:pt x="134196" y="118252"/>
                </a:lnTo>
                <a:lnTo>
                  <a:pt x="128626" y="118252"/>
                </a:lnTo>
                <a:close/>
                <a:moveTo>
                  <a:pt x="138933" y="120054"/>
                </a:moveTo>
                <a:lnTo>
                  <a:pt x="142269" y="116718"/>
                </a:lnTo>
                <a:lnTo>
                  <a:pt x="146939" y="116718"/>
                </a:lnTo>
                <a:lnTo>
                  <a:pt x="148473" y="118252"/>
                </a:lnTo>
                <a:lnTo>
                  <a:pt x="142903" y="118252"/>
                </a:lnTo>
                <a:lnTo>
                  <a:pt x="138933" y="122222"/>
                </a:lnTo>
                <a:close/>
                <a:moveTo>
                  <a:pt x="149841" y="112448"/>
                </a:moveTo>
                <a:lnTo>
                  <a:pt x="153543" y="108712"/>
                </a:lnTo>
                <a:lnTo>
                  <a:pt x="153543" y="116484"/>
                </a:lnTo>
                <a:lnTo>
                  <a:pt x="151876" y="118152"/>
                </a:lnTo>
                <a:lnTo>
                  <a:pt x="149841" y="118152"/>
                </a:lnTo>
                <a:lnTo>
                  <a:pt x="149841" y="112448"/>
                </a:lnTo>
                <a:close/>
                <a:moveTo>
                  <a:pt x="154344" y="108712"/>
                </a:moveTo>
                <a:lnTo>
                  <a:pt x="158047" y="112448"/>
                </a:lnTo>
                <a:lnTo>
                  <a:pt x="158047" y="118152"/>
                </a:lnTo>
                <a:lnTo>
                  <a:pt x="156012" y="118152"/>
                </a:lnTo>
                <a:lnTo>
                  <a:pt x="154344" y="116484"/>
                </a:lnTo>
                <a:lnTo>
                  <a:pt x="154344" y="108712"/>
                </a:lnTo>
                <a:close/>
                <a:moveTo>
                  <a:pt x="160949" y="116718"/>
                </a:moveTo>
                <a:lnTo>
                  <a:pt x="165619" y="116718"/>
                </a:lnTo>
                <a:lnTo>
                  <a:pt x="168954" y="120054"/>
                </a:lnTo>
                <a:lnTo>
                  <a:pt x="168954" y="122222"/>
                </a:lnTo>
                <a:lnTo>
                  <a:pt x="164985" y="118252"/>
                </a:lnTo>
                <a:lnTo>
                  <a:pt x="159414" y="118252"/>
                </a:lnTo>
                <a:close/>
                <a:moveTo>
                  <a:pt x="169755" y="120054"/>
                </a:moveTo>
                <a:lnTo>
                  <a:pt x="173057" y="116718"/>
                </a:lnTo>
                <a:lnTo>
                  <a:pt x="177761" y="116718"/>
                </a:lnTo>
                <a:lnTo>
                  <a:pt x="179262" y="118252"/>
                </a:lnTo>
                <a:lnTo>
                  <a:pt x="173691" y="118252"/>
                </a:lnTo>
                <a:lnTo>
                  <a:pt x="169755" y="122222"/>
                </a:lnTo>
                <a:close/>
                <a:moveTo>
                  <a:pt x="180629" y="112448"/>
                </a:moveTo>
                <a:lnTo>
                  <a:pt x="184332" y="108712"/>
                </a:lnTo>
                <a:lnTo>
                  <a:pt x="184332" y="116484"/>
                </a:lnTo>
                <a:lnTo>
                  <a:pt x="182664" y="118152"/>
                </a:lnTo>
                <a:lnTo>
                  <a:pt x="180629" y="118152"/>
                </a:lnTo>
                <a:lnTo>
                  <a:pt x="180629" y="112448"/>
                </a:lnTo>
                <a:close/>
                <a:moveTo>
                  <a:pt x="185133" y="108712"/>
                </a:moveTo>
                <a:lnTo>
                  <a:pt x="188869" y="112448"/>
                </a:lnTo>
                <a:lnTo>
                  <a:pt x="188869" y="118152"/>
                </a:lnTo>
                <a:lnTo>
                  <a:pt x="186801" y="118152"/>
                </a:lnTo>
                <a:lnTo>
                  <a:pt x="185133" y="116484"/>
                </a:lnTo>
                <a:lnTo>
                  <a:pt x="185133" y="108712"/>
                </a:lnTo>
                <a:close/>
                <a:moveTo>
                  <a:pt x="191737" y="116718"/>
                </a:moveTo>
                <a:lnTo>
                  <a:pt x="196441" y="116718"/>
                </a:lnTo>
                <a:lnTo>
                  <a:pt x="199743" y="120054"/>
                </a:lnTo>
                <a:lnTo>
                  <a:pt x="199743" y="122222"/>
                </a:lnTo>
                <a:lnTo>
                  <a:pt x="195807" y="118252"/>
                </a:lnTo>
                <a:lnTo>
                  <a:pt x="190203" y="118252"/>
                </a:lnTo>
                <a:close/>
                <a:moveTo>
                  <a:pt x="200544" y="120054"/>
                </a:moveTo>
                <a:lnTo>
                  <a:pt x="203846" y="116718"/>
                </a:lnTo>
                <a:lnTo>
                  <a:pt x="208549" y="116718"/>
                </a:lnTo>
                <a:lnTo>
                  <a:pt x="210084" y="118252"/>
                </a:lnTo>
                <a:lnTo>
                  <a:pt x="204480" y="118252"/>
                </a:lnTo>
                <a:lnTo>
                  <a:pt x="200544" y="122222"/>
                </a:lnTo>
                <a:close/>
                <a:moveTo>
                  <a:pt x="211418" y="112448"/>
                </a:moveTo>
                <a:lnTo>
                  <a:pt x="215154" y="108712"/>
                </a:lnTo>
                <a:lnTo>
                  <a:pt x="215154" y="116484"/>
                </a:lnTo>
                <a:lnTo>
                  <a:pt x="213453" y="118152"/>
                </a:lnTo>
                <a:lnTo>
                  <a:pt x="211418" y="118152"/>
                </a:lnTo>
                <a:lnTo>
                  <a:pt x="211418" y="112448"/>
                </a:lnTo>
                <a:close/>
                <a:moveTo>
                  <a:pt x="215921" y="108712"/>
                </a:moveTo>
                <a:lnTo>
                  <a:pt x="219657" y="112448"/>
                </a:lnTo>
                <a:lnTo>
                  <a:pt x="219657" y="118152"/>
                </a:lnTo>
                <a:lnTo>
                  <a:pt x="217623" y="118152"/>
                </a:lnTo>
                <a:lnTo>
                  <a:pt x="215921" y="116484"/>
                </a:lnTo>
                <a:lnTo>
                  <a:pt x="215921" y="108712"/>
                </a:lnTo>
                <a:close/>
                <a:moveTo>
                  <a:pt x="222526" y="116718"/>
                </a:moveTo>
                <a:lnTo>
                  <a:pt x="227229" y="116718"/>
                </a:lnTo>
                <a:lnTo>
                  <a:pt x="230532" y="120054"/>
                </a:lnTo>
                <a:lnTo>
                  <a:pt x="230532" y="122222"/>
                </a:lnTo>
                <a:lnTo>
                  <a:pt x="226596" y="118252"/>
                </a:lnTo>
                <a:lnTo>
                  <a:pt x="220992" y="118252"/>
                </a:lnTo>
                <a:close/>
                <a:moveTo>
                  <a:pt x="231332" y="120054"/>
                </a:moveTo>
                <a:lnTo>
                  <a:pt x="234635" y="116718"/>
                </a:lnTo>
                <a:lnTo>
                  <a:pt x="239338" y="116718"/>
                </a:lnTo>
                <a:lnTo>
                  <a:pt x="240873" y="118252"/>
                </a:lnTo>
                <a:lnTo>
                  <a:pt x="235269" y="118252"/>
                </a:lnTo>
                <a:lnTo>
                  <a:pt x="231332" y="122222"/>
                </a:lnTo>
                <a:lnTo>
                  <a:pt x="231332" y="120054"/>
                </a:lnTo>
                <a:close/>
                <a:moveTo>
                  <a:pt x="241406" y="117685"/>
                </a:moveTo>
                <a:lnTo>
                  <a:pt x="239905" y="116184"/>
                </a:lnTo>
                <a:lnTo>
                  <a:pt x="239905" y="111481"/>
                </a:lnTo>
                <a:lnTo>
                  <a:pt x="243208" y="108178"/>
                </a:lnTo>
                <a:lnTo>
                  <a:pt x="245376" y="108178"/>
                </a:lnTo>
                <a:lnTo>
                  <a:pt x="241406" y="112114"/>
                </a:lnTo>
                <a:lnTo>
                  <a:pt x="241406" y="117685"/>
                </a:lnTo>
                <a:close/>
                <a:moveTo>
                  <a:pt x="243208" y="107378"/>
                </a:moveTo>
                <a:lnTo>
                  <a:pt x="239872" y="104042"/>
                </a:lnTo>
                <a:lnTo>
                  <a:pt x="239872" y="99372"/>
                </a:lnTo>
                <a:lnTo>
                  <a:pt x="241406" y="97838"/>
                </a:lnTo>
                <a:lnTo>
                  <a:pt x="241406" y="103408"/>
                </a:lnTo>
                <a:lnTo>
                  <a:pt x="245376" y="107378"/>
                </a:lnTo>
                <a:lnTo>
                  <a:pt x="243208" y="107378"/>
                </a:lnTo>
                <a:close/>
                <a:moveTo>
                  <a:pt x="241306" y="96470"/>
                </a:moveTo>
                <a:lnTo>
                  <a:pt x="235602" y="96470"/>
                </a:lnTo>
                <a:lnTo>
                  <a:pt x="231866" y="92767"/>
                </a:lnTo>
                <a:lnTo>
                  <a:pt x="239638" y="92767"/>
                </a:lnTo>
                <a:lnTo>
                  <a:pt x="241306" y="94435"/>
                </a:lnTo>
                <a:lnTo>
                  <a:pt x="241306" y="96470"/>
                </a:lnTo>
                <a:close/>
                <a:moveTo>
                  <a:pt x="231866" y="91967"/>
                </a:moveTo>
                <a:lnTo>
                  <a:pt x="235602" y="88264"/>
                </a:lnTo>
                <a:lnTo>
                  <a:pt x="241306" y="88264"/>
                </a:lnTo>
                <a:lnTo>
                  <a:pt x="241306" y="90299"/>
                </a:lnTo>
                <a:lnTo>
                  <a:pt x="239638" y="91967"/>
                </a:lnTo>
                <a:close/>
                <a:moveTo>
                  <a:pt x="241406" y="86896"/>
                </a:moveTo>
                <a:lnTo>
                  <a:pt x="239905" y="85362"/>
                </a:lnTo>
                <a:lnTo>
                  <a:pt x="239905" y="80692"/>
                </a:lnTo>
                <a:lnTo>
                  <a:pt x="243208" y="77356"/>
                </a:lnTo>
                <a:lnTo>
                  <a:pt x="245376" y="77356"/>
                </a:lnTo>
                <a:lnTo>
                  <a:pt x="241406" y="81326"/>
                </a:lnTo>
                <a:lnTo>
                  <a:pt x="241406" y="86896"/>
                </a:lnTo>
                <a:close/>
                <a:moveTo>
                  <a:pt x="243208" y="76589"/>
                </a:moveTo>
                <a:lnTo>
                  <a:pt x="239872" y="73253"/>
                </a:lnTo>
                <a:lnTo>
                  <a:pt x="239872" y="68583"/>
                </a:lnTo>
                <a:lnTo>
                  <a:pt x="241406" y="67049"/>
                </a:lnTo>
                <a:lnTo>
                  <a:pt x="241406" y="72620"/>
                </a:lnTo>
                <a:lnTo>
                  <a:pt x="245376" y="76589"/>
                </a:lnTo>
                <a:lnTo>
                  <a:pt x="243208" y="76589"/>
                </a:lnTo>
                <a:close/>
                <a:moveTo>
                  <a:pt x="241306" y="65681"/>
                </a:moveTo>
                <a:lnTo>
                  <a:pt x="235602" y="65681"/>
                </a:lnTo>
                <a:lnTo>
                  <a:pt x="231866" y="61979"/>
                </a:lnTo>
                <a:lnTo>
                  <a:pt x="239638" y="61979"/>
                </a:lnTo>
                <a:lnTo>
                  <a:pt x="241306" y="63646"/>
                </a:lnTo>
                <a:lnTo>
                  <a:pt x="241306" y="65681"/>
                </a:lnTo>
                <a:close/>
                <a:moveTo>
                  <a:pt x="231866" y="61178"/>
                </a:moveTo>
                <a:lnTo>
                  <a:pt x="235602" y="57475"/>
                </a:lnTo>
                <a:lnTo>
                  <a:pt x="241306" y="57475"/>
                </a:lnTo>
                <a:lnTo>
                  <a:pt x="241306" y="59510"/>
                </a:lnTo>
                <a:lnTo>
                  <a:pt x="239638" y="61178"/>
                </a:lnTo>
                <a:close/>
                <a:moveTo>
                  <a:pt x="241406" y="56108"/>
                </a:moveTo>
                <a:lnTo>
                  <a:pt x="239905" y="54573"/>
                </a:lnTo>
                <a:lnTo>
                  <a:pt x="239905" y="49903"/>
                </a:lnTo>
                <a:lnTo>
                  <a:pt x="243208" y="46568"/>
                </a:lnTo>
                <a:lnTo>
                  <a:pt x="245376" y="46568"/>
                </a:lnTo>
                <a:lnTo>
                  <a:pt x="241406" y="50537"/>
                </a:lnTo>
                <a:lnTo>
                  <a:pt x="241406" y="56108"/>
                </a:lnTo>
                <a:close/>
                <a:moveTo>
                  <a:pt x="243208" y="45800"/>
                </a:moveTo>
                <a:lnTo>
                  <a:pt x="239872" y="42465"/>
                </a:lnTo>
                <a:lnTo>
                  <a:pt x="239872" y="37795"/>
                </a:lnTo>
                <a:lnTo>
                  <a:pt x="241406" y="36260"/>
                </a:lnTo>
                <a:lnTo>
                  <a:pt x="241406" y="41831"/>
                </a:lnTo>
                <a:lnTo>
                  <a:pt x="245376" y="45800"/>
                </a:lnTo>
                <a:close/>
                <a:moveTo>
                  <a:pt x="241306" y="34893"/>
                </a:moveTo>
                <a:lnTo>
                  <a:pt x="235602" y="34893"/>
                </a:lnTo>
                <a:lnTo>
                  <a:pt x="231866" y="31190"/>
                </a:lnTo>
                <a:lnTo>
                  <a:pt x="239638" y="31190"/>
                </a:lnTo>
                <a:lnTo>
                  <a:pt x="241306" y="32858"/>
                </a:lnTo>
                <a:lnTo>
                  <a:pt x="241306" y="34893"/>
                </a:lnTo>
                <a:close/>
                <a:moveTo>
                  <a:pt x="231866" y="30389"/>
                </a:moveTo>
                <a:lnTo>
                  <a:pt x="235602" y="26653"/>
                </a:lnTo>
                <a:lnTo>
                  <a:pt x="241306" y="26653"/>
                </a:lnTo>
                <a:lnTo>
                  <a:pt x="241306" y="28721"/>
                </a:lnTo>
                <a:lnTo>
                  <a:pt x="239638" y="30389"/>
                </a:lnTo>
                <a:close/>
                <a:moveTo>
                  <a:pt x="241406" y="25319"/>
                </a:moveTo>
                <a:lnTo>
                  <a:pt x="239905" y="23785"/>
                </a:lnTo>
                <a:lnTo>
                  <a:pt x="239905" y="19115"/>
                </a:lnTo>
                <a:lnTo>
                  <a:pt x="243208" y="15779"/>
                </a:lnTo>
                <a:lnTo>
                  <a:pt x="245376" y="15779"/>
                </a:lnTo>
                <a:lnTo>
                  <a:pt x="241406" y="19748"/>
                </a:lnTo>
                <a:lnTo>
                  <a:pt x="241406" y="25319"/>
                </a:lnTo>
                <a:close/>
                <a:moveTo>
                  <a:pt x="243208" y="15012"/>
                </a:moveTo>
                <a:lnTo>
                  <a:pt x="239872" y="11676"/>
                </a:lnTo>
                <a:lnTo>
                  <a:pt x="239872" y="6973"/>
                </a:lnTo>
                <a:lnTo>
                  <a:pt x="241406" y="5471"/>
                </a:lnTo>
                <a:lnTo>
                  <a:pt x="241406" y="11042"/>
                </a:lnTo>
                <a:lnTo>
                  <a:pt x="245376" y="15012"/>
                </a:lnTo>
                <a:lnTo>
                  <a:pt x="243208" y="15012"/>
                </a:lnTo>
                <a:close/>
                <a:moveTo>
                  <a:pt x="239638" y="401"/>
                </a:moveTo>
                <a:lnTo>
                  <a:pt x="241306" y="2069"/>
                </a:lnTo>
                <a:lnTo>
                  <a:pt x="241306" y="4104"/>
                </a:lnTo>
                <a:lnTo>
                  <a:pt x="235602" y="4104"/>
                </a:lnTo>
                <a:lnTo>
                  <a:pt x="231866" y="401"/>
                </a:lnTo>
                <a:close/>
                <a:moveTo>
                  <a:pt x="229965" y="401"/>
                </a:moveTo>
                <a:lnTo>
                  <a:pt x="226262" y="4104"/>
                </a:lnTo>
                <a:lnTo>
                  <a:pt x="220558" y="4104"/>
                </a:lnTo>
                <a:lnTo>
                  <a:pt x="220558" y="2069"/>
                </a:lnTo>
                <a:lnTo>
                  <a:pt x="222226" y="401"/>
                </a:lnTo>
                <a:close/>
                <a:moveTo>
                  <a:pt x="219290" y="401"/>
                </a:moveTo>
                <a:lnTo>
                  <a:pt x="221092" y="401"/>
                </a:lnTo>
                <a:lnTo>
                  <a:pt x="219757" y="1735"/>
                </a:lnTo>
                <a:lnTo>
                  <a:pt x="219757" y="3804"/>
                </a:lnTo>
                <a:lnTo>
                  <a:pt x="218457" y="2503"/>
                </a:lnTo>
                <a:lnTo>
                  <a:pt x="218457" y="1202"/>
                </a:lnTo>
                <a:close/>
                <a:moveTo>
                  <a:pt x="216755" y="2936"/>
                </a:moveTo>
                <a:lnTo>
                  <a:pt x="218056" y="2936"/>
                </a:lnTo>
                <a:lnTo>
                  <a:pt x="219324" y="4204"/>
                </a:lnTo>
                <a:lnTo>
                  <a:pt x="217456" y="4204"/>
                </a:lnTo>
                <a:lnTo>
                  <a:pt x="217156" y="4337"/>
                </a:lnTo>
                <a:lnTo>
                  <a:pt x="215921" y="5572"/>
                </a:lnTo>
                <a:lnTo>
                  <a:pt x="215921" y="3770"/>
                </a:lnTo>
                <a:close/>
                <a:moveTo>
                  <a:pt x="214320" y="2936"/>
                </a:moveTo>
                <a:lnTo>
                  <a:pt x="215154" y="3737"/>
                </a:lnTo>
                <a:lnTo>
                  <a:pt x="215154" y="5572"/>
                </a:lnTo>
                <a:lnTo>
                  <a:pt x="213887" y="4337"/>
                </a:lnTo>
                <a:lnTo>
                  <a:pt x="213620" y="4204"/>
                </a:lnTo>
                <a:lnTo>
                  <a:pt x="211718" y="4204"/>
                </a:lnTo>
                <a:lnTo>
                  <a:pt x="213019" y="2936"/>
                </a:lnTo>
                <a:lnTo>
                  <a:pt x="214320" y="2936"/>
                </a:lnTo>
                <a:close/>
                <a:moveTo>
                  <a:pt x="211785" y="401"/>
                </a:moveTo>
                <a:lnTo>
                  <a:pt x="212586" y="1202"/>
                </a:lnTo>
                <a:lnTo>
                  <a:pt x="212586" y="2503"/>
                </a:lnTo>
                <a:lnTo>
                  <a:pt x="211318" y="3804"/>
                </a:lnTo>
                <a:lnTo>
                  <a:pt x="211318" y="1735"/>
                </a:lnTo>
                <a:lnTo>
                  <a:pt x="209950" y="401"/>
                </a:lnTo>
                <a:lnTo>
                  <a:pt x="211785" y="401"/>
                </a:lnTo>
                <a:close/>
                <a:moveTo>
                  <a:pt x="208850" y="401"/>
                </a:moveTo>
                <a:lnTo>
                  <a:pt x="210518" y="2069"/>
                </a:lnTo>
                <a:lnTo>
                  <a:pt x="210518" y="4104"/>
                </a:lnTo>
                <a:lnTo>
                  <a:pt x="204813" y="4104"/>
                </a:lnTo>
                <a:lnTo>
                  <a:pt x="201077" y="401"/>
                </a:lnTo>
                <a:close/>
                <a:moveTo>
                  <a:pt x="199176" y="401"/>
                </a:moveTo>
                <a:lnTo>
                  <a:pt x="195473" y="4104"/>
                </a:lnTo>
                <a:lnTo>
                  <a:pt x="189736" y="4104"/>
                </a:lnTo>
                <a:lnTo>
                  <a:pt x="189736" y="2069"/>
                </a:lnTo>
                <a:lnTo>
                  <a:pt x="191437" y="401"/>
                </a:lnTo>
                <a:close/>
                <a:moveTo>
                  <a:pt x="188502" y="401"/>
                </a:moveTo>
                <a:lnTo>
                  <a:pt x="190303" y="401"/>
                </a:lnTo>
                <a:lnTo>
                  <a:pt x="188969" y="1735"/>
                </a:lnTo>
                <a:lnTo>
                  <a:pt x="188969" y="3804"/>
                </a:lnTo>
                <a:lnTo>
                  <a:pt x="187668" y="2503"/>
                </a:lnTo>
                <a:lnTo>
                  <a:pt x="187668" y="1202"/>
                </a:lnTo>
                <a:close/>
                <a:moveTo>
                  <a:pt x="185967" y="2936"/>
                </a:moveTo>
                <a:lnTo>
                  <a:pt x="187268" y="2936"/>
                </a:lnTo>
                <a:lnTo>
                  <a:pt x="188535" y="4204"/>
                </a:lnTo>
                <a:lnTo>
                  <a:pt x="186667" y="4204"/>
                </a:lnTo>
                <a:lnTo>
                  <a:pt x="186367" y="4337"/>
                </a:lnTo>
                <a:lnTo>
                  <a:pt x="185133" y="5572"/>
                </a:lnTo>
                <a:lnTo>
                  <a:pt x="185133" y="3770"/>
                </a:lnTo>
                <a:close/>
                <a:moveTo>
                  <a:pt x="183532" y="2936"/>
                </a:moveTo>
                <a:lnTo>
                  <a:pt x="184332" y="3737"/>
                </a:lnTo>
                <a:lnTo>
                  <a:pt x="184332" y="5572"/>
                </a:lnTo>
                <a:lnTo>
                  <a:pt x="183098" y="4337"/>
                </a:lnTo>
                <a:lnTo>
                  <a:pt x="182831" y="4204"/>
                </a:lnTo>
                <a:lnTo>
                  <a:pt x="180930" y="4204"/>
                </a:lnTo>
                <a:lnTo>
                  <a:pt x="182231" y="2936"/>
                </a:lnTo>
                <a:lnTo>
                  <a:pt x="183532" y="2936"/>
                </a:lnTo>
                <a:close/>
                <a:moveTo>
                  <a:pt x="180996" y="401"/>
                </a:moveTo>
                <a:lnTo>
                  <a:pt x="181797" y="1202"/>
                </a:lnTo>
                <a:lnTo>
                  <a:pt x="181797" y="2503"/>
                </a:lnTo>
                <a:lnTo>
                  <a:pt x="180529" y="3804"/>
                </a:lnTo>
                <a:lnTo>
                  <a:pt x="180529" y="1735"/>
                </a:lnTo>
                <a:lnTo>
                  <a:pt x="179162" y="401"/>
                </a:lnTo>
                <a:lnTo>
                  <a:pt x="180996" y="401"/>
                </a:lnTo>
                <a:close/>
                <a:moveTo>
                  <a:pt x="178061" y="401"/>
                </a:moveTo>
                <a:lnTo>
                  <a:pt x="179729" y="2069"/>
                </a:lnTo>
                <a:lnTo>
                  <a:pt x="179729" y="4104"/>
                </a:lnTo>
                <a:lnTo>
                  <a:pt x="174025" y="4104"/>
                </a:lnTo>
                <a:lnTo>
                  <a:pt x="170289" y="401"/>
                </a:lnTo>
                <a:close/>
                <a:moveTo>
                  <a:pt x="168387" y="401"/>
                </a:moveTo>
                <a:lnTo>
                  <a:pt x="164685" y="4104"/>
                </a:lnTo>
                <a:lnTo>
                  <a:pt x="158947" y="4104"/>
                </a:lnTo>
                <a:lnTo>
                  <a:pt x="158947" y="2069"/>
                </a:lnTo>
                <a:lnTo>
                  <a:pt x="160649" y="401"/>
                </a:lnTo>
                <a:close/>
                <a:moveTo>
                  <a:pt x="157713" y="401"/>
                </a:moveTo>
                <a:lnTo>
                  <a:pt x="159514" y="401"/>
                </a:lnTo>
                <a:lnTo>
                  <a:pt x="158180" y="1735"/>
                </a:lnTo>
                <a:lnTo>
                  <a:pt x="158180" y="3804"/>
                </a:lnTo>
                <a:lnTo>
                  <a:pt x="156879" y="2503"/>
                </a:lnTo>
                <a:lnTo>
                  <a:pt x="156879" y="1202"/>
                </a:lnTo>
                <a:close/>
                <a:moveTo>
                  <a:pt x="155178" y="2936"/>
                </a:moveTo>
                <a:lnTo>
                  <a:pt x="156479" y="2936"/>
                </a:lnTo>
                <a:lnTo>
                  <a:pt x="157746" y="4204"/>
                </a:lnTo>
                <a:lnTo>
                  <a:pt x="155845" y="4204"/>
                </a:lnTo>
                <a:lnTo>
                  <a:pt x="155578" y="4337"/>
                </a:lnTo>
                <a:lnTo>
                  <a:pt x="154344" y="5572"/>
                </a:lnTo>
                <a:lnTo>
                  <a:pt x="154344" y="3770"/>
                </a:lnTo>
                <a:close/>
                <a:moveTo>
                  <a:pt x="152743" y="2936"/>
                </a:moveTo>
                <a:lnTo>
                  <a:pt x="153543" y="3737"/>
                </a:lnTo>
                <a:lnTo>
                  <a:pt x="153543" y="5572"/>
                </a:lnTo>
                <a:lnTo>
                  <a:pt x="152309" y="4337"/>
                </a:lnTo>
                <a:lnTo>
                  <a:pt x="152042" y="4204"/>
                </a:lnTo>
                <a:lnTo>
                  <a:pt x="150141" y="4204"/>
                </a:lnTo>
                <a:lnTo>
                  <a:pt x="151442" y="2936"/>
                </a:lnTo>
                <a:lnTo>
                  <a:pt x="152743" y="2936"/>
                </a:lnTo>
                <a:close/>
                <a:moveTo>
                  <a:pt x="150174" y="401"/>
                </a:moveTo>
                <a:lnTo>
                  <a:pt x="151008" y="1202"/>
                </a:lnTo>
                <a:lnTo>
                  <a:pt x="151008" y="2503"/>
                </a:lnTo>
                <a:lnTo>
                  <a:pt x="149741" y="3804"/>
                </a:lnTo>
                <a:lnTo>
                  <a:pt x="149741" y="1735"/>
                </a:lnTo>
                <a:lnTo>
                  <a:pt x="148373" y="401"/>
                </a:lnTo>
                <a:lnTo>
                  <a:pt x="150174" y="401"/>
                </a:lnTo>
                <a:close/>
                <a:moveTo>
                  <a:pt x="147272" y="401"/>
                </a:moveTo>
                <a:lnTo>
                  <a:pt x="148940" y="2069"/>
                </a:lnTo>
                <a:lnTo>
                  <a:pt x="148940" y="4104"/>
                </a:lnTo>
                <a:lnTo>
                  <a:pt x="143236" y="4104"/>
                </a:lnTo>
                <a:lnTo>
                  <a:pt x="139500" y="401"/>
                </a:lnTo>
                <a:close/>
                <a:moveTo>
                  <a:pt x="137599" y="401"/>
                </a:moveTo>
                <a:lnTo>
                  <a:pt x="133863" y="4104"/>
                </a:lnTo>
                <a:lnTo>
                  <a:pt x="128159" y="4104"/>
                </a:lnTo>
                <a:lnTo>
                  <a:pt x="128159" y="2069"/>
                </a:lnTo>
                <a:lnTo>
                  <a:pt x="129860" y="401"/>
                </a:lnTo>
                <a:close/>
                <a:moveTo>
                  <a:pt x="126924" y="401"/>
                </a:moveTo>
                <a:lnTo>
                  <a:pt x="128726" y="401"/>
                </a:lnTo>
                <a:lnTo>
                  <a:pt x="127391" y="1735"/>
                </a:lnTo>
                <a:lnTo>
                  <a:pt x="127391" y="3804"/>
                </a:lnTo>
                <a:lnTo>
                  <a:pt x="126091" y="2503"/>
                </a:lnTo>
                <a:lnTo>
                  <a:pt x="126091" y="1202"/>
                </a:lnTo>
                <a:close/>
                <a:moveTo>
                  <a:pt x="124389" y="2936"/>
                </a:moveTo>
                <a:lnTo>
                  <a:pt x="125657" y="2936"/>
                </a:lnTo>
                <a:lnTo>
                  <a:pt x="126958" y="4204"/>
                </a:lnTo>
                <a:lnTo>
                  <a:pt x="125056" y="4204"/>
                </a:lnTo>
                <a:lnTo>
                  <a:pt x="124790" y="4337"/>
                </a:lnTo>
                <a:lnTo>
                  <a:pt x="123555" y="5572"/>
                </a:lnTo>
                <a:lnTo>
                  <a:pt x="123555" y="3770"/>
                </a:lnTo>
                <a:close/>
                <a:moveTo>
                  <a:pt x="121954" y="2936"/>
                </a:moveTo>
                <a:lnTo>
                  <a:pt x="122755" y="3737"/>
                </a:lnTo>
                <a:lnTo>
                  <a:pt x="122755" y="5572"/>
                </a:lnTo>
                <a:lnTo>
                  <a:pt x="121521" y="4337"/>
                </a:lnTo>
                <a:lnTo>
                  <a:pt x="121254" y="4204"/>
                </a:lnTo>
                <a:lnTo>
                  <a:pt x="119352" y="4204"/>
                </a:lnTo>
                <a:lnTo>
                  <a:pt x="120653" y="2936"/>
                </a:lnTo>
                <a:lnTo>
                  <a:pt x="121954" y="2936"/>
                </a:lnTo>
                <a:close/>
                <a:moveTo>
                  <a:pt x="119386" y="401"/>
                </a:moveTo>
                <a:lnTo>
                  <a:pt x="120220" y="1202"/>
                </a:lnTo>
                <a:lnTo>
                  <a:pt x="120220" y="2503"/>
                </a:lnTo>
                <a:lnTo>
                  <a:pt x="118952" y="3804"/>
                </a:lnTo>
                <a:lnTo>
                  <a:pt x="118952" y="1735"/>
                </a:lnTo>
                <a:lnTo>
                  <a:pt x="117584" y="401"/>
                </a:lnTo>
                <a:lnTo>
                  <a:pt x="119386" y="401"/>
                </a:lnTo>
                <a:close/>
                <a:moveTo>
                  <a:pt x="116450" y="401"/>
                </a:moveTo>
                <a:lnTo>
                  <a:pt x="118152" y="2069"/>
                </a:lnTo>
                <a:lnTo>
                  <a:pt x="118152" y="4104"/>
                </a:lnTo>
                <a:lnTo>
                  <a:pt x="112447" y="4104"/>
                </a:lnTo>
                <a:lnTo>
                  <a:pt x="108711" y="401"/>
                </a:lnTo>
                <a:close/>
                <a:moveTo>
                  <a:pt x="106810" y="401"/>
                </a:moveTo>
                <a:lnTo>
                  <a:pt x="103074" y="4104"/>
                </a:lnTo>
                <a:lnTo>
                  <a:pt x="97370" y="4104"/>
                </a:lnTo>
                <a:lnTo>
                  <a:pt x="97370" y="2069"/>
                </a:lnTo>
                <a:lnTo>
                  <a:pt x="99071" y="401"/>
                </a:lnTo>
                <a:close/>
                <a:moveTo>
                  <a:pt x="96136" y="401"/>
                </a:moveTo>
                <a:lnTo>
                  <a:pt x="97937" y="401"/>
                </a:lnTo>
                <a:lnTo>
                  <a:pt x="96569" y="1735"/>
                </a:lnTo>
                <a:lnTo>
                  <a:pt x="96569" y="3804"/>
                </a:lnTo>
                <a:lnTo>
                  <a:pt x="95302" y="2503"/>
                </a:lnTo>
                <a:lnTo>
                  <a:pt x="95302" y="1202"/>
                </a:lnTo>
                <a:close/>
                <a:moveTo>
                  <a:pt x="93567" y="2936"/>
                </a:moveTo>
                <a:lnTo>
                  <a:pt x="94868" y="2936"/>
                </a:lnTo>
                <a:lnTo>
                  <a:pt x="96169" y="4204"/>
                </a:lnTo>
                <a:lnTo>
                  <a:pt x="94268" y="4204"/>
                </a:lnTo>
                <a:lnTo>
                  <a:pt x="94001" y="4337"/>
                </a:lnTo>
                <a:lnTo>
                  <a:pt x="92767" y="5572"/>
                </a:lnTo>
                <a:lnTo>
                  <a:pt x="92767" y="3770"/>
                </a:lnTo>
                <a:close/>
                <a:moveTo>
                  <a:pt x="91166" y="2936"/>
                </a:moveTo>
                <a:lnTo>
                  <a:pt x="91966" y="3737"/>
                </a:lnTo>
                <a:lnTo>
                  <a:pt x="91966" y="5572"/>
                </a:lnTo>
                <a:lnTo>
                  <a:pt x="90732" y="4337"/>
                </a:lnTo>
                <a:lnTo>
                  <a:pt x="90465" y="4204"/>
                </a:lnTo>
                <a:lnTo>
                  <a:pt x="88564" y="4204"/>
                </a:lnTo>
                <a:lnTo>
                  <a:pt x="89865" y="2936"/>
                </a:lnTo>
                <a:lnTo>
                  <a:pt x="91166" y="2936"/>
                </a:lnTo>
                <a:close/>
                <a:moveTo>
                  <a:pt x="88597" y="401"/>
                </a:moveTo>
                <a:lnTo>
                  <a:pt x="89431" y="1202"/>
                </a:lnTo>
                <a:lnTo>
                  <a:pt x="89431" y="2503"/>
                </a:lnTo>
                <a:lnTo>
                  <a:pt x="88130" y="3804"/>
                </a:lnTo>
                <a:lnTo>
                  <a:pt x="88130" y="1735"/>
                </a:lnTo>
                <a:lnTo>
                  <a:pt x="86796" y="401"/>
                </a:lnTo>
                <a:lnTo>
                  <a:pt x="88597" y="401"/>
                </a:lnTo>
                <a:close/>
                <a:moveTo>
                  <a:pt x="85662" y="401"/>
                </a:moveTo>
                <a:lnTo>
                  <a:pt x="87363" y="2069"/>
                </a:lnTo>
                <a:lnTo>
                  <a:pt x="87363" y="4104"/>
                </a:lnTo>
                <a:lnTo>
                  <a:pt x="81659" y="4104"/>
                </a:lnTo>
                <a:lnTo>
                  <a:pt x="77923" y="401"/>
                </a:lnTo>
                <a:close/>
                <a:moveTo>
                  <a:pt x="76021" y="401"/>
                </a:moveTo>
                <a:lnTo>
                  <a:pt x="72285" y="4104"/>
                </a:lnTo>
                <a:lnTo>
                  <a:pt x="66581" y="4104"/>
                </a:lnTo>
                <a:lnTo>
                  <a:pt x="66581" y="2069"/>
                </a:lnTo>
                <a:lnTo>
                  <a:pt x="68249" y="401"/>
                </a:lnTo>
                <a:close/>
                <a:moveTo>
                  <a:pt x="65347" y="401"/>
                </a:moveTo>
                <a:lnTo>
                  <a:pt x="67148" y="401"/>
                </a:lnTo>
                <a:lnTo>
                  <a:pt x="65781" y="1735"/>
                </a:lnTo>
                <a:lnTo>
                  <a:pt x="65781" y="3804"/>
                </a:lnTo>
                <a:lnTo>
                  <a:pt x="64513" y="2503"/>
                </a:lnTo>
                <a:lnTo>
                  <a:pt x="64513" y="1202"/>
                </a:lnTo>
                <a:close/>
                <a:moveTo>
                  <a:pt x="62779" y="2936"/>
                </a:moveTo>
                <a:lnTo>
                  <a:pt x="64080" y="2936"/>
                </a:lnTo>
                <a:lnTo>
                  <a:pt x="65381" y="4204"/>
                </a:lnTo>
                <a:lnTo>
                  <a:pt x="63479" y="4204"/>
                </a:lnTo>
                <a:lnTo>
                  <a:pt x="63212" y="4337"/>
                </a:lnTo>
                <a:lnTo>
                  <a:pt x="61978" y="5572"/>
                </a:lnTo>
                <a:lnTo>
                  <a:pt x="61978" y="3770"/>
                </a:lnTo>
                <a:close/>
                <a:moveTo>
                  <a:pt x="60344" y="2936"/>
                </a:moveTo>
                <a:lnTo>
                  <a:pt x="61178" y="3737"/>
                </a:lnTo>
                <a:lnTo>
                  <a:pt x="61178" y="5572"/>
                </a:lnTo>
                <a:lnTo>
                  <a:pt x="59943" y="4337"/>
                </a:lnTo>
                <a:lnTo>
                  <a:pt x="59676" y="4204"/>
                </a:lnTo>
                <a:lnTo>
                  <a:pt x="57775" y="4204"/>
                </a:lnTo>
                <a:lnTo>
                  <a:pt x="59043" y="2936"/>
                </a:lnTo>
                <a:lnTo>
                  <a:pt x="60344" y="2936"/>
                </a:lnTo>
                <a:close/>
                <a:moveTo>
                  <a:pt x="57808" y="401"/>
                </a:moveTo>
                <a:lnTo>
                  <a:pt x="58642" y="1202"/>
                </a:lnTo>
                <a:lnTo>
                  <a:pt x="58642" y="2503"/>
                </a:lnTo>
                <a:lnTo>
                  <a:pt x="57341" y="3804"/>
                </a:lnTo>
                <a:lnTo>
                  <a:pt x="57341" y="1735"/>
                </a:lnTo>
                <a:lnTo>
                  <a:pt x="56007" y="401"/>
                </a:lnTo>
                <a:lnTo>
                  <a:pt x="57808" y="401"/>
                </a:lnTo>
                <a:close/>
                <a:moveTo>
                  <a:pt x="54873" y="401"/>
                </a:moveTo>
                <a:lnTo>
                  <a:pt x="56574" y="2069"/>
                </a:lnTo>
                <a:lnTo>
                  <a:pt x="56574" y="4104"/>
                </a:lnTo>
                <a:lnTo>
                  <a:pt x="50837" y="4104"/>
                </a:lnTo>
                <a:lnTo>
                  <a:pt x="47134" y="401"/>
                </a:lnTo>
                <a:close/>
                <a:moveTo>
                  <a:pt x="45233" y="401"/>
                </a:moveTo>
                <a:lnTo>
                  <a:pt x="41497" y="4104"/>
                </a:lnTo>
                <a:lnTo>
                  <a:pt x="35793" y="4104"/>
                </a:lnTo>
                <a:lnTo>
                  <a:pt x="35793" y="2069"/>
                </a:lnTo>
                <a:lnTo>
                  <a:pt x="37461" y="401"/>
                </a:lnTo>
                <a:close/>
                <a:moveTo>
                  <a:pt x="34525" y="401"/>
                </a:moveTo>
                <a:lnTo>
                  <a:pt x="36360" y="401"/>
                </a:lnTo>
                <a:lnTo>
                  <a:pt x="34992" y="1735"/>
                </a:lnTo>
                <a:lnTo>
                  <a:pt x="34992" y="3804"/>
                </a:lnTo>
                <a:lnTo>
                  <a:pt x="33725" y="2503"/>
                </a:lnTo>
                <a:lnTo>
                  <a:pt x="33725" y="1202"/>
                </a:lnTo>
                <a:close/>
                <a:moveTo>
                  <a:pt x="31990" y="2936"/>
                </a:moveTo>
                <a:lnTo>
                  <a:pt x="33291" y="2936"/>
                </a:lnTo>
                <a:lnTo>
                  <a:pt x="34592" y="4204"/>
                </a:lnTo>
                <a:lnTo>
                  <a:pt x="32691" y="4204"/>
                </a:lnTo>
                <a:lnTo>
                  <a:pt x="32424" y="4337"/>
                </a:lnTo>
                <a:lnTo>
                  <a:pt x="31189" y="5572"/>
                </a:lnTo>
                <a:lnTo>
                  <a:pt x="31189" y="3770"/>
                </a:lnTo>
                <a:close/>
                <a:moveTo>
                  <a:pt x="29555" y="2936"/>
                </a:moveTo>
                <a:lnTo>
                  <a:pt x="30389" y="3737"/>
                </a:lnTo>
                <a:lnTo>
                  <a:pt x="30389" y="5572"/>
                </a:lnTo>
                <a:lnTo>
                  <a:pt x="29155" y="4337"/>
                </a:lnTo>
                <a:lnTo>
                  <a:pt x="28854" y="4204"/>
                </a:lnTo>
                <a:lnTo>
                  <a:pt x="26986" y="4204"/>
                </a:lnTo>
                <a:lnTo>
                  <a:pt x="28254" y="2936"/>
                </a:lnTo>
                <a:lnTo>
                  <a:pt x="29555" y="2936"/>
                </a:lnTo>
                <a:close/>
                <a:moveTo>
                  <a:pt x="27020" y="401"/>
                </a:moveTo>
                <a:lnTo>
                  <a:pt x="27854" y="1202"/>
                </a:lnTo>
                <a:lnTo>
                  <a:pt x="27854" y="2503"/>
                </a:lnTo>
                <a:lnTo>
                  <a:pt x="26553" y="3804"/>
                </a:lnTo>
                <a:lnTo>
                  <a:pt x="26553" y="1735"/>
                </a:lnTo>
                <a:lnTo>
                  <a:pt x="25219" y="401"/>
                </a:lnTo>
                <a:lnTo>
                  <a:pt x="27020" y="401"/>
                </a:lnTo>
                <a:close/>
                <a:moveTo>
                  <a:pt x="24084" y="401"/>
                </a:moveTo>
                <a:lnTo>
                  <a:pt x="25786" y="2069"/>
                </a:lnTo>
                <a:lnTo>
                  <a:pt x="25786" y="4104"/>
                </a:lnTo>
                <a:lnTo>
                  <a:pt x="20048" y="4104"/>
                </a:lnTo>
                <a:lnTo>
                  <a:pt x="16346" y="401"/>
                </a:lnTo>
                <a:close/>
                <a:moveTo>
                  <a:pt x="14444" y="401"/>
                </a:moveTo>
                <a:lnTo>
                  <a:pt x="10708" y="4104"/>
                </a:lnTo>
                <a:lnTo>
                  <a:pt x="5004" y="4104"/>
                </a:lnTo>
                <a:lnTo>
                  <a:pt x="5004" y="2069"/>
                </a:lnTo>
                <a:lnTo>
                  <a:pt x="6672" y="401"/>
                </a:lnTo>
                <a:close/>
                <a:moveTo>
                  <a:pt x="3736" y="401"/>
                </a:moveTo>
                <a:lnTo>
                  <a:pt x="5571" y="401"/>
                </a:lnTo>
                <a:lnTo>
                  <a:pt x="4203" y="1735"/>
                </a:lnTo>
                <a:lnTo>
                  <a:pt x="4203" y="3804"/>
                </a:lnTo>
                <a:lnTo>
                  <a:pt x="2936" y="2503"/>
                </a:lnTo>
                <a:lnTo>
                  <a:pt x="2936" y="1202"/>
                </a:lnTo>
                <a:close/>
                <a:moveTo>
                  <a:pt x="367" y="3737"/>
                </a:moveTo>
                <a:lnTo>
                  <a:pt x="1201" y="2936"/>
                </a:lnTo>
                <a:lnTo>
                  <a:pt x="2502" y="2936"/>
                </a:lnTo>
                <a:lnTo>
                  <a:pt x="3803" y="4204"/>
                </a:lnTo>
                <a:lnTo>
                  <a:pt x="1902" y="4204"/>
                </a:lnTo>
                <a:lnTo>
                  <a:pt x="1635" y="4337"/>
                </a:lnTo>
                <a:lnTo>
                  <a:pt x="367" y="5572"/>
                </a:lnTo>
                <a:lnTo>
                  <a:pt x="367" y="3737"/>
                </a:lnTo>
                <a:close/>
                <a:moveTo>
                  <a:pt x="367" y="6672"/>
                </a:moveTo>
                <a:lnTo>
                  <a:pt x="2069" y="5004"/>
                </a:lnTo>
                <a:lnTo>
                  <a:pt x="4103" y="5004"/>
                </a:lnTo>
                <a:lnTo>
                  <a:pt x="4103" y="10709"/>
                </a:lnTo>
                <a:lnTo>
                  <a:pt x="367" y="14445"/>
                </a:lnTo>
                <a:close/>
                <a:moveTo>
                  <a:pt x="367" y="16346"/>
                </a:moveTo>
                <a:lnTo>
                  <a:pt x="4103" y="20082"/>
                </a:lnTo>
                <a:lnTo>
                  <a:pt x="4103" y="25786"/>
                </a:lnTo>
                <a:lnTo>
                  <a:pt x="2069" y="25786"/>
                </a:lnTo>
                <a:lnTo>
                  <a:pt x="367" y="24085"/>
                </a:lnTo>
                <a:close/>
                <a:moveTo>
                  <a:pt x="1201" y="27854"/>
                </a:moveTo>
                <a:lnTo>
                  <a:pt x="367" y="27020"/>
                </a:lnTo>
                <a:lnTo>
                  <a:pt x="367" y="25219"/>
                </a:lnTo>
                <a:lnTo>
                  <a:pt x="1635" y="26453"/>
                </a:lnTo>
                <a:lnTo>
                  <a:pt x="1902" y="26587"/>
                </a:lnTo>
                <a:lnTo>
                  <a:pt x="3803" y="26587"/>
                </a:lnTo>
                <a:lnTo>
                  <a:pt x="2502" y="27854"/>
                </a:lnTo>
                <a:lnTo>
                  <a:pt x="1201" y="27854"/>
                </a:lnTo>
                <a:close/>
                <a:moveTo>
                  <a:pt x="2936" y="29555"/>
                </a:moveTo>
                <a:lnTo>
                  <a:pt x="2936" y="28254"/>
                </a:lnTo>
                <a:lnTo>
                  <a:pt x="4203" y="26987"/>
                </a:lnTo>
                <a:lnTo>
                  <a:pt x="4203" y="29022"/>
                </a:lnTo>
                <a:lnTo>
                  <a:pt x="5571" y="30389"/>
                </a:lnTo>
                <a:lnTo>
                  <a:pt x="3736" y="30389"/>
                </a:lnTo>
                <a:close/>
                <a:moveTo>
                  <a:pt x="3736" y="31190"/>
                </a:moveTo>
                <a:lnTo>
                  <a:pt x="5571" y="31190"/>
                </a:lnTo>
                <a:lnTo>
                  <a:pt x="4203" y="32524"/>
                </a:lnTo>
                <a:lnTo>
                  <a:pt x="4203" y="34592"/>
                </a:lnTo>
                <a:lnTo>
                  <a:pt x="2936" y="33291"/>
                </a:lnTo>
                <a:lnTo>
                  <a:pt x="2936" y="31990"/>
                </a:lnTo>
                <a:close/>
                <a:moveTo>
                  <a:pt x="367" y="34559"/>
                </a:moveTo>
                <a:lnTo>
                  <a:pt x="1201" y="33725"/>
                </a:lnTo>
                <a:lnTo>
                  <a:pt x="2502" y="33725"/>
                </a:lnTo>
                <a:lnTo>
                  <a:pt x="3803" y="34993"/>
                </a:lnTo>
                <a:lnTo>
                  <a:pt x="1902" y="34993"/>
                </a:lnTo>
                <a:lnTo>
                  <a:pt x="1635" y="35126"/>
                </a:lnTo>
                <a:lnTo>
                  <a:pt x="367" y="36360"/>
                </a:lnTo>
                <a:lnTo>
                  <a:pt x="367" y="34559"/>
                </a:lnTo>
                <a:close/>
                <a:moveTo>
                  <a:pt x="367" y="37494"/>
                </a:moveTo>
                <a:lnTo>
                  <a:pt x="2069" y="35793"/>
                </a:lnTo>
                <a:lnTo>
                  <a:pt x="4103" y="35793"/>
                </a:lnTo>
                <a:lnTo>
                  <a:pt x="4103" y="41497"/>
                </a:lnTo>
                <a:lnTo>
                  <a:pt x="367" y="45233"/>
                </a:lnTo>
                <a:close/>
                <a:moveTo>
                  <a:pt x="367" y="47135"/>
                </a:moveTo>
                <a:lnTo>
                  <a:pt x="4103" y="50871"/>
                </a:lnTo>
                <a:lnTo>
                  <a:pt x="4103" y="56575"/>
                </a:lnTo>
                <a:lnTo>
                  <a:pt x="2069" y="56575"/>
                </a:lnTo>
                <a:lnTo>
                  <a:pt x="367" y="54874"/>
                </a:lnTo>
                <a:close/>
                <a:moveTo>
                  <a:pt x="1201" y="58643"/>
                </a:moveTo>
                <a:lnTo>
                  <a:pt x="367" y="57809"/>
                </a:lnTo>
                <a:lnTo>
                  <a:pt x="367" y="56008"/>
                </a:lnTo>
                <a:lnTo>
                  <a:pt x="1635" y="57242"/>
                </a:lnTo>
                <a:lnTo>
                  <a:pt x="1902" y="57375"/>
                </a:lnTo>
                <a:lnTo>
                  <a:pt x="3803" y="57375"/>
                </a:lnTo>
                <a:lnTo>
                  <a:pt x="2502" y="58643"/>
                </a:lnTo>
                <a:lnTo>
                  <a:pt x="1201" y="58643"/>
                </a:lnTo>
                <a:close/>
                <a:moveTo>
                  <a:pt x="2936" y="60377"/>
                </a:moveTo>
                <a:lnTo>
                  <a:pt x="2936" y="59077"/>
                </a:lnTo>
                <a:lnTo>
                  <a:pt x="4203" y="57776"/>
                </a:lnTo>
                <a:lnTo>
                  <a:pt x="4203" y="59844"/>
                </a:lnTo>
                <a:lnTo>
                  <a:pt x="5571" y="61178"/>
                </a:lnTo>
                <a:lnTo>
                  <a:pt x="3736" y="61178"/>
                </a:lnTo>
                <a:close/>
                <a:moveTo>
                  <a:pt x="3736" y="61979"/>
                </a:moveTo>
                <a:lnTo>
                  <a:pt x="5571" y="61979"/>
                </a:lnTo>
                <a:lnTo>
                  <a:pt x="4203" y="63313"/>
                </a:lnTo>
                <a:lnTo>
                  <a:pt x="4203" y="65381"/>
                </a:lnTo>
                <a:lnTo>
                  <a:pt x="2903" y="64080"/>
                </a:lnTo>
                <a:lnTo>
                  <a:pt x="2903" y="62779"/>
                </a:lnTo>
                <a:close/>
                <a:moveTo>
                  <a:pt x="367" y="65348"/>
                </a:moveTo>
                <a:lnTo>
                  <a:pt x="1201" y="64514"/>
                </a:lnTo>
                <a:lnTo>
                  <a:pt x="2502" y="64514"/>
                </a:lnTo>
                <a:lnTo>
                  <a:pt x="3803" y="65815"/>
                </a:lnTo>
                <a:lnTo>
                  <a:pt x="1902" y="65815"/>
                </a:lnTo>
                <a:lnTo>
                  <a:pt x="1635" y="65915"/>
                </a:lnTo>
                <a:lnTo>
                  <a:pt x="367" y="67149"/>
                </a:lnTo>
                <a:lnTo>
                  <a:pt x="367" y="65348"/>
                </a:lnTo>
                <a:close/>
                <a:moveTo>
                  <a:pt x="367" y="68283"/>
                </a:moveTo>
                <a:lnTo>
                  <a:pt x="2069" y="66582"/>
                </a:lnTo>
                <a:lnTo>
                  <a:pt x="4103" y="66582"/>
                </a:lnTo>
                <a:lnTo>
                  <a:pt x="4103" y="72286"/>
                </a:lnTo>
                <a:lnTo>
                  <a:pt x="367" y="76022"/>
                </a:lnTo>
                <a:close/>
                <a:moveTo>
                  <a:pt x="367" y="77923"/>
                </a:moveTo>
                <a:lnTo>
                  <a:pt x="4103" y="81659"/>
                </a:lnTo>
                <a:lnTo>
                  <a:pt x="4103" y="87363"/>
                </a:lnTo>
                <a:lnTo>
                  <a:pt x="2069" y="87363"/>
                </a:lnTo>
                <a:lnTo>
                  <a:pt x="367" y="85662"/>
                </a:lnTo>
                <a:close/>
                <a:moveTo>
                  <a:pt x="1201" y="89432"/>
                </a:moveTo>
                <a:lnTo>
                  <a:pt x="367" y="88598"/>
                </a:lnTo>
                <a:lnTo>
                  <a:pt x="367" y="86796"/>
                </a:lnTo>
                <a:lnTo>
                  <a:pt x="1635" y="88031"/>
                </a:lnTo>
                <a:lnTo>
                  <a:pt x="1902" y="88164"/>
                </a:lnTo>
                <a:lnTo>
                  <a:pt x="3803" y="88164"/>
                </a:lnTo>
                <a:lnTo>
                  <a:pt x="2502" y="89432"/>
                </a:lnTo>
                <a:lnTo>
                  <a:pt x="1201" y="89432"/>
                </a:lnTo>
                <a:close/>
                <a:moveTo>
                  <a:pt x="2936" y="91166"/>
                </a:moveTo>
                <a:lnTo>
                  <a:pt x="2936" y="89865"/>
                </a:lnTo>
                <a:lnTo>
                  <a:pt x="4203" y="88564"/>
                </a:lnTo>
                <a:lnTo>
                  <a:pt x="4203" y="90632"/>
                </a:lnTo>
                <a:lnTo>
                  <a:pt x="5571" y="91967"/>
                </a:lnTo>
                <a:lnTo>
                  <a:pt x="3736" y="91967"/>
                </a:lnTo>
                <a:close/>
                <a:moveTo>
                  <a:pt x="3736" y="92767"/>
                </a:moveTo>
                <a:lnTo>
                  <a:pt x="5571" y="92767"/>
                </a:lnTo>
                <a:lnTo>
                  <a:pt x="4203" y="94102"/>
                </a:lnTo>
                <a:lnTo>
                  <a:pt x="4203" y="96170"/>
                </a:lnTo>
                <a:lnTo>
                  <a:pt x="2936" y="94869"/>
                </a:lnTo>
                <a:lnTo>
                  <a:pt x="2936" y="93568"/>
                </a:lnTo>
                <a:close/>
                <a:moveTo>
                  <a:pt x="367" y="96136"/>
                </a:moveTo>
                <a:lnTo>
                  <a:pt x="1201" y="95302"/>
                </a:lnTo>
                <a:lnTo>
                  <a:pt x="2502" y="95302"/>
                </a:lnTo>
                <a:lnTo>
                  <a:pt x="3803" y="96603"/>
                </a:lnTo>
                <a:lnTo>
                  <a:pt x="1902" y="96603"/>
                </a:lnTo>
                <a:lnTo>
                  <a:pt x="1635" y="96703"/>
                </a:lnTo>
                <a:lnTo>
                  <a:pt x="367" y="97938"/>
                </a:lnTo>
                <a:lnTo>
                  <a:pt x="367" y="96136"/>
                </a:lnTo>
                <a:close/>
                <a:moveTo>
                  <a:pt x="367" y="99072"/>
                </a:moveTo>
                <a:lnTo>
                  <a:pt x="2069" y="97371"/>
                </a:lnTo>
                <a:lnTo>
                  <a:pt x="4103" y="97371"/>
                </a:lnTo>
                <a:lnTo>
                  <a:pt x="4103" y="103108"/>
                </a:lnTo>
                <a:lnTo>
                  <a:pt x="367" y="106811"/>
                </a:lnTo>
                <a:close/>
                <a:moveTo>
                  <a:pt x="367" y="108712"/>
                </a:moveTo>
                <a:lnTo>
                  <a:pt x="4103" y="112448"/>
                </a:lnTo>
                <a:lnTo>
                  <a:pt x="4103" y="118152"/>
                </a:lnTo>
                <a:lnTo>
                  <a:pt x="2069" y="118152"/>
                </a:lnTo>
                <a:lnTo>
                  <a:pt x="367" y="116484"/>
                </a:lnTo>
                <a:close/>
                <a:moveTo>
                  <a:pt x="1201" y="120220"/>
                </a:moveTo>
                <a:lnTo>
                  <a:pt x="367" y="119386"/>
                </a:lnTo>
                <a:lnTo>
                  <a:pt x="367" y="117585"/>
                </a:lnTo>
                <a:lnTo>
                  <a:pt x="1635" y="118819"/>
                </a:lnTo>
                <a:lnTo>
                  <a:pt x="1902" y="118953"/>
                </a:lnTo>
                <a:lnTo>
                  <a:pt x="3803" y="118953"/>
                </a:lnTo>
                <a:lnTo>
                  <a:pt x="2502" y="120220"/>
                </a:lnTo>
                <a:lnTo>
                  <a:pt x="1201" y="120220"/>
                </a:lnTo>
                <a:close/>
                <a:moveTo>
                  <a:pt x="3736" y="122755"/>
                </a:moveTo>
                <a:lnTo>
                  <a:pt x="2936" y="121955"/>
                </a:lnTo>
                <a:lnTo>
                  <a:pt x="2936" y="120654"/>
                </a:lnTo>
                <a:lnTo>
                  <a:pt x="4203" y="119353"/>
                </a:lnTo>
                <a:lnTo>
                  <a:pt x="4203" y="121421"/>
                </a:lnTo>
                <a:lnTo>
                  <a:pt x="5571" y="122755"/>
                </a:lnTo>
                <a:lnTo>
                  <a:pt x="3736" y="122755"/>
                </a:lnTo>
                <a:close/>
                <a:moveTo>
                  <a:pt x="6672" y="122755"/>
                </a:moveTo>
                <a:lnTo>
                  <a:pt x="5004" y="121088"/>
                </a:lnTo>
                <a:lnTo>
                  <a:pt x="5004" y="119053"/>
                </a:lnTo>
                <a:lnTo>
                  <a:pt x="10708" y="119053"/>
                </a:lnTo>
                <a:lnTo>
                  <a:pt x="14444" y="122755"/>
                </a:lnTo>
                <a:lnTo>
                  <a:pt x="6672" y="122755"/>
                </a:lnTo>
                <a:close/>
                <a:moveTo>
                  <a:pt x="16346" y="122755"/>
                </a:moveTo>
                <a:lnTo>
                  <a:pt x="20048" y="119053"/>
                </a:lnTo>
                <a:lnTo>
                  <a:pt x="25752" y="119053"/>
                </a:lnTo>
                <a:lnTo>
                  <a:pt x="25752" y="121088"/>
                </a:lnTo>
                <a:lnTo>
                  <a:pt x="24084" y="122755"/>
                </a:lnTo>
                <a:lnTo>
                  <a:pt x="16346" y="122755"/>
                </a:lnTo>
                <a:close/>
                <a:moveTo>
                  <a:pt x="27020" y="122755"/>
                </a:moveTo>
                <a:lnTo>
                  <a:pt x="25219" y="122755"/>
                </a:lnTo>
                <a:lnTo>
                  <a:pt x="26553" y="121421"/>
                </a:lnTo>
                <a:lnTo>
                  <a:pt x="26553" y="119353"/>
                </a:lnTo>
                <a:lnTo>
                  <a:pt x="27854" y="120654"/>
                </a:lnTo>
                <a:lnTo>
                  <a:pt x="27854" y="121955"/>
                </a:lnTo>
                <a:close/>
                <a:moveTo>
                  <a:pt x="29555" y="120220"/>
                </a:moveTo>
                <a:lnTo>
                  <a:pt x="28254" y="120220"/>
                </a:lnTo>
                <a:lnTo>
                  <a:pt x="26986" y="118953"/>
                </a:lnTo>
                <a:lnTo>
                  <a:pt x="28854" y="118953"/>
                </a:lnTo>
                <a:lnTo>
                  <a:pt x="29155" y="118819"/>
                </a:lnTo>
                <a:lnTo>
                  <a:pt x="30389" y="117585"/>
                </a:lnTo>
                <a:lnTo>
                  <a:pt x="30389" y="119386"/>
                </a:lnTo>
                <a:close/>
                <a:moveTo>
                  <a:pt x="31990" y="120220"/>
                </a:moveTo>
                <a:lnTo>
                  <a:pt x="31189" y="119386"/>
                </a:lnTo>
                <a:lnTo>
                  <a:pt x="31189" y="117585"/>
                </a:lnTo>
                <a:lnTo>
                  <a:pt x="32424" y="118819"/>
                </a:lnTo>
                <a:lnTo>
                  <a:pt x="32691" y="118953"/>
                </a:lnTo>
                <a:lnTo>
                  <a:pt x="34592" y="118953"/>
                </a:lnTo>
                <a:lnTo>
                  <a:pt x="33291" y="120220"/>
                </a:lnTo>
                <a:lnTo>
                  <a:pt x="31990" y="120220"/>
                </a:lnTo>
                <a:close/>
                <a:moveTo>
                  <a:pt x="34525" y="122755"/>
                </a:moveTo>
                <a:lnTo>
                  <a:pt x="33725" y="121955"/>
                </a:lnTo>
                <a:lnTo>
                  <a:pt x="33725" y="120654"/>
                </a:lnTo>
                <a:lnTo>
                  <a:pt x="34992" y="119353"/>
                </a:lnTo>
                <a:lnTo>
                  <a:pt x="34992" y="121421"/>
                </a:lnTo>
                <a:lnTo>
                  <a:pt x="36360" y="122755"/>
                </a:lnTo>
                <a:lnTo>
                  <a:pt x="34525" y="122755"/>
                </a:lnTo>
                <a:close/>
                <a:moveTo>
                  <a:pt x="37461" y="122755"/>
                </a:moveTo>
                <a:lnTo>
                  <a:pt x="35793" y="121088"/>
                </a:lnTo>
                <a:lnTo>
                  <a:pt x="35793" y="119053"/>
                </a:lnTo>
                <a:lnTo>
                  <a:pt x="41497" y="119053"/>
                </a:lnTo>
                <a:lnTo>
                  <a:pt x="45233" y="122755"/>
                </a:lnTo>
                <a:lnTo>
                  <a:pt x="37461" y="122755"/>
                </a:lnTo>
                <a:close/>
                <a:moveTo>
                  <a:pt x="47134" y="122755"/>
                </a:moveTo>
                <a:lnTo>
                  <a:pt x="50837" y="119053"/>
                </a:lnTo>
                <a:lnTo>
                  <a:pt x="56574" y="119053"/>
                </a:lnTo>
                <a:lnTo>
                  <a:pt x="56574" y="121088"/>
                </a:lnTo>
                <a:lnTo>
                  <a:pt x="54873" y="122755"/>
                </a:lnTo>
                <a:lnTo>
                  <a:pt x="47134" y="122755"/>
                </a:lnTo>
                <a:close/>
                <a:moveTo>
                  <a:pt x="57808" y="122755"/>
                </a:moveTo>
                <a:lnTo>
                  <a:pt x="56007" y="122755"/>
                </a:lnTo>
                <a:lnTo>
                  <a:pt x="57341" y="121421"/>
                </a:lnTo>
                <a:lnTo>
                  <a:pt x="57341" y="119353"/>
                </a:lnTo>
                <a:lnTo>
                  <a:pt x="58642" y="120654"/>
                </a:lnTo>
                <a:lnTo>
                  <a:pt x="58642" y="121955"/>
                </a:lnTo>
                <a:close/>
                <a:moveTo>
                  <a:pt x="60344" y="120220"/>
                </a:moveTo>
                <a:lnTo>
                  <a:pt x="59043" y="120220"/>
                </a:lnTo>
                <a:lnTo>
                  <a:pt x="57775" y="118953"/>
                </a:lnTo>
                <a:lnTo>
                  <a:pt x="59676" y="118953"/>
                </a:lnTo>
                <a:lnTo>
                  <a:pt x="59943" y="118819"/>
                </a:lnTo>
                <a:lnTo>
                  <a:pt x="61178" y="117585"/>
                </a:lnTo>
                <a:lnTo>
                  <a:pt x="61178" y="119386"/>
                </a:lnTo>
                <a:close/>
                <a:moveTo>
                  <a:pt x="62779" y="120220"/>
                </a:moveTo>
                <a:lnTo>
                  <a:pt x="61978" y="119386"/>
                </a:lnTo>
                <a:lnTo>
                  <a:pt x="61978" y="117585"/>
                </a:lnTo>
                <a:lnTo>
                  <a:pt x="63212" y="118819"/>
                </a:lnTo>
                <a:lnTo>
                  <a:pt x="63479" y="118953"/>
                </a:lnTo>
                <a:lnTo>
                  <a:pt x="65381" y="118953"/>
                </a:lnTo>
                <a:lnTo>
                  <a:pt x="64080" y="120220"/>
                </a:lnTo>
                <a:lnTo>
                  <a:pt x="62779" y="120220"/>
                </a:lnTo>
                <a:close/>
                <a:moveTo>
                  <a:pt x="65347" y="122755"/>
                </a:moveTo>
                <a:lnTo>
                  <a:pt x="64513" y="121955"/>
                </a:lnTo>
                <a:lnTo>
                  <a:pt x="64513" y="120654"/>
                </a:lnTo>
                <a:lnTo>
                  <a:pt x="65781" y="119353"/>
                </a:lnTo>
                <a:lnTo>
                  <a:pt x="65781" y="121421"/>
                </a:lnTo>
                <a:lnTo>
                  <a:pt x="67148" y="122755"/>
                </a:lnTo>
                <a:lnTo>
                  <a:pt x="65347" y="122755"/>
                </a:lnTo>
                <a:close/>
                <a:moveTo>
                  <a:pt x="68249" y="122755"/>
                </a:moveTo>
                <a:lnTo>
                  <a:pt x="66581" y="121088"/>
                </a:lnTo>
                <a:lnTo>
                  <a:pt x="66581" y="119053"/>
                </a:lnTo>
                <a:lnTo>
                  <a:pt x="72285" y="119053"/>
                </a:lnTo>
                <a:lnTo>
                  <a:pt x="76021" y="122755"/>
                </a:lnTo>
                <a:lnTo>
                  <a:pt x="68249" y="122755"/>
                </a:lnTo>
                <a:close/>
                <a:moveTo>
                  <a:pt x="77923" y="122755"/>
                </a:moveTo>
                <a:lnTo>
                  <a:pt x="81659" y="119053"/>
                </a:lnTo>
                <a:lnTo>
                  <a:pt x="87363" y="119053"/>
                </a:lnTo>
                <a:lnTo>
                  <a:pt x="87363" y="121088"/>
                </a:lnTo>
                <a:lnTo>
                  <a:pt x="85662" y="122755"/>
                </a:lnTo>
                <a:lnTo>
                  <a:pt x="77923" y="122755"/>
                </a:lnTo>
                <a:close/>
                <a:moveTo>
                  <a:pt x="88597" y="122755"/>
                </a:moveTo>
                <a:lnTo>
                  <a:pt x="86796" y="122755"/>
                </a:lnTo>
                <a:lnTo>
                  <a:pt x="88163" y="121421"/>
                </a:lnTo>
                <a:lnTo>
                  <a:pt x="88163" y="119353"/>
                </a:lnTo>
                <a:lnTo>
                  <a:pt x="89431" y="120654"/>
                </a:lnTo>
                <a:lnTo>
                  <a:pt x="89431" y="121955"/>
                </a:lnTo>
                <a:close/>
                <a:moveTo>
                  <a:pt x="91166" y="120220"/>
                </a:moveTo>
                <a:lnTo>
                  <a:pt x="89865" y="120220"/>
                </a:lnTo>
                <a:lnTo>
                  <a:pt x="88564" y="118953"/>
                </a:lnTo>
                <a:lnTo>
                  <a:pt x="90465" y="118953"/>
                </a:lnTo>
                <a:lnTo>
                  <a:pt x="90732" y="118819"/>
                </a:lnTo>
                <a:lnTo>
                  <a:pt x="91966" y="117585"/>
                </a:lnTo>
                <a:lnTo>
                  <a:pt x="91966" y="119386"/>
                </a:lnTo>
                <a:close/>
                <a:moveTo>
                  <a:pt x="93567" y="120220"/>
                </a:moveTo>
                <a:lnTo>
                  <a:pt x="92767" y="119386"/>
                </a:lnTo>
                <a:lnTo>
                  <a:pt x="92767" y="117585"/>
                </a:lnTo>
                <a:lnTo>
                  <a:pt x="94001" y="118819"/>
                </a:lnTo>
                <a:lnTo>
                  <a:pt x="94268" y="118953"/>
                </a:lnTo>
                <a:lnTo>
                  <a:pt x="96169" y="118953"/>
                </a:lnTo>
                <a:lnTo>
                  <a:pt x="94868" y="120220"/>
                </a:lnTo>
                <a:lnTo>
                  <a:pt x="93567" y="120220"/>
                </a:lnTo>
                <a:close/>
                <a:moveTo>
                  <a:pt x="96136" y="122755"/>
                </a:moveTo>
                <a:lnTo>
                  <a:pt x="95302" y="121955"/>
                </a:lnTo>
                <a:lnTo>
                  <a:pt x="95302" y="120654"/>
                </a:lnTo>
                <a:lnTo>
                  <a:pt x="96569" y="119353"/>
                </a:lnTo>
                <a:lnTo>
                  <a:pt x="96569" y="121421"/>
                </a:lnTo>
                <a:lnTo>
                  <a:pt x="97937" y="122755"/>
                </a:lnTo>
                <a:lnTo>
                  <a:pt x="96136" y="122755"/>
                </a:lnTo>
                <a:close/>
                <a:moveTo>
                  <a:pt x="99071" y="122755"/>
                </a:moveTo>
                <a:lnTo>
                  <a:pt x="97370" y="121088"/>
                </a:lnTo>
                <a:lnTo>
                  <a:pt x="97370" y="119053"/>
                </a:lnTo>
                <a:lnTo>
                  <a:pt x="103074" y="119053"/>
                </a:lnTo>
                <a:lnTo>
                  <a:pt x="106810" y="122755"/>
                </a:lnTo>
                <a:lnTo>
                  <a:pt x="99071" y="122755"/>
                </a:lnTo>
                <a:close/>
                <a:moveTo>
                  <a:pt x="108711" y="122755"/>
                </a:moveTo>
                <a:lnTo>
                  <a:pt x="112447" y="119053"/>
                </a:lnTo>
                <a:lnTo>
                  <a:pt x="118152" y="119053"/>
                </a:lnTo>
                <a:lnTo>
                  <a:pt x="118152" y="121088"/>
                </a:lnTo>
                <a:lnTo>
                  <a:pt x="116450" y="122755"/>
                </a:lnTo>
                <a:lnTo>
                  <a:pt x="108711" y="122755"/>
                </a:lnTo>
                <a:close/>
                <a:moveTo>
                  <a:pt x="119386" y="122755"/>
                </a:moveTo>
                <a:lnTo>
                  <a:pt x="117584" y="122755"/>
                </a:lnTo>
                <a:lnTo>
                  <a:pt x="118952" y="121421"/>
                </a:lnTo>
                <a:lnTo>
                  <a:pt x="118952" y="119353"/>
                </a:lnTo>
                <a:lnTo>
                  <a:pt x="120220" y="120654"/>
                </a:lnTo>
                <a:lnTo>
                  <a:pt x="120220" y="121955"/>
                </a:lnTo>
                <a:close/>
                <a:moveTo>
                  <a:pt x="121954" y="120220"/>
                </a:moveTo>
                <a:lnTo>
                  <a:pt x="120653" y="120220"/>
                </a:lnTo>
                <a:lnTo>
                  <a:pt x="119352" y="118953"/>
                </a:lnTo>
                <a:lnTo>
                  <a:pt x="121254" y="118953"/>
                </a:lnTo>
                <a:lnTo>
                  <a:pt x="121521" y="118819"/>
                </a:lnTo>
                <a:lnTo>
                  <a:pt x="122755" y="117585"/>
                </a:lnTo>
                <a:lnTo>
                  <a:pt x="122755" y="119386"/>
                </a:lnTo>
                <a:close/>
                <a:moveTo>
                  <a:pt x="124389" y="120220"/>
                </a:moveTo>
                <a:lnTo>
                  <a:pt x="123555" y="119386"/>
                </a:lnTo>
                <a:lnTo>
                  <a:pt x="123555" y="117585"/>
                </a:lnTo>
                <a:lnTo>
                  <a:pt x="124790" y="118819"/>
                </a:lnTo>
                <a:lnTo>
                  <a:pt x="125056" y="118953"/>
                </a:lnTo>
                <a:lnTo>
                  <a:pt x="126958" y="118953"/>
                </a:lnTo>
                <a:lnTo>
                  <a:pt x="125657" y="120220"/>
                </a:lnTo>
                <a:lnTo>
                  <a:pt x="124389" y="120220"/>
                </a:lnTo>
                <a:close/>
                <a:moveTo>
                  <a:pt x="126924" y="122755"/>
                </a:moveTo>
                <a:lnTo>
                  <a:pt x="126091" y="121955"/>
                </a:lnTo>
                <a:lnTo>
                  <a:pt x="126091" y="120654"/>
                </a:lnTo>
                <a:lnTo>
                  <a:pt x="127358" y="119353"/>
                </a:lnTo>
                <a:lnTo>
                  <a:pt x="127358" y="121421"/>
                </a:lnTo>
                <a:lnTo>
                  <a:pt x="128726" y="122755"/>
                </a:lnTo>
                <a:lnTo>
                  <a:pt x="126924" y="122755"/>
                </a:lnTo>
                <a:close/>
                <a:moveTo>
                  <a:pt x="129860" y="122755"/>
                </a:moveTo>
                <a:lnTo>
                  <a:pt x="128159" y="121088"/>
                </a:lnTo>
                <a:lnTo>
                  <a:pt x="128159" y="119053"/>
                </a:lnTo>
                <a:lnTo>
                  <a:pt x="133896" y="119053"/>
                </a:lnTo>
                <a:lnTo>
                  <a:pt x="137599" y="122755"/>
                </a:lnTo>
                <a:lnTo>
                  <a:pt x="129860" y="122755"/>
                </a:lnTo>
                <a:close/>
                <a:moveTo>
                  <a:pt x="139500" y="122755"/>
                </a:moveTo>
                <a:lnTo>
                  <a:pt x="143236" y="119053"/>
                </a:lnTo>
                <a:lnTo>
                  <a:pt x="148940" y="119053"/>
                </a:lnTo>
                <a:lnTo>
                  <a:pt x="148940" y="121088"/>
                </a:lnTo>
                <a:lnTo>
                  <a:pt x="147272" y="122755"/>
                </a:lnTo>
                <a:lnTo>
                  <a:pt x="139500" y="122755"/>
                </a:lnTo>
                <a:close/>
                <a:moveTo>
                  <a:pt x="150174" y="122755"/>
                </a:moveTo>
                <a:lnTo>
                  <a:pt x="148373" y="122755"/>
                </a:lnTo>
                <a:lnTo>
                  <a:pt x="149741" y="121421"/>
                </a:lnTo>
                <a:lnTo>
                  <a:pt x="149741" y="119353"/>
                </a:lnTo>
                <a:lnTo>
                  <a:pt x="151008" y="120654"/>
                </a:lnTo>
                <a:lnTo>
                  <a:pt x="151008" y="121955"/>
                </a:lnTo>
                <a:close/>
                <a:moveTo>
                  <a:pt x="152743" y="120220"/>
                </a:moveTo>
                <a:lnTo>
                  <a:pt x="151442" y="120220"/>
                </a:lnTo>
                <a:lnTo>
                  <a:pt x="150141" y="118953"/>
                </a:lnTo>
                <a:lnTo>
                  <a:pt x="152042" y="118953"/>
                </a:lnTo>
                <a:lnTo>
                  <a:pt x="152309" y="118819"/>
                </a:lnTo>
                <a:lnTo>
                  <a:pt x="153543" y="117585"/>
                </a:lnTo>
                <a:lnTo>
                  <a:pt x="153543" y="119386"/>
                </a:lnTo>
                <a:close/>
                <a:moveTo>
                  <a:pt x="155178" y="120220"/>
                </a:moveTo>
                <a:lnTo>
                  <a:pt x="154344" y="119386"/>
                </a:lnTo>
                <a:lnTo>
                  <a:pt x="154344" y="117585"/>
                </a:lnTo>
                <a:lnTo>
                  <a:pt x="155578" y="118819"/>
                </a:lnTo>
                <a:lnTo>
                  <a:pt x="155845" y="118953"/>
                </a:lnTo>
                <a:lnTo>
                  <a:pt x="157746" y="118953"/>
                </a:lnTo>
                <a:lnTo>
                  <a:pt x="156479" y="120220"/>
                </a:lnTo>
                <a:lnTo>
                  <a:pt x="155178" y="120220"/>
                </a:lnTo>
                <a:close/>
                <a:moveTo>
                  <a:pt x="157713" y="122755"/>
                </a:moveTo>
                <a:lnTo>
                  <a:pt x="156879" y="121955"/>
                </a:lnTo>
                <a:lnTo>
                  <a:pt x="156879" y="120654"/>
                </a:lnTo>
                <a:lnTo>
                  <a:pt x="158180" y="119353"/>
                </a:lnTo>
                <a:lnTo>
                  <a:pt x="158180" y="121421"/>
                </a:lnTo>
                <a:lnTo>
                  <a:pt x="159514" y="122755"/>
                </a:lnTo>
                <a:lnTo>
                  <a:pt x="157713" y="122755"/>
                </a:lnTo>
                <a:close/>
                <a:moveTo>
                  <a:pt x="160649" y="122755"/>
                </a:moveTo>
                <a:lnTo>
                  <a:pt x="158947" y="121088"/>
                </a:lnTo>
                <a:lnTo>
                  <a:pt x="158947" y="119053"/>
                </a:lnTo>
                <a:lnTo>
                  <a:pt x="164685" y="119053"/>
                </a:lnTo>
                <a:lnTo>
                  <a:pt x="168387" y="122755"/>
                </a:lnTo>
                <a:lnTo>
                  <a:pt x="160649" y="122755"/>
                </a:lnTo>
                <a:close/>
                <a:moveTo>
                  <a:pt x="170289" y="122755"/>
                </a:moveTo>
                <a:lnTo>
                  <a:pt x="174025" y="119053"/>
                </a:lnTo>
                <a:lnTo>
                  <a:pt x="179729" y="119053"/>
                </a:lnTo>
                <a:lnTo>
                  <a:pt x="179729" y="121088"/>
                </a:lnTo>
                <a:lnTo>
                  <a:pt x="178061" y="122755"/>
                </a:lnTo>
                <a:lnTo>
                  <a:pt x="170289" y="122755"/>
                </a:lnTo>
                <a:close/>
                <a:moveTo>
                  <a:pt x="180996" y="122755"/>
                </a:moveTo>
                <a:lnTo>
                  <a:pt x="179162" y="122755"/>
                </a:lnTo>
                <a:lnTo>
                  <a:pt x="180529" y="121421"/>
                </a:lnTo>
                <a:lnTo>
                  <a:pt x="180529" y="119353"/>
                </a:lnTo>
                <a:lnTo>
                  <a:pt x="181797" y="120654"/>
                </a:lnTo>
                <a:lnTo>
                  <a:pt x="181797" y="121955"/>
                </a:lnTo>
                <a:close/>
                <a:moveTo>
                  <a:pt x="183532" y="120220"/>
                </a:moveTo>
                <a:lnTo>
                  <a:pt x="182231" y="120220"/>
                </a:lnTo>
                <a:lnTo>
                  <a:pt x="180930" y="118953"/>
                </a:lnTo>
                <a:lnTo>
                  <a:pt x="182831" y="118953"/>
                </a:lnTo>
                <a:lnTo>
                  <a:pt x="183098" y="118819"/>
                </a:lnTo>
                <a:lnTo>
                  <a:pt x="184332" y="117585"/>
                </a:lnTo>
                <a:lnTo>
                  <a:pt x="184332" y="119386"/>
                </a:lnTo>
                <a:close/>
                <a:moveTo>
                  <a:pt x="185967" y="120220"/>
                </a:moveTo>
                <a:lnTo>
                  <a:pt x="185133" y="119386"/>
                </a:lnTo>
                <a:lnTo>
                  <a:pt x="185133" y="117585"/>
                </a:lnTo>
                <a:lnTo>
                  <a:pt x="186367" y="118819"/>
                </a:lnTo>
                <a:lnTo>
                  <a:pt x="186667" y="118953"/>
                </a:lnTo>
                <a:lnTo>
                  <a:pt x="188535" y="118953"/>
                </a:lnTo>
                <a:lnTo>
                  <a:pt x="187268" y="120220"/>
                </a:lnTo>
                <a:lnTo>
                  <a:pt x="185967" y="120220"/>
                </a:lnTo>
                <a:close/>
                <a:moveTo>
                  <a:pt x="188502" y="122755"/>
                </a:moveTo>
                <a:lnTo>
                  <a:pt x="187668" y="121955"/>
                </a:lnTo>
                <a:lnTo>
                  <a:pt x="187668" y="120654"/>
                </a:lnTo>
                <a:lnTo>
                  <a:pt x="188969" y="119353"/>
                </a:lnTo>
                <a:lnTo>
                  <a:pt x="188969" y="121421"/>
                </a:lnTo>
                <a:lnTo>
                  <a:pt x="190303" y="122755"/>
                </a:lnTo>
                <a:lnTo>
                  <a:pt x="188502" y="122755"/>
                </a:lnTo>
                <a:close/>
                <a:moveTo>
                  <a:pt x="191437" y="122755"/>
                </a:moveTo>
                <a:lnTo>
                  <a:pt x="189736" y="121088"/>
                </a:lnTo>
                <a:lnTo>
                  <a:pt x="189736" y="119053"/>
                </a:lnTo>
                <a:lnTo>
                  <a:pt x="195473" y="119053"/>
                </a:lnTo>
                <a:lnTo>
                  <a:pt x="199176" y="122755"/>
                </a:lnTo>
                <a:lnTo>
                  <a:pt x="191437" y="122755"/>
                </a:lnTo>
                <a:close/>
                <a:moveTo>
                  <a:pt x="201077" y="122755"/>
                </a:moveTo>
                <a:lnTo>
                  <a:pt x="204813" y="119053"/>
                </a:lnTo>
                <a:lnTo>
                  <a:pt x="210518" y="119053"/>
                </a:lnTo>
                <a:lnTo>
                  <a:pt x="210518" y="121088"/>
                </a:lnTo>
                <a:lnTo>
                  <a:pt x="208850" y="122755"/>
                </a:lnTo>
                <a:lnTo>
                  <a:pt x="201077" y="122755"/>
                </a:lnTo>
                <a:close/>
                <a:moveTo>
                  <a:pt x="211785" y="122755"/>
                </a:moveTo>
                <a:lnTo>
                  <a:pt x="209950" y="122755"/>
                </a:lnTo>
                <a:lnTo>
                  <a:pt x="211318" y="121421"/>
                </a:lnTo>
                <a:lnTo>
                  <a:pt x="211318" y="119353"/>
                </a:lnTo>
                <a:lnTo>
                  <a:pt x="212586" y="120654"/>
                </a:lnTo>
                <a:lnTo>
                  <a:pt x="212586" y="121955"/>
                </a:lnTo>
                <a:close/>
                <a:moveTo>
                  <a:pt x="214320" y="120220"/>
                </a:moveTo>
                <a:lnTo>
                  <a:pt x="213019" y="120220"/>
                </a:lnTo>
                <a:lnTo>
                  <a:pt x="211718" y="118953"/>
                </a:lnTo>
                <a:lnTo>
                  <a:pt x="213620" y="118953"/>
                </a:lnTo>
                <a:lnTo>
                  <a:pt x="213887" y="118819"/>
                </a:lnTo>
                <a:lnTo>
                  <a:pt x="215154" y="117585"/>
                </a:lnTo>
                <a:lnTo>
                  <a:pt x="215154" y="119386"/>
                </a:lnTo>
                <a:close/>
                <a:moveTo>
                  <a:pt x="216755" y="120220"/>
                </a:moveTo>
                <a:lnTo>
                  <a:pt x="215921" y="119386"/>
                </a:lnTo>
                <a:lnTo>
                  <a:pt x="215921" y="117585"/>
                </a:lnTo>
                <a:lnTo>
                  <a:pt x="217156" y="118819"/>
                </a:lnTo>
                <a:lnTo>
                  <a:pt x="217456" y="118953"/>
                </a:lnTo>
                <a:lnTo>
                  <a:pt x="219324" y="118953"/>
                </a:lnTo>
                <a:lnTo>
                  <a:pt x="218056" y="120220"/>
                </a:lnTo>
                <a:lnTo>
                  <a:pt x="216755" y="120220"/>
                </a:lnTo>
                <a:close/>
                <a:moveTo>
                  <a:pt x="219290" y="122755"/>
                </a:moveTo>
                <a:lnTo>
                  <a:pt x="218457" y="121955"/>
                </a:lnTo>
                <a:lnTo>
                  <a:pt x="218457" y="120654"/>
                </a:lnTo>
                <a:lnTo>
                  <a:pt x="219757" y="119353"/>
                </a:lnTo>
                <a:lnTo>
                  <a:pt x="219757" y="121421"/>
                </a:lnTo>
                <a:lnTo>
                  <a:pt x="221092" y="122755"/>
                </a:lnTo>
                <a:lnTo>
                  <a:pt x="219290" y="122755"/>
                </a:lnTo>
                <a:close/>
                <a:moveTo>
                  <a:pt x="222226" y="122755"/>
                </a:moveTo>
                <a:lnTo>
                  <a:pt x="220558" y="121088"/>
                </a:lnTo>
                <a:lnTo>
                  <a:pt x="220558" y="119053"/>
                </a:lnTo>
                <a:lnTo>
                  <a:pt x="226262" y="119053"/>
                </a:lnTo>
                <a:lnTo>
                  <a:pt x="229965" y="122755"/>
                </a:lnTo>
                <a:lnTo>
                  <a:pt x="222226" y="122755"/>
                </a:lnTo>
                <a:close/>
                <a:moveTo>
                  <a:pt x="231866" y="122755"/>
                </a:moveTo>
                <a:lnTo>
                  <a:pt x="235602" y="119053"/>
                </a:lnTo>
                <a:lnTo>
                  <a:pt x="241306" y="119053"/>
                </a:lnTo>
                <a:lnTo>
                  <a:pt x="241306" y="121088"/>
                </a:lnTo>
                <a:lnTo>
                  <a:pt x="239638" y="122755"/>
                </a:lnTo>
                <a:lnTo>
                  <a:pt x="231866" y="122755"/>
                </a:lnTo>
                <a:close/>
                <a:moveTo>
                  <a:pt x="242574" y="122755"/>
                </a:moveTo>
                <a:lnTo>
                  <a:pt x="240739" y="122755"/>
                </a:lnTo>
                <a:lnTo>
                  <a:pt x="242107" y="121421"/>
                </a:lnTo>
                <a:lnTo>
                  <a:pt x="242107" y="119353"/>
                </a:lnTo>
                <a:lnTo>
                  <a:pt x="243408" y="120654"/>
                </a:lnTo>
                <a:lnTo>
                  <a:pt x="243408" y="121955"/>
                </a:lnTo>
                <a:close/>
                <a:moveTo>
                  <a:pt x="245943" y="119420"/>
                </a:moveTo>
                <a:lnTo>
                  <a:pt x="245109" y="120220"/>
                </a:lnTo>
                <a:lnTo>
                  <a:pt x="243808" y="120220"/>
                </a:lnTo>
                <a:lnTo>
                  <a:pt x="242507" y="118953"/>
                </a:lnTo>
                <a:lnTo>
                  <a:pt x="244408" y="118953"/>
                </a:lnTo>
                <a:lnTo>
                  <a:pt x="244675" y="118819"/>
                </a:lnTo>
                <a:lnTo>
                  <a:pt x="245909" y="117585"/>
                </a:lnTo>
                <a:lnTo>
                  <a:pt x="245909" y="119420"/>
                </a:lnTo>
                <a:close/>
                <a:moveTo>
                  <a:pt x="245943" y="116484"/>
                </a:moveTo>
                <a:lnTo>
                  <a:pt x="244242" y="118152"/>
                </a:lnTo>
                <a:lnTo>
                  <a:pt x="242207" y="118152"/>
                </a:lnTo>
                <a:lnTo>
                  <a:pt x="242207" y="112448"/>
                </a:lnTo>
                <a:lnTo>
                  <a:pt x="245943" y="108712"/>
                </a:lnTo>
                <a:close/>
                <a:moveTo>
                  <a:pt x="245943" y="106811"/>
                </a:moveTo>
                <a:lnTo>
                  <a:pt x="242207" y="103108"/>
                </a:lnTo>
                <a:lnTo>
                  <a:pt x="242207" y="97371"/>
                </a:lnTo>
                <a:lnTo>
                  <a:pt x="244242" y="97371"/>
                </a:lnTo>
                <a:lnTo>
                  <a:pt x="245943" y="99072"/>
                </a:lnTo>
                <a:close/>
                <a:moveTo>
                  <a:pt x="245109" y="95302"/>
                </a:moveTo>
                <a:lnTo>
                  <a:pt x="245943" y="96136"/>
                </a:lnTo>
                <a:lnTo>
                  <a:pt x="245943" y="97938"/>
                </a:lnTo>
                <a:lnTo>
                  <a:pt x="244675" y="96703"/>
                </a:lnTo>
                <a:lnTo>
                  <a:pt x="244408" y="96603"/>
                </a:lnTo>
                <a:lnTo>
                  <a:pt x="242507" y="96603"/>
                </a:lnTo>
                <a:lnTo>
                  <a:pt x="243808" y="95302"/>
                </a:lnTo>
                <a:lnTo>
                  <a:pt x="245109" y="95302"/>
                </a:lnTo>
                <a:close/>
                <a:moveTo>
                  <a:pt x="243374" y="93601"/>
                </a:moveTo>
                <a:lnTo>
                  <a:pt x="243374" y="94902"/>
                </a:lnTo>
                <a:lnTo>
                  <a:pt x="242107" y="96170"/>
                </a:lnTo>
                <a:lnTo>
                  <a:pt x="242107" y="94135"/>
                </a:lnTo>
                <a:lnTo>
                  <a:pt x="240739" y="92767"/>
                </a:lnTo>
                <a:lnTo>
                  <a:pt x="242574" y="92767"/>
                </a:lnTo>
                <a:close/>
                <a:moveTo>
                  <a:pt x="242574" y="91967"/>
                </a:moveTo>
                <a:lnTo>
                  <a:pt x="240739" y="91967"/>
                </a:lnTo>
                <a:lnTo>
                  <a:pt x="242107" y="90632"/>
                </a:lnTo>
                <a:lnTo>
                  <a:pt x="242107" y="88564"/>
                </a:lnTo>
                <a:lnTo>
                  <a:pt x="243374" y="89865"/>
                </a:lnTo>
                <a:lnTo>
                  <a:pt x="243374" y="91166"/>
                </a:lnTo>
                <a:close/>
                <a:moveTo>
                  <a:pt x="245943" y="88598"/>
                </a:moveTo>
                <a:lnTo>
                  <a:pt x="245109" y="89432"/>
                </a:lnTo>
                <a:lnTo>
                  <a:pt x="243808" y="89432"/>
                </a:lnTo>
                <a:lnTo>
                  <a:pt x="242507" y="88164"/>
                </a:lnTo>
                <a:lnTo>
                  <a:pt x="244408" y="88164"/>
                </a:lnTo>
                <a:lnTo>
                  <a:pt x="244675" y="88031"/>
                </a:lnTo>
                <a:lnTo>
                  <a:pt x="245909" y="86796"/>
                </a:lnTo>
                <a:lnTo>
                  <a:pt x="245909" y="88598"/>
                </a:lnTo>
                <a:close/>
                <a:moveTo>
                  <a:pt x="245943" y="85696"/>
                </a:moveTo>
                <a:lnTo>
                  <a:pt x="244242" y="87363"/>
                </a:lnTo>
                <a:lnTo>
                  <a:pt x="242207" y="87363"/>
                </a:lnTo>
                <a:lnTo>
                  <a:pt x="242207" y="81659"/>
                </a:lnTo>
                <a:lnTo>
                  <a:pt x="245943" y="77923"/>
                </a:lnTo>
                <a:close/>
                <a:moveTo>
                  <a:pt x="245943" y="76022"/>
                </a:moveTo>
                <a:lnTo>
                  <a:pt x="242207" y="72286"/>
                </a:lnTo>
                <a:lnTo>
                  <a:pt x="242207" y="66582"/>
                </a:lnTo>
                <a:lnTo>
                  <a:pt x="244242" y="66582"/>
                </a:lnTo>
                <a:lnTo>
                  <a:pt x="245943" y="68283"/>
                </a:lnTo>
                <a:close/>
                <a:moveTo>
                  <a:pt x="245109" y="64514"/>
                </a:moveTo>
                <a:lnTo>
                  <a:pt x="245943" y="65348"/>
                </a:lnTo>
                <a:lnTo>
                  <a:pt x="245943" y="67149"/>
                </a:lnTo>
                <a:lnTo>
                  <a:pt x="244675" y="65915"/>
                </a:lnTo>
                <a:lnTo>
                  <a:pt x="244408" y="65781"/>
                </a:lnTo>
                <a:lnTo>
                  <a:pt x="242507" y="65781"/>
                </a:lnTo>
                <a:lnTo>
                  <a:pt x="243808" y="64514"/>
                </a:lnTo>
                <a:lnTo>
                  <a:pt x="245109" y="64514"/>
                </a:lnTo>
                <a:close/>
                <a:moveTo>
                  <a:pt x="243374" y="62779"/>
                </a:moveTo>
                <a:lnTo>
                  <a:pt x="243374" y="64080"/>
                </a:lnTo>
                <a:lnTo>
                  <a:pt x="242107" y="65381"/>
                </a:lnTo>
                <a:lnTo>
                  <a:pt x="242107" y="63313"/>
                </a:lnTo>
                <a:lnTo>
                  <a:pt x="240739" y="61979"/>
                </a:lnTo>
                <a:lnTo>
                  <a:pt x="242574" y="61979"/>
                </a:lnTo>
                <a:close/>
                <a:moveTo>
                  <a:pt x="242574" y="61178"/>
                </a:moveTo>
                <a:lnTo>
                  <a:pt x="240739" y="61178"/>
                </a:lnTo>
                <a:lnTo>
                  <a:pt x="242107" y="59844"/>
                </a:lnTo>
                <a:lnTo>
                  <a:pt x="242107" y="57776"/>
                </a:lnTo>
                <a:lnTo>
                  <a:pt x="243374" y="59077"/>
                </a:lnTo>
                <a:lnTo>
                  <a:pt x="243374" y="60377"/>
                </a:lnTo>
                <a:close/>
                <a:moveTo>
                  <a:pt x="245943" y="57809"/>
                </a:moveTo>
                <a:lnTo>
                  <a:pt x="245109" y="58643"/>
                </a:lnTo>
                <a:lnTo>
                  <a:pt x="243808" y="58643"/>
                </a:lnTo>
                <a:lnTo>
                  <a:pt x="242507" y="57375"/>
                </a:lnTo>
                <a:lnTo>
                  <a:pt x="244408" y="57375"/>
                </a:lnTo>
                <a:lnTo>
                  <a:pt x="244675" y="57242"/>
                </a:lnTo>
                <a:lnTo>
                  <a:pt x="245909" y="56008"/>
                </a:lnTo>
                <a:lnTo>
                  <a:pt x="245909" y="57809"/>
                </a:lnTo>
                <a:close/>
                <a:moveTo>
                  <a:pt x="245943" y="54874"/>
                </a:moveTo>
                <a:lnTo>
                  <a:pt x="244242" y="56575"/>
                </a:lnTo>
                <a:lnTo>
                  <a:pt x="242207" y="56575"/>
                </a:lnTo>
                <a:lnTo>
                  <a:pt x="242207" y="50871"/>
                </a:lnTo>
                <a:lnTo>
                  <a:pt x="245943" y="47135"/>
                </a:lnTo>
                <a:close/>
                <a:moveTo>
                  <a:pt x="245943" y="45233"/>
                </a:moveTo>
                <a:lnTo>
                  <a:pt x="242207" y="41497"/>
                </a:lnTo>
                <a:lnTo>
                  <a:pt x="242207" y="35793"/>
                </a:lnTo>
                <a:lnTo>
                  <a:pt x="244242" y="35793"/>
                </a:lnTo>
                <a:lnTo>
                  <a:pt x="245943" y="37461"/>
                </a:lnTo>
                <a:close/>
                <a:moveTo>
                  <a:pt x="245109" y="33725"/>
                </a:moveTo>
                <a:lnTo>
                  <a:pt x="245943" y="34559"/>
                </a:lnTo>
                <a:lnTo>
                  <a:pt x="245943" y="36360"/>
                </a:lnTo>
                <a:lnTo>
                  <a:pt x="244675" y="35126"/>
                </a:lnTo>
                <a:lnTo>
                  <a:pt x="244408" y="34993"/>
                </a:lnTo>
                <a:lnTo>
                  <a:pt x="242507" y="34993"/>
                </a:lnTo>
                <a:lnTo>
                  <a:pt x="243808" y="33725"/>
                </a:lnTo>
                <a:lnTo>
                  <a:pt x="245109" y="33725"/>
                </a:lnTo>
                <a:close/>
                <a:moveTo>
                  <a:pt x="243374" y="31990"/>
                </a:moveTo>
                <a:lnTo>
                  <a:pt x="243374" y="33291"/>
                </a:lnTo>
                <a:lnTo>
                  <a:pt x="242107" y="34592"/>
                </a:lnTo>
                <a:lnTo>
                  <a:pt x="242107" y="32524"/>
                </a:lnTo>
                <a:lnTo>
                  <a:pt x="240739" y="31190"/>
                </a:lnTo>
                <a:lnTo>
                  <a:pt x="242574" y="31190"/>
                </a:lnTo>
                <a:close/>
                <a:moveTo>
                  <a:pt x="242574" y="30389"/>
                </a:moveTo>
                <a:lnTo>
                  <a:pt x="240739" y="30389"/>
                </a:lnTo>
                <a:lnTo>
                  <a:pt x="242107" y="29055"/>
                </a:lnTo>
                <a:lnTo>
                  <a:pt x="242107" y="26987"/>
                </a:lnTo>
                <a:lnTo>
                  <a:pt x="243374" y="28254"/>
                </a:lnTo>
                <a:lnTo>
                  <a:pt x="243374" y="29555"/>
                </a:lnTo>
                <a:close/>
                <a:moveTo>
                  <a:pt x="245943" y="27020"/>
                </a:moveTo>
                <a:lnTo>
                  <a:pt x="245109" y="27854"/>
                </a:lnTo>
                <a:lnTo>
                  <a:pt x="243808" y="27854"/>
                </a:lnTo>
                <a:lnTo>
                  <a:pt x="242507" y="26553"/>
                </a:lnTo>
                <a:lnTo>
                  <a:pt x="244408" y="26553"/>
                </a:lnTo>
                <a:lnTo>
                  <a:pt x="244675" y="26453"/>
                </a:lnTo>
                <a:lnTo>
                  <a:pt x="245909" y="25219"/>
                </a:lnTo>
                <a:lnTo>
                  <a:pt x="245909" y="27020"/>
                </a:lnTo>
                <a:close/>
                <a:moveTo>
                  <a:pt x="245943" y="24085"/>
                </a:moveTo>
                <a:lnTo>
                  <a:pt x="244242" y="25786"/>
                </a:lnTo>
                <a:lnTo>
                  <a:pt x="242207" y="25786"/>
                </a:lnTo>
                <a:lnTo>
                  <a:pt x="242207" y="20049"/>
                </a:lnTo>
                <a:lnTo>
                  <a:pt x="245943" y="16346"/>
                </a:lnTo>
                <a:close/>
                <a:moveTo>
                  <a:pt x="245943" y="14445"/>
                </a:moveTo>
                <a:lnTo>
                  <a:pt x="242207" y="10709"/>
                </a:lnTo>
                <a:lnTo>
                  <a:pt x="242207" y="5004"/>
                </a:lnTo>
                <a:lnTo>
                  <a:pt x="244242" y="5004"/>
                </a:lnTo>
                <a:lnTo>
                  <a:pt x="245943" y="6672"/>
                </a:lnTo>
                <a:close/>
                <a:moveTo>
                  <a:pt x="245943" y="5572"/>
                </a:moveTo>
                <a:lnTo>
                  <a:pt x="244675" y="4337"/>
                </a:lnTo>
                <a:lnTo>
                  <a:pt x="244408" y="4204"/>
                </a:lnTo>
                <a:lnTo>
                  <a:pt x="242507" y="4204"/>
                </a:lnTo>
                <a:lnTo>
                  <a:pt x="243808" y="2936"/>
                </a:lnTo>
                <a:lnTo>
                  <a:pt x="245109" y="2936"/>
                </a:lnTo>
                <a:lnTo>
                  <a:pt x="245943" y="3737"/>
                </a:lnTo>
                <a:lnTo>
                  <a:pt x="245943" y="5572"/>
                </a:lnTo>
                <a:close/>
              </a:path>
            </a:pathLst>
          </a:custGeom>
          <a:solidFill>
            <a:srgbClr val="594129">
              <a:alpha val="5137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3"/>
          <p:cNvSpPr txBox="1"/>
          <p:nvPr>
            <p:ph idx="1" type="subTitle"/>
          </p:nvPr>
        </p:nvSpPr>
        <p:spPr>
          <a:xfrm>
            <a:off x="1352300" y="1654019"/>
            <a:ext cx="2480100" cy="448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Font typeface="Open Sans"/>
              <a:buNone/>
              <a:defRPr sz="2500">
                <a:latin typeface="Redressed"/>
                <a:ea typeface="Redressed"/>
                <a:cs typeface="Redressed"/>
                <a:sym typeface="Redresse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
          <p:cNvSpPr txBox="1"/>
          <p:nvPr>
            <p:ph idx="2" type="subTitle"/>
          </p:nvPr>
        </p:nvSpPr>
        <p:spPr>
          <a:xfrm>
            <a:off x="1352300" y="2000694"/>
            <a:ext cx="2480100" cy="574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3"/>
          <p:cNvSpPr txBox="1"/>
          <p:nvPr>
            <p:ph type="title"/>
          </p:nvPr>
        </p:nvSpPr>
        <p:spPr>
          <a:xfrm>
            <a:off x="1352300" y="1260269"/>
            <a:ext cx="774900" cy="448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19" name="Google Shape;19;p3"/>
          <p:cNvSpPr txBox="1"/>
          <p:nvPr>
            <p:ph idx="3" type="subTitle"/>
          </p:nvPr>
        </p:nvSpPr>
        <p:spPr>
          <a:xfrm>
            <a:off x="1352300" y="3276219"/>
            <a:ext cx="2480100" cy="448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Font typeface="Open Sans"/>
              <a:buNone/>
              <a:defRPr sz="2500">
                <a:latin typeface="Redressed"/>
                <a:ea typeface="Redressed"/>
                <a:cs typeface="Redressed"/>
                <a:sym typeface="Redresse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
          <p:cNvSpPr txBox="1"/>
          <p:nvPr>
            <p:ph idx="4" type="subTitle"/>
          </p:nvPr>
        </p:nvSpPr>
        <p:spPr>
          <a:xfrm>
            <a:off x="1352300" y="3622894"/>
            <a:ext cx="2480100" cy="574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
          <p:cNvSpPr txBox="1"/>
          <p:nvPr>
            <p:ph idx="5" type="title"/>
          </p:nvPr>
        </p:nvSpPr>
        <p:spPr>
          <a:xfrm>
            <a:off x="1352300" y="2882469"/>
            <a:ext cx="774900" cy="448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22" name="Google Shape;22;p3"/>
          <p:cNvSpPr txBox="1"/>
          <p:nvPr>
            <p:ph idx="6" type="subTitle"/>
          </p:nvPr>
        </p:nvSpPr>
        <p:spPr>
          <a:xfrm>
            <a:off x="5311600" y="1654019"/>
            <a:ext cx="2480100" cy="448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Font typeface="Open Sans"/>
              <a:buNone/>
              <a:defRPr sz="2500">
                <a:latin typeface="Redressed"/>
                <a:ea typeface="Redressed"/>
                <a:cs typeface="Redressed"/>
                <a:sym typeface="Redresse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
          <p:cNvSpPr txBox="1"/>
          <p:nvPr>
            <p:ph idx="7" type="subTitle"/>
          </p:nvPr>
        </p:nvSpPr>
        <p:spPr>
          <a:xfrm>
            <a:off x="5311600" y="2000694"/>
            <a:ext cx="2480100" cy="574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
          <p:cNvSpPr txBox="1"/>
          <p:nvPr>
            <p:ph idx="8" type="title"/>
          </p:nvPr>
        </p:nvSpPr>
        <p:spPr>
          <a:xfrm>
            <a:off x="5392726" y="1260269"/>
            <a:ext cx="774900" cy="448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25" name="Google Shape;25;p3"/>
          <p:cNvSpPr txBox="1"/>
          <p:nvPr>
            <p:ph idx="9" type="subTitle"/>
          </p:nvPr>
        </p:nvSpPr>
        <p:spPr>
          <a:xfrm>
            <a:off x="5311600" y="3276219"/>
            <a:ext cx="2480100" cy="448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Font typeface="Open Sans"/>
              <a:buNone/>
              <a:defRPr sz="2500">
                <a:latin typeface="Redressed"/>
                <a:ea typeface="Redressed"/>
                <a:cs typeface="Redressed"/>
                <a:sym typeface="Redresse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
          <p:cNvSpPr txBox="1"/>
          <p:nvPr>
            <p:ph idx="13" type="subTitle"/>
          </p:nvPr>
        </p:nvSpPr>
        <p:spPr>
          <a:xfrm>
            <a:off x="5311600" y="3622894"/>
            <a:ext cx="2480100" cy="574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3"/>
          <p:cNvSpPr txBox="1"/>
          <p:nvPr>
            <p:ph idx="14" type="title"/>
          </p:nvPr>
        </p:nvSpPr>
        <p:spPr>
          <a:xfrm>
            <a:off x="5392726" y="2882469"/>
            <a:ext cx="774900" cy="448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28" name="Google Shape;28;p3"/>
          <p:cNvSpPr txBox="1"/>
          <p:nvPr>
            <p:ph idx="15" type="title"/>
          </p:nvPr>
        </p:nvSpPr>
        <p:spPr>
          <a:xfrm>
            <a:off x="720000" y="541975"/>
            <a:ext cx="7704000" cy="314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2500"/>
              <a:buNone/>
              <a:defRPr b="0" sz="3500"/>
            </a:lvl1pPr>
            <a:lvl2pPr lvl="1" algn="ctr">
              <a:lnSpc>
                <a:spcPct val="100000"/>
              </a:lnSpc>
              <a:spcBef>
                <a:spcPts val="0"/>
              </a:spcBef>
              <a:spcAft>
                <a:spcPts val="0"/>
              </a:spcAft>
              <a:buClr>
                <a:schemeClr val="dk1"/>
              </a:buClr>
              <a:buSzPts val="3500"/>
              <a:buNone/>
              <a:defRPr sz="3500">
                <a:solidFill>
                  <a:schemeClr val="dk1"/>
                </a:solidFill>
              </a:defRPr>
            </a:lvl2pPr>
            <a:lvl3pPr lvl="2" algn="ctr">
              <a:lnSpc>
                <a:spcPct val="100000"/>
              </a:lnSpc>
              <a:spcBef>
                <a:spcPts val="0"/>
              </a:spcBef>
              <a:spcAft>
                <a:spcPts val="0"/>
              </a:spcAft>
              <a:buClr>
                <a:schemeClr val="dk1"/>
              </a:buClr>
              <a:buSzPts val="3500"/>
              <a:buNone/>
              <a:defRPr sz="3500">
                <a:solidFill>
                  <a:schemeClr val="dk1"/>
                </a:solidFill>
              </a:defRPr>
            </a:lvl3pPr>
            <a:lvl4pPr lvl="3" algn="ctr">
              <a:lnSpc>
                <a:spcPct val="100000"/>
              </a:lnSpc>
              <a:spcBef>
                <a:spcPts val="0"/>
              </a:spcBef>
              <a:spcAft>
                <a:spcPts val="0"/>
              </a:spcAft>
              <a:buClr>
                <a:schemeClr val="dk1"/>
              </a:buClr>
              <a:buSzPts val="3500"/>
              <a:buNone/>
              <a:defRPr sz="3500">
                <a:solidFill>
                  <a:schemeClr val="dk1"/>
                </a:solidFill>
              </a:defRPr>
            </a:lvl4pPr>
            <a:lvl5pPr lvl="4" algn="ctr">
              <a:lnSpc>
                <a:spcPct val="100000"/>
              </a:lnSpc>
              <a:spcBef>
                <a:spcPts val="0"/>
              </a:spcBef>
              <a:spcAft>
                <a:spcPts val="0"/>
              </a:spcAft>
              <a:buClr>
                <a:schemeClr val="dk1"/>
              </a:buClr>
              <a:buSzPts val="3500"/>
              <a:buNone/>
              <a:defRPr sz="3500">
                <a:solidFill>
                  <a:schemeClr val="dk1"/>
                </a:solidFill>
              </a:defRPr>
            </a:lvl5pPr>
            <a:lvl6pPr lvl="5" algn="ctr">
              <a:lnSpc>
                <a:spcPct val="100000"/>
              </a:lnSpc>
              <a:spcBef>
                <a:spcPts val="0"/>
              </a:spcBef>
              <a:spcAft>
                <a:spcPts val="0"/>
              </a:spcAft>
              <a:buClr>
                <a:schemeClr val="dk1"/>
              </a:buClr>
              <a:buSzPts val="3500"/>
              <a:buNone/>
              <a:defRPr sz="3500">
                <a:solidFill>
                  <a:schemeClr val="dk1"/>
                </a:solidFill>
              </a:defRPr>
            </a:lvl6pPr>
            <a:lvl7pPr lvl="6" algn="ctr">
              <a:lnSpc>
                <a:spcPct val="100000"/>
              </a:lnSpc>
              <a:spcBef>
                <a:spcPts val="0"/>
              </a:spcBef>
              <a:spcAft>
                <a:spcPts val="0"/>
              </a:spcAft>
              <a:buClr>
                <a:schemeClr val="dk1"/>
              </a:buClr>
              <a:buSzPts val="3500"/>
              <a:buNone/>
              <a:defRPr sz="3500">
                <a:solidFill>
                  <a:schemeClr val="dk1"/>
                </a:solidFill>
              </a:defRPr>
            </a:lvl7pPr>
            <a:lvl8pPr lvl="7" algn="ctr">
              <a:lnSpc>
                <a:spcPct val="100000"/>
              </a:lnSpc>
              <a:spcBef>
                <a:spcPts val="0"/>
              </a:spcBef>
              <a:spcAft>
                <a:spcPts val="0"/>
              </a:spcAft>
              <a:buClr>
                <a:schemeClr val="dk1"/>
              </a:buClr>
              <a:buSzPts val="3500"/>
              <a:buNone/>
              <a:defRPr sz="3500">
                <a:solidFill>
                  <a:schemeClr val="dk1"/>
                </a:solidFill>
              </a:defRPr>
            </a:lvl8pPr>
            <a:lvl9pPr lvl="8" algn="ctr">
              <a:lnSpc>
                <a:spcPct val="100000"/>
              </a:lnSpc>
              <a:spcBef>
                <a:spcPts val="0"/>
              </a:spcBef>
              <a:spcAft>
                <a:spcPts val="0"/>
              </a:spcAft>
              <a:buClr>
                <a:schemeClr val="dk1"/>
              </a:buClr>
              <a:buSzPts val="3500"/>
              <a:buNone/>
              <a:defRPr sz="3500">
                <a:solidFill>
                  <a:schemeClr val="dk1"/>
                </a:solidFill>
              </a:defRPr>
            </a:lvl9pPr>
          </a:lstStyle>
          <a:p/>
        </p:txBody>
      </p:sp>
      <p:grpSp>
        <p:nvGrpSpPr>
          <p:cNvPr id="29" name="Google Shape;29;p3"/>
          <p:cNvGrpSpPr/>
          <p:nvPr/>
        </p:nvGrpSpPr>
        <p:grpSpPr>
          <a:xfrm>
            <a:off x="7839776" y="-1"/>
            <a:ext cx="1304277" cy="1306311"/>
            <a:chOff x="7839776" y="-1"/>
            <a:chExt cx="1304277" cy="1306311"/>
          </a:xfrm>
        </p:grpSpPr>
        <p:sp>
          <p:nvSpPr>
            <p:cNvPr id="30" name="Google Shape;30;p3"/>
            <p:cNvSpPr/>
            <p:nvPr/>
          </p:nvSpPr>
          <p:spPr>
            <a:xfrm>
              <a:off x="8491926" y="-1"/>
              <a:ext cx="652127" cy="653161"/>
            </a:xfrm>
            <a:custGeom>
              <a:rect b="b" l="l" r="r" t="t"/>
              <a:pathLst>
                <a:path extrusionOk="0" h="147774" w="147540">
                  <a:moveTo>
                    <a:pt x="146839" y="72352"/>
                  </a:moveTo>
                  <a:lnTo>
                    <a:pt x="126624" y="52105"/>
                  </a:lnTo>
                  <a:lnTo>
                    <a:pt x="126624" y="23517"/>
                  </a:lnTo>
                  <a:cubicBezTo>
                    <a:pt x="126624" y="22217"/>
                    <a:pt x="125557" y="21149"/>
                    <a:pt x="124256" y="21149"/>
                  </a:cubicBezTo>
                  <a:lnTo>
                    <a:pt x="95669" y="21149"/>
                  </a:lnTo>
                  <a:lnTo>
                    <a:pt x="75454" y="935"/>
                  </a:lnTo>
                  <a:cubicBezTo>
                    <a:pt x="74520" y="1"/>
                    <a:pt x="73019" y="1"/>
                    <a:pt x="72119" y="935"/>
                  </a:cubicBezTo>
                  <a:lnTo>
                    <a:pt x="51871" y="21149"/>
                  </a:lnTo>
                  <a:lnTo>
                    <a:pt x="23284" y="21149"/>
                  </a:lnTo>
                  <a:cubicBezTo>
                    <a:pt x="21983" y="21149"/>
                    <a:pt x="20915" y="22217"/>
                    <a:pt x="20915" y="23517"/>
                  </a:cubicBezTo>
                  <a:lnTo>
                    <a:pt x="20915" y="52105"/>
                  </a:lnTo>
                  <a:lnTo>
                    <a:pt x="701" y="72319"/>
                  </a:lnTo>
                  <a:cubicBezTo>
                    <a:pt x="267" y="72786"/>
                    <a:pt x="0" y="73386"/>
                    <a:pt x="0" y="73987"/>
                  </a:cubicBezTo>
                  <a:cubicBezTo>
                    <a:pt x="0" y="74621"/>
                    <a:pt x="267" y="75221"/>
                    <a:pt x="701" y="75655"/>
                  </a:cubicBezTo>
                  <a:lnTo>
                    <a:pt x="20915" y="95903"/>
                  </a:lnTo>
                  <a:lnTo>
                    <a:pt x="20915" y="124490"/>
                  </a:lnTo>
                  <a:cubicBezTo>
                    <a:pt x="20915" y="125791"/>
                    <a:pt x="21983" y="126858"/>
                    <a:pt x="23284" y="126858"/>
                  </a:cubicBezTo>
                  <a:lnTo>
                    <a:pt x="51871" y="126858"/>
                  </a:lnTo>
                  <a:lnTo>
                    <a:pt x="72119" y="147073"/>
                  </a:lnTo>
                  <a:cubicBezTo>
                    <a:pt x="72552" y="147506"/>
                    <a:pt x="73153" y="147773"/>
                    <a:pt x="73786" y="147773"/>
                  </a:cubicBezTo>
                  <a:cubicBezTo>
                    <a:pt x="74387" y="147773"/>
                    <a:pt x="74987" y="147506"/>
                    <a:pt x="75421" y="147073"/>
                  </a:cubicBezTo>
                  <a:lnTo>
                    <a:pt x="95669" y="126858"/>
                  </a:lnTo>
                  <a:lnTo>
                    <a:pt x="124256" y="126858"/>
                  </a:lnTo>
                  <a:cubicBezTo>
                    <a:pt x="125557" y="126858"/>
                    <a:pt x="126624" y="125791"/>
                    <a:pt x="126624" y="124490"/>
                  </a:cubicBezTo>
                  <a:lnTo>
                    <a:pt x="126624" y="95903"/>
                  </a:lnTo>
                  <a:lnTo>
                    <a:pt x="146839" y="75655"/>
                  </a:lnTo>
                  <a:cubicBezTo>
                    <a:pt x="147272" y="75221"/>
                    <a:pt x="147539" y="74621"/>
                    <a:pt x="147539" y="73987"/>
                  </a:cubicBezTo>
                  <a:cubicBezTo>
                    <a:pt x="147539" y="73386"/>
                    <a:pt x="147306" y="72786"/>
                    <a:pt x="146839" y="72352"/>
                  </a:cubicBezTo>
                  <a:close/>
                  <a:moveTo>
                    <a:pt x="122621" y="93267"/>
                  </a:moveTo>
                  <a:cubicBezTo>
                    <a:pt x="122154" y="93701"/>
                    <a:pt x="121921" y="94301"/>
                    <a:pt x="121921" y="94935"/>
                  </a:cubicBezTo>
                  <a:lnTo>
                    <a:pt x="121921" y="122155"/>
                  </a:lnTo>
                  <a:lnTo>
                    <a:pt x="94701" y="122155"/>
                  </a:lnTo>
                  <a:cubicBezTo>
                    <a:pt x="94068" y="122155"/>
                    <a:pt x="93467" y="122388"/>
                    <a:pt x="93034" y="122822"/>
                  </a:cubicBezTo>
                  <a:lnTo>
                    <a:pt x="73786" y="142102"/>
                  </a:lnTo>
                  <a:lnTo>
                    <a:pt x="54506" y="122855"/>
                  </a:lnTo>
                  <a:cubicBezTo>
                    <a:pt x="54072" y="122388"/>
                    <a:pt x="53472" y="122155"/>
                    <a:pt x="52838" y="122155"/>
                  </a:cubicBezTo>
                  <a:lnTo>
                    <a:pt x="25619" y="122155"/>
                  </a:lnTo>
                  <a:lnTo>
                    <a:pt x="25619" y="94935"/>
                  </a:lnTo>
                  <a:cubicBezTo>
                    <a:pt x="25619" y="94301"/>
                    <a:pt x="25385" y="93701"/>
                    <a:pt x="24952" y="93267"/>
                  </a:cubicBezTo>
                  <a:lnTo>
                    <a:pt x="5671" y="74020"/>
                  </a:lnTo>
                  <a:lnTo>
                    <a:pt x="24952" y="54740"/>
                  </a:lnTo>
                  <a:cubicBezTo>
                    <a:pt x="25385" y="54306"/>
                    <a:pt x="25619" y="53706"/>
                    <a:pt x="25619" y="53105"/>
                  </a:cubicBezTo>
                  <a:lnTo>
                    <a:pt x="25619" y="25852"/>
                  </a:lnTo>
                  <a:lnTo>
                    <a:pt x="52838" y="25852"/>
                  </a:lnTo>
                  <a:cubicBezTo>
                    <a:pt x="53472" y="25852"/>
                    <a:pt x="54072" y="25619"/>
                    <a:pt x="54506" y="25185"/>
                  </a:cubicBezTo>
                  <a:lnTo>
                    <a:pt x="73786" y="5905"/>
                  </a:lnTo>
                  <a:lnTo>
                    <a:pt x="93034" y="25185"/>
                  </a:lnTo>
                  <a:cubicBezTo>
                    <a:pt x="93467" y="25619"/>
                    <a:pt x="94068" y="25852"/>
                    <a:pt x="94701" y="25852"/>
                  </a:cubicBezTo>
                  <a:lnTo>
                    <a:pt x="121921" y="25852"/>
                  </a:lnTo>
                  <a:lnTo>
                    <a:pt x="121921" y="53072"/>
                  </a:lnTo>
                  <a:cubicBezTo>
                    <a:pt x="121921" y="53706"/>
                    <a:pt x="122154" y="54306"/>
                    <a:pt x="122588" y="54740"/>
                  </a:cubicBezTo>
                  <a:lnTo>
                    <a:pt x="141868" y="73987"/>
                  </a:lnTo>
                  <a:close/>
                </a:path>
              </a:pathLst>
            </a:custGeom>
            <a:solidFill>
              <a:srgbClr val="9575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3"/>
            <p:cNvSpPr/>
            <p:nvPr/>
          </p:nvSpPr>
          <p:spPr>
            <a:xfrm>
              <a:off x="7839776" y="-1"/>
              <a:ext cx="652127" cy="653161"/>
            </a:xfrm>
            <a:custGeom>
              <a:rect b="b" l="l" r="r" t="t"/>
              <a:pathLst>
                <a:path extrusionOk="0" h="147774" w="147540">
                  <a:moveTo>
                    <a:pt x="146839" y="72352"/>
                  </a:moveTo>
                  <a:lnTo>
                    <a:pt x="126624" y="52105"/>
                  </a:lnTo>
                  <a:lnTo>
                    <a:pt x="126624" y="23517"/>
                  </a:lnTo>
                  <a:cubicBezTo>
                    <a:pt x="126624" y="22217"/>
                    <a:pt x="125557" y="21149"/>
                    <a:pt x="124256" y="21149"/>
                  </a:cubicBezTo>
                  <a:lnTo>
                    <a:pt x="95669" y="21149"/>
                  </a:lnTo>
                  <a:lnTo>
                    <a:pt x="75454" y="935"/>
                  </a:lnTo>
                  <a:cubicBezTo>
                    <a:pt x="74520" y="1"/>
                    <a:pt x="73019" y="1"/>
                    <a:pt x="72119" y="935"/>
                  </a:cubicBezTo>
                  <a:lnTo>
                    <a:pt x="51871" y="21149"/>
                  </a:lnTo>
                  <a:lnTo>
                    <a:pt x="23284" y="21149"/>
                  </a:lnTo>
                  <a:cubicBezTo>
                    <a:pt x="21983" y="21149"/>
                    <a:pt x="20915" y="22217"/>
                    <a:pt x="20915" y="23517"/>
                  </a:cubicBezTo>
                  <a:lnTo>
                    <a:pt x="20915" y="52105"/>
                  </a:lnTo>
                  <a:lnTo>
                    <a:pt x="701" y="72319"/>
                  </a:lnTo>
                  <a:cubicBezTo>
                    <a:pt x="267" y="72786"/>
                    <a:pt x="0" y="73386"/>
                    <a:pt x="0" y="73987"/>
                  </a:cubicBezTo>
                  <a:cubicBezTo>
                    <a:pt x="0" y="74621"/>
                    <a:pt x="267" y="75221"/>
                    <a:pt x="701" y="75655"/>
                  </a:cubicBezTo>
                  <a:lnTo>
                    <a:pt x="20915" y="95903"/>
                  </a:lnTo>
                  <a:lnTo>
                    <a:pt x="20915" y="124490"/>
                  </a:lnTo>
                  <a:cubicBezTo>
                    <a:pt x="20915" y="125791"/>
                    <a:pt x="21983" y="126858"/>
                    <a:pt x="23284" y="126858"/>
                  </a:cubicBezTo>
                  <a:lnTo>
                    <a:pt x="51871" y="126858"/>
                  </a:lnTo>
                  <a:lnTo>
                    <a:pt x="72119" y="147073"/>
                  </a:lnTo>
                  <a:cubicBezTo>
                    <a:pt x="72552" y="147506"/>
                    <a:pt x="73153" y="147773"/>
                    <a:pt x="73786" y="147773"/>
                  </a:cubicBezTo>
                  <a:cubicBezTo>
                    <a:pt x="74387" y="147773"/>
                    <a:pt x="74987" y="147506"/>
                    <a:pt x="75421" y="147073"/>
                  </a:cubicBezTo>
                  <a:lnTo>
                    <a:pt x="95669" y="126858"/>
                  </a:lnTo>
                  <a:lnTo>
                    <a:pt x="124256" y="126858"/>
                  </a:lnTo>
                  <a:cubicBezTo>
                    <a:pt x="125557" y="126858"/>
                    <a:pt x="126624" y="125791"/>
                    <a:pt x="126624" y="124490"/>
                  </a:cubicBezTo>
                  <a:lnTo>
                    <a:pt x="126624" y="95903"/>
                  </a:lnTo>
                  <a:lnTo>
                    <a:pt x="146839" y="75655"/>
                  </a:lnTo>
                  <a:cubicBezTo>
                    <a:pt x="147272" y="75221"/>
                    <a:pt x="147539" y="74621"/>
                    <a:pt x="147539" y="73987"/>
                  </a:cubicBezTo>
                  <a:cubicBezTo>
                    <a:pt x="147539" y="73386"/>
                    <a:pt x="147306" y="72786"/>
                    <a:pt x="146839" y="72352"/>
                  </a:cubicBezTo>
                  <a:close/>
                  <a:moveTo>
                    <a:pt x="122621" y="93267"/>
                  </a:moveTo>
                  <a:cubicBezTo>
                    <a:pt x="122154" y="93701"/>
                    <a:pt x="121921" y="94301"/>
                    <a:pt x="121921" y="94935"/>
                  </a:cubicBezTo>
                  <a:lnTo>
                    <a:pt x="121921" y="122155"/>
                  </a:lnTo>
                  <a:lnTo>
                    <a:pt x="94701" y="122155"/>
                  </a:lnTo>
                  <a:cubicBezTo>
                    <a:pt x="94068" y="122155"/>
                    <a:pt x="93467" y="122388"/>
                    <a:pt x="93034" y="122822"/>
                  </a:cubicBezTo>
                  <a:lnTo>
                    <a:pt x="73786" y="142102"/>
                  </a:lnTo>
                  <a:lnTo>
                    <a:pt x="54506" y="122855"/>
                  </a:lnTo>
                  <a:cubicBezTo>
                    <a:pt x="54072" y="122388"/>
                    <a:pt x="53472" y="122155"/>
                    <a:pt x="52838" y="122155"/>
                  </a:cubicBezTo>
                  <a:lnTo>
                    <a:pt x="25619" y="122155"/>
                  </a:lnTo>
                  <a:lnTo>
                    <a:pt x="25619" y="94935"/>
                  </a:lnTo>
                  <a:cubicBezTo>
                    <a:pt x="25619" y="94301"/>
                    <a:pt x="25385" y="93701"/>
                    <a:pt x="24952" y="93267"/>
                  </a:cubicBezTo>
                  <a:lnTo>
                    <a:pt x="5671" y="74020"/>
                  </a:lnTo>
                  <a:lnTo>
                    <a:pt x="24952" y="54740"/>
                  </a:lnTo>
                  <a:cubicBezTo>
                    <a:pt x="25385" y="54306"/>
                    <a:pt x="25619" y="53706"/>
                    <a:pt x="25619" y="53105"/>
                  </a:cubicBezTo>
                  <a:lnTo>
                    <a:pt x="25619" y="25852"/>
                  </a:lnTo>
                  <a:lnTo>
                    <a:pt x="52838" y="25852"/>
                  </a:lnTo>
                  <a:cubicBezTo>
                    <a:pt x="53472" y="25852"/>
                    <a:pt x="54072" y="25619"/>
                    <a:pt x="54506" y="25185"/>
                  </a:cubicBezTo>
                  <a:lnTo>
                    <a:pt x="73786" y="5905"/>
                  </a:lnTo>
                  <a:lnTo>
                    <a:pt x="93034" y="25185"/>
                  </a:lnTo>
                  <a:cubicBezTo>
                    <a:pt x="93467" y="25619"/>
                    <a:pt x="94068" y="25852"/>
                    <a:pt x="94701" y="25852"/>
                  </a:cubicBezTo>
                  <a:lnTo>
                    <a:pt x="121921" y="25852"/>
                  </a:lnTo>
                  <a:lnTo>
                    <a:pt x="121921" y="53072"/>
                  </a:lnTo>
                  <a:cubicBezTo>
                    <a:pt x="121921" y="53706"/>
                    <a:pt x="122154" y="54306"/>
                    <a:pt x="122588" y="54740"/>
                  </a:cubicBezTo>
                  <a:lnTo>
                    <a:pt x="141868" y="73987"/>
                  </a:lnTo>
                  <a:close/>
                </a:path>
              </a:pathLst>
            </a:custGeom>
            <a:solidFill>
              <a:srgbClr val="9575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3"/>
            <p:cNvSpPr/>
            <p:nvPr/>
          </p:nvSpPr>
          <p:spPr>
            <a:xfrm>
              <a:off x="8491926" y="653149"/>
              <a:ext cx="652127" cy="653161"/>
            </a:xfrm>
            <a:custGeom>
              <a:rect b="b" l="l" r="r" t="t"/>
              <a:pathLst>
                <a:path extrusionOk="0" h="147774" w="147540">
                  <a:moveTo>
                    <a:pt x="146839" y="72352"/>
                  </a:moveTo>
                  <a:lnTo>
                    <a:pt x="126624" y="52105"/>
                  </a:lnTo>
                  <a:lnTo>
                    <a:pt x="126624" y="23517"/>
                  </a:lnTo>
                  <a:cubicBezTo>
                    <a:pt x="126624" y="22217"/>
                    <a:pt x="125557" y="21149"/>
                    <a:pt x="124256" y="21149"/>
                  </a:cubicBezTo>
                  <a:lnTo>
                    <a:pt x="95669" y="21149"/>
                  </a:lnTo>
                  <a:lnTo>
                    <a:pt x="75454" y="935"/>
                  </a:lnTo>
                  <a:cubicBezTo>
                    <a:pt x="74520" y="1"/>
                    <a:pt x="73019" y="1"/>
                    <a:pt x="72119" y="935"/>
                  </a:cubicBezTo>
                  <a:lnTo>
                    <a:pt x="51871" y="21149"/>
                  </a:lnTo>
                  <a:lnTo>
                    <a:pt x="23284" y="21149"/>
                  </a:lnTo>
                  <a:cubicBezTo>
                    <a:pt x="21983" y="21149"/>
                    <a:pt x="20915" y="22217"/>
                    <a:pt x="20915" y="23517"/>
                  </a:cubicBezTo>
                  <a:lnTo>
                    <a:pt x="20915" y="52105"/>
                  </a:lnTo>
                  <a:lnTo>
                    <a:pt x="701" y="72319"/>
                  </a:lnTo>
                  <a:cubicBezTo>
                    <a:pt x="267" y="72786"/>
                    <a:pt x="0" y="73386"/>
                    <a:pt x="0" y="73987"/>
                  </a:cubicBezTo>
                  <a:cubicBezTo>
                    <a:pt x="0" y="74621"/>
                    <a:pt x="267" y="75221"/>
                    <a:pt x="701" y="75655"/>
                  </a:cubicBezTo>
                  <a:lnTo>
                    <a:pt x="20915" y="95903"/>
                  </a:lnTo>
                  <a:lnTo>
                    <a:pt x="20915" y="124490"/>
                  </a:lnTo>
                  <a:cubicBezTo>
                    <a:pt x="20915" y="125791"/>
                    <a:pt x="21983" y="126858"/>
                    <a:pt x="23284" y="126858"/>
                  </a:cubicBezTo>
                  <a:lnTo>
                    <a:pt x="51871" y="126858"/>
                  </a:lnTo>
                  <a:lnTo>
                    <a:pt x="72119" y="147073"/>
                  </a:lnTo>
                  <a:cubicBezTo>
                    <a:pt x="72552" y="147506"/>
                    <a:pt x="73153" y="147773"/>
                    <a:pt x="73786" y="147773"/>
                  </a:cubicBezTo>
                  <a:cubicBezTo>
                    <a:pt x="74387" y="147773"/>
                    <a:pt x="74987" y="147506"/>
                    <a:pt x="75421" y="147073"/>
                  </a:cubicBezTo>
                  <a:lnTo>
                    <a:pt x="95669" y="126858"/>
                  </a:lnTo>
                  <a:lnTo>
                    <a:pt x="124256" y="126858"/>
                  </a:lnTo>
                  <a:cubicBezTo>
                    <a:pt x="125557" y="126858"/>
                    <a:pt x="126624" y="125791"/>
                    <a:pt x="126624" y="124490"/>
                  </a:cubicBezTo>
                  <a:lnTo>
                    <a:pt x="126624" y="95903"/>
                  </a:lnTo>
                  <a:lnTo>
                    <a:pt x="146839" y="75655"/>
                  </a:lnTo>
                  <a:cubicBezTo>
                    <a:pt x="147272" y="75221"/>
                    <a:pt x="147539" y="74621"/>
                    <a:pt x="147539" y="73987"/>
                  </a:cubicBezTo>
                  <a:cubicBezTo>
                    <a:pt x="147539" y="73386"/>
                    <a:pt x="147306" y="72786"/>
                    <a:pt x="146839" y="72352"/>
                  </a:cubicBezTo>
                  <a:close/>
                  <a:moveTo>
                    <a:pt x="122621" y="93267"/>
                  </a:moveTo>
                  <a:cubicBezTo>
                    <a:pt x="122154" y="93701"/>
                    <a:pt x="121921" y="94301"/>
                    <a:pt x="121921" y="94935"/>
                  </a:cubicBezTo>
                  <a:lnTo>
                    <a:pt x="121921" y="122155"/>
                  </a:lnTo>
                  <a:lnTo>
                    <a:pt x="94701" y="122155"/>
                  </a:lnTo>
                  <a:cubicBezTo>
                    <a:pt x="94068" y="122155"/>
                    <a:pt x="93467" y="122388"/>
                    <a:pt x="93034" y="122822"/>
                  </a:cubicBezTo>
                  <a:lnTo>
                    <a:pt x="73786" y="142102"/>
                  </a:lnTo>
                  <a:lnTo>
                    <a:pt x="54506" y="122855"/>
                  </a:lnTo>
                  <a:cubicBezTo>
                    <a:pt x="54072" y="122388"/>
                    <a:pt x="53472" y="122155"/>
                    <a:pt x="52838" y="122155"/>
                  </a:cubicBezTo>
                  <a:lnTo>
                    <a:pt x="25619" y="122155"/>
                  </a:lnTo>
                  <a:lnTo>
                    <a:pt x="25619" y="94935"/>
                  </a:lnTo>
                  <a:cubicBezTo>
                    <a:pt x="25619" y="94301"/>
                    <a:pt x="25385" y="93701"/>
                    <a:pt x="24952" y="93267"/>
                  </a:cubicBezTo>
                  <a:lnTo>
                    <a:pt x="5671" y="74020"/>
                  </a:lnTo>
                  <a:lnTo>
                    <a:pt x="24952" y="54740"/>
                  </a:lnTo>
                  <a:cubicBezTo>
                    <a:pt x="25385" y="54306"/>
                    <a:pt x="25619" y="53706"/>
                    <a:pt x="25619" y="53105"/>
                  </a:cubicBezTo>
                  <a:lnTo>
                    <a:pt x="25619" y="25852"/>
                  </a:lnTo>
                  <a:lnTo>
                    <a:pt x="52838" y="25852"/>
                  </a:lnTo>
                  <a:cubicBezTo>
                    <a:pt x="53472" y="25852"/>
                    <a:pt x="54072" y="25619"/>
                    <a:pt x="54506" y="25185"/>
                  </a:cubicBezTo>
                  <a:lnTo>
                    <a:pt x="73786" y="5905"/>
                  </a:lnTo>
                  <a:lnTo>
                    <a:pt x="93034" y="25185"/>
                  </a:lnTo>
                  <a:cubicBezTo>
                    <a:pt x="93467" y="25619"/>
                    <a:pt x="94068" y="25852"/>
                    <a:pt x="94701" y="25852"/>
                  </a:cubicBezTo>
                  <a:lnTo>
                    <a:pt x="121921" y="25852"/>
                  </a:lnTo>
                  <a:lnTo>
                    <a:pt x="121921" y="53072"/>
                  </a:lnTo>
                  <a:cubicBezTo>
                    <a:pt x="121921" y="53706"/>
                    <a:pt x="122154" y="54306"/>
                    <a:pt x="122588" y="54740"/>
                  </a:cubicBezTo>
                  <a:lnTo>
                    <a:pt x="141868" y="73987"/>
                  </a:lnTo>
                  <a:close/>
                </a:path>
              </a:pathLst>
            </a:custGeom>
            <a:solidFill>
              <a:srgbClr val="9575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3" name="Google Shape;33;p3"/>
          <p:cNvGrpSpPr/>
          <p:nvPr/>
        </p:nvGrpSpPr>
        <p:grpSpPr>
          <a:xfrm>
            <a:off x="1" y="3837199"/>
            <a:ext cx="1304277" cy="1306311"/>
            <a:chOff x="1" y="3837199"/>
            <a:chExt cx="1304277" cy="1306311"/>
          </a:xfrm>
        </p:grpSpPr>
        <p:sp>
          <p:nvSpPr>
            <p:cNvPr id="34" name="Google Shape;34;p3"/>
            <p:cNvSpPr/>
            <p:nvPr/>
          </p:nvSpPr>
          <p:spPr>
            <a:xfrm rot="10800000">
              <a:off x="1" y="4490349"/>
              <a:ext cx="652127" cy="653161"/>
            </a:xfrm>
            <a:custGeom>
              <a:rect b="b" l="l" r="r" t="t"/>
              <a:pathLst>
                <a:path extrusionOk="0" h="147774" w="147540">
                  <a:moveTo>
                    <a:pt x="146839" y="72352"/>
                  </a:moveTo>
                  <a:lnTo>
                    <a:pt x="126624" y="52105"/>
                  </a:lnTo>
                  <a:lnTo>
                    <a:pt x="126624" y="23517"/>
                  </a:lnTo>
                  <a:cubicBezTo>
                    <a:pt x="126624" y="22217"/>
                    <a:pt x="125557" y="21149"/>
                    <a:pt x="124256" y="21149"/>
                  </a:cubicBezTo>
                  <a:lnTo>
                    <a:pt x="95669" y="21149"/>
                  </a:lnTo>
                  <a:lnTo>
                    <a:pt x="75454" y="935"/>
                  </a:lnTo>
                  <a:cubicBezTo>
                    <a:pt x="74520" y="1"/>
                    <a:pt x="73019" y="1"/>
                    <a:pt x="72119" y="935"/>
                  </a:cubicBezTo>
                  <a:lnTo>
                    <a:pt x="51871" y="21149"/>
                  </a:lnTo>
                  <a:lnTo>
                    <a:pt x="23284" y="21149"/>
                  </a:lnTo>
                  <a:cubicBezTo>
                    <a:pt x="21983" y="21149"/>
                    <a:pt x="20915" y="22217"/>
                    <a:pt x="20915" y="23517"/>
                  </a:cubicBezTo>
                  <a:lnTo>
                    <a:pt x="20915" y="52105"/>
                  </a:lnTo>
                  <a:lnTo>
                    <a:pt x="701" y="72319"/>
                  </a:lnTo>
                  <a:cubicBezTo>
                    <a:pt x="267" y="72786"/>
                    <a:pt x="0" y="73386"/>
                    <a:pt x="0" y="73987"/>
                  </a:cubicBezTo>
                  <a:cubicBezTo>
                    <a:pt x="0" y="74621"/>
                    <a:pt x="267" y="75221"/>
                    <a:pt x="701" y="75655"/>
                  </a:cubicBezTo>
                  <a:lnTo>
                    <a:pt x="20915" y="95903"/>
                  </a:lnTo>
                  <a:lnTo>
                    <a:pt x="20915" y="124490"/>
                  </a:lnTo>
                  <a:cubicBezTo>
                    <a:pt x="20915" y="125791"/>
                    <a:pt x="21983" y="126858"/>
                    <a:pt x="23284" y="126858"/>
                  </a:cubicBezTo>
                  <a:lnTo>
                    <a:pt x="51871" y="126858"/>
                  </a:lnTo>
                  <a:lnTo>
                    <a:pt x="72119" y="147073"/>
                  </a:lnTo>
                  <a:cubicBezTo>
                    <a:pt x="72552" y="147506"/>
                    <a:pt x="73153" y="147773"/>
                    <a:pt x="73786" y="147773"/>
                  </a:cubicBezTo>
                  <a:cubicBezTo>
                    <a:pt x="74387" y="147773"/>
                    <a:pt x="74987" y="147506"/>
                    <a:pt x="75421" y="147073"/>
                  </a:cubicBezTo>
                  <a:lnTo>
                    <a:pt x="95669" y="126858"/>
                  </a:lnTo>
                  <a:lnTo>
                    <a:pt x="124256" y="126858"/>
                  </a:lnTo>
                  <a:cubicBezTo>
                    <a:pt x="125557" y="126858"/>
                    <a:pt x="126624" y="125791"/>
                    <a:pt x="126624" y="124490"/>
                  </a:cubicBezTo>
                  <a:lnTo>
                    <a:pt x="126624" y="95903"/>
                  </a:lnTo>
                  <a:lnTo>
                    <a:pt x="146839" y="75655"/>
                  </a:lnTo>
                  <a:cubicBezTo>
                    <a:pt x="147272" y="75221"/>
                    <a:pt x="147539" y="74621"/>
                    <a:pt x="147539" y="73987"/>
                  </a:cubicBezTo>
                  <a:cubicBezTo>
                    <a:pt x="147539" y="73386"/>
                    <a:pt x="147306" y="72786"/>
                    <a:pt x="146839" y="72352"/>
                  </a:cubicBezTo>
                  <a:close/>
                  <a:moveTo>
                    <a:pt x="122621" y="93267"/>
                  </a:moveTo>
                  <a:cubicBezTo>
                    <a:pt x="122154" y="93701"/>
                    <a:pt x="121921" y="94301"/>
                    <a:pt x="121921" y="94935"/>
                  </a:cubicBezTo>
                  <a:lnTo>
                    <a:pt x="121921" y="122155"/>
                  </a:lnTo>
                  <a:lnTo>
                    <a:pt x="94701" y="122155"/>
                  </a:lnTo>
                  <a:cubicBezTo>
                    <a:pt x="94068" y="122155"/>
                    <a:pt x="93467" y="122388"/>
                    <a:pt x="93034" y="122822"/>
                  </a:cubicBezTo>
                  <a:lnTo>
                    <a:pt x="73786" y="142102"/>
                  </a:lnTo>
                  <a:lnTo>
                    <a:pt x="54506" y="122855"/>
                  </a:lnTo>
                  <a:cubicBezTo>
                    <a:pt x="54072" y="122388"/>
                    <a:pt x="53472" y="122155"/>
                    <a:pt x="52838" y="122155"/>
                  </a:cubicBezTo>
                  <a:lnTo>
                    <a:pt x="25619" y="122155"/>
                  </a:lnTo>
                  <a:lnTo>
                    <a:pt x="25619" y="94935"/>
                  </a:lnTo>
                  <a:cubicBezTo>
                    <a:pt x="25619" y="94301"/>
                    <a:pt x="25385" y="93701"/>
                    <a:pt x="24952" y="93267"/>
                  </a:cubicBezTo>
                  <a:lnTo>
                    <a:pt x="5671" y="74020"/>
                  </a:lnTo>
                  <a:lnTo>
                    <a:pt x="24952" y="54740"/>
                  </a:lnTo>
                  <a:cubicBezTo>
                    <a:pt x="25385" y="54306"/>
                    <a:pt x="25619" y="53706"/>
                    <a:pt x="25619" y="53105"/>
                  </a:cubicBezTo>
                  <a:lnTo>
                    <a:pt x="25619" y="25852"/>
                  </a:lnTo>
                  <a:lnTo>
                    <a:pt x="52838" y="25852"/>
                  </a:lnTo>
                  <a:cubicBezTo>
                    <a:pt x="53472" y="25852"/>
                    <a:pt x="54072" y="25619"/>
                    <a:pt x="54506" y="25185"/>
                  </a:cubicBezTo>
                  <a:lnTo>
                    <a:pt x="73786" y="5905"/>
                  </a:lnTo>
                  <a:lnTo>
                    <a:pt x="93034" y="25185"/>
                  </a:lnTo>
                  <a:cubicBezTo>
                    <a:pt x="93467" y="25619"/>
                    <a:pt x="94068" y="25852"/>
                    <a:pt x="94701" y="25852"/>
                  </a:cubicBezTo>
                  <a:lnTo>
                    <a:pt x="121921" y="25852"/>
                  </a:lnTo>
                  <a:lnTo>
                    <a:pt x="121921" y="53072"/>
                  </a:lnTo>
                  <a:cubicBezTo>
                    <a:pt x="121921" y="53706"/>
                    <a:pt x="122154" y="54306"/>
                    <a:pt x="122588" y="54740"/>
                  </a:cubicBezTo>
                  <a:lnTo>
                    <a:pt x="141868" y="73987"/>
                  </a:lnTo>
                  <a:close/>
                </a:path>
              </a:pathLst>
            </a:custGeom>
            <a:solidFill>
              <a:srgbClr val="9575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3"/>
            <p:cNvSpPr/>
            <p:nvPr/>
          </p:nvSpPr>
          <p:spPr>
            <a:xfrm rot="10800000">
              <a:off x="652151" y="4490349"/>
              <a:ext cx="652127" cy="653161"/>
            </a:xfrm>
            <a:custGeom>
              <a:rect b="b" l="l" r="r" t="t"/>
              <a:pathLst>
                <a:path extrusionOk="0" h="147774" w="147540">
                  <a:moveTo>
                    <a:pt x="146839" y="72352"/>
                  </a:moveTo>
                  <a:lnTo>
                    <a:pt x="126624" y="52105"/>
                  </a:lnTo>
                  <a:lnTo>
                    <a:pt x="126624" y="23517"/>
                  </a:lnTo>
                  <a:cubicBezTo>
                    <a:pt x="126624" y="22217"/>
                    <a:pt x="125557" y="21149"/>
                    <a:pt x="124256" y="21149"/>
                  </a:cubicBezTo>
                  <a:lnTo>
                    <a:pt x="95669" y="21149"/>
                  </a:lnTo>
                  <a:lnTo>
                    <a:pt x="75454" y="935"/>
                  </a:lnTo>
                  <a:cubicBezTo>
                    <a:pt x="74520" y="1"/>
                    <a:pt x="73019" y="1"/>
                    <a:pt x="72119" y="935"/>
                  </a:cubicBezTo>
                  <a:lnTo>
                    <a:pt x="51871" y="21149"/>
                  </a:lnTo>
                  <a:lnTo>
                    <a:pt x="23284" y="21149"/>
                  </a:lnTo>
                  <a:cubicBezTo>
                    <a:pt x="21983" y="21149"/>
                    <a:pt x="20915" y="22217"/>
                    <a:pt x="20915" y="23517"/>
                  </a:cubicBezTo>
                  <a:lnTo>
                    <a:pt x="20915" y="52105"/>
                  </a:lnTo>
                  <a:lnTo>
                    <a:pt x="701" y="72319"/>
                  </a:lnTo>
                  <a:cubicBezTo>
                    <a:pt x="267" y="72786"/>
                    <a:pt x="0" y="73386"/>
                    <a:pt x="0" y="73987"/>
                  </a:cubicBezTo>
                  <a:cubicBezTo>
                    <a:pt x="0" y="74621"/>
                    <a:pt x="267" y="75221"/>
                    <a:pt x="701" y="75655"/>
                  </a:cubicBezTo>
                  <a:lnTo>
                    <a:pt x="20915" y="95903"/>
                  </a:lnTo>
                  <a:lnTo>
                    <a:pt x="20915" y="124490"/>
                  </a:lnTo>
                  <a:cubicBezTo>
                    <a:pt x="20915" y="125791"/>
                    <a:pt x="21983" y="126858"/>
                    <a:pt x="23284" y="126858"/>
                  </a:cubicBezTo>
                  <a:lnTo>
                    <a:pt x="51871" y="126858"/>
                  </a:lnTo>
                  <a:lnTo>
                    <a:pt x="72119" y="147073"/>
                  </a:lnTo>
                  <a:cubicBezTo>
                    <a:pt x="72552" y="147506"/>
                    <a:pt x="73153" y="147773"/>
                    <a:pt x="73786" y="147773"/>
                  </a:cubicBezTo>
                  <a:cubicBezTo>
                    <a:pt x="74387" y="147773"/>
                    <a:pt x="74987" y="147506"/>
                    <a:pt x="75421" y="147073"/>
                  </a:cubicBezTo>
                  <a:lnTo>
                    <a:pt x="95669" y="126858"/>
                  </a:lnTo>
                  <a:lnTo>
                    <a:pt x="124256" y="126858"/>
                  </a:lnTo>
                  <a:cubicBezTo>
                    <a:pt x="125557" y="126858"/>
                    <a:pt x="126624" y="125791"/>
                    <a:pt x="126624" y="124490"/>
                  </a:cubicBezTo>
                  <a:lnTo>
                    <a:pt x="126624" y="95903"/>
                  </a:lnTo>
                  <a:lnTo>
                    <a:pt x="146839" y="75655"/>
                  </a:lnTo>
                  <a:cubicBezTo>
                    <a:pt x="147272" y="75221"/>
                    <a:pt x="147539" y="74621"/>
                    <a:pt x="147539" y="73987"/>
                  </a:cubicBezTo>
                  <a:cubicBezTo>
                    <a:pt x="147539" y="73386"/>
                    <a:pt x="147306" y="72786"/>
                    <a:pt x="146839" y="72352"/>
                  </a:cubicBezTo>
                  <a:close/>
                  <a:moveTo>
                    <a:pt x="122621" y="93267"/>
                  </a:moveTo>
                  <a:cubicBezTo>
                    <a:pt x="122154" y="93701"/>
                    <a:pt x="121921" y="94301"/>
                    <a:pt x="121921" y="94935"/>
                  </a:cubicBezTo>
                  <a:lnTo>
                    <a:pt x="121921" y="122155"/>
                  </a:lnTo>
                  <a:lnTo>
                    <a:pt x="94701" y="122155"/>
                  </a:lnTo>
                  <a:cubicBezTo>
                    <a:pt x="94068" y="122155"/>
                    <a:pt x="93467" y="122388"/>
                    <a:pt x="93034" y="122822"/>
                  </a:cubicBezTo>
                  <a:lnTo>
                    <a:pt x="73786" y="142102"/>
                  </a:lnTo>
                  <a:lnTo>
                    <a:pt x="54506" y="122855"/>
                  </a:lnTo>
                  <a:cubicBezTo>
                    <a:pt x="54072" y="122388"/>
                    <a:pt x="53472" y="122155"/>
                    <a:pt x="52838" y="122155"/>
                  </a:cubicBezTo>
                  <a:lnTo>
                    <a:pt x="25619" y="122155"/>
                  </a:lnTo>
                  <a:lnTo>
                    <a:pt x="25619" y="94935"/>
                  </a:lnTo>
                  <a:cubicBezTo>
                    <a:pt x="25619" y="94301"/>
                    <a:pt x="25385" y="93701"/>
                    <a:pt x="24952" y="93267"/>
                  </a:cubicBezTo>
                  <a:lnTo>
                    <a:pt x="5671" y="74020"/>
                  </a:lnTo>
                  <a:lnTo>
                    <a:pt x="24952" y="54740"/>
                  </a:lnTo>
                  <a:cubicBezTo>
                    <a:pt x="25385" y="54306"/>
                    <a:pt x="25619" y="53706"/>
                    <a:pt x="25619" y="53105"/>
                  </a:cubicBezTo>
                  <a:lnTo>
                    <a:pt x="25619" y="25852"/>
                  </a:lnTo>
                  <a:lnTo>
                    <a:pt x="52838" y="25852"/>
                  </a:lnTo>
                  <a:cubicBezTo>
                    <a:pt x="53472" y="25852"/>
                    <a:pt x="54072" y="25619"/>
                    <a:pt x="54506" y="25185"/>
                  </a:cubicBezTo>
                  <a:lnTo>
                    <a:pt x="73786" y="5905"/>
                  </a:lnTo>
                  <a:lnTo>
                    <a:pt x="93034" y="25185"/>
                  </a:lnTo>
                  <a:cubicBezTo>
                    <a:pt x="93467" y="25619"/>
                    <a:pt x="94068" y="25852"/>
                    <a:pt x="94701" y="25852"/>
                  </a:cubicBezTo>
                  <a:lnTo>
                    <a:pt x="121921" y="25852"/>
                  </a:lnTo>
                  <a:lnTo>
                    <a:pt x="121921" y="53072"/>
                  </a:lnTo>
                  <a:cubicBezTo>
                    <a:pt x="121921" y="53706"/>
                    <a:pt x="122154" y="54306"/>
                    <a:pt x="122588" y="54740"/>
                  </a:cubicBezTo>
                  <a:lnTo>
                    <a:pt x="141868" y="73987"/>
                  </a:lnTo>
                  <a:close/>
                </a:path>
              </a:pathLst>
            </a:custGeom>
            <a:solidFill>
              <a:srgbClr val="9575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3"/>
            <p:cNvSpPr/>
            <p:nvPr/>
          </p:nvSpPr>
          <p:spPr>
            <a:xfrm rot="10800000">
              <a:off x="1" y="3837199"/>
              <a:ext cx="652127" cy="653161"/>
            </a:xfrm>
            <a:custGeom>
              <a:rect b="b" l="l" r="r" t="t"/>
              <a:pathLst>
                <a:path extrusionOk="0" h="147774" w="147540">
                  <a:moveTo>
                    <a:pt x="146839" y="72352"/>
                  </a:moveTo>
                  <a:lnTo>
                    <a:pt x="126624" y="52105"/>
                  </a:lnTo>
                  <a:lnTo>
                    <a:pt x="126624" y="23517"/>
                  </a:lnTo>
                  <a:cubicBezTo>
                    <a:pt x="126624" y="22217"/>
                    <a:pt x="125557" y="21149"/>
                    <a:pt x="124256" y="21149"/>
                  </a:cubicBezTo>
                  <a:lnTo>
                    <a:pt x="95669" y="21149"/>
                  </a:lnTo>
                  <a:lnTo>
                    <a:pt x="75454" y="935"/>
                  </a:lnTo>
                  <a:cubicBezTo>
                    <a:pt x="74520" y="1"/>
                    <a:pt x="73019" y="1"/>
                    <a:pt x="72119" y="935"/>
                  </a:cubicBezTo>
                  <a:lnTo>
                    <a:pt x="51871" y="21149"/>
                  </a:lnTo>
                  <a:lnTo>
                    <a:pt x="23284" y="21149"/>
                  </a:lnTo>
                  <a:cubicBezTo>
                    <a:pt x="21983" y="21149"/>
                    <a:pt x="20915" y="22217"/>
                    <a:pt x="20915" y="23517"/>
                  </a:cubicBezTo>
                  <a:lnTo>
                    <a:pt x="20915" y="52105"/>
                  </a:lnTo>
                  <a:lnTo>
                    <a:pt x="701" y="72319"/>
                  </a:lnTo>
                  <a:cubicBezTo>
                    <a:pt x="267" y="72786"/>
                    <a:pt x="0" y="73386"/>
                    <a:pt x="0" y="73987"/>
                  </a:cubicBezTo>
                  <a:cubicBezTo>
                    <a:pt x="0" y="74621"/>
                    <a:pt x="267" y="75221"/>
                    <a:pt x="701" y="75655"/>
                  </a:cubicBezTo>
                  <a:lnTo>
                    <a:pt x="20915" y="95903"/>
                  </a:lnTo>
                  <a:lnTo>
                    <a:pt x="20915" y="124490"/>
                  </a:lnTo>
                  <a:cubicBezTo>
                    <a:pt x="20915" y="125791"/>
                    <a:pt x="21983" y="126858"/>
                    <a:pt x="23284" y="126858"/>
                  </a:cubicBezTo>
                  <a:lnTo>
                    <a:pt x="51871" y="126858"/>
                  </a:lnTo>
                  <a:lnTo>
                    <a:pt x="72119" y="147073"/>
                  </a:lnTo>
                  <a:cubicBezTo>
                    <a:pt x="72552" y="147506"/>
                    <a:pt x="73153" y="147773"/>
                    <a:pt x="73786" y="147773"/>
                  </a:cubicBezTo>
                  <a:cubicBezTo>
                    <a:pt x="74387" y="147773"/>
                    <a:pt x="74987" y="147506"/>
                    <a:pt x="75421" y="147073"/>
                  </a:cubicBezTo>
                  <a:lnTo>
                    <a:pt x="95669" y="126858"/>
                  </a:lnTo>
                  <a:lnTo>
                    <a:pt x="124256" y="126858"/>
                  </a:lnTo>
                  <a:cubicBezTo>
                    <a:pt x="125557" y="126858"/>
                    <a:pt x="126624" y="125791"/>
                    <a:pt x="126624" y="124490"/>
                  </a:cubicBezTo>
                  <a:lnTo>
                    <a:pt x="126624" y="95903"/>
                  </a:lnTo>
                  <a:lnTo>
                    <a:pt x="146839" y="75655"/>
                  </a:lnTo>
                  <a:cubicBezTo>
                    <a:pt x="147272" y="75221"/>
                    <a:pt x="147539" y="74621"/>
                    <a:pt x="147539" y="73987"/>
                  </a:cubicBezTo>
                  <a:cubicBezTo>
                    <a:pt x="147539" y="73386"/>
                    <a:pt x="147306" y="72786"/>
                    <a:pt x="146839" y="72352"/>
                  </a:cubicBezTo>
                  <a:close/>
                  <a:moveTo>
                    <a:pt x="122621" y="93267"/>
                  </a:moveTo>
                  <a:cubicBezTo>
                    <a:pt x="122154" y="93701"/>
                    <a:pt x="121921" y="94301"/>
                    <a:pt x="121921" y="94935"/>
                  </a:cubicBezTo>
                  <a:lnTo>
                    <a:pt x="121921" y="122155"/>
                  </a:lnTo>
                  <a:lnTo>
                    <a:pt x="94701" y="122155"/>
                  </a:lnTo>
                  <a:cubicBezTo>
                    <a:pt x="94068" y="122155"/>
                    <a:pt x="93467" y="122388"/>
                    <a:pt x="93034" y="122822"/>
                  </a:cubicBezTo>
                  <a:lnTo>
                    <a:pt x="73786" y="142102"/>
                  </a:lnTo>
                  <a:lnTo>
                    <a:pt x="54506" y="122855"/>
                  </a:lnTo>
                  <a:cubicBezTo>
                    <a:pt x="54072" y="122388"/>
                    <a:pt x="53472" y="122155"/>
                    <a:pt x="52838" y="122155"/>
                  </a:cubicBezTo>
                  <a:lnTo>
                    <a:pt x="25619" y="122155"/>
                  </a:lnTo>
                  <a:lnTo>
                    <a:pt x="25619" y="94935"/>
                  </a:lnTo>
                  <a:cubicBezTo>
                    <a:pt x="25619" y="94301"/>
                    <a:pt x="25385" y="93701"/>
                    <a:pt x="24952" y="93267"/>
                  </a:cubicBezTo>
                  <a:lnTo>
                    <a:pt x="5671" y="74020"/>
                  </a:lnTo>
                  <a:lnTo>
                    <a:pt x="24952" y="54740"/>
                  </a:lnTo>
                  <a:cubicBezTo>
                    <a:pt x="25385" y="54306"/>
                    <a:pt x="25619" y="53706"/>
                    <a:pt x="25619" y="53105"/>
                  </a:cubicBezTo>
                  <a:lnTo>
                    <a:pt x="25619" y="25852"/>
                  </a:lnTo>
                  <a:lnTo>
                    <a:pt x="52838" y="25852"/>
                  </a:lnTo>
                  <a:cubicBezTo>
                    <a:pt x="53472" y="25852"/>
                    <a:pt x="54072" y="25619"/>
                    <a:pt x="54506" y="25185"/>
                  </a:cubicBezTo>
                  <a:lnTo>
                    <a:pt x="73786" y="5905"/>
                  </a:lnTo>
                  <a:lnTo>
                    <a:pt x="93034" y="25185"/>
                  </a:lnTo>
                  <a:cubicBezTo>
                    <a:pt x="93467" y="25619"/>
                    <a:pt x="94068" y="25852"/>
                    <a:pt x="94701" y="25852"/>
                  </a:cubicBezTo>
                  <a:lnTo>
                    <a:pt x="121921" y="25852"/>
                  </a:lnTo>
                  <a:lnTo>
                    <a:pt x="121921" y="53072"/>
                  </a:lnTo>
                  <a:cubicBezTo>
                    <a:pt x="121921" y="53706"/>
                    <a:pt x="122154" y="54306"/>
                    <a:pt x="122588" y="54740"/>
                  </a:cubicBezTo>
                  <a:lnTo>
                    <a:pt x="141868" y="73987"/>
                  </a:lnTo>
                  <a:close/>
                </a:path>
              </a:pathLst>
            </a:custGeom>
            <a:solidFill>
              <a:srgbClr val="9575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7" name="Shape 37"/>
        <p:cNvGrpSpPr/>
        <p:nvPr/>
      </p:nvGrpSpPr>
      <p:grpSpPr>
        <a:xfrm>
          <a:off x="0" y="0"/>
          <a:ext cx="0" cy="0"/>
          <a:chOff x="0" y="0"/>
          <a:chExt cx="0" cy="0"/>
        </a:xfrm>
      </p:grpSpPr>
      <p:sp>
        <p:nvSpPr>
          <p:cNvPr id="38" name="Google Shape;38;p4"/>
          <p:cNvSpPr/>
          <p:nvPr/>
        </p:nvSpPr>
        <p:spPr>
          <a:xfrm>
            <a:off x="0" y="0"/>
            <a:ext cx="9144259" cy="5143463"/>
          </a:xfrm>
          <a:custGeom>
            <a:rect b="b" l="l" r="r" t="t"/>
            <a:pathLst>
              <a:path extrusionOk="0" h="123123" w="246310">
                <a:moveTo>
                  <a:pt x="245442" y="2136"/>
                </a:moveTo>
                <a:lnTo>
                  <a:pt x="244175" y="2136"/>
                </a:lnTo>
                <a:lnTo>
                  <a:pt x="244175" y="1035"/>
                </a:lnTo>
                <a:lnTo>
                  <a:pt x="244075" y="768"/>
                </a:lnTo>
                <a:lnTo>
                  <a:pt x="243274" y="1"/>
                </a:lnTo>
                <a:lnTo>
                  <a:pt x="243141" y="1"/>
                </a:lnTo>
                <a:lnTo>
                  <a:pt x="242173" y="1"/>
                </a:lnTo>
                <a:lnTo>
                  <a:pt x="240372" y="1"/>
                </a:lnTo>
                <a:lnTo>
                  <a:pt x="239238" y="1"/>
                </a:lnTo>
                <a:lnTo>
                  <a:pt x="231499" y="1"/>
                </a:lnTo>
                <a:lnTo>
                  <a:pt x="231332" y="1"/>
                </a:lnTo>
                <a:lnTo>
                  <a:pt x="230532" y="1"/>
                </a:lnTo>
                <a:lnTo>
                  <a:pt x="230365" y="1"/>
                </a:lnTo>
                <a:lnTo>
                  <a:pt x="222626" y="1"/>
                </a:lnTo>
                <a:lnTo>
                  <a:pt x="222626" y="1"/>
                </a:lnTo>
                <a:lnTo>
                  <a:pt x="221492" y="1"/>
                </a:lnTo>
                <a:lnTo>
                  <a:pt x="219691" y="1"/>
                </a:lnTo>
                <a:lnTo>
                  <a:pt x="218723" y="1"/>
                </a:lnTo>
                <a:lnTo>
                  <a:pt x="218557" y="1"/>
                </a:lnTo>
                <a:lnTo>
                  <a:pt x="217789" y="768"/>
                </a:lnTo>
                <a:lnTo>
                  <a:pt x="217689" y="1035"/>
                </a:lnTo>
                <a:lnTo>
                  <a:pt x="217689" y="2136"/>
                </a:lnTo>
                <a:lnTo>
                  <a:pt x="216422" y="2136"/>
                </a:lnTo>
                <a:lnTo>
                  <a:pt x="215521" y="3036"/>
                </a:lnTo>
                <a:lnTo>
                  <a:pt x="214654" y="2136"/>
                </a:lnTo>
                <a:lnTo>
                  <a:pt x="213386" y="2136"/>
                </a:lnTo>
                <a:lnTo>
                  <a:pt x="213386" y="1035"/>
                </a:lnTo>
                <a:lnTo>
                  <a:pt x="213286" y="768"/>
                </a:lnTo>
                <a:lnTo>
                  <a:pt x="212519" y="1"/>
                </a:lnTo>
                <a:lnTo>
                  <a:pt x="212352" y="1"/>
                </a:lnTo>
                <a:lnTo>
                  <a:pt x="211385" y="1"/>
                </a:lnTo>
                <a:lnTo>
                  <a:pt x="209584" y="1"/>
                </a:lnTo>
                <a:lnTo>
                  <a:pt x="208449" y="1"/>
                </a:lnTo>
                <a:lnTo>
                  <a:pt x="200710" y="1"/>
                </a:lnTo>
                <a:lnTo>
                  <a:pt x="200544" y="1"/>
                </a:lnTo>
                <a:lnTo>
                  <a:pt x="199743" y="1"/>
                </a:lnTo>
                <a:lnTo>
                  <a:pt x="199576" y="1"/>
                </a:lnTo>
                <a:lnTo>
                  <a:pt x="191837" y="1"/>
                </a:lnTo>
                <a:lnTo>
                  <a:pt x="190703" y="1"/>
                </a:lnTo>
                <a:lnTo>
                  <a:pt x="188902" y="1"/>
                </a:lnTo>
                <a:lnTo>
                  <a:pt x="187935" y="1"/>
                </a:lnTo>
                <a:lnTo>
                  <a:pt x="187801" y="1"/>
                </a:lnTo>
                <a:lnTo>
                  <a:pt x="187001" y="768"/>
                </a:lnTo>
                <a:lnTo>
                  <a:pt x="186901" y="1035"/>
                </a:lnTo>
                <a:lnTo>
                  <a:pt x="186901" y="2136"/>
                </a:lnTo>
                <a:lnTo>
                  <a:pt x="185633" y="2136"/>
                </a:lnTo>
                <a:lnTo>
                  <a:pt x="184766" y="3036"/>
                </a:lnTo>
                <a:lnTo>
                  <a:pt x="183865" y="2136"/>
                </a:lnTo>
                <a:lnTo>
                  <a:pt x="182598" y="2136"/>
                </a:lnTo>
                <a:lnTo>
                  <a:pt x="182598" y="1035"/>
                </a:lnTo>
                <a:lnTo>
                  <a:pt x="182497" y="768"/>
                </a:lnTo>
                <a:lnTo>
                  <a:pt x="181730" y="1"/>
                </a:lnTo>
                <a:lnTo>
                  <a:pt x="181563" y="1"/>
                </a:lnTo>
                <a:lnTo>
                  <a:pt x="180596" y="1"/>
                </a:lnTo>
                <a:lnTo>
                  <a:pt x="178795" y="1"/>
                </a:lnTo>
                <a:lnTo>
                  <a:pt x="177661" y="1"/>
                </a:lnTo>
                <a:lnTo>
                  <a:pt x="169922" y="1"/>
                </a:lnTo>
                <a:lnTo>
                  <a:pt x="169755" y="1"/>
                </a:lnTo>
                <a:lnTo>
                  <a:pt x="168954" y="1"/>
                </a:lnTo>
                <a:lnTo>
                  <a:pt x="168788" y="1"/>
                </a:lnTo>
                <a:lnTo>
                  <a:pt x="161049" y="1"/>
                </a:lnTo>
                <a:lnTo>
                  <a:pt x="159948" y="1"/>
                </a:lnTo>
                <a:lnTo>
                  <a:pt x="158113" y="1"/>
                </a:lnTo>
                <a:lnTo>
                  <a:pt x="157179" y="1"/>
                </a:lnTo>
                <a:lnTo>
                  <a:pt x="157013" y="1"/>
                </a:lnTo>
                <a:lnTo>
                  <a:pt x="156245" y="768"/>
                </a:lnTo>
                <a:lnTo>
                  <a:pt x="156112" y="1035"/>
                </a:lnTo>
                <a:lnTo>
                  <a:pt x="156112" y="2136"/>
                </a:lnTo>
                <a:lnTo>
                  <a:pt x="154844" y="2136"/>
                </a:lnTo>
                <a:lnTo>
                  <a:pt x="153944" y="3036"/>
                </a:lnTo>
                <a:lnTo>
                  <a:pt x="153076" y="2136"/>
                </a:lnTo>
                <a:lnTo>
                  <a:pt x="151809" y="2136"/>
                </a:lnTo>
                <a:lnTo>
                  <a:pt x="151809" y="1035"/>
                </a:lnTo>
                <a:lnTo>
                  <a:pt x="151675" y="768"/>
                </a:lnTo>
                <a:lnTo>
                  <a:pt x="150908" y="1"/>
                </a:lnTo>
                <a:lnTo>
                  <a:pt x="150741" y="1"/>
                </a:lnTo>
                <a:lnTo>
                  <a:pt x="149807" y="1"/>
                </a:lnTo>
                <a:lnTo>
                  <a:pt x="147973" y="1"/>
                </a:lnTo>
                <a:lnTo>
                  <a:pt x="146872" y="1"/>
                </a:lnTo>
                <a:lnTo>
                  <a:pt x="139133" y="1"/>
                </a:lnTo>
                <a:lnTo>
                  <a:pt x="138966" y="1"/>
                </a:lnTo>
                <a:lnTo>
                  <a:pt x="138166" y="1"/>
                </a:lnTo>
                <a:lnTo>
                  <a:pt x="137999" y="1"/>
                </a:lnTo>
                <a:lnTo>
                  <a:pt x="130260" y="1"/>
                </a:lnTo>
                <a:lnTo>
                  <a:pt x="129126" y="1"/>
                </a:lnTo>
                <a:lnTo>
                  <a:pt x="127325" y="1"/>
                </a:lnTo>
                <a:lnTo>
                  <a:pt x="126357" y="1"/>
                </a:lnTo>
                <a:lnTo>
                  <a:pt x="126191" y="1"/>
                </a:lnTo>
                <a:lnTo>
                  <a:pt x="125423" y="768"/>
                </a:lnTo>
                <a:lnTo>
                  <a:pt x="125323" y="1035"/>
                </a:lnTo>
                <a:lnTo>
                  <a:pt x="125323" y="2136"/>
                </a:lnTo>
                <a:lnTo>
                  <a:pt x="124056" y="2136"/>
                </a:lnTo>
                <a:lnTo>
                  <a:pt x="123155" y="3036"/>
                </a:lnTo>
                <a:lnTo>
                  <a:pt x="122254" y="2136"/>
                </a:lnTo>
                <a:lnTo>
                  <a:pt x="121020" y="2136"/>
                </a:lnTo>
                <a:lnTo>
                  <a:pt x="121020" y="1035"/>
                </a:lnTo>
                <a:lnTo>
                  <a:pt x="120887" y="768"/>
                </a:lnTo>
                <a:lnTo>
                  <a:pt x="120120" y="1"/>
                </a:lnTo>
                <a:lnTo>
                  <a:pt x="119953" y="1"/>
                </a:lnTo>
                <a:lnTo>
                  <a:pt x="119019" y="1"/>
                </a:lnTo>
                <a:lnTo>
                  <a:pt x="117184" y="1"/>
                </a:lnTo>
                <a:lnTo>
                  <a:pt x="116083" y="1"/>
                </a:lnTo>
                <a:lnTo>
                  <a:pt x="108311" y="1"/>
                </a:lnTo>
                <a:lnTo>
                  <a:pt x="108144" y="1"/>
                </a:lnTo>
                <a:lnTo>
                  <a:pt x="107377" y="1"/>
                </a:lnTo>
                <a:lnTo>
                  <a:pt x="107210" y="1"/>
                </a:lnTo>
                <a:lnTo>
                  <a:pt x="99472" y="1"/>
                </a:lnTo>
                <a:lnTo>
                  <a:pt x="98337" y="1"/>
                </a:lnTo>
                <a:lnTo>
                  <a:pt x="96536" y="1"/>
                </a:lnTo>
                <a:lnTo>
                  <a:pt x="95569" y="1"/>
                </a:lnTo>
                <a:lnTo>
                  <a:pt x="95402" y="1"/>
                </a:lnTo>
                <a:lnTo>
                  <a:pt x="94635" y="768"/>
                </a:lnTo>
                <a:lnTo>
                  <a:pt x="94535" y="1035"/>
                </a:lnTo>
                <a:lnTo>
                  <a:pt x="94535" y="2136"/>
                </a:lnTo>
                <a:lnTo>
                  <a:pt x="93267" y="2136"/>
                </a:lnTo>
                <a:lnTo>
                  <a:pt x="92366" y="3036"/>
                </a:lnTo>
                <a:lnTo>
                  <a:pt x="91499" y="2136"/>
                </a:lnTo>
                <a:lnTo>
                  <a:pt x="90232" y="2136"/>
                </a:lnTo>
                <a:lnTo>
                  <a:pt x="90232" y="1035"/>
                </a:lnTo>
                <a:lnTo>
                  <a:pt x="90098" y="768"/>
                </a:lnTo>
                <a:lnTo>
                  <a:pt x="89331" y="1"/>
                </a:lnTo>
                <a:lnTo>
                  <a:pt x="89164" y="1"/>
                </a:lnTo>
                <a:lnTo>
                  <a:pt x="88197" y="1"/>
                </a:lnTo>
                <a:lnTo>
                  <a:pt x="86396" y="1"/>
                </a:lnTo>
                <a:lnTo>
                  <a:pt x="85295" y="1"/>
                </a:lnTo>
                <a:lnTo>
                  <a:pt x="77523" y="1"/>
                </a:lnTo>
                <a:lnTo>
                  <a:pt x="77356" y="1"/>
                </a:lnTo>
                <a:lnTo>
                  <a:pt x="76589" y="1"/>
                </a:lnTo>
                <a:lnTo>
                  <a:pt x="76422" y="1"/>
                </a:lnTo>
                <a:lnTo>
                  <a:pt x="68650" y="1"/>
                </a:lnTo>
                <a:lnTo>
                  <a:pt x="67549" y="1"/>
                </a:lnTo>
                <a:lnTo>
                  <a:pt x="65714" y="1"/>
                </a:lnTo>
                <a:lnTo>
                  <a:pt x="64780" y="1"/>
                </a:lnTo>
                <a:lnTo>
                  <a:pt x="64613" y="1"/>
                </a:lnTo>
                <a:lnTo>
                  <a:pt x="63846" y="768"/>
                </a:lnTo>
                <a:lnTo>
                  <a:pt x="63713" y="1035"/>
                </a:lnTo>
                <a:lnTo>
                  <a:pt x="63713" y="2136"/>
                </a:lnTo>
                <a:lnTo>
                  <a:pt x="62478" y="2136"/>
                </a:lnTo>
                <a:lnTo>
                  <a:pt x="61578" y="3036"/>
                </a:lnTo>
                <a:lnTo>
                  <a:pt x="60677" y="2136"/>
                </a:lnTo>
                <a:lnTo>
                  <a:pt x="59443" y="2136"/>
                </a:lnTo>
                <a:lnTo>
                  <a:pt x="59443" y="1035"/>
                </a:lnTo>
                <a:lnTo>
                  <a:pt x="59310" y="768"/>
                </a:lnTo>
                <a:lnTo>
                  <a:pt x="58542" y="1"/>
                </a:lnTo>
                <a:lnTo>
                  <a:pt x="58376" y="1"/>
                </a:lnTo>
                <a:lnTo>
                  <a:pt x="57408" y="1"/>
                </a:lnTo>
                <a:lnTo>
                  <a:pt x="55607" y="1"/>
                </a:lnTo>
                <a:lnTo>
                  <a:pt x="54506" y="1"/>
                </a:lnTo>
                <a:lnTo>
                  <a:pt x="46734" y="1"/>
                </a:lnTo>
                <a:lnTo>
                  <a:pt x="46567" y="1"/>
                </a:lnTo>
                <a:lnTo>
                  <a:pt x="45767" y="1"/>
                </a:lnTo>
                <a:lnTo>
                  <a:pt x="45600" y="1"/>
                </a:lnTo>
                <a:lnTo>
                  <a:pt x="37861" y="1"/>
                </a:lnTo>
                <a:lnTo>
                  <a:pt x="36760" y="1"/>
                </a:lnTo>
                <a:lnTo>
                  <a:pt x="34925" y="1"/>
                </a:lnTo>
                <a:lnTo>
                  <a:pt x="33991" y="1"/>
                </a:lnTo>
                <a:lnTo>
                  <a:pt x="33825" y="1"/>
                </a:lnTo>
                <a:lnTo>
                  <a:pt x="33057" y="768"/>
                </a:lnTo>
                <a:lnTo>
                  <a:pt x="32924" y="1035"/>
                </a:lnTo>
                <a:lnTo>
                  <a:pt x="32924" y="2136"/>
                </a:lnTo>
                <a:lnTo>
                  <a:pt x="31690" y="2136"/>
                </a:lnTo>
                <a:lnTo>
                  <a:pt x="30789" y="3036"/>
                </a:lnTo>
                <a:lnTo>
                  <a:pt x="29889" y="2136"/>
                </a:lnTo>
                <a:lnTo>
                  <a:pt x="28654" y="2136"/>
                </a:lnTo>
                <a:lnTo>
                  <a:pt x="28654" y="1035"/>
                </a:lnTo>
                <a:lnTo>
                  <a:pt x="28521" y="768"/>
                </a:lnTo>
                <a:lnTo>
                  <a:pt x="27754" y="1"/>
                </a:lnTo>
                <a:lnTo>
                  <a:pt x="27587" y="1"/>
                </a:lnTo>
                <a:lnTo>
                  <a:pt x="26620" y="1"/>
                </a:lnTo>
                <a:lnTo>
                  <a:pt x="24818" y="1"/>
                </a:lnTo>
                <a:lnTo>
                  <a:pt x="23684" y="1"/>
                </a:lnTo>
                <a:lnTo>
                  <a:pt x="23684" y="1"/>
                </a:lnTo>
                <a:lnTo>
                  <a:pt x="15945" y="1"/>
                </a:lnTo>
                <a:lnTo>
                  <a:pt x="15778" y="1"/>
                </a:lnTo>
                <a:lnTo>
                  <a:pt x="14978" y="1"/>
                </a:lnTo>
                <a:lnTo>
                  <a:pt x="14811" y="1"/>
                </a:lnTo>
                <a:lnTo>
                  <a:pt x="7072" y="1"/>
                </a:lnTo>
                <a:lnTo>
                  <a:pt x="5938" y="1"/>
                </a:lnTo>
                <a:lnTo>
                  <a:pt x="4137" y="1"/>
                </a:lnTo>
                <a:lnTo>
                  <a:pt x="3169" y="1"/>
                </a:lnTo>
                <a:lnTo>
                  <a:pt x="3036" y="1"/>
                </a:lnTo>
                <a:lnTo>
                  <a:pt x="2235" y="768"/>
                </a:lnTo>
                <a:lnTo>
                  <a:pt x="2135" y="1035"/>
                </a:lnTo>
                <a:lnTo>
                  <a:pt x="2135" y="2136"/>
                </a:lnTo>
                <a:lnTo>
                  <a:pt x="868" y="2136"/>
                </a:lnTo>
                <a:lnTo>
                  <a:pt x="0" y="3036"/>
                </a:lnTo>
                <a:lnTo>
                  <a:pt x="0" y="3203"/>
                </a:lnTo>
                <a:lnTo>
                  <a:pt x="0" y="4137"/>
                </a:lnTo>
                <a:lnTo>
                  <a:pt x="0" y="5972"/>
                </a:lnTo>
                <a:lnTo>
                  <a:pt x="0" y="7073"/>
                </a:lnTo>
                <a:lnTo>
                  <a:pt x="0" y="14845"/>
                </a:lnTo>
                <a:lnTo>
                  <a:pt x="0" y="14978"/>
                </a:lnTo>
                <a:lnTo>
                  <a:pt x="0" y="15779"/>
                </a:lnTo>
                <a:lnTo>
                  <a:pt x="0" y="15946"/>
                </a:lnTo>
                <a:lnTo>
                  <a:pt x="0" y="23685"/>
                </a:lnTo>
                <a:lnTo>
                  <a:pt x="0" y="24819"/>
                </a:lnTo>
                <a:lnTo>
                  <a:pt x="0" y="26620"/>
                </a:lnTo>
                <a:lnTo>
                  <a:pt x="0" y="27587"/>
                </a:lnTo>
                <a:lnTo>
                  <a:pt x="0" y="27754"/>
                </a:lnTo>
                <a:lnTo>
                  <a:pt x="868" y="28621"/>
                </a:lnTo>
                <a:lnTo>
                  <a:pt x="2135" y="28621"/>
                </a:lnTo>
                <a:lnTo>
                  <a:pt x="2135" y="29722"/>
                </a:lnTo>
                <a:lnTo>
                  <a:pt x="2235" y="30022"/>
                </a:lnTo>
                <a:lnTo>
                  <a:pt x="3036" y="30790"/>
                </a:lnTo>
                <a:lnTo>
                  <a:pt x="2235" y="31557"/>
                </a:lnTo>
                <a:lnTo>
                  <a:pt x="2135" y="31824"/>
                </a:lnTo>
                <a:lnTo>
                  <a:pt x="2135" y="32924"/>
                </a:lnTo>
                <a:lnTo>
                  <a:pt x="868" y="32924"/>
                </a:lnTo>
                <a:lnTo>
                  <a:pt x="0" y="33825"/>
                </a:lnTo>
                <a:lnTo>
                  <a:pt x="0" y="33959"/>
                </a:lnTo>
                <a:lnTo>
                  <a:pt x="0" y="34926"/>
                </a:lnTo>
                <a:lnTo>
                  <a:pt x="0" y="36727"/>
                </a:lnTo>
                <a:lnTo>
                  <a:pt x="0" y="37861"/>
                </a:lnTo>
                <a:lnTo>
                  <a:pt x="0" y="45600"/>
                </a:lnTo>
                <a:lnTo>
                  <a:pt x="0" y="45767"/>
                </a:lnTo>
                <a:lnTo>
                  <a:pt x="0" y="46568"/>
                </a:lnTo>
                <a:lnTo>
                  <a:pt x="0" y="46734"/>
                </a:lnTo>
                <a:lnTo>
                  <a:pt x="0" y="54473"/>
                </a:lnTo>
                <a:lnTo>
                  <a:pt x="0" y="55607"/>
                </a:lnTo>
                <a:lnTo>
                  <a:pt x="0" y="57409"/>
                </a:lnTo>
                <a:lnTo>
                  <a:pt x="0" y="58376"/>
                </a:lnTo>
                <a:lnTo>
                  <a:pt x="0" y="58509"/>
                </a:lnTo>
                <a:lnTo>
                  <a:pt x="868" y="59410"/>
                </a:lnTo>
                <a:lnTo>
                  <a:pt x="2135" y="59410"/>
                </a:lnTo>
                <a:lnTo>
                  <a:pt x="2135" y="60511"/>
                </a:lnTo>
                <a:lnTo>
                  <a:pt x="2235" y="60778"/>
                </a:lnTo>
                <a:lnTo>
                  <a:pt x="3036" y="61545"/>
                </a:lnTo>
                <a:lnTo>
                  <a:pt x="2235" y="62312"/>
                </a:lnTo>
                <a:lnTo>
                  <a:pt x="2135" y="62612"/>
                </a:lnTo>
                <a:lnTo>
                  <a:pt x="2135" y="63713"/>
                </a:lnTo>
                <a:lnTo>
                  <a:pt x="868" y="63713"/>
                </a:lnTo>
                <a:lnTo>
                  <a:pt x="0" y="64580"/>
                </a:lnTo>
                <a:lnTo>
                  <a:pt x="0" y="64747"/>
                </a:lnTo>
                <a:lnTo>
                  <a:pt x="0" y="65715"/>
                </a:lnTo>
                <a:lnTo>
                  <a:pt x="0" y="67516"/>
                </a:lnTo>
                <a:lnTo>
                  <a:pt x="0" y="68650"/>
                </a:lnTo>
                <a:lnTo>
                  <a:pt x="0" y="76389"/>
                </a:lnTo>
                <a:lnTo>
                  <a:pt x="0" y="76556"/>
                </a:lnTo>
                <a:lnTo>
                  <a:pt x="0" y="77356"/>
                </a:lnTo>
                <a:lnTo>
                  <a:pt x="0" y="77490"/>
                </a:lnTo>
                <a:lnTo>
                  <a:pt x="0" y="85262"/>
                </a:lnTo>
                <a:lnTo>
                  <a:pt x="0" y="86363"/>
                </a:lnTo>
                <a:lnTo>
                  <a:pt x="0" y="88197"/>
                </a:lnTo>
                <a:lnTo>
                  <a:pt x="0" y="89131"/>
                </a:lnTo>
                <a:lnTo>
                  <a:pt x="0" y="89298"/>
                </a:lnTo>
                <a:lnTo>
                  <a:pt x="868" y="90199"/>
                </a:lnTo>
                <a:lnTo>
                  <a:pt x="2135" y="90199"/>
                </a:lnTo>
                <a:lnTo>
                  <a:pt x="2135" y="91266"/>
                </a:lnTo>
                <a:lnTo>
                  <a:pt x="2235" y="91566"/>
                </a:lnTo>
                <a:lnTo>
                  <a:pt x="3036" y="92334"/>
                </a:lnTo>
                <a:lnTo>
                  <a:pt x="2235" y="93101"/>
                </a:lnTo>
                <a:lnTo>
                  <a:pt x="2135" y="93368"/>
                </a:lnTo>
                <a:lnTo>
                  <a:pt x="2135" y="94469"/>
                </a:lnTo>
                <a:lnTo>
                  <a:pt x="868" y="94469"/>
                </a:lnTo>
                <a:lnTo>
                  <a:pt x="0" y="95369"/>
                </a:lnTo>
                <a:lnTo>
                  <a:pt x="0" y="95536"/>
                </a:lnTo>
                <a:lnTo>
                  <a:pt x="0" y="96470"/>
                </a:lnTo>
                <a:lnTo>
                  <a:pt x="0" y="98305"/>
                </a:lnTo>
                <a:lnTo>
                  <a:pt x="0" y="99405"/>
                </a:lnTo>
                <a:lnTo>
                  <a:pt x="0" y="107178"/>
                </a:lnTo>
                <a:lnTo>
                  <a:pt x="0" y="107311"/>
                </a:lnTo>
                <a:lnTo>
                  <a:pt x="0" y="108112"/>
                </a:lnTo>
                <a:lnTo>
                  <a:pt x="0" y="108278"/>
                </a:lnTo>
                <a:lnTo>
                  <a:pt x="0" y="116017"/>
                </a:lnTo>
                <a:lnTo>
                  <a:pt x="0" y="117151"/>
                </a:lnTo>
                <a:lnTo>
                  <a:pt x="0" y="118953"/>
                </a:lnTo>
                <a:lnTo>
                  <a:pt x="0" y="119920"/>
                </a:lnTo>
                <a:lnTo>
                  <a:pt x="0" y="120087"/>
                </a:lnTo>
                <a:lnTo>
                  <a:pt x="868" y="120954"/>
                </a:lnTo>
                <a:lnTo>
                  <a:pt x="2135" y="120954"/>
                </a:lnTo>
                <a:lnTo>
                  <a:pt x="2135" y="122055"/>
                </a:lnTo>
                <a:lnTo>
                  <a:pt x="2235" y="122355"/>
                </a:lnTo>
                <a:lnTo>
                  <a:pt x="3036" y="123122"/>
                </a:lnTo>
                <a:lnTo>
                  <a:pt x="3169" y="123122"/>
                </a:lnTo>
                <a:lnTo>
                  <a:pt x="4137" y="123122"/>
                </a:lnTo>
                <a:lnTo>
                  <a:pt x="5938" y="123122"/>
                </a:lnTo>
                <a:lnTo>
                  <a:pt x="7072" y="123122"/>
                </a:lnTo>
                <a:lnTo>
                  <a:pt x="14811" y="123122"/>
                </a:lnTo>
                <a:lnTo>
                  <a:pt x="14978" y="123122"/>
                </a:lnTo>
                <a:lnTo>
                  <a:pt x="15778" y="123122"/>
                </a:lnTo>
                <a:lnTo>
                  <a:pt x="15945" y="123122"/>
                </a:lnTo>
                <a:lnTo>
                  <a:pt x="23684" y="123122"/>
                </a:lnTo>
                <a:lnTo>
                  <a:pt x="23684" y="123122"/>
                </a:lnTo>
                <a:lnTo>
                  <a:pt x="24818" y="123122"/>
                </a:lnTo>
                <a:lnTo>
                  <a:pt x="26620" y="123122"/>
                </a:lnTo>
                <a:lnTo>
                  <a:pt x="27587" y="123122"/>
                </a:lnTo>
                <a:lnTo>
                  <a:pt x="27754" y="123122"/>
                </a:lnTo>
                <a:lnTo>
                  <a:pt x="28521" y="122355"/>
                </a:lnTo>
                <a:lnTo>
                  <a:pt x="28621" y="122055"/>
                </a:lnTo>
                <a:lnTo>
                  <a:pt x="28621" y="120954"/>
                </a:lnTo>
                <a:lnTo>
                  <a:pt x="29889" y="120954"/>
                </a:lnTo>
                <a:lnTo>
                  <a:pt x="30789" y="120087"/>
                </a:lnTo>
                <a:lnTo>
                  <a:pt x="31656" y="120954"/>
                </a:lnTo>
                <a:lnTo>
                  <a:pt x="32924" y="120954"/>
                </a:lnTo>
                <a:lnTo>
                  <a:pt x="32924" y="122055"/>
                </a:lnTo>
                <a:lnTo>
                  <a:pt x="33024" y="122355"/>
                </a:lnTo>
                <a:lnTo>
                  <a:pt x="33825" y="123122"/>
                </a:lnTo>
                <a:lnTo>
                  <a:pt x="33958" y="123122"/>
                </a:lnTo>
                <a:lnTo>
                  <a:pt x="34925" y="123122"/>
                </a:lnTo>
                <a:lnTo>
                  <a:pt x="36727" y="123122"/>
                </a:lnTo>
                <a:lnTo>
                  <a:pt x="37861" y="123122"/>
                </a:lnTo>
                <a:lnTo>
                  <a:pt x="45600" y="123122"/>
                </a:lnTo>
                <a:lnTo>
                  <a:pt x="45767" y="123122"/>
                </a:lnTo>
                <a:lnTo>
                  <a:pt x="46567" y="123122"/>
                </a:lnTo>
                <a:lnTo>
                  <a:pt x="46734" y="123122"/>
                </a:lnTo>
                <a:lnTo>
                  <a:pt x="54473" y="123122"/>
                </a:lnTo>
                <a:lnTo>
                  <a:pt x="55607" y="123122"/>
                </a:lnTo>
                <a:lnTo>
                  <a:pt x="57408" y="123122"/>
                </a:lnTo>
                <a:lnTo>
                  <a:pt x="58376" y="123122"/>
                </a:lnTo>
                <a:lnTo>
                  <a:pt x="58542" y="123122"/>
                </a:lnTo>
                <a:lnTo>
                  <a:pt x="59310" y="122355"/>
                </a:lnTo>
                <a:lnTo>
                  <a:pt x="59410" y="122055"/>
                </a:lnTo>
                <a:lnTo>
                  <a:pt x="59410" y="120954"/>
                </a:lnTo>
                <a:lnTo>
                  <a:pt x="60677" y="120954"/>
                </a:lnTo>
                <a:lnTo>
                  <a:pt x="61578" y="120087"/>
                </a:lnTo>
                <a:lnTo>
                  <a:pt x="62445" y="120954"/>
                </a:lnTo>
                <a:lnTo>
                  <a:pt x="63713" y="120954"/>
                </a:lnTo>
                <a:lnTo>
                  <a:pt x="63713" y="122055"/>
                </a:lnTo>
                <a:lnTo>
                  <a:pt x="63813" y="122355"/>
                </a:lnTo>
                <a:lnTo>
                  <a:pt x="64613" y="123122"/>
                </a:lnTo>
                <a:lnTo>
                  <a:pt x="64747" y="123122"/>
                </a:lnTo>
                <a:lnTo>
                  <a:pt x="65714" y="123122"/>
                </a:lnTo>
                <a:lnTo>
                  <a:pt x="67515" y="123122"/>
                </a:lnTo>
                <a:lnTo>
                  <a:pt x="68650" y="123122"/>
                </a:lnTo>
                <a:lnTo>
                  <a:pt x="76388" y="123122"/>
                </a:lnTo>
                <a:lnTo>
                  <a:pt x="76555" y="123122"/>
                </a:lnTo>
                <a:lnTo>
                  <a:pt x="77356" y="123122"/>
                </a:lnTo>
                <a:lnTo>
                  <a:pt x="77523" y="123122"/>
                </a:lnTo>
                <a:lnTo>
                  <a:pt x="85261" y="123122"/>
                </a:lnTo>
                <a:lnTo>
                  <a:pt x="86362" y="123122"/>
                </a:lnTo>
                <a:lnTo>
                  <a:pt x="88197" y="123122"/>
                </a:lnTo>
                <a:lnTo>
                  <a:pt x="89131" y="123122"/>
                </a:lnTo>
                <a:lnTo>
                  <a:pt x="89298" y="123122"/>
                </a:lnTo>
                <a:lnTo>
                  <a:pt x="90065" y="122355"/>
                </a:lnTo>
                <a:lnTo>
                  <a:pt x="90198" y="122055"/>
                </a:lnTo>
                <a:lnTo>
                  <a:pt x="90198" y="120954"/>
                </a:lnTo>
                <a:lnTo>
                  <a:pt x="91466" y="120954"/>
                </a:lnTo>
                <a:lnTo>
                  <a:pt x="92333" y="120087"/>
                </a:lnTo>
                <a:lnTo>
                  <a:pt x="93234" y="120954"/>
                </a:lnTo>
                <a:lnTo>
                  <a:pt x="94501" y="120954"/>
                </a:lnTo>
                <a:lnTo>
                  <a:pt x="94501" y="122055"/>
                </a:lnTo>
                <a:lnTo>
                  <a:pt x="94601" y="122355"/>
                </a:lnTo>
                <a:lnTo>
                  <a:pt x="95369" y="123122"/>
                </a:lnTo>
                <a:lnTo>
                  <a:pt x="95535" y="123122"/>
                </a:lnTo>
                <a:lnTo>
                  <a:pt x="96503" y="123122"/>
                </a:lnTo>
                <a:lnTo>
                  <a:pt x="98304" y="123122"/>
                </a:lnTo>
                <a:lnTo>
                  <a:pt x="99438" y="123122"/>
                </a:lnTo>
                <a:lnTo>
                  <a:pt x="107177" y="123122"/>
                </a:lnTo>
                <a:lnTo>
                  <a:pt x="107344" y="123122"/>
                </a:lnTo>
                <a:lnTo>
                  <a:pt x="108111" y="123122"/>
                </a:lnTo>
                <a:lnTo>
                  <a:pt x="108278" y="123122"/>
                </a:lnTo>
                <a:lnTo>
                  <a:pt x="116050" y="123122"/>
                </a:lnTo>
                <a:lnTo>
                  <a:pt x="117151" y="123122"/>
                </a:lnTo>
                <a:lnTo>
                  <a:pt x="118985" y="123122"/>
                </a:lnTo>
                <a:lnTo>
                  <a:pt x="119919" y="123122"/>
                </a:lnTo>
                <a:lnTo>
                  <a:pt x="120086" y="123122"/>
                </a:lnTo>
                <a:lnTo>
                  <a:pt x="120853" y="122355"/>
                </a:lnTo>
                <a:lnTo>
                  <a:pt x="120987" y="122055"/>
                </a:lnTo>
                <a:lnTo>
                  <a:pt x="120987" y="120954"/>
                </a:lnTo>
                <a:lnTo>
                  <a:pt x="122221" y="120954"/>
                </a:lnTo>
                <a:lnTo>
                  <a:pt x="123122" y="120087"/>
                </a:lnTo>
                <a:lnTo>
                  <a:pt x="124022" y="120954"/>
                </a:lnTo>
                <a:lnTo>
                  <a:pt x="125257" y="120954"/>
                </a:lnTo>
                <a:lnTo>
                  <a:pt x="125257" y="122055"/>
                </a:lnTo>
                <a:lnTo>
                  <a:pt x="125390" y="122355"/>
                </a:lnTo>
                <a:lnTo>
                  <a:pt x="126157" y="123122"/>
                </a:lnTo>
                <a:lnTo>
                  <a:pt x="126324" y="123122"/>
                </a:lnTo>
                <a:lnTo>
                  <a:pt x="127291" y="123122"/>
                </a:lnTo>
                <a:lnTo>
                  <a:pt x="129093" y="123122"/>
                </a:lnTo>
                <a:lnTo>
                  <a:pt x="130193" y="123122"/>
                </a:lnTo>
                <a:lnTo>
                  <a:pt x="137966" y="123122"/>
                </a:lnTo>
                <a:lnTo>
                  <a:pt x="138132" y="123122"/>
                </a:lnTo>
                <a:lnTo>
                  <a:pt x="138900" y="123122"/>
                </a:lnTo>
                <a:lnTo>
                  <a:pt x="139066" y="123122"/>
                </a:lnTo>
                <a:lnTo>
                  <a:pt x="146839" y="123122"/>
                </a:lnTo>
                <a:lnTo>
                  <a:pt x="147939" y="123122"/>
                </a:lnTo>
                <a:lnTo>
                  <a:pt x="149741" y="123122"/>
                </a:lnTo>
                <a:lnTo>
                  <a:pt x="150708" y="123122"/>
                </a:lnTo>
                <a:lnTo>
                  <a:pt x="150875" y="123122"/>
                </a:lnTo>
                <a:lnTo>
                  <a:pt x="151642" y="122355"/>
                </a:lnTo>
                <a:lnTo>
                  <a:pt x="151776" y="122055"/>
                </a:lnTo>
                <a:lnTo>
                  <a:pt x="151776" y="120954"/>
                </a:lnTo>
                <a:lnTo>
                  <a:pt x="153010" y="120954"/>
                </a:lnTo>
                <a:lnTo>
                  <a:pt x="153910" y="120087"/>
                </a:lnTo>
                <a:lnTo>
                  <a:pt x="154778" y="120954"/>
                </a:lnTo>
                <a:lnTo>
                  <a:pt x="156112" y="120954"/>
                </a:lnTo>
                <a:lnTo>
                  <a:pt x="156112" y="122055"/>
                </a:lnTo>
                <a:lnTo>
                  <a:pt x="156212" y="122355"/>
                </a:lnTo>
                <a:lnTo>
                  <a:pt x="156979" y="123122"/>
                </a:lnTo>
                <a:lnTo>
                  <a:pt x="157146" y="123122"/>
                </a:lnTo>
                <a:lnTo>
                  <a:pt x="158113" y="123122"/>
                </a:lnTo>
                <a:lnTo>
                  <a:pt x="159915" y="123122"/>
                </a:lnTo>
                <a:lnTo>
                  <a:pt x="161049" y="123122"/>
                </a:lnTo>
                <a:lnTo>
                  <a:pt x="168788" y="123122"/>
                </a:lnTo>
                <a:lnTo>
                  <a:pt x="168954" y="123122"/>
                </a:lnTo>
                <a:lnTo>
                  <a:pt x="169722" y="123122"/>
                </a:lnTo>
                <a:lnTo>
                  <a:pt x="169888" y="123122"/>
                </a:lnTo>
                <a:lnTo>
                  <a:pt x="177661" y="123122"/>
                </a:lnTo>
                <a:lnTo>
                  <a:pt x="178761" y="123122"/>
                </a:lnTo>
                <a:lnTo>
                  <a:pt x="180596" y="123122"/>
                </a:lnTo>
                <a:lnTo>
                  <a:pt x="181530" y="123122"/>
                </a:lnTo>
                <a:lnTo>
                  <a:pt x="181697" y="123122"/>
                </a:lnTo>
                <a:lnTo>
                  <a:pt x="182464" y="122355"/>
                </a:lnTo>
                <a:lnTo>
                  <a:pt x="182598" y="122055"/>
                </a:lnTo>
                <a:lnTo>
                  <a:pt x="182598" y="120954"/>
                </a:lnTo>
                <a:lnTo>
                  <a:pt x="183832" y="120954"/>
                </a:lnTo>
                <a:lnTo>
                  <a:pt x="184732" y="120087"/>
                </a:lnTo>
                <a:lnTo>
                  <a:pt x="185633" y="120954"/>
                </a:lnTo>
                <a:lnTo>
                  <a:pt x="186867" y="120954"/>
                </a:lnTo>
                <a:lnTo>
                  <a:pt x="186867" y="122055"/>
                </a:lnTo>
                <a:lnTo>
                  <a:pt x="187001" y="122355"/>
                </a:lnTo>
                <a:lnTo>
                  <a:pt x="187768" y="123122"/>
                </a:lnTo>
                <a:lnTo>
                  <a:pt x="187935" y="123122"/>
                </a:lnTo>
                <a:lnTo>
                  <a:pt x="188869" y="123122"/>
                </a:lnTo>
                <a:lnTo>
                  <a:pt x="190703" y="123122"/>
                </a:lnTo>
                <a:lnTo>
                  <a:pt x="191804" y="123122"/>
                </a:lnTo>
                <a:lnTo>
                  <a:pt x="199576" y="123122"/>
                </a:lnTo>
                <a:lnTo>
                  <a:pt x="199743" y="123122"/>
                </a:lnTo>
                <a:lnTo>
                  <a:pt x="200510" y="123122"/>
                </a:lnTo>
                <a:lnTo>
                  <a:pt x="200677" y="123122"/>
                </a:lnTo>
                <a:lnTo>
                  <a:pt x="208449" y="123122"/>
                </a:lnTo>
                <a:lnTo>
                  <a:pt x="209550" y="123122"/>
                </a:lnTo>
                <a:lnTo>
                  <a:pt x="211351" y="123122"/>
                </a:lnTo>
                <a:lnTo>
                  <a:pt x="212319" y="123122"/>
                </a:lnTo>
                <a:lnTo>
                  <a:pt x="212486" y="123122"/>
                </a:lnTo>
                <a:lnTo>
                  <a:pt x="213253" y="122355"/>
                </a:lnTo>
                <a:lnTo>
                  <a:pt x="213386" y="122055"/>
                </a:lnTo>
                <a:lnTo>
                  <a:pt x="213386" y="120954"/>
                </a:lnTo>
                <a:lnTo>
                  <a:pt x="214620" y="120954"/>
                </a:lnTo>
                <a:lnTo>
                  <a:pt x="215521" y="120087"/>
                </a:lnTo>
                <a:lnTo>
                  <a:pt x="216388" y="120954"/>
                </a:lnTo>
                <a:lnTo>
                  <a:pt x="217656" y="120954"/>
                </a:lnTo>
                <a:lnTo>
                  <a:pt x="217656" y="122055"/>
                </a:lnTo>
                <a:lnTo>
                  <a:pt x="217789" y="122355"/>
                </a:lnTo>
                <a:lnTo>
                  <a:pt x="218557" y="123122"/>
                </a:lnTo>
                <a:lnTo>
                  <a:pt x="218723" y="123122"/>
                </a:lnTo>
                <a:lnTo>
                  <a:pt x="219657" y="123122"/>
                </a:lnTo>
                <a:lnTo>
                  <a:pt x="221492" y="123122"/>
                </a:lnTo>
                <a:lnTo>
                  <a:pt x="222593" y="123122"/>
                </a:lnTo>
                <a:lnTo>
                  <a:pt x="222593" y="123122"/>
                </a:lnTo>
                <a:lnTo>
                  <a:pt x="230365" y="123122"/>
                </a:lnTo>
                <a:lnTo>
                  <a:pt x="230498" y="123122"/>
                </a:lnTo>
                <a:lnTo>
                  <a:pt x="231299" y="123122"/>
                </a:lnTo>
                <a:lnTo>
                  <a:pt x="231466" y="123122"/>
                </a:lnTo>
                <a:lnTo>
                  <a:pt x="239205" y="123122"/>
                </a:lnTo>
                <a:lnTo>
                  <a:pt x="240339" y="123122"/>
                </a:lnTo>
                <a:lnTo>
                  <a:pt x="242140" y="123122"/>
                </a:lnTo>
                <a:lnTo>
                  <a:pt x="243107" y="123122"/>
                </a:lnTo>
                <a:lnTo>
                  <a:pt x="243274" y="123122"/>
                </a:lnTo>
                <a:lnTo>
                  <a:pt x="244041" y="122355"/>
                </a:lnTo>
                <a:lnTo>
                  <a:pt x="244142" y="122055"/>
                </a:lnTo>
                <a:lnTo>
                  <a:pt x="244142" y="120954"/>
                </a:lnTo>
                <a:lnTo>
                  <a:pt x="245409" y="120954"/>
                </a:lnTo>
                <a:lnTo>
                  <a:pt x="246310" y="120087"/>
                </a:lnTo>
                <a:lnTo>
                  <a:pt x="246310" y="119920"/>
                </a:lnTo>
                <a:lnTo>
                  <a:pt x="246310" y="118953"/>
                </a:lnTo>
                <a:lnTo>
                  <a:pt x="246310" y="117151"/>
                </a:lnTo>
                <a:lnTo>
                  <a:pt x="246310" y="116017"/>
                </a:lnTo>
                <a:lnTo>
                  <a:pt x="246310" y="108278"/>
                </a:lnTo>
                <a:lnTo>
                  <a:pt x="246310" y="108112"/>
                </a:lnTo>
                <a:lnTo>
                  <a:pt x="246310" y="107311"/>
                </a:lnTo>
                <a:lnTo>
                  <a:pt x="246310" y="107178"/>
                </a:lnTo>
                <a:lnTo>
                  <a:pt x="246310" y="99405"/>
                </a:lnTo>
                <a:lnTo>
                  <a:pt x="246310" y="98305"/>
                </a:lnTo>
                <a:lnTo>
                  <a:pt x="246310" y="96470"/>
                </a:lnTo>
                <a:lnTo>
                  <a:pt x="246310" y="95536"/>
                </a:lnTo>
                <a:lnTo>
                  <a:pt x="246310" y="95369"/>
                </a:lnTo>
                <a:lnTo>
                  <a:pt x="245409" y="94469"/>
                </a:lnTo>
                <a:lnTo>
                  <a:pt x="244142" y="94469"/>
                </a:lnTo>
                <a:lnTo>
                  <a:pt x="244142" y="93368"/>
                </a:lnTo>
                <a:lnTo>
                  <a:pt x="244041" y="93101"/>
                </a:lnTo>
                <a:lnTo>
                  <a:pt x="243274" y="92334"/>
                </a:lnTo>
                <a:lnTo>
                  <a:pt x="244041" y="91566"/>
                </a:lnTo>
                <a:lnTo>
                  <a:pt x="244142" y="91266"/>
                </a:lnTo>
                <a:lnTo>
                  <a:pt x="244142" y="90199"/>
                </a:lnTo>
                <a:lnTo>
                  <a:pt x="245409" y="90199"/>
                </a:lnTo>
                <a:lnTo>
                  <a:pt x="246310" y="89298"/>
                </a:lnTo>
                <a:lnTo>
                  <a:pt x="246310" y="89131"/>
                </a:lnTo>
                <a:lnTo>
                  <a:pt x="246310" y="88197"/>
                </a:lnTo>
                <a:lnTo>
                  <a:pt x="246310" y="86363"/>
                </a:lnTo>
                <a:lnTo>
                  <a:pt x="246310" y="85262"/>
                </a:lnTo>
                <a:lnTo>
                  <a:pt x="246310" y="77490"/>
                </a:lnTo>
                <a:lnTo>
                  <a:pt x="246310" y="77323"/>
                </a:lnTo>
                <a:lnTo>
                  <a:pt x="246310" y="76556"/>
                </a:lnTo>
                <a:lnTo>
                  <a:pt x="246310" y="76389"/>
                </a:lnTo>
                <a:lnTo>
                  <a:pt x="246310" y="68617"/>
                </a:lnTo>
                <a:lnTo>
                  <a:pt x="246310" y="67516"/>
                </a:lnTo>
                <a:lnTo>
                  <a:pt x="246310" y="65715"/>
                </a:lnTo>
                <a:lnTo>
                  <a:pt x="246310" y="64747"/>
                </a:lnTo>
                <a:lnTo>
                  <a:pt x="246310" y="64580"/>
                </a:lnTo>
                <a:lnTo>
                  <a:pt x="245409" y="63713"/>
                </a:lnTo>
                <a:lnTo>
                  <a:pt x="244142" y="63713"/>
                </a:lnTo>
                <a:lnTo>
                  <a:pt x="244142" y="62612"/>
                </a:lnTo>
                <a:lnTo>
                  <a:pt x="244041" y="62312"/>
                </a:lnTo>
                <a:lnTo>
                  <a:pt x="243274" y="61545"/>
                </a:lnTo>
                <a:lnTo>
                  <a:pt x="244041" y="60778"/>
                </a:lnTo>
                <a:lnTo>
                  <a:pt x="244142" y="60511"/>
                </a:lnTo>
                <a:lnTo>
                  <a:pt x="244142" y="59410"/>
                </a:lnTo>
                <a:lnTo>
                  <a:pt x="245409" y="59410"/>
                </a:lnTo>
                <a:lnTo>
                  <a:pt x="246310" y="58509"/>
                </a:lnTo>
                <a:lnTo>
                  <a:pt x="246310" y="58376"/>
                </a:lnTo>
                <a:lnTo>
                  <a:pt x="246310" y="57409"/>
                </a:lnTo>
                <a:lnTo>
                  <a:pt x="246310" y="55607"/>
                </a:lnTo>
                <a:lnTo>
                  <a:pt x="246310" y="54473"/>
                </a:lnTo>
                <a:lnTo>
                  <a:pt x="246310" y="46734"/>
                </a:lnTo>
                <a:lnTo>
                  <a:pt x="246310" y="46568"/>
                </a:lnTo>
                <a:lnTo>
                  <a:pt x="246310" y="45800"/>
                </a:lnTo>
                <a:lnTo>
                  <a:pt x="246310" y="45634"/>
                </a:lnTo>
                <a:lnTo>
                  <a:pt x="246310" y="37861"/>
                </a:lnTo>
                <a:lnTo>
                  <a:pt x="246310" y="36761"/>
                </a:lnTo>
                <a:lnTo>
                  <a:pt x="246310" y="34926"/>
                </a:lnTo>
                <a:lnTo>
                  <a:pt x="246310" y="33992"/>
                </a:lnTo>
                <a:lnTo>
                  <a:pt x="246310" y="33825"/>
                </a:lnTo>
                <a:lnTo>
                  <a:pt x="245409" y="32924"/>
                </a:lnTo>
                <a:lnTo>
                  <a:pt x="244142" y="32924"/>
                </a:lnTo>
                <a:lnTo>
                  <a:pt x="244142" y="31824"/>
                </a:lnTo>
                <a:lnTo>
                  <a:pt x="244041" y="31557"/>
                </a:lnTo>
                <a:lnTo>
                  <a:pt x="243274" y="30790"/>
                </a:lnTo>
                <a:lnTo>
                  <a:pt x="244041" y="30022"/>
                </a:lnTo>
                <a:lnTo>
                  <a:pt x="244142" y="29722"/>
                </a:lnTo>
                <a:lnTo>
                  <a:pt x="244142" y="28655"/>
                </a:lnTo>
                <a:lnTo>
                  <a:pt x="245409" y="28655"/>
                </a:lnTo>
                <a:lnTo>
                  <a:pt x="246310" y="27754"/>
                </a:lnTo>
                <a:lnTo>
                  <a:pt x="246310" y="27587"/>
                </a:lnTo>
                <a:lnTo>
                  <a:pt x="246310" y="26620"/>
                </a:lnTo>
                <a:lnTo>
                  <a:pt x="246310" y="24819"/>
                </a:lnTo>
                <a:lnTo>
                  <a:pt x="246310" y="23718"/>
                </a:lnTo>
                <a:lnTo>
                  <a:pt x="246310" y="15946"/>
                </a:lnTo>
                <a:lnTo>
                  <a:pt x="246310" y="15779"/>
                </a:lnTo>
                <a:lnTo>
                  <a:pt x="246310" y="15012"/>
                </a:lnTo>
                <a:lnTo>
                  <a:pt x="246310" y="14845"/>
                </a:lnTo>
                <a:lnTo>
                  <a:pt x="246310" y="7073"/>
                </a:lnTo>
                <a:lnTo>
                  <a:pt x="246310" y="5972"/>
                </a:lnTo>
                <a:lnTo>
                  <a:pt x="246310" y="4137"/>
                </a:lnTo>
                <a:lnTo>
                  <a:pt x="246310" y="3203"/>
                </a:lnTo>
                <a:lnTo>
                  <a:pt x="246310" y="3036"/>
                </a:lnTo>
                <a:close/>
                <a:moveTo>
                  <a:pt x="242574" y="401"/>
                </a:moveTo>
                <a:lnTo>
                  <a:pt x="243374" y="1202"/>
                </a:lnTo>
                <a:lnTo>
                  <a:pt x="243374" y="2503"/>
                </a:lnTo>
                <a:lnTo>
                  <a:pt x="242107" y="3804"/>
                </a:lnTo>
                <a:lnTo>
                  <a:pt x="242107" y="1735"/>
                </a:lnTo>
                <a:lnTo>
                  <a:pt x="240739" y="401"/>
                </a:lnTo>
                <a:lnTo>
                  <a:pt x="242574" y="401"/>
                </a:lnTo>
                <a:close/>
                <a:moveTo>
                  <a:pt x="239338" y="6439"/>
                </a:moveTo>
                <a:lnTo>
                  <a:pt x="234635" y="6439"/>
                </a:lnTo>
                <a:lnTo>
                  <a:pt x="231332" y="3103"/>
                </a:lnTo>
                <a:lnTo>
                  <a:pt x="231332" y="935"/>
                </a:lnTo>
                <a:lnTo>
                  <a:pt x="235269" y="4904"/>
                </a:lnTo>
                <a:lnTo>
                  <a:pt x="240873" y="4904"/>
                </a:lnTo>
                <a:close/>
                <a:moveTo>
                  <a:pt x="239338" y="37228"/>
                </a:moveTo>
                <a:lnTo>
                  <a:pt x="234635" y="37228"/>
                </a:lnTo>
                <a:lnTo>
                  <a:pt x="231332" y="33892"/>
                </a:lnTo>
                <a:lnTo>
                  <a:pt x="231332" y="31757"/>
                </a:lnTo>
                <a:lnTo>
                  <a:pt x="235269" y="35693"/>
                </a:lnTo>
                <a:lnTo>
                  <a:pt x="240873" y="35693"/>
                </a:lnTo>
                <a:close/>
                <a:moveTo>
                  <a:pt x="239205" y="42932"/>
                </a:moveTo>
                <a:lnTo>
                  <a:pt x="242073" y="45800"/>
                </a:lnTo>
                <a:lnTo>
                  <a:pt x="239705" y="45800"/>
                </a:lnTo>
                <a:lnTo>
                  <a:pt x="237437" y="43499"/>
                </a:lnTo>
                <a:lnTo>
                  <a:pt x="237437" y="40230"/>
                </a:lnTo>
                <a:lnTo>
                  <a:pt x="239105" y="38562"/>
                </a:lnTo>
                <a:lnTo>
                  <a:pt x="239105" y="42631"/>
                </a:lnTo>
                <a:close/>
                <a:moveTo>
                  <a:pt x="239338" y="68016"/>
                </a:moveTo>
                <a:lnTo>
                  <a:pt x="234635" y="68016"/>
                </a:lnTo>
                <a:lnTo>
                  <a:pt x="231332" y="64714"/>
                </a:lnTo>
                <a:lnTo>
                  <a:pt x="231332" y="62546"/>
                </a:lnTo>
                <a:lnTo>
                  <a:pt x="235269" y="66482"/>
                </a:lnTo>
                <a:lnTo>
                  <a:pt x="240873" y="66482"/>
                </a:lnTo>
                <a:close/>
                <a:moveTo>
                  <a:pt x="239338" y="98805"/>
                </a:moveTo>
                <a:lnTo>
                  <a:pt x="234635" y="98805"/>
                </a:lnTo>
                <a:lnTo>
                  <a:pt x="231332" y="95503"/>
                </a:lnTo>
                <a:lnTo>
                  <a:pt x="231332" y="93334"/>
                </a:lnTo>
                <a:lnTo>
                  <a:pt x="235269" y="97271"/>
                </a:lnTo>
                <a:lnTo>
                  <a:pt x="240873" y="97271"/>
                </a:lnTo>
                <a:close/>
                <a:moveTo>
                  <a:pt x="239205" y="104509"/>
                </a:moveTo>
                <a:lnTo>
                  <a:pt x="242073" y="107378"/>
                </a:lnTo>
                <a:lnTo>
                  <a:pt x="239705" y="107378"/>
                </a:lnTo>
                <a:lnTo>
                  <a:pt x="237437" y="105076"/>
                </a:lnTo>
                <a:lnTo>
                  <a:pt x="237437" y="101840"/>
                </a:lnTo>
                <a:lnTo>
                  <a:pt x="239105" y="100139"/>
                </a:lnTo>
                <a:lnTo>
                  <a:pt x="239105" y="104209"/>
                </a:lnTo>
                <a:close/>
                <a:moveTo>
                  <a:pt x="239105" y="115384"/>
                </a:moveTo>
                <a:lnTo>
                  <a:pt x="237437" y="113716"/>
                </a:lnTo>
                <a:lnTo>
                  <a:pt x="237437" y="110447"/>
                </a:lnTo>
                <a:lnTo>
                  <a:pt x="239705" y="108145"/>
                </a:lnTo>
                <a:lnTo>
                  <a:pt x="242073" y="108145"/>
                </a:lnTo>
                <a:lnTo>
                  <a:pt x="239105" y="111147"/>
                </a:lnTo>
                <a:lnTo>
                  <a:pt x="239105" y="115384"/>
                </a:lnTo>
                <a:close/>
                <a:moveTo>
                  <a:pt x="220425" y="117685"/>
                </a:moveTo>
                <a:lnTo>
                  <a:pt x="220425" y="112114"/>
                </a:lnTo>
                <a:lnTo>
                  <a:pt x="216488" y="108178"/>
                </a:lnTo>
                <a:lnTo>
                  <a:pt x="218657" y="108178"/>
                </a:lnTo>
                <a:lnTo>
                  <a:pt x="221959" y="111481"/>
                </a:lnTo>
                <a:lnTo>
                  <a:pt x="221959" y="116151"/>
                </a:lnTo>
                <a:close/>
                <a:moveTo>
                  <a:pt x="210618" y="117685"/>
                </a:moveTo>
                <a:lnTo>
                  <a:pt x="209083" y="116184"/>
                </a:lnTo>
                <a:lnTo>
                  <a:pt x="209083" y="111481"/>
                </a:lnTo>
                <a:lnTo>
                  <a:pt x="212419" y="108178"/>
                </a:lnTo>
                <a:lnTo>
                  <a:pt x="214587" y="108178"/>
                </a:lnTo>
                <a:lnTo>
                  <a:pt x="210618" y="112114"/>
                </a:lnTo>
                <a:lnTo>
                  <a:pt x="210618" y="117685"/>
                </a:lnTo>
                <a:close/>
                <a:moveTo>
                  <a:pt x="189636" y="117685"/>
                </a:moveTo>
                <a:lnTo>
                  <a:pt x="189636" y="112114"/>
                </a:lnTo>
                <a:lnTo>
                  <a:pt x="185700" y="108178"/>
                </a:lnTo>
                <a:lnTo>
                  <a:pt x="187868" y="108178"/>
                </a:lnTo>
                <a:lnTo>
                  <a:pt x="191170" y="111481"/>
                </a:lnTo>
                <a:lnTo>
                  <a:pt x="191170" y="116151"/>
                </a:lnTo>
                <a:close/>
                <a:moveTo>
                  <a:pt x="179829" y="117685"/>
                </a:moveTo>
                <a:lnTo>
                  <a:pt x="178294" y="116184"/>
                </a:lnTo>
                <a:lnTo>
                  <a:pt x="178294" y="111481"/>
                </a:lnTo>
                <a:lnTo>
                  <a:pt x="181630" y="108178"/>
                </a:lnTo>
                <a:lnTo>
                  <a:pt x="183798" y="108178"/>
                </a:lnTo>
                <a:lnTo>
                  <a:pt x="179829" y="112114"/>
                </a:lnTo>
                <a:lnTo>
                  <a:pt x="179829" y="117685"/>
                </a:lnTo>
                <a:close/>
                <a:moveTo>
                  <a:pt x="158847" y="117685"/>
                </a:moveTo>
                <a:lnTo>
                  <a:pt x="158847" y="112114"/>
                </a:lnTo>
                <a:lnTo>
                  <a:pt x="154911" y="108178"/>
                </a:lnTo>
                <a:lnTo>
                  <a:pt x="157079" y="108178"/>
                </a:lnTo>
                <a:lnTo>
                  <a:pt x="160382" y="111481"/>
                </a:lnTo>
                <a:lnTo>
                  <a:pt x="160382" y="116151"/>
                </a:lnTo>
                <a:close/>
                <a:moveTo>
                  <a:pt x="149040" y="117685"/>
                </a:moveTo>
                <a:lnTo>
                  <a:pt x="147506" y="116184"/>
                </a:lnTo>
                <a:lnTo>
                  <a:pt x="147506" y="111481"/>
                </a:lnTo>
                <a:lnTo>
                  <a:pt x="150842" y="108178"/>
                </a:lnTo>
                <a:lnTo>
                  <a:pt x="152976" y="108178"/>
                </a:lnTo>
                <a:lnTo>
                  <a:pt x="149040" y="112114"/>
                </a:lnTo>
                <a:lnTo>
                  <a:pt x="149040" y="117685"/>
                </a:lnTo>
                <a:close/>
                <a:moveTo>
                  <a:pt x="128059" y="117685"/>
                </a:moveTo>
                <a:lnTo>
                  <a:pt x="128059" y="112114"/>
                </a:lnTo>
                <a:lnTo>
                  <a:pt x="124122" y="108178"/>
                </a:lnTo>
                <a:lnTo>
                  <a:pt x="126291" y="108178"/>
                </a:lnTo>
                <a:lnTo>
                  <a:pt x="129593" y="111481"/>
                </a:lnTo>
                <a:lnTo>
                  <a:pt x="129593" y="116151"/>
                </a:lnTo>
                <a:close/>
                <a:moveTo>
                  <a:pt x="118252" y="117685"/>
                </a:moveTo>
                <a:lnTo>
                  <a:pt x="116717" y="116184"/>
                </a:lnTo>
                <a:lnTo>
                  <a:pt x="116717" y="111481"/>
                </a:lnTo>
                <a:lnTo>
                  <a:pt x="120053" y="108178"/>
                </a:lnTo>
                <a:lnTo>
                  <a:pt x="122188" y="108178"/>
                </a:lnTo>
                <a:lnTo>
                  <a:pt x="118252" y="112114"/>
                </a:lnTo>
                <a:close/>
                <a:moveTo>
                  <a:pt x="97270" y="117685"/>
                </a:moveTo>
                <a:lnTo>
                  <a:pt x="97270" y="112114"/>
                </a:lnTo>
                <a:lnTo>
                  <a:pt x="93334" y="108178"/>
                </a:lnTo>
                <a:lnTo>
                  <a:pt x="95469" y="108178"/>
                </a:lnTo>
                <a:lnTo>
                  <a:pt x="98804" y="111481"/>
                </a:lnTo>
                <a:lnTo>
                  <a:pt x="98804" y="116151"/>
                </a:lnTo>
                <a:close/>
                <a:moveTo>
                  <a:pt x="87463" y="117685"/>
                </a:moveTo>
                <a:lnTo>
                  <a:pt x="85929" y="116184"/>
                </a:lnTo>
                <a:lnTo>
                  <a:pt x="85929" y="111481"/>
                </a:lnTo>
                <a:lnTo>
                  <a:pt x="89231" y="108178"/>
                </a:lnTo>
                <a:lnTo>
                  <a:pt x="91399" y="108178"/>
                </a:lnTo>
                <a:lnTo>
                  <a:pt x="87463" y="112114"/>
                </a:lnTo>
                <a:close/>
                <a:moveTo>
                  <a:pt x="66481" y="117685"/>
                </a:moveTo>
                <a:lnTo>
                  <a:pt x="66481" y="112114"/>
                </a:lnTo>
                <a:lnTo>
                  <a:pt x="62545" y="108178"/>
                </a:lnTo>
                <a:lnTo>
                  <a:pt x="64680" y="108178"/>
                </a:lnTo>
                <a:lnTo>
                  <a:pt x="68016" y="111481"/>
                </a:lnTo>
                <a:lnTo>
                  <a:pt x="68016" y="116151"/>
                </a:lnTo>
                <a:close/>
                <a:moveTo>
                  <a:pt x="56674" y="117685"/>
                </a:moveTo>
                <a:lnTo>
                  <a:pt x="55140" y="116184"/>
                </a:lnTo>
                <a:lnTo>
                  <a:pt x="55140" y="111481"/>
                </a:lnTo>
                <a:lnTo>
                  <a:pt x="58442" y="108178"/>
                </a:lnTo>
                <a:lnTo>
                  <a:pt x="60610" y="108178"/>
                </a:lnTo>
                <a:lnTo>
                  <a:pt x="56674" y="112114"/>
                </a:lnTo>
                <a:close/>
                <a:moveTo>
                  <a:pt x="35693" y="117685"/>
                </a:moveTo>
                <a:lnTo>
                  <a:pt x="35693" y="112114"/>
                </a:lnTo>
                <a:lnTo>
                  <a:pt x="31723" y="108178"/>
                </a:lnTo>
                <a:lnTo>
                  <a:pt x="33891" y="108178"/>
                </a:lnTo>
                <a:lnTo>
                  <a:pt x="37227" y="111481"/>
                </a:lnTo>
                <a:lnTo>
                  <a:pt x="37227" y="116151"/>
                </a:lnTo>
                <a:close/>
                <a:moveTo>
                  <a:pt x="25886" y="117685"/>
                </a:moveTo>
                <a:lnTo>
                  <a:pt x="24351" y="116184"/>
                </a:lnTo>
                <a:lnTo>
                  <a:pt x="24351" y="111481"/>
                </a:lnTo>
                <a:lnTo>
                  <a:pt x="27654" y="108178"/>
                </a:lnTo>
                <a:lnTo>
                  <a:pt x="29822" y="108178"/>
                </a:lnTo>
                <a:lnTo>
                  <a:pt x="25886" y="112114"/>
                </a:lnTo>
                <a:lnTo>
                  <a:pt x="25886" y="117685"/>
                </a:lnTo>
                <a:close/>
                <a:moveTo>
                  <a:pt x="6972" y="85929"/>
                </a:moveTo>
                <a:lnTo>
                  <a:pt x="11675" y="85929"/>
                </a:lnTo>
                <a:lnTo>
                  <a:pt x="14978" y="89265"/>
                </a:lnTo>
                <a:lnTo>
                  <a:pt x="14978" y="91400"/>
                </a:lnTo>
                <a:lnTo>
                  <a:pt x="11042" y="87464"/>
                </a:lnTo>
                <a:lnTo>
                  <a:pt x="5438" y="87464"/>
                </a:lnTo>
                <a:close/>
                <a:moveTo>
                  <a:pt x="7106" y="80258"/>
                </a:moveTo>
                <a:lnTo>
                  <a:pt x="4237" y="77356"/>
                </a:lnTo>
                <a:lnTo>
                  <a:pt x="6605" y="77356"/>
                </a:lnTo>
                <a:lnTo>
                  <a:pt x="8873" y="79658"/>
                </a:lnTo>
                <a:lnTo>
                  <a:pt x="8873" y="82927"/>
                </a:lnTo>
                <a:lnTo>
                  <a:pt x="7206" y="84595"/>
                </a:lnTo>
                <a:lnTo>
                  <a:pt x="7206" y="80525"/>
                </a:lnTo>
                <a:close/>
                <a:moveTo>
                  <a:pt x="6972" y="55140"/>
                </a:moveTo>
                <a:lnTo>
                  <a:pt x="11675" y="55140"/>
                </a:lnTo>
                <a:lnTo>
                  <a:pt x="14978" y="58443"/>
                </a:lnTo>
                <a:lnTo>
                  <a:pt x="14978" y="60611"/>
                </a:lnTo>
                <a:lnTo>
                  <a:pt x="11042" y="56675"/>
                </a:lnTo>
                <a:lnTo>
                  <a:pt x="5438" y="56675"/>
                </a:lnTo>
                <a:close/>
                <a:moveTo>
                  <a:pt x="6972" y="24352"/>
                </a:moveTo>
                <a:lnTo>
                  <a:pt x="11675" y="24352"/>
                </a:lnTo>
                <a:lnTo>
                  <a:pt x="14978" y="27654"/>
                </a:lnTo>
                <a:lnTo>
                  <a:pt x="14978" y="29822"/>
                </a:lnTo>
                <a:lnTo>
                  <a:pt x="11042" y="25886"/>
                </a:lnTo>
                <a:lnTo>
                  <a:pt x="5438" y="25886"/>
                </a:lnTo>
                <a:close/>
                <a:moveTo>
                  <a:pt x="7106" y="18648"/>
                </a:moveTo>
                <a:lnTo>
                  <a:pt x="4237" y="15779"/>
                </a:lnTo>
                <a:lnTo>
                  <a:pt x="6605" y="15779"/>
                </a:lnTo>
                <a:lnTo>
                  <a:pt x="8873" y="18081"/>
                </a:lnTo>
                <a:lnTo>
                  <a:pt x="8873" y="21316"/>
                </a:lnTo>
                <a:lnTo>
                  <a:pt x="7206" y="23017"/>
                </a:lnTo>
                <a:lnTo>
                  <a:pt x="7206" y="18948"/>
                </a:lnTo>
                <a:close/>
                <a:moveTo>
                  <a:pt x="7206" y="7773"/>
                </a:moveTo>
                <a:lnTo>
                  <a:pt x="8873" y="9441"/>
                </a:lnTo>
                <a:lnTo>
                  <a:pt x="8873" y="12710"/>
                </a:lnTo>
                <a:lnTo>
                  <a:pt x="6605" y="15012"/>
                </a:lnTo>
                <a:lnTo>
                  <a:pt x="4237" y="15012"/>
                </a:lnTo>
                <a:lnTo>
                  <a:pt x="7206" y="12010"/>
                </a:lnTo>
                <a:lnTo>
                  <a:pt x="7206" y="7773"/>
                </a:lnTo>
                <a:close/>
                <a:moveTo>
                  <a:pt x="25886" y="5471"/>
                </a:moveTo>
                <a:lnTo>
                  <a:pt x="25886" y="11042"/>
                </a:lnTo>
                <a:lnTo>
                  <a:pt x="29822" y="15012"/>
                </a:lnTo>
                <a:lnTo>
                  <a:pt x="27654" y="15012"/>
                </a:lnTo>
                <a:lnTo>
                  <a:pt x="24351" y="11676"/>
                </a:lnTo>
                <a:lnTo>
                  <a:pt x="24351" y="6973"/>
                </a:lnTo>
                <a:close/>
                <a:moveTo>
                  <a:pt x="35693" y="5471"/>
                </a:moveTo>
                <a:lnTo>
                  <a:pt x="37227" y="6973"/>
                </a:lnTo>
                <a:lnTo>
                  <a:pt x="37227" y="11676"/>
                </a:lnTo>
                <a:lnTo>
                  <a:pt x="33891" y="15012"/>
                </a:lnTo>
                <a:lnTo>
                  <a:pt x="31723" y="15012"/>
                </a:lnTo>
                <a:lnTo>
                  <a:pt x="35693" y="11042"/>
                </a:lnTo>
                <a:lnTo>
                  <a:pt x="35693" y="5471"/>
                </a:lnTo>
                <a:close/>
                <a:moveTo>
                  <a:pt x="56674" y="5471"/>
                </a:moveTo>
                <a:lnTo>
                  <a:pt x="56674" y="11042"/>
                </a:lnTo>
                <a:lnTo>
                  <a:pt x="60610" y="15012"/>
                </a:lnTo>
                <a:lnTo>
                  <a:pt x="58442" y="15012"/>
                </a:lnTo>
                <a:lnTo>
                  <a:pt x="55140" y="11676"/>
                </a:lnTo>
                <a:lnTo>
                  <a:pt x="55140" y="6973"/>
                </a:lnTo>
                <a:close/>
                <a:moveTo>
                  <a:pt x="66481" y="5471"/>
                </a:moveTo>
                <a:lnTo>
                  <a:pt x="68016" y="6973"/>
                </a:lnTo>
                <a:lnTo>
                  <a:pt x="68016" y="11676"/>
                </a:lnTo>
                <a:lnTo>
                  <a:pt x="64680" y="15012"/>
                </a:lnTo>
                <a:lnTo>
                  <a:pt x="62512" y="15012"/>
                </a:lnTo>
                <a:lnTo>
                  <a:pt x="66481" y="11042"/>
                </a:lnTo>
                <a:lnTo>
                  <a:pt x="66481" y="5471"/>
                </a:lnTo>
                <a:close/>
                <a:moveTo>
                  <a:pt x="87463" y="5471"/>
                </a:moveTo>
                <a:lnTo>
                  <a:pt x="87463" y="11042"/>
                </a:lnTo>
                <a:lnTo>
                  <a:pt x="91399" y="15012"/>
                </a:lnTo>
                <a:lnTo>
                  <a:pt x="89231" y="15012"/>
                </a:lnTo>
                <a:lnTo>
                  <a:pt x="85929" y="11676"/>
                </a:lnTo>
                <a:lnTo>
                  <a:pt x="85929" y="6973"/>
                </a:lnTo>
                <a:close/>
                <a:moveTo>
                  <a:pt x="97270" y="5471"/>
                </a:moveTo>
                <a:lnTo>
                  <a:pt x="98804" y="6973"/>
                </a:lnTo>
                <a:lnTo>
                  <a:pt x="98804" y="11676"/>
                </a:lnTo>
                <a:lnTo>
                  <a:pt x="95502" y="15012"/>
                </a:lnTo>
                <a:lnTo>
                  <a:pt x="93334" y="15012"/>
                </a:lnTo>
                <a:lnTo>
                  <a:pt x="97270" y="11042"/>
                </a:lnTo>
                <a:lnTo>
                  <a:pt x="97270" y="5471"/>
                </a:lnTo>
                <a:close/>
                <a:moveTo>
                  <a:pt x="118252" y="5471"/>
                </a:moveTo>
                <a:lnTo>
                  <a:pt x="118252" y="11042"/>
                </a:lnTo>
                <a:lnTo>
                  <a:pt x="122188" y="15012"/>
                </a:lnTo>
                <a:lnTo>
                  <a:pt x="120053" y="15012"/>
                </a:lnTo>
                <a:lnTo>
                  <a:pt x="116717" y="11676"/>
                </a:lnTo>
                <a:lnTo>
                  <a:pt x="116717" y="6973"/>
                </a:lnTo>
                <a:close/>
                <a:moveTo>
                  <a:pt x="128059" y="5471"/>
                </a:moveTo>
                <a:lnTo>
                  <a:pt x="129593" y="6973"/>
                </a:lnTo>
                <a:lnTo>
                  <a:pt x="129593" y="11676"/>
                </a:lnTo>
                <a:lnTo>
                  <a:pt x="126291" y="15012"/>
                </a:lnTo>
                <a:lnTo>
                  <a:pt x="124122" y="15012"/>
                </a:lnTo>
                <a:lnTo>
                  <a:pt x="128059" y="11042"/>
                </a:lnTo>
                <a:lnTo>
                  <a:pt x="128059" y="5471"/>
                </a:lnTo>
                <a:close/>
                <a:moveTo>
                  <a:pt x="149040" y="5471"/>
                </a:moveTo>
                <a:lnTo>
                  <a:pt x="149040" y="11042"/>
                </a:lnTo>
                <a:lnTo>
                  <a:pt x="153010" y="15012"/>
                </a:lnTo>
                <a:lnTo>
                  <a:pt x="150842" y="15012"/>
                </a:lnTo>
                <a:lnTo>
                  <a:pt x="147506" y="11676"/>
                </a:lnTo>
                <a:lnTo>
                  <a:pt x="147506" y="6973"/>
                </a:lnTo>
                <a:close/>
                <a:moveTo>
                  <a:pt x="158847" y="5471"/>
                </a:moveTo>
                <a:lnTo>
                  <a:pt x="160382" y="6973"/>
                </a:lnTo>
                <a:lnTo>
                  <a:pt x="160382" y="11676"/>
                </a:lnTo>
                <a:lnTo>
                  <a:pt x="157079" y="15012"/>
                </a:lnTo>
                <a:lnTo>
                  <a:pt x="154911" y="15012"/>
                </a:lnTo>
                <a:lnTo>
                  <a:pt x="158847" y="11042"/>
                </a:lnTo>
                <a:close/>
                <a:moveTo>
                  <a:pt x="179829" y="5471"/>
                </a:moveTo>
                <a:lnTo>
                  <a:pt x="179829" y="11042"/>
                </a:lnTo>
                <a:lnTo>
                  <a:pt x="183798" y="15012"/>
                </a:lnTo>
                <a:lnTo>
                  <a:pt x="181630" y="15012"/>
                </a:lnTo>
                <a:lnTo>
                  <a:pt x="178294" y="11676"/>
                </a:lnTo>
                <a:lnTo>
                  <a:pt x="178294" y="6973"/>
                </a:lnTo>
                <a:close/>
                <a:moveTo>
                  <a:pt x="189636" y="5471"/>
                </a:moveTo>
                <a:lnTo>
                  <a:pt x="191170" y="6973"/>
                </a:lnTo>
                <a:lnTo>
                  <a:pt x="191170" y="11676"/>
                </a:lnTo>
                <a:lnTo>
                  <a:pt x="187868" y="15012"/>
                </a:lnTo>
                <a:lnTo>
                  <a:pt x="185700" y="15012"/>
                </a:lnTo>
                <a:lnTo>
                  <a:pt x="189636" y="11042"/>
                </a:lnTo>
                <a:lnTo>
                  <a:pt x="189636" y="5471"/>
                </a:lnTo>
                <a:close/>
                <a:moveTo>
                  <a:pt x="210618" y="5471"/>
                </a:moveTo>
                <a:lnTo>
                  <a:pt x="210618" y="11042"/>
                </a:lnTo>
                <a:lnTo>
                  <a:pt x="214587" y="15012"/>
                </a:lnTo>
                <a:lnTo>
                  <a:pt x="212419" y="15012"/>
                </a:lnTo>
                <a:lnTo>
                  <a:pt x="209083" y="11676"/>
                </a:lnTo>
                <a:lnTo>
                  <a:pt x="209083" y="6973"/>
                </a:lnTo>
                <a:close/>
                <a:moveTo>
                  <a:pt x="220425" y="5471"/>
                </a:moveTo>
                <a:lnTo>
                  <a:pt x="221959" y="6973"/>
                </a:lnTo>
                <a:lnTo>
                  <a:pt x="221959" y="11676"/>
                </a:lnTo>
                <a:lnTo>
                  <a:pt x="218657" y="15012"/>
                </a:lnTo>
                <a:lnTo>
                  <a:pt x="216488" y="15012"/>
                </a:lnTo>
                <a:lnTo>
                  <a:pt x="220425" y="11042"/>
                </a:lnTo>
                <a:lnTo>
                  <a:pt x="220425" y="5471"/>
                </a:lnTo>
                <a:close/>
                <a:moveTo>
                  <a:pt x="236636" y="112915"/>
                </a:moveTo>
                <a:lnTo>
                  <a:pt x="235302" y="111581"/>
                </a:lnTo>
                <a:lnTo>
                  <a:pt x="235302" y="109579"/>
                </a:lnTo>
                <a:lnTo>
                  <a:pt x="236736" y="108145"/>
                </a:lnTo>
                <a:lnTo>
                  <a:pt x="238604" y="108145"/>
                </a:lnTo>
                <a:lnTo>
                  <a:pt x="236636" y="110113"/>
                </a:lnTo>
                <a:close/>
                <a:moveTo>
                  <a:pt x="219757" y="107378"/>
                </a:moveTo>
                <a:lnTo>
                  <a:pt x="222760" y="104376"/>
                </a:lnTo>
                <a:lnTo>
                  <a:pt x="222760" y="100139"/>
                </a:lnTo>
                <a:lnTo>
                  <a:pt x="224427" y="101840"/>
                </a:lnTo>
                <a:lnTo>
                  <a:pt x="224427" y="105076"/>
                </a:lnTo>
                <a:lnTo>
                  <a:pt x="222159" y="107378"/>
                </a:lnTo>
                <a:close/>
                <a:moveTo>
                  <a:pt x="216488" y="107378"/>
                </a:moveTo>
                <a:lnTo>
                  <a:pt x="220425" y="103408"/>
                </a:lnTo>
                <a:lnTo>
                  <a:pt x="220425" y="97838"/>
                </a:lnTo>
                <a:lnTo>
                  <a:pt x="221959" y="99372"/>
                </a:lnTo>
                <a:lnTo>
                  <a:pt x="221959" y="104042"/>
                </a:lnTo>
                <a:lnTo>
                  <a:pt x="218657" y="107378"/>
                </a:lnTo>
                <a:lnTo>
                  <a:pt x="216488" y="107378"/>
                </a:lnTo>
                <a:close/>
                <a:moveTo>
                  <a:pt x="212419" y="107378"/>
                </a:moveTo>
                <a:lnTo>
                  <a:pt x="209083" y="104042"/>
                </a:lnTo>
                <a:lnTo>
                  <a:pt x="209083" y="99372"/>
                </a:lnTo>
                <a:lnTo>
                  <a:pt x="210618" y="97838"/>
                </a:lnTo>
                <a:lnTo>
                  <a:pt x="210618" y="103408"/>
                </a:lnTo>
                <a:lnTo>
                  <a:pt x="214587" y="107378"/>
                </a:lnTo>
                <a:lnTo>
                  <a:pt x="212419" y="107378"/>
                </a:lnTo>
                <a:close/>
                <a:moveTo>
                  <a:pt x="208916" y="107378"/>
                </a:moveTo>
                <a:lnTo>
                  <a:pt x="206648" y="105076"/>
                </a:lnTo>
                <a:lnTo>
                  <a:pt x="206648" y="101840"/>
                </a:lnTo>
                <a:lnTo>
                  <a:pt x="208316" y="100139"/>
                </a:lnTo>
                <a:lnTo>
                  <a:pt x="208316" y="104376"/>
                </a:lnTo>
                <a:lnTo>
                  <a:pt x="211285" y="107378"/>
                </a:lnTo>
                <a:lnTo>
                  <a:pt x="208916" y="107378"/>
                </a:lnTo>
                <a:close/>
                <a:moveTo>
                  <a:pt x="205848" y="112915"/>
                </a:moveTo>
                <a:lnTo>
                  <a:pt x="204513" y="111581"/>
                </a:lnTo>
                <a:lnTo>
                  <a:pt x="204513" y="109579"/>
                </a:lnTo>
                <a:lnTo>
                  <a:pt x="205948" y="108145"/>
                </a:lnTo>
                <a:lnTo>
                  <a:pt x="207816" y="108145"/>
                </a:lnTo>
                <a:lnTo>
                  <a:pt x="205848" y="110113"/>
                </a:lnTo>
                <a:close/>
                <a:moveTo>
                  <a:pt x="188969" y="107378"/>
                </a:moveTo>
                <a:lnTo>
                  <a:pt x="191837" y="104509"/>
                </a:lnTo>
                <a:lnTo>
                  <a:pt x="191971" y="104209"/>
                </a:lnTo>
                <a:lnTo>
                  <a:pt x="191971" y="100139"/>
                </a:lnTo>
                <a:lnTo>
                  <a:pt x="193639" y="101840"/>
                </a:lnTo>
                <a:lnTo>
                  <a:pt x="193639" y="105076"/>
                </a:lnTo>
                <a:lnTo>
                  <a:pt x="191337" y="107378"/>
                </a:lnTo>
                <a:lnTo>
                  <a:pt x="188969" y="107378"/>
                </a:lnTo>
                <a:close/>
                <a:moveTo>
                  <a:pt x="185700" y="107378"/>
                </a:moveTo>
                <a:lnTo>
                  <a:pt x="189636" y="103408"/>
                </a:lnTo>
                <a:lnTo>
                  <a:pt x="189636" y="97838"/>
                </a:lnTo>
                <a:lnTo>
                  <a:pt x="191170" y="99372"/>
                </a:lnTo>
                <a:lnTo>
                  <a:pt x="191170" y="104042"/>
                </a:lnTo>
                <a:lnTo>
                  <a:pt x="187868" y="107378"/>
                </a:lnTo>
                <a:lnTo>
                  <a:pt x="185700" y="107378"/>
                </a:lnTo>
                <a:close/>
                <a:moveTo>
                  <a:pt x="181630" y="107378"/>
                </a:moveTo>
                <a:lnTo>
                  <a:pt x="178294" y="104042"/>
                </a:lnTo>
                <a:lnTo>
                  <a:pt x="178294" y="99372"/>
                </a:lnTo>
                <a:lnTo>
                  <a:pt x="179829" y="97838"/>
                </a:lnTo>
                <a:lnTo>
                  <a:pt x="179829" y="103408"/>
                </a:lnTo>
                <a:lnTo>
                  <a:pt x="183798" y="107378"/>
                </a:lnTo>
                <a:lnTo>
                  <a:pt x="181630" y="107378"/>
                </a:lnTo>
                <a:close/>
                <a:moveTo>
                  <a:pt x="178128" y="107378"/>
                </a:moveTo>
                <a:lnTo>
                  <a:pt x="175826" y="105076"/>
                </a:lnTo>
                <a:lnTo>
                  <a:pt x="175826" y="101840"/>
                </a:lnTo>
                <a:lnTo>
                  <a:pt x="177527" y="100139"/>
                </a:lnTo>
                <a:lnTo>
                  <a:pt x="177527" y="104209"/>
                </a:lnTo>
                <a:lnTo>
                  <a:pt x="177627" y="104509"/>
                </a:lnTo>
                <a:lnTo>
                  <a:pt x="180496" y="107378"/>
                </a:lnTo>
                <a:lnTo>
                  <a:pt x="178128" y="107378"/>
                </a:lnTo>
                <a:close/>
                <a:moveTo>
                  <a:pt x="175059" y="112915"/>
                </a:moveTo>
                <a:lnTo>
                  <a:pt x="173725" y="111581"/>
                </a:lnTo>
                <a:lnTo>
                  <a:pt x="173725" y="109579"/>
                </a:lnTo>
                <a:lnTo>
                  <a:pt x="175159" y="108145"/>
                </a:lnTo>
                <a:lnTo>
                  <a:pt x="177027" y="108145"/>
                </a:lnTo>
                <a:lnTo>
                  <a:pt x="175059" y="110113"/>
                </a:lnTo>
                <a:close/>
                <a:moveTo>
                  <a:pt x="158180" y="107378"/>
                </a:moveTo>
                <a:lnTo>
                  <a:pt x="161182" y="104376"/>
                </a:lnTo>
                <a:lnTo>
                  <a:pt x="161182" y="100139"/>
                </a:lnTo>
                <a:lnTo>
                  <a:pt x="162850" y="101840"/>
                </a:lnTo>
                <a:lnTo>
                  <a:pt x="162850" y="105076"/>
                </a:lnTo>
                <a:lnTo>
                  <a:pt x="160548" y="107378"/>
                </a:lnTo>
                <a:close/>
                <a:moveTo>
                  <a:pt x="154911" y="107378"/>
                </a:moveTo>
                <a:lnTo>
                  <a:pt x="158847" y="103408"/>
                </a:lnTo>
                <a:lnTo>
                  <a:pt x="158847" y="97838"/>
                </a:lnTo>
                <a:lnTo>
                  <a:pt x="160382" y="99372"/>
                </a:lnTo>
                <a:lnTo>
                  <a:pt x="160382" y="104042"/>
                </a:lnTo>
                <a:lnTo>
                  <a:pt x="157079" y="107378"/>
                </a:lnTo>
                <a:lnTo>
                  <a:pt x="154911" y="107378"/>
                </a:lnTo>
                <a:close/>
                <a:moveTo>
                  <a:pt x="150842" y="107378"/>
                </a:moveTo>
                <a:lnTo>
                  <a:pt x="147506" y="104042"/>
                </a:lnTo>
                <a:lnTo>
                  <a:pt x="147506" y="99372"/>
                </a:lnTo>
                <a:lnTo>
                  <a:pt x="149040" y="97838"/>
                </a:lnTo>
                <a:lnTo>
                  <a:pt x="149040" y="103408"/>
                </a:lnTo>
                <a:lnTo>
                  <a:pt x="153010" y="107378"/>
                </a:lnTo>
                <a:lnTo>
                  <a:pt x="150842" y="107378"/>
                </a:lnTo>
                <a:close/>
                <a:moveTo>
                  <a:pt x="147339" y="107378"/>
                </a:moveTo>
                <a:lnTo>
                  <a:pt x="145037" y="105076"/>
                </a:lnTo>
                <a:lnTo>
                  <a:pt x="145037" y="101840"/>
                </a:lnTo>
                <a:lnTo>
                  <a:pt x="146739" y="100139"/>
                </a:lnTo>
                <a:lnTo>
                  <a:pt x="146739" y="104376"/>
                </a:lnTo>
                <a:lnTo>
                  <a:pt x="149707" y="107378"/>
                </a:lnTo>
                <a:lnTo>
                  <a:pt x="147339" y="107378"/>
                </a:lnTo>
                <a:close/>
                <a:moveTo>
                  <a:pt x="144270" y="112915"/>
                </a:moveTo>
                <a:lnTo>
                  <a:pt x="142936" y="111581"/>
                </a:lnTo>
                <a:lnTo>
                  <a:pt x="142936" y="109579"/>
                </a:lnTo>
                <a:lnTo>
                  <a:pt x="144370" y="108145"/>
                </a:lnTo>
                <a:lnTo>
                  <a:pt x="146238" y="108145"/>
                </a:lnTo>
                <a:lnTo>
                  <a:pt x="144270" y="110113"/>
                </a:lnTo>
                <a:close/>
                <a:moveTo>
                  <a:pt x="127391" y="107378"/>
                </a:moveTo>
                <a:lnTo>
                  <a:pt x="130260" y="104509"/>
                </a:lnTo>
                <a:lnTo>
                  <a:pt x="130394" y="104209"/>
                </a:lnTo>
                <a:lnTo>
                  <a:pt x="130394" y="100139"/>
                </a:lnTo>
                <a:lnTo>
                  <a:pt x="132061" y="101840"/>
                </a:lnTo>
                <a:lnTo>
                  <a:pt x="132061" y="105076"/>
                </a:lnTo>
                <a:lnTo>
                  <a:pt x="129760" y="107378"/>
                </a:lnTo>
                <a:lnTo>
                  <a:pt x="127391" y="107378"/>
                </a:lnTo>
                <a:close/>
                <a:moveTo>
                  <a:pt x="124122" y="107378"/>
                </a:moveTo>
                <a:lnTo>
                  <a:pt x="128059" y="103408"/>
                </a:lnTo>
                <a:lnTo>
                  <a:pt x="128059" y="97838"/>
                </a:lnTo>
                <a:lnTo>
                  <a:pt x="129593" y="99372"/>
                </a:lnTo>
                <a:lnTo>
                  <a:pt x="129593" y="104042"/>
                </a:lnTo>
                <a:lnTo>
                  <a:pt x="126291" y="107378"/>
                </a:lnTo>
                <a:lnTo>
                  <a:pt x="124122" y="107378"/>
                </a:lnTo>
                <a:close/>
                <a:moveTo>
                  <a:pt x="120053" y="107378"/>
                </a:moveTo>
                <a:lnTo>
                  <a:pt x="116717" y="104042"/>
                </a:lnTo>
                <a:lnTo>
                  <a:pt x="116717" y="99372"/>
                </a:lnTo>
                <a:lnTo>
                  <a:pt x="118252" y="97838"/>
                </a:lnTo>
                <a:lnTo>
                  <a:pt x="118252" y="103408"/>
                </a:lnTo>
                <a:lnTo>
                  <a:pt x="122188" y="107378"/>
                </a:lnTo>
                <a:lnTo>
                  <a:pt x="120053" y="107378"/>
                </a:lnTo>
                <a:close/>
                <a:moveTo>
                  <a:pt x="116550" y="107378"/>
                </a:moveTo>
                <a:lnTo>
                  <a:pt x="114249" y="105076"/>
                </a:lnTo>
                <a:lnTo>
                  <a:pt x="114249" y="101840"/>
                </a:lnTo>
                <a:lnTo>
                  <a:pt x="115950" y="100139"/>
                </a:lnTo>
                <a:lnTo>
                  <a:pt x="115950" y="104209"/>
                </a:lnTo>
                <a:lnTo>
                  <a:pt x="116050" y="104509"/>
                </a:lnTo>
                <a:lnTo>
                  <a:pt x="118919" y="107378"/>
                </a:lnTo>
                <a:lnTo>
                  <a:pt x="116550" y="107378"/>
                </a:lnTo>
                <a:close/>
                <a:moveTo>
                  <a:pt x="113482" y="112915"/>
                </a:moveTo>
                <a:lnTo>
                  <a:pt x="112147" y="111581"/>
                </a:lnTo>
                <a:lnTo>
                  <a:pt x="112147" y="109579"/>
                </a:lnTo>
                <a:lnTo>
                  <a:pt x="113582" y="108145"/>
                </a:lnTo>
                <a:lnTo>
                  <a:pt x="115450" y="108145"/>
                </a:lnTo>
                <a:lnTo>
                  <a:pt x="113482" y="110113"/>
                </a:lnTo>
                <a:close/>
                <a:moveTo>
                  <a:pt x="96603" y="107378"/>
                </a:moveTo>
                <a:lnTo>
                  <a:pt x="99605" y="104376"/>
                </a:lnTo>
                <a:lnTo>
                  <a:pt x="99605" y="100139"/>
                </a:lnTo>
                <a:lnTo>
                  <a:pt x="101273" y="101840"/>
                </a:lnTo>
                <a:lnTo>
                  <a:pt x="101273" y="105076"/>
                </a:lnTo>
                <a:lnTo>
                  <a:pt x="98971" y="107378"/>
                </a:lnTo>
                <a:close/>
                <a:moveTo>
                  <a:pt x="93334" y="107378"/>
                </a:moveTo>
                <a:lnTo>
                  <a:pt x="97270" y="103408"/>
                </a:lnTo>
                <a:lnTo>
                  <a:pt x="97270" y="97838"/>
                </a:lnTo>
                <a:lnTo>
                  <a:pt x="98804" y="99372"/>
                </a:lnTo>
                <a:lnTo>
                  <a:pt x="98804" y="104042"/>
                </a:lnTo>
                <a:lnTo>
                  <a:pt x="95469" y="107378"/>
                </a:lnTo>
                <a:lnTo>
                  <a:pt x="93334" y="107378"/>
                </a:lnTo>
                <a:close/>
                <a:moveTo>
                  <a:pt x="89231" y="107378"/>
                </a:moveTo>
                <a:lnTo>
                  <a:pt x="85929" y="104042"/>
                </a:lnTo>
                <a:lnTo>
                  <a:pt x="85929" y="99372"/>
                </a:lnTo>
                <a:lnTo>
                  <a:pt x="87463" y="97838"/>
                </a:lnTo>
                <a:lnTo>
                  <a:pt x="87463" y="103408"/>
                </a:lnTo>
                <a:lnTo>
                  <a:pt x="91399" y="107378"/>
                </a:lnTo>
                <a:lnTo>
                  <a:pt x="89231" y="107378"/>
                </a:lnTo>
                <a:close/>
                <a:moveTo>
                  <a:pt x="85762" y="107378"/>
                </a:moveTo>
                <a:lnTo>
                  <a:pt x="83460" y="105076"/>
                </a:lnTo>
                <a:lnTo>
                  <a:pt x="83460" y="101840"/>
                </a:lnTo>
                <a:lnTo>
                  <a:pt x="85128" y="100139"/>
                </a:lnTo>
                <a:lnTo>
                  <a:pt x="85128" y="104376"/>
                </a:lnTo>
                <a:lnTo>
                  <a:pt x="88130" y="107378"/>
                </a:lnTo>
                <a:lnTo>
                  <a:pt x="85762" y="107378"/>
                </a:lnTo>
                <a:close/>
                <a:moveTo>
                  <a:pt x="82660" y="112915"/>
                </a:moveTo>
                <a:lnTo>
                  <a:pt x="81359" y="111581"/>
                </a:lnTo>
                <a:lnTo>
                  <a:pt x="81359" y="109579"/>
                </a:lnTo>
                <a:lnTo>
                  <a:pt x="82793" y="108145"/>
                </a:lnTo>
                <a:lnTo>
                  <a:pt x="84628" y="108145"/>
                </a:lnTo>
                <a:lnTo>
                  <a:pt x="82660" y="110113"/>
                </a:lnTo>
                <a:close/>
                <a:moveTo>
                  <a:pt x="65814" y="107378"/>
                </a:moveTo>
                <a:lnTo>
                  <a:pt x="68683" y="104509"/>
                </a:lnTo>
                <a:lnTo>
                  <a:pt x="68816" y="104209"/>
                </a:lnTo>
                <a:lnTo>
                  <a:pt x="68816" y="100139"/>
                </a:lnTo>
                <a:lnTo>
                  <a:pt x="70484" y="101840"/>
                </a:lnTo>
                <a:lnTo>
                  <a:pt x="70484" y="105076"/>
                </a:lnTo>
                <a:lnTo>
                  <a:pt x="68183" y="107378"/>
                </a:lnTo>
                <a:lnTo>
                  <a:pt x="65814" y="107378"/>
                </a:lnTo>
                <a:close/>
                <a:moveTo>
                  <a:pt x="62512" y="107378"/>
                </a:moveTo>
                <a:lnTo>
                  <a:pt x="66481" y="103408"/>
                </a:lnTo>
                <a:lnTo>
                  <a:pt x="66481" y="97838"/>
                </a:lnTo>
                <a:lnTo>
                  <a:pt x="68016" y="99372"/>
                </a:lnTo>
                <a:lnTo>
                  <a:pt x="68016" y="104042"/>
                </a:lnTo>
                <a:lnTo>
                  <a:pt x="64680" y="107378"/>
                </a:lnTo>
                <a:lnTo>
                  <a:pt x="62512" y="107378"/>
                </a:lnTo>
                <a:close/>
                <a:moveTo>
                  <a:pt x="58442" y="107378"/>
                </a:moveTo>
                <a:lnTo>
                  <a:pt x="55140" y="104042"/>
                </a:lnTo>
                <a:lnTo>
                  <a:pt x="55140" y="99372"/>
                </a:lnTo>
                <a:lnTo>
                  <a:pt x="56674" y="97838"/>
                </a:lnTo>
                <a:lnTo>
                  <a:pt x="56674" y="103408"/>
                </a:lnTo>
                <a:lnTo>
                  <a:pt x="60610" y="107378"/>
                </a:lnTo>
                <a:lnTo>
                  <a:pt x="58442" y="107378"/>
                </a:lnTo>
                <a:close/>
                <a:moveTo>
                  <a:pt x="54973" y="107378"/>
                </a:moveTo>
                <a:lnTo>
                  <a:pt x="52671" y="105076"/>
                </a:lnTo>
                <a:lnTo>
                  <a:pt x="52671" y="101840"/>
                </a:lnTo>
                <a:lnTo>
                  <a:pt x="54339" y="100139"/>
                </a:lnTo>
                <a:lnTo>
                  <a:pt x="54339" y="104209"/>
                </a:lnTo>
                <a:lnTo>
                  <a:pt x="54473" y="104509"/>
                </a:lnTo>
                <a:lnTo>
                  <a:pt x="57341" y="107378"/>
                </a:lnTo>
                <a:lnTo>
                  <a:pt x="54973" y="107378"/>
                </a:lnTo>
                <a:close/>
                <a:moveTo>
                  <a:pt x="51871" y="112915"/>
                </a:moveTo>
                <a:lnTo>
                  <a:pt x="50570" y="111581"/>
                </a:lnTo>
                <a:lnTo>
                  <a:pt x="50570" y="109579"/>
                </a:lnTo>
                <a:lnTo>
                  <a:pt x="51971" y="108145"/>
                </a:lnTo>
                <a:lnTo>
                  <a:pt x="53839" y="108145"/>
                </a:lnTo>
                <a:lnTo>
                  <a:pt x="51871" y="110113"/>
                </a:lnTo>
                <a:close/>
                <a:moveTo>
                  <a:pt x="35026" y="107378"/>
                </a:moveTo>
                <a:lnTo>
                  <a:pt x="37994" y="104376"/>
                </a:lnTo>
                <a:lnTo>
                  <a:pt x="37994" y="100139"/>
                </a:lnTo>
                <a:lnTo>
                  <a:pt x="39696" y="101840"/>
                </a:lnTo>
                <a:lnTo>
                  <a:pt x="39696" y="105076"/>
                </a:lnTo>
                <a:lnTo>
                  <a:pt x="37394" y="107378"/>
                </a:lnTo>
                <a:close/>
                <a:moveTo>
                  <a:pt x="31723" y="107378"/>
                </a:moveTo>
                <a:lnTo>
                  <a:pt x="35693" y="103408"/>
                </a:lnTo>
                <a:lnTo>
                  <a:pt x="35693" y="97838"/>
                </a:lnTo>
                <a:lnTo>
                  <a:pt x="37227" y="99372"/>
                </a:lnTo>
                <a:lnTo>
                  <a:pt x="37227" y="104042"/>
                </a:lnTo>
                <a:lnTo>
                  <a:pt x="33891" y="107378"/>
                </a:lnTo>
                <a:lnTo>
                  <a:pt x="31723" y="107378"/>
                </a:lnTo>
                <a:close/>
                <a:moveTo>
                  <a:pt x="27654" y="107378"/>
                </a:moveTo>
                <a:lnTo>
                  <a:pt x="24351" y="104042"/>
                </a:lnTo>
                <a:lnTo>
                  <a:pt x="24351" y="99372"/>
                </a:lnTo>
                <a:lnTo>
                  <a:pt x="25886" y="97838"/>
                </a:lnTo>
                <a:lnTo>
                  <a:pt x="25886" y="103408"/>
                </a:lnTo>
                <a:lnTo>
                  <a:pt x="29822" y="107378"/>
                </a:lnTo>
                <a:lnTo>
                  <a:pt x="27654" y="107378"/>
                </a:lnTo>
                <a:close/>
                <a:moveTo>
                  <a:pt x="24184" y="107378"/>
                </a:moveTo>
                <a:lnTo>
                  <a:pt x="21883" y="105076"/>
                </a:lnTo>
                <a:lnTo>
                  <a:pt x="21883" y="101840"/>
                </a:lnTo>
                <a:lnTo>
                  <a:pt x="23551" y="100139"/>
                </a:lnTo>
                <a:lnTo>
                  <a:pt x="23551" y="104376"/>
                </a:lnTo>
                <a:lnTo>
                  <a:pt x="26553" y="107378"/>
                </a:lnTo>
                <a:lnTo>
                  <a:pt x="24184" y="107378"/>
                </a:lnTo>
                <a:close/>
                <a:moveTo>
                  <a:pt x="21082" y="112915"/>
                </a:moveTo>
                <a:lnTo>
                  <a:pt x="19781" y="111581"/>
                </a:lnTo>
                <a:lnTo>
                  <a:pt x="19781" y="109579"/>
                </a:lnTo>
                <a:lnTo>
                  <a:pt x="21182" y="108145"/>
                </a:lnTo>
                <a:lnTo>
                  <a:pt x="23050" y="108145"/>
                </a:lnTo>
                <a:lnTo>
                  <a:pt x="21082" y="110113"/>
                </a:lnTo>
                <a:close/>
                <a:moveTo>
                  <a:pt x="9674" y="10242"/>
                </a:moveTo>
                <a:lnTo>
                  <a:pt x="11008" y="11576"/>
                </a:lnTo>
                <a:lnTo>
                  <a:pt x="11008" y="13577"/>
                </a:lnTo>
                <a:lnTo>
                  <a:pt x="9574" y="15012"/>
                </a:lnTo>
                <a:lnTo>
                  <a:pt x="7706" y="15012"/>
                </a:lnTo>
                <a:lnTo>
                  <a:pt x="9674" y="13044"/>
                </a:lnTo>
                <a:close/>
                <a:moveTo>
                  <a:pt x="26553" y="15779"/>
                </a:moveTo>
                <a:lnTo>
                  <a:pt x="23551" y="18781"/>
                </a:lnTo>
                <a:lnTo>
                  <a:pt x="23551" y="23017"/>
                </a:lnTo>
                <a:lnTo>
                  <a:pt x="21883" y="21316"/>
                </a:lnTo>
                <a:lnTo>
                  <a:pt x="21883" y="18081"/>
                </a:lnTo>
                <a:lnTo>
                  <a:pt x="24184" y="15779"/>
                </a:lnTo>
                <a:lnTo>
                  <a:pt x="26553" y="15779"/>
                </a:lnTo>
                <a:close/>
                <a:moveTo>
                  <a:pt x="29822" y="15779"/>
                </a:moveTo>
                <a:lnTo>
                  <a:pt x="25886" y="19748"/>
                </a:lnTo>
                <a:lnTo>
                  <a:pt x="25886" y="25319"/>
                </a:lnTo>
                <a:lnTo>
                  <a:pt x="24351" y="23785"/>
                </a:lnTo>
                <a:lnTo>
                  <a:pt x="24351" y="19115"/>
                </a:lnTo>
                <a:lnTo>
                  <a:pt x="27654" y="15779"/>
                </a:lnTo>
                <a:lnTo>
                  <a:pt x="29822" y="15779"/>
                </a:lnTo>
                <a:close/>
                <a:moveTo>
                  <a:pt x="33891" y="15779"/>
                </a:moveTo>
                <a:lnTo>
                  <a:pt x="37227" y="19115"/>
                </a:lnTo>
                <a:lnTo>
                  <a:pt x="37227" y="23785"/>
                </a:lnTo>
                <a:lnTo>
                  <a:pt x="35693" y="25319"/>
                </a:lnTo>
                <a:lnTo>
                  <a:pt x="35693" y="19748"/>
                </a:lnTo>
                <a:lnTo>
                  <a:pt x="31723" y="15779"/>
                </a:lnTo>
                <a:lnTo>
                  <a:pt x="33891" y="15779"/>
                </a:lnTo>
                <a:close/>
                <a:moveTo>
                  <a:pt x="37394" y="15779"/>
                </a:moveTo>
                <a:lnTo>
                  <a:pt x="39696" y="18081"/>
                </a:lnTo>
                <a:lnTo>
                  <a:pt x="39696" y="21316"/>
                </a:lnTo>
                <a:lnTo>
                  <a:pt x="37994" y="23017"/>
                </a:lnTo>
                <a:lnTo>
                  <a:pt x="37994" y="18781"/>
                </a:lnTo>
                <a:lnTo>
                  <a:pt x="35026" y="15779"/>
                </a:lnTo>
                <a:lnTo>
                  <a:pt x="37394" y="15779"/>
                </a:lnTo>
                <a:close/>
                <a:moveTo>
                  <a:pt x="40463" y="10242"/>
                </a:moveTo>
                <a:lnTo>
                  <a:pt x="41797" y="11576"/>
                </a:lnTo>
                <a:lnTo>
                  <a:pt x="41797" y="13577"/>
                </a:lnTo>
                <a:lnTo>
                  <a:pt x="40363" y="15012"/>
                </a:lnTo>
                <a:lnTo>
                  <a:pt x="38495" y="15012"/>
                </a:lnTo>
                <a:lnTo>
                  <a:pt x="40463" y="13044"/>
                </a:lnTo>
                <a:close/>
                <a:moveTo>
                  <a:pt x="57341" y="15779"/>
                </a:moveTo>
                <a:lnTo>
                  <a:pt x="54473" y="18648"/>
                </a:lnTo>
                <a:lnTo>
                  <a:pt x="54339" y="18948"/>
                </a:lnTo>
                <a:lnTo>
                  <a:pt x="54339" y="23017"/>
                </a:lnTo>
                <a:lnTo>
                  <a:pt x="52671" y="21316"/>
                </a:lnTo>
                <a:lnTo>
                  <a:pt x="52671" y="18081"/>
                </a:lnTo>
                <a:lnTo>
                  <a:pt x="54973" y="15779"/>
                </a:lnTo>
                <a:lnTo>
                  <a:pt x="57341" y="15779"/>
                </a:lnTo>
                <a:close/>
                <a:moveTo>
                  <a:pt x="60610" y="15779"/>
                </a:moveTo>
                <a:lnTo>
                  <a:pt x="56674" y="19748"/>
                </a:lnTo>
                <a:lnTo>
                  <a:pt x="56674" y="25319"/>
                </a:lnTo>
                <a:lnTo>
                  <a:pt x="55140" y="23785"/>
                </a:lnTo>
                <a:lnTo>
                  <a:pt x="55140" y="19115"/>
                </a:lnTo>
                <a:lnTo>
                  <a:pt x="58442" y="15779"/>
                </a:lnTo>
                <a:lnTo>
                  <a:pt x="60610" y="15779"/>
                </a:lnTo>
                <a:close/>
                <a:moveTo>
                  <a:pt x="64680" y="15779"/>
                </a:moveTo>
                <a:lnTo>
                  <a:pt x="68016" y="19115"/>
                </a:lnTo>
                <a:lnTo>
                  <a:pt x="68016" y="23785"/>
                </a:lnTo>
                <a:lnTo>
                  <a:pt x="66481" y="25319"/>
                </a:lnTo>
                <a:lnTo>
                  <a:pt x="66481" y="19748"/>
                </a:lnTo>
                <a:lnTo>
                  <a:pt x="62545" y="15779"/>
                </a:lnTo>
                <a:lnTo>
                  <a:pt x="64680" y="15779"/>
                </a:lnTo>
                <a:close/>
                <a:moveTo>
                  <a:pt x="68183" y="15779"/>
                </a:moveTo>
                <a:lnTo>
                  <a:pt x="70484" y="18081"/>
                </a:lnTo>
                <a:lnTo>
                  <a:pt x="70484" y="21316"/>
                </a:lnTo>
                <a:lnTo>
                  <a:pt x="68783" y="23017"/>
                </a:lnTo>
                <a:lnTo>
                  <a:pt x="68783" y="18948"/>
                </a:lnTo>
                <a:lnTo>
                  <a:pt x="68683" y="18648"/>
                </a:lnTo>
                <a:lnTo>
                  <a:pt x="65814" y="15779"/>
                </a:lnTo>
                <a:lnTo>
                  <a:pt x="68183" y="15779"/>
                </a:lnTo>
                <a:close/>
                <a:moveTo>
                  <a:pt x="71251" y="10242"/>
                </a:moveTo>
                <a:lnTo>
                  <a:pt x="72586" y="11576"/>
                </a:lnTo>
                <a:lnTo>
                  <a:pt x="72586" y="13577"/>
                </a:lnTo>
                <a:lnTo>
                  <a:pt x="71151" y="15012"/>
                </a:lnTo>
                <a:lnTo>
                  <a:pt x="69283" y="15012"/>
                </a:lnTo>
                <a:lnTo>
                  <a:pt x="71251" y="13044"/>
                </a:lnTo>
                <a:lnTo>
                  <a:pt x="71251" y="10242"/>
                </a:lnTo>
                <a:close/>
                <a:moveTo>
                  <a:pt x="88130" y="15779"/>
                </a:moveTo>
                <a:lnTo>
                  <a:pt x="85128" y="18781"/>
                </a:lnTo>
                <a:lnTo>
                  <a:pt x="85128" y="23017"/>
                </a:lnTo>
                <a:lnTo>
                  <a:pt x="83460" y="21316"/>
                </a:lnTo>
                <a:lnTo>
                  <a:pt x="83460" y="18081"/>
                </a:lnTo>
                <a:lnTo>
                  <a:pt x="85762" y="15779"/>
                </a:lnTo>
                <a:lnTo>
                  <a:pt x="88130" y="15779"/>
                </a:lnTo>
                <a:close/>
                <a:moveTo>
                  <a:pt x="91399" y="15779"/>
                </a:moveTo>
                <a:lnTo>
                  <a:pt x="87463" y="19748"/>
                </a:lnTo>
                <a:lnTo>
                  <a:pt x="87463" y="25319"/>
                </a:lnTo>
                <a:lnTo>
                  <a:pt x="85929" y="23785"/>
                </a:lnTo>
                <a:lnTo>
                  <a:pt x="85929" y="19115"/>
                </a:lnTo>
                <a:lnTo>
                  <a:pt x="89231" y="15779"/>
                </a:lnTo>
                <a:lnTo>
                  <a:pt x="91399" y="15779"/>
                </a:lnTo>
                <a:close/>
                <a:moveTo>
                  <a:pt x="95469" y="15779"/>
                </a:moveTo>
                <a:lnTo>
                  <a:pt x="98804" y="19115"/>
                </a:lnTo>
                <a:lnTo>
                  <a:pt x="98804" y="23785"/>
                </a:lnTo>
                <a:lnTo>
                  <a:pt x="97270" y="25319"/>
                </a:lnTo>
                <a:lnTo>
                  <a:pt x="97270" y="19748"/>
                </a:lnTo>
                <a:lnTo>
                  <a:pt x="93334" y="15779"/>
                </a:lnTo>
                <a:lnTo>
                  <a:pt x="95469" y="15779"/>
                </a:lnTo>
                <a:close/>
                <a:moveTo>
                  <a:pt x="98971" y="15779"/>
                </a:moveTo>
                <a:lnTo>
                  <a:pt x="101273" y="18081"/>
                </a:lnTo>
                <a:lnTo>
                  <a:pt x="101273" y="21316"/>
                </a:lnTo>
                <a:lnTo>
                  <a:pt x="99572" y="23017"/>
                </a:lnTo>
                <a:lnTo>
                  <a:pt x="99572" y="18781"/>
                </a:lnTo>
                <a:lnTo>
                  <a:pt x="96603" y="15779"/>
                </a:lnTo>
                <a:lnTo>
                  <a:pt x="98971" y="15779"/>
                </a:lnTo>
                <a:close/>
                <a:moveTo>
                  <a:pt x="102040" y="10242"/>
                </a:moveTo>
                <a:lnTo>
                  <a:pt x="103374" y="11576"/>
                </a:lnTo>
                <a:lnTo>
                  <a:pt x="103374" y="13577"/>
                </a:lnTo>
                <a:lnTo>
                  <a:pt x="101940" y="15012"/>
                </a:lnTo>
                <a:lnTo>
                  <a:pt x="100072" y="15012"/>
                </a:lnTo>
                <a:lnTo>
                  <a:pt x="102040" y="13044"/>
                </a:lnTo>
                <a:close/>
                <a:moveTo>
                  <a:pt x="118919" y="15779"/>
                </a:moveTo>
                <a:lnTo>
                  <a:pt x="116050" y="18648"/>
                </a:lnTo>
                <a:lnTo>
                  <a:pt x="115917" y="18948"/>
                </a:lnTo>
                <a:lnTo>
                  <a:pt x="115917" y="23017"/>
                </a:lnTo>
                <a:lnTo>
                  <a:pt x="114249" y="21316"/>
                </a:lnTo>
                <a:lnTo>
                  <a:pt x="114249" y="18081"/>
                </a:lnTo>
                <a:lnTo>
                  <a:pt x="116550" y="15779"/>
                </a:lnTo>
                <a:lnTo>
                  <a:pt x="118919" y="15779"/>
                </a:lnTo>
                <a:close/>
                <a:moveTo>
                  <a:pt x="122188" y="15779"/>
                </a:moveTo>
                <a:lnTo>
                  <a:pt x="118252" y="19748"/>
                </a:lnTo>
                <a:lnTo>
                  <a:pt x="118252" y="25319"/>
                </a:lnTo>
                <a:lnTo>
                  <a:pt x="116717" y="23785"/>
                </a:lnTo>
                <a:lnTo>
                  <a:pt x="116717" y="19115"/>
                </a:lnTo>
                <a:lnTo>
                  <a:pt x="120053" y="15779"/>
                </a:lnTo>
                <a:lnTo>
                  <a:pt x="122188" y="15779"/>
                </a:lnTo>
                <a:close/>
                <a:moveTo>
                  <a:pt x="126291" y="15779"/>
                </a:moveTo>
                <a:lnTo>
                  <a:pt x="129593" y="19115"/>
                </a:lnTo>
                <a:lnTo>
                  <a:pt x="129593" y="23785"/>
                </a:lnTo>
                <a:lnTo>
                  <a:pt x="128059" y="25319"/>
                </a:lnTo>
                <a:lnTo>
                  <a:pt x="128059" y="19748"/>
                </a:lnTo>
                <a:lnTo>
                  <a:pt x="124122" y="15779"/>
                </a:lnTo>
                <a:lnTo>
                  <a:pt x="126291" y="15779"/>
                </a:lnTo>
                <a:close/>
                <a:moveTo>
                  <a:pt x="129760" y="15779"/>
                </a:moveTo>
                <a:lnTo>
                  <a:pt x="132061" y="18081"/>
                </a:lnTo>
                <a:lnTo>
                  <a:pt x="132061" y="21316"/>
                </a:lnTo>
                <a:lnTo>
                  <a:pt x="130394" y="23017"/>
                </a:lnTo>
                <a:lnTo>
                  <a:pt x="130394" y="18948"/>
                </a:lnTo>
                <a:lnTo>
                  <a:pt x="130260" y="18648"/>
                </a:lnTo>
                <a:lnTo>
                  <a:pt x="127391" y="15779"/>
                </a:lnTo>
                <a:lnTo>
                  <a:pt x="129760" y="15779"/>
                </a:lnTo>
                <a:close/>
                <a:moveTo>
                  <a:pt x="132862" y="10242"/>
                </a:moveTo>
                <a:lnTo>
                  <a:pt x="134163" y="11576"/>
                </a:lnTo>
                <a:lnTo>
                  <a:pt x="134163" y="13577"/>
                </a:lnTo>
                <a:lnTo>
                  <a:pt x="132729" y="15012"/>
                </a:lnTo>
                <a:lnTo>
                  <a:pt x="130894" y="15012"/>
                </a:lnTo>
                <a:lnTo>
                  <a:pt x="132862" y="13044"/>
                </a:lnTo>
                <a:close/>
                <a:moveTo>
                  <a:pt x="149707" y="15779"/>
                </a:moveTo>
                <a:lnTo>
                  <a:pt x="146739" y="18781"/>
                </a:lnTo>
                <a:lnTo>
                  <a:pt x="146739" y="23017"/>
                </a:lnTo>
                <a:lnTo>
                  <a:pt x="145037" y="21316"/>
                </a:lnTo>
                <a:lnTo>
                  <a:pt x="145037" y="18081"/>
                </a:lnTo>
                <a:lnTo>
                  <a:pt x="147339" y="15779"/>
                </a:lnTo>
                <a:lnTo>
                  <a:pt x="149707" y="15779"/>
                </a:lnTo>
                <a:close/>
                <a:moveTo>
                  <a:pt x="153010" y="15779"/>
                </a:moveTo>
                <a:lnTo>
                  <a:pt x="149040" y="19748"/>
                </a:lnTo>
                <a:lnTo>
                  <a:pt x="149040" y="25319"/>
                </a:lnTo>
                <a:lnTo>
                  <a:pt x="147506" y="23785"/>
                </a:lnTo>
                <a:lnTo>
                  <a:pt x="147506" y="19115"/>
                </a:lnTo>
                <a:lnTo>
                  <a:pt x="150842" y="15779"/>
                </a:lnTo>
                <a:lnTo>
                  <a:pt x="153010" y="15779"/>
                </a:lnTo>
                <a:close/>
                <a:moveTo>
                  <a:pt x="157079" y="15779"/>
                </a:moveTo>
                <a:lnTo>
                  <a:pt x="160382" y="19115"/>
                </a:lnTo>
                <a:lnTo>
                  <a:pt x="160382" y="23785"/>
                </a:lnTo>
                <a:lnTo>
                  <a:pt x="158847" y="25319"/>
                </a:lnTo>
                <a:lnTo>
                  <a:pt x="158847" y="19748"/>
                </a:lnTo>
                <a:lnTo>
                  <a:pt x="154911" y="15779"/>
                </a:lnTo>
                <a:lnTo>
                  <a:pt x="157079" y="15779"/>
                </a:lnTo>
                <a:close/>
                <a:moveTo>
                  <a:pt x="160548" y="15779"/>
                </a:moveTo>
                <a:lnTo>
                  <a:pt x="162850" y="18081"/>
                </a:lnTo>
                <a:lnTo>
                  <a:pt x="162850" y="21316"/>
                </a:lnTo>
                <a:lnTo>
                  <a:pt x="161182" y="23017"/>
                </a:lnTo>
                <a:lnTo>
                  <a:pt x="161182" y="18781"/>
                </a:lnTo>
                <a:lnTo>
                  <a:pt x="158180" y="15779"/>
                </a:lnTo>
                <a:lnTo>
                  <a:pt x="160548" y="15779"/>
                </a:lnTo>
                <a:close/>
                <a:moveTo>
                  <a:pt x="163651" y="10242"/>
                </a:moveTo>
                <a:lnTo>
                  <a:pt x="164952" y="11576"/>
                </a:lnTo>
                <a:lnTo>
                  <a:pt x="164952" y="13577"/>
                </a:lnTo>
                <a:lnTo>
                  <a:pt x="163551" y="15012"/>
                </a:lnTo>
                <a:lnTo>
                  <a:pt x="161683" y="15012"/>
                </a:lnTo>
                <a:lnTo>
                  <a:pt x="163651" y="13044"/>
                </a:lnTo>
                <a:close/>
                <a:moveTo>
                  <a:pt x="180496" y="15779"/>
                </a:moveTo>
                <a:lnTo>
                  <a:pt x="177627" y="18648"/>
                </a:lnTo>
                <a:lnTo>
                  <a:pt x="177527" y="18948"/>
                </a:lnTo>
                <a:lnTo>
                  <a:pt x="177527" y="23017"/>
                </a:lnTo>
                <a:lnTo>
                  <a:pt x="175826" y="21316"/>
                </a:lnTo>
                <a:lnTo>
                  <a:pt x="175826" y="18081"/>
                </a:lnTo>
                <a:lnTo>
                  <a:pt x="178128" y="15779"/>
                </a:lnTo>
                <a:lnTo>
                  <a:pt x="180496" y="15779"/>
                </a:lnTo>
                <a:close/>
                <a:moveTo>
                  <a:pt x="183798" y="15779"/>
                </a:moveTo>
                <a:lnTo>
                  <a:pt x="179829" y="19748"/>
                </a:lnTo>
                <a:lnTo>
                  <a:pt x="179829" y="25319"/>
                </a:lnTo>
                <a:lnTo>
                  <a:pt x="178294" y="23785"/>
                </a:lnTo>
                <a:lnTo>
                  <a:pt x="178294" y="19115"/>
                </a:lnTo>
                <a:lnTo>
                  <a:pt x="181630" y="15779"/>
                </a:lnTo>
                <a:lnTo>
                  <a:pt x="183798" y="15779"/>
                </a:lnTo>
                <a:close/>
                <a:moveTo>
                  <a:pt x="187868" y="15779"/>
                </a:moveTo>
                <a:lnTo>
                  <a:pt x="191170" y="19115"/>
                </a:lnTo>
                <a:lnTo>
                  <a:pt x="191170" y="23785"/>
                </a:lnTo>
                <a:lnTo>
                  <a:pt x="189636" y="25319"/>
                </a:lnTo>
                <a:lnTo>
                  <a:pt x="189636" y="19748"/>
                </a:lnTo>
                <a:lnTo>
                  <a:pt x="185700" y="15779"/>
                </a:lnTo>
                <a:lnTo>
                  <a:pt x="187868" y="15779"/>
                </a:lnTo>
                <a:close/>
                <a:moveTo>
                  <a:pt x="191337" y="15779"/>
                </a:moveTo>
                <a:lnTo>
                  <a:pt x="193639" y="18081"/>
                </a:lnTo>
                <a:lnTo>
                  <a:pt x="193639" y="21316"/>
                </a:lnTo>
                <a:lnTo>
                  <a:pt x="191971" y="23017"/>
                </a:lnTo>
                <a:lnTo>
                  <a:pt x="191971" y="18948"/>
                </a:lnTo>
                <a:lnTo>
                  <a:pt x="191837" y="18648"/>
                </a:lnTo>
                <a:lnTo>
                  <a:pt x="188969" y="15779"/>
                </a:lnTo>
                <a:lnTo>
                  <a:pt x="191337" y="15779"/>
                </a:lnTo>
                <a:close/>
                <a:moveTo>
                  <a:pt x="194439" y="10242"/>
                </a:moveTo>
                <a:lnTo>
                  <a:pt x="195740" y="11576"/>
                </a:lnTo>
                <a:lnTo>
                  <a:pt x="195740" y="13577"/>
                </a:lnTo>
                <a:lnTo>
                  <a:pt x="194339" y="15012"/>
                </a:lnTo>
                <a:lnTo>
                  <a:pt x="192471" y="15012"/>
                </a:lnTo>
                <a:lnTo>
                  <a:pt x="194439" y="13044"/>
                </a:lnTo>
                <a:close/>
                <a:moveTo>
                  <a:pt x="211285" y="15779"/>
                </a:moveTo>
                <a:lnTo>
                  <a:pt x="208316" y="18781"/>
                </a:lnTo>
                <a:lnTo>
                  <a:pt x="208316" y="23017"/>
                </a:lnTo>
                <a:lnTo>
                  <a:pt x="206615" y="21316"/>
                </a:lnTo>
                <a:lnTo>
                  <a:pt x="206615" y="18081"/>
                </a:lnTo>
                <a:lnTo>
                  <a:pt x="208916" y="15779"/>
                </a:lnTo>
                <a:lnTo>
                  <a:pt x="211285" y="15779"/>
                </a:lnTo>
                <a:close/>
                <a:moveTo>
                  <a:pt x="214587" y="15779"/>
                </a:moveTo>
                <a:lnTo>
                  <a:pt x="210618" y="19748"/>
                </a:lnTo>
                <a:lnTo>
                  <a:pt x="210618" y="25319"/>
                </a:lnTo>
                <a:lnTo>
                  <a:pt x="209083" y="23785"/>
                </a:lnTo>
                <a:lnTo>
                  <a:pt x="209083" y="19115"/>
                </a:lnTo>
                <a:lnTo>
                  <a:pt x="212419" y="15779"/>
                </a:lnTo>
                <a:lnTo>
                  <a:pt x="214587" y="15779"/>
                </a:lnTo>
                <a:close/>
                <a:moveTo>
                  <a:pt x="218657" y="15779"/>
                </a:moveTo>
                <a:lnTo>
                  <a:pt x="221959" y="19115"/>
                </a:lnTo>
                <a:lnTo>
                  <a:pt x="221959" y="23785"/>
                </a:lnTo>
                <a:lnTo>
                  <a:pt x="220425" y="25319"/>
                </a:lnTo>
                <a:lnTo>
                  <a:pt x="220425" y="19748"/>
                </a:lnTo>
                <a:lnTo>
                  <a:pt x="216488" y="15779"/>
                </a:lnTo>
                <a:lnTo>
                  <a:pt x="218657" y="15779"/>
                </a:lnTo>
                <a:close/>
                <a:moveTo>
                  <a:pt x="222126" y="15779"/>
                </a:moveTo>
                <a:lnTo>
                  <a:pt x="224427" y="18081"/>
                </a:lnTo>
                <a:lnTo>
                  <a:pt x="224427" y="21316"/>
                </a:lnTo>
                <a:lnTo>
                  <a:pt x="222760" y="23017"/>
                </a:lnTo>
                <a:lnTo>
                  <a:pt x="222760" y="18781"/>
                </a:lnTo>
                <a:lnTo>
                  <a:pt x="219757" y="15779"/>
                </a:lnTo>
                <a:lnTo>
                  <a:pt x="222126" y="15779"/>
                </a:lnTo>
                <a:close/>
                <a:moveTo>
                  <a:pt x="225228" y="10242"/>
                </a:moveTo>
                <a:lnTo>
                  <a:pt x="226529" y="11576"/>
                </a:lnTo>
                <a:lnTo>
                  <a:pt x="226529" y="13577"/>
                </a:lnTo>
                <a:lnTo>
                  <a:pt x="225128" y="15012"/>
                </a:lnTo>
                <a:lnTo>
                  <a:pt x="223260" y="15012"/>
                </a:lnTo>
                <a:lnTo>
                  <a:pt x="225228" y="13044"/>
                </a:lnTo>
                <a:close/>
                <a:moveTo>
                  <a:pt x="234635" y="14011"/>
                </a:moveTo>
                <a:lnTo>
                  <a:pt x="235635" y="15012"/>
                </a:lnTo>
                <a:lnTo>
                  <a:pt x="231866" y="15012"/>
                </a:lnTo>
                <a:lnTo>
                  <a:pt x="234535" y="12343"/>
                </a:lnTo>
                <a:lnTo>
                  <a:pt x="234535" y="13744"/>
                </a:lnTo>
                <a:close/>
                <a:moveTo>
                  <a:pt x="234635" y="75588"/>
                </a:moveTo>
                <a:lnTo>
                  <a:pt x="235635" y="76589"/>
                </a:lnTo>
                <a:lnTo>
                  <a:pt x="231866" y="76589"/>
                </a:lnTo>
                <a:lnTo>
                  <a:pt x="234535" y="73920"/>
                </a:lnTo>
                <a:lnTo>
                  <a:pt x="234535" y="75321"/>
                </a:lnTo>
                <a:close/>
                <a:moveTo>
                  <a:pt x="234535" y="109413"/>
                </a:moveTo>
                <a:lnTo>
                  <a:pt x="234535" y="110814"/>
                </a:lnTo>
                <a:lnTo>
                  <a:pt x="231899" y="108178"/>
                </a:lnTo>
                <a:lnTo>
                  <a:pt x="235635" y="108178"/>
                </a:lnTo>
                <a:lnTo>
                  <a:pt x="234635" y="109146"/>
                </a:lnTo>
                <a:close/>
                <a:moveTo>
                  <a:pt x="227229" y="109146"/>
                </a:moveTo>
                <a:lnTo>
                  <a:pt x="226229" y="108178"/>
                </a:lnTo>
                <a:lnTo>
                  <a:pt x="229965" y="108178"/>
                </a:lnTo>
                <a:lnTo>
                  <a:pt x="227330" y="110814"/>
                </a:lnTo>
                <a:lnTo>
                  <a:pt x="227330" y="109413"/>
                </a:lnTo>
                <a:close/>
                <a:moveTo>
                  <a:pt x="227330" y="104743"/>
                </a:moveTo>
                <a:lnTo>
                  <a:pt x="229965" y="107378"/>
                </a:lnTo>
                <a:lnTo>
                  <a:pt x="226229" y="107378"/>
                </a:lnTo>
                <a:lnTo>
                  <a:pt x="227330" y="106277"/>
                </a:lnTo>
                <a:lnTo>
                  <a:pt x="227330" y="104743"/>
                </a:lnTo>
                <a:close/>
                <a:moveTo>
                  <a:pt x="227897" y="104175"/>
                </a:moveTo>
                <a:lnTo>
                  <a:pt x="229264" y="104175"/>
                </a:lnTo>
                <a:lnTo>
                  <a:pt x="229431" y="104175"/>
                </a:lnTo>
                <a:lnTo>
                  <a:pt x="230532" y="103075"/>
                </a:lnTo>
                <a:lnTo>
                  <a:pt x="230532" y="106811"/>
                </a:lnTo>
                <a:close/>
                <a:moveTo>
                  <a:pt x="230532" y="108712"/>
                </a:moveTo>
                <a:lnTo>
                  <a:pt x="230532" y="112448"/>
                </a:lnTo>
                <a:lnTo>
                  <a:pt x="229431" y="111381"/>
                </a:lnTo>
                <a:lnTo>
                  <a:pt x="227897" y="111381"/>
                </a:lnTo>
                <a:close/>
                <a:moveTo>
                  <a:pt x="231332" y="108712"/>
                </a:moveTo>
                <a:lnTo>
                  <a:pt x="233968" y="111381"/>
                </a:lnTo>
                <a:lnTo>
                  <a:pt x="232567" y="111381"/>
                </a:lnTo>
                <a:lnTo>
                  <a:pt x="232300" y="111481"/>
                </a:lnTo>
                <a:lnTo>
                  <a:pt x="231332" y="112448"/>
                </a:lnTo>
                <a:lnTo>
                  <a:pt x="231332" y="108712"/>
                </a:lnTo>
                <a:close/>
                <a:moveTo>
                  <a:pt x="231866" y="107378"/>
                </a:moveTo>
                <a:lnTo>
                  <a:pt x="234535" y="104743"/>
                </a:lnTo>
                <a:lnTo>
                  <a:pt x="234535" y="106277"/>
                </a:lnTo>
                <a:lnTo>
                  <a:pt x="235635" y="107378"/>
                </a:lnTo>
                <a:close/>
                <a:moveTo>
                  <a:pt x="231332" y="106811"/>
                </a:moveTo>
                <a:lnTo>
                  <a:pt x="231332" y="103075"/>
                </a:lnTo>
                <a:lnTo>
                  <a:pt x="232300" y="104042"/>
                </a:lnTo>
                <a:lnTo>
                  <a:pt x="232567" y="104175"/>
                </a:lnTo>
                <a:lnTo>
                  <a:pt x="233968" y="104175"/>
                </a:lnTo>
                <a:close/>
                <a:moveTo>
                  <a:pt x="230532" y="101941"/>
                </a:moveTo>
                <a:lnTo>
                  <a:pt x="229097" y="103375"/>
                </a:lnTo>
                <a:lnTo>
                  <a:pt x="227096" y="103375"/>
                </a:lnTo>
                <a:lnTo>
                  <a:pt x="225762" y="102074"/>
                </a:lnTo>
                <a:lnTo>
                  <a:pt x="228397" y="102074"/>
                </a:lnTo>
                <a:lnTo>
                  <a:pt x="228564" y="102074"/>
                </a:lnTo>
                <a:lnTo>
                  <a:pt x="230532" y="100106"/>
                </a:lnTo>
                <a:lnTo>
                  <a:pt x="230532" y="101941"/>
                </a:lnTo>
                <a:close/>
                <a:moveTo>
                  <a:pt x="228230" y="101273"/>
                </a:moveTo>
                <a:lnTo>
                  <a:pt x="224995" y="101273"/>
                </a:lnTo>
                <a:lnTo>
                  <a:pt x="223327" y="99606"/>
                </a:lnTo>
                <a:lnTo>
                  <a:pt x="227363" y="99606"/>
                </a:lnTo>
                <a:lnTo>
                  <a:pt x="227530" y="99606"/>
                </a:lnTo>
                <a:lnTo>
                  <a:pt x="230532" y="96603"/>
                </a:lnTo>
                <a:lnTo>
                  <a:pt x="230532" y="98972"/>
                </a:lnTo>
                <a:close/>
                <a:moveTo>
                  <a:pt x="227229" y="98805"/>
                </a:moveTo>
                <a:lnTo>
                  <a:pt x="222526" y="98805"/>
                </a:lnTo>
                <a:lnTo>
                  <a:pt x="220992" y="97271"/>
                </a:lnTo>
                <a:lnTo>
                  <a:pt x="226429" y="97271"/>
                </a:lnTo>
                <a:lnTo>
                  <a:pt x="226596" y="97271"/>
                </a:lnTo>
                <a:lnTo>
                  <a:pt x="230532" y="93334"/>
                </a:lnTo>
                <a:lnTo>
                  <a:pt x="230532" y="95503"/>
                </a:lnTo>
                <a:close/>
                <a:moveTo>
                  <a:pt x="203746" y="109413"/>
                </a:moveTo>
                <a:lnTo>
                  <a:pt x="203746" y="110814"/>
                </a:lnTo>
                <a:lnTo>
                  <a:pt x="201077" y="108178"/>
                </a:lnTo>
                <a:lnTo>
                  <a:pt x="204847" y="108178"/>
                </a:lnTo>
                <a:lnTo>
                  <a:pt x="203846" y="109146"/>
                </a:lnTo>
                <a:close/>
                <a:moveTo>
                  <a:pt x="196407" y="109146"/>
                </a:moveTo>
                <a:lnTo>
                  <a:pt x="195440" y="108178"/>
                </a:lnTo>
                <a:lnTo>
                  <a:pt x="199176" y="108178"/>
                </a:lnTo>
                <a:lnTo>
                  <a:pt x="196541" y="110814"/>
                </a:lnTo>
                <a:lnTo>
                  <a:pt x="196541" y="109413"/>
                </a:lnTo>
                <a:close/>
                <a:moveTo>
                  <a:pt x="192538" y="99606"/>
                </a:moveTo>
                <a:lnTo>
                  <a:pt x="196741" y="99606"/>
                </a:lnTo>
                <a:lnTo>
                  <a:pt x="199743" y="96603"/>
                </a:lnTo>
                <a:lnTo>
                  <a:pt x="199743" y="98972"/>
                </a:lnTo>
                <a:lnTo>
                  <a:pt x="197441" y="101273"/>
                </a:lnTo>
                <a:lnTo>
                  <a:pt x="194206" y="101273"/>
                </a:lnTo>
                <a:close/>
                <a:moveTo>
                  <a:pt x="190203" y="97271"/>
                </a:moveTo>
                <a:lnTo>
                  <a:pt x="195807" y="97271"/>
                </a:lnTo>
                <a:lnTo>
                  <a:pt x="199743" y="93334"/>
                </a:lnTo>
                <a:lnTo>
                  <a:pt x="199743" y="95503"/>
                </a:lnTo>
                <a:lnTo>
                  <a:pt x="196441" y="98805"/>
                </a:lnTo>
                <a:lnTo>
                  <a:pt x="191737" y="98805"/>
                </a:lnTo>
                <a:close/>
                <a:moveTo>
                  <a:pt x="177761" y="98805"/>
                </a:moveTo>
                <a:lnTo>
                  <a:pt x="173057" y="98805"/>
                </a:lnTo>
                <a:lnTo>
                  <a:pt x="169755" y="95503"/>
                </a:lnTo>
                <a:lnTo>
                  <a:pt x="169755" y="93334"/>
                </a:lnTo>
                <a:lnTo>
                  <a:pt x="173691" y="97271"/>
                </a:lnTo>
                <a:lnTo>
                  <a:pt x="179262" y="97271"/>
                </a:lnTo>
                <a:close/>
                <a:moveTo>
                  <a:pt x="175292" y="101273"/>
                </a:moveTo>
                <a:lnTo>
                  <a:pt x="172023" y="101273"/>
                </a:lnTo>
                <a:lnTo>
                  <a:pt x="169755" y="98972"/>
                </a:lnTo>
                <a:lnTo>
                  <a:pt x="169755" y="96603"/>
                </a:lnTo>
                <a:lnTo>
                  <a:pt x="172724" y="99606"/>
                </a:lnTo>
                <a:lnTo>
                  <a:pt x="176960" y="99606"/>
                </a:lnTo>
                <a:close/>
                <a:moveTo>
                  <a:pt x="173191" y="103375"/>
                </a:moveTo>
                <a:lnTo>
                  <a:pt x="171156" y="103375"/>
                </a:lnTo>
                <a:lnTo>
                  <a:pt x="169755" y="101941"/>
                </a:lnTo>
                <a:lnTo>
                  <a:pt x="169755" y="100106"/>
                </a:lnTo>
                <a:lnTo>
                  <a:pt x="171723" y="102074"/>
                </a:lnTo>
                <a:lnTo>
                  <a:pt x="174492" y="102074"/>
                </a:lnTo>
                <a:close/>
                <a:moveTo>
                  <a:pt x="172957" y="109413"/>
                </a:moveTo>
                <a:lnTo>
                  <a:pt x="172957" y="110814"/>
                </a:lnTo>
                <a:lnTo>
                  <a:pt x="170289" y="108178"/>
                </a:lnTo>
                <a:lnTo>
                  <a:pt x="174025" y="108178"/>
                </a:lnTo>
                <a:lnTo>
                  <a:pt x="173057" y="109146"/>
                </a:lnTo>
                <a:close/>
                <a:moveTo>
                  <a:pt x="165619" y="109146"/>
                </a:moveTo>
                <a:lnTo>
                  <a:pt x="164651" y="108178"/>
                </a:lnTo>
                <a:lnTo>
                  <a:pt x="168387" y="108178"/>
                </a:lnTo>
                <a:lnTo>
                  <a:pt x="165752" y="110814"/>
                </a:lnTo>
                <a:lnTo>
                  <a:pt x="165752" y="109413"/>
                </a:lnTo>
                <a:close/>
                <a:moveTo>
                  <a:pt x="161749" y="99606"/>
                </a:moveTo>
                <a:lnTo>
                  <a:pt x="165786" y="99606"/>
                </a:lnTo>
                <a:lnTo>
                  <a:pt x="165952" y="99606"/>
                </a:lnTo>
                <a:lnTo>
                  <a:pt x="168954" y="96603"/>
                </a:lnTo>
                <a:lnTo>
                  <a:pt x="168954" y="98972"/>
                </a:lnTo>
                <a:lnTo>
                  <a:pt x="166653" y="101273"/>
                </a:lnTo>
                <a:lnTo>
                  <a:pt x="163417" y="101273"/>
                </a:lnTo>
                <a:close/>
                <a:moveTo>
                  <a:pt x="159414" y="97271"/>
                </a:moveTo>
                <a:lnTo>
                  <a:pt x="164852" y="97271"/>
                </a:lnTo>
                <a:lnTo>
                  <a:pt x="164985" y="97271"/>
                </a:lnTo>
                <a:lnTo>
                  <a:pt x="168954" y="93334"/>
                </a:lnTo>
                <a:lnTo>
                  <a:pt x="168954" y="95503"/>
                </a:lnTo>
                <a:lnTo>
                  <a:pt x="165619" y="98805"/>
                </a:lnTo>
                <a:lnTo>
                  <a:pt x="160949" y="98805"/>
                </a:lnTo>
                <a:close/>
                <a:moveTo>
                  <a:pt x="142135" y="109413"/>
                </a:moveTo>
                <a:lnTo>
                  <a:pt x="142135" y="110814"/>
                </a:lnTo>
                <a:lnTo>
                  <a:pt x="139500" y="108178"/>
                </a:lnTo>
                <a:lnTo>
                  <a:pt x="143236" y="108178"/>
                </a:lnTo>
                <a:lnTo>
                  <a:pt x="142269" y="109146"/>
                </a:lnTo>
                <a:close/>
                <a:moveTo>
                  <a:pt x="134830" y="109146"/>
                </a:moveTo>
                <a:lnTo>
                  <a:pt x="133863" y="108178"/>
                </a:lnTo>
                <a:lnTo>
                  <a:pt x="137599" y="108178"/>
                </a:lnTo>
                <a:lnTo>
                  <a:pt x="134964" y="110814"/>
                </a:lnTo>
                <a:lnTo>
                  <a:pt x="134964" y="109413"/>
                </a:lnTo>
                <a:close/>
                <a:moveTo>
                  <a:pt x="130927" y="99606"/>
                </a:moveTo>
                <a:lnTo>
                  <a:pt x="135164" y="99606"/>
                </a:lnTo>
                <a:lnTo>
                  <a:pt x="138166" y="96603"/>
                </a:lnTo>
                <a:lnTo>
                  <a:pt x="138166" y="98972"/>
                </a:lnTo>
                <a:lnTo>
                  <a:pt x="135864" y="101273"/>
                </a:lnTo>
                <a:lnTo>
                  <a:pt x="132629" y="101273"/>
                </a:lnTo>
                <a:close/>
                <a:moveTo>
                  <a:pt x="128626" y="97271"/>
                </a:moveTo>
                <a:lnTo>
                  <a:pt x="134196" y="97271"/>
                </a:lnTo>
                <a:lnTo>
                  <a:pt x="138166" y="93334"/>
                </a:lnTo>
                <a:lnTo>
                  <a:pt x="138166" y="95503"/>
                </a:lnTo>
                <a:lnTo>
                  <a:pt x="134830" y="98805"/>
                </a:lnTo>
                <a:lnTo>
                  <a:pt x="130160" y="98805"/>
                </a:lnTo>
                <a:close/>
                <a:moveTo>
                  <a:pt x="116150" y="98805"/>
                </a:moveTo>
                <a:lnTo>
                  <a:pt x="111480" y="98805"/>
                </a:lnTo>
                <a:lnTo>
                  <a:pt x="108144" y="95503"/>
                </a:lnTo>
                <a:lnTo>
                  <a:pt x="108144" y="93334"/>
                </a:lnTo>
                <a:lnTo>
                  <a:pt x="112114" y="97271"/>
                </a:lnTo>
                <a:lnTo>
                  <a:pt x="117685" y="97271"/>
                </a:lnTo>
                <a:close/>
                <a:moveTo>
                  <a:pt x="113682" y="101273"/>
                </a:moveTo>
                <a:lnTo>
                  <a:pt x="110446" y="101273"/>
                </a:lnTo>
                <a:lnTo>
                  <a:pt x="108144" y="98972"/>
                </a:lnTo>
                <a:lnTo>
                  <a:pt x="108144" y="96603"/>
                </a:lnTo>
                <a:lnTo>
                  <a:pt x="111147" y="99606"/>
                </a:lnTo>
                <a:lnTo>
                  <a:pt x="115383" y="99606"/>
                </a:lnTo>
                <a:close/>
                <a:moveTo>
                  <a:pt x="111580" y="103375"/>
                </a:moveTo>
                <a:lnTo>
                  <a:pt x="109579" y="103375"/>
                </a:lnTo>
                <a:lnTo>
                  <a:pt x="108144" y="101941"/>
                </a:lnTo>
                <a:lnTo>
                  <a:pt x="108144" y="100106"/>
                </a:lnTo>
                <a:lnTo>
                  <a:pt x="110112" y="102074"/>
                </a:lnTo>
                <a:lnTo>
                  <a:pt x="112914" y="102074"/>
                </a:lnTo>
                <a:close/>
                <a:moveTo>
                  <a:pt x="111347" y="109413"/>
                </a:moveTo>
                <a:lnTo>
                  <a:pt x="111347" y="110814"/>
                </a:lnTo>
                <a:lnTo>
                  <a:pt x="108711" y="108178"/>
                </a:lnTo>
                <a:lnTo>
                  <a:pt x="112447" y="108178"/>
                </a:lnTo>
                <a:lnTo>
                  <a:pt x="111480" y="109146"/>
                </a:lnTo>
                <a:close/>
                <a:moveTo>
                  <a:pt x="104041" y="109146"/>
                </a:moveTo>
                <a:lnTo>
                  <a:pt x="103074" y="108178"/>
                </a:lnTo>
                <a:lnTo>
                  <a:pt x="106810" y="108178"/>
                </a:lnTo>
                <a:lnTo>
                  <a:pt x="104175" y="110814"/>
                </a:lnTo>
                <a:lnTo>
                  <a:pt x="104175" y="109413"/>
                </a:lnTo>
                <a:close/>
                <a:moveTo>
                  <a:pt x="100139" y="99606"/>
                </a:moveTo>
                <a:lnTo>
                  <a:pt x="104208" y="99606"/>
                </a:lnTo>
                <a:lnTo>
                  <a:pt x="104375" y="99606"/>
                </a:lnTo>
                <a:lnTo>
                  <a:pt x="107377" y="96603"/>
                </a:lnTo>
                <a:lnTo>
                  <a:pt x="107377" y="98972"/>
                </a:lnTo>
                <a:lnTo>
                  <a:pt x="105076" y="101273"/>
                </a:lnTo>
                <a:lnTo>
                  <a:pt x="101807" y="101273"/>
                </a:lnTo>
                <a:close/>
                <a:moveTo>
                  <a:pt x="97837" y="97271"/>
                </a:moveTo>
                <a:lnTo>
                  <a:pt x="103241" y="97271"/>
                </a:lnTo>
                <a:lnTo>
                  <a:pt x="103408" y="97271"/>
                </a:lnTo>
                <a:lnTo>
                  <a:pt x="107344" y="93334"/>
                </a:lnTo>
                <a:lnTo>
                  <a:pt x="107344" y="95503"/>
                </a:lnTo>
                <a:lnTo>
                  <a:pt x="104041" y="98805"/>
                </a:lnTo>
                <a:lnTo>
                  <a:pt x="99371" y="98805"/>
                </a:lnTo>
                <a:close/>
                <a:moveTo>
                  <a:pt x="80558" y="109413"/>
                </a:moveTo>
                <a:lnTo>
                  <a:pt x="80558" y="110814"/>
                </a:lnTo>
                <a:lnTo>
                  <a:pt x="77923" y="108178"/>
                </a:lnTo>
                <a:lnTo>
                  <a:pt x="81659" y="108178"/>
                </a:lnTo>
                <a:lnTo>
                  <a:pt x="80691" y="109146"/>
                </a:lnTo>
                <a:close/>
                <a:moveTo>
                  <a:pt x="73253" y="109146"/>
                </a:moveTo>
                <a:lnTo>
                  <a:pt x="72285" y="108178"/>
                </a:lnTo>
                <a:lnTo>
                  <a:pt x="76021" y="108178"/>
                </a:lnTo>
                <a:lnTo>
                  <a:pt x="73386" y="110814"/>
                </a:lnTo>
                <a:lnTo>
                  <a:pt x="73386" y="109413"/>
                </a:lnTo>
                <a:close/>
                <a:moveTo>
                  <a:pt x="69350" y="99606"/>
                </a:moveTo>
                <a:lnTo>
                  <a:pt x="73586" y="99606"/>
                </a:lnTo>
                <a:lnTo>
                  <a:pt x="76589" y="96603"/>
                </a:lnTo>
                <a:lnTo>
                  <a:pt x="76589" y="98972"/>
                </a:lnTo>
                <a:lnTo>
                  <a:pt x="74287" y="101273"/>
                </a:lnTo>
                <a:lnTo>
                  <a:pt x="71018" y="101273"/>
                </a:lnTo>
                <a:close/>
                <a:moveTo>
                  <a:pt x="67048" y="97271"/>
                </a:moveTo>
                <a:lnTo>
                  <a:pt x="72619" y="97271"/>
                </a:lnTo>
                <a:lnTo>
                  <a:pt x="76589" y="93334"/>
                </a:lnTo>
                <a:lnTo>
                  <a:pt x="76589" y="95503"/>
                </a:lnTo>
                <a:lnTo>
                  <a:pt x="73253" y="98805"/>
                </a:lnTo>
                <a:lnTo>
                  <a:pt x="68583" y="98805"/>
                </a:lnTo>
                <a:close/>
                <a:moveTo>
                  <a:pt x="54573" y="98805"/>
                </a:moveTo>
                <a:lnTo>
                  <a:pt x="49903" y="98805"/>
                </a:lnTo>
                <a:lnTo>
                  <a:pt x="46567" y="95503"/>
                </a:lnTo>
                <a:lnTo>
                  <a:pt x="46567" y="93334"/>
                </a:lnTo>
                <a:lnTo>
                  <a:pt x="50537" y="97271"/>
                </a:lnTo>
                <a:lnTo>
                  <a:pt x="56107" y="97271"/>
                </a:lnTo>
                <a:close/>
                <a:moveTo>
                  <a:pt x="52104" y="101273"/>
                </a:moveTo>
                <a:lnTo>
                  <a:pt x="48869" y="101273"/>
                </a:lnTo>
                <a:lnTo>
                  <a:pt x="46567" y="98972"/>
                </a:lnTo>
                <a:lnTo>
                  <a:pt x="46567" y="96603"/>
                </a:lnTo>
                <a:lnTo>
                  <a:pt x="49569" y="99606"/>
                </a:lnTo>
                <a:lnTo>
                  <a:pt x="53806" y="99606"/>
                </a:lnTo>
                <a:close/>
                <a:moveTo>
                  <a:pt x="50003" y="103375"/>
                </a:moveTo>
                <a:lnTo>
                  <a:pt x="48001" y="103375"/>
                </a:lnTo>
                <a:lnTo>
                  <a:pt x="46567" y="101941"/>
                </a:lnTo>
                <a:lnTo>
                  <a:pt x="46567" y="100106"/>
                </a:lnTo>
                <a:lnTo>
                  <a:pt x="48535" y="102074"/>
                </a:lnTo>
                <a:lnTo>
                  <a:pt x="51337" y="102074"/>
                </a:lnTo>
                <a:close/>
                <a:moveTo>
                  <a:pt x="49769" y="109413"/>
                </a:moveTo>
                <a:lnTo>
                  <a:pt x="49769" y="110814"/>
                </a:lnTo>
                <a:lnTo>
                  <a:pt x="47134" y="108178"/>
                </a:lnTo>
                <a:lnTo>
                  <a:pt x="50870" y="108178"/>
                </a:lnTo>
                <a:lnTo>
                  <a:pt x="49903" y="109146"/>
                </a:lnTo>
                <a:close/>
                <a:moveTo>
                  <a:pt x="42464" y="109146"/>
                </a:moveTo>
                <a:lnTo>
                  <a:pt x="41497" y="108178"/>
                </a:lnTo>
                <a:lnTo>
                  <a:pt x="45233" y="108178"/>
                </a:lnTo>
                <a:lnTo>
                  <a:pt x="42564" y="110814"/>
                </a:lnTo>
                <a:lnTo>
                  <a:pt x="42564" y="109413"/>
                </a:lnTo>
                <a:close/>
                <a:moveTo>
                  <a:pt x="38561" y="99606"/>
                </a:moveTo>
                <a:lnTo>
                  <a:pt x="42631" y="99606"/>
                </a:lnTo>
                <a:lnTo>
                  <a:pt x="42798" y="99606"/>
                </a:lnTo>
                <a:lnTo>
                  <a:pt x="45800" y="96603"/>
                </a:lnTo>
                <a:lnTo>
                  <a:pt x="45800" y="98972"/>
                </a:lnTo>
                <a:lnTo>
                  <a:pt x="43498" y="101273"/>
                </a:lnTo>
                <a:lnTo>
                  <a:pt x="40229" y="101273"/>
                </a:lnTo>
                <a:close/>
                <a:moveTo>
                  <a:pt x="36260" y="97271"/>
                </a:moveTo>
                <a:lnTo>
                  <a:pt x="41664" y="97271"/>
                </a:lnTo>
                <a:lnTo>
                  <a:pt x="41830" y="97271"/>
                </a:lnTo>
                <a:lnTo>
                  <a:pt x="45767" y="93334"/>
                </a:lnTo>
                <a:lnTo>
                  <a:pt x="45767" y="95503"/>
                </a:lnTo>
                <a:lnTo>
                  <a:pt x="42464" y="98805"/>
                </a:lnTo>
                <a:lnTo>
                  <a:pt x="37761" y="98805"/>
                </a:lnTo>
                <a:close/>
                <a:moveTo>
                  <a:pt x="18981" y="109413"/>
                </a:moveTo>
                <a:lnTo>
                  <a:pt x="18981" y="110814"/>
                </a:lnTo>
                <a:lnTo>
                  <a:pt x="16346" y="108178"/>
                </a:lnTo>
                <a:lnTo>
                  <a:pt x="20082" y="108178"/>
                </a:lnTo>
                <a:lnTo>
                  <a:pt x="19114" y="109146"/>
                </a:lnTo>
                <a:close/>
                <a:moveTo>
                  <a:pt x="11675" y="109146"/>
                </a:moveTo>
                <a:lnTo>
                  <a:pt x="10675" y="108178"/>
                </a:lnTo>
                <a:lnTo>
                  <a:pt x="14444" y="108178"/>
                </a:lnTo>
                <a:lnTo>
                  <a:pt x="11776" y="110814"/>
                </a:lnTo>
                <a:lnTo>
                  <a:pt x="11776" y="109413"/>
                </a:lnTo>
                <a:close/>
                <a:moveTo>
                  <a:pt x="15778" y="103075"/>
                </a:moveTo>
                <a:lnTo>
                  <a:pt x="16879" y="104175"/>
                </a:lnTo>
                <a:lnTo>
                  <a:pt x="17046" y="104175"/>
                </a:lnTo>
                <a:lnTo>
                  <a:pt x="18414" y="104175"/>
                </a:lnTo>
                <a:lnTo>
                  <a:pt x="15778" y="106811"/>
                </a:lnTo>
                <a:close/>
                <a:moveTo>
                  <a:pt x="14978" y="106811"/>
                </a:moveTo>
                <a:lnTo>
                  <a:pt x="12343" y="104175"/>
                </a:lnTo>
                <a:lnTo>
                  <a:pt x="13744" y="104175"/>
                </a:lnTo>
                <a:lnTo>
                  <a:pt x="14011" y="104042"/>
                </a:lnTo>
                <a:lnTo>
                  <a:pt x="14978" y="103075"/>
                </a:lnTo>
                <a:close/>
                <a:moveTo>
                  <a:pt x="14978" y="101941"/>
                </a:moveTo>
                <a:lnTo>
                  <a:pt x="13577" y="103375"/>
                </a:lnTo>
                <a:lnTo>
                  <a:pt x="11542" y="103375"/>
                </a:lnTo>
                <a:lnTo>
                  <a:pt x="10241" y="102074"/>
                </a:lnTo>
                <a:lnTo>
                  <a:pt x="13010" y="102074"/>
                </a:lnTo>
                <a:lnTo>
                  <a:pt x="14978" y="100106"/>
                </a:lnTo>
                <a:lnTo>
                  <a:pt x="14978" y="101941"/>
                </a:lnTo>
                <a:close/>
                <a:moveTo>
                  <a:pt x="11776" y="104743"/>
                </a:moveTo>
                <a:lnTo>
                  <a:pt x="14411" y="107378"/>
                </a:lnTo>
                <a:lnTo>
                  <a:pt x="10675" y="107378"/>
                </a:lnTo>
                <a:lnTo>
                  <a:pt x="11776" y="106277"/>
                </a:lnTo>
                <a:lnTo>
                  <a:pt x="11776" y="104743"/>
                </a:lnTo>
                <a:close/>
                <a:moveTo>
                  <a:pt x="14978" y="108712"/>
                </a:moveTo>
                <a:lnTo>
                  <a:pt x="14978" y="112448"/>
                </a:lnTo>
                <a:lnTo>
                  <a:pt x="14011" y="111481"/>
                </a:lnTo>
                <a:lnTo>
                  <a:pt x="13744" y="111381"/>
                </a:lnTo>
                <a:lnTo>
                  <a:pt x="12343" y="111381"/>
                </a:lnTo>
                <a:close/>
                <a:moveTo>
                  <a:pt x="15778" y="108712"/>
                </a:moveTo>
                <a:lnTo>
                  <a:pt x="18414" y="111381"/>
                </a:lnTo>
                <a:lnTo>
                  <a:pt x="16879" y="111381"/>
                </a:lnTo>
                <a:lnTo>
                  <a:pt x="15778" y="112448"/>
                </a:lnTo>
                <a:close/>
                <a:moveTo>
                  <a:pt x="16346" y="107378"/>
                </a:moveTo>
                <a:lnTo>
                  <a:pt x="18981" y="104743"/>
                </a:lnTo>
                <a:lnTo>
                  <a:pt x="18981" y="106277"/>
                </a:lnTo>
                <a:lnTo>
                  <a:pt x="20082" y="107378"/>
                </a:lnTo>
                <a:close/>
                <a:moveTo>
                  <a:pt x="19214" y="103375"/>
                </a:moveTo>
                <a:lnTo>
                  <a:pt x="17213" y="103375"/>
                </a:lnTo>
                <a:lnTo>
                  <a:pt x="15778" y="101941"/>
                </a:lnTo>
                <a:lnTo>
                  <a:pt x="15778" y="100106"/>
                </a:lnTo>
                <a:lnTo>
                  <a:pt x="17747" y="102074"/>
                </a:lnTo>
                <a:lnTo>
                  <a:pt x="17913" y="102074"/>
                </a:lnTo>
                <a:lnTo>
                  <a:pt x="20515" y="102074"/>
                </a:lnTo>
                <a:close/>
                <a:moveTo>
                  <a:pt x="21316" y="101273"/>
                </a:moveTo>
                <a:lnTo>
                  <a:pt x="18080" y="101273"/>
                </a:lnTo>
                <a:lnTo>
                  <a:pt x="15778" y="98972"/>
                </a:lnTo>
                <a:lnTo>
                  <a:pt x="15778" y="96603"/>
                </a:lnTo>
                <a:lnTo>
                  <a:pt x="18781" y="99606"/>
                </a:lnTo>
                <a:lnTo>
                  <a:pt x="18914" y="99606"/>
                </a:lnTo>
                <a:lnTo>
                  <a:pt x="22984" y="99606"/>
                </a:lnTo>
                <a:close/>
                <a:moveTo>
                  <a:pt x="23784" y="98805"/>
                </a:moveTo>
                <a:lnTo>
                  <a:pt x="19081" y="98805"/>
                </a:lnTo>
                <a:lnTo>
                  <a:pt x="15778" y="95503"/>
                </a:lnTo>
                <a:lnTo>
                  <a:pt x="15778" y="93334"/>
                </a:lnTo>
                <a:lnTo>
                  <a:pt x="19715" y="97271"/>
                </a:lnTo>
                <a:lnTo>
                  <a:pt x="19881" y="97271"/>
                </a:lnTo>
                <a:lnTo>
                  <a:pt x="25319" y="97271"/>
                </a:lnTo>
                <a:close/>
                <a:moveTo>
                  <a:pt x="11675" y="47568"/>
                </a:moveTo>
                <a:lnTo>
                  <a:pt x="10675" y="46568"/>
                </a:lnTo>
                <a:lnTo>
                  <a:pt x="14444" y="46568"/>
                </a:lnTo>
                <a:lnTo>
                  <a:pt x="11776" y="49236"/>
                </a:lnTo>
                <a:lnTo>
                  <a:pt x="11776" y="47835"/>
                </a:lnTo>
                <a:close/>
                <a:moveTo>
                  <a:pt x="11776" y="13744"/>
                </a:moveTo>
                <a:lnTo>
                  <a:pt x="11776" y="12343"/>
                </a:lnTo>
                <a:lnTo>
                  <a:pt x="14411" y="15012"/>
                </a:lnTo>
                <a:lnTo>
                  <a:pt x="10675" y="15012"/>
                </a:lnTo>
                <a:lnTo>
                  <a:pt x="11675" y="14011"/>
                </a:lnTo>
                <a:close/>
                <a:moveTo>
                  <a:pt x="19114" y="14011"/>
                </a:moveTo>
                <a:lnTo>
                  <a:pt x="20082" y="15012"/>
                </a:lnTo>
                <a:lnTo>
                  <a:pt x="16346" y="15012"/>
                </a:lnTo>
                <a:lnTo>
                  <a:pt x="18981" y="12343"/>
                </a:lnTo>
                <a:lnTo>
                  <a:pt x="18981" y="13744"/>
                </a:lnTo>
                <a:close/>
                <a:moveTo>
                  <a:pt x="18981" y="18447"/>
                </a:moveTo>
                <a:lnTo>
                  <a:pt x="16346" y="15779"/>
                </a:lnTo>
                <a:lnTo>
                  <a:pt x="20082" y="15779"/>
                </a:lnTo>
                <a:lnTo>
                  <a:pt x="18981" y="16880"/>
                </a:lnTo>
                <a:lnTo>
                  <a:pt x="18981" y="18447"/>
                </a:lnTo>
                <a:close/>
                <a:moveTo>
                  <a:pt x="18414" y="18981"/>
                </a:moveTo>
                <a:lnTo>
                  <a:pt x="17046" y="18981"/>
                </a:lnTo>
                <a:lnTo>
                  <a:pt x="16879" y="18981"/>
                </a:lnTo>
                <a:lnTo>
                  <a:pt x="15778" y="20082"/>
                </a:lnTo>
                <a:lnTo>
                  <a:pt x="15778" y="16346"/>
                </a:lnTo>
                <a:close/>
                <a:moveTo>
                  <a:pt x="15778" y="14445"/>
                </a:moveTo>
                <a:lnTo>
                  <a:pt x="15778" y="10709"/>
                </a:lnTo>
                <a:lnTo>
                  <a:pt x="16879" y="11776"/>
                </a:lnTo>
                <a:lnTo>
                  <a:pt x="18414" y="11776"/>
                </a:lnTo>
                <a:close/>
                <a:moveTo>
                  <a:pt x="14978" y="14445"/>
                </a:moveTo>
                <a:lnTo>
                  <a:pt x="12343" y="11776"/>
                </a:lnTo>
                <a:lnTo>
                  <a:pt x="13744" y="11776"/>
                </a:lnTo>
                <a:lnTo>
                  <a:pt x="14011" y="11676"/>
                </a:lnTo>
                <a:lnTo>
                  <a:pt x="14978" y="10709"/>
                </a:lnTo>
                <a:close/>
                <a:moveTo>
                  <a:pt x="14444" y="15779"/>
                </a:moveTo>
                <a:lnTo>
                  <a:pt x="11776" y="18414"/>
                </a:lnTo>
                <a:lnTo>
                  <a:pt x="11776" y="16880"/>
                </a:lnTo>
                <a:lnTo>
                  <a:pt x="10675" y="15779"/>
                </a:lnTo>
                <a:close/>
                <a:moveTo>
                  <a:pt x="14978" y="16346"/>
                </a:moveTo>
                <a:lnTo>
                  <a:pt x="14978" y="20082"/>
                </a:lnTo>
                <a:lnTo>
                  <a:pt x="14011" y="19115"/>
                </a:lnTo>
                <a:lnTo>
                  <a:pt x="13744" y="18981"/>
                </a:lnTo>
                <a:lnTo>
                  <a:pt x="12343" y="18981"/>
                </a:lnTo>
                <a:close/>
                <a:moveTo>
                  <a:pt x="15778" y="21216"/>
                </a:moveTo>
                <a:lnTo>
                  <a:pt x="17213" y="19782"/>
                </a:lnTo>
                <a:lnTo>
                  <a:pt x="19214" y="19782"/>
                </a:lnTo>
                <a:lnTo>
                  <a:pt x="20515" y="21083"/>
                </a:lnTo>
                <a:lnTo>
                  <a:pt x="17913" y="21083"/>
                </a:lnTo>
                <a:lnTo>
                  <a:pt x="17747" y="21083"/>
                </a:lnTo>
                <a:lnTo>
                  <a:pt x="15778" y="23051"/>
                </a:lnTo>
                <a:close/>
                <a:moveTo>
                  <a:pt x="18080" y="21883"/>
                </a:moveTo>
                <a:lnTo>
                  <a:pt x="21316" y="21883"/>
                </a:lnTo>
                <a:lnTo>
                  <a:pt x="23017" y="23551"/>
                </a:lnTo>
                <a:lnTo>
                  <a:pt x="18947" y="23551"/>
                </a:lnTo>
                <a:lnTo>
                  <a:pt x="18781" y="23551"/>
                </a:lnTo>
                <a:lnTo>
                  <a:pt x="15778" y="26553"/>
                </a:lnTo>
                <a:lnTo>
                  <a:pt x="15778" y="24185"/>
                </a:lnTo>
                <a:close/>
                <a:moveTo>
                  <a:pt x="19081" y="24352"/>
                </a:moveTo>
                <a:lnTo>
                  <a:pt x="23784" y="24352"/>
                </a:lnTo>
                <a:lnTo>
                  <a:pt x="25319" y="25886"/>
                </a:lnTo>
                <a:lnTo>
                  <a:pt x="19881" y="25886"/>
                </a:lnTo>
                <a:lnTo>
                  <a:pt x="19748" y="25886"/>
                </a:lnTo>
                <a:lnTo>
                  <a:pt x="15778" y="29822"/>
                </a:lnTo>
                <a:lnTo>
                  <a:pt x="15778" y="27654"/>
                </a:lnTo>
                <a:close/>
                <a:moveTo>
                  <a:pt x="42564" y="13744"/>
                </a:moveTo>
                <a:lnTo>
                  <a:pt x="42564" y="12343"/>
                </a:lnTo>
                <a:lnTo>
                  <a:pt x="45233" y="15012"/>
                </a:lnTo>
                <a:lnTo>
                  <a:pt x="41497" y="15012"/>
                </a:lnTo>
                <a:lnTo>
                  <a:pt x="42464" y="14011"/>
                </a:lnTo>
                <a:close/>
                <a:moveTo>
                  <a:pt x="49903" y="14011"/>
                </a:moveTo>
                <a:lnTo>
                  <a:pt x="50870" y="15012"/>
                </a:lnTo>
                <a:lnTo>
                  <a:pt x="47134" y="15012"/>
                </a:lnTo>
                <a:lnTo>
                  <a:pt x="49769" y="12343"/>
                </a:lnTo>
                <a:lnTo>
                  <a:pt x="49769" y="13744"/>
                </a:lnTo>
                <a:close/>
                <a:moveTo>
                  <a:pt x="53772" y="23551"/>
                </a:moveTo>
                <a:lnTo>
                  <a:pt x="49569" y="23551"/>
                </a:lnTo>
                <a:lnTo>
                  <a:pt x="46567" y="26553"/>
                </a:lnTo>
                <a:lnTo>
                  <a:pt x="46567" y="24185"/>
                </a:lnTo>
                <a:lnTo>
                  <a:pt x="48869" y="21883"/>
                </a:lnTo>
                <a:lnTo>
                  <a:pt x="52104" y="21883"/>
                </a:lnTo>
                <a:close/>
                <a:moveTo>
                  <a:pt x="56107" y="25886"/>
                </a:moveTo>
                <a:lnTo>
                  <a:pt x="50537" y="25886"/>
                </a:lnTo>
                <a:lnTo>
                  <a:pt x="46567" y="29822"/>
                </a:lnTo>
                <a:lnTo>
                  <a:pt x="46567" y="27654"/>
                </a:lnTo>
                <a:lnTo>
                  <a:pt x="49903" y="24352"/>
                </a:lnTo>
                <a:lnTo>
                  <a:pt x="54573" y="24352"/>
                </a:lnTo>
                <a:close/>
                <a:moveTo>
                  <a:pt x="68583" y="24352"/>
                </a:moveTo>
                <a:lnTo>
                  <a:pt x="73253" y="24352"/>
                </a:lnTo>
                <a:lnTo>
                  <a:pt x="76555" y="27654"/>
                </a:lnTo>
                <a:lnTo>
                  <a:pt x="76555" y="29822"/>
                </a:lnTo>
                <a:lnTo>
                  <a:pt x="72619" y="25886"/>
                </a:lnTo>
                <a:lnTo>
                  <a:pt x="67048" y="25886"/>
                </a:lnTo>
                <a:close/>
                <a:moveTo>
                  <a:pt x="71018" y="21883"/>
                </a:moveTo>
                <a:lnTo>
                  <a:pt x="74287" y="21883"/>
                </a:lnTo>
                <a:lnTo>
                  <a:pt x="76589" y="24185"/>
                </a:lnTo>
                <a:lnTo>
                  <a:pt x="76589" y="26553"/>
                </a:lnTo>
                <a:lnTo>
                  <a:pt x="73586" y="23551"/>
                </a:lnTo>
                <a:lnTo>
                  <a:pt x="69350" y="23551"/>
                </a:lnTo>
                <a:close/>
                <a:moveTo>
                  <a:pt x="73153" y="19782"/>
                </a:moveTo>
                <a:lnTo>
                  <a:pt x="75154" y="19782"/>
                </a:lnTo>
                <a:lnTo>
                  <a:pt x="76555" y="21216"/>
                </a:lnTo>
                <a:lnTo>
                  <a:pt x="76555" y="23051"/>
                </a:lnTo>
                <a:lnTo>
                  <a:pt x="74587" y="21083"/>
                </a:lnTo>
                <a:lnTo>
                  <a:pt x="71818" y="21083"/>
                </a:lnTo>
                <a:close/>
                <a:moveTo>
                  <a:pt x="73386" y="13744"/>
                </a:moveTo>
                <a:lnTo>
                  <a:pt x="73386" y="12343"/>
                </a:lnTo>
                <a:lnTo>
                  <a:pt x="76021" y="15012"/>
                </a:lnTo>
                <a:lnTo>
                  <a:pt x="72285" y="15012"/>
                </a:lnTo>
                <a:lnTo>
                  <a:pt x="73253" y="14011"/>
                </a:lnTo>
                <a:close/>
                <a:moveTo>
                  <a:pt x="80691" y="14011"/>
                </a:moveTo>
                <a:lnTo>
                  <a:pt x="81659" y="15012"/>
                </a:lnTo>
                <a:lnTo>
                  <a:pt x="77923" y="15012"/>
                </a:lnTo>
                <a:lnTo>
                  <a:pt x="80558" y="12343"/>
                </a:lnTo>
                <a:lnTo>
                  <a:pt x="80558" y="13744"/>
                </a:lnTo>
                <a:close/>
                <a:moveTo>
                  <a:pt x="84561" y="23551"/>
                </a:moveTo>
                <a:lnTo>
                  <a:pt x="80525" y="23551"/>
                </a:lnTo>
                <a:lnTo>
                  <a:pt x="80358" y="23551"/>
                </a:lnTo>
                <a:lnTo>
                  <a:pt x="77356" y="26553"/>
                </a:lnTo>
                <a:lnTo>
                  <a:pt x="77356" y="24185"/>
                </a:lnTo>
                <a:lnTo>
                  <a:pt x="79657" y="21883"/>
                </a:lnTo>
                <a:lnTo>
                  <a:pt x="82893" y="21883"/>
                </a:lnTo>
                <a:close/>
                <a:moveTo>
                  <a:pt x="86896" y="25886"/>
                </a:moveTo>
                <a:lnTo>
                  <a:pt x="81492" y="25886"/>
                </a:lnTo>
                <a:lnTo>
                  <a:pt x="81325" y="25886"/>
                </a:lnTo>
                <a:lnTo>
                  <a:pt x="77356" y="29822"/>
                </a:lnTo>
                <a:lnTo>
                  <a:pt x="77356" y="27654"/>
                </a:lnTo>
                <a:lnTo>
                  <a:pt x="80691" y="24352"/>
                </a:lnTo>
                <a:lnTo>
                  <a:pt x="85361" y="24352"/>
                </a:lnTo>
                <a:close/>
                <a:moveTo>
                  <a:pt x="104175" y="13744"/>
                </a:moveTo>
                <a:lnTo>
                  <a:pt x="104175" y="12343"/>
                </a:lnTo>
                <a:lnTo>
                  <a:pt x="106810" y="15012"/>
                </a:lnTo>
                <a:lnTo>
                  <a:pt x="103074" y="15012"/>
                </a:lnTo>
                <a:lnTo>
                  <a:pt x="104041" y="14011"/>
                </a:lnTo>
                <a:close/>
                <a:moveTo>
                  <a:pt x="111480" y="14011"/>
                </a:moveTo>
                <a:lnTo>
                  <a:pt x="112447" y="15012"/>
                </a:lnTo>
                <a:lnTo>
                  <a:pt x="108711" y="15012"/>
                </a:lnTo>
                <a:lnTo>
                  <a:pt x="111347" y="12343"/>
                </a:lnTo>
                <a:lnTo>
                  <a:pt x="111347" y="13744"/>
                </a:lnTo>
                <a:close/>
                <a:moveTo>
                  <a:pt x="115383" y="23551"/>
                </a:moveTo>
                <a:lnTo>
                  <a:pt x="111147" y="23551"/>
                </a:lnTo>
                <a:lnTo>
                  <a:pt x="108144" y="26553"/>
                </a:lnTo>
                <a:lnTo>
                  <a:pt x="108144" y="24185"/>
                </a:lnTo>
                <a:lnTo>
                  <a:pt x="110446" y="21883"/>
                </a:lnTo>
                <a:lnTo>
                  <a:pt x="113682" y="21883"/>
                </a:lnTo>
                <a:close/>
                <a:moveTo>
                  <a:pt x="117685" y="25886"/>
                </a:moveTo>
                <a:lnTo>
                  <a:pt x="112114" y="25886"/>
                </a:lnTo>
                <a:lnTo>
                  <a:pt x="108144" y="29822"/>
                </a:lnTo>
                <a:lnTo>
                  <a:pt x="108144" y="27654"/>
                </a:lnTo>
                <a:lnTo>
                  <a:pt x="111480" y="24352"/>
                </a:lnTo>
                <a:lnTo>
                  <a:pt x="116150" y="24352"/>
                </a:lnTo>
                <a:close/>
                <a:moveTo>
                  <a:pt x="130160" y="24352"/>
                </a:moveTo>
                <a:lnTo>
                  <a:pt x="134830" y="24352"/>
                </a:lnTo>
                <a:lnTo>
                  <a:pt x="138166" y="27654"/>
                </a:lnTo>
                <a:lnTo>
                  <a:pt x="138166" y="29822"/>
                </a:lnTo>
                <a:lnTo>
                  <a:pt x="134196" y="25886"/>
                </a:lnTo>
                <a:lnTo>
                  <a:pt x="128626" y="25886"/>
                </a:lnTo>
                <a:close/>
                <a:moveTo>
                  <a:pt x="132629" y="21883"/>
                </a:moveTo>
                <a:lnTo>
                  <a:pt x="135864" y="21883"/>
                </a:lnTo>
                <a:lnTo>
                  <a:pt x="138166" y="24185"/>
                </a:lnTo>
                <a:lnTo>
                  <a:pt x="138166" y="26553"/>
                </a:lnTo>
                <a:lnTo>
                  <a:pt x="135164" y="23551"/>
                </a:lnTo>
                <a:lnTo>
                  <a:pt x="130927" y="23551"/>
                </a:lnTo>
                <a:close/>
                <a:moveTo>
                  <a:pt x="134730" y="19782"/>
                </a:moveTo>
                <a:lnTo>
                  <a:pt x="136731" y="19782"/>
                </a:lnTo>
                <a:lnTo>
                  <a:pt x="138166" y="21216"/>
                </a:lnTo>
                <a:lnTo>
                  <a:pt x="138166" y="23051"/>
                </a:lnTo>
                <a:lnTo>
                  <a:pt x="136198" y="21083"/>
                </a:lnTo>
                <a:lnTo>
                  <a:pt x="133396" y="21083"/>
                </a:lnTo>
                <a:close/>
                <a:moveTo>
                  <a:pt x="134964" y="13744"/>
                </a:moveTo>
                <a:lnTo>
                  <a:pt x="134964" y="12343"/>
                </a:lnTo>
                <a:lnTo>
                  <a:pt x="137599" y="15012"/>
                </a:lnTo>
                <a:lnTo>
                  <a:pt x="133863" y="15012"/>
                </a:lnTo>
                <a:lnTo>
                  <a:pt x="134830" y="14011"/>
                </a:lnTo>
                <a:close/>
                <a:moveTo>
                  <a:pt x="142269" y="14011"/>
                </a:moveTo>
                <a:lnTo>
                  <a:pt x="143236" y="15012"/>
                </a:lnTo>
                <a:lnTo>
                  <a:pt x="139500" y="15012"/>
                </a:lnTo>
                <a:lnTo>
                  <a:pt x="142135" y="12343"/>
                </a:lnTo>
                <a:lnTo>
                  <a:pt x="142135" y="13744"/>
                </a:lnTo>
                <a:close/>
                <a:moveTo>
                  <a:pt x="146172" y="23551"/>
                </a:moveTo>
                <a:lnTo>
                  <a:pt x="142102" y="23551"/>
                </a:lnTo>
                <a:lnTo>
                  <a:pt x="141935" y="23551"/>
                </a:lnTo>
                <a:lnTo>
                  <a:pt x="138933" y="26553"/>
                </a:lnTo>
                <a:lnTo>
                  <a:pt x="138933" y="24185"/>
                </a:lnTo>
                <a:lnTo>
                  <a:pt x="141235" y="21883"/>
                </a:lnTo>
                <a:lnTo>
                  <a:pt x="144504" y="21883"/>
                </a:lnTo>
                <a:close/>
                <a:moveTo>
                  <a:pt x="148473" y="25886"/>
                </a:moveTo>
                <a:lnTo>
                  <a:pt x="143069" y="25886"/>
                </a:lnTo>
                <a:lnTo>
                  <a:pt x="142903" y="25886"/>
                </a:lnTo>
                <a:lnTo>
                  <a:pt x="138966" y="29822"/>
                </a:lnTo>
                <a:lnTo>
                  <a:pt x="138966" y="27654"/>
                </a:lnTo>
                <a:lnTo>
                  <a:pt x="142269" y="24352"/>
                </a:lnTo>
                <a:lnTo>
                  <a:pt x="146972" y="24352"/>
                </a:lnTo>
                <a:close/>
                <a:moveTo>
                  <a:pt x="165752" y="13744"/>
                </a:moveTo>
                <a:lnTo>
                  <a:pt x="165752" y="12343"/>
                </a:lnTo>
                <a:lnTo>
                  <a:pt x="168387" y="15012"/>
                </a:lnTo>
                <a:lnTo>
                  <a:pt x="164651" y="15012"/>
                </a:lnTo>
                <a:lnTo>
                  <a:pt x="165619" y="14011"/>
                </a:lnTo>
                <a:close/>
                <a:moveTo>
                  <a:pt x="173057" y="14011"/>
                </a:moveTo>
                <a:lnTo>
                  <a:pt x="174025" y="15012"/>
                </a:lnTo>
                <a:lnTo>
                  <a:pt x="170289" y="15012"/>
                </a:lnTo>
                <a:lnTo>
                  <a:pt x="172957" y="12343"/>
                </a:lnTo>
                <a:lnTo>
                  <a:pt x="172957" y="13744"/>
                </a:lnTo>
                <a:close/>
                <a:moveTo>
                  <a:pt x="176960" y="23551"/>
                </a:moveTo>
                <a:lnTo>
                  <a:pt x="172724" y="23551"/>
                </a:lnTo>
                <a:lnTo>
                  <a:pt x="169722" y="26553"/>
                </a:lnTo>
                <a:lnTo>
                  <a:pt x="169722" y="24185"/>
                </a:lnTo>
                <a:lnTo>
                  <a:pt x="172023" y="21883"/>
                </a:lnTo>
                <a:lnTo>
                  <a:pt x="175292" y="21883"/>
                </a:lnTo>
                <a:close/>
                <a:moveTo>
                  <a:pt x="179262" y="25886"/>
                </a:moveTo>
                <a:lnTo>
                  <a:pt x="173691" y="25886"/>
                </a:lnTo>
                <a:lnTo>
                  <a:pt x="169755" y="29822"/>
                </a:lnTo>
                <a:lnTo>
                  <a:pt x="169755" y="27654"/>
                </a:lnTo>
                <a:lnTo>
                  <a:pt x="173057" y="24352"/>
                </a:lnTo>
                <a:lnTo>
                  <a:pt x="177727" y="24352"/>
                </a:lnTo>
                <a:close/>
                <a:moveTo>
                  <a:pt x="191737" y="24352"/>
                </a:moveTo>
                <a:lnTo>
                  <a:pt x="196441" y="24352"/>
                </a:lnTo>
                <a:lnTo>
                  <a:pt x="199743" y="27654"/>
                </a:lnTo>
                <a:lnTo>
                  <a:pt x="199743" y="29822"/>
                </a:lnTo>
                <a:lnTo>
                  <a:pt x="195807" y="25886"/>
                </a:lnTo>
                <a:lnTo>
                  <a:pt x="190203" y="25886"/>
                </a:lnTo>
                <a:close/>
                <a:moveTo>
                  <a:pt x="194206" y="21883"/>
                </a:moveTo>
                <a:lnTo>
                  <a:pt x="197441" y="21883"/>
                </a:lnTo>
                <a:lnTo>
                  <a:pt x="199743" y="24185"/>
                </a:lnTo>
                <a:lnTo>
                  <a:pt x="199743" y="26553"/>
                </a:lnTo>
                <a:lnTo>
                  <a:pt x="196741" y="23551"/>
                </a:lnTo>
                <a:lnTo>
                  <a:pt x="192538" y="23551"/>
                </a:lnTo>
                <a:close/>
                <a:moveTo>
                  <a:pt x="196307" y="19782"/>
                </a:moveTo>
                <a:lnTo>
                  <a:pt x="198309" y="19782"/>
                </a:lnTo>
                <a:lnTo>
                  <a:pt x="199743" y="21216"/>
                </a:lnTo>
                <a:lnTo>
                  <a:pt x="199743" y="23051"/>
                </a:lnTo>
                <a:lnTo>
                  <a:pt x="197775" y="21083"/>
                </a:lnTo>
                <a:lnTo>
                  <a:pt x="195006" y="21083"/>
                </a:lnTo>
                <a:close/>
                <a:moveTo>
                  <a:pt x="196541" y="13744"/>
                </a:moveTo>
                <a:lnTo>
                  <a:pt x="196541" y="12343"/>
                </a:lnTo>
                <a:lnTo>
                  <a:pt x="199176" y="15012"/>
                </a:lnTo>
                <a:lnTo>
                  <a:pt x="195440" y="15012"/>
                </a:lnTo>
                <a:lnTo>
                  <a:pt x="196407" y="14011"/>
                </a:lnTo>
                <a:close/>
                <a:moveTo>
                  <a:pt x="203846" y="14011"/>
                </a:moveTo>
                <a:lnTo>
                  <a:pt x="204847" y="15012"/>
                </a:lnTo>
                <a:lnTo>
                  <a:pt x="201077" y="15012"/>
                </a:lnTo>
                <a:lnTo>
                  <a:pt x="203746" y="12343"/>
                </a:lnTo>
                <a:lnTo>
                  <a:pt x="203746" y="13744"/>
                </a:lnTo>
                <a:close/>
                <a:moveTo>
                  <a:pt x="207749" y="23551"/>
                </a:moveTo>
                <a:lnTo>
                  <a:pt x="203679" y="23551"/>
                </a:lnTo>
                <a:lnTo>
                  <a:pt x="203512" y="23551"/>
                </a:lnTo>
                <a:lnTo>
                  <a:pt x="200544" y="26553"/>
                </a:lnTo>
                <a:lnTo>
                  <a:pt x="200544" y="24185"/>
                </a:lnTo>
                <a:lnTo>
                  <a:pt x="202812" y="21883"/>
                </a:lnTo>
                <a:lnTo>
                  <a:pt x="206081" y="21883"/>
                </a:lnTo>
                <a:close/>
                <a:moveTo>
                  <a:pt x="210084" y="25886"/>
                </a:moveTo>
                <a:lnTo>
                  <a:pt x="204647" y="25886"/>
                </a:lnTo>
                <a:lnTo>
                  <a:pt x="204480" y="25886"/>
                </a:lnTo>
                <a:lnTo>
                  <a:pt x="200544" y="29822"/>
                </a:lnTo>
                <a:lnTo>
                  <a:pt x="200544" y="27654"/>
                </a:lnTo>
                <a:lnTo>
                  <a:pt x="203846" y="24352"/>
                </a:lnTo>
                <a:lnTo>
                  <a:pt x="208549" y="24352"/>
                </a:lnTo>
                <a:close/>
                <a:moveTo>
                  <a:pt x="224427" y="40263"/>
                </a:moveTo>
                <a:lnTo>
                  <a:pt x="224427" y="43499"/>
                </a:lnTo>
                <a:lnTo>
                  <a:pt x="222126" y="45800"/>
                </a:lnTo>
                <a:lnTo>
                  <a:pt x="219757" y="45800"/>
                </a:lnTo>
                <a:lnTo>
                  <a:pt x="222760" y="42798"/>
                </a:lnTo>
                <a:lnTo>
                  <a:pt x="222760" y="38562"/>
                </a:lnTo>
                <a:close/>
                <a:moveTo>
                  <a:pt x="226529" y="42365"/>
                </a:moveTo>
                <a:lnTo>
                  <a:pt x="226529" y="44366"/>
                </a:lnTo>
                <a:lnTo>
                  <a:pt x="225128" y="45800"/>
                </a:lnTo>
                <a:lnTo>
                  <a:pt x="223260" y="45800"/>
                </a:lnTo>
                <a:lnTo>
                  <a:pt x="225228" y="43832"/>
                </a:lnTo>
                <a:lnTo>
                  <a:pt x="225228" y="41030"/>
                </a:lnTo>
                <a:close/>
                <a:moveTo>
                  <a:pt x="222760" y="53806"/>
                </a:moveTo>
                <a:lnTo>
                  <a:pt x="222760" y="49570"/>
                </a:lnTo>
                <a:lnTo>
                  <a:pt x="219757" y="46568"/>
                </a:lnTo>
                <a:lnTo>
                  <a:pt x="222126" y="46568"/>
                </a:lnTo>
                <a:lnTo>
                  <a:pt x="224427" y="48869"/>
                </a:lnTo>
                <a:lnTo>
                  <a:pt x="224427" y="52105"/>
                </a:lnTo>
                <a:close/>
                <a:moveTo>
                  <a:pt x="220425" y="56108"/>
                </a:moveTo>
                <a:lnTo>
                  <a:pt x="220425" y="50537"/>
                </a:lnTo>
                <a:lnTo>
                  <a:pt x="216488" y="46568"/>
                </a:lnTo>
                <a:lnTo>
                  <a:pt x="218657" y="46568"/>
                </a:lnTo>
                <a:lnTo>
                  <a:pt x="221959" y="49903"/>
                </a:lnTo>
                <a:lnTo>
                  <a:pt x="221959" y="54573"/>
                </a:lnTo>
                <a:close/>
                <a:moveTo>
                  <a:pt x="224427" y="71052"/>
                </a:moveTo>
                <a:lnTo>
                  <a:pt x="224427" y="74287"/>
                </a:lnTo>
                <a:lnTo>
                  <a:pt x="222126" y="76589"/>
                </a:lnTo>
                <a:lnTo>
                  <a:pt x="219757" y="76589"/>
                </a:lnTo>
                <a:lnTo>
                  <a:pt x="222760" y="73587"/>
                </a:lnTo>
                <a:lnTo>
                  <a:pt x="222760" y="69351"/>
                </a:lnTo>
                <a:close/>
                <a:moveTo>
                  <a:pt x="226529" y="73153"/>
                </a:moveTo>
                <a:lnTo>
                  <a:pt x="226529" y="75155"/>
                </a:lnTo>
                <a:lnTo>
                  <a:pt x="225128" y="76589"/>
                </a:lnTo>
                <a:lnTo>
                  <a:pt x="223260" y="76589"/>
                </a:lnTo>
                <a:lnTo>
                  <a:pt x="225228" y="74621"/>
                </a:lnTo>
                <a:lnTo>
                  <a:pt x="225228" y="71819"/>
                </a:lnTo>
                <a:close/>
                <a:moveTo>
                  <a:pt x="222760" y="84595"/>
                </a:moveTo>
                <a:lnTo>
                  <a:pt x="222760" y="80358"/>
                </a:lnTo>
                <a:lnTo>
                  <a:pt x="219757" y="77356"/>
                </a:lnTo>
                <a:lnTo>
                  <a:pt x="222126" y="77356"/>
                </a:lnTo>
                <a:lnTo>
                  <a:pt x="224427" y="79658"/>
                </a:lnTo>
                <a:lnTo>
                  <a:pt x="224427" y="82894"/>
                </a:lnTo>
                <a:close/>
                <a:moveTo>
                  <a:pt x="220425" y="86896"/>
                </a:moveTo>
                <a:lnTo>
                  <a:pt x="220425" y="81326"/>
                </a:lnTo>
                <a:lnTo>
                  <a:pt x="216488" y="77356"/>
                </a:lnTo>
                <a:lnTo>
                  <a:pt x="218657" y="77356"/>
                </a:lnTo>
                <a:lnTo>
                  <a:pt x="221959" y="80692"/>
                </a:lnTo>
                <a:lnTo>
                  <a:pt x="221959" y="85362"/>
                </a:lnTo>
                <a:close/>
                <a:moveTo>
                  <a:pt x="200544" y="103075"/>
                </a:moveTo>
                <a:lnTo>
                  <a:pt x="201644" y="104175"/>
                </a:lnTo>
                <a:lnTo>
                  <a:pt x="201778" y="104175"/>
                </a:lnTo>
                <a:lnTo>
                  <a:pt x="203179" y="104175"/>
                </a:lnTo>
                <a:lnTo>
                  <a:pt x="200544" y="106811"/>
                </a:lnTo>
                <a:close/>
                <a:moveTo>
                  <a:pt x="199743" y="106811"/>
                </a:moveTo>
                <a:lnTo>
                  <a:pt x="197108" y="104175"/>
                </a:lnTo>
                <a:lnTo>
                  <a:pt x="198476" y="104175"/>
                </a:lnTo>
                <a:lnTo>
                  <a:pt x="198776" y="104042"/>
                </a:lnTo>
                <a:lnTo>
                  <a:pt x="199743" y="103075"/>
                </a:lnTo>
                <a:lnTo>
                  <a:pt x="199743" y="106811"/>
                </a:lnTo>
                <a:close/>
                <a:moveTo>
                  <a:pt x="168954" y="106811"/>
                </a:moveTo>
                <a:lnTo>
                  <a:pt x="166319" y="104175"/>
                </a:lnTo>
                <a:lnTo>
                  <a:pt x="167687" y="104175"/>
                </a:lnTo>
                <a:lnTo>
                  <a:pt x="167854" y="104175"/>
                </a:lnTo>
                <a:lnTo>
                  <a:pt x="168954" y="103075"/>
                </a:lnTo>
                <a:close/>
                <a:moveTo>
                  <a:pt x="138933" y="103075"/>
                </a:moveTo>
                <a:lnTo>
                  <a:pt x="140034" y="104175"/>
                </a:lnTo>
                <a:lnTo>
                  <a:pt x="140201" y="104175"/>
                </a:lnTo>
                <a:lnTo>
                  <a:pt x="141602" y="104175"/>
                </a:lnTo>
                <a:lnTo>
                  <a:pt x="138933" y="106811"/>
                </a:lnTo>
                <a:close/>
                <a:moveTo>
                  <a:pt x="138166" y="106811"/>
                </a:moveTo>
                <a:lnTo>
                  <a:pt x="135531" y="104175"/>
                </a:lnTo>
                <a:lnTo>
                  <a:pt x="136898" y="104175"/>
                </a:lnTo>
                <a:lnTo>
                  <a:pt x="137165" y="104042"/>
                </a:lnTo>
                <a:lnTo>
                  <a:pt x="138166" y="103075"/>
                </a:lnTo>
                <a:lnTo>
                  <a:pt x="138166" y="106811"/>
                </a:lnTo>
                <a:close/>
                <a:moveTo>
                  <a:pt x="107377" y="106811"/>
                </a:moveTo>
                <a:lnTo>
                  <a:pt x="104709" y="104175"/>
                </a:lnTo>
                <a:lnTo>
                  <a:pt x="106110" y="104175"/>
                </a:lnTo>
                <a:lnTo>
                  <a:pt x="106276" y="104175"/>
                </a:lnTo>
                <a:lnTo>
                  <a:pt x="107377" y="103075"/>
                </a:lnTo>
                <a:lnTo>
                  <a:pt x="107377" y="106811"/>
                </a:lnTo>
                <a:close/>
                <a:moveTo>
                  <a:pt x="77356" y="103075"/>
                </a:moveTo>
                <a:lnTo>
                  <a:pt x="78457" y="104175"/>
                </a:lnTo>
                <a:lnTo>
                  <a:pt x="78623" y="104175"/>
                </a:lnTo>
                <a:lnTo>
                  <a:pt x="79991" y="104175"/>
                </a:lnTo>
                <a:lnTo>
                  <a:pt x="77356" y="106811"/>
                </a:lnTo>
                <a:lnTo>
                  <a:pt x="77356" y="103075"/>
                </a:lnTo>
                <a:close/>
                <a:moveTo>
                  <a:pt x="76589" y="106811"/>
                </a:moveTo>
                <a:lnTo>
                  <a:pt x="73920" y="104175"/>
                </a:lnTo>
                <a:lnTo>
                  <a:pt x="75321" y="104175"/>
                </a:lnTo>
                <a:lnTo>
                  <a:pt x="75588" y="104042"/>
                </a:lnTo>
                <a:lnTo>
                  <a:pt x="76555" y="103075"/>
                </a:lnTo>
                <a:lnTo>
                  <a:pt x="76555" y="106811"/>
                </a:lnTo>
                <a:close/>
                <a:moveTo>
                  <a:pt x="45767" y="106811"/>
                </a:moveTo>
                <a:lnTo>
                  <a:pt x="43131" y="104175"/>
                </a:lnTo>
                <a:lnTo>
                  <a:pt x="44532" y="104175"/>
                </a:lnTo>
                <a:lnTo>
                  <a:pt x="44699" y="104175"/>
                </a:lnTo>
                <a:lnTo>
                  <a:pt x="45767" y="103075"/>
                </a:lnTo>
                <a:close/>
                <a:moveTo>
                  <a:pt x="21883" y="82927"/>
                </a:moveTo>
                <a:lnTo>
                  <a:pt x="21883" y="79658"/>
                </a:lnTo>
                <a:lnTo>
                  <a:pt x="24184" y="77356"/>
                </a:lnTo>
                <a:lnTo>
                  <a:pt x="26553" y="77356"/>
                </a:lnTo>
                <a:lnTo>
                  <a:pt x="23551" y="80358"/>
                </a:lnTo>
                <a:lnTo>
                  <a:pt x="23551" y="84595"/>
                </a:lnTo>
                <a:close/>
                <a:moveTo>
                  <a:pt x="19781" y="80792"/>
                </a:moveTo>
                <a:lnTo>
                  <a:pt x="19781" y="78791"/>
                </a:lnTo>
                <a:lnTo>
                  <a:pt x="21182" y="77356"/>
                </a:lnTo>
                <a:lnTo>
                  <a:pt x="23050" y="77356"/>
                </a:lnTo>
                <a:lnTo>
                  <a:pt x="21082" y="79324"/>
                </a:lnTo>
                <a:lnTo>
                  <a:pt x="21082" y="82126"/>
                </a:lnTo>
                <a:close/>
                <a:moveTo>
                  <a:pt x="23551" y="69351"/>
                </a:moveTo>
                <a:lnTo>
                  <a:pt x="23551" y="73587"/>
                </a:lnTo>
                <a:lnTo>
                  <a:pt x="26553" y="76589"/>
                </a:lnTo>
                <a:lnTo>
                  <a:pt x="24184" y="76589"/>
                </a:lnTo>
                <a:lnTo>
                  <a:pt x="21883" y="74287"/>
                </a:lnTo>
                <a:lnTo>
                  <a:pt x="21883" y="71052"/>
                </a:lnTo>
                <a:close/>
                <a:moveTo>
                  <a:pt x="25886" y="67049"/>
                </a:moveTo>
                <a:lnTo>
                  <a:pt x="25886" y="72620"/>
                </a:lnTo>
                <a:lnTo>
                  <a:pt x="29822" y="76589"/>
                </a:lnTo>
                <a:lnTo>
                  <a:pt x="27654" y="76589"/>
                </a:lnTo>
                <a:lnTo>
                  <a:pt x="24351" y="73253"/>
                </a:lnTo>
                <a:lnTo>
                  <a:pt x="24351" y="68583"/>
                </a:lnTo>
                <a:close/>
                <a:moveTo>
                  <a:pt x="21883" y="52105"/>
                </a:moveTo>
                <a:lnTo>
                  <a:pt x="21883" y="48869"/>
                </a:lnTo>
                <a:lnTo>
                  <a:pt x="24184" y="46568"/>
                </a:lnTo>
                <a:lnTo>
                  <a:pt x="26553" y="46568"/>
                </a:lnTo>
                <a:lnTo>
                  <a:pt x="23551" y="49570"/>
                </a:lnTo>
                <a:lnTo>
                  <a:pt x="23551" y="53806"/>
                </a:lnTo>
                <a:close/>
                <a:moveTo>
                  <a:pt x="19781" y="50003"/>
                </a:moveTo>
                <a:lnTo>
                  <a:pt x="19781" y="48002"/>
                </a:lnTo>
                <a:lnTo>
                  <a:pt x="21182" y="46568"/>
                </a:lnTo>
                <a:lnTo>
                  <a:pt x="23050" y="46568"/>
                </a:lnTo>
                <a:lnTo>
                  <a:pt x="21082" y="48536"/>
                </a:lnTo>
                <a:lnTo>
                  <a:pt x="21082" y="51338"/>
                </a:lnTo>
                <a:close/>
                <a:moveTo>
                  <a:pt x="23551" y="38562"/>
                </a:moveTo>
                <a:lnTo>
                  <a:pt x="23551" y="42798"/>
                </a:lnTo>
                <a:lnTo>
                  <a:pt x="26553" y="45800"/>
                </a:lnTo>
                <a:lnTo>
                  <a:pt x="24184" y="45800"/>
                </a:lnTo>
                <a:lnTo>
                  <a:pt x="21883" y="43499"/>
                </a:lnTo>
                <a:lnTo>
                  <a:pt x="21883" y="40230"/>
                </a:lnTo>
                <a:close/>
                <a:moveTo>
                  <a:pt x="25886" y="36260"/>
                </a:moveTo>
                <a:lnTo>
                  <a:pt x="25886" y="41831"/>
                </a:lnTo>
                <a:lnTo>
                  <a:pt x="29822" y="45800"/>
                </a:lnTo>
                <a:lnTo>
                  <a:pt x="27654" y="45800"/>
                </a:lnTo>
                <a:lnTo>
                  <a:pt x="24351" y="42465"/>
                </a:lnTo>
                <a:lnTo>
                  <a:pt x="24351" y="37795"/>
                </a:lnTo>
                <a:close/>
                <a:moveTo>
                  <a:pt x="45767" y="20082"/>
                </a:moveTo>
                <a:lnTo>
                  <a:pt x="44699" y="18981"/>
                </a:lnTo>
                <a:lnTo>
                  <a:pt x="44532" y="18981"/>
                </a:lnTo>
                <a:lnTo>
                  <a:pt x="43131" y="18981"/>
                </a:lnTo>
                <a:lnTo>
                  <a:pt x="45767" y="16346"/>
                </a:lnTo>
                <a:close/>
                <a:moveTo>
                  <a:pt x="46567" y="16346"/>
                </a:moveTo>
                <a:lnTo>
                  <a:pt x="49202" y="18981"/>
                </a:lnTo>
                <a:lnTo>
                  <a:pt x="47835" y="18981"/>
                </a:lnTo>
                <a:lnTo>
                  <a:pt x="47568" y="19115"/>
                </a:lnTo>
                <a:lnTo>
                  <a:pt x="46567" y="20082"/>
                </a:lnTo>
                <a:lnTo>
                  <a:pt x="46567" y="16346"/>
                </a:lnTo>
                <a:close/>
                <a:moveTo>
                  <a:pt x="77356" y="16346"/>
                </a:moveTo>
                <a:lnTo>
                  <a:pt x="80024" y="18981"/>
                </a:lnTo>
                <a:lnTo>
                  <a:pt x="78623" y="18981"/>
                </a:lnTo>
                <a:lnTo>
                  <a:pt x="78457" y="18981"/>
                </a:lnTo>
                <a:lnTo>
                  <a:pt x="77356" y="20082"/>
                </a:lnTo>
                <a:lnTo>
                  <a:pt x="77356" y="16346"/>
                </a:lnTo>
                <a:close/>
                <a:moveTo>
                  <a:pt x="107377" y="20082"/>
                </a:moveTo>
                <a:lnTo>
                  <a:pt x="106276" y="18981"/>
                </a:lnTo>
                <a:lnTo>
                  <a:pt x="106110" y="18981"/>
                </a:lnTo>
                <a:lnTo>
                  <a:pt x="104709" y="18981"/>
                </a:lnTo>
                <a:lnTo>
                  <a:pt x="107377" y="16346"/>
                </a:lnTo>
                <a:lnTo>
                  <a:pt x="107377" y="20082"/>
                </a:lnTo>
                <a:close/>
                <a:moveTo>
                  <a:pt x="108144" y="16346"/>
                </a:moveTo>
                <a:lnTo>
                  <a:pt x="110813" y="18981"/>
                </a:lnTo>
                <a:lnTo>
                  <a:pt x="109412" y="18981"/>
                </a:lnTo>
                <a:lnTo>
                  <a:pt x="109145" y="19115"/>
                </a:lnTo>
                <a:lnTo>
                  <a:pt x="108144" y="20082"/>
                </a:lnTo>
                <a:lnTo>
                  <a:pt x="108144" y="16346"/>
                </a:lnTo>
                <a:close/>
                <a:moveTo>
                  <a:pt x="138933" y="16346"/>
                </a:moveTo>
                <a:lnTo>
                  <a:pt x="141602" y="18981"/>
                </a:lnTo>
                <a:lnTo>
                  <a:pt x="140201" y="18981"/>
                </a:lnTo>
                <a:lnTo>
                  <a:pt x="140034" y="18981"/>
                </a:lnTo>
                <a:lnTo>
                  <a:pt x="138933" y="20082"/>
                </a:lnTo>
                <a:close/>
                <a:moveTo>
                  <a:pt x="168954" y="20082"/>
                </a:moveTo>
                <a:lnTo>
                  <a:pt x="167854" y="18981"/>
                </a:lnTo>
                <a:lnTo>
                  <a:pt x="167687" y="18981"/>
                </a:lnTo>
                <a:lnTo>
                  <a:pt x="166319" y="18981"/>
                </a:lnTo>
                <a:lnTo>
                  <a:pt x="168954" y="16346"/>
                </a:lnTo>
                <a:close/>
                <a:moveTo>
                  <a:pt x="169755" y="16346"/>
                </a:moveTo>
                <a:lnTo>
                  <a:pt x="172390" y="18981"/>
                </a:lnTo>
                <a:lnTo>
                  <a:pt x="170989" y="18981"/>
                </a:lnTo>
                <a:lnTo>
                  <a:pt x="170722" y="19115"/>
                </a:lnTo>
                <a:lnTo>
                  <a:pt x="169755" y="20082"/>
                </a:lnTo>
                <a:lnTo>
                  <a:pt x="169755" y="16346"/>
                </a:lnTo>
                <a:close/>
                <a:moveTo>
                  <a:pt x="200544" y="16346"/>
                </a:moveTo>
                <a:lnTo>
                  <a:pt x="203179" y="18981"/>
                </a:lnTo>
                <a:lnTo>
                  <a:pt x="201778" y="18981"/>
                </a:lnTo>
                <a:lnTo>
                  <a:pt x="201644" y="18981"/>
                </a:lnTo>
                <a:lnTo>
                  <a:pt x="200544" y="20082"/>
                </a:lnTo>
                <a:close/>
                <a:moveTo>
                  <a:pt x="219757" y="96170"/>
                </a:moveTo>
                <a:lnTo>
                  <a:pt x="218457" y="94902"/>
                </a:lnTo>
                <a:lnTo>
                  <a:pt x="218457" y="93568"/>
                </a:lnTo>
                <a:lnTo>
                  <a:pt x="219290" y="92767"/>
                </a:lnTo>
                <a:lnTo>
                  <a:pt x="221092" y="92767"/>
                </a:lnTo>
                <a:lnTo>
                  <a:pt x="219757" y="94102"/>
                </a:lnTo>
                <a:lnTo>
                  <a:pt x="219757" y="96170"/>
                </a:lnTo>
                <a:close/>
                <a:moveTo>
                  <a:pt x="215521" y="95403"/>
                </a:moveTo>
                <a:lnTo>
                  <a:pt x="214654" y="94502"/>
                </a:lnTo>
                <a:lnTo>
                  <a:pt x="213386" y="94502"/>
                </a:lnTo>
                <a:lnTo>
                  <a:pt x="213386" y="93434"/>
                </a:lnTo>
                <a:lnTo>
                  <a:pt x="213286" y="93134"/>
                </a:lnTo>
                <a:lnTo>
                  <a:pt x="212486" y="92367"/>
                </a:lnTo>
                <a:lnTo>
                  <a:pt x="213286" y="91600"/>
                </a:lnTo>
                <a:lnTo>
                  <a:pt x="213386" y="91333"/>
                </a:lnTo>
                <a:lnTo>
                  <a:pt x="213386" y="90232"/>
                </a:lnTo>
                <a:lnTo>
                  <a:pt x="214654" y="90232"/>
                </a:lnTo>
                <a:lnTo>
                  <a:pt x="215521" y="89332"/>
                </a:lnTo>
                <a:lnTo>
                  <a:pt x="216422" y="90232"/>
                </a:lnTo>
                <a:lnTo>
                  <a:pt x="217689" y="90232"/>
                </a:lnTo>
                <a:lnTo>
                  <a:pt x="217689" y="91333"/>
                </a:lnTo>
                <a:lnTo>
                  <a:pt x="217789" y="91600"/>
                </a:lnTo>
                <a:lnTo>
                  <a:pt x="218557" y="92367"/>
                </a:lnTo>
                <a:lnTo>
                  <a:pt x="217789" y="93134"/>
                </a:lnTo>
                <a:lnTo>
                  <a:pt x="217689" y="93434"/>
                </a:lnTo>
                <a:lnTo>
                  <a:pt x="217689" y="94502"/>
                </a:lnTo>
                <a:lnTo>
                  <a:pt x="216422" y="94502"/>
                </a:lnTo>
                <a:close/>
                <a:moveTo>
                  <a:pt x="211318" y="96170"/>
                </a:moveTo>
                <a:lnTo>
                  <a:pt x="211318" y="94135"/>
                </a:lnTo>
                <a:lnTo>
                  <a:pt x="209950" y="92767"/>
                </a:lnTo>
                <a:lnTo>
                  <a:pt x="211785" y="92767"/>
                </a:lnTo>
                <a:lnTo>
                  <a:pt x="212586" y="93601"/>
                </a:lnTo>
                <a:lnTo>
                  <a:pt x="212586" y="94902"/>
                </a:lnTo>
                <a:close/>
                <a:moveTo>
                  <a:pt x="188969" y="96170"/>
                </a:moveTo>
                <a:lnTo>
                  <a:pt x="187668" y="94902"/>
                </a:lnTo>
                <a:lnTo>
                  <a:pt x="187668" y="93568"/>
                </a:lnTo>
                <a:lnTo>
                  <a:pt x="188502" y="92767"/>
                </a:lnTo>
                <a:lnTo>
                  <a:pt x="190303" y="92767"/>
                </a:lnTo>
                <a:lnTo>
                  <a:pt x="188969" y="94102"/>
                </a:lnTo>
                <a:lnTo>
                  <a:pt x="188969" y="96170"/>
                </a:lnTo>
                <a:close/>
                <a:moveTo>
                  <a:pt x="184732" y="95403"/>
                </a:moveTo>
                <a:lnTo>
                  <a:pt x="183865" y="94502"/>
                </a:lnTo>
                <a:lnTo>
                  <a:pt x="182598" y="94502"/>
                </a:lnTo>
                <a:lnTo>
                  <a:pt x="182598" y="93434"/>
                </a:lnTo>
                <a:lnTo>
                  <a:pt x="182464" y="93134"/>
                </a:lnTo>
                <a:lnTo>
                  <a:pt x="181697" y="92367"/>
                </a:lnTo>
                <a:lnTo>
                  <a:pt x="182464" y="91600"/>
                </a:lnTo>
                <a:lnTo>
                  <a:pt x="182598" y="91333"/>
                </a:lnTo>
                <a:lnTo>
                  <a:pt x="182598" y="90232"/>
                </a:lnTo>
                <a:lnTo>
                  <a:pt x="183865" y="90232"/>
                </a:lnTo>
                <a:lnTo>
                  <a:pt x="184732" y="89332"/>
                </a:lnTo>
                <a:lnTo>
                  <a:pt x="185633" y="90232"/>
                </a:lnTo>
                <a:lnTo>
                  <a:pt x="186901" y="90232"/>
                </a:lnTo>
                <a:lnTo>
                  <a:pt x="186901" y="91333"/>
                </a:lnTo>
                <a:lnTo>
                  <a:pt x="187001" y="91600"/>
                </a:lnTo>
                <a:lnTo>
                  <a:pt x="187768" y="92367"/>
                </a:lnTo>
                <a:lnTo>
                  <a:pt x="187001" y="93134"/>
                </a:lnTo>
                <a:lnTo>
                  <a:pt x="186901" y="93434"/>
                </a:lnTo>
                <a:lnTo>
                  <a:pt x="186901" y="94502"/>
                </a:lnTo>
                <a:lnTo>
                  <a:pt x="185633" y="94502"/>
                </a:lnTo>
                <a:close/>
                <a:moveTo>
                  <a:pt x="180529" y="96170"/>
                </a:moveTo>
                <a:lnTo>
                  <a:pt x="180529" y="94135"/>
                </a:lnTo>
                <a:lnTo>
                  <a:pt x="179162" y="92767"/>
                </a:lnTo>
                <a:lnTo>
                  <a:pt x="180996" y="92767"/>
                </a:lnTo>
                <a:lnTo>
                  <a:pt x="181797" y="93601"/>
                </a:lnTo>
                <a:lnTo>
                  <a:pt x="181797" y="94902"/>
                </a:lnTo>
                <a:close/>
                <a:moveTo>
                  <a:pt x="158180" y="96170"/>
                </a:moveTo>
                <a:lnTo>
                  <a:pt x="156879" y="94902"/>
                </a:lnTo>
                <a:lnTo>
                  <a:pt x="156879" y="93568"/>
                </a:lnTo>
                <a:lnTo>
                  <a:pt x="157713" y="92767"/>
                </a:lnTo>
                <a:lnTo>
                  <a:pt x="159514" y="92767"/>
                </a:lnTo>
                <a:lnTo>
                  <a:pt x="158180" y="94102"/>
                </a:lnTo>
                <a:lnTo>
                  <a:pt x="158180" y="96170"/>
                </a:lnTo>
                <a:close/>
                <a:moveTo>
                  <a:pt x="153944" y="95403"/>
                </a:moveTo>
                <a:lnTo>
                  <a:pt x="153076" y="94502"/>
                </a:lnTo>
                <a:lnTo>
                  <a:pt x="151809" y="94502"/>
                </a:lnTo>
                <a:lnTo>
                  <a:pt x="151809" y="93434"/>
                </a:lnTo>
                <a:lnTo>
                  <a:pt x="151675" y="93134"/>
                </a:lnTo>
                <a:lnTo>
                  <a:pt x="150908" y="92367"/>
                </a:lnTo>
                <a:lnTo>
                  <a:pt x="151675" y="91600"/>
                </a:lnTo>
                <a:lnTo>
                  <a:pt x="151809" y="91333"/>
                </a:lnTo>
                <a:lnTo>
                  <a:pt x="151809" y="90232"/>
                </a:lnTo>
                <a:lnTo>
                  <a:pt x="153076" y="90232"/>
                </a:lnTo>
                <a:lnTo>
                  <a:pt x="153944" y="89332"/>
                </a:lnTo>
                <a:lnTo>
                  <a:pt x="154844" y="90232"/>
                </a:lnTo>
                <a:lnTo>
                  <a:pt x="156112" y="90232"/>
                </a:lnTo>
                <a:lnTo>
                  <a:pt x="156112" y="91333"/>
                </a:lnTo>
                <a:lnTo>
                  <a:pt x="156212" y="91600"/>
                </a:lnTo>
                <a:lnTo>
                  <a:pt x="156979" y="92367"/>
                </a:lnTo>
                <a:lnTo>
                  <a:pt x="156212" y="93134"/>
                </a:lnTo>
                <a:lnTo>
                  <a:pt x="156112" y="93434"/>
                </a:lnTo>
                <a:lnTo>
                  <a:pt x="156112" y="94502"/>
                </a:lnTo>
                <a:lnTo>
                  <a:pt x="154844" y="94502"/>
                </a:lnTo>
                <a:close/>
                <a:moveTo>
                  <a:pt x="149741" y="96170"/>
                </a:moveTo>
                <a:lnTo>
                  <a:pt x="149741" y="94135"/>
                </a:lnTo>
                <a:lnTo>
                  <a:pt x="148373" y="92767"/>
                </a:lnTo>
                <a:lnTo>
                  <a:pt x="150208" y="92767"/>
                </a:lnTo>
                <a:lnTo>
                  <a:pt x="151008" y="93601"/>
                </a:lnTo>
                <a:lnTo>
                  <a:pt x="151008" y="94902"/>
                </a:lnTo>
                <a:close/>
                <a:moveTo>
                  <a:pt x="127391" y="96170"/>
                </a:moveTo>
                <a:lnTo>
                  <a:pt x="126091" y="94902"/>
                </a:lnTo>
                <a:lnTo>
                  <a:pt x="126091" y="93568"/>
                </a:lnTo>
                <a:lnTo>
                  <a:pt x="126924" y="92767"/>
                </a:lnTo>
                <a:lnTo>
                  <a:pt x="128726" y="92767"/>
                </a:lnTo>
                <a:lnTo>
                  <a:pt x="127391" y="94102"/>
                </a:lnTo>
                <a:lnTo>
                  <a:pt x="127391" y="96170"/>
                </a:lnTo>
                <a:close/>
                <a:moveTo>
                  <a:pt x="123155" y="95403"/>
                </a:moveTo>
                <a:lnTo>
                  <a:pt x="122254" y="94502"/>
                </a:lnTo>
                <a:lnTo>
                  <a:pt x="121020" y="94502"/>
                </a:lnTo>
                <a:lnTo>
                  <a:pt x="121020" y="93434"/>
                </a:lnTo>
                <a:lnTo>
                  <a:pt x="120887" y="93134"/>
                </a:lnTo>
                <a:lnTo>
                  <a:pt x="120120" y="92367"/>
                </a:lnTo>
                <a:lnTo>
                  <a:pt x="120887" y="91600"/>
                </a:lnTo>
                <a:lnTo>
                  <a:pt x="121020" y="91333"/>
                </a:lnTo>
                <a:lnTo>
                  <a:pt x="121020" y="90232"/>
                </a:lnTo>
                <a:lnTo>
                  <a:pt x="122254" y="90232"/>
                </a:lnTo>
                <a:lnTo>
                  <a:pt x="123155" y="89332"/>
                </a:lnTo>
                <a:lnTo>
                  <a:pt x="124056" y="90232"/>
                </a:lnTo>
                <a:lnTo>
                  <a:pt x="125290" y="90232"/>
                </a:lnTo>
                <a:lnTo>
                  <a:pt x="125290" y="91333"/>
                </a:lnTo>
                <a:lnTo>
                  <a:pt x="125423" y="91600"/>
                </a:lnTo>
                <a:lnTo>
                  <a:pt x="126191" y="92367"/>
                </a:lnTo>
                <a:lnTo>
                  <a:pt x="125423" y="93134"/>
                </a:lnTo>
                <a:lnTo>
                  <a:pt x="125290" y="93434"/>
                </a:lnTo>
                <a:lnTo>
                  <a:pt x="125290" y="94502"/>
                </a:lnTo>
                <a:lnTo>
                  <a:pt x="124056" y="94502"/>
                </a:lnTo>
                <a:close/>
                <a:moveTo>
                  <a:pt x="118952" y="96170"/>
                </a:moveTo>
                <a:lnTo>
                  <a:pt x="118952" y="94135"/>
                </a:lnTo>
                <a:lnTo>
                  <a:pt x="117584" y="92767"/>
                </a:lnTo>
                <a:lnTo>
                  <a:pt x="119386" y="92767"/>
                </a:lnTo>
                <a:lnTo>
                  <a:pt x="120220" y="93601"/>
                </a:lnTo>
                <a:lnTo>
                  <a:pt x="120220" y="94902"/>
                </a:lnTo>
                <a:close/>
                <a:moveTo>
                  <a:pt x="96569" y="96170"/>
                </a:moveTo>
                <a:lnTo>
                  <a:pt x="95302" y="94902"/>
                </a:lnTo>
                <a:lnTo>
                  <a:pt x="95302" y="93568"/>
                </a:lnTo>
                <a:lnTo>
                  <a:pt x="96136" y="92767"/>
                </a:lnTo>
                <a:lnTo>
                  <a:pt x="97937" y="92767"/>
                </a:lnTo>
                <a:lnTo>
                  <a:pt x="96569" y="94102"/>
                </a:lnTo>
                <a:lnTo>
                  <a:pt x="96569" y="96170"/>
                </a:lnTo>
                <a:close/>
                <a:moveTo>
                  <a:pt x="92366" y="95403"/>
                </a:moveTo>
                <a:lnTo>
                  <a:pt x="91466" y="94502"/>
                </a:lnTo>
                <a:lnTo>
                  <a:pt x="90232" y="94502"/>
                </a:lnTo>
                <a:lnTo>
                  <a:pt x="90232" y="93434"/>
                </a:lnTo>
                <a:lnTo>
                  <a:pt x="90098" y="93134"/>
                </a:lnTo>
                <a:lnTo>
                  <a:pt x="89331" y="92367"/>
                </a:lnTo>
                <a:lnTo>
                  <a:pt x="90098" y="91600"/>
                </a:lnTo>
                <a:lnTo>
                  <a:pt x="90232" y="91333"/>
                </a:lnTo>
                <a:lnTo>
                  <a:pt x="90232" y="90232"/>
                </a:lnTo>
                <a:lnTo>
                  <a:pt x="91466" y="90232"/>
                </a:lnTo>
                <a:lnTo>
                  <a:pt x="92366" y="89332"/>
                </a:lnTo>
                <a:lnTo>
                  <a:pt x="93267" y="90232"/>
                </a:lnTo>
                <a:lnTo>
                  <a:pt x="94501" y="90232"/>
                </a:lnTo>
                <a:lnTo>
                  <a:pt x="94501" y="91333"/>
                </a:lnTo>
                <a:lnTo>
                  <a:pt x="94635" y="91600"/>
                </a:lnTo>
                <a:lnTo>
                  <a:pt x="95402" y="92367"/>
                </a:lnTo>
                <a:lnTo>
                  <a:pt x="94635" y="93134"/>
                </a:lnTo>
                <a:lnTo>
                  <a:pt x="94501" y="93434"/>
                </a:lnTo>
                <a:lnTo>
                  <a:pt x="94501" y="94502"/>
                </a:lnTo>
                <a:lnTo>
                  <a:pt x="93267" y="94502"/>
                </a:lnTo>
                <a:close/>
                <a:moveTo>
                  <a:pt x="88130" y="96170"/>
                </a:moveTo>
                <a:lnTo>
                  <a:pt x="88130" y="94135"/>
                </a:lnTo>
                <a:lnTo>
                  <a:pt x="86796" y="92767"/>
                </a:lnTo>
                <a:lnTo>
                  <a:pt x="88597" y="92767"/>
                </a:lnTo>
                <a:lnTo>
                  <a:pt x="89431" y="93601"/>
                </a:lnTo>
                <a:lnTo>
                  <a:pt x="89431" y="94902"/>
                </a:lnTo>
                <a:close/>
                <a:moveTo>
                  <a:pt x="65781" y="96170"/>
                </a:moveTo>
                <a:lnTo>
                  <a:pt x="64513" y="94902"/>
                </a:lnTo>
                <a:lnTo>
                  <a:pt x="64513" y="93568"/>
                </a:lnTo>
                <a:lnTo>
                  <a:pt x="65347" y="92767"/>
                </a:lnTo>
                <a:lnTo>
                  <a:pt x="67148" y="92767"/>
                </a:lnTo>
                <a:lnTo>
                  <a:pt x="65781" y="94102"/>
                </a:lnTo>
                <a:close/>
                <a:moveTo>
                  <a:pt x="61578" y="95403"/>
                </a:moveTo>
                <a:lnTo>
                  <a:pt x="60677" y="94502"/>
                </a:lnTo>
                <a:lnTo>
                  <a:pt x="59410" y="94502"/>
                </a:lnTo>
                <a:lnTo>
                  <a:pt x="59410" y="93434"/>
                </a:lnTo>
                <a:lnTo>
                  <a:pt x="59310" y="93134"/>
                </a:lnTo>
                <a:lnTo>
                  <a:pt x="58542" y="92367"/>
                </a:lnTo>
                <a:lnTo>
                  <a:pt x="59310" y="91600"/>
                </a:lnTo>
                <a:lnTo>
                  <a:pt x="59410" y="91333"/>
                </a:lnTo>
                <a:lnTo>
                  <a:pt x="59410" y="90232"/>
                </a:lnTo>
                <a:lnTo>
                  <a:pt x="60677" y="90232"/>
                </a:lnTo>
                <a:lnTo>
                  <a:pt x="61578" y="89332"/>
                </a:lnTo>
                <a:lnTo>
                  <a:pt x="62445" y="90232"/>
                </a:lnTo>
                <a:lnTo>
                  <a:pt x="63713" y="90232"/>
                </a:lnTo>
                <a:lnTo>
                  <a:pt x="63713" y="91333"/>
                </a:lnTo>
                <a:lnTo>
                  <a:pt x="63846" y="91600"/>
                </a:lnTo>
                <a:lnTo>
                  <a:pt x="64613" y="92367"/>
                </a:lnTo>
                <a:lnTo>
                  <a:pt x="63846" y="93134"/>
                </a:lnTo>
                <a:lnTo>
                  <a:pt x="63713" y="93434"/>
                </a:lnTo>
                <a:lnTo>
                  <a:pt x="63713" y="94502"/>
                </a:lnTo>
                <a:lnTo>
                  <a:pt x="62445" y="94502"/>
                </a:lnTo>
                <a:close/>
                <a:moveTo>
                  <a:pt x="57341" y="96170"/>
                </a:moveTo>
                <a:lnTo>
                  <a:pt x="57341" y="94135"/>
                </a:lnTo>
                <a:lnTo>
                  <a:pt x="56007" y="92767"/>
                </a:lnTo>
                <a:lnTo>
                  <a:pt x="57808" y="92767"/>
                </a:lnTo>
                <a:lnTo>
                  <a:pt x="58642" y="93601"/>
                </a:lnTo>
                <a:lnTo>
                  <a:pt x="58642" y="94902"/>
                </a:lnTo>
                <a:close/>
                <a:moveTo>
                  <a:pt x="34992" y="96170"/>
                </a:moveTo>
                <a:lnTo>
                  <a:pt x="33725" y="94902"/>
                </a:lnTo>
                <a:lnTo>
                  <a:pt x="33725" y="93568"/>
                </a:lnTo>
                <a:lnTo>
                  <a:pt x="34525" y="92767"/>
                </a:lnTo>
                <a:lnTo>
                  <a:pt x="36360" y="92767"/>
                </a:lnTo>
                <a:lnTo>
                  <a:pt x="34992" y="94102"/>
                </a:lnTo>
                <a:close/>
                <a:moveTo>
                  <a:pt x="30789" y="95403"/>
                </a:moveTo>
                <a:lnTo>
                  <a:pt x="29889" y="94502"/>
                </a:lnTo>
                <a:lnTo>
                  <a:pt x="28621" y="94502"/>
                </a:lnTo>
                <a:lnTo>
                  <a:pt x="28621" y="93434"/>
                </a:lnTo>
                <a:lnTo>
                  <a:pt x="28521" y="93134"/>
                </a:lnTo>
                <a:lnTo>
                  <a:pt x="27754" y="92367"/>
                </a:lnTo>
                <a:lnTo>
                  <a:pt x="28521" y="91600"/>
                </a:lnTo>
                <a:lnTo>
                  <a:pt x="28621" y="91333"/>
                </a:lnTo>
                <a:lnTo>
                  <a:pt x="28621" y="90232"/>
                </a:lnTo>
                <a:lnTo>
                  <a:pt x="29889" y="90232"/>
                </a:lnTo>
                <a:lnTo>
                  <a:pt x="30789" y="89332"/>
                </a:lnTo>
                <a:lnTo>
                  <a:pt x="31656" y="90232"/>
                </a:lnTo>
                <a:lnTo>
                  <a:pt x="32924" y="90232"/>
                </a:lnTo>
                <a:lnTo>
                  <a:pt x="32924" y="91333"/>
                </a:lnTo>
                <a:lnTo>
                  <a:pt x="33057" y="91600"/>
                </a:lnTo>
                <a:lnTo>
                  <a:pt x="33825" y="92367"/>
                </a:lnTo>
                <a:lnTo>
                  <a:pt x="33057" y="93134"/>
                </a:lnTo>
                <a:lnTo>
                  <a:pt x="32924" y="93434"/>
                </a:lnTo>
                <a:lnTo>
                  <a:pt x="32924" y="94502"/>
                </a:lnTo>
                <a:lnTo>
                  <a:pt x="31656" y="94502"/>
                </a:lnTo>
                <a:close/>
                <a:moveTo>
                  <a:pt x="26553" y="96170"/>
                </a:moveTo>
                <a:lnTo>
                  <a:pt x="26553" y="94135"/>
                </a:lnTo>
                <a:lnTo>
                  <a:pt x="25219" y="92767"/>
                </a:lnTo>
                <a:lnTo>
                  <a:pt x="27020" y="92767"/>
                </a:lnTo>
                <a:lnTo>
                  <a:pt x="27854" y="93601"/>
                </a:lnTo>
                <a:lnTo>
                  <a:pt x="27854" y="94902"/>
                </a:lnTo>
                <a:close/>
                <a:moveTo>
                  <a:pt x="26553" y="26987"/>
                </a:moveTo>
                <a:lnTo>
                  <a:pt x="27854" y="28254"/>
                </a:lnTo>
                <a:lnTo>
                  <a:pt x="27854" y="29555"/>
                </a:lnTo>
                <a:lnTo>
                  <a:pt x="27020" y="30389"/>
                </a:lnTo>
                <a:lnTo>
                  <a:pt x="25219" y="30389"/>
                </a:lnTo>
                <a:lnTo>
                  <a:pt x="26553" y="29055"/>
                </a:lnTo>
                <a:lnTo>
                  <a:pt x="26553" y="26987"/>
                </a:lnTo>
                <a:close/>
                <a:moveTo>
                  <a:pt x="30789" y="27754"/>
                </a:moveTo>
                <a:lnTo>
                  <a:pt x="31656" y="28655"/>
                </a:lnTo>
                <a:lnTo>
                  <a:pt x="32924" y="28655"/>
                </a:lnTo>
                <a:lnTo>
                  <a:pt x="32924" y="29722"/>
                </a:lnTo>
                <a:lnTo>
                  <a:pt x="33057" y="30022"/>
                </a:lnTo>
                <a:lnTo>
                  <a:pt x="33825" y="30790"/>
                </a:lnTo>
                <a:lnTo>
                  <a:pt x="33057" y="31557"/>
                </a:lnTo>
                <a:lnTo>
                  <a:pt x="32924" y="31824"/>
                </a:lnTo>
                <a:lnTo>
                  <a:pt x="32924" y="32924"/>
                </a:lnTo>
                <a:lnTo>
                  <a:pt x="31656" y="32924"/>
                </a:lnTo>
                <a:lnTo>
                  <a:pt x="30789" y="33825"/>
                </a:lnTo>
                <a:lnTo>
                  <a:pt x="29889" y="32924"/>
                </a:lnTo>
                <a:lnTo>
                  <a:pt x="28621" y="32924"/>
                </a:lnTo>
                <a:lnTo>
                  <a:pt x="28621" y="31824"/>
                </a:lnTo>
                <a:lnTo>
                  <a:pt x="28521" y="31557"/>
                </a:lnTo>
                <a:lnTo>
                  <a:pt x="27754" y="30790"/>
                </a:lnTo>
                <a:lnTo>
                  <a:pt x="28521" y="30022"/>
                </a:lnTo>
                <a:lnTo>
                  <a:pt x="28621" y="29722"/>
                </a:lnTo>
                <a:lnTo>
                  <a:pt x="28621" y="28655"/>
                </a:lnTo>
                <a:lnTo>
                  <a:pt x="29889" y="28655"/>
                </a:lnTo>
                <a:close/>
                <a:moveTo>
                  <a:pt x="34992" y="26987"/>
                </a:moveTo>
                <a:lnTo>
                  <a:pt x="34992" y="29022"/>
                </a:lnTo>
                <a:lnTo>
                  <a:pt x="36360" y="30389"/>
                </a:lnTo>
                <a:lnTo>
                  <a:pt x="34525" y="30389"/>
                </a:lnTo>
                <a:lnTo>
                  <a:pt x="33725" y="29555"/>
                </a:lnTo>
                <a:lnTo>
                  <a:pt x="33725" y="28254"/>
                </a:lnTo>
                <a:close/>
                <a:moveTo>
                  <a:pt x="57341" y="26987"/>
                </a:moveTo>
                <a:lnTo>
                  <a:pt x="58642" y="28254"/>
                </a:lnTo>
                <a:lnTo>
                  <a:pt x="58642" y="29555"/>
                </a:lnTo>
                <a:lnTo>
                  <a:pt x="57808" y="30389"/>
                </a:lnTo>
                <a:lnTo>
                  <a:pt x="56007" y="30389"/>
                </a:lnTo>
                <a:lnTo>
                  <a:pt x="57341" y="29055"/>
                </a:lnTo>
                <a:close/>
                <a:moveTo>
                  <a:pt x="61578" y="27754"/>
                </a:moveTo>
                <a:lnTo>
                  <a:pt x="62445" y="28655"/>
                </a:lnTo>
                <a:lnTo>
                  <a:pt x="63713" y="28655"/>
                </a:lnTo>
                <a:lnTo>
                  <a:pt x="63713" y="29722"/>
                </a:lnTo>
                <a:lnTo>
                  <a:pt x="63846" y="30022"/>
                </a:lnTo>
                <a:lnTo>
                  <a:pt x="64613" y="30790"/>
                </a:lnTo>
                <a:lnTo>
                  <a:pt x="63846" y="31557"/>
                </a:lnTo>
                <a:lnTo>
                  <a:pt x="63713" y="31824"/>
                </a:lnTo>
                <a:lnTo>
                  <a:pt x="63713" y="32924"/>
                </a:lnTo>
                <a:lnTo>
                  <a:pt x="62445" y="32924"/>
                </a:lnTo>
                <a:lnTo>
                  <a:pt x="61578" y="33825"/>
                </a:lnTo>
                <a:lnTo>
                  <a:pt x="60677" y="32924"/>
                </a:lnTo>
                <a:lnTo>
                  <a:pt x="59410" y="32924"/>
                </a:lnTo>
                <a:lnTo>
                  <a:pt x="59410" y="31824"/>
                </a:lnTo>
                <a:lnTo>
                  <a:pt x="59310" y="31557"/>
                </a:lnTo>
                <a:lnTo>
                  <a:pt x="58542" y="30790"/>
                </a:lnTo>
                <a:lnTo>
                  <a:pt x="59310" y="30022"/>
                </a:lnTo>
                <a:lnTo>
                  <a:pt x="59410" y="29722"/>
                </a:lnTo>
                <a:lnTo>
                  <a:pt x="59410" y="28655"/>
                </a:lnTo>
                <a:lnTo>
                  <a:pt x="60677" y="28655"/>
                </a:lnTo>
                <a:close/>
                <a:moveTo>
                  <a:pt x="65781" y="26987"/>
                </a:moveTo>
                <a:lnTo>
                  <a:pt x="65781" y="29022"/>
                </a:lnTo>
                <a:lnTo>
                  <a:pt x="67148" y="30389"/>
                </a:lnTo>
                <a:lnTo>
                  <a:pt x="65347" y="30389"/>
                </a:lnTo>
                <a:lnTo>
                  <a:pt x="64513" y="29555"/>
                </a:lnTo>
                <a:lnTo>
                  <a:pt x="64513" y="28254"/>
                </a:lnTo>
                <a:close/>
                <a:moveTo>
                  <a:pt x="88130" y="26987"/>
                </a:moveTo>
                <a:lnTo>
                  <a:pt x="89431" y="28254"/>
                </a:lnTo>
                <a:lnTo>
                  <a:pt x="89431" y="29555"/>
                </a:lnTo>
                <a:lnTo>
                  <a:pt x="88597" y="30389"/>
                </a:lnTo>
                <a:lnTo>
                  <a:pt x="86796" y="30389"/>
                </a:lnTo>
                <a:lnTo>
                  <a:pt x="88130" y="29055"/>
                </a:lnTo>
                <a:lnTo>
                  <a:pt x="88130" y="26987"/>
                </a:lnTo>
                <a:close/>
                <a:moveTo>
                  <a:pt x="92366" y="27754"/>
                </a:moveTo>
                <a:lnTo>
                  <a:pt x="93267" y="28655"/>
                </a:lnTo>
                <a:lnTo>
                  <a:pt x="94501" y="28655"/>
                </a:lnTo>
                <a:lnTo>
                  <a:pt x="94501" y="29722"/>
                </a:lnTo>
                <a:lnTo>
                  <a:pt x="94635" y="30022"/>
                </a:lnTo>
                <a:lnTo>
                  <a:pt x="95402" y="30790"/>
                </a:lnTo>
                <a:lnTo>
                  <a:pt x="94635" y="31557"/>
                </a:lnTo>
                <a:lnTo>
                  <a:pt x="94501" y="31824"/>
                </a:lnTo>
                <a:lnTo>
                  <a:pt x="94501" y="32924"/>
                </a:lnTo>
                <a:lnTo>
                  <a:pt x="93267" y="32924"/>
                </a:lnTo>
                <a:lnTo>
                  <a:pt x="92366" y="33825"/>
                </a:lnTo>
                <a:lnTo>
                  <a:pt x="91466" y="32924"/>
                </a:lnTo>
                <a:lnTo>
                  <a:pt x="90232" y="32924"/>
                </a:lnTo>
                <a:lnTo>
                  <a:pt x="90232" y="31824"/>
                </a:lnTo>
                <a:lnTo>
                  <a:pt x="90098" y="31557"/>
                </a:lnTo>
                <a:lnTo>
                  <a:pt x="89331" y="30790"/>
                </a:lnTo>
                <a:lnTo>
                  <a:pt x="90098" y="30022"/>
                </a:lnTo>
                <a:lnTo>
                  <a:pt x="90232" y="29722"/>
                </a:lnTo>
                <a:lnTo>
                  <a:pt x="90232" y="28655"/>
                </a:lnTo>
                <a:lnTo>
                  <a:pt x="91466" y="28655"/>
                </a:lnTo>
                <a:close/>
                <a:moveTo>
                  <a:pt x="96569" y="26987"/>
                </a:moveTo>
                <a:lnTo>
                  <a:pt x="96569" y="29022"/>
                </a:lnTo>
                <a:lnTo>
                  <a:pt x="97937" y="30389"/>
                </a:lnTo>
                <a:lnTo>
                  <a:pt x="96136" y="30389"/>
                </a:lnTo>
                <a:lnTo>
                  <a:pt x="95302" y="29555"/>
                </a:lnTo>
                <a:lnTo>
                  <a:pt x="95302" y="28254"/>
                </a:lnTo>
                <a:close/>
                <a:moveTo>
                  <a:pt x="118952" y="26987"/>
                </a:moveTo>
                <a:lnTo>
                  <a:pt x="120220" y="28254"/>
                </a:lnTo>
                <a:lnTo>
                  <a:pt x="120220" y="29555"/>
                </a:lnTo>
                <a:lnTo>
                  <a:pt x="119386" y="30389"/>
                </a:lnTo>
                <a:lnTo>
                  <a:pt x="117584" y="30389"/>
                </a:lnTo>
                <a:lnTo>
                  <a:pt x="118952" y="29055"/>
                </a:lnTo>
                <a:lnTo>
                  <a:pt x="118952" y="26987"/>
                </a:lnTo>
                <a:close/>
                <a:moveTo>
                  <a:pt x="123155" y="27754"/>
                </a:moveTo>
                <a:lnTo>
                  <a:pt x="124056" y="28655"/>
                </a:lnTo>
                <a:lnTo>
                  <a:pt x="125290" y="28655"/>
                </a:lnTo>
                <a:lnTo>
                  <a:pt x="125290" y="29722"/>
                </a:lnTo>
                <a:lnTo>
                  <a:pt x="125423" y="30022"/>
                </a:lnTo>
                <a:lnTo>
                  <a:pt x="126191" y="30790"/>
                </a:lnTo>
                <a:lnTo>
                  <a:pt x="125423" y="31557"/>
                </a:lnTo>
                <a:lnTo>
                  <a:pt x="125290" y="31824"/>
                </a:lnTo>
                <a:lnTo>
                  <a:pt x="125290" y="32924"/>
                </a:lnTo>
                <a:lnTo>
                  <a:pt x="124056" y="32924"/>
                </a:lnTo>
                <a:lnTo>
                  <a:pt x="123155" y="33825"/>
                </a:lnTo>
                <a:lnTo>
                  <a:pt x="122254" y="32924"/>
                </a:lnTo>
                <a:lnTo>
                  <a:pt x="121020" y="32924"/>
                </a:lnTo>
                <a:lnTo>
                  <a:pt x="121020" y="31857"/>
                </a:lnTo>
                <a:lnTo>
                  <a:pt x="120887" y="31557"/>
                </a:lnTo>
                <a:lnTo>
                  <a:pt x="120120" y="30790"/>
                </a:lnTo>
                <a:lnTo>
                  <a:pt x="120887" y="30022"/>
                </a:lnTo>
                <a:lnTo>
                  <a:pt x="121020" y="29722"/>
                </a:lnTo>
                <a:lnTo>
                  <a:pt x="121020" y="28655"/>
                </a:lnTo>
                <a:lnTo>
                  <a:pt x="122254" y="28655"/>
                </a:lnTo>
                <a:close/>
                <a:moveTo>
                  <a:pt x="127391" y="26987"/>
                </a:moveTo>
                <a:lnTo>
                  <a:pt x="127391" y="29022"/>
                </a:lnTo>
                <a:lnTo>
                  <a:pt x="128726" y="30389"/>
                </a:lnTo>
                <a:lnTo>
                  <a:pt x="126924" y="30389"/>
                </a:lnTo>
                <a:lnTo>
                  <a:pt x="126091" y="29555"/>
                </a:lnTo>
                <a:lnTo>
                  <a:pt x="126091" y="28254"/>
                </a:lnTo>
                <a:close/>
                <a:moveTo>
                  <a:pt x="149741" y="26987"/>
                </a:moveTo>
                <a:lnTo>
                  <a:pt x="151008" y="28254"/>
                </a:lnTo>
                <a:lnTo>
                  <a:pt x="151008" y="29555"/>
                </a:lnTo>
                <a:lnTo>
                  <a:pt x="150174" y="30389"/>
                </a:lnTo>
                <a:lnTo>
                  <a:pt x="148373" y="30389"/>
                </a:lnTo>
                <a:lnTo>
                  <a:pt x="149741" y="29055"/>
                </a:lnTo>
                <a:lnTo>
                  <a:pt x="149741" y="26987"/>
                </a:lnTo>
                <a:close/>
                <a:moveTo>
                  <a:pt x="153944" y="27754"/>
                </a:moveTo>
                <a:lnTo>
                  <a:pt x="154844" y="28655"/>
                </a:lnTo>
                <a:lnTo>
                  <a:pt x="156112" y="28655"/>
                </a:lnTo>
                <a:lnTo>
                  <a:pt x="156112" y="29722"/>
                </a:lnTo>
                <a:lnTo>
                  <a:pt x="156212" y="30022"/>
                </a:lnTo>
                <a:lnTo>
                  <a:pt x="156979" y="30790"/>
                </a:lnTo>
                <a:lnTo>
                  <a:pt x="156212" y="31557"/>
                </a:lnTo>
                <a:lnTo>
                  <a:pt x="156112" y="31824"/>
                </a:lnTo>
                <a:lnTo>
                  <a:pt x="156112" y="32924"/>
                </a:lnTo>
                <a:lnTo>
                  <a:pt x="154844" y="32924"/>
                </a:lnTo>
                <a:lnTo>
                  <a:pt x="153944" y="33825"/>
                </a:lnTo>
                <a:lnTo>
                  <a:pt x="153076" y="32924"/>
                </a:lnTo>
                <a:lnTo>
                  <a:pt x="151809" y="32924"/>
                </a:lnTo>
                <a:lnTo>
                  <a:pt x="151809" y="31824"/>
                </a:lnTo>
                <a:lnTo>
                  <a:pt x="151675" y="31557"/>
                </a:lnTo>
                <a:lnTo>
                  <a:pt x="150908" y="30790"/>
                </a:lnTo>
                <a:lnTo>
                  <a:pt x="151675" y="30022"/>
                </a:lnTo>
                <a:lnTo>
                  <a:pt x="151809" y="29722"/>
                </a:lnTo>
                <a:lnTo>
                  <a:pt x="151809" y="28655"/>
                </a:lnTo>
                <a:lnTo>
                  <a:pt x="153076" y="28655"/>
                </a:lnTo>
                <a:close/>
                <a:moveTo>
                  <a:pt x="158180" y="26987"/>
                </a:moveTo>
                <a:lnTo>
                  <a:pt x="158180" y="29022"/>
                </a:lnTo>
                <a:lnTo>
                  <a:pt x="159514" y="30389"/>
                </a:lnTo>
                <a:lnTo>
                  <a:pt x="157713" y="30389"/>
                </a:lnTo>
                <a:lnTo>
                  <a:pt x="156879" y="29555"/>
                </a:lnTo>
                <a:lnTo>
                  <a:pt x="156879" y="28254"/>
                </a:lnTo>
                <a:close/>
                <a:moveTo>
                  <a:pt x="180529" y="26987"/>
                </a:moveTo>
                <a:lnTo>
                  <a:pt x="181797" y="28254"/>
                </a:lnTo>
                <a:lnTo>
                  <a:pt x="181797" y="29555"/>
                </a:lnTo>
                <a:lnTo>
                  <a:pt x="180963" y="30389"/>
                </a:lnTo>
                <a:lnTo>
                  <a:pt x="179162" y="30389"/>
                </a:lnTo>
                <a:lnTo>
                  <a:pt x="180529" y="29055"/>
                </a:lnTo>
                <a:lnTo>
                  <a:pt x="180529" y="26987"/>
                </a:lnTo>
                <a:close/>
                <a:moveTo>
                  <a:pt x="184732" y="27754"/>
                </a:moveTo>
                <a:lnTo>
                  <a:pt x="185633" y="28655"/>
                </a:lnTo>
                <a:lnTo>
                  <a:pt x="186901" y="28655"/>
                </a:lnTo>
                <a:lnTo>
                  <a:pt x="186901" y="29722"/>
                </a:lnTo>
                <a:lnTo>
                  <a:pt x="187001" y="30022"/>
                </a:lnTo>
                <a:lnTo>
                  <a:pt x="187768" y="30790"/>
                </a:lnTo>
                <a:lnTo>
                  <a:pt x="187001" y="31557"/>
                </a:lnTo>
                <a:lnTo>
                  <a:pt x="186901" y="31824"/>
                </a:lnTo>
                <a:lnTo>
                  <a:pt x="186901" y="32924"/>
                </a:lnTo>
                <a:lnTo>
                  <a:pt x="185633" y="32924"/>
                </a:lnTo>
                <a:lnTo>
                  <a:pt x="184732" y="33825"/>
                </a:lnTo>
                <a:lnTo>
                  <a:pt x="183865" y="32924"/>
                </a:lnTo>
                <a:lnTo>
                  <a:pt x="182598" y="32924"/>
                </a:lnTo>
                <a:lnTo>
                  <a:pt x="182598" y="31824"/>
                </a:lnTo>
                <a:lnTo>
                  <a:pt x="182464" y="31557"/>
                </a:lnTo>
                <a:lnTo>
                  <a:pt x="181697" y="30790"/>
                </a:lnTo>
                <a:lnTo>
                  <a:pt x="182464" y="30022"/>
                </a:lnTo>
                <a:lnTo>
                  <a:pt x="182598" y="29722"/>
                </a:lnTo>
                <a:lnTo>
                  <a:pt x="182598" y="28655"/>
                </a:lnTo>
                <a:lnTo>
                  <a:pt x="183865" y="28655"/>
                </a:lnTo>
                <a:close/>
                <a:moveTo>
                  <a:pt x="188969" y="26987"/>
                </a:moveTo>
                <a:lnTo>
                  <a:pt x="188969" y="29022"/>
                </a:lnTo>
                <a:lnTo>
                  <a:pt x="190303" y="30389"/>
                </a:lnTo>
                <a:lnTo>
                  <a:pt x="188502" y="30389"/>
                </a:lnTo>
                <a:lnTo>
                  <a:pt x="187668" y="29555"/>
                </a:lnTo>
                <a:lnTo>
                  <a:pt x="187668" y="28254"/>
                </a:lnTo>
                <a:close/>
                <a:moveTo>
                  <a:pt x="211318" y="26987"/>
                </a:moveTo>
                <a:lnTo>
                  <a:pt x="212586" y="28254"/>
                </a:lnTo>
                <a:lnTo>
                  <a:pt x="212586" y="29555"/>
                </a:lnTo>
                <a:lnTo>
                  <a:pt x="211785" y="30389"/>
                </a:lnTo>
                <a:lnTo>
                  <a:pt x="209950" y="30389"/>
                </a:lnTo>
                <a:lnTo>
                  <a:pt x="211318" y="29055"/>
                </a:lnTo>
                <a:lnTo>
                  <a:pt x="211318" y="26987"/>
                </a:lnTo>
                <a:close/>
                <a:moveTo>
                  <a:pt x="215521" y="27754"/>
                </a:moveTo>
                <a:lnTo>
                  <a:pt x="216422" y="28655"/>
                </a:lnTo>
                <a:lnTo>
                  <a:pt x="217689" y="28655"/>
                </a:lnTo>
                <a:lnTo>
                  <a:pt x="217689" y="29722"/>
                </a:lnTo>
                <a:lnTo>
                  <a:pt x="217789" y="30022"/>
                </a:lnTo>
                <a:lnTo>
                  <a:pt x="218557" y="30790"/>
                </a:lnTo>
                <a:lnTo>
                  <a:pt x="217789" y="31557"/>
                </a:lnTo>
                <a:lnTo>
                  <a:pt x="217689" y="31824"/>
                </a:lnTo>
                <a:lnTo>
                  <a:pt x="217689" y="32924"/>
                </a:lnTo>
                <a:lnTo>
                  <a:pt x="216422" y="32924"/>
                </a:lnTo>
                <a:lnTo>
                  <a:pt x="215521" y="33825"/>
                </a:lnTo>
                <a:lnTo>
                  <a:pt x="214654" y="32924"/>
                </a:lnTo>
                <a:lnTo>
                  <a:pt x="213386" y="32924"/>
                </a:lnTo>
                <a:lnTo>
                  <a:pt x="213386" y="31824"/>
                </a:lnTo>
                <a:lnTo>
                  <a:pt x="213286" y="31557"/>
                </a:lnTo>
                <a:lnTo>
                  <a:pt x="212486" y="30790"/>
                </a:lnTo>
                <a:lnTo>
                  <a:pt x="213286" y="30022"/>
                </a:lnTo>
                <a:lnTo>
                  <a:pt x="213386" y="29722"/>
                </a:lnTo>
                <a:lnTo>
                  <a:pt x="213386" y="28655"/>
                </a:lnTo>
                <a:lnTo>
                  <a:pt x="214654" y="28655"/>
                </a:lnTo>
                <a:close/>
                <a:moveTo>
                  <a:pt x="218056" y="89432"/>
                </a:moveTo>
                <a:lnTo>
                  <a:pt x="216755" y="89432"/>
                </a:lnTo>
                <a:lnTo>
                  <a:pt x="215921" y="88598"/>
                </a:lnTo>
                <a:lnTo>
                  <a:pt x="215921" y="86796"/>
                </a:lnTo>
                <a:lnTo>
                  <a:pt x="217156" y="88031"/>
                </a:lnTo>
                <a:lnTo>
                  <a:pt x="217456" y="88164"/>
                </a:lnTo>
                <a:lnTo>
                  <a:pt x="219324" y="88164"/>
                </a:lnTo>
                <a:close/>
                <a:moveTo>
                  <a:pt x="211785" y="91967"/>
                </a:moveTo>
                <a:lnTo>
                  <a:pt x="209950" y="91967"/>
                </a:lnTo>
                <a:lnTo>
                  <a:pt x="211318" y="90632"/>
                </a:lnTo>
                <a:lnTo>
                  <a:pt x="211318" y="88564"/>
                </a:lnTo>
                <a:lnTo>
                  <a:pt x="212586" y="89865"/>
                </a:lnTo>
                <a:lnTo>
                  <a:pt x="212586" y="91166"/>
                </a:lnTo>
                <a:close/>
                <a:moveTo>
                  <a:pt x="188502" y="91967"/>
                </a:moveTo>
                <a:lnTo>
                  <a:pt x="187668" y="91166"/>
                </a:lnTo>
                <a:lnTo>
                  <a:pt x="187668" y="89865"/>
                </a:lnTo>
                <a:lnTo>
                  <a:pt x="188969" y="88564"/>
                </a:lnTo>
                <a:lnTo>
                  <a:pt x="188969" y="90632"/>
                </a:lnTo>
                <a:lnTo>
                  <a:pt x="190303" y="91967"/>
                </a:lnTo>
                <a:lnTo>
                  <a:pt x="188502" y="91967"/>
                </a:lnTo>
                <a:close/>
                <a:moveTo>
                  <a:pt x="180996" y="91967"/>
                </a:moveTo>
                <a:lnTo>
                  <a:pt x="179162" y="91967"/>
                </a:lnTo>
                <a:lnTo>
                  <a:pt x="180529" y="90632"/>
                </a:lnTo>
                <a:lnTo>
                  <a:pt x="180529" y="88564"/>
                </a:lnTo>
                <a:lnTo>
                  <a:pt x="181797" y="89865"/>
                </a:lnTo>
                <a:lnTo>
                  <a:pt x="181797" y="91166"/>
                </a:lnTo>
                <a:close/>
                <a:moveTo>
                  <a:pt x="157713" y="91967"/>
                </a:moveTo>
                <a:lnTo>
                  <a:pt x="156879" y="91166"/>
                </a:lnTo>
                <a:lnTo>
                  <a:pt x="156879" y="89865"/>
                </a:lnTo>
                <a:lnTo>
                  <a:pt x="158180" y="88564"/>
                </a:lnTo>
                <a:lnTo>
                  <a:pt x="158180" y="90632"/>
                </a:lnTo>
                <a:lnTo>
                  <a:pt x="159514" y="91967"/>
                </a:lnTo>
                <a:lnTo>
                  <a:pt x="157713" y="91967"/>
                </a:lnTo>
                <a:close/>
                <a:moveTo>
                  <a:pt x="150174" y="91967"/>
                </a:moveTo>
                <a:lnTo>
                  <a:pt x="148373" y="91967"/>
                </a:lnTo>
                <a:lnTo>
                  <a:pt x="149741" y="90632"/>
                </a:lnTo>
                <a:lnTo>
                  <a:pt x="149741" y="88564"/>
                </a:lnTo>
                <a:lnTo>
                  <a:pt x="151008" y="89865"/>
                </a:lnTo>
                <a:lnTo>
                  <a:pt x="151008" y="91166"/>
                </a:lnTo>
                <a:close/>
                <a:moveTo>
                  <a:pt x="126924" y="91967"/>
                </a:moveTo>
                <a:lnTo>
                  <a:pt x="126091" y="91166"/>
                </a:lnTo>
                <a:lnTo>
                  <a:pt x="126091" y="89865"/>
                </a:lnTo>
                <a:lnTo>
                  <a:pt x="127358" y="88564"/>
                </a:lnTo>
                <a:lnTo>
                  <a:pt x="127358" y="90632"/>
                </a:lnTo>
                <a:lnTo>
                  <a:pt x="128726" y="91967"/>
                </a:lnTo>
                <a:lnTo>
                  <a:pt x="126924" y="91967"/>
                </a:lnTo>
                <a:close/>
                <a:moveTo>
                  <a:pt x="119386" y="91967"/>
                </a:moveTo>
                <a:lnTo>
                  <a:pt x="117584" y="91967"/>
                </a:lnTo>
                <a:lnTo>
                  <a:pt x="118952" y="90632"/>
                </a:lnTo>
                <a:lnTo>
                  <a:pt x="118952" y="88564"/>
                </a:lnTo>
                <a:lnTo>
                  <a:pt x="120220" y="89865"/>
                </a:lnTo>
                <a:lnTo>
                  <a:pt x="120220" y="91166"/>
                </a:lnTo>
                <a:close/>
                <a:moveTo>
                  <a:pt x="96136" y="91967"/>
                </a:moveTo>
                <a:lnTo>
                  <a:pt x="95302" y="91166"/>
                </a:lnTo>
                <a:lnTo>
                  <a:pt x="95302" y="89865"/>
                </a:lnTo>
                <a:lnTo>
                  <a:pt x="96569" y="88564"/>
                </a:lnTo>
                <a:lnTo>
                  <a:pt x="96569" y="90632"/>
                </a:lnTo>
                <a:lnTo>
                  <a:pt x="97937" y="91967"/>
                </a:lnTo>
                <a:lnTo>
                  <a:pt x="96136" y="91967"/>
                </a:lnTo>
                <a:close/>
                <a:moveTo>
                  <a:pt x="88597" y="91967"/>
                </a:moveTo>
                <a:lnTo>
                  <a:pt x="86796" y="91967"/>
                </a:lnTo>
                <a:lnTo>
                  <a:pt x="88130" y="90632"/>
                </a:lnTo>
                <a:lnTo>
                  <a:pt x="88130" y="88564"/>
                </a:lnTo>
                <a:lnTo>
                  <a:pt x="89431" y="89865"/>
                </a:lnTo>
                <a:lnTo>
                  <a:pt x="89431" y="91166"/>
                </a:lnTo>
                <a:close/>
                <a:moveTo>
                  <a:pt x="65347" y="91967"/>
                </a:moveTo>
                <a:lnTo>
                  <a:pt x="64513" y="91166"/>
                </a:lnTo>
                <a:lnTo>
                  <a:pt x="64513" y="89865"/>
                </a:lnTo>
                <a:lnTo>
                  <a:pt x="65781" y="88564"/>
                </a:lnTo>
                <a:lnTo>
                  <a:pt x="65781" y="90632"/>
                </a:lnTo>
                <a:lnTo>
                  <a:pt x="67148" y="91967"/>
                </a:lnTo>
                <a:lnTo>
                  <a:pt x="65347" y="91967"/>
                </a:lnTo>
                <a:close/>
                <a:moveTo>
                  <a:pt x="57808" y="91967"/>
                </a:moveTo>
                <a:lnTo>
                  <a:pt x="56007" y="91967"/>
                </a:lnTo>
                <a:lnTo>
                  <a:pt x="57341" y="90632"/>
                </a:lnTo>
                <a:lnTo>
                  <a:pt x="57341" y="88564"/>
                </a:lnTo>
                <a:lnTo>
                  <a:pt x="58642" y="89865"/>
                </a:lnTo>
                <a:lnTo>
                  <a:pt x="58642" y="91166"/>
                </a:lnTo>
                <a:close/>
                <a:moveTo>
                  <a:pt x="34525" y="91967"/>
                </a:moveTo>
                <a:lnTo>
                  <a:pt x="33725" y="91166"/>
                </a:lnTo>
                <a:lnTo>
                  <a:pt x="33725" y="89865"/>
                </a:lnTo>
                <a:lnTo>
                  <a:pt x="34992" y="88564"/>
                </a:lnTo>
                <a:lnTo>
                  <a:pt x="34992" y="90632"/>
                </a:lnTo>
                <a:lnTo>
                  <a:pt x="36360" y="91967"/>
                </a:lnTo>
                <a:lnTo>
                  <a:pt x="34525" y="91967"/>
                </a:lnTo>
                <a:close/>
                <a:moveTo>
                  <a:pt x="28254" y="89432"/>
                </a:moveTo>
                <a:lnTo>
                  <a:pt x="26986" y="88164"/>
                </a:lnTo>
                <a:lnTo>
                  <a:pt x="28854" y="88164"/>
                </a:lnTo>
                <a:lnTo>
                  <a:pt x="29155" y="88031"/>
                </a:lnTo>
                <a:lnTo>
                  <a:pt x="30389" y="86796"/>
                </a:lnTo>
                <a:lnTo>
                  <a:pt x="30389" y="88598"/>
                </a:lnTo>
                <a:lnTo>
                  <a:pt x="29555" y="89432"/>
                </a:lnTo>
                <a:lnTo>
                  <a:pt x="28254" y="89432"/>
                </a:lnTo>
                <a:close/>
                <a:moveTo>
                  <a:pt x="28254" y="33725"/>
                </a:moveTo>
                <a:lnTo>
                  <a:pt x="29555" y="33725"/>
                </a:lnTo>
                <a:lnTo>
                  <a:pt x="30389" y="34559"/>
                </a:lnTo>
                <a:lnTo>
                  <a:pt x="30389" y="36360"/>
                </a:lnTo>
                <a:lnTo>
                  <a:pt x="29155" y="35126"/>
                </a:lnTo>
                <a:lnTo>
                  <a:pt x="28854" y="34993"/>
                </a:lnTo>
                <a:lnTo>
                  <a:pt x="26986" y="34993"/>
                </a:lnTo>
                <a:close/>
                <a:moveTo>
                  <a:pt x="34525" y="31190"/>
                </a:moveTo>
                <a:lnTo>
                  <a:pt x="36360" y="31190"/>
                </a:lnTo>
                <a:lnTo>
                  <a:pt x="34992" y="32524"/>
                </a:lnTo>
                <a:lnTo>
                  <a:pt x="34992" y="34592"/>
                </a:lnTo>
                <a:lnTo>
                  <a:pt x="33725" y="33291"/>
                </a:lnTo>
                <a:lnTo>
                  <a:pt x="33725" y="31990"/>
                </a:lnTo>
                <a:close/>
                <a:moveTo>
                  <a:pt x="57808" y="31190"/>
                </a:moveTo>
                <a:lnTo>
                  <a:pt x="58642" y="31990"/>
                </a:lnTo>
                <a:lnTo>
                  <a:pt x="58642" y="33291"/>
                </a:lnTo>
                <a:lnTo>
                  <a:pt x="57341" y="34592"/>
                </a:lnTo>
                <a:lnTo>
                  <a:pt x="57341" y="32524"/>
                </a:lnTo>
                <a:lnTo>
                  <a:pt x="56007" y="31190"/>
                </a:lnTo>
                <a:lnTo>
                  <a:pt x="57808" y="31190"/>
                </a:lnTo>
                <a:close/>
                <a:moveTo>
                  <a:pt x="65347" y="31190"/>
                </a:moveTo>
                <a:lnTo>
                  <a:pt x="67148" y="31190"/>
                </a:lnTo>
                <a:lnTo>
                  <a:pt x="65781" y="32524"/>
                </a:lnTo>
                <a:lnTo>
                  <a:pt x="65781" y="34592"/>
                </a:lnTo>
                <a:lnTo>
                  <a:pt x="64513" y="33291"/>
                </a:lnTo>
                <a:lnTo>
                  <a:pt x="64513" y="31990"/>
                </a:lnTo>
                <a:close/>
                <a:moveTo>
                  <a:pt x="88597" y="31190"/>
                </a:moveTo>
                <a:lnTo>
                  <a:pt x="89431" y="31990"/>
                </a:lnTo>
                <a:lnTo>
                  <a:pt x="89431" y="33291"/>
                </a:lnTo>
                <a:lnTo>
                  <a:pt x="88130" y="34592"/>
                </a:lnTo>
                <a:lnTo>
                  <a:pt x="88130" y="32524"/>
                </a:lnTo>
                <a:lnTo>
                  <a:pt x="86796" y="31190"/>
                </a:lnTo>
                <a:lnTo>
                  <a:pt x="88597" y="31190"/>
                </a:lnTo>
                <a:close/>
                <a:moveTo>
                  <a:pt x="96136" y="31190"/>
                </a:moveTo>
                <a:lnTo>
                  <a:pt x="97937" y="31190"/>
                </a:lnTo>
                <a:lnTo>
                  <a:pt x="96569" y="32524"/>
                </a:lnTo>
                <a:lnTo>
                  <a:pt x="96569" y="34592"/>
                </a:lnTo>
                <a:lnTo>
                  <a:pt x="95302" y="33291"/>
                </a:lnTo>
                <a:lnTo>
                  <a:pt x="95302" y="31990"/>
                </a:lnTo>
                <a:close/>
                <a:moveTo>
                  <a:pt x="119386" y="31190"/>
                </a:moveTo>
                <a:lnTo>
                  <a:pt x="120220" y="31990"/>
                </a:lnTo>
                <a:lnTo>
                  <a:pt x="120220" y="33291"/>
                </a:lnTo>
                <a:lnTo>
                  <a:pt x="118952" y="34592"/>
                </a:lnTo>
                <a:lnTo>
                  <a:pt x="118952" y="32524"/>
                </a:lnTo>
                <a:lnTo>
                  <a:pt x="117584" y="31190"/>
                </a:lnTo>
                <a:lnTo>
                  <a:pt x="119386" y="31190"/>
                </a:lnTo>
                <a:close/>
                <a:moveTo>
                  <a:pt x="126924" y="31190"/>
                </a:moveTo>
                <a:lnTo>
                  <a:pt x="128726" y="31190"/>
                </a:lnTo>
                <a:lnTo>
                  <a:pt x="127391" y="32524"/>
                </a:lnTo>
                <a:lnTo>
                  <a:pt x="127391" y="34592"/>
                </a:lnTo>
                <a:lnTo>
                  <a:pt x="126091" y="33291"/>
                </a:lnTo>
                <a:lnTo>
                  <a:pt x="126091" y="31990"/>
                </a:lnTo>
                <a:close/>
                <a:moveTo>
                  <a:pt x="150174" y="31190"/>
                </a:moveTo>
                <a:lnTo>
                  <a:pt x="151008" y="31990"/>
                </a:lnTo>
                <a:lnTo>
                  <a:pt x="151008" y="33291"/>
                </a:lnTo>
                <a:lnTo>
                  <a:pt x="149741" y="34592"/>
                </a:lnTo>
                <a:lnTo>
                  <a:pt x="149741" y="32524"/>
                </a:lnTo>
                <a:lnTo>
                  <a:pt x="148373" y="31190"/>
                </a:lnTo>
                <a:lnTo>
                  <a:pt x="150174" y="31190"/>
                </a:lnTo>
                <a:close/>
                <a:moveTo>
                  <a:pt x="157713" y="31190"/>
                </a:moveTo>
                <a:lnTo>
                  <a:pt x="159514" y="31190"/>
                </a:lnTo>
                <a:lnTo>
                  <a:pt x="158180" y="32524"/>
                </a:lnTo>
                <a:lnTo>
                  <a:pt x="158180" y="34592"/>
                </a:lnTo>
                <a:lnTo>
                  <a:pt x="156879" y="33291"/>
                </a:lnTo>
                <a:lnTo>
                  <a:pt x="156879" y="31990"/>
                </a:lnTo>
                <a:close/>
                <a:moveTo>
                  <a:pt x="180996" y="31190"/>
                </a:moveTo>
                <a:lnTo>
                  <a:pt x="181797" y="31990"/>
                </a:lnTo>
                <a:lnTo>
                  <a:pt x="181797" y="33291"/>
                </a:lnTo>
                <a:lnTo>
                  <a:pt x="180529" y="34592"/>
                </a:lnTo>
                <a:lnTo>
                  <a:pt x="180529" y="32524"/>
                </a:lnTo>
                <a:lnTo>
                  <a:pt x="179162" y="31190"/>
                </a:lnTo>
                <a:lnTo>
                  <a:pt x="180996" y="31190"/>
                </a:lnTo>
                <a:close/>
                <a:moveTo>
                  <a:pt x="188502" y="31190"/>
                </a:moveTo>
                <a:lnTo>
                  <a:pt x="190303" y="31190"/>
                </a:lnTo>
                <a:lnTo>
                  <a:pt x="188969" y="32524"/>
                </a:lnTo>
                <a:lnTo>
                  <a:pt x="188969" y="34592"/>
                </a:lnTo>
                <a:lnTo>
                  <a:pt x="187668" y="33291"/>
                </a:lnTo>
                <a:lnTo>
                  <a:pt x="187668" y="31990"/>
                </a:lnTo>
                <a:close/>
                <a:moveTo>
                  <a:pt x="211785" y="31190"/>
                </a:moveTo>
                <a:lnTo>
                  <a:pt x="212586" y="31990"/>
                </a:lnTo>
                <a:lnTo>
                  <a:pt x="212586" y="33291"/>
                </a:lnTo>
                <a:lnTo>
                  <a:pt x="211318" y="34592"/>
                </a:lnTo>
                <a:lnTo>
                  <a:pt x="211318" y="32524"/>
                </a:lnTo>
                <a:lnTo>
                  <a:pt x="209950" y="31190"/>
                </a:lnTo>
                <a:lnTo>
                  <a:pt x="211785" y="31190"/>
                </a:lnTo>
                <a:close/>
                <a:moveTo>
                  <a:pt x="215121" y="57809"/>
                </a:moveTo>
                <a:lnTo>
                  <a:pt x="214320" y="58643"/>
                </a:lnTo>
                <a:lnTo>
                  <a:pt x="213019" y="58643"/>
                </a:lnTo>
                <a:lnTo>
                  <a:pt x="211718" y="57375"/>
                </a:lnTo>
                <a:lnTo>
                  <a:pt x="213620" y="57375"/>
                </a:lnTo>
                <a:lnTo>
                  <a:pt x="213887" y="57242"/>
                </a:lnTo>
                <a:lnTo>
                  <a:pt x="215121" y="56008"/>
                </a:lnTo>
                <a:close/>
                <a:moveTo>
                  <a:pt x="31189" y="65348"/>
                </a:moveTo>
                <a:lnTo>
                  <a:pt x="31990" y="64514"/>
                </a:lnTo>
                <a:lnTo>
                  <a:pt x="33291" y="64514"/>
                </a:lnTo>
                <a:lnTo>
                  <a:pt x="34592" y="65815"/>
                </a:lnTo>
                <a:lnTo>
                  <a:pt x="32691" y="65815"/>
                </a:lnTo>
                <a:lnTo>
                  <a:pt x="32424" y="65915"/>
                </a:lnTo>
                <a:lnTo>
                  <a:pt x="31156" y="67149"/>
                </a:lnTo>
                <a:lnTo>
                  <a:pt x="31156" y="65348"/>
                </a:lnTo>
                <a:close/>
                <a:moveTo>
                  <a:pt x="210618" y="86896"/>
                </a:moveTo>
                <a:lnTo>
                  <a:pt x="209083" y="85362"/>
                </a:lnTo>
                <a:lnTo>
                  <a:pt x="209083" y="80692"/>
                </a:lnTo>
                <a:lnTo>
                  <a:pt x="212419" y="77356"/>
                </a:lnTo>
                <a:lnTo>
                  <a:pt x="214587" y="77356"/>
                </a:lnTo>
                <a:lnTo>
                  <a:pt x="210618" y="81326"/>
                </a:lnTo>
                <a:lnTo>
                  <a:pt x="210618" y="86896"/>
                </a:lnTo>
                <a:close/>
                <a:moveTo>
                  <a:pt x="189636" y="86896"/>
                </a:moveTo>
                <a:lnTo>
                  <a:pt x="189636" y="81326"/>
                </a:lnTo>
                <a:lnTo>
                  <a:pt x="185700" y="77356"/>
                </a:lnTo>
                <a:lnTo>
                  <a:pt x="187868" y="77356"/>
                </a:lnTo>
                <a:lnTo>
                  <a:pt x="191170" y="80692"/>
                </a:lnTo>
                <a:lnTo>
                  <a:pt x="191170" y="85362"/>
                </a:lnTo>
                <a:close/>
                <a:moveTo>
                  <a:pt x="179829" y="86896"/>
                </a:moveTo>
                <a:lnTo>
                  <a:pt x="178294" y="85362"/>
                </a:lnTo>
                <a:lnTo>
                  <a:pt x="178294" y="80692"/>
                </a:lnTo>
                <a:lnTo>
                  <a:pt x="181630" y="77356"/>
                </a:lnTo>
                <a:lnTo>
                  <a:pt x="183798" y="77356"/>
                </a:lnTo>
                <a:lnTo>
                  <a:pt x="179829" y="81326"/>
                </a:lnTo>
                <a:lnTo>
                  <a:pt x="179829" y="86896"/>
                </a:lnTo>
                <a:close/>
                <a:moveTo>
                  <a:pt x="158847" y="86896"/>
                </a:moveTo>
                <a:lnTo>
                  <a:pt x="158847" y="81326"/>
                </a:lnTo>
                <a:lnTo>
                  <a:pt x="154911" y="77356"/>
                </a:lnTo>
                <a:lnTo>
                  <a:pt x="157079" y="77356"/>
                </a:lnTo>
                <a:lnTo>
                  <a:pt x="160382" y="80692"/>
                </a:lnTo>
                <a:lnTo>
                  <a:pt x="160382" y="85362"/>
                </a:lnTo>
                <a:close/>
                <a:moveTo>
                  <a:pt x="149040" y="86896"/>
                </a:moveTo>
                <a:lnTo>
                  <a:pt x="147506" y="85362"/>
                </a:lnTo>
                <a:lnTo>
                  <a:pt x="147506" y="80692"/>
                </a:lnTo>
                <a:lnTo>
                  <a:pt x="150842" y="77356"/>
                </a:lnTo>
                <a:lnTo>
                  <a:pt x="152976" y="77356"/>
                </a:lnTo>
                <a:lnTo>
                  <a:pt x="149040" y="81326"/>
                </a:lnTo>
                <a:lnTo>
                  <a:pt x="149040" y="86896"/>
                </a:lnTo>
                <a:close/>
                <a:moveTo>
                  <a:pt x="128059" y="86896"/>
                </a:moveTo>
                <a:lnTo>
                  <a:pt x="128059" y="81326"/>
                </a:lnTo>
                <a:lnTo>
                  <a:pt x="124122" y="77356"/>
                </a:lnTo>
                <a:lnTo>
                  <a:pt x="126291" y="77356"/>
                </a:lnTo>
                <a:lnTo>
                  <a:pt x="129593" y="80692"/>
                </a:lnTo>
                <a:lnTo>
                  <a:pt x="129593" y="85362"/>
                </a:lnTo>
                <a:close/>
                <a:moveTo>
                  <a:pt x="118252" y="86896"/>
                </a:moveTo>
                <a:lnTo>
                  <a:pt x="116717" y="85362"/>
                </a:lnTo>
                <a:lnTo>
                  <a:pt x="116717" y="80692"/>
                </a:lnTo>
                <a:lnTo>
                  <a:pt x="120053" y="77356"/>
                </a:lnTo>
                <a:lnTo>
                  <a:pt x="122188" y="77356"/>
                </a:lnTo>
                <a:lnTo>
                  <a:pt x="118252" y="81326"/>
                </a:lnTo>
                <a:close/>
                <a:moveTo>
                  <a:pt x="97270" y="86896"/>
                </a:moveTo>
                <a:lnTo>
                  <a:pt x="97270" y="81326"/>
                </a:lnTo>
                <a:lnTo>
                  <a:pt x="93334" y="77356"/>
                </a:lnTo>
                <a:lnTo>
                  <a:pt x="95469" y="77356"/>
                </a:lnTo>
                <a:lnTo>
                  <a:pt x="98804" y="80692"/>
                </a:lnTo>
                <a:lnTo>
                  <a:pt x="98804" y="85362"/>
                </a:lnTo>
                <a:close/>
                <a:moveTo>
                  <a:pt x="87463" y="86896"/>
                </a:moveTo>
                <a:lnTo>
                  <a:pt x="85929" y="85362"/>
                </a:lnTo>
                <a:lnTo>
                  <a:pt x="85929" y="80692"/>
                </a:lnTo>
                <a:lnTo>
                  <a:pt x="89231" y="77356"/>
                </a:lnTo>
                <a:lnTo>
                  <a:pt x="91399" y="77356"/>
                </a:lnTo>
                <a:lnTo>
                  <a:pt x="87463" y="81326"/>
                </a:lnTo>
                <a:close/>
                <a:moveTo>
                  <a:pt x="66481" y="86896"/>
                </a:moveTo>
                <a:lnTo>
                  <a:pt x="66481" y="81326"/>
                </a:lnTo>
                <a:lnTo>
                  <a:pt x="62545" y="77356"/>
                </a:lnTo>
                <a:lnTo>
                  <a:pt x="64713" y="77356"/>
                </a:lnTo>
                <a:lnTo>
                  <a:pt x="68016" y="80692"/>
                </a:lnTo>
                <a:lnTo>
                  <a:pt x="68016" y="85362"/>
                </a:lnTo>
                <a:close/>
                <a:moveTo>
                  <a:pt x="56674" y="86896"/>
                </a:moveTo>
                <a:lnTo>
                  <a:pt x="55140" y="85362"/>
                </a:lnTo>
                <a:lnTo>
                  <a:pt x="55140" y="80692"/>
                </a:lnTo>
                <a:lnTo>
                  <a:pt x="58442" y="77356"/>
                </a:lnTo>
                <a:lnTo>
                  <a:pt x="60610" y="77356"/>
                </a:lnTo>
                <a:lnTo>
                  <a:pt x="56674" y="81326"/>
                </a:lnTo>
                <a:close/>
                <a:moveTo>
                  <a:pt x="35693" y="86896"/>
                </a:moveTo>
                <a:lnTo>
                  <a:pt x="35693" y="81326"/>
                </a:lnTo>
                <a:lnTo>
                  <a:pt x="31723" y="77356"/>
                </a:lnTo>
                <a:lnTo>
                  <a:pt x="33891" y="77356"/>
                </a:lnTo>
                <a:lnTo>
                  <a:pt x="37227" y="80692"/>
                </a:lnTo>
                <a:lnTo>
                  <a:pt x="37227" y="85362"/>
                </a:lnTo>
                <a:close/>
                <a:moveTo>
                  <a:pt x="35693" y="36260"/>
                </a:moveTo>
                <a:lnTo>
                  <a:pt x="37227" y="37795"/>
                </a:lnTo>
                <a:lnTo>
                  <a:pt x="37227" y="42465"/>
                </a:lnTo>
                <a:lnTo>
                  <a:pt x="33891" y="45800"/>
                </a:lnTo>
                <a:lnTo>
                  <a:pt x="31723" y="45800"/>
                </a:lnTo>
                <a:lnTo>
                  <a:pt x="35693" y="41831"/>
                </a:lnTo>
                <a:lnTo>
                  <a:pt x="35693" y="36260"/>
                </a:lnTo>
                <a:close/>
                <a:moveTo>
                  <a:pt x="56674" y="36260"/>
                </a:moveTo>
                <a:lnTo>
                  <a:pt x="56674" y="41831"/>
                </a:lnTo>
                <a:lnTo>
                  <a:pt x="60610" y="45800"/>
                </a:lnTo>
                <a:lnTo>
                  <a:pt x="58442" y="45800"/>
                </a:lnTo>
                <a:lnTo>
                  <a:pt x="55140" y="42465"/>
                </a:lnTo>
                <a:lnTo>
                  <a:pt x="55140" y="37795"/>
                </a:lnTo>
                <a:close/>
                <a:moveTo>
                  <a:pt x="66481" y="36260"/>
                </a:moveTo>
                <a:lnTo>
                  <a:pt x="68016" y="37795"/>
                </a:lnTo>
                <a:lnTo>
                  <a:pt x="68016" y="42465"/>
                </a:lnTo>
                <a:lnTo>
                  <a:pt x="64680" y="45800"/>
                </a:lnTo>
                <a:lnTo>
                  <a:pt x="62512" y="45800"/>
                </a:lnTo>
                <a:lnTo>
                  <a:pt x="66481" y="41831"/>
                </a:lnTo>
                <a:lnTo>
                  <a:pt x="66481" y="36260"/>
                </a:lnTo>
                <a:close/>
                <a:moveTo>
                  <a:pt x="87463" y="36260"/>
                </a:moveTo>
                <a:lnTo>
                  <a:pt x="87463" y="41831"/>
                </a:lnTo>
                <a:lnTo>
                  <a:pt x="91399" y="45800"/>
                </a:lnTo>
                <a:lnTo>
                  <a:pt x="89231" y="45800"/>
                </a:lnTo>
                <a:lnTo>
                  <a:pt x="85929" y="42465"/>
                </a:lnTo>
                <a:lnTo>
                  <a:pt x="85929" y="37795"/>
                </a:lnTo>
                <a:close/>
                <a:moveTo>
                  <a:pt x="97270" y="36260"/>
                </a:moveTo>
                <a:lnTo>
                  <a:pt x="98804" y="37795"/>
                </a:lnTo>
                <a:lnTo>
                  <a:pt x="98804" y="42465"/>
                </a:lnTo>
                <a:lnTo>
                  <a:pt x="95469" y="45800"/>
                </a:lnTo>
                <a:lnTo>
                  <a:pt x="93334" y="45800"/>
                </a:lnTo>
                <a:lnTo>
                  <a:pt x="97270" y="41831"/>
                </a:lnTo>
                <a:close/>
                <a:moveTo>
                  <a:pt x="118252" y="36260"/>
                </a:moveTo>
                <a:lnTo>
                  <a:pt x="118252" y="41831"/>
                </a:lnTo>
                <a:lnTo>
                  <a:pt x="122188" y="45800"/>
                </a:lnTo>
                <a:lnTo>
                  <a:pt x="120053" y="45800"/>
                </a:lnTo>
                <a:lnTo>
                  <a:pt x="116717" y="42465"/>
                </a:lnTo>
                <a:lnTo>
                  <a:pt x="116717" y="37795"/>
                </a:lnTo>
                <a:close/>
                <a:moveTo>
                  <a:pt x="128059" y="36260"/>
                </a:moveTo>
                <a:lnTo>
                  <a:pt x="129593" y="37795"/>
                </a:lnTo>
                <a:lnTo>
                  <a:pt x="129593" y="42465"/>
                </a:lnTo>
                <a:lnTo>
                  <a:pt x="126291" y="45800"/>
                </a:lnTo>
                <a:lnTo>
                  <a:pt x="124122" y="45800"/>
                </a:lnTo>
                <a:lnTo>
                  <a:pt x="128059" y="41831"/>
                </a:lnTo>
                <a:lnTo>
                  <a:pt x="128059" y="36260"/>
                </a:lnTo>
                <a:close/>
                <a:moveTo>
                  <a:pt x="149040" y="36260"/>
                </a:moveTo>
                <a:lnTo>
                  <a:pt x="149040" y="41831"/>
                </a:lnTo>
                <a:lnTo>
                  <a:pt x="153010" y="45800"/>
                </a:lnTo>
                <a:lnTo>
                  <a:pt x="150842" y="45800"/>
                </a:lnTo>
                <a:lnTo>
                  <a:pt x="147506" y="42465"/>
                </a:lnTo>
                <a:lnTo>
                  <a:pt x="147506" y="37795"/>
                </a:lnTo>
                <a:close/>
                <a:moveTo>
                  <a:pt x="158847" y="36260"/>
                </a:moveTo>
                <a:lnTo>
                  <a:pt x="160382" y="37795"/>
                </a:lnTo>
                <a:lnTo>
                  <a:pt x="160382" y="42465"/>
                </a:lnTo>
                <a:lnTo>
                  <a:pt x="157079" y="45800"/>
                </a:lnTo>
                <a:lnTo>
                  <a:pt x="154911" y="45800"/>
                </a:lnTo>
                <a:lnTo>
                  <a:pt x="158847" y="41831"/>
                </a:lnTo>
                <a:lnTo>
                  <a:pt x="158847" y="36260"/>
                </a:lnTo>
                <a:close/>
                <a:moveTo>
                  <a:pt x="179829" y="36260"/>
                </a:moveTo>
                <a:lnTo>
                  <a:pt x="179829" y="41831"/>
                </a:lnTo>
                <a:lnTo>
                  <a:pt x="183798" y="45800"/>
                </a:lnTo>
                <a:lnTo>
                  <a:pt x="181630" y="45800"/>
                </a:lnTo>
                <a:lnTo>
                  <a:pt x="178294" y="42465"/>
                </a:lnTo>
                <a:lnTo>
                  <a:pt x="178294" y="37795"/>
                </a:lnTo>
                <a:close/>
                <a:moveTo>
                  <a:pt x="189636" y="36260"/>
                </a:moveTo>
                <a:lnTo>
                  <a:pt x="191170" y="37795"/>
                </a:lnTo>
                <a:lnTo>
                  <a:pt x="191170" y="42465"/>
                </a:lnTo>
                <a:lnTo>
                  <a:pt x="187868" y="45800"/>
                </a:lnTo>
                <a:lnTo>
                  <a:pt x="185700" y="45800"/>
                </a:lnTo>
                <a:lnTo>
                  <a:pt x="189636" y="41831"/>
                </a:lnTo>
                <a:lnTo>
                  <a:pt x="189636" y="36260"/>
                </a:lnTo>
                <a:close/>
                <a:moveTo>
                  <a:pt x="208549" y="68016"/>
                </a:moveTo>
                <a:lnTo>
                  <a:pt x="203846" y="68016"/>
                </a:lnTo>
                <a:lnTo>
                  <a:pt x="200544" y="64714"/>
                </a:lnTo>
                <a:lnTo>
                  <a:pt x="200544" y="62546"/>
                </a:lnTo>
                <a:lnTo>
                  <a:pt x="204480" y="66482"/>
                </a:lnTo>
                <a:lnTo>
                  <a:pt x="210084" y="66482"/>
                </a:lnTo>
                <a:close/>
                <a:moveTo>
                  <a:pt x="208916" y="76589"/>
                </a:moveTo>
                <a:lnTo>
                  <a:pt x="206648" y="74287"/>
                </a:lnTo>
                <a:lnTo>
                  <a:pt x="206648" y="71052"/>
                </a:lnTo>
                <a:lnTo>
                  <a:pt x="208316" y="69351"/>
                </a:lnTo>
                <a:lnTo>
                  <a:pt x="208316" y="73587"/>
                </a:lnTo>
                <a:lnTo>
                  <a:pt x="211285" y="76589"/>
                </a:lnTo>
                <a:lnTo>
                  <a:pt x="208916" y="76589"/>
                </a:lnTo>
                <a:close/>
                <a:moveTo>
                  <a:pt x="205848" y="82126"/>
                </a:moveTo>
                <a:lnTo>
                  <a:pt x="204513" y="80792"/>
                </a:lnTo>
                <a:lnTo>
                  <a:pt x="204513" y="78791"/>
                </a:lnTo>
                <a:lnTo>
                  <a:pt x="205948" y="77356"/>
                </a:lnTo>
                <a:lnTo>
                  <a:pt x="207816" y="77356"/>
                </a:lnTo>
                <a:lnTo>
                  <a:pt x="205848" y="79324"/>
                </a:lnTo>
                <a:close/>
                <a:moveTo>
                  <a:pt x="188969" y="76589"/>
                </a:moveTo>
                <a:lnTo>
                  <a:pt x="191971" y="73587"/>
                </a:lnTo>
                <a:lnTo>
                  <a:pt x="191971" y="69351"/>
                </a:lnTo>
                <a:lnTo>
                  <a:pt x="193639" y="71052"/>
                </a:lnTo>
                <a:lnTo>
                  <a:pt x="193639" y="74287"/>
                </a:lnTo>
                <a:lnTo>
                  <a:pt x="191337" y="76589"/>
                </a:lnTo>
                <a:close/>
                <a:moveTo>
                  <a:pt x="185700" y="76589"/>
                </a:moveTo>
                <a:lnTo>
                  <a:pt x="189636" y="72620"/>
                </a:lnTo>
                <a:lnTo>
                  <a:pt x="189636" y="67049"/>
                </a:lnTo>
                <a:lnTo>
                  <a:pt x="191170" y="68583"/>
                </a:lnTo>
                <a:lnTo>
                  <a:pt x="191170" y="73253"/>
                </a:lnTo>
                <a:lnTo>
                  <a:pt x="187868" y="76589"/>
                </a:lnTo>
                <a:lnTo>
                  <a:pt x="185700" y="76589"/>
                </a:lnTo>
                <a:close/>
                <a:moveTo>
                  <a:pt x="181630" y="76589"/>
                </a:moveTo>
                <a:lnTo>
                  <a:pt x="178294" y="73253"/>
                </a:lnTo>
                <a:lnTo>
                  <a:pt x="178294" y="68583"/>
                </a:lnTo>
                <a:lnTo>
                  <a:pt x="179829" y="67049"/>
                </a:lnTo>
                <a:lnTo>
                  <a:pt x="179829" y="72620"/>
                </a:lnTo>
                <a:lnTo>
                  <a:pt x="183798" y="76589"/>
                </a:lnTo>
                <a:lnTo>
                  <a:pt x="181630" y="76589"/>
                </a:lnTo>
                <a:close/>
                <a:moveTo>
                  <a:pt x="178128" y="76589"/>
                </a:moveTo>
                <a:lnTo>
                  <a:pt x="175826" y="74287"/>
                </a:lnTo>
                <a:lnTo>
                  <a:pt x="175826" y="71052"/>
                </a:lnTo>
                <a:lnTo>
                  <a:pt x="177527" y="69351"/>
                </a:lnTo>
                <a:lnTo>
                  <a:pt x="177527" y="73587"/>
                </a:lnTo>
                <a:lnTo>
                  <a:pt x="180496" y="76589"/>
                </a:lnTo>
                <a:lnTo>
                  <a:pt x="178128" y="76589"/>
                </a:lnTo>
                <a:close/>
                <a:moveTo>
                  <a:pt x="175059" y="82126"/>
                </a:moveTo>
                <a:lnTo>
                  <a:pt x="173725" y="80792"/>
                </a:lnTo>
                <a:lnTo>
                  <a:pt x="173725" y="78791"/>
                </a:lnTo>
                <a:lnTo>
                  <a:pt x="175159" y="77356"/>
                </a:lnTo>
                <a:lnTo>
                  <a:pt x="177027" y="77356"/>
                </a:lnTo>
                <a:lnTo>
                  <a:pt x="175059" y="79324"/>
                </a:lnTo>
                <a:close/>
                <a:moveTo>
                  <a:pt x="158180" y="76589"/>
                </a:moveTo>
                <a:lnTo>
                  <a:pt x="161182" y="73587"/>
                </a:lnTo>
                <a:lnTo>
                  <a:pt x="161182" y="69351"/>
                </a:lnTo>
                <a:lnTo>
                  <a:pt x="162850" y="71052"/>
                </a:lnTo>
                <a:lnTo>
                  <a:pt x="162850" y="74287"/>
                </a:lnTo>
                <a:lnTo>
                  <a:pt x="160548" y="76589"/>
                </a:lnTo>
                <a:close/>
                <a:moveTo>
                  <a:pt x="154911" y="76589"/>
                </a:moveTo>
                <a:lnTo>
                  <a:pt x="158847" y="72620"/>
                </a:lnTo>
                <a:lnTo>
                  <a:pt x="158847" y="67049"/>
                </a:lnTo>
                <a:lnTo>
                  <a:pt x="160382" y="68583"/>
                </a:lnTo>
                <a:lnTo>
                  <a:pt x="160382" y="73253"/>
                </a:lnTo>
                <a:lnTo>
                  <a:pt x="157079" y="76589"/>
                </a:lnTo>
                <a:lnTo>
                  <a:pt x="154911" y="76589"/>
                </a:lnTo>
                <a:close/>
                <a:moveTo>
                  <a:pt x="150842" y="76589"/>
                </a:moveTo>
                <a:lnTo>
                  <a:pt x="147506" y="73253"/>
                </a:lnTo>
                <a:lnTo>
                  <a:pt x="147506" y="68583"/>
                </a:lnTo>
                <a:lnTo>
                  <a:pt x="149040" y="67049"/>
                </a:lnTo>
                <a:lnTo>
                  <a:pt x="149040" y="72620"/>
                </a:lnTo>
                <a:lnTo>
                  <a:pt x="153010" y="76589"/>
                </a:lnTo>
                <a:lnTo>
                  <a:pt x="150842" y="76589"/>
                </a:lnTo>
                <a:close/>
                <a:moveTo>
                  <a:pt x="147339" y="76589"/>
                </a:moveTo>
                <a:lnTo>
                  <a:pt x="145037" y="74287"/>
                </a:lnTo>
                <a:lnTo>
                  <a:pt x="145037" y="71052"/>
                </a:lnTo>
                <a:lnTo>
                  <a:pt x="146739" y="69351"/>
                </a:lnTo>
                <a:lnTo>
                  <a:pt x="146739" y="73587"/>
                </a:lnTo>
                <a:lnTo>
                  <a:pt x="149707" y="76589"/>
                </a:lnTo>
                <a:lnTo>
                  <a:pt x="147339" y="76589"/>
                </a:lnTo>
                <a:close/>
                <a:moveTo>
                  <a:pt x="144270" y="82126"/>
                </a:moveTo>
                <a:lnTo>
                  <a:pt x="142936" y="80792"/>
                </a:lnTo>
                <a:lnTo>
                  <a:pt x="142936" y="78791"/>
                </a:lnTo>
                <a:lnTo>
                  <a:pt x="144370" y="77356"/>
                </a:lnTo>
                <a:lnTo>
                  <a:pt x="146238" y="77356"/>
                </a:lnTo>
                <a:lnTo>
                  <a:pt x="144270" y="79324"/>
                </a:lnTo>
                <a:close/>
                <a:moveTo>
                  <a:pt x="127391" y="76589"/>
                </a:moveTo>
                <a:lnTo>
                  <a:pt x="130394" y="73587"/>
                </a:lnTo>
                <a:lnTo>
                  <a:pt x="130394" y="69351"/>
                </a:lnTo>
                <a:lnTo>
                  <a:pt x="132061" y="71052"/>
                </a:lnTo>
                <a:lnTo>
                  <a:pt x="132061" y="74287"/>
                </a:lnTo>
                <a:lnTo>
                  <a:pt x="129760" y="76589"/>
                </a:lnTo>
                <a:close/>
                <a:moveTo>
                  <a:pt x="124122" y="76589"/>
                </a:moveTo>
                <a:lnTo>
                  <a:pt x="128059" y="72620"/>
                </a:lnTo>
                <a:lnTo>
                  <a:pt x="128059" y="67049"/>
                </a:lnTo>
                <a:lnTo>
                  <a:pt x="129593" y="68583"/>
                </a:lnTo>
                <a:lnTo>
                  <a:pt x="129593" y="73253"/>
                </a:lnTo>
                <a:lnTo>
                  <a:pt x="126291" y="76589"/>
                </a:lnTo>
                <a:lnTo>
                  <a:pt x="124122" y="76589"/>
                </a:lnTo>
                <a:close/>
                <a:moveTo>
                  <a:pt x="120053" y="76589"/>
                </a:moveTo>
                <a:lnTo>
                  <a:pt x="116717" y="73253"/>
                </a:lnTo>
                <a:lnTo>
                  <a:pt x="116717" y="68583"/>
                </a:lnTo>
                <a:lnTo>
                  <a:pt x="118252" y="67049"/>
                </a:lnTo>
                <a:lnTo>
                  <a:pt x="118252" y="72620"/>
                </a:lnTo>
                <a:lnTo>
                  <a:pt x="122188" y="76589"/>
                </a:lnTo>
                <a:lnTo>
                  <a:pt x="120053" y="76589"/>
                </a:lnTo>
                <a:close/>
                <a:moveTo>
                  <a:pt x="116550" y="76589"/>
                </a:moveTo>
                <a:lnTo>
                  <a:pt x="114249" y="74287"/>
                </a:lnTo>
                <a:lnTo>
                  <a:pt x="114249" y="71052"/>
                </a:lnTo>
                <a:lnTo>
                  <a:pt x="115950" y="69351"/>
                </a:lnTo>
                <a:lnTo>
                  <a:pt x="115950" y="73587"/>
                </a:lnTo>
                <a:lnTo>
                  <a:pt x="118919" y="76589"/>
                </a:lnTo>
                <a:lnTo>
                  <a:pt x="116550" y="76589"/>
                </a:lnTo>
                <a:close/>
                <a:moveTo>
                  <a:pt x="113482" y="82126"/>
                </a:moveTo>
                <a:lnTo>
                  <a:pt x="112147" y="80792"/>
                </a:lnTo>
                <a:lnTo>
                  <a:pt x="112147" y="78791"/>
                </a:lnTo>
                <a:lnTo>
                  <a:pt x="113582" y="77356"/>
                </a:lnTo>
                <a:lnTo>
                  <a:pt x="115450" y="77356"/>
                </a:lnTo>
                <a:lnTo>
                  <a:pt x="113482" y="79324"/>
                </a:lnTo>
                <a:close/>
                <a:moveTo>
                  <a:pt x="96603" y="76589"/>
                </a:moveTo>
                <a:lnTo>
                  <a:pt x="99605" y="73587"/>
                </a:lnTo>
                <a:lnTo>
                  <a:pt x="99605" y="69351"/>
                </a:lnTo>
                <a:lnTo>
                  <a:pt x="101273" y="71052"/>
                </a:lnTo>
                <a:lnTo>
                  <a:pt x="101273" y="74287"/>
                </a:lnTo>
                <a:lnTo>
                  <a:pt x="98971" y="76589"/>
                </a:lnTo>
                <a:close/>
                <a:moveTo>
                  <a:pt x="93334" y="76589"/>
                </a:moveTo>
                <a:lnTo>
                  <a:pt x="97270" y="72620"/>
                </a:lnTo>
                <a:lnTo>
                  <a:pt x="97270" y="67049"/>
                </a:lnTo>
                <a:lnTo>
                  <a:pt x="98804" y="68583"/>
                </a:lnTo>
                <a:lnTo>
                  <a:pt x="98804" y="73253"/>
                </a:lnTo>
                <a:lnTo>
                  <a:pt x="95469" y="76589"/>
                </a:lnTo>
                <a:lnTo>
                  <a:pt x="93334" y="76589"/>
                </a:lnTo>
                <a:close/>
                <a:moveTo>
                  <a:pt x="89231" y="76589"/>
                </a:moveTo>
                <a:lnTo>
                  <a:pt x="85929" y="73253"/>
                </a:lnTo>
                <a:lnTo>
                  <a:pt x="85929" y="68583"/>
                </a:lnTo>
                <a:lnTo>
                  <a:pt x="87463" y="67049"/>
                </a:lnTo>
                <a:lnTo>
                  <a:pt x="87463" y="72620"/>
                </a:lnTo>
                <a:lnTo>
                  <a:pt x="91399" y="76589"/>
                </a:lnTo>
                <a:lnTo>
                  <a:pt x="89231" y="76589"/>
                </a:lnTo>
                <a:close/>
                <a:moveTo>
                  <a:pt x="85762" y="76589"/>
                </a:moveTo>
                <a:lnTo>
                  <a:pt x="83460" y="74287"/>
                </a:lnTo>
                <a:lnTo>
                  <a:pt x="83460" y="71052"/>
                </a:lnTo>
                <a:lnTo>
                  <a:pt x="85128" y="69351"/>
                </a:lnTo>
                <a:lnTo>
                  <a:pt x="85128" y="73587"/>
                </a:lnTo>
                <a:lnTo>
                  <a:pt x="88130" y="76589"/>
                </a:lnTo>
                <a:lnTo>
                  <a:pt x="85762" y="76589"/>
                </a:lnTo>
                <a:close/>
                <a:moveTo>
                  <a:pt x="82660" y="82126"/>
                </a:moveTo>
                <a:lnTo>
                  <a:pt x="81359" y="80792"/>
                </a:lnTo>
                <a:lnTo>
                  <a:pt x="81359" y="78791"/>
                </a:lnTo>
                <a:lnTo>
                  <a:pt x="82793" y="77356"/>
                </a:lnTo>
                <a:lnTo>
                  <a:pt x="84628" y="77356"/>
                </a:lnTo>
                <a:lnTo>
                  <a:pt x="82660" y="79324"/>
                </a:lnTo>
                <a:close/>
                <a:moveTo>
                  <a:pt x="65814" y="76589"/>
                </a:moveTo>
                <a:lnTo>
                  <a:pt x="68816" y="73587"/>
                </a:lnTo>
                <a:lnTo>
                  <a:pt x="68816" y="69351"/>
                </a:lnTo>
                <a:lnTo>
                  <a:pt x="70484" y="71052"/>
                </a:lnTo>
                <a:lnTo>
                  <a:pt x="70484" y="74287"/>
                </a:lnTo>
                <a:lnTo>
                  <a:pt x="68183" y="76589"/>
                </a:lnTo>
                <a:close/>
                <a:moveTo>
                  <a:pt x="62512" y="76589"/>
                </a:moveTo>
                <a:lnTo>
                  <a:pt x="66481" y="72620"/>
                </a:lnTo>
                <a:lnTo>
                  <a:pt x="66481" y="67049"/>
                </a:lnTo>
                <a:lnTo>
                  <a:pt x="68016" y="68583"/>
                </a:lnTo>
                <a:lnTo>
                  <a:pt x="68016" y="73253"/>
                </a:lnTo>
                <a:lnTo>
                  <a:pt x="64680" y="76589"/>
                </a:lnTo>
                <a:lnTo>
                  <a:pt x="62512" y="76589"/>
                </a:lnTo>
                <a:close/>
                <a:moveTo>
                  <a:pt x="58442" y="76589"/>
                </a:moveTo>
                <a:lnTo>
                  <a:pt x="55140" y="73253"/>
                </a:lnTo>
                <a:lnTo>
                  <a:pt x="55140" y="68583"/>
                </a:lnTo>
                <a:lnTo>
                  <a:pt x="56674" y="67049"/>
                </a:lnTo>
                <a:lnTo>
                  <a:pt x="56674" y="72620"/>
                </a:lnTo>
                <a:lnTo>
                  <a:pt x="60610" y="76589"/>
                </a:lnTo>
                <a:lnTo>
                  <a:pt x="58442" y="76589"/>
                </a:lnTo>
                <a:close/>
                <a:moveTo>
                  <a:pt x="54973" y="76589"/>
                </a:moveTo>
                <a:lnTo>
                  <a:pt x="52671" y="74287"/>
                </a:lnTo>
                <a:lnTo>
                  <a:pt x="52671" y="71052"/>
                </a:lnTo>
                <a:lnTo>
                  <a:pt x="54339" y="69351"/>
                </a:lnTo>
                <a:lnTo>
                  <a:pt x="54339" y="73587"/>
                </a:lnTo>
                <a:lnTo>
                  <a:pt x="57341" y="76589"/>
                </a:lnTo>
                <a:lnTo>
                  <a:pt x="54973" y="76589"/>
                </a:lnTo>
                <a:close/>
                <a:moveTo>
                  <a:pt x="51871" y="82126"/>
                </a:moveTo>
                <a:lnTo>
                  <a:pt x="50570" y="80792"/>
                </a:lnTo>
                <a:lnTo>
                  <a:pt x="50570" y="78791"/>
                </a:lnTo>
                <a:lnTo>
                  <a:pt x="51971" y="77356"/>
                </a:lnTo>
                <a:lnTo>
                  <a:pt x="53839" y="77356"/>
                </a:lnTo>
                <a:lnTo>
                  <a:pt x="51871" y="79324"/>
                </a:lnTo>
                <a:close/>
                <a:moveTo>
                  <a:pt x="35026" y="76589"/>
                </a:moveTo>
                <a:lnTo>
                  <a:pt x="37994" y="73587"/>
                </a:lnTo>
                <a:lnTo>
                  <a:pt x="37994" y="69351"/>
                </a:lnTo>
                <a:lnTo>
                  <a:pt x="39696" y="71052"/>
                </a:lnTo>
                <a:lnTo>
                  <a:pt x="39696" y="74287"/>
                </a:lnTo>
                <a:lnTo>
                  <a:pt x="37394" y="76589"/>
                </a:lnTo>
                <a:close/>
                <a:moveTo>
                  <a:pt x="37761" y="55140"/>
                </a:moveTo>
                <a:lnTo>
                  <a:pt x="42464" y="55140"/>
                </a:lnTo>
                <a:lnTo>
                  <a:pt x="45767" y="58443"/>
                </a:lnTo>
                <a:lnTo>
                  <a:pt x="45767" y="60611"/>
                </a:lnTo>
                <a:lnTo>
                  <a:pt x="41830" y="56675"/>
                </a:lnTo>
                <a:lnTo>
                  <a:pt x="36226" y="56675"/>
                </a:lnTo>
                <a:close/>
                <a:moveTo>
                  <a:pt x="37394" y="46568"/>
                </a:moveTo>
                <a:lnTo>
                  <a:pt x="39696" y="48869"/>
                </a:lnTo>
                <a:lnTo>
                  <a:pt x="39696" y="52105"/>
                </a:lnTo>
                <a:lnTo>
                  <a:pt x="37994" y="53806"/>
                </a:lnTo>
                <a:lnTo>
                  <a:pt x="37994" y="49570"/>
                </a:lnTo>
                <a:lnTo>
                  <a:pt x="35026" y="46568"/>
                </a:lnTo>
                <a:close/>
                <a:moveTo>
                  <a:pt x="40463" y="41030"/>
                </a:moveTo>
                <a:lnTo>
                  <a:pt x="41797" y="42365"/>
                </a:lnTo>
                <a:lnTo>
                  <a:pt x="41797" y="44366"/>
                </a:lnTo>
                <a:lnTo>
                  <a:pt x="40363" y="45800"/>
                </a:lnTo>
                <a:lnTo>
                  <a:pt x="38495" y="45800"/>
                </a:lnTo>
                <a:lnTo>
                  <a:pt x="40463" y="43832"/>
                </a:lnTo>
                <a:close/>
                <a:moveTo>
                  <a:pt x="57341" y="46568"/>
                </a:moveTo>
                <a:lnTo>
                  <a:pt x="54339" y="49570"/>
                </a:lnTo>
                <a:lnTo>
                  <a:pt x="54339" y="53806"/>
                </a:lnTo>
                <a:lnTo>
                  <a:pt x="52671" y="52105"/>
                </a:lnTo>
                <a:lnTo>
                  <a:pt x="52671" y="48869"/>
                </a:lnTo>
                <a:lnTo>
                  <a:pt x="54973" y="46568"/>
                </a:lnTo>
                <a:close/>
                <a:moveTo>
                  <a:pt x="60610" y="46568"/>
                </a:moveTo>
                <a:lnTo>
                  <a:pt x="56674" y="50537"/>
                </a:lnTo>
                <a:lnTo>
                  <a:pt x="56674" y="56108"/>
                </a:lnTo>
                <a:lnTo>
                  <a:pt x="55140" y="54573"/>
                </a:lnTo>
                <a:lnTo>
                  <a:pt x="55140" y="49903"/>
                </a:lnTo>
                <a:lnTo>
                  <a:pt x="58442" y="46568"/>
                </a:lnTo>
                <a:close/>
                <a:moveTo>
                  <a:pt x="64680" y="46568"/>
                </a:moveTo>
                <a:lnTo>
                  <a:pt x="68016" y="49903"/>
                </a:lnTo>
                <a:lnTo>
                  <a:pt x="68016" y="54573"/>
                </a:lnTo>
                <a:lnTo>
                  <a:pt x="66481" y="56108"/>
                </a:lnTo>
                <a:lnTo>
                  <a:pt x="66481" y="50537"/>
                </a:lnTo>
                <a:lnTo>
                  <a:pt x="62545" y="46568"/>
                </a:lnTo>
                <a:close/>
                <a:moveTo>
                  <a:pt x="68183" y="46568"/>
                </a:moveTo>
                <a:lnTo>
                  <a:pt x="70484" y="48869"/>
                </a:lnTo>
                <a:lnTo>
                  <a:pt x="70484" y="52105"/>
                </a:lnTo>
                <a:lnTo>
                  <a:pt x="68783" y="53806"/>
                </a:lnTo>
                <a:lnTo>
                  <a:pt x="68783" y="49570"/>
                </a:lnTo>
                <a:lnTo>
                  <a:pt x="65814" y="46568"/>
                </a:lnTo>
                <a:close/>
                <a:moveTo>
                  <a:pt x="71251" y="41030"/>
                </a:moveTo>
                <a:lnTo>
                  <a:pt x="72586" y="42365"/>
                </a:lnTo>
                <a:lnTo>
                  <a:pt x="72586" y="44366"/>
                </a:lnTo>
                <a:lnTo>
                  <a:pt x="71151" y="45800"/>
                </a:lnTo>
                <a:lnTo>
                  <a:pt x="69283" y="45800"/>
                </a:lnTo>
                <a:lnTo>
                  <a:pt x="71251" y="43832"/>
                </a:lnTo>
                <a:lnTo>
                  <a:pt x="71251" y="41030"/>
                </a:lnTo>
                <a:close/>
                <a:moveTo>
                  <a:pt x="88130" y="46568"/>
                </a:moveTo>
                <a:lnTo>
                  <a:pt x="85128" y="49570"/>
                </a:lnTo>
                <a:lnTo>
                  <a:pt x="85128" y="53806"/>
                </a:lnTo>
                <a:lnTo>
                  <a:pt x="83460" y="52105"/>
                </a:lnTo>
                <a:lnTo>
                  <a:pt x="83460" y="48869"/>
                </a:lnTo>
                <a:lnTo>
                  <a:pt x="85762" y="46568"/>
                </a:lnTo>
                <a:close/>
                <a:moveTo>
                  <a:pt x="91399" y="46568"/>
                </a:moveTo>
                <a:lnTo>
                  <a:pt x="87463" y="50537"/>
                </a:lnTo>
                <a:lnTo>
                  <a:pt x="87463" y="56108"/>
                </a:lnTo>
                <a:lnTo>
                  <a:pt x="85929" y="54573"/>
                </a:lnTo>
                <a:lnTo>
                  <a:pt x="85929" y="49903"/>
                </a:lnTo>
                <a:lnTo>
                  <a:pt x="89231" y="46568"/>
                </a:lnTo>
                <a:close/>
                <a:moveTo>
                  <a:pt x="95469" y="46568"/>
                </a:moveTo>
                <a:lnTo>
                  <a:pt x="98804" y="49903"/>
                </a:lnTo>
                <a:lnTo>
                  <a:pt x="98804" y="54573"/>
                </a:lnTo>
                <a:lnTo>
                  <a:pt x="97270" y="56108"/>
                </a:lnTo>
                <a:lnTo>
                  <a:pt x="97270" y="50537"/>
                </a:lnTo>
                <a:lnTo>
                  <a:pt x="93334" y="46568"/>
                </a:lnTo>
                <a:close/>
                <a:moveTo>
                  <a:pt x="98971" y="46568"/>
                </a:moveTo>
                <a:lnTo>
                  <a:pt x="101273" y="48869"/>
                </a:lnTo>
                <a:lnTo>
                  <a:pt x="101273" y="52105"/>
                </a:lnTo>
                <a:lnTo>
                  <a:pt x="99572" y="53806"/>
                </a:lnTo>
                <a:lnTo>
                  <a:pt x="99572" y="49570"/>
                </a:lnTo>
                <a:lnTo>
                  <a:pt x="96603" y="46568"/>
                </a:lnTo>
                <a:close/>
                <a:moveTo>
                  <a:pt x="102040" y="41030"/>
                </a:moveTo>
                <a:lnTo>
                  <a:pt x="103374" y="42365"/>
                </a:lnTo>
                <a:lnTo>
                  <a:pt x="103374" y="44366"/>
                </a:lnTo>
                <a:lnTo>
                  <a:pt x="101940" y="45800"/>
                </a:lnTo>
                <a:lnTo>
                  <a:pt x="100072" y="45800"/>
                </a:lnTo>
                <a:lnTo>
                  <a:pt x="102040" y="43832"/>
                </a:lnTo>
                <a:close/>
                <a:moveTo>
                  <a:pt x="118919" y="46568"/>
                </a:moveTo>
                <a:lnTo>
                  <a:pt x="115917" y="49570"/>
                </a:lnTo>
                <a:lnTo>
                  <a:pt x="115917" y="53806"/>
                </a:lnTo>
                <a:lnTo>
                  <a:pt x="114249" y="52105"/>
                </a:lnTo>
                <a:lnTo>
                  <a:pt x="114249" y="48869"/>
                </a:lnTo>
                <a:lnTo>
                  <a:pt x="116550" y="46568"/>
                </a:lnTo>
                <a:close/>
                <a:moveTo>
                  <a:pt x="122188" y="46568"/>
                </a:moveTo>
                <a:lnTo>
                  <a:pt x="118252" y="50537"/>
                </a:lnTo>
                <a:lnTo>
                  <a:pt x="118252" y="56108"/>
                </a:lnTo>
                <a:lnTo>
                  <a:pt x="116717" y="54573"/>
                </a:lnTo>
                <a:lnTo>
                  <a:pt x="116717" y="49903"/>
                </a:lnTo>
                <a:lnTo>
                  <a:pt x="120053" y="46568"/>
                </a:lnTo>
                <a:close/>
                <a:moveTo>
                  <a:pt x="126291" y="46568"/>
                </a:moveTo>
                <a:lnTo>
                  <a:pt x="129593" y="49903"/>
                </a:lnTo>
                <a:lnTo>
                  <a:pt x="129593" y="54573"/>
                </a:lnTo>
                <a:lnTo>
                  <a:pt x="128059" y="56108"/>
                </a:lnTo>
                <a:lnTo>
                  <a:pt x="128059" y="50537"/>
                </a:lnTo>
                <a:lnTo>
                  <a:pt x="124122" y="46568"/>
                </a:lnTo>
                <a:close/>
                <a:moveTo>
                  <a:pt x="129760" y="46568"/>
                </a:moveTo>
                <a:lnTo>
                  <a:pt x="132061" y="48869"/>
                </a:lnTo>
                <a:lnTo>
                  <a:pt x="132061" y="52105"/>
                </a:lnTo>
                <a:lnTo>
                  <a:pt x="130394" y="53806"/>
                </a:lnTo>
                <a:lnTo>
                  <a:pt x="130394" y="49570"/>
                </a:lnTo>
                <a:lnTo>
                  <a:pt x="127391" y="46568"/>
                </a:lnTo>
                <a:close/>
                <a:moveTo>
                  <a:pt x="132862" y="41030"/>
                </a:moveTo>
                <a:lnTo>
                  <a:pt x="134163" y="42365"/>
                </a:lnTo>
                <a:lnTo>
                  <a:pt x="134163" y="44366"/>
                </a:lnTo>
                <a:lnTo>
                  <a:pt x="132729" y="45800"/>
                </a:lnTo>
                <a:lnTo>
                  <a:pt x="130894" y="45800"/>
                </a:lnTo>
                <a:lnTo>
                  <a:pt x="132862" y="43832"/>
                </a:lnTo>
                <a:close/>
                <a:moveTo>
                  <a:pt x="149707" y="46568"/>
                </a:moveTo>
                <a:lnTo>
                  <a:pt x="146739" y="49570"/>
                </a:lnTo>
                <a:lnTo>
                  <a:pt x="146739" y="53806"/>
                </a:lnTo>
                <a:lnTo>
                  <a:pt x="145037" y="52105"/>
                </a:lnTo>
                <a:lnTo>
                  <a:pt x="145037" y="48869"/>
                </a:lnTo>
                <a:lnTo>
                  <a:pt x="147339" y="46568"/>
                </a:lnTo>
                <a:close/>
                <a:moveTo>
                  <a:pt x="153010" y="46568"/>
                </a:moveTo>
                <a:lnTo>
                  <a:pt x="149040" y="50537"/>
                </a:lnTo>
                <a:lnTo>
                  <a:pt x="149040" y="56108"/>
                </a:lnTo>
                <a:lnTo>
                  <a:pt x="147506" y="54573"/>
                </a:lnTo>
                <a:lnTo>
                  <a:pt x="147506" y="49903"/>
                </a:lnTo>
                <a:lnTo>
                  <a:pt x="150842" y="46568"/>
                </a:lnTo>
                <a:close/>
                <a:moveTo>
                  <a:pt x="157079" y="46568"/>
                </a:moveTo>
                <a:lnTo>
                  <a:pt x="160382" y="49903"/>
                </a:lnTo>
                <a:lnTo>
                  <a:pt x="160382" y="54573"/>
                </a:lnTo>
                <a:lnTo>
                  <a:pt x="158847" y="56108"/>
                </a:lnTo>
                <a:lnTo>
                  <a:pt x="158847" y="50537"/>
                </a:lnTo>
                <a:lnTo>
                  <a:pt x="154911" y="46568"/>
                </a:lnTo>
                <a:close/>
                <a:moveTo>
                  <a:pt x="160548" y="46568"/>
                </a:moveTo>
                <a:lnTo>
                  <a:pt x="162850" y="48869"/>
                </a:lnTo>
                <a:lnTo>
                  <a:pt x="162850" y="52105"/>
                </a:lnTo>
                <a:lnTo>
                  <a:pt x="161182" y="53806"/>
                </a:lnTo>
                <a:lnTo>
                  <a:pt x="161182" y="49570"/>
                </a:lnTo>
                <a:lnTo>
                  <a:pt x="158180" y="46568"/>
                </a:lnTo>
                <a:close/>
                <a:moveTo>
                  <a:pt x="163651" y="41030"/>
                </a:moveTo>
                <a:lnTo>
                  <a:pt x="164952" y="42365"/>
                </a:lnTo>
                <a:lnTo>
                  <a:pt x="164952" y="44366"/>
                </a:lnTo>
                <a:lnTo>
                  <a:pt x="163551" y="45800"/>
                </a:lnTo>
                <a:lnTo>
                  <a:pt x="161683" y="45800"/>
                </a:lnTo>
                <a:lnTo>
                  <a:pt x="163651" y="43832"/>
                </a:lnTo>
                <a:close/>
                <a:moveTo>
                  <a:pt x="180496" y="46568"/>
                </a:moveTo>
                <a:lnTo>
                  <a:pt x="177494" y="49570"/>
                </a:lnTo>
                <a:lnTo>
                  <a:pt x="177494" y="53806"/>
                </a:lnTo>
                <a:lnTo>
                  <a:pt x="175826" y="52105"/>
                </a:lnTo>
                <a:lnTo>
                  <a:pt x="175826" y="48869"/>
                </a:lnTo>
                <a:lnTo>
                  <a:pt x="178128" y="46568"/>
                </a:lnTo>
                <a:close/>
                <a:moveTo>
                  <a:pt x="183798" y="46568"/>
                </a:moveTo>
                <a:lnTo>
                  <a:pt x="179829" y="50537"/>
                </a:lnTo>
                <a:lnTo>
                  <a:pt x="179829" y="56108"/>
                </a:lnTo>
                <a:lnTo>
                  <a:pt x="178294" y="54573"/>
                </a:lnTo>
                <a:lnTo>
                  <a:pt x="178294" y="49903"/>
                </a:lnTo>
                <a:lnTo>
                  <a:pt x="181630" y="46568"/>
                </a:lnTo>
                <a:close/>
                <a:moveTo>
                  <a:pt x="187868" y="46568"/>
                </a:moveTo>
                <a:lnTo>
                  <a:pt x="191170" y="49903"/>
                </a:lnTo>
                <a:lnTo>
                  <a:pt x="191170" y="54573"/>
                </a:lnTo>
                <a:lnTo>
                  <a:pt x="189636" y="56108"/>
                </a:lnTo>
                <a:lnTo>
                  <a:pt x="189636" y="50537"/>
                </a:lnTo>
                <a:lnTo>
                  <a:pt x="185700" y="46568"/>
                </a:lnTo>
                <a:close/>
                <a:moveTo>
                  <a:pt x="191337" y="46568"/>
                </a:moveTo>
                <a:lnTo>
                  <a:pt x="193639" y="48869"/>
                </a:lnTo>
                <a:lnTo>
                  <a:pt x="193639" y="52105"/>
                </a:lnTo>
                <a:lnTo>
                  <a:pt x="191971" y="53806"/>
                </a:lnTo>
                <a:lnTo>
                  <a:pt x="191971" y="49570"/>
                </a:lnTo>
                <a:lnTo>
                  <a:pt x="188969" y="46568"/>
                </a:lnTo>
                <a:close/>
                <a:moveTo>
                  <a:pt x="194439" y="41030"/>
                </a:moveTo>
                <a:lnTo>
                  <a:pt x="195740" y="42365"/>
                </a:lnTo>
                <a:lnTo>
                  <a:pt x="195740" y="44366"/>
                </a:lnTo>
                <a:lnTo>
                  <a:pt x="194339" y="45800"/>
                </a:lnTo>
                <a:lnTo>
                  <a:pt x="192471" y="45800"/>
                </a:lnTo>
                <a:lnTo>
                  <a:pt x="194439" y="43832"/>
                </a:lnTo>
                <a:close/>
                <a:moveTo>
                  <a:pt x="203979" y="72586"/>
                </a:moveTo>
                <a:lnTo>
                  <a:pt x="201945" y="72586"/>
                </a:lnTo>
                <a:lnTo>
                  <a:pt x="200544" y="71152"/>
                </a:lnTo>
                <a:lnTo>
                  <a:pt x="200544" y="69317"/>
                </a:lnTo>
                <a:lnTo>
                  <a:pt x="202512" y="71285"/>
                </a:lnTo>
                <a:lnTo>
                  <a:pt x="205280" y="71285"/>
                </a:lnTo>
                <a:close/>
                <a:moveTo>
                  <a:pt x="203846" y="75588"/>
                </a:moveTo>
                <a:lnTo>
                  <a:pt x="204847" y="76589"/>
                </a:lnTo>
                <a:lnTo>
                  <a:pt x="201077" y="76589"/>
                </a:lnTo>
                <a:lnTo>
                  <a:pt x="203746" y="73920"/>
                </a:lnTo>
                <a:lnTo>
                  <a:pt x="203746" y="75321"/>
                </a:lnTo>
                <a:close/>
                <a:moveTo>
                  <a:pt x="203746" y="80025"/>
                </a:moveTo>
                <a:lnTo>
                  <a:pt x="201077" y="77356"/>
                </a:lnTo>
                <a:lnTo>
                  <a:pt x="204847" y="77356"/>
                </a:lnTo>
                <a:lnTo>
                  <a:pt x="203746" y="78457"/>
                </a:lnTo>
                <a:lnTo>
                  <a:pt x="203746" y="80025"/>
                </a:lnTo>
                <a:close/>
                <a:moveTo>
                  <a:pt x="192538" y="68817"/>
                </a:moveTo>
                <a:lnTo>
                  <a:pt x="196741" y="68817"/>
                </a:lnTo>
                <a:lnTo>
                  <a:pt x="199743" y="65815"/>
                </a:lnTo>
                <a:lnTo>
                  <a:pt x="199743" y="68183"/>
                </a:lnTo>
                <a:lnTo>
                  <a:pt x="197441" y="70485"/>
                </a:lnTo>
                <a:lnTo>
                  <a:pt x="194206" y="70485"/>
                </a:lnTo>
                <a:close/>
                <a:moveTo>
                  <a:pt x="190203" y="66482"/>
                </a:moveTo>
                <a:lnTo>
                  <a:pt x="195807" y="66482"/>
                </a:lnTo>
                <a:lnTo>
                  <a:pt x="199743" y="62546"/>
                </a:lnTo>
                <a:lnTo>
                  <a:pt x="199743" y="64714"/>
                </a:lnTo>
                <a:lnTo>
                  <a:pt x="196441" y="68016"/>
                </a:lnTo>
                <a:lnTo>
                  <a:pt x="191737" y="68016"/>
                </a:lnTo>
                <a:close/>
                <a:moveTo>
                  <a:pt x="177761" y="68016"/>
                </a:moveTo>
                <a:lnTo>
                  <a:pt x="173057" y="68016"/>
                </a:lnTo>
                <a:lnTo>
                  <a:pt x="169755" y="64714"/>
                </a:lnTo>
                <a:lnTo>
                  <a:pt x="169755" y="62546"/>
                </a:lnTo>
                <a:lnTo>
                  <a:pt x="173691" y="66482"/>
                </a:lnTo>
                <a:lnTo>
                  <a:pt x="179262" y="66482"/>
                </a:lnTo>
                <a:close/>
                <a:moveTo>
                  <a:pt x="175292" y="70485"/>
                </a:moveTo>
                <a:lnTo>
                  <a:pt x="172023" y="70485"/>
                </a:lnTo>
                <a:lnTo>
                  <a:pt x="169755" y="68183"/>
                </a:lnTo>
                <a:lnTo>
                  <a:pt x="169755" y="65815"/>
                </a:lnTo>
                <a:lnTo>
                  <a:pt x="172724" y="68817"/>
                </a:lnTo>
                <a:lnTo>
                  <a:pt x="176960" y="68817"/>
                </a:lnTo>
                <a:close/>
                <a:moveTo>
                  <a:pt x="173191" y="72586"/>
                </a:moveTo>
                <a:lnTo>
                  <a:pt x="171156" y="72586"/>
                </a:lnTo>
                <a:lnTo>
                  <a:pt x="169755" y="71152"/>
                </a:lnTo>
                <a:lnTo>
                  <a:pt x="169755" y="69317"/>
                </a:lnTo>
                <a:lnTo>
                  <a:pt x="171723" y="71285"/>
                </a:lnTo>
                <a:lnTo>
                  <a:pt x="174492" y="71285"/>
                </a:lnTo>
                <a:close/>
                <a:moveTo>
                  <a:pt x="173057" y="75588"/>
                </a:moveTo>
                <a:lnTo>
                  <a:pt x="174025" y="76589"/>
                </a:lnTo>
                <a:lnTo>
                  <a:pt x="170289" y="76589"/>
                </a:lnTo>
                <a:lnTo>
                  <a:pt x="172957" y="73920"/>
                </a:lnTo>
                <a:lnTo>
                  <a:pt x="172957" y="75321"/>
                </a:lnTo>
                <a:close/>
                <a:moveTo>
                  <a:pt x="172957" y="80025"/>
                </a:moveTo>
                <a:lnTo>
                  <a:pt x="170289" y="77356"/>
                </a:lnTo>
                <a:lnTo>
                  <a:pt x="174025" y="77356"/>
                </a:lnTo>
                <a:lnTo>
                  <a:pt x="172957" y="78457"/>
                </a:lnTo>
                <a:lnTo>
                  <a:pt x="172957" y="80025"/>
                </a:lnTo>
                <a:close/>
                <a:moveTo>
                  <a:pt x="161749" y="68817"/>
                </a:moveTo>
                <a:lnTo>
                  <a:pt x="165786" y="68817"/>
                </a:lnTo>
                <a:lnTo>
                  <a:pt x="166086" y="68683"/>
                </a:lnTo>
                <a:lnTo>
                  <a:pt x="168954" y="65815"/>
                </a:lnTo>
                <a:lnTo>
                  <a:pt x="168954" y="68183"/>
                </a:lnTo>
                <a:lnTo>
                  <a:pt x="166653" y="70485"/>
                </a:lnTo>
                <a:lnTo>
                  <a:pt x="163417" y="70485"/>
                </a:lnTo>
                <a:close/>
                <a:moveTo>
                  <a:pt x="159414" y="66482"/>
                </a:moveTo>
                <a:lnTo>
                  <a:pt x="164985" y="66482"/>
                </a:lnTo>
                <a:lnTo>
                  <a:pt x="168954" y="62546"/>
                </a:lnTo>
                <a:lnTo>
                  <a:pt x="168954" y="64714"/>
                </a:lnTo>
                <a:lnTo>
                  <a:pt x="165619" y="68016"/>
                </a:lnTo>
                <a:lnTo>
                  <a:pt x="160949" y="68016"/>
                </a:lnTo>
                <a:close/>
                <a:moveTo>
                  <a:pt x="146939" y="68016"/>
                </a:moveTo>
                <a:lnTo>
                  <a:pt x="142269" y="68016"/>
                </a:lnTo>
                <a:lnTo>
                  <a:pt x="138933" y="64714"/>
                </a:lnTo>
                <a:lnTo>
                  <a:pt x="138933" y="62546"/>
                </a:lnTo>
                <a:lnTo>
                  <a:pt x="142903" y="66482"/>
                </a:lnTo>
                <a:lnTo>
                  <a:pt x="148473" y="66482"/>
                </a:lnTo>
                <a:close/>
                <a:moveTo>
                  <a:pt x="144504" y="70485"/>
                </a:moveTo>
                <a:lnTo>
                  <a:pt x="141235" y="70485"/>
                </a:lnTo>
                <a:lnTo>
                  <a:pt x="138933" y="68183"/>
                </a:lnTo>
                <a:lnTo>
                  <a:pt x="138933" y="65815"/>
                </a:lnTo>
                <a:lnTo>
                  <a:pt x="141835" y="68683"/>
                </a:lnTo>
                <a:lnTo>
                  <a:pt x="142102" y="68817"/>
                </a:lnTo>
                <a:lnTo>
                  <a:pt x="146172" y="68817"/>
                </a:lnTo>
                <a:close/>
                <a:moveTo>
                  <a:pt x="142369" y="72586"/>
                </a:moveTo>
                <a:lnTo>
                  <a:pt x="140367" y="72586"/>
                </a:lnTo>
                <a:lnTo>
                  <a:pt x="138933" y="71152"/>
                </a:lnTo>
                <a:lnTo>
                  <a:pt x="138933" y="69317"/>
                </a:lnTo>
                <a:lnTo>
                  <a:pt x="140901" y="71285"/>
                </a:lnTo>
                <a:lnTo>
                  <a:pt x="143703" y="71285"/>
                </a:lnTo>
                <a:close/>
                <a:moveTo>
                  <a:pt x="142269" y="75588"/>
                </a:moveTo>
                <a:lnTo>
                  <a:pt x="143236" y="76589"/>
                </a:lnTo>
                <a:lnTo>
                  <a:pt x="139500" y="76589"/>
                </a:lnTo>
                <a:lnTo>
                  <a:pt x="142135" y="73920"/>
                </a:lnTo>
                <a:lnTo>
                  <a:pt x="142135" y="75321"/>
                </a:lnTo>
                <a:close/>
                <a:moveTo>
                  <a:pt x="142135" y="80025"/>
                </a:moveTo>
                <a:lnTo>
                  <a:pt x="139500" y="77356"/>
                </a:lnTo>
                <a:lnTo>
                  <a:pt x="143236" y="77356"/>
                </a:lnTo>
                <a:lnTo>
                  <a:pt x="142135" y="78457"/>
                </a:lnTo>
                <a:lnTo>
                  <a:pt x="142135" y="80025"/>
                </a:lnTo>
                <a:close/>
                <a:moveTo>
                  <a:pt x="130927" y="68817"/>
                </a:moveTo>
                <a:lnTo>
                  <a:pt x="135164" y="68817"/>
                </a:lnTo>
                <a:lnTo>
                  <a:pt x="138166" y="65815"/>
                </a:lnTo>
                <a:lnTo>
                  <a:pt x="138166" y="68183"/>
                </a:lnTo>
                <a:lnTo>
                  <a:pt x="135864" y="70485"/>
                </a:lnTo>
                <a:lnTo>
                  <a:pt x="132629" y="70485"/>
                </a:lnTo>
                <a:close/>
                <a:moveTo>
                  <a:pt x="128626" y="66482"/>
                </a:moveTo>
                <a:lnTo>
                  <a:pt x="134196" y="66482"/>
                </a:lnTo>
                <a:lnTo>
                  <a:pt x="138166" y="62546"/>
                </a:lnTo>
                <a:lnTo>
                  <a:pt x="138166" y="64714"/>
                </a:lnTo>
                <a:lnTo>
                  <a:pt x="134830" y="68016"/>
                </a:lnTo>
                <a:lnTo>
                  <a:pt x="130160" y="68016"/>
                </a:lnTo>
                <a:close/>
                <a:moveTo>
                  <a:pt x="116150" y="68016"/>
                </a:moveTo>
                <a:lnTo>
                  <a:pt x="111480" y="68016"/>
                </a:lnTo>
                <a:lnTo>
                  <a:pt x="108144" y="64714"/>
                </a:lnTo>
                <a:lnTo>
                  <a:pt x="108144" y="62546"/>
                </a:lnTo>
                <a:lnTo>
                  <a:pt x="112114" y="66482"/>
                </a:lnTo>
                <a:lnTo>
                  <a:pt x="117685" y="66482"/>
                </a:lnTo>
                <a:close/>
                <a:moveTo>
                  <a:pt x="113682" y="70485"/>
                </a:moveTo>
                <a:lnTo>
                  <a:pt x="110446" y="70485"/>
                </a:lnTo>
                <a:lnTo>
                  <a:pt x="108144" y="68183"/>
                </a:lnTo>
                <a:lnTo>
                  <a:pt x="108144" y="65815"/>
                </a:lnTo>
                <a:lnTo>
                  <a:pt x="111147" y="68817"/>
                </a:lnTo>
                <a:lnTo>
                  <a:pt x="115383" y="68817"/>
                </a:lnTo>
                <a:close/>
                <a:moveTo>
                  <a:pt x="111580" y="72586"/>
                </a:moveTo>
                <a:lnTo>
                  <a:pt x="109579" y="72586"/>
                </a:lnTo>
                <a:lnTo>
                  <a:pt x="108144" y="71152"/>
                </a:lnTo>
                <a:lnTo>
                  <a:pt x="108144" y="69317"/>
                </a:lnTo>
                <a:lnTo>
                  <a:pt x="110112" y="71285"/>
                </a:lnTo>
                <a:lnTo>
                  <a:pt x="112914" y="71285"/>
                </a:lnTo>
                <a:close/>
                <a:moveTo>
                  <a:pt x="111480" y="75588"/>
                </a:moveTo>
                <a:lnTo>
                  <a:pt x="112447" y="76589"/>
                </a:lnTo>
                <a:lnTo>
                  <a:pt x="108711" y="76589"/>
                </a:lnTo>
                <a:lnTo>
                  <a:pt x="111347" y="73920"/>
                </a:lnTo>
                <a:lnTo>
                  <a:pt x="111347" y="75321"/>
                </a:lnTo>
                <a:close/>
                <a:moveTo>
                  <a:pt x="111347" y="80025"/>
                </a:moveTo>
                <a:lnTo>
                  <a:pt x="108711" y="77356"/>
                </a:lnTo>
                <a:lnTo>
                  <a:pt x="112447" y="77356"/>
                </a:lnTo>
                <a:lnTo>
                  <a:pt x="111347" y="78457"/>
                </a:lnTo>
                <a:close/>
                <a:moveTo>
                  <a:pt x="100139" y="68817"/>
                </a:moveTo>
                <a:lnTo>
                  <a:pt x="104208" y="68817"/>
                </a:lnTo>
                <a:lnTo>
                  <a:pt x="104475" y="68683"/>
                </a:lnTo>
                <a:lnTo>
                  <a:pt x="107377" y="65815"/>
                </a:lnTo>
                <a:lnTo>
                  <a:pt x="107377" y="68183"/>
                </a:lnTo>
                <a:lnTo>
                  <a:pt x="105076" y="70485"/>
                </a:lnTo>
                <a:lnTo>
                  <a:pt x="101807" y="70485"/>
                </a:lnTo>
                <a:close/>
                <a:moveTo>
                  <a:pt x="97837" y="66482"/>
                </a:moveTo>
                <a:lnTo>
                  <a:pt x="103408" y="66482"/>
                </a:lnTo>
                <a:lnTo>
                  <a:pt x="107377" y="62546"/>
                </a:lnTo>
                <a:lnTo>
                  <a:pt x="107377" y="64714"/>
                </a:lnTo>
                <a:lnTo>
                  <a:pt x="104041" y="68016"/>
                </a:lnTo>
                <a:lnTo>
                  <a:pt x="99371" y="68016"/>
                </a:lnTo>
                <a:close/>
                <a:moveTo>
                  <a:pt x="85361" y="68016"/>
                </a:moveTo>
                <a:lnTo>
                  <a:pt x="80691" y="68016"/>
                </a:lnTo>
                <a:lnTo>
                  <a:pt x="77356" y="64714"/>
                </a:lnTo>
                <a:lnTo>
                  <a:pt x="77356" y="62546"/>
                </a:lnTo>
                <a:lnTo>
                  <a:pt x="81325" y="66482"/>
                </a:lnTo>
                <a:lnTo>
                  <a:pt x="86896" y="66482"/>
                </a:lnTo>
                <a:close/>
                <a:moveTo>
                  <a:pt x="82893" y="70485"/>
                </a:moveTo>
                <a:lnTo>
                  <a:pt x="79657" y="70485"/>
                </a:lnTo>
                <a:lnTo>
                  <a:pt x="77356" y="68183"/>
                </a:lnTo>
                <a:lnTo>
                  <a:pt x="77356" y="65815"/>
                </a:lnTo>
                <a:lnTo>
                  <a:pt x="80224" y="68683"/>
                </a:lnTo>
                <a:lnTo>
                  <a:pt x="80525" y="68817"/>
                </a:lnTo>
                <a:lnTo>
                  <a:pt x="84594" y="68817"/>
                </a:lnTo>
                <a:close/>
                <a:moveTo>
                  <a:pt x="80792" y="72586"/>
                </a:moveTo>
                <a:lnTo>
                  <a:pt x="78790" y="72586"/>
                </a:lnTo>
                <a:lnTo>
                  <a:pt x="77356" y="71152"/>
                </a:lnTo>
                <a:lnTo>
                  <a:pt x="77356" y="69317"/>
                </a:lnTo>
                <a:lnTo>
                  <a:pt x="79324" y="71285"/>
                </a:lnTo>
                <a:lnTo>
                  <a:pt x="82126" y="71285"/>
                </a:lnTo>
                <a:close/>
                <a:moveTo>
                  <a:pt x="80691" y="75588"/>
                </a:moveTo>
                <a:lnTo>
                  <a:pt x="81659" y="76589"/>
                </a:lnTo>
                <a:lnTo>
                  <a:pt x="77923" y="76589"/>
                </a:lnTo>
                <a:lnTo>
                  <a:pt x="80558" y="73920"/>
                </a:lnTo>
                <a:lnTo>
                  <a:pt x="80558" y="75321"/>
                </a:lnTo>
                <a:close/>
                <a:moveTo>
                  <a:pt x="80558" y="80025"/>
                </a:moveTo>
                <a:lnTo>
                  <a:pt x="77923" y="77356"/>
                </a:lnTo>
                <a:lnTo>
                  <a:pt x="81659" y="77356"/>
                </a:lnTo>
                <a:lnTo>
                  <a:pt x="80558" y="78457"/>
                </a:lnTo>
                <a:close/>
                <a:moveTo>
                  <a:pt x="69350" y="68817"/>
                </a:moveTo>
                <a:lnTo>
                  <a:pt x="73586" y="68817"/>
                </a:lnTo>
                <a:lnTo>
                  <a:pt x="76589" y="65815"/>
                </a:lnTo>
                <a:lnTo>
                  <a:pt x="76589" y="68183"/>
                </a:lnTo>
                <a:lnTo>
                  <a:pt x="74287" y="70485"/>
                </a:lnTo>
                <a:lnTo>
                  <a:pt x="71018" y="70485"/>
                </a:lnTo>
                <a:close/>
                <a:moveTo>
                  <a:pt x="67048" y="66482"/>
                </a:moveTo>
                <a:lnTo>
                  <a:pt x="72619" y="66482"/>
                </a:lnTo>
                <a:lnTo>
                  <a:pt x="76589" y="62546"/>
                </a:lnTo>
                <a:lnTo>
                  <a:pt x="76589" y="64714"/>
                </a:lnTo>
                <a:lnTo>
                  <a:pt x="73253" y="68016"/>
                </a:lnTo>
                <a:lnTo>
                  <a:pt x="68583" y="68016"/>
                </a:lnTo>
                <a:close/>
                <a:moveTo>
                  <a:pt x="54573" y="68016"/>
                </a:moveTo>
                <a:lnTo>
                  <a:pt x="49903" y="68016"/>
                </a:lnTo>
                <a:lnTo>
                  <a:pt x="46567" y="64714"/>
                </a:lnTo>
                <a:lnTo>
                  <a:pt x="46567" y="62546"/>
                </a:lnTo>
                <a:lnTo>
                  <a:pt x="50537" y="66482"/>
                </a:lnTo>
                <a:lnTo>
                  <a:pt x="56107" y="66482"/>
                </a:lnTo>
                <a:close/>
                <a:moveTo>
                  <a:pt x="52104" y="70485"/>
                </a:moveTo>
                <a:lnTo>
                  <a:pt x="48869" y="70485"/>
                </a:lnTo>
                <a:lnTo>
                  <a:pt x="46567" y="68183"/>
                </a:lnTo>
                <a:lnTo>
                  <a:pt x="46567" y="65815"/>
                </a:lnTo>
                <a:lnTo>
                  <a:pt x="49569" y="68817"/>
                </a:lnTo>
                <a:lnTo>
                  <a:pt x="53806" y="68817"/>
                </a:lnTo>
                <a:close/>
                <a:moveTo>
                  <a:pt x="50003" y="72586"/>
                </a:moveTo>
                <a:lnTo>
                  <a:pt x="48001" y="72586"/>
                </a:lnTo>
                <a:lnTo>
                  <a:pt x="46567" y="71152"/>
                </a:lnTo>
                <a:lnTo>
                  <a:pt x="46567" y="69317"/>
                </a:lnTo>
                <a:lnTo>
                  <a:pt x="48535" y="71285"/>
                </a:lnTo>
                <a:lnTo>
                  <a:pt x="51337" y="71285"/>
                </a:lnTo>
                <a:close/>
                <a:moveTo>
                  <a:pt x="49903" y="75588"/>
                </a:moveTo>
                <a:lnTo>
                  <a:pt x="50870" y="76589"/>
                </a:lnTo>
                <a:lnTo>
                  <a:pt x="47134" y="76589"/>
                </a:lnTo>
                <a:lnTo>
                  <a:pt x="49769" y="73920"/>
                </a:lnTo>
                <a:lnTo>
                  <a:pt x="49769" y="75321"/>
                </a:lnTo>
                <a:close/>
                <a:moveTo>
                  <a:pt x="49769" y="80025"/>
                </a:moveTo>
                <a:lnTo>
                  <a:pt x="47134" y="77356"/>
                </a:lnTo>
                <a:lnTo>
                  <a:pt x="50870" y="77356"/>
                </a:lnTo>
                <a:lnTo>
                  <a:pt x="49769" y="78457"/>
                </a:lnTo>
                <a:close/>
                <a:moveTo>
                  <a:pt x="38561" y="68817"/>
                </a:moveTo>
                <a:lnTo>
                  <a:pt x="42631" y="68817"/>
                </a:lnTo>
                <a:lnTo>
                  <a:pt x="42898" y="68683"/>
                </a:lnTo>
                <a:lnTo>
                  <a:pt x="45800" y="65815"/>
                </a:lnTo>
                <a:lnTo>
                  <a:pt x="45800" y="68183"/>
                </a:lnTo>
                <a:lnTo>
                  <a:pt x="43498" y="70485"/>
                </a:lnTo>
                <a:lnTo>
                  <a:pt x="40229" y="70485"/>
                </a:lnTo>
                <a:close/>
                <a:moveTo>
                  <a:pt x="42364" y="50570"/>
                </a:moveTo>
                <a:lnTo>
                  <a:pt x="44366" y="50570"/>
                </a:lnTo>
                <a:lnTo>
                  <a:pt x="45767" y="52005"/>
                </a:lnTo>
                <a:lnTo>
                  <a:pt x="45767" y="53873"/>
                </a:lnTo>
                <a:lnTo>
                  <a:pt x="43798" y="51905"/>
                </a:lnTo>
                <a:lnTo>
                  <a:pt x="41030" y="51905"/>
                </a:lnTo>
                <a:close/>
                <a:moveTo>
                  <a:pt x="42464" y="47568"/>
                </a:moveTo>
                <a:lnTo>
                  <a:pt x="41497" y="46568"/>
                </a:lnTo>
                <a:lnTo>
                  <a:pt x="45233" y="46568"/>
                </a:lnTo>
                <a:lnTo>
                  <a:pt x="42564" y="49236"/>
                </a:lnTo>
                <a:lnTo>
                  <a:pt x="42564" y="47835"/>
                </a:lnTo>
                <a:close/>
                <a:moveTo>
                  <a:pt x="42564" y="43132"/>
                </a:moveTo>
                <a:lnTo>
                  <a:pt x="45233" y="45800"/>
                </a:lnTo>
                <a:lnTo>
                  <a:pt x="41497" y="45800"/>
                </a:lnTo>
                <a:lnTo>
                  <a:pt x="42564" y="44700"/>
                </a:lnTo>
                <a:lnTo>
                  <a:pt x="42564" y="43132"/>
                </a:lnTo>
                <a:close/>
                <a:moveTo>
                  <a:pt x="53806" y="54340"/>
                </a:moveTo>
                <a:lnTo>
                  <a:pt x="49569" y="54340"/>
                </a:lnTo>
                <a:lnTo>
                  <a:pt x="46567" y="57342"/>
                </a:lnTo>
                <a:lnTo>
                  <a:pt x="46567" y="54974"/>
                </a:lnTo>
                <a:lnTo>
                  <a:pt x="48869" y="52672"/>
                </a:lnTo>
                <a:lnTo>
                  <a:pt x="52104" y="52672"/>
                </a:lnTo>
                <a:close/>
                <a:moveTo>
                  <a:pt x="56107" y="56675"/>
                </a:moveTo>
                <a:lnTo>
                  <a:pt x="50537" y="56675"/>
                </a:lnTo>
                <a:lnTo>
                  <a:pt x="46567" y="60611"/>
                </a:lnTo>
                <a:lnTo>
                  <a:pt x="46567" y="58476"/>
                </a:lnTo>
                <a:lnTo>
                  <a:pt x="49903" y="55140"/>
                </a:lnTo>
                <a:lnTo>
                  <a:pt x="54573" y="55140"/>
                </a:lnTo>
                <a:close/>
                <a:moveTo>
                  <a:pt x="68583" y="55140"/>
                </a:moveTo>
                <a:lnTo>
                  <a:pt x="73253" y="55140"/>
                </a:lnTo>
                <a:lnTo>
                  <a:pt x="76555" y="58443"/>
                </a:lnTo>
                <a:lnTo>
                  <a:pt x="76555" y="60611"/>
                </a:lnTo>
                <a:lnTo>
                  <a:pt x="72619" y="56675"/>
                </a:lnTo>
                <a:lnTo>
                  <a:pt x="67048" y="56675"/>
                </a:lnTo>
                <a:close/>
                <a:moveTo>
                  <a:pt x="71018" y="52672"/>
                </a:moveTo>
                <a:lnTo>
                  <a:pt x="74287" y="52672"/>
                </a:lnTo>
                <a:lnTo>
                  <a:pt x="76589" y="54974"/>
                </a:lnTo>
                <a:lnTo>
                  <a:pt x="76589" y="57342"/>
                </a:lnTo>
                <a:lnTo>
                  <a:pt x="73586" y="54340"/>
                </a:lnTo>
                <a:lnTo>
                  <a:pt x="69350" y="54340"/>
                </a:lnTo>
                <a:close/>
                <a:moveTo>
                  <a:pt x="73153" y="50570"/>
                </a:moveTo>
                <a:lnTo>
                  <a:pt x="75154" y="50570"/>
                </a:lnTo>
                <a:lnTo>
                  <a:pt x="76555" y="52005"/>
                </a:lnTo>
                <a:lnTo>
                  <a:pt x="76555" y="53873"/>
                </a:lnTo>
                <a:lnTo>
                  <a:pt x="74587" y="51905"/>
                </a:lnTo>
                <a:lnTo>
                  <a:pt x="71818" y="51905"/>
                </a:lnTo>
                <a:close/>
                <a:moveTo>
                  <a:pt x="73253" y="47568"/>
                </a:moveTo>
                <a:lnTo>
                  <a:pt x="72285" y="46568"/>
                </a:lnTo>
                <a:lnTo>
                  <a:pt x="76021" y="46568"/>
                </a:lnTo>
                <a:lnTo>
                  <a:pt x="73386" y="49236"/>
                </a:lnTo>
                <a:lnTo>
                  <a:pt x="73386" y="47835"/>
                </a:lnTo>
                <a:close/>
                <a:moveTo>
                  <a:pt x="73386" y="43132"/>
                </a:moveTo>
                <a:lnTo>
                  <a:pt x="76021" y="45800"/>
                </a:lnTo>
                <a:lnTo>
                  <a:pt x="72285" y="45800"/>
                </a:lnTo>
                <a:lnTo>
                  <a:pt x="73386" y="44700"/>
                </a:lnTo>
                <a:close/>
                <a:moveTo>
                  <a:pt x="84561" y="54340"/>
                </a:moveTo>
                <a:lnTo>
                  <a:pt x="80525" y="54340"/>
                </a:lnTo>
                <a:lnTo>
                  <a:pt x="80224" y="54473"/>
                </a:lnTo>
                <a:lnTo>
                  <a:pt x="77356" y="57342"/>
                </a:lnTo>
                <a:lnTo>
                  <a:pt x="77356" y="54974"/>
                </a:lnTo>
                <a:lnTo>
                  <a:pt x="79657" y="52672"/>
                </a:lnTo>
                <a:lnTo>
                  <a:pt x="82893" y="52672"/>
                </a:lnTo>
                <a:close/>
                <a:moveTo>
                  <a:pt x="86896" y="56675"/>
                </a:moveTo>
                <a:lnTo>
                  <a:pt x="81325" y="56675"/>
                </a:lnTo>
                <a:lnTo>
                  <a:pt x="77356" y="60611"/>
                </a:lnTo>
                <a:lnTo>
                  <a:pt x="77356" y="58476"/>
                </a:lnTo>
                <a:lnTo>
                  <a:pt x="80691" y="55140"/>
                </a:lnTo>
                <a:lnTo>
                  <a:pt x="85361" y="55140"/>
                </a:lnTo>
                <a:close/>
                <a:moveTo>
                  <a:pt x="99371" y="55140"/>
                </a:moveTo>
                <a:lnTo>
                  <a:pt x="104041" y="55140"/>
                </a:lnTo>
                <a:lnTo>
                  <a:pt x="107377" y="58443"/>
                </a:lnTo>
                <a:lnTo>
                  <a:pt x="107377" y="60611"/>
                </a:lnTo>
                <a:lnTo>
                  <a:pt x="103408" y="56675"/>
                </a:lnTo>
                <a:lnTo>
                  <a:pt x="97837" y="56675"/>
                </a:lnTo>
                <a:close/>
                <a:moveTo>
                  <a:pt x="101840" y="52672"/>
                </a:moveTo>
                <a:lnTo>
                  <a:pt x="105076" y="52672"/>
                </a:lnTo>
                <a:lnTo>
                  <a:pt x="107377" y="54974"/>
                </a:lnTo>
                <a:lnTo>
                  <a:pt x="107377" y="57342"/>
                </a:lnTo>
                <a:lnTo>
                  <a:pt x="104508" y="54473"/>
                </a:lnTo>
                <a:lnTo>
                  <a:pt x="104208" y="54340"/>
                </a:lnTo>
                <a:lnTo>
                  <a:pt x="100139" y="54340"/>
                </a:lnTo>
                <a:close/>
                <a:moveTo>
                  <a:pt x="103941" y="50570"/>
                </a:moveTo>
                <a:lnTo>
                  <a:pt x="105943" y="50570"/>
                </a:lnTo>
                <a:lnTo>
                  <a:pt x="107377" y="52005"/>
                </a:lnTo>
                <a:lnTo>
                  <a:pt x="107377" y="53873"/>
                </a:lnTo>
                <a:lnTo>
                  <a:pt x="105409" y="51905"/>
                </a:lnTo>
                <a:lnTo>
                  <a:pt x="102607" y="51905"/>
                </a:lnTo>
                <a:close/>
                <a:moveTo>
                  <a:pt x="104041" y="47568"/>
                </a:moveTo>
                <a:lnTo>
                  <a:pt x="103074" y="46568"/>
                </a:lnTo>
                <a:lnTo>
                  <a:pt x="106810" y="46568"/>
                </a:lnTo>
                <a:lnTo>
                  <a:pt x="104175" y="49236"/>
                </a:lnTo>
                <a:lnTo>
                  <a:pt x="104175" y="47835"/>
                </a:lnTo>
                <a:close/>
                <a:moveTo>
                  <a:pt x="104175" y="43132"/>
                </a:moveTo>
                <a:lnTo>
                  <a:pt x="106810" y="45800"/>
                </a:lnTo>
                <a:lnTo>
                  <a:pt x="103074" y="45800"/>
                </a:lnTo>
                <a:lnTo>
                  <a:pt x="104175" y="44700"/>
                </a:lnTo>
                <a:close/>
                <a:moveTo>
                  <a:pt x="115383" y="54340"/>
                </a:moveTo>
                <a:lnTo>
                  <a:pt x="111147" y="54340"/>
                </a:lnTo>
                <a:lnTo>
                  <a:pt x="108144" y="57342"/>
                </a:lnTo>
                <a:lnTo>
                  <a:pt x="108144" y="54974"/>
                </a:lnTo>
                <a:lnTo>
                  <a:pt x="110446" y="52672"/>
                </a:lnTo>
                <a:lnTo>
                  <a:pt x="113682" y="52672"/>
                </a:lnTo>
                <a:close/>
                <a:moveTo>
                  <a:pt x="117685" y="56675"/>
                </a:moveTo>
                <a:lnTo>
                  <a:pt x="112114" y="56675"/>
                </a:lnTo>
                <a:lnTo>
                  <a:pt x="108144" y="60611"/>
                </a:lnTo>
                <a:lnTo>
                  <a:pt x="108144" y="58476"/>
                </a:lnTo>
                <a:lnTo>
                  <a:pt x="111480" y="55140"/>
                </a:lnTo>
                <a:lnTo>
                  <a:pt x="116150" y="55140"/>
                </a:lnTo>
                <a:close/>
                <a:moveTo>
                  <a:pt x="130160" y="55140"/>
                </a:moveTo>
                <a:lnTo>
                  <a:pt x="134830" y="55140"/>
                </a:lnTo>
                <a:lnTo>
                  <a:pt x="138166" y="58443"/>
                </a:lnTo>
                <a:lnTo>
                  <a:pt x="138166" y="60611"/>
                </a:lnTo>
                <a:lnTo>
                  <a:pt x="134196" y="56675"/>
                </a:lnTo>
                <a:lnTo>
                  <a:pt x="128626" y="56675"/>
                </a:lnTo>
                <a:close/>
                <a:moveTo>
                  <a:pt x="132629" y="52672"/>
                </a:moveTo>
                <a:lnTo>
                  <a:pt x="135864" y="52672"/>
                </a:lnTo>
                <a:lnTo>
                  <a:pt x="138166" y="54974"/>
                </a:lnTo>
                <a:lnTo>
                  <a:pt x="138166" y="57342"/>
                </a:lnTo>
                <a:lnTo>
                  <a:pt x="135164" y="54340"/>
                </a:lnTo>
                <a:lnTo>
                  <a:pt x="130927" y="54340"/>
                </a:lnTo>
                <a:close/>
                <a:moveTo>
                  <a:pt x="134730" y="50570"/>
                </a:moveTo>
                <a:lnTo>
                  <a:pt x="136731" y="50570"/>
                </a:lnTo>
                <a:lnTo>
                  <a:pt x="138166" y="52005"/>
                </a:lnTo>
                <a:lnTo>
                  <a:pt x="138166" y="53873"/>
                </a:lnTo>
                <a:lnTo>
                  <a:pt x="136198" y="51905"/>
                </a:lnTo>
                <a:lnTo>
                  <a:pt x="133396" y="51905"/>
                </a:lnTo>
                <a:close/>
                <a:moveTo>
                  <a:pt x="134830" y="47568"/>
                </a:moveTo>
                <a:lnTo>
                  <a:pt x="133863" y="46568"/>
                </a:lnTo>
                <a:lnTo>
                  <a:pt x="137599" y="46568"/>
                </a:lnTo>
                <a:lnTo>
                  <a:pt x="134964" y="49236"/>
                </a:lnTo>
                <a:lnTo>
                  <a:pt x="134964" y="47835"/>
                </a:lnTo>
                <a:close/>
                <a:moveTo>
                  <a:pt x="134964" y="43132"/>
                </a:moveTo>
                <a:lnTo>
                  <a:pt x="137599" y="45800"/>
                </a:lnTo>
                <a:lnTo>
                  <a:pt x="133863" y="45800"/>
                </a:lnTo>
                <a:lnTo>
                  <a:pt x="134964" y="44700"/>
                </a:lnTo>
                <a:lnTo>
                  <a:pt x="134964" y="43132"/>
                </a:lnTo>
                <a:close/>
                <a:moveTo>
                  <a:pt x="146172" y="54340"/>
                </a:moveTo>
                <a:lnTo>
                  <a:pt x="142102" y="54340"/>
                </a:lnTo>
                <a:lnTo>
                  <a:pt x="141835" y="54473"/>
                </a:lnTo>
                <a:lnTo>
                  <a:pt x="138933" y="57342"/>
                </a:lnTo>
                <a:lnTo>
                  <a:pt x="138933" y="54974"/>
                </a:lnTo>
                <a:lnTo>
                  <a:pt x="141235" y="52672"/>
                </a:lnTo>
                <a:lnTo>
                  <a:pt x="144504" y="52672"/>
                </a:lnTo>
                <a:close/>
                <a:moveTo>
                  <a:pt x="148473" y="56675"/>
                </a:moveTo>
                <a:lnTo>
                  <a:pt x="142903" y="56675"/>
                </a:lnTo>
                <a:lnTo>
                  <a:pt x="138966" y="60611"/>
                </a:lnTo>
                <a:lnTo>
                  <a:pt x="138966" y="58476"/>
                </a:lnTo>
                <a:lnTo>
                  <a:pt x="142269" y="55140"/>
                </a:lnTo>
                <a:lnTo>
                  <a:pt x="146972" y="55140"/>
                </a:lnTo>
                <a:close/>
                <a:moveTo>
                  <a:pt x="160949" y="55140"/>
                </a:moveTo>
                <a:lnTo>
                  <a:pt x="165619" y="55140"/>
                </a:lnTo>
                <a:lnTo>
                  <a:pt x="168954" y="58443"/>
                </a:lnTo>
                <a:lnTo>
                  <a:pt x="168954" y="60611"/>
                </a:lnTo>
                <a:lnTo>
                  <a:pt x="164985" y="56675"/>
                </a:lnTo>
                <a:lnTo>
                  <a:pt x="159414" y="56675"/>
                </a:lnTo>
                <a:close/>
                <a:moveTo>
                  <a:pt x="163417" y="52672"/>
                </a:moveTo>
                <a:lnTo>
                  <a:pt x="166653" y="52672"/>
                </a:lnTo>
                <a:lnTo>
                  <a:pt x="168954" y="54974"/>
                </a:lnTo>
                <a:lnTo>
                  <a:pt x="168954" y="57342"/>
                </a:lnTo>
                <a:lnTo>
                  <a:pt x="166086" y="54473"/>
                </a:lnTo>
                <a:lnTo>
                  <a:pt x="165786" y="54340"/>
                </a:lnTo>
                <a:lnTo>
                  <a:pt x="161716" y="54340"/>
                </a:lnTo>
                <a:close/>
                <a:moveTo>
                  <a:pt x="165519" y="50570"/>
                </a:moveTo>
                <a:lnTo>
                  <a:pt x="167520" y="50570"/>
                </a:lnTo>
                <a:lnTo>
                  <a:pt x="168954" y="52005"/>
                </a:lnTo>
                <a:lnTo>
                  <a:pt x="168954" y="53873"/>
                </a:lnTo>
                <a:lnTo>
                  <a:pt x="166986" y="51905"/>
                </a:lnTo>
                <a:lnTo>
                  <a:pt x="164184" y="51905"/>
                </a:lnTo>
                <a:close/>
                <a:moveTo>
                  <a:pt x="165619" y="47568"/>
                </a:moveTo>
                <a:lnTo>
                  <a:pt x="164651" y="46568"/>
                </a:lnTo>
                <a:lnTo>
                  <a:pt x="168387" y="46568"/>
                </a:lnTo>
                <a:lnTo>
                  <a:pt x="165752" y="49236"/>
                </a:lnTo>
                <a:lnTo>
                  <a:pt x="165752" y="47835"/>
                </a:lnTo>
                <a:close/>
                <a:moveTo>
                  <a:pt x="165752" y="43132"/>
                </a:moveTo>
                <a:lnTo>
                  <a:pt x="168387" y="45800"/>
                </a:lnTo>
                <a:lnTo>
                  <a:pt x="164651" y="45800"/>
                </a:lnTo>
                <a:lnTo>
                  <a:pt x="165752" y="44700"/>
                </a:lnTo>
                <a:lnTo>
                  <a:pt x="165752" y="43132"/>
                </a:lnTo>
                <a:close/>
                <a:moveTo>
                  <a:pt x="176960" y="54340"/>
                </a:moveTo>
                <a:lnTo>
                  <a:pt x="172724" y="54340"/>
                </a:lnTo>
                <a:lnTo>
                  <a:pt x="169755" y="57342"/>
                </a:lnTo>
                <a:lnTo>
                  <a:pt x="169755" y="54974"/>
                </a:lnTo>
                <a:lnTo>
                  <a:pt x="172023" y="52672"/>
                </a:lnTo>
                <a:lnTo>
                  <a:pt x="175292" y="52672"/>
                </a:lnTo>
                <a:close/>
                <a:moveTo>
                  <a:pt x="179262" y="56675"/>
                </a:moveTo>
                <a:lnTo>
                  <a:pt x="173691" y="56675"/>
                </a:lnTo>
                <a:lnTo>
                  <a:pt x="169755" y="60611"/>
                </a:lnTo>
                <a:lnTo>
                  <a:pt x="169755" y="58476"/>
                </a:lnTo>
                <a:lnTo>
                  <a:pt x="173057" y="55140"/>
                </a:lnTo>
                <a:lnTo>
                  <a:pt x="177727" y="55140"/>
                </a:lnTo>
                <a:close/>
                <a:moveTo>
                  <a:pt x="191737" y="55140"/>
                </a:moveTo>
                <a:lnTo>
                  <a:pt x="196441" y="55140"/>
                </a:lnTo>
                <a:lnTo>
                  <a:pt x="199743" y="58443"/>
                </a:lnTo>
                <a:lnTo>
                  <a:pt x="199743" y="60611"/>
                </a:lnTo>
                <a:lnTo>
                  <a:pt x="195807" y="56675"/>
                </a:lnTo>
                <a:lnTo>
                  <a:pt x="190203" y="56675"/>
                </a:lnTo>
                <a:close/>
                <a:moveTo>
                  <a:pt x="194206" y="52672"/>
                </a:moveTo>
                <a:lnTo>
                  <a:pt x="197441" y="52672"/>
                </a:lnTo>
                <a:lnTo>
                  <a:pt x="199743" y="54974"/>
                </a:lnTo>
                <a:lnTo>
                  <a:pt x="199743" y="57342"/>
                </a:lnTo>
                <a:lnTo>
                  <a:pt x="196741" y="54340"/>
                </a:lnTo>
                <a:lnTo>
                  <a:pt x="192538" y="54340"/>
                </a:lnTo>
                <a:close/>
                <a:moveTo>
                  <a:pt x="196307" y="50570"/>
                </a:moveTo>
                <a:lnTo>
                  <a:pt x="198309" y="50570"/>
                </a:lnTo>
                <a:lnTo>
                  <a:pt x="199743" y="52005"/>
                </a:lnTo>
                <a:lnTo>
                  <a:pt x="199743" y="53873"/>
                </a:lnTo>
                <a:lnTo>
                  <a:pt x="197775" y="51905"/>
                </a:lnTo>
                <a:lnTo>
                  <a:pt x="195006" y="51905"/>
                </a:lnTo>
                <a:close/>
                <a:moveTo>
                  <a:pt x="196407" y="47568"/>
                </a:moveTo>
                <a:lnTo>
                  <a:pt x="195440" y="46568"/>
                </a:lnTo>
                <a:lnTo>
                  <a:pt x="199176" y="46568"/>
                </a:lnTo>
                <a:lnTo>
                  <a:pt x="196541" y="49236"/>
                </a:lnTo>
                <a:lnTo>
                  <a:pt x="196541" y="47835"/>
                </a:lnTo>
                <a:close/>
                <a:moveTo>
                  <a:pt x="196541" y="43132"/>
                </a:moveTo>
                <a:lnTo>
                  <a:pt x="199176" y="45800"/>
                </a:lnTo>
                <a:lnTo>
                  <a:pt x="195440" y="45800"/>
                </a:lnTo>
                <a:lnTo>
                  <a:pt x="196541" y="44700"/>
                </a:lnTo>
                <a:lnTo>
                  <a:pt x="196541" y="43132"/>
                </a:lnTo>
                <a:close/>
                <a:moveTo>
                  <a:pt x="200544" y="47135"/>
                </a:moveTo>
                <a:lnTo>
                  <a:pt x="203179" y="49770"/>
                </a:lnTo>
                <a:lnTo>
                  <a:pt x="201644" y="49770"/>
                </a:lnTo>
                <a:lnTo>
                  <a:pt x="200544" y="50871"/>
                </a:lnTo>
                <a:close/>
                <a:moveTo>
                  <a:pt x="200544" y="52005"/>
                </a:moveTo>
                <a:lnTo>
                  <a:pt x="201945" y="50570"/>
                </a:lnTo>
                <a:lnTo>
                  <a:pt x="203979" y="50570"/>
                </a:lnTo>
                <a:lnTo>
                  <a:pt x="205280" y="51905"/>
                </a:lnTo>
                <a:lnTo>
                  <a:pt x="202512" y="51905"/>
                </a:lnTo>
                <a:lnTo>
                  <a:pt x="200544" y="53873"/>
                </a:lnTo>
                <a:close/>
                <a:moveTo>
                  <a:pt x="203746" y="47835"/>
                </a:moveTo>
                <a:lnTo>
                  <a:pt x="203746" y="49203"/>
                </a:lnTo>
                <a:lnTo>
                  <a:pt x="201077" y="46568"/>
                </a:lnTo>
                <a:lnTo>
                  <a:pt x="204847" y="46568"/>
                </a:lnTo>
                <a:lnTo>
                  <a:pt x="203846" y="47568"/>
                </a:lnTo>
                <a:close/>
                <a:moveTo>
                  <a:pt x="201077" y="45800"/>
                </a:moveTo>
                <a:lnTo>
                  <a:pt x="203746" y="43132"/>
                </a:lnTo>
                <a:lnTo>
                  <a:pt x="203746" y="44700"/>
                </a:lnTo>
                <a:lnTo>
                  <a:pt x="204847" y="45800"/>
                </a:lnTo>
                <a:lnTo>
                  <a:pt x="201077" y="45800"/>
                </a:lnTo>
                <a:close/>
                <a:moveTo>
                  <a:pt x="200544" y="45233"/>
                </a:moveTo>
                <a:lnTo>
                  <a:pt x="200544" y="41497"/>
                </a:lnTo>
                <a:lnTo>
                  <a:pt x="201644" y="42598"/>
                </a:lnTo>
                <a:lnTo>
                  <a:pt x="201778" y="42598"/>
                </a:lnTo>
                <a:lnTo>
                  <a:pt x="203179" y="42598"/>
                </a:lnTo>
                <a:close/>
                <a:moveTo>
                  <a:pt x="199743" y="45233"/>
                </a:moveTo>
                <a:lnTo>
                  <a:pt x="197108" y="42598"/>
                </a:lnTo>
                <a:lnTo>
                  <a:pt x="198476" y="42598"/>
                </a:lnTo>
                <a:lnTo>
                  <a:pt x="198776" y="42465"/>
                </a:lnTo>
                <a:lnTo>
                  <a:pt x="199743" y="41497"/>
                </a:lnTo>
                <a:lnTo>
                  <a:pt x="199743" y="45233"/>
                </a:lnTo>
                <a:close/>
                <a:moveTo>
                  <a:pt x="199743" y="47135"/>
                </a:moveTo>
                <a:lnTo>
                  <a:pt x="199743" y="50871"/>
                </a:lnTo>
                <a:lnTo>
                  <a:pt x="198776" y="49903"/>
                </a:lnTo>
                <a:lnTo>
                  <a:pt x="198476" y="49770"/>
                </a:lnTo>
                <a:lnTo>
                  <a:pt x="197108" y="49770"/>
                </a:lnTo>
                <a:close/>
                <a:moveTo>
                  <a:pt x="168954" y="76022"/>
                </a:moveTo>
                <a:lnTo>
                  <a:pt x="166319" y="73387"/>
                </a:lnTo>
                <a:lnTo>
                  <a:pt x="167854" y="73387"/>
                </a:lnTo>
                <a:lnTo>
                  <a:pt x="168954" y="72286"/>
                </a:lnTo>
                <a:close/>
                <a:moveTo>
                  <a:pt x="138166" y="76022"/>
                </a:moveTo>
                <a:lnTo>
                  <a:pt x="135531" y="73387"/>
                </a:lnTo>
                <a:lnTo>
                  <a:pt x="136898" y="73387"/>
                </a:lnTo>
                <a:lnTo>
                  <a:pt x="137165" y="73253"/>
                </a:lnTo>
                <a:lnTo>
                  <a:pt x="138166" y="72286"/>
                </a:lnTo>
                <a:lnTo>
                  <a:pt x="138166" y="76022"/>
                </a:lnTo>
                <a:close/>
                <a:moveTo>
                  <a:pt x="107377" y="76022"/>
                </a:moveTo>
                <a:lnTo>
                  <a:pt x="104709" y="73387"/>
                </a:lnTo>
                <a:lnTo>
                  <a:pt x="106276" y="73387"/>
                </a:lnTo>
                <a:lnTo>
                  <a:pt x="107377" y="72286"/>
                </a:lnTo>
                <a:close/>
                <a:moveTo>
                  <a:pt x="76589" y="76022"/>
                </a:moveTo>
                <a:lnTo>
                  <a:pt x="73920" y="73387"/>
                </a:lnTo>
                <a:lnTo>
                  <a:pt x="75321" y="73387"/>
                </a:lnTo>
                <a:lnTo>
                  <a:pt x="75588" y="73253"/>
                </a:lnTo>
                <a:lnTo>
                  <a:pt x="76555" y="72286"/>
                </a:lnTo>
                <a:lnTo>
                  <a:pt x="76555" y="76022"/>
                </a:lnTo>
                <a:close/>
                <a:moveTo>
                  <a:pt x="77356" y="47135"/>
                </a:moveTo>
                <a:lnTo>
                  <a:pt x="80024" y="49770"/>
                </a:lnTo>
                <a:lnTo>
                  <a:pt x="78457" y="49770"/>
                </a:lnTo>
                <a:lnTo>
                  <a:pt x="77356" y="50871"/>
                </a:lnTo>
                <a:close/>
                <a:moveTo>
                  <a:pt x="108144" y="47135"/>
                </a:moveTo>
                <a:lnTo>
                  <a:pt x="110813" y="49770"/>
                </a:lnTo>
                <a:lnTo>
                  <a:pt x="109412" y="49770"/>
                </a:lnTo>
                <a:lnTo>
                  <a:pt x="109145" y="49903"/>
                </a:lnTo>
                <a:lnTo>
                  <a:pt x="108144" y="50871"/>
                </a:lnTo>
                <a:lnTo>
                  <a:pt x="108144" y="47135"/>
                </a:lnTo>
                <a:close/>
                <a:moveTo>
                  <a:pt x="138933" y="47135"/>
                </a:moveTo>
                <a:lnTo>
                  <a:pt x="141602" y="49770"/>
                </a:lnTo>
                <a:lnTo>
                  <a:pt x="140034" y="49770"/>
                </a:lnTo>
                <a:lnTo>
                  <a:pt x="138933" y="50871"/>
                </a:lnTo>
                <a:close/>
                <a:moveTo>
                  <a:pt x="169755" y="47135"/>
                </a:moveTo>
                <a:lnTo>
                  <a:pt x="172390" y="49770"/>
                </a:lnTo>
                <a:lnTo>
                  <a:pt x="170989" y="49770"/>
                </a:lnTo>
                <a:lnTo>
                  <a:pt x="170722" y="49903"/>
                </a:lnTo>
                <a:lnTo>
                  <a:pt x="169755" y="50871"/>
                </a:lnTo>
                <a:lnTo>
                  <a:pt x="169755" y="47135"/>
                </a:lnTo>
                <a:close/>
                <a:moveTo>
                  <a:pt x="188969" y="65381"/>
                </a:moveTo>
                <a:lnTo>
                  <a:pt x="187668" y="64080"/>
                </a:lnTo>
                <a:lnTo>
                  <a:pt x="187668" y="62779"/>
                </a:lnTo>
                <a:lnTo>
                  <a:pt x="188502" y="61979"/>
                </a:lnTo>
                <a:lnTo>
                  <a:pt x="190303" y="61979"/>
                </a:lnTo>
                <a:lnTo>
                  <a:pt x="188969" y="63313"/>
                </a:lnTo>
                <a:lnTo>
                  <a:pt x="188969" y="65381"/>
                </a:lnTo>
                <a:close/>
                <a:moveTo>
                  <a:pt x="184732" y="64614"/>
                </a:moveTo>
                <a:lnTo>
                  <a:pt x="183865" y="63713"/>
                </a:lnTo>
                <a:lnTo>
                  <a:pt x="182598" y="63713"/>
                </a:lnTo>
                <a:lnTo>
                  <a:pt x="182598" y="62646"/>
                </a:lnTo>
                <a:lnTo>
                  <a:pt x="182464" y="62346"/>
                </a:lnTo>
                <a:lnTo>
                  <a:pt x="181697" y="61578"/>
                </a:lnTo>
                <a:lnTo>
                  <a:pt x="182464" y="60811"/>
                </a:lnTo>
                <a:lnTo>
                  <a:pt x="182598" y="60544"/>
                </a:lnTo>
                <a:lnTo>
                  <a:pt x="182598" y="59443"/>
                </a:lnTo>
                <a:lnTo>
                  <a:pt x="183865" y="59443"/>
                </a:lnTo>
                <a:lnTo>
                  <a:pt x="184732" y="58543"/>
                </a:lnTo>
                <a:lnTo>
                  <a:pt x="185633" y="59443"/>
                </a:lnTo>
                <a:lnTo>
                  <a:pt x="186901" y="59443"/>
                </a:lnTo>
                <a:lnTo>
                  <a:pt x="186901" y="60544"/>
                </a:lnTo>
                <a:lnTo>
                  <a:pt x="187001" y="60811"/>
                </a:lnTo>
                <a:lnTo>
                  <a:pt x="187768" y="61578"/>
                </a:lnTo>
                <a:lnTo>
                  <a:pt x="187001" y="62346"/>
                </a:lnTo>
                <a:lnTo>
                  <a:pt x="186901" y="62646"/>
                </a:lnTo>
                <a:lnTo>
                  <a:pt x="186901" y="63713"/>
                </a:lnTo>
                <a:lnTo>
                  <a:pt x="185633" y="63713"/>
                </a:lnTo>
                <a:close/>
                <a:moveTo>
                  <a:pt x="180529" y="65381"/>
                </a:moveTo>
                <a:lnTo>
                  <a:pt x="180529" y="63313"/>
                </a:lnTo>
                <a:lnTo>
                  <a:pt x="179162" y="61979"/>
                </a:lnTo>
                <a:lnTo>
                  <a:pt x="180963" y="61979"/>
                </a:lnTo>
                <a:lnTo>
                  <a:pt x="181797" y="62813"/>
                </a:lnTo>
                <a:lnTo>
                  <a:pt x="181797" y="64113"/>
                </a:lnTo>
                <a:close/>
                <a:moveTo>
                  <a:pt x="158180" y="65381"/>
                </a:moveTo>
                <a:lnTo>
                  <a:pt x="156879" y="64080"/>
                </a:lnTo>
                <a:lnTo>
                  <a:pt x="156879" y="62779"/>
                </a:lnTo>
                <a:lnTo>
                  <a:pt x="157713" y="61979"/>
                </a:lnTo>
                <a:lnTo>
                  <a:pt x="159514" y="61979"/>
                </a:lnTo>
                <a:lnTo>
                  <a:pt x="158180" y="63313"/>
                </a:lnTo>
                <a:lnTo>
                  <a:pt x="158180" y="65381"/>
                </a:lnTo>
                <a:close/>
                <a:moveTo>
                  <a:pt x="153944" y="64614"/>
                </a:moveTo>
                <a:lnTo>
                  <a:pt x="153076" y="63713"/>
                </a:lnTo>
                <a:lnTo>
                  <a:pt x="151809" y="63713"/>
                </a:lnTo>
                <a:lnTo>
                  <a:pt x="151809" y="62646"/>
                </a:lnTo>
                <a:lnTo>
                  <a:pt x="151675" y="62346"/>
                </a:lnTo>
                <a:lnTo>
                  <a:pt x="150908" y="61578"/>
                </a:lnTo>
                <a:lnTo>
                  <a:pt x="151675" y="60811"/>
                </a:lnTo>
                <a:lnTo>
                  <a:pt x="151809" y="60544"/>
                </a:lnTo>
                <a:lnTo>
                  <a:pt x="151809" y="59443"/>
                </a:lnTo>
                <a:lnTo>
                  <a:pt x="153076" y="59443"/>
                </a:lnTo>
                <a:lnTo>
                  <a:pt x="153944" y="58543"/>
                </a:lnTo>
                <a:lnTo>
                  <a:pt x="154844" y="59443"/>
                </a:lnTo>
                <a:lnTo>
                  <a:pt x="156112" y="59443"/>
                </a:lnTo>
                <a:lnTo>
                  <a:pt x="156112" y="60544"/>
                </a:lnTo>
                <a:lnTo>
                  <a:pt x="156212" y="60811"/>
                </a:lnTo>
                <a:lnTo>
                  <a:pt x="156979" y="61578"/>
                </a:lnTo>
                <a:lnTo>
                  <a:pt x="156212" y="62346"/>
                </a:lnTo>
                <a:lnTo>
                  <a:pt x="156112" y="62646"/>
                </a:lnTo>
                <a:lnTo>
                  <a:pt x="156112" y="63713"/>
                </a:lnTo>
                <a:lnTo>
                  <a:pt x="154844" y="63713"/>
                </a:lnTo>
                <a:close/>
                <a:moveTo>
                  <a:pt x="149741" y="65381"/>
                </a:moveTo>
                <a:lnTo>
                  <a:pt x="149741" y="63313"/>
                </a:lnTo>
                <a:lnTo>
                  <a:pt x="148373" y="61979"/>
                </a:lnTo>
                <a:lnTo>
                  <a:pt x="150174" y="61979"/>
                </a:lnTo>
                <a:lnTo>
                  <a:pt x="151008" y="62813"/>
                </a:lnTo>
                <a:lnTo>
                  <a:pt x="151008" y="64113"/>
                </a:lnTo>
                <a:close/>
                <a:moveTo>
                  <a:pt x="127391" y="65381"/>
                </a:moveTo>
                <a:lnTo>
                  <a:pt x="126091" y="64080"/>
                </a:lnTo>
                <a:lnTo>
                  <a:pt x="126091" y="62779"/>
                </a:lnTo>
                <a:lnTo>
                  <a:pt x="126924" y="61979"/>
                </a:lnTo>
                <a:lnTo>
                  <a:pt x="128726" y="61979"/>
                </a:lnTo>
                <a:lnTo>
                  <a:pt x="127358" y="63313"/>
                </a:lnTo>
                <a:lnTo>
                  <a:pt x="127358" y="65381"/>
                </a:lnTo>
                <a:close/>
                <a:moveTo>
                  <a:pt x="123155" y="64614"/>
                </a:moveTo>
                <a:lnTo>
                  <a:pt x="122254" y="63713"/>
                </a:lnTo>
                <a:lnTo>
                  <a:pt x="121020" y="63713"/>
                </a:lnTo>
                <a:lnTo>
                  <a:pt x="121020" y="62646"/>
                </a:lnTo>
                <a:lnTo>
                  <a:pt x="120887" y="62346"/>
                </a:lnTo>
                <a:lnTo>
                  <a:pt x="120120" y="61578"/>
                </a:lnTo>
                <a:lnTo>
                  <a:pt x="120887" y="60811"/>
                </a:lnTo>
                <a:lnTo>
                  <a:pt x="121020" y="60544"/>
                </a:lnTo>
                <a:lnTo>
                  <a:pt x="121020" y="59443"/>
                </a:lnTo>
                <a:lnTo>
                  <a:pt x="122254" y="59443"/>
                </a:lnTo>
                <a:lnTo>
                  <a:pt x="123155" y="58543"/>
                </a:lnTo>
                <a:lnTo>
                  <a:pt x="124056" y="59443"/>
                </a:lnTo>
                <a:lnTo>
                  <a:pt x="125290" y="59443"/>
                </a:lnTo>
                <a:lnTo>
                  <a:pt x="125290" y="60544"/>
                </a:lnTo>
                <a:lnTo>
                  <a:pt x="125423" y="60811"/>
                </a:lnTo>
                <a:lnTo>
                  <a:pt x="126191" y="61578"/>
                </a:lnTo>
                <a:lnTo>
                  <a:pt x="125423" y="62346"/>
                </a:lnTo>
                <a:lnTo>
                  <a:pt x="125290" y="62646"/>
                </a:lnTo>
                <a:lnTo>
                  <a:pt x="125290" y="63713"/>
                </a:lnTo>
                <a:lnTo>
                  <a:pt x="124056" y="63713"/>
                </a:lnTo>
                <a:close/>
                <a:moveTo>
                  <a:pt x="118952" y="65381"/>
                </a:moveTo>
                <a:lnTo>
                  <a:pt x="118952" y="63313"/>
                </a:lnTo>
                <a:lnTo>
                  <a:pt x="117584" y="61979"/>
                </a:lnTo>
                <a:lnTo>
                  <a:pt x="119386" y="61979"/>
                </a:lnTo>
                <a:lnTo>
                  <a:pt x="120220" y="62813"/>
                </a:lnTo>
                <a:lnTo>
                  <a:pt x="120220" y="64113"/>
                </a:lnTo>
                <a:close/>
                <a:moveTo>
                  <a:pt x="96569" y="65381"/>
                </a:moveTo>
                <a:lnTo>
                  <a:pt x="95302" y="64080"/>
                </a:lnTo>
                <a:lnTo>
                  <a:pt x="95302" y="62779"/>
                </a:lnTo>
                <a:lnTo>
                  <a:pt x="96136" y="61979"/>
                </a:lnTo>
                <a:lnTo>
                  <a:pt x="97937" y="61979"/>
                </a:lnTo>
                <a:lnTo>
                  <a:pt x="96569" y="63313"/>
                </a:lnTo>
                <a:lnTo>
                  <a:pt x="96569" y="65381"/>
                </a:lnTo>
                <a:close/>
                <a:moveTo>
                  <a:pt x="92366" y="64614"/>
                </a:moveTo>
                <a:lnTo>
                  <a:pt x="91466" y="63713"/>
                </a:lnTo>
                <a:lnTo>
                  <a:pt x="90232" y="63713"/>
                </a:lnTo>
                <a:lnTo>
                  <a:pt x="90232" y="62646"/>
                </a:lnTo>
                <a:lnTo>
                  <a:pt x="90098" y="62346"/>
                </a:lnTo>
                <a:lnTo>
                  <a:pt x="89331" y="61578"/>
                </a:lnTo>
                <a:lnTo>
                  <a:pt x="90098" y="60811"/>
                </a:lnTo>
                <a:lnTo>
                  <a:pt x="90232" y="60544"/>
                </a:lnTo>
                <a:lnTo>
                  <a:pt x="90232" y="59443"/>
                </a:lnTo>
                <a:lnTo>
                  <a:pt x="91466" y="59443"/>
                </a:lnTo>
                <a:lnTo>
                  <a:pt x="92366" y="58543"/>
                </a:lnTo>
                <a:lnTo>
                  <a:pt x="93267" y="59443"/>
                </a:lnTo>
                <a:lnTo>
                  <a:pt x="94501" y="59443"/>
                </a:lnTo>
                <a:lnTo>
                  <a:pt x="94501" y="60544"/>
                </a:lnTo>
                <a:lnTo>
                  <a:pt x="94635" y="60811"/>
                </a:lnTo>
                <a:lnTo>
                  <a:pt x="95402" y="61578"/>
                </a:lnTo>
                <a:lnTo>
                  <a:pt x="94635" y="62346"/>
                </a:lnTo>
                <a:lnTo>
                  <a:pt x="94501" y="62646"/>
                </a:lnTo>
                <a:lnTo>
                  <a:pt x="94501" y="63713"/>
                </a:lnTo>
                <a:lnTo>
                  <a:pt x="93267" y="63713"/>
                </a:lnTo>
                <a:close/>
                <a:moveTo>
                  <a:pt x="88130" y="65381"/>
                </a:moveTo>
                <a:lnTo>
                  <a:pt x="88130" y="63313"/>
                </a:lnTo>
                <a:lnTo>
                  <a:pt x="86796" y="61979"/>
                </a:lnTo>
                <a:lnTo>
                  <a:pt x="88597" y="61979"/>
                </a:lnTo>
                <a:lnTo>
                  <a:pt x="89431" y="62813"/>
                </a:lnTo>
                <a:lnTo>
                  <a:pt x="89431" y="64113"/>
                </a:lnTo>
                <a:close/>
                <a:moveTo>
                  <a:pt x="65781" y="65381"/>
                </a:moveTo>
                <a:lnTo>
                  <a:pt x="64513" y="64080"/>
                </a:lnTo>
                <a:lnTo>
                  <a:pt x="64513" y="62779"/>
                </a:lnTo>
                <a:lnTo>
                  <a:pt x="65347" y="61979"/>
                </a:lnTo>
                <a:lnTo>
                  <a:pt x="67148" y="61979"/>
                </a:lnTo>
                <a:lnTo>
                  <a:pt x="65781" y="63313"/>
                </a:lnTo>
                <a:lnTo>
                  <a:pt x="65781" y="65381"/>
                </a:lnTo>
                <a:close/>
                <a:moveTo>
                  <a:pt x="61578" y="64614"/>
                </a:moveTo>
                <a:lnTo>
                  <a:pt x="60677" y="63713"/>
                </a:lnTo>
                <a:lnTo>
                  <a:pt x="59410" y="63713"/>
                </a:lnTo>
                <a:lnTo>
                  <a:pt x="59410" y="62646"/>
                </a:lnTo>
                <a:lnTo>
                  <a:pt x="59310" y="62346"/>
                </a:lnTo>
                <a:lnTo>
                  <a:pt x="58542" y="61578"/>
                </a:lnTo>
                <a:lnTo>
                  <a:pt x="59310" y="60811"/>
                </a:lnTo>
                <a:lnTo>
                  <a:pt x="59410" y="60544"/>
                </a:lnTo>
                <a:lnTo>
                  <a:pt x="59410" y="59443"/>
                </a:lnTo>
                <a:lnTo>
                  <a:pt x="60677" y="59443"/>
                </a:lnTo>
                <a:lnTo>
                  <a:pt x="61578" y="58543"/>
                </a:lnTo>
                <a:lnTo>
                  <a:pt x="62445" y="59443"/>
                </a:lnTo>
                <a:lnTo>
                  <a:pt x="63713" y="59443"/>
                </a:lnTo>
                <a:lnTo>
                  <a:pt x="63713" y="60544"/>
                </a:lnTo>
                <a:lnTo>
                  <a:pt x="63846" y="60811"/>
                </a:lnTo>
                <a:lnTo>
                  <a:pt x="64613" y="61578"/>
                </a:lnTo>
                <a:lnTo>
                  <a:pt x="63846" y="62346"/>
                </a:lnTo>
                <a:lnTo>
                  <a:pt x="63713" y="62646"/>
                </a:lnTo>
                <a:lnTo>
                  <a:pt x="63713" y="63713"/>
                </a:lnTo>
                <a:lnTo>
                  <a:pt x="62445" y="63713"/>
                </a:lnTo>
                <a:close/>
                <a:moveTo>
                  <a:pt x="57341" y="65381"/>
                </a:moveTo>
                <a:lnTo>
                  <a:pt x="57341" y="63313"/>
                </a:lnTo>
                <a:lnTo>
                  <a:pt x="56007" y="61979"/>
                </a:lnTo>
                <a:lnTo>
                  <a:pt x="57808" y="61979"/>
                </a:lnTo>
                <a:lnTo>
                  <a:pt x="58642" y="62813"/>
                </a:lnTo>
                <a:lnTo>
                  <a:pt x="58642" y="64113"/>
                </a:lnTo>
                <a:close/>
                <a:moveTo>
                  <a:pt x="57341" y="57776"/>
                </a:moveTo>
                <a:lnTo>
                  <a:pt x="58642" y="59077"/>
                </a:lnTo>
                <a:lnTo>
                  <a:pt x="58642" y="60377"/>
                </a:lnTo>
                <a:lnTo>
                  <a:pt x="57808" y="61178"/>
                </a:lnTo>
                <a:lnTo>
                  <a:pt x="56007" y="61178"/>
                </a:lnTo>
                <a:lnTo>
                  <a:pt x="57341" y="59844"/>
                </a:lnTo>
                <a:close/>
                <a:moveTo>
                  <a:pt x="65781" y="57776"/>
                </a:moveTo>
                <a:lnTo>
                  <a:pt x="65781" y="59844"/>
                </a:lnTo>
                <a:lnTo>
                  <a:pt x="67148" y="61178"/>
                </a:lnTo>
                <a:lnTo>
                  <a:pt x="65347" y="61178"/>
                </a:lnTo>
                <a:lnTo>
                  <a:pt x="64513" y="60344"/>
                </a:lnTo>
                <a:lnTo>
                  <a:pt x="64513" y="59043"/>
                </a:lnTo>
                <a:close/>
                <a:moveTo>
                  <a:pt x="88130" y="57776"/>
                </a:moveTo>
                <a:lnTo>
                  <a:pt x="89431" y="59077"/>
                </a:lnTo>
                <a:lnTo>
                  <a:pt x="89431" y="60377"/>
                </a:lnTo>
                <a:lnTo>
                  <a:pt x="88597" y="61178"/>
                </a:lnTo>
                <a:lnTo>
                  <a:pt x="86796" y="61178"/>
                </a:lnTo>
                <a:lnTo>
                  <a:pt x="88130" y="59844"/>
                </a:lnTo>
                <a:lnTo>
                  <a:pt x="88130" y="57776"/>
                </a:lnTo>
                <a:close/>
                <a:moveTo>
                  <a:pt x="96569" y="57776"/>
                </a:moveTo>
                <a:lnTo>
                  <a:pt x="96569" y="59844"/>
                </a:lnTo>
                <a:lnTo>
                  <a:pt x="97937" y="61178"/>
                </a:lnTo>
                <a:lnTo>
                  <a:pt x="96136" y="61178"/>
                </a:lnTo>
                <a:lnTo>
                  <a:pt x="95302" y="60377"/>
                </a:lnTo>
                <a:lnTo>
                  <a:pt x="95302" y="59077"/>
                </a:lnTo>
                <a:close/>
                <a:moveTo>
                  <a:pt x="118952" y="57776"/>
                </a:moveTo>
                <a:lnTo>
                  <a:pt x="120220" y="59077"/>
                </a:lnTo>
                <a:lnTo>
                  <a:pt x="120220" y="60377"/>
                </a:lnTo>
                <a:lnTo>
                  <a:pt x="119386" y="61178"/>
                </a:lnTo>
                <a:lnTo>
                  <a:pt x="117584" y="61178"/>
                </a:lnTo>
                <a:lnTo>
                  <a:pt x="118952" y="59844"/>
                </a:lnTo>
                <a:lnTo>
                  <a:pt x="118952" y="57776"/>
                </a:lnTo>
                <a:close/>
                <a:moveTo>
                  <a:pt x="127391" y="57776"/>
                </a:moveTo>
                <a:lnTo>
                  <a:pt x="127391" y="59844"/>
                </a:lnTo>
                <a:lnTo>
                  <a:pt x="128726" y="61178"/>
                </a:lnTo>
                <a:lnTo>
                  <a:pt x="126924" y="61178"/>
                </a:lnTo>
                <a:lnTo>
                  <a:pt x="126091" y="60344"/>
                </a:lnTo>
                <a:lnTo>
                  <a:pt x="126091" y="59043"/>
                </a:lnTo>
                <a:close/>
                <a:moveTo>
                  <a:pt x="149741" y="57776"/>
                </a:moveTo>
                <a:lnTo>
                  <a:pt x="151008" y="59077"/>
                </a:lnTo>
                <a:lnTo>
                  <a:pt x="151008" y="60377"/>
                </a:lnTo>
                <a:lnTo>
                  <a:pt x="150174" y="61178"/>
                </a:lnTo>
                <a:lnTo>
                  <a:pt x="148373" y="61178"/>
                </a:lnTo>
                <a:lnTo>
                  <a:pt x="149741" y="59844"/>
                </a:lnTo>
                <a:lnTo>
                  <a:pt x="149741" y="57776"/>
                </a:lnTo>
                <a:close/>
                <a:moveTo>
                  <a:pt x="158180" y="57776"/>
                </a:moveTo>
                <a:lnTo>
                  <a:pt x="158180" y="59844"/>
                </a:lnTo>
                <a:lnTo>
                  <a:pt x="159514" y="61178"/>
                </a:lnTo>
                <a:lnTo>
                  <a:pt x="157713" y="61178"/>
                </a:lnTo>
                <a:lnTo>
                  <a:pt x="156879" y="60344"/>
                </a:lnTo>
                <a:lnTo>
                  <a:pt x="156879" y="59043"/>
                </a:lnTo>
                <a:close/>
                <a:moveTo>
                  <a:pt x="180529" y="57776"/>
                </a:moveTo>
                <a:lnTo>
                  <a:pt x="181797" y="59077"/>
                </a:lnTo>
                <a:lnTo>
                  <a:pt x="181797" y="60377"/>
                </a:lnTo>
                <a:lnTo>
                  <a:pt x="180963" y="61178"/>
                </a:lnTo>
                <a:lnTo>
                  <a:pt x="179162" y="61178"/>
                </a:lnTo>
                <a:lnTo>
                  <a:pt x="180529" y="59844"/>
                </a:lnTo>
                <a:lnTo>
                  <a:pt x="180529" y="57776"/>
                </a:lnTo>
                <a:close/>
                <a:moveTo>
                  <a:pt x="188969" y="57776"/>
                </a:moveTo>
                <a:lnTo>
                  <a:pt x="188969" y="59844"/>
                </a:lnTo>
                <a:lnTo>
                  <a:pt x="190303" y="61178"/>
                </a:lnTo>
                <a:lnTo>
                  <a:pt x="188502" y="61178"/>
                </a:lnTo>
                <a:lnTo>
                  <a:pt x="187668" y="60344"/>
                </a:lnTo>
                <a:lnTo>
                  <a:pt x="187668" y="59043"/>
                </a:lnTo>
                <a:close/>
                <a:moveTo>
                  <a:pt x="191437" y="61178"/>
                </a:moveTo>
                <a:lnTo>
                  <a:pt x="189736" y="59510"/>
                </a:lnTo>
                <a:lnTo>
                  <a:pt x="189736" y="57475"/>
                </a:lnTo>
                <a:lnTo>
                  <a:pt x="195473" y="57475"/>
                </a:lnTo>
                <a:lnTo>
                  <a:pt x="199176" y="61178"/>
                </a:lnTo>
                <a:close/>
                <a:moveTo>
                  <a:pt x="187268" y="58643"/>
                </a:moveTo>
                <a:lnTo>
                  <a:pt x="185967" y="58643"/>
                </a:lnTo>
                <a:lnTo>
                  <a:pt x="185133" y="57809"/>
                </a:lnTo>
                <a:lnTo>
                  <a:pt x="185133" y="56008"/>
                </a:lnTo>
                <a:lnTo>
                  <a:pt x="186367" y="57242"/>
                </a:lnTo>
                <a:lnTo>
                  <a:pt x="186667" y="57375"/>
                </a:lnTo>
                <a:lnTo>
                  <a:pt x="188535" y="57375"/>
                </a:lnTo>
                <a:close/>
                <a:moveTo>
                  <a:pt x="184332" y="57809"/>
                </a:moveTo>
                <a:lnTo>
                  <a:pt x="183532" y="58643"/>
                </a:lnTo>
                <a:lnTo>
                  <a:pt x="182231" y="58643"/>
                </a:lnTo>
                <a:lnTo>
                  <a:pt x="180930" y="57375"/>
                </a:lnTo>
                <a:lnTo>
                  <a:pt x="182831" y="57375"/>
                </a:lnTo>
                <a:lnTo>
                  <a:pt x="183098" y="57242"/>
                </a:lnTo>
                <a:lnTo>
                  <a:pt x="184332" y="56008"/>
                </a:lnTo>
                <a:close/>
                <a:moveTo>
                  <a:pt x="179729" y="59510"/>
                </a:moveTo>
                <a:lnTo>
                  <a:pt x="178061" y="61178"/>
                </a:lnTo>
                <a:lnTo>
                  <a:pt x="170289" y="61178"/>
                </a:lnTo>
                <a:lnTo>
                  <a:pt x="174025" y="57475"/>
                </a:lnTo>
                <a:lnTo>
                  <a:pt x="179729" y="57475"/>
                </a:lnTo>
                <a:lnTo>
                  <a:pt x="179729" y="59510"/>
                </a:lnTo>
                <a:close/>
                <a:moveTo>
                  <a:pt x="160649" y="61178"/>
                </a:moveTo>
                <a:lnTo>
                  <a:pt x="158947" y="59510"/>
                </a:lnTo>
                <a:lnTo>
                  <a:pt x="158947" y="57475"/>
                </a:lnTo>
                <a:lnTo>
                  <a:pt x="164685" y="57475"/>
                </a:lnTo>
                <a:lnTo>
                  <a:pt x="168387" y="61178"/>
                </a:lnTo>
                <a:close/>
                <a:moveTo>
                  <a:pt x="156479" y="58643"/>
                </a:moveTo>
                <a:lnTo>
                  <a:pt x="155178" y="58643"/>
                </a:lnTo>
                <a:lnTo>
                  <a:pt x="154344" y="57809"/>
                </a:lnTo>
                <a:lnTo>
                  <a:pt x="154344" y="56008"/>
                </a:lnTo>
                <a:lnTo>
                  <a:pt x="155578" y="57242"/>
                </a:lnTo>
                <a:lnTo>
                  <a:pt x="155845" y="57375"/>
                </a:lnTo>
                <a:lnTo>
                  <a:pt x="157746" y="57375"/>
                </a:lnTo>
                <a:close/>
                <a:moveTo>
                  <a:pt x="153543" y="57809"/>
                </a:moveTo>
                <a:lnTo>
                  <a:pt x="152743" y="58643"/>
                </a:lnTo>
                <a:lnTo>
                  <a:pt x="151442" y="58643"/>
                </a:lnTo>
                <a:lnTo>
                  <a:pt x="150141" y="57375"/>
                </a:lnTo>
                <a:lnTo>
                  <a:pt x="152042" y="57375"/>
                </a:lnTo>
                <a:lnTo>
                  <a:pt x="152309" y="57242"/>
                </a:lnTo>
                <a:lnTo>
                  <a:pt x="153543" y="56008"/>
                </a:lnTo>
                <a:close/>
                <a:moveTo>
                  <a:pt x="148940" y="59510"/>
                </a:moveTo>
                <a:lnTo>
                  <a:pt x="147272" y="61178"/>
                </a:lnTo>
                <a:lnTo>
                  <a:pt x="139500" y="61178"/>
                </a:lnTo>
                <a:lnTo>
                  <a:pt x="143236" y="57475"/>
                </a:lnTo>
                <a:lnTo>
                  <a:pt x="148940" y="57475"/>
                </a:lnTo>
                <a:lnTo>
                  <a:pt x="148940" y="59510"/>
                </a:lnTo>
                <a:close/>
                <a:moveTo>
                  <a:pt x="129860" y="61178"/>
                </a:moveTo>
                <a:lnTo>
                  <a:pt x="128159" y="59510"/>
                </a:lnTo>
                <a:lnTo>
                  <a:pt x="128159" y="57475"/>
                </a:lnTo>
                <a:lnTo>
                  <a:pt x="133896" y="57475"/>
                </a:lnTo>
                <a:lnTo>
                  <a:pt x="137599" y="61178"/>
                </a:lnTo>
                <a:close/>
                <a:moveTo>
                  <a:pt x="125690" y="58643"/>
                </a:moveTo>
                <a:lnTo>
                  <a:pt x="124389" y="58643"/>
                </a:lnTo>
                <a:lnTo>
                  <a:pt x="123555" y="57809"/>
                </a:lnTo>
                <a:lnTo>
                  <a:pt x="123555" y="56008"/>
                </a:lnTo>
                <a:lnTo>
                  <a:pt x="124790" y="57242"/>
                </a:lnTo>
                <a:lnTo>
                  <a:pt x="125056" y="57375"/>
                </a:lnTo>
                <a:lnTo>
                  <a:pt x="126958" y="57375"/>
                </a:lnTo>
                <a:close/>
                <a:moveTo>
                  <a:pt x="122755" y="57809"/>
                </a:moveTo>
                <a:lnTo>
                  <a:pt x="121954" y="58643"/>
                </a:lnTo>
                <a:lnTo>
                  <a:pt x="120653" y="58643"/>
                </a:lnTo>
                <a:lnTo>
                  <a:pt x="119352" y="57375"/>
                </a:lnTo>
                <a:lnTo>
                  <a:pt x="121254" y="57375"/>
                </a:lnTo>
                <a:lnTo>
                  <a:pt x="121521" y="57242"/>
                </a:lnTo>
                <a:lnTo>
                  <a:pt x="122755" y="56008"/>
                </a:lnTo>
                <a:lnTo>
                  <a:pt x="122755" y="57809"/>
                </a:lnTo>
                <a:close/>
                <a:moveTo>
                  <a:pt x="118152" y="59510"/>
                </a:moveTo>
                <a:lnTo>
                  <a:pt x="116450" y="61178"/>
                </a:lnTo>
                <a:lnTo>
                  <a:pt x="108711" y="61178"/>
                </a:lnTo>
                <a:lnTo>
                  <a:pt x="112414" y="57475"/>
                </a:lnTo>
                <a:lnTo>
                  <a:pt x="118152" y="57475"/>
                </a:lnTo>
                <a:lnTo>
                  <a:pt x="118152" y="59510"/>
                </a:lnTo>
                <a:close/>
                <a:moveTo>
                  <a:pt x="99071" y="61178"/>
                </a:moveTo>
                <a:lnTo>
                  <a:pt x="97370" y="59510"/>
                </a:lnTo>
                <a:lnTo>
                  <a:pt x="97370" y="57475"/>
                </a:lnTo>
                <a:lnTo>
                  <a:pt x="103074" y="57475"/>
                </a:lnTo>
                <a:lnTo>
                  <a:pt x="106810" y="61178"/>
                </a:lnTo>
                <a:close/>
                <a:moveTo>
                  <a:pt x="94868" y="58643"/>
                </a:moveTo>
                <a:lnTo>
                  <a:pt x="93567" y="58643"/>
                </a:lnTo>
                <a:lnTo>
                  <a:pt x="92767" y="57809"/>
                </a:lnTo>
                <a:lnTo>
                  <a:pt x="92767" y="56008"/>
                </a:lnTo>
                <a:lnTo>
                  <a:pt x="94001" y="57242"/>
                </a:lnTo>
                <a:lnTo>
                  <a:pt x="94268" y="57375"/>
                </a:lnTo>
                <a:lnTo>
                  <a:pt x="96169" y="57375"/>
                </a:lnTo>
                <a:close/>
                <a:moveTo>
                  <a:pt x="91966" y="57809"/>
                </a:moveTo>
                <a:lnTo>
                  <a:pt x="91166" y="58643"/>
                </a:lnTo>
                <a:lnTo>
                  <a:pt x="89865" y="58643"/>
                </a:lnTo>
                <a:lnTo>
                  <a:pt x="88564" y="57375"/>
                </a:lnTo>
                <a:lnTo>
                  <a:pt x="90465" y="57375"/>
                </a:lnTo>
                <a:lnTo>
                  <a:pt x="90732" y="57242"/>
                </a:lnTo>
                <a:lnTo>
                  <a:pt x="91966" y="56008"/>
                </a:lnTo>
                <a:lnTo>
                  <a:pt x="91966" y="57809"/>
                </a:lnTo>
                <a:close/>
                <a:moveTo>
                  <a:pt x="87363" y="59510"/>
                </a:moveTo>
                <a:lnTo>
                  <a:pt x="85662" y="61178"/>
                </a:lnTo>
                <a:lnTo>
                  <a:pt x="77923" y="61178"/>
                </a:lnTo>
                <a:lnTo>
                  <a:pt x="81625" y="57475"/>
                </a:lnTo>
                <a:lnTo>
                  <a:pt x="87363" y="57475"/>
                </a:lnTo>
                <a:lnTo>
                  <a:pt x="87363" y="59510"/>
                </a:lnTo>
                <a:close/>
                <a:moveTo>
                  <a:pt x="68249" y="61178"/>
                </a:moveTo>
                <a:lnTo>
                  <a:pt x="66581" y="59510"/>
                </a:lnTo>
                <a:lnTo>
                  <a:pt x="66581" y="57475"/>
                </a:lnTo>
                <a:lnTo>
                  <a:pt x="72285" y="57475"/>
                </a:lnTo>
                <a:lnTo>
                  <a:pt x="76021" y="61178"/>
                </a:lnTo>
                <a:close/>
                <a:moveTo>
                  <a:pt x="64080" y="58643"/>
                </a:moveTo>
                <a:lnTo>
                  <a:pt x="62779" y="58643"/>
                </a:lnTo>
                <a:lnTo>
                  <a:pt x="61978" y="57809"/>
                </a:lnTo>
                <a:lnTo>
                  <a:pt x="61978" y="56008"/>
                </a:lnTo>
                <a:lnTo>
                  <a:pt x="63212" y="57242"/>
                </a:lnTo>
                <a:lnTo>
                  <a:pt x="63479" y="57375"/>
                </a:lnTo>
                <a:lnTo>
                  <a:pt x="65381" y="57375"/>
                </a:lnTo>
                <a:close/>
                <a:moveTo>
                  <a:pt x="61178" y="57809"/>
                </a:moveTo>
                <a:lnTo>
                  <a:pt x="60344" y="58643"/>
                </a:lnTo>
                <a:lnTo>
                  <a:pt x="59043" y="58643"/>
                </a:lnTo>
                <a:lnTo>
                  <a:pt x="57775" y="57375"/>
                </a:lnTo>
                <a:lnTo>
                  <a:pt x="59676" y="57375"/>
                </a:lnTo>
                <a:lnTo>
                  <a:pt x="59943" y="57242"/>
                </a:lnTo>
                <a:lnTo>
                  <a:pt x="61178" y="56008"/>
                </a:lnTo>
                <a:close/>
                <a:moveTo>
                  <a:pt x="56574" y="59510"/>
                </a:moveTo>
                <a:lnTo>
                  <a:pt x="54873" y="61178"/>
                </a:lnTo>
                <a:lnTo>
                  <a:pt x="47134" y="61178"/>
                </a:lnTo>
                <a:lnTo>
                  <a:pt x="50837" y="57475"/>
                </a:lnTo>
                <a:lnTo>
                  <a:pt x="56574" y="57475"/>
                </a:lnTo>
                <a:close/>
                <a:moveTo>
                  <a:pt x="54873" y="61979"/>
                </a:moveTo>
                <a:lnTo>
                  <a:pt x="56574" y="63646"/>
                </a:lnTo>
                <a:lnTo>
                  <a:pt x="56574" y="65681"/>
                </a:lnTo>
                <a:lnTo>
                  <a:pt x="50837" y="65681"/>
                </a:lnTo>
                <a:lnTo>
                  <a:pt x="47134" y="61979"/>
                </a:lnTo>
                <a:lnTo>
                  <a:pt x="54873" y="61979"/>
                </a:lnTo>
                <a:close/>
                <a:moveTo>
                  <a:pt x="59043" y="64514"/>
                </a:moveTo>
                <a:lnTo>
                  <a:pt x="60344" y="64514"/>
                </a:lnTo>
                <a:lnTo>
                  <a:pt x="61178" y="65348"/>
                </a:lnTo>
                <a:lnTo>
                  <a:pt x="61178" y="67149"/>
                </a:lnTo>
                <a:lnTo>
                  <a:pt x="59943" y="65915"/>
                </a:lnTo>
                <a:lnTo>
                  <a:pt x="59676" y="65781"/>
                </a:lnTo>
                <a:lnTo>
                  <a:pt x="57775" y="65781"/>
                </a:lnTo>
                <a:close/>
                <a:moveTo>
                  <a:pt x="61978" y="65348"/>
                </a:moveTo>
                <a:lnTo>
                  <a:pt x="62779" y="64514"/>
                </a:lnTo>
                <a:lnTo>
                  <a:pt x="64080" y="64514"/>
                </a:lnTo>
                <a:lnTo>
                  <a:pt x="65381" y="65815"/>
                </a:lnTo>
                <a:lnTo>
                  <a:pt x="63479" y="65815"/>
                </a:lnTo>
                <a:lnTo>
                  <a:pt x="63212" y="65915"/>
                </a:lnTo>
                <a:lnTo>
                  <a:pt x="61978" y="67149"/>
                </a:lnTo>
                <a:close/>
                <a:moveTo>
                  <a:pt x="66581" y="63646"/>
                </a:moveTo>
                <a:lnTo>
                  <a:pt x="68249" y="61979"/>
                </a:lnTo>
                <a:lnTo>
                  <a:pt x="76021" y="61979"/>
                </a:lnTo>
                <a:lnTo>
                  <a:pt x="72285" y="65681"/>
                </a:lnTo>
                <a:lnTo>
                  <a:pt x="66581" y="65681"/>
                </a:lnTo>
                <a:lnTo>
                  <a:pt x="66581" y="63646"/>
                </a:lnTo>
                <a:close/>
                <a:moveTo>
                  <a:pt x="85662" y="61979"/>
                </a:moveTo>
                <a:lnTo>
                  <a:pt x="87363" y="63646"/>
                </a:lnTo>
                <a:lnTo>
                  <a:pt x="87363" y="65681"/>
                </a:lnTo>
                <a:lnTo>
                  <a:pt x="81659" y="65681"/>
                </a:lnTo>
                <a:lnTo>
                  <a:pt x="77923" y="61979"/>
                </a:lnTo>
                <a:lnTo>
                  <a:pt x="85662" y="61979"/>
                </a:lnTo>
                <a:close/>
                <a:moveTo>
                  <a:pt x="89831" y="64514"/>
                </a:moveTo>
                <a:lnTo>
                  <a:pt x="91132" y="64514"/>
                </a:lnTo>
                <a:lnTo>
                  <a:pt x="91966" y="65348"/>
                </a:lnTo>
                <a:lnTo>
                  <a:pt x="91966" y="67149"/>
                </a:lnTo>
                <a:lnTo>
                  <a:pt x="90732" y="65915"/>
                </a:lnTo>
                <a:lnTo>
                  <a:pt x="90465" y="65781"/>
                </a:lnTo>
                <a:lnTo>
                  <a:pt x="88564" y="65781"/>
                </a:lnTo>
                <a:close/>
                <a:moveTo>
                  <a:pt x="92767" y="65348"/>
                </a:moveTo>
                <a:lnTo>
                  <a:pt x="93567" y="64514"/>
                </a:lnTo>
                <a:lnTo>
                  <a:pt x="94868" y="64514"/>
                </a:lnTo>
                <a:lnTo>
                  <a:pt x="96169" y="65815"/>
                </a:lnTo>
                <a:lnTo>
                  <a:pt x="94268" y="65815"/>
                </a:lnTo>
                <a:lnTo>
                  <a:pt x="94001" y="65915"/>
                </a:lnTo>
                <a:lnTo>
                  <a:pt x="92767" y="67149"/>
                </a:lnTo>
                <a:lnTo>
                  <a:pt x="92767" y="65348"/>
                </a:lnTo>
                <a:close/>
                <a:moveTo>
                  <a:pt x="97370" y="63646"/>
                </a:moveTo>
                <a:lnTo>
                  <a:pt x="99071" y="61979"/>
                </a:lnTo>
                <a:lnTo>
                  <a:pt x="106810" y="61979"/>
                </a:lnTo>
                <a:lnTo>
                  <a:pt x="103074" y="65681"/>
                </a:lnTo>
                <a:lnTo>
                  <a:pt x="97370" y="65681"/>
                </a:lnTo>
                <a:lnTo>
                  <a:pt x="97370" y="63646"/>
                </a:lnTo>
                <a:close/>
                <a:moveTo>
                  <a:pt x="116450" y="61979"/>
                </a:moveTo>
                <a:lnTo>
                  <a:pt x="118152" y="63646"/>
                </a:lnTo>
                <a:lnTo>
                  <a:pt x="118152" y="65681"/>
                </a:lnTo>
                <a:lnTo>
                  <a:pt x="112447" y="65681"/>
                </a:lnTo>
                <a:lnTo>
                  <a:pt x="108711" y="61979"/>
                </a:lnTo>
                <a:lnTo>
                  <a:pt x="116450" y="61979"/>
                </a:lnTo>
                <a:close/>
                <a:moveTo>
                  <a:pt x="120653" y="64514"/>
                </a:moveTo>
                <a:lnTo>
                  <a:pt x="121954" y="64514"/>
                </a:lnTo>
                <a:lnTo>
                  <a:pt x="122755" y="65348"/>
                </a:lnTo>
                <a:lnTo>
                  <a:pt x="122755" y="67149"/>
                </a:lnTo>
                <a:lnTo>
                  <a:pt x="121521" y="65915"/>
                </a:lnTo>
                <a:lnTo>
                  <a:pt x="121254" y="65781"/>
                </a:lnTo>
                <a:lnTo>
                  <a:pt x="119352" y="65781"/>
                </a:lnTo>
                <a:close/>
                <a:moveTo>
                  <a:pt x="123555" y="65348"/>
                </a:moveTo>
                <a:lnTo>
                  <a:pt x="124389" y="64514"/>
                </a:lnTo>
                <a:lnTo>
                  <a:pt x="125657" y="64514"/>
                </a:lnTo>
                <a:lnTo>
                  <a:pt x="126958" y="65815"/>
                </a:lnTo>
                <a:lnTo>
                  <a:pt x="125056" y="65815"/>
                </a:lnTo>
                <a:lnTo>
                  <a:pt x="124790" y="65915"/>
                </a:lnTo>
                <a:lnTo>
                  <a:pt x="123555" y="67149"/>
                </a:lnTo>
                <a:lnTo>
                  <a:pt x="123555" y="65348"/>
                </a:lnTo>
                <a:close/>
                <a:moveTo>
                  <a:pt x="128159" y="63646"/>
                </a:moveTo>
                <a:lnTo>
                  <a:pt x="129860" y="61979"/>
                </a:lnTo>
                <a:lnTo>
                  <a:pt x="137599" y="61979"/>
                </a:lnTo>
                <a:lnTo>
                  <a:pt x="133863" y="65681"/>
                </a:lnTo>
                <a:lnTo>
                  <a:pt x="128159" y="65681"/>
                </a:lnTo>
                <a:lnTo>
                  <a:pt x="128159" y="63646"/>
                </a:lnTo>
                <a:close/>
                <a:moveTo>
                  <a:pt x="147272" y="61979"/>
                </a:moveTo>
                <a:lnTo>
                  <a:pt x="148940" y="63646"/>
                </a:lnTo>
                <a:lnTo>
                  <a:pt x="148940" y="65681"/>
                </a:lnTo>
                <a:lnTo>
                  <a:pt x="143236" y="65681"/>
                </a:lnTo>
                <a:lnTo>
                  <a:pt x="139500" y="61979"/>
                </a:lnTo>
                <a:lnTo>
                  <a:pt x="147272" y="61979"/>
                </a:lnTo>
                <a:close/>
                <a:moveTo>
                  <a:pt x="151442" y="64514"/>
                </a:moveTo>
                <a:lnTo>
                  <a:pt x="152743" y="64514"/>
                </a:lnTo>
                <a:lnTo>
                  <a:pt x="153543" y="65348"/>
                </a:lnTo>
                <a:lnTo>
                  <a:pt x="153543" y="67149"/>
                </a:lnTo>
                <a:lnTo>
                  <a:pt x="152309" y="65915"/>
                </a:lnTo>
                <a:lnTo>
                  <a:pt x="152042" y="65781"/>
                </a:lnTo>
                <a:lnTo>
                  <a:pt x="150141" y="65781"/>
                </a:lnTo>
                <a:close/>
                <a:moveTo>
                  <a:pt x="154344" y="65348"/>
                </a:moveTo>
                <a:lnTo>
                  <a:pt x="155178" y="64514"/>
                </a:lnTo>
                <a:lnTo>
                  <a:pt x="156479" y="64514"/>
                </a:lnTo>
                <a:lnTo>
                  <a:pt x="157746" y="65815"/>
                </a:lnTo>
                <a:lnTo>
                  <a:pt x="155845" y="65815"/>
                </a:lnTo>
                <a:lnTo>
                  <a:pt x="155578" y="65915"/>
                </a:lnTo>
                <a:lnTo>
                  <a:pt x="154344" y="67149"/>
                </a:lnTo>
                <a:close/>
                <a:moveTo>
                  <a:pt x="158947" y="63646"/>
                </a:moveTo>
                <a:lnTo>
                  <a:pt x="160649" y="61979"/>
                </a:lnTo>
                <a:lnTo>
                  <a:pt x="168387" y="61979"/>
                </a:lnTo>
                <a:lnTo>
                  <a:pt x="164651" y="65681"/>
                </a:lnTo>
                <a:lnTo>
                  <a:pt x="158947" y="65681"/>
                </a:lnTo>
                <a:lnTo>
                  <a:pt x="158947" y="63646"/>
                </a:lnTo>
                <a:close/>
                <a:moveTo>
                  <a:pt x="178061" y="61979"/>
                </a:moveTo>
                <a:lnTo>
                  <a:pt x="179729" y="63646"/>
                </a:lnTo>
                <a:lnTo>
                  <a:pt x="179729" y="65681"/>
                </a:lnTo>
                <a:lnTo>
                  <a:pt x="174025" y="65681"/>
                </a:lnTo>
                <a:lnTo>
                  <a:pt x="170289" y="61979"/>
                </a:lnTo>
                <a:lnTo>
                  <a:pt x="178061" y="61979"/>
                </a:lnTo>
                <a:close/>
                <a:moveTo>
                  <a:pt x="182231" y="64514"/>
                </a:moveTo>
                <a:lnTo>
                  <a:pt x="183532" y="64514"/>
                </a:lnTo>
                <a:lnTo>
                  <a:pt x="184332" y="65348"/>
                </a:lnTo>
                <a:lnTo>
                  <a:pt x="184332" y="67149"/>
                </a:lnTo>
                <a:lnTo>
                  <a:pt x="183098" y="65915"/>
                </a:lnTo>
                <a:lnTo>
                  <a:pt x="182831" y="65781"/>
                </a:lnTo>
                <a:lnTo>
                  <a:pt x="180930" y="65781"/>
                </a:lnTo>
                <a:close/>
                <a:moveTo>
                  <a:pt x="185133" y="65348"/>
                </a:moveTo>
                <a:lnTo>
                  <a:pt x="185967" y="64514"/>
                </a:lnTo>
                <a:lnTo>
                  <a:pt x="187268" y="64514"/>
                </a:lnTo>
                <a:lnTo>
                  <a:pt x="188535" y="65815"/>
                </a:lnTo>
                <a:lnTo>
                  <a:pt x="186667" y="65815"/>
                </a:lnTo>
                <a:lnTo>
                  <a:pt x="186367" y="65915"/>
                </a:lnTo>
                <a:lnTo>
                  <a:pt x="185133" y="67149"/>
                </a:lnTo>
                <a:close/>
                <a:moveTo>
                  <a:pt x="189736" y="63646"/>
                </a:moveTo>
                <a:lnTo>
                  <a:pt x="191437" y="61979"/>
                </a:lnTo>
                <a:lnTo>
                  <a:pt x="199176" y="61979"/>
                </a:lnTo>
                <a:lnTo>
                  <a:pt x="195473" y="65681"/>
                </a:lnTo>
                <a:lnTo>
                  <a:pt x="189736" y="65681"/>
                </a:lnTo>
                <a:lnTo>
                  <a:pt x="189736" y="63646"/>
                </a:lnTo>
                <a:close/>
                <a:moveTo>
                  <a:pt x="188869" y="56575"/>
                </a:moveTo>
                <a:lnTo>
                  <a:pt x="186801" y="56575"/>
                </a:lnTo>
                <a:lnTo>
                  <a:pt x="185133" y="54874"/>
                </a:lnTo>
                <a:lnTo>
                  <a:pt x="185133" y="47135"/>
                </a:lnTo>
                <a:lnTo>
                  <a:pt x="188869" y="50871"/>
                </a:lnTo>
                <a:lnTo>
                  <a:pt x="188869" y="56575"/>
                </a:lnTo>
                <a:close/>
                <a:moveTo>
                  <a:pt x="184332" y="54874"/>
                </a:moveTo>
                <a:lnTo>
                  <a:pt x="182664" y="56575"/>
                </a:lnTo>
                <a:lnTo>
                  <a:pt x="180629" y="56575"/>
                </a:lnTo>
                <a:lnTo>
                  <a:pt x="180629" y="50871"/>
                </a:lnTo>
                <a:lnTo>
                  <a:pt x="184332" y="47135"/>
                </a:lnTo>
                <a:lnTo>
                  <a:pt x="184332" y="54874"/>
                </a:lnTo>
                <a:close/>
                <a:moveTo>
                  <a:pt x="171723" y="51905"/>
                </a:moveTo>
                <a:lnTo>
                  <a:pt x="169755" y="53873"/>
                </a:lnTo>
                <a:lnTo>
                  <a:pt x="169755" y="52005"/>
                </a:lnTo>
                <a:lnTo>
                  <a:pt x="171156" y="50570"/>
                </a:lnTo>
                <a:lnTo>
                  <a:pt x="173157" y="50570"/>
                </a:lnTo>
                <a:lnTo>
                  <a:pt x="174492" y="51905"/>
                </a:lnTo>
                <a:close/>
                <a:moveTo>
                  <a:pt x="172957" y="47835"/>
                </a:moveTo>
                <a:lnTo>
                  <a:pt x="172957" y="49203"/>
                </a:lnTo>
                <a:lnTo>
                  <a:pt x="170289" y="46568"/>
                </a:lnTo>
                <a:lnTo>
                  <a:pt x="174025" y="46568"/>
                </a:lnTo>
                <a:lnTo>
                  <a:pt x="173057" y="47568"/>
                </a:lnTo>
                <a:close/>
                <a:moveTo>
                  <a:pt x="170289" y="45800"/>
                </a:moveTo>
                <a:lnTo>
                  <a:pt x="172957" y="43132"/>
                </a:lnTo>
                <a:lnTo>
                  <a:pt x="172957" y="44700"/>
                </a:lnTo>
                <a:lnTo>
                  <a:pt x="174025" y="45800"/>
                </a:lnTo>
                <a:lnTo>
                  <a:pt x="170289" y="45800"/>
                </a:lnTo>
                <a:close/>
                <a:moveTo>
                  <a:pt x="169755" y="45233"/>
                </a:moveTo>
                <a:lnTo>
                  <a:pt x="169755" y="41497"/>
                </a:lnTo>
                <a:lnTo>
                  <a:pt x="170722" y="42465"/>
                </a:lnTo>
                <a:lnTo>
                  <a:pt x="170989" y="42598"/>
                </a:lnTo>
                <a:lnTo>
                  <a:pt x="172390" y="42598"/>
                </a:lnTo>
                <a:close/>
                <a:moveTo>
                  <a:pt x="168954" y="45233"/>
                </a:moveTo>
                <a:lnTo>
                  <a:pt x="166319" y="42598"/>
                </a:lnTo>
                <a:lnTo>
                  <a:pt x="167687" y="42598"/>
                </a:lnTo>
                <a:lnTo>
                  <a:pt x="167854" y="42598"/>
                </a:lnTo>
                <a:lnTo>
                  <a:pt x="168954" y="41497"/>
                </a:lnTo>
                <a:close/>
                <a:moveTo>
                  <a:pt x="168954" y="47135"/>
                </a:moveTo>
                <a:lnTo>
                  <a:pt x="168954" y="50871"/>
                </a:lnTo>
                <a:lnTo>
                  <a:pt x="167854" y="49770"/>
                </a:lnTo>
                <a:lnTo>
                  <a:pt x="166319" y="49770"/>
                </a:lnTo>
                <a:close/>
                <a:moveTo>
                  <a:pt x="158047" y="56575"/>
                </a:moveTo>
                <a:lnTo>
                  <a:pt x="156012" y="56575"/>
                </a:lnTo>
                <a:lnTo>
                  <a:pt x="154344" y="54874"/>
                </a:lnTo>
                <a:lnTo>
                  <a:pt x="154344" y="47135"/>
                </a:lnTo>
                <a:lnTo>
                  <a:pt x="158047" y="50871"/>
                </a:lnTo>
                <a:lnTo>
                  <a:pt x="158047" y="56575"/>
                </a:lnTo>
                <a:close/>
                <a:moveTo>
                  <a:pt x="153543" y="54874"/>
                </a:moveTo>
                <a:lnTo>
                  <a:pt x="151876" y="56575"/>
                </a:lnTo>
                <a:lnTo>
                  <a:pt x="149841" y="56575"/>
                </a:lnTo>
                <a:lnTo>
                  <a:pt x="149841" y="50871"/>
                </a:lnTo>
                <a:lnTo>
                  <a:pt x="153543" y="47135"/>
                </a:lnTo>
                <a:lnTo>
                  <a:pt x="153543" y="54874"/>
                </a:lnTo>
                <a:close/>
                <a:moveTo>
                  <a:pt x="140901" y="51905"/>
                </a:moveTo>
                <a:lnTo>
                  <a:pt x="138933" y="53873"/>
                </a:lnTo>
                <a:lnTo>
                  <a:pt x="138933" y="52005"/>
                </a:lnTo>
                <a:lnTo>
                  <a:pt x="140367" y="50570"/>
                </a:lnTo>
                <a:lnTo>
                  <a:pt x="142369" y="50570"/>
                </a:lnTo>
                <a:lnTo>
                  <a:pt x="143703" y="51905"/>
                </a:lnTo>
                <a:close/>
                <a:moveTo>
                  <a:pt x="142135" y="47835"/>
                </a:moveTo>
                <a:lnTo>
                  <a:pt x="142135" y="49203"/>
                </a:lnTo>
                <a:lnTo>
                  <a:pt x="139500" y="46568"/>
                </a:lnTo>
                <a:lnTo>
                  <a:pt x="143236" y="46568"/>
                </a:lnTo>
                <a:lnTo>
                  <a:pt x="142269" y="47568"/>
                </a:lnTo>
                <a:close/>
                <a:moveTo>
                  <a:pt x="139500" y="45800"/>
                </a:moveTo>
                <a:lnTo>
                  <a:pt x="142135" y="43132"/>
                </a:lnTo>
                <a:lnTo>
                  <a:pt x="142135" y="44700"/>
                </a:lnTo>
                <a:lnTo>
                  <a:pt x="143236" y="45800"/>
                </a:lnTo>
                <a:lnTo>
                  <a:pt x="139500" y="45800"/>
                </a:lnTo>
                <a:close/>
                <a:moveTo>
                  <a:pt x="138933" y="45233"/>
                </a:moveTo>
                <a:lnTo>
                  <a:pt x="138933" y="41497"/>
                </a:lnTo>
                <a:lnTo>
                  <a:pt x="140034" y="42598"/>
                </a:lnTo>
                <a:lnTo>
                  <a:pt x="140201" y="42598"/>
                </a:lnTo>
                <a:lnTo>
                  <a:pt x="141602" y="42598"/>
                </a:lnTo>
                <a:close/>
                <a:moveTo>
                  <a:pt x="138166" y="45233"/>
                </a:moveTo>
                <a:lnTo>
                  <a:pt x="135531" y="42598"/>
                </a:lnTo>
                <a:lnTo>
                  <a:pt x="136898" y="42598"/>
                </a:lnTo>
                <a:lnTo>
                  <a:pt x="137165" y="42465"/>
                </a:lnTo>
                <a:lnTo>
                  <a:pt x="138166" y="41497"/>
                </a:lnTo>
                <a:lnTo>
                  <a:pt x="138166" y="45233"/>
                </a:lnTo>
                <a:close/>
                <a:moveTo>
                  <a:pt x="138166" y="47135"/>
                </a:moveTo>
                <a:lnTo>
                  <a:pt x="138166" y="50871"/>
                </a:lnTo>
                <a:lnTo>
                  <a:pt x="137165" y="49903"/>
                </a:lnTo>
                <a:lnTo>
                  <a:pt x="136898" y="49770"/>
                </a:lnTo>
                <a:lnTo>
                  <a:pt x="135531" y="49770"/>
                </a:lnTo>
                <a:close/>
                <a:moveTo>
                  <a:pt x="127258" y="56575"/>
                </a:moveTo>
                <a:lnTo>
                  <a:pt x="125223" y="56575"/>
                </a:lnTo>
                <a:lnTo>
                  <a:pt x="123555" y="54874"/>
                </a:lnTo>
                <a:lnTo>
                  <a:pt x="123555" y="47135"/>
                </a:lnTo>
                <a:lnTo>
                  <a:pt x="127258" y="50871"/>
                </a:lnTo>
                <a:close/>
                <a:moveTo>
                  <a:pt x="122755" y="54874"/>
                </a:moveTo>
                <a:lnTo>
                  <a:pt x="121087" y="56575"/>
                </a:lnTo>
                <a:lnTo>
                  <a:pt x="119052" y="56575"/>
                </a:lnTo>
                <a:lnTo>
                  <a:pt x="119052" y="50871"/>
                </a:lnTo>
                <a:lnTo>
                  <a:pt x="122755" y="47135"/>
                </a:lnTo>
                <a:close/>
                <a:moveTo>
                  <a:pt x="110112" y="51905"/>
                </a:moveTo>
                <a:lnTo>
                  <a:pt x="108144" y="53873"/>
                </a:lnTo>
                <a:lnTo>
                  <a:pt x="108144" y="52005"/>
                </a:lnTo>
                <a:lnTo>
                  <a:pt x="109579" y="50570"/>
                </a:lnTo>
                <a:lnTo>
                  <a:pt x="111580" y="50570"/>
                </a:lnTo>
                <a:lnTo>
                  <a:pt x="112914" y="51905"/>
                </a:lnTo>
                <a:close/>
                <a:moveTo>
                  <a:pt x="111347" y="47835"/>
                </a:moveTo>
                <a:lnTo>
                  <a:pt x="111347" y="49203"/>
                </a:lnTo>
                <a:lnTo>
                  <a:pt x="108711" y="46568"/>
                </a:lnTo>
                <a:lnTo>
                  <a:pt x="112447" y="46568"/>
                </a:lnTo>
                <a:lnTo>
                  <a:pt x="111480" y="47568"/>
                </a:lnTo>
                <a:close/>
                <a:moveTo>
                  <a:pt x="108711" y="45800"/>
                </a:moveTo>
                <a:lnTo>
                  <a:pt x="111347" y="43132"/>
                </a:lnTo>
                <a:lnTo>
                  <a:pt x="111347" y="44700"/>
                </a:lnTo>
                <a:lnTo>
                  <a:pt x="112447" y="45800"/>
                </a:lnTo>
                <a:lnTo>
                  <a:pt x="108711" y="45800"/>
                </a:lnTo>
                <a:close/>
                <a:moveTo>
                  <a:pt x="108144" y="45233"/>
                </a:moveTo>
                <a:lnTo>
                  <a:pt x="108144" y="41497"/>
                </a:lnTo>
                <a:lnTo>
                  <a:pt x="109145" y="42465"/>
                </a:lnTo>
                <a:lnTo>
                  <a:pt x="109412" y="42598"/>
                </a:lnTo>
                <a:lnTo>
                  <a:pt x="110813" y="42598"/>
                </a:lnTo>
                <a:close/>
                <a:moveTo>
                  <a:pt x="107377" y="45233"/>
                </a:moveTo>
                <a:lnTo>
                  <a:pt x="104709" y="42598"/>
                </a:lnTo>
                <a:lnTo>
                  <a:pt x="106110" y="42598"/>
                </a:lnTo>
                <a:lnTo>
                  <a:pt x="106276" y="42598"/>
                </a:lnTo>
                <a:lnTo>
                  <a:pt x="107377" y="41497"/>
                </a:lnTo>
                <a:lnTo>
                  <a:pt x="107377" y="45233"/>
                </a:lnTo>
                <a:close/>
                <a:moveTo>
                  <a:pt x="107377" y="47135"/>
                </a:moveTo>
                <a:lnTo>
                  <a:pt x="107377" y="50871"/>
                </a:lnTo>
                <a:lnTo>
                  <a:pt x="106276" y="49770"/>
                </a:lnTo>
                <a:lnTo>
                  <a:pt x="104709" y="49770"/>
                </a:lnTo>
                <a:close/>
                <a:moveTo>
                  <a:pt x="96469" y="56575"/>
                </a:moveTo>
                <a:lnTo>
                  <a:pt x="94435" y="56575"/>
                </a:lnTo>
                <a:lnTo>
                  <a:pt x="92767" y="54874"/>
                </a:lnTo>
                <a:lnTo>
                  <a:pt x="92767" y="47135"/>
                </a:lnTo>
                <a:lnTo>
                  <a:pt x="96469" y="50871"/>
                </a:lnTo>
                <a:close/>
                <a:moveTo>
                  <a:pt x="91966" y="54874"/>
                </a:moveTo>
                <a:lnTo>
                  <a:pt x="90298" y="56575"/>
                </a:lnTo>
                <a:lnTo>
                  <a:pt x="88264" y="56575"/>
                </a:lnTo>
                <a:lnTo>
                  <a:pt x="88264" y="50871"/>
                </a:lnTo>
                <a:lnTo>
                  <a:pt x="91966" y="47135"/>
                </a:lnTo>
                <a:close/>
                <a:moveTo>
                  <a:pt x="79324" y="51905"/>
                </a:moveTo>
                <a:lnTo>
                  <a:pt x="77356" y="53873"/>
                </a:lnTo>
                <a:lnTo>
                  <a:pt x="77356" y="52005"/>
                </a:lnTo>
                <a:lnTo>
                  <a:pt x="78790" y="50570"/>
                </a:lnTo>
                <a:lnTo>
                  <a:pt x="80792" y="50570"/>
                </a:lnTo>
                <a:lnTo>
                  <a:pt x="82126" y="51905"/>
                </a:lnTo>
                <a:close/>
                <a:moveTo>
                  <a:pt x="80558" y="47835"/>
                </a:moveTo>
                <a:lnTo>
                  <a:pt x="80558" y="49203"/>
                </a:lnTo>
                <a:lnTo>
                  <a:pt x="77923" y="46568"/>
                </a:lnTo>
                <a:lnTo>
                  <a:pt x="81659" y="46568"/>
                </a:lnTo>
                <a:lnTo>
                  <a:pt x="80691" y="47568"/>
                </a:lnTo>
                <a:close/>
                <a:moveTo>
                  <a:pt x="77923" y="45800"/>
                </a:moveTo>
                <a:lnTo>
                  <a:pt x="80558" y="43132"/>
                </a:lnTo>
                <a:lnTo>
                  <a:pt x="80558" y="44700"/>
                </a:lnTo>
                <a:lnTo>
                  <a:pt x="81659" y="45800"/>
                </a:lnTo>
                <a:lnTo>
                  <a:pt x="77923" y="45800"/>
                </a:lnTo>
                <a:close/>
                <a:moveTo>
                  <a:pt x="77356" y="45233"/>
                </a:moveTo>
                <a:lnTo>
                  <a:pt x="77356" y="41497"/>
                </a:lnTo>
                <a:lnTo>
                  <a:pt x="78457" y="42598"/>
                </a:lnTo>
                <a:lnTo>
                  <a:pt x="78623" y="42598"/>
                </a:lnTo>
                <a:lnTo>
                  <a:pt x="79991" y="42598"/>
                </a:lnTo>
                <a:close/>
                <a:moveTo>
                  <a:pt x="76589" y="45233"/>
                </a:moveTo>
                <a:lnTo>
                  <a:pt x="73920" y="42598"/>
                </a:lnTo>
                <a:lnTo>
                  <a:pt x="75321" y="42598"/>
                </a:lnTo>
                <a:lnTo>
                  <a:pt x="75588" y="42465"/>
                </a:lnTo>
                <a:lnTo>
                  <a:pt x="76555" y="41497"/>
                </a:lnTo>
                <a:lnTo>
                  <a:pt x="76555" y="45233"/>
                </a:lnTo>
                <a:close/>
                <a:moveTo>
                  <a:pt x="76589" y="47135"/>
                </a:moveTo>
                <a:lnTo>
                  <a:pt x="76589" y="50871"/>
                </a:lnTo>
                <a:lnTo>
                  <a:pt x="75588" y="49903"/>
                </a:lnTo>
                <a:lnTo>
                  <a:pt x="75321" y="49770"/>
                </a:lnTo>
                <a:lnTo>
                  <a:pt x="73920" y="49770"/>
                </a:lnTo>
                <a:close/>
                <a:moveTo>
                  <a:pt x="65681" y="56575"/>
                </a:moveTo>
                <a:lnTo>
                  <a:pt x="63646" y="56575"/>
                </a:lnTo>
                <a:lnTo>
                  <a:pt x="61978" y="54874"/>
                </a:lnTo>
                <a:lnTo>
                  <a:pt x="61978" y="47135"/>
                </a:lnTo>
                <a:lnTo>
                  <a:pt x="65681" y="50871"/>
                </a:lnTo>
                <a:close/>
                <a:moveTo>
                  <a:pt x="61178" y="54874"/>
                </a:moveTo>
                <a:lnTo>
                  <a:pt x="59510" y="56575"/>
                </a:lnTo>
                <a:lnTo>
                  <a:pt x="57475" y="56575"/>
                </a:lnTo>
                <a:lnTo>
                  <a:pt x="57475" y="50871"/>
                </a:lnTo>
                <a:lnTo>
                  <a:pt x="61178" y="47135"/>
                </a:lnTo>
                <a:close/>
                <a:moveTo>
                  <a:pt x="48535" y="51905"/>
                </a:moveTo>
                <a:lnTo>
                  <a:pt x="46567" y="53873"/>
                </a:lnTo>
                <a:lnTo>
                  <a:pt x="46567" y="52005"/>
                </a:lnTo>
                <a:lnTo>
                  <a:pt x="48001" y="50570"/>
                </a:lnTo>
                <a:lnTo>
                  <a:pt x="50003" y="50570"/>
                </a:lnTo>
                <a:lnTo>
                  <a:pt x="51337" y="51905"/>
                </a:lnTo>
                <a:close/>
                <a:moveTo>
                  <a:pt x="46567" y="47135"/>
                </a:moveTo>
                <a:lnTo>
                  <a:pt x="49202" y="49770"/>
                </a:lnTo>
                <a:lnTo>
                  <a:pt x="47835" y="49770"/>
                </a:lnTo>
                <a:lnTo>
                  <a:pt x="47568" y="49903"/>
                </a:lnTo>
                <a:lnTo>
                  <a:pt x="46567" y="50871"/>
                </a:lnTo>
                <a:lnTo>
                  <a:pt x="46567" y="47135"/>
                </a:lnTo>
                <a:close/>
                <a:moveTo>
                  <a:pt x="49769" y="47835"/>
                </a:moveTo>
                <a:lnTo>
                  <a:pt x="49769" y="49203"/>
                </a:lnTo>
                <a:lnTo>
                  <a:pt x="47134" y="46568"/>
                </a:lnTo>
                <a:lnTo>
                  <a:pt x="50870" y="46568"/>
                </a:lnTo>
                <a:lnTo>
                  <a:pt x="49903" y="47568"/>
                </a:lnTo>
                <a:close/>
                <a:moveTo>
                  <a:pt x="47134" y="45800"/>
                </a:moveTo>
                <a:lnTo>
                  <a:pt x="49769" y="43132"/>
                </a:lnTo>
                <a:lnTo>
                  <a:pt x="49769" y="44700"/>
                </a:lnTo>
                <a:lnTo>
                  <a:pt x="50870" y="45800"/>
                </a:lnTo>
                <a:lnTo>
                  <a:pt x="47134" y="45800"/>
                </a:lnTo>
                <a:close/>
                <a:moveTo>
                  <a:pt x="46567" y="45233"/>
                </a:moveTo>
                <a:lnTo>
                  <a:pt x="46567" y="41497"/>
                </a:lnTo>
                <a:lnTo>
                  <a:pt x="47534" y="42465"/>
                </a:lnTo>
                <a:lnTo>
                  <a:pt x="47835" y="42598"/>
                </a:lnTo>
                <a:lnTo>
                  <a:pt x="49202" y="42598"/>
                </a:lnTo>
                <a:close/>
                <a:moveTo>
                  <a:pt x="45767" y="45233"/>
                </a:moveTo>
                <a:lnTo>
                  <a:pt x="43131" y="42598"/>
                </a:lnTo>
                <a:lnTo>
                  <a:pt x="44532" y="42598"/>
                </a:lnTo>
                <a:lnTo>
                  <a:pt x="44699" y="42598"/>
                </a:lnTo>
                <a:lnTo>
                  <a:pt x="45767" y="41497"/>
                </a:lnTo>
                <a:close/>
                <a:moveTo>
                  <a:pt x="45767" y="47135"/>
                </a:moveTo>
                <a:lnTo>
                  <a:pt x="45767" y="50871"/>
                </a:lnTo>
                <a:lnTo>
                  <a:pt x="44699" y="49770"/>
                </a:lnTo>
                <a:lnTo>
                  <a:pt x="43131" y="49770"/>
                </a:lnTo>
                <a:close/>
                <a:moveTo>
                  <a:pt x="45767" y="76022"/>
                </a:moveTo>
                <a:lnTo>
                  <a:pt x="43131" y="73387"/>
                </a:lnTo>
                <a:lnTo>
                  <a:pt x="44699" y="73387"/>
                </a:lnTo>
                <a:lnTo>
                  <a:pt x="45767" y="72286"/>
                </a:lnTo>
                <a:close/>
                <a:moveTo>
                  <a:pt x="43798" y="71285"/>
                </a:moveTo>
                <a:lnTo>
                  <a:pt x="45767" y="69317"/>
                </a:lnTo>
                <a:lnTo>
                  <a:pt x="45767" y="71152"/>
                </a:lnTo>
                <a:lnTo>
                  <a:pt x="44366" y="72586"/>
                </a:lnTo>
                <a:lnTo>
                  <a:pt x="42364" y="72586"/>
                </a:lnTo>
                <a:lnTo>
                  <a:pt x="41030" y="71285"/>
                </a:lnTo>
                <a:close/>
                <a:moveTo>
                  <a:pt x="42564" y="75321"/>
                </a:moveTo>
                <a:lnTo>
                  <a:pt x="42564" y="73954"/>
                </a:lnTo>
                <a:lnTo>
                  <a:pt x="45233" y="76589"/>
                </a:lnTo>
                <a:lnTo>
                  <a:pt x="41497" y="76589"/>
                </a:lnTo>
                <a:lnTo>
                  <a:pt x="42464" y="75588"/>
                </a:lnTo>
                <a:close/>
                <a:moveTo>
                  <a:pt x="45233" y="77356"/>
                </a:moveTo>
                <a:lnTo>
                  <a:pt x="42564" y="80025"/>
                </a:lnTo>
                <a:lnTo>
                  <a:pt x="42564" y="78457"/>
                </a:lnTo>
                <a:lnTo>
                  <a:pt x="41497" y="77356"/>
                </a:lnTo>
                <a:close/>
                <a:moveTo>
                  <a:pt x="45767" y="77923"/>
                </a:moveTo>
                <a:lnTo>
                  <a:pt x="45767" y="81659"/>
                </a:lnTo>
                <a:lnTo>
                  <a:pt x="44699" y="80559"/>
                </a:lnTo>
                <a:lnTo>
                  <a:pt x="44532" y="80559"/>
                </a:lnTo>
                <a:lnTo>
                  <a:pt x="43131" y="80559"/>
                </a:lnTo>
                <a:close/>
                <a:moveTo>
                  <a:pt x="46567" y="77923"/>
                </a:moveTo>
                <a:lnTo>
                  <a:pt x="49202" y="80559"/>
                </a:lnTo>
                <a:lnTo>
                  <a:pt x="47835" y="80559"/>
                </a:lnTo>
                <a:lnTo>
                  <a:pt x="47568" y="80692"/>
                </a:lnTo>
                <a:lnTo>
                  <a:pt x="46567" y="81659"/>
                </a:lnTo>
                <a:lnTo>
                  <a:pt x="46567" y="77923"/>
                </a:lnTo>
                <a:close/>
                <a:moveTo>
                  <a:pt x="46567" y="76022"/>
                </a:moveTo>
                <a:lnTo>
                  <a:pt x="46567" y="72286"/>
                </a:lnTo>
                <a:lnTo>
                  <a:pt x="47534" y="73253"/>
                </a:lnTo>
                <a:lnTo>
                  <a:pt x="47835" y="73387"/>
                </a:lnTo>
                <a:lnTo>
                  <a:pt x="49202" y="73387"/>
                </a:lnTo>
                <a:close/>
                <a:moveTo>
                  <a:pt x="57475" y="66582"/>
                </a:moveTo>
                <a:lnTo>
                  <a:pt x="59510" y="66582"/>
                </a:lnTo>
                <a:lnTo>
                  <a:pt x="61178" y="68283"/>
                </a:lnTo>
                <a:lnTo>
                  <a:pt x="61178" y="76022"/>
                </a:lnTo>
                <a:lnTo>
                  <a:pt x="57475" y="72286"/>
                </a:lnTo>
                <a:close/>
                <a:moveTo>
                  <a:pt x="61978" y="68283"/>
                </a:moveTo>
                <a:lnTo>
                  <a:pt x="63646" y="66582"/>
                </a:lnTo>
                <a:lnTo>
                  <a:pt x="65681" y="66582"/>
                </a:lnTo>
                <a:lnTo>
                  <a:pt x="65681" y="72286"/>
                </a:lnTo>
                <a:lnTo>
                  <a:pt x="61978" y="76022"/>
                </a:lnTo>
                <a:close/>
                <a:moveTo>
                  <a:pt x="74620" y="71285"/>
                </a:moveTo>
                <a:lnTo>
                  <a:pt x="76589" y="69317"/>
                </a:lnTo>
                <a:lnTo>
                  <a:pt x="76589" y="71152"/>
                </a:lnTo>
                <a:lnTo>
                  <a:pt x="75154" y="72586"/>
                </a:lnTo>
                <a:lnTo>
                  <a:pt x="73153" y="72586"/>
                </a:lnTo>
                <a:lnTo>
                  <a:pt x="71818" y="71285"/>
                </a:lnTo>
                <a:close/>
                <a:moveTo>
                  <a:pt x="73386" y="75321"/>
                </a:moveTo>
                <a:lnTo>
                  <a:pt x="73386" y="73954"/>
                </a:lnTo>
                <a:lnTo>
                  <a:pt x="76021" y="76589"/>
                </a:lnTo>
                <a:lnTo>
                  <a:pt x="72285" y="76589"/>
                </a:lnTo>
                <a:lnTo>
                  <a:pt x="73253" y="75588"/>
                </a:lnTo>
                <a:close/>
                <a:moveTo>
                  <a:pt x="76021" y="77356"/>
                </a:moveTo>
                <a:lnTo>
                  <a:pt x="73386" y="80025"/>
                </a:lnTo>
                <a:lnTo>
                  <a:pt x="73386" y="78457"/>
                </a:lnTo>
                <a:lnTo>
                  <a:pt x="72285" y="77356"/>
                </a:lnTo>
                <a:close/>
                <a:moveTo>
                  <a:pt x="76589" y="77923"/>
                </a:moveTo>
                <a:lnTo>
                  <a:pt x="76589" y="81659"/>
                </a:lnTo>
                <a:lnTo>
                  <a:pt x="75588" y="80692"/>
                </a:lnTo>
                <a:lnTo>
                  <a:pt x="75321" y="80559"/>
                </a:lnTo>
                <a:lnTo>
                  <a:pt x="73920" y="80559"/>
                </a:lnTo>
                <a:close/>
                <a:moveTo>
                  <a:pt x="77356" y="77923"/>
                </a:moveTo>
                <a:lnTo>
                  <a:pt x="80024" y="80559"/>
                </a:lnTo>
                <a:lnTo>
                  <a:pt x="78623" y="80559"/>
                </a:lnTo>
                <a:lnTo>
                  <a:pt x="78457" y="80559"/>
                </a:lnTo>
                <a:lnTo>
                  <a:pt x="77356" y="81659"/>
                </a:lnTo>
                <a:lnTo>
                  <a:pt x="77356" y="77923"/>
                </a:lnTo>
                <a:close/>
                <a:moveTo>
                  <a:pt x="77356" y="76022"/>
                </a:moveTo>
                <a:lnTo>
                  <a:pt x="77356" y="72286"/>
                </a:lnTo>
                <a:lnTo>
                  <a:pt x="78457" y="73387"/>
                </a:lnTo>
                <a:lnTo>
                  <a:pt x="80024" y="73387"/>
                </a:lnTo>
                <a:close/>
                <a:moveTo>
                  <a:pt x="88264" y="66582"/>
                </a:moveTo>
                <a:lnTo>
                  <a:pt x="90298" y="66582"/>
                </a:lnTo>
                <a:lnTo>
                  <a:pt x="91966" y="68283"/>
                </a:lnTo>
                <a:lnTo>
                  <a:pt x="91966" y="76022"/>
                </a:lnTo>
                <a:lnTo>
                  <a:pt x="88264" y="72286"/>
                </a:lnTo>
                <a:close/>
                <a:moveTo>
                  <a:pt x="92767" y="68283"/>
                </a:moveTo>
                <a:lnTo>
                  <a:pt x="94435" y="66582"/>
                </a:lnTo>
                <a:lnTo>
                  <a:pt x="96469" y="66582"/>
                </a:lnTo>
                <a:lnTo>
                  <a:pt x="96469" y="72286"/>
                </a:lnTo>
                <a:lnTo>
                  <a:pt x="92767" y="76022"/>
                </a:lnTo>
                <a:close/>
                <a:moveTo>
                  <a:pt x="105409" y="71285"/>
                </a:moveTo>
                <a:lnTo>
                  <a:pt x="107377" y="69317"/>
                </a:lnTo>
                <a:lnTo>
                  <a:pt x="107377" y="71152"/>
                </a:lnTo>
                <a:lnTo>
                  <a:pt x="105943" y="72586"/>
                </a:lnTo>
                <a:lnTo>
                  <a:pt x="103941" y="72586"/>
                </a:lnTo>
                <a:lnTo>
                  <a:pt x="102607" y="71285"/>
                </a:lnTo>
                <a:close/>
                <a:moveTo>
                  <a:pt x="104175" y="75321"/>
                </a:moveTo>
                <a:lnTo>
                  <a:pt x="104175" y="73954"/>
                </a:lnTo>
                <a:lnTo>
                  <a:pt x="106810" y="76589"/>
                </a:lnTo>
                <a:lnTo>
                  <a:pt x="103074" y="76589"/>
                </a:lnTo>
                <a:lnTo>
                  <a:pt x="104041" y="75588"/>
                </a:lnTo>
                <a:close/>
                <a:moveTo>
                  <a:pt x="106810" y="77356"/>
                </a:moveTo>
                <a:lnTo>
                  <a:pt x="104175" y="80025"/>
                </a:lnTo>
                <a:lnTo>
                  <a:pt x="104175" y="78457"/>
                </a:lnTo>
                <a:lnTo>
                  <a:pt x="103074" y="77356"/>
                </a:lnTo>
                <a:close/>
                <a:moveTo>
                  <a:pt x="107377" y="77923"/>
                </a:moveTo>
                <a:lnTo>
                  <a:pt x="107377" y="81659"/>
                </a:lnTo>
                <a:lnTo>
                  <a:pt x="106276" y="80559"/>
                </a:lnTo>
                <a:lnTo>
                  <a:pt x="106110" y="80559"/>
                </a:lnTo>
                <a:lnTo>
                  <a:pt x="104709" y="80559"/>
                </a:lnTo>
                <a:close/>
                <a:moveTo>
                  <a:pt x="108144" y="77923"/>
                </a:moveTo>
                <a:lnTo>
                  <a:pt x="110813" y="80559"/>
                </a:lnTo>
                <a:lnTo>
                  <a:pt x="109412" y="80559"/>
                </a:lnTo>
                <a:lnTo>
                  <a:pt x="109145" y="80692"/>
                </a:lnTo>
                <a:lnTo>
                  <a:pt x="108144" y="81659"/>
                </a:lnTo>
                <a:lnTo>
                  <a:pt x="108144" y="77923"/>
                </a:lnTo>
                <a:close/>
                <a:moveTo>
                  <a:pt x="108144" y="76022"/>
                </a:moveTo>
                <a:lnTo>
                  <a:pt x="108144" y="72286"/>
                </a:lnTo>
                <a:lnTo>
                  <a:pt x="109145" y="73253"/>
                </a:lnTo>
                <a:lnTo>
                  <a:pt x="109412" y="73387"/>
                </a:lnTo>
                <a:lnTo>
                  <a:pt x="110813" y="73387"/>
                </a:lnTo>
                <a:close/>
                <a:moveTo>
                  <a:pt x="119052" y="66582"/>
                </a:moveTo>
                <a:lnTo>
                  <a:pt x="121087" y="66582"/>
                </a:lnTo>
                <a:lnTo>
                  <a:pt x="122755" y="68283"/>
                </a:lnTo>
                <a:lnTo>
                  <a:pt x="122755" y="76022"/>
                </a:lnTo>
                <a:lnTo>
                  <a:pt x="119052" y="72286"/>
                </a:lnTo>
                <a:close/>
                <a:moveTo>
                  <a:pt x="123555" y="68283"/>
                </a:moveTo>
                <a:lnTo>
                  <a:pt x="125223" y="66582"/>
                </a:lnTo>
                <a:lnTo>
                  <a:pt x="127258" y="66582"/>
                </a:lnTo>
                <a:lnTo>
                  <a:pt x="127258" y="72286"/>
                </a:lnTo>
                <a:lnTo>
                  <a:pt x="123555" y="76022"/>
                </a:lnTo>
                <a:lnTo>
                  <a:pt x="123555" y="68283"/>
                </a:lnTo>
                <a:close/>
                <a:moveTo>
                  <a:pt x="136198" y="71285"/>
                </a:moveTo>
                <a:lnTo>
                  <a:pt x="138166" y="69317"/>
                </a:lnTo>
                <a:lnTo>
                  <a:pt x="138166" y="71152"/>
                </a:lnTo>
                <a:lnTo>
                  <a:pt x="136731" y="72586"/>
                </a:lnTo>
                <a:lnTo>
                  <a:pt x="134730" y="72586"/>
                </a:lnTo>
                <a:lnTo>
                  <a:pt x="133396" y="71285"/>
                </a:lnTo>
                <a:close/>
                <a:moveTo>
                  <a:pt x="134964" y="75321"/>
                </a:moveTo>
                <a:lnTo>
                  <a:pt x="134964" y="73954"/>
                </a:lnTo>
                <a:lnTo>
                  <a:pt x="137599" y="76589"/>
                </a:lnTo>
                <a:lnTo>
                  <a:pt x="133863" y="76589"/>
                </a:lnTo>
                <a:lnTo>
                  <a:pt x="134830" y="75588"/>
                </a:lnTo>
                <a:close/>
                <a:moveTo>
                  <a:pt x="137599" y="77356"/>
                </a:moveTo>
                <a:lnTo>
                  <a:pt x="134964" y="80025"/>
                </a:lnTo>
                <a:lnTo>
                  <a:pt x="134964" y="78457"/>
                </a:lnTo>
                <a:lnTo>
                  <a:pt x="133863" y="77356"/>
                </a:lnTo>
                <a:close/>
                <a:moveTo>
                  <a:pt x="138166" y="77923"/>
                </a:moveTo>
                <a:lnTo>
                  <a:pt x="138166" y="81659"/>
                </a:lnTo>
                <a:lnTo>
                  <a:pt x="137165" y="80692"/>
                </a:lnTo>
                <a:lnTo>
                  <a:pt x="136898" y="80559"/>
                </a:lnTo>
                <a:lnTo>
                  <a:pt x="135531" y="80559"/>
                </a:lnTo>
                <a:close/>
                <a:moveTo>
                  <a:pt x="138933" y="77923"/>
                </a:moveTo>
                <a:lnTo>
                  <a:pt x="141602" y="80559"/>
                </a:lnTo>
                <a:lnTo>
                  <a:pt x="140201" y="80559"/>
                </a:lnTo>
                <a:lnTo>
                  <a:pt x="140034" y="80559"/>
                </a:lnTo>
                <a:lnTo>
                  <a:pt x="138933" y="81659"/>
                </a:lnTo>
                <a:close/>
                <a:moveTo>
                  <a:pt x="138933" y="76022"/>
                </a:moveTo>
                <a:lnTo>
                  <a:pt x="138933" y="72286"/>
                </a:lnTo>
                <a:lnTo>
                  <a:pt x="140034" y="73387"/>
                </a:lnTo>
                <a:lnTo>
                  <a:pt x="141602" y="73387"/>
                </a:lnTo>
                <a:close/>
                <a:moveTo>
                  <a:pt x="149841" y="66582"/>
                </a:moveTo>
                <a:lnTo>
                  <a:pt x="151876" y="66582"/>
                </a:lnTo>
                <a:lnTo>
                  <a:pt x="153543" y="68283"/>
                </a:lnTo>
                <a:lnTo>
                  <a:pt x="153543" y="76022"/>
                </a:lnTo>
                <a:lnTo>
                  <a:pt x="149841" y="72286"/>
                </a:lnTo>
                <a:lnTo>
                  <a:pt x="149841" y="66582"/>
                </a:lnTo>
                <a:close/>
                <a:moveTo>
                  <a:pt x="154344" y="68283"/>
                </a:moveTo>
                <a:lnTo>
                  <a:pt x="156012" y="66582"/>
                </a:lnTo>
                <a:lnTo>
                  <a:pt x="158047" y="66582"/>
                </a:lnTo>
                <a:lnTo>
                  <a:pt x="158047" y="72286"/>
                </a:lnTo>
                <a:lnTo>
                  <a:pt x="154344" y="76022"/>
                </a:lnTo>
                <a:lnTo>
                  <a:pt x="154344" y="68283"/>
                </a:lnTo>
                <a:close/>
                <a:moveTo>
                  <a:pt x="166986" y="71285"/>
                </a:moveTo>
                <a:lnTo>
                  <a:pt x="168954" y="69317"/>
                </a:lnTo>
                <a:lnTo>
                  <a:pt x="168954" y="71152"/>
                </a:lnTo>
                <a:lnTo>
                  <a:pt x="167520" y="72586"/>
                </a:lnTo>
                <a:lnTo>
                  <a:pt x="165519" y="72586"/>
                </a:lnTo>
                <a:lnTo>
                  <a:pt x="164184" y="71285"/>
                </a:lnTo>
                <a:close/>
                <a:moveTo>
                  <a:pt x="165752" y="75321"/>
                </a:moveTo>
                <a:lnTo>
                  <a:pt x="165752" y="73954"/>
                </a:lnTo>
                <a:lnTo>
                  <a:pt x="168387" y="76589"/>
                </a:lnTo>
                <a:lnTo>
                  <a:pt x="164651" y="76589"/>
                </a:lnTo>
                <a:lnTo>
                  <a:pt x="165619" y="75588"/>
                </a:lnTo>
                <a:close/>
                <a:moveTo>
                  <a:pt x="168387" y="77356"/>
                </a:moveTo>
                <a:lnTo>
                  <a:pt x="165752" y="80025"/>
                </a:lnTo>
                <a:lnTo>
                  <a:pt x="165752" y="78457"/>
                </a:lnTo>
                <a:lnTo>
                  <a:pt x="164651" y="77356"/>
                </a:lnTo>
                <a:close/>
                <a:moveTo>
                  <a:pt x="168954" y="77923"/>
                </a:moveTo>
                <a:lnTo>
                  <a:pt x="168954" y="81659"/>
                </a:lnTo>
                <a:lnTo>
                  <a:pt x="167854" y="80559"/>
                </a:lnTo>
                <a:lnTo>
                  <a:pt x="167687" y="80559"/>
                </a:lnTo>
                <a:lnTo>
                  <a:pt x="166319" y="80559"/>
                </a:lnTo>
                <a:close/>
                <a:moveTo>
                  <a:pt x="169755" y="77923"/>
                </a:moveTo>
                <a:lnTo>
                  <a:pt x="172390" y="80559"/>
                </a:lnTo>
                <a:lnTo>
                  <a:pt x="170989" y="80559"/>
                </a:lnTo>
                <a:lnTo>
                  <a:pt x="170722" y="80692"/>
                </a:lnTo>
                <a:lnTo>
                  <a:pt x="169755" y="81659"/>
                </a:lnTo>
                <a:lnTo>
                  <a:pt x="169755" y="77923"/>
                </a:lnTo>
                <a:close/>
                <a:moveTo>
                  <a:pt x="169755" y="76022"/>
                </a:moveTo>
                <a:lnTo>
                  <a:pt x="169755" y="72286"/>
                </a:lnTo>
                <a:lnTo>
                  <a:pt x="170722" y="73253"/>
                </a:lnTo>
                <a:lnTo>
                  <a:pt x="170989" y="73387"/>
                </a:lnTo>
                <a:lnTo>
                  <a:pt x="172390" y="73387"/>
                </a:lnTo>
                <a:close/>
                <a:moveTo>
                  <a:pt x="180629" y="66582"/>
                </a:moveTo>
                <a:lnTo>
                  <a:pt x="182664" y="66582"/>
                </a:lnTo>
                <a:lnTo>
                  <a:pt x="184332" y="68283"/>
                </a:lnTo>
                <a:lnTo>
                  <a:pt x="184332" y="76022"/>
                </a:lnTo>
                <a:lnTo>
                  <a:pt x="180629" y="72286"/>
                </a:lnTo>
                <a:lnTo>
                  <a:pt x="180629" y="66582"/>
                </a:lnTo>
                <a:close/>
                <a:moveTo>
                  <a:pt x="185133" y="68283"/>
                </a:moveTo>
                <a:lnTo>
                  <a:pt x="186801" y="66582"/>
                </a:lnTo>
                <a:lnTo>
                  <a:pt x="188835" y="66582"/>
                </a:lnTo>
                <a:lnTo>
                  <a:pt x="188835" y="72286"/>
                </a:lnTo>
                <a:lnTo>
                  <a:pt x="185133" y="76022"/>
                </a:lnTo>
                <a:lnTo>
                  <a:pt x="185133" y="68283"/>
                </a:lnTo>
                <a:close/>
                <a:moveTo>
                  <a:pt x="197775" y="71285"/>
                </a:moveTo>
                <a:lnTo>
                  <a:pt x="199743" y="69317"/>
                </a:lnTo>
                <a:lnTo>
                  <a:pt x="199743" y="71152"/>
                </a:lnTo>
                <a:lnTo>
                  <a:pt x="198309" y="72586"/>
                </a:lnTo>
                <a:lnTo>
                  <a:pt x="196307" y="72586"/>
                </a:lnTo>
                <a:lnTo>
                  <a:pt x="194973" y="71285"/>
                </a:lnTo>
                <a:close/>
                <a:moveTo>
                  <a:pt x="199743" y="76022"/>
                </a:moveTo>
                <a:lnTo>
                  <a:pt x="197108" y="73387"/>
                </a:lnTo>
                <a:lnTo>
                  <a:pt x="198476" y="73387"/>
                </a:lnTo>
                <a:lnTo>
                  <a:pt x="198776" y="73253"/>
                </a:lnTo>
                <a:lnTo>
                  <a:pt x="199743" y="72286"/>
                </a:lnTo>
                <a:lnTo>
                  <a:pt x="199743" y="76022"/>
                </a:lnTo>
                <a:close/>
                <a:moveTo>
                  <a:pt x="196541" y="75321"/>
                </a:moveTo>
                <a:lnTo>
                  <a:pt x="196541" y="73954"/>
                </a:lnTo>
                <a:lnTo>
                  <a:pt x="199176" y="76589"/>
                </a:lnTo>
                <a:lnTo>
                  <a:pt x="195440" y="76589"/>
                </a:lnTo>
                <a:lnTo>
                  <a:pt x="196407" y="75588"/>
                </a:lnTo>
                <a:close/>
                <a:moveTo>
                  <a:pt x="199176" y="77356"/>
                </a:moveTo>
                <a:lnTo>
                  <a:pt x="196541" y="80025"/>
                </a:lnTo>
                <a:lnTo>
                  <a:pt x="196541" y="78457"/>
                </a:lnTo>
                <a:lnTo>
                  <a:pt x="195440" y="77356"/>
                </a:lnTo>
                <a:close/>
                <a:moveTo>
                  <a:pt x="199743" y="77923"/>
                </a:moveTo>
                <a:lnTo>
                  <a:pt x="199743" y="81659"/>
                </a:lnTo>
                <a:lnTo>
                  <a:pt x="198776" y="80692"/>
                </a:lnTo>
                <a:lnTo>
                  <a:pt x="198476" y="80559"/>
                </a:lnTo>
                <a:lnTo>
                  <a:pt x="197108" y="80559"/>
                </a:lnTo>
                <a:close/>
                <a:moveTo>
                  <a:pt x="200544" y="77923"/>
                </a:moveTo>
                <a:lnTo>
                  <a:pt x="203179" y="80559"/>
                </a:lnTo>
                <a:lnTo>
                  <a:pt x="201778" y="80559"/>
                </a:lnTo>
                <a:lnTo>
                  <a:pt x="201644" y="80559"/>
                </a:lnTo>
                <a:lnTo>
                  <a:pt x="200544" y="81659"/>
                </a:lnTo>
                <a:close/>
                <a:moveTo>
                  <a:pt x="200544" y="76022"/>
                </a:moveTo>
                <a:lnTo>
                  <a:pt x="200544" y="72286"/>
                </a:lnTo>
                <a:lnTo>
                  <a:pt x="201644" y="73387"/>
                </a:lnTo>
                <a:lnTo>
                  <a:pt x="203179" y="73387"/>
                </a:lnTo>
                <a:close/>
                <a:moveTo>
                  <a:pt x="200544" y="54974"/>
                </a:moveTo>
                <a:lnTo>
                  <a:pt x="202812" y="52672"/>
                </a:lnTo>
                <a:lnTo>
                  <a:pt x="206081" y="52672"/>
                </a:lnTo>
                <a:lnTo>
                  <a:pt x="207749" y="54373"/>
                </a:lnTo>
                <a:lnTo>
                  <a:pt x="203679" y="54373"/>
                </a:lnTo>
                <a:lnTo>
                  <a:pt x="203412" y="54473"/>
                </a:lnTo>
                <a:lnTo>
                  <a:pt x="200544" y="57342"/>
                </a:lnTo>
                <a:close/>
                <a:moveTo>
                  <a:pt x="205848" y="51338"/>
                </a:moveTo>
                <a:lnTo>
                  <a:pt x="204513" y="50003"/>
                </a:lnTo>
                <a:lnTo>
                  <a:pt x="204513" y="48002"/>
                </a:lnTo>
                <a:lnTo>
                  <a:pt x="205948" y="46568"/>
                </a:lnTo>
                <a:lnTo>
                  <a:pt x="207816" y="46568"/>
                </a:lnTo>
                <a:lnTo>
                  <a:pt x="205848" y="48536"/>
                </a:lnTo>
                <a:close/>
                <a:moveTo>
                  <a:pt x="205948" y="45800"/>
                </a:moveTo>
                <a:lnTo>
                  <a:pt x="204513" y="44366"/>
                </a:lnTo>
                <a:lnTo>
                  <a:pt x="204513" y="42365"/>
                </a:lnTo>
                <a:lnTo>
                  <a:pt x="205848" y="41030"/>
                </a:lnTo>
                <a:lnTo>
                  <a:pt x="205848" y="43832"/>
                </a:lnTo>
                <a:lnTo>
                  <a:pt x="207816" y="45800"/>
                </a:lnTo>
                <a:lnTo>
                  <a:pt x="205948" y="45800"/>
                </a:lnTo>
                <a:close/>
                <a:moveTo>
                  <a:pt x="203979" y="41797"/>
                </a:moveTo>
                <a:lnTo>
                  <a:pt x="201945" y="41797"/>
                </a:lnTo>
                <a:lnTo>
                  <a:pt x="200544" y="40363"/>
                </a:lnTo>
                <a:lnTo>
                  <a:pt x="200544" y="38495"/>
                </a:lnTo>
                <a:lnTo>
                  <a:pt x="202512" y="40463"/>
                </a:lnTo>
                <a:lnTo>
                  <a:pt x="202645" y="40463"/>
                </a:lnTo>
                <a:lnTo>
                  <a:pt x="205280" y="40463"/>
                </a:lnTo>
                <a:close/>
                <a:moveTo>
                  <a:pt x="199743" y="40363"/>
                </a:moveTo>
                <a:lnTo>
                  <a:pt x="198309" y="41797"/>
                </a:lnTo>
                <a:lnTo>
                  <a:pt x="196307" y="41797"/>
                </a:lnTo>
                <a:lnTo>
                  <a:pt x="194973" y="40463"/>
                </a:lnTo>
                <a:lnTo>
                  <a:pt x="197775" y="40463"/>
                </a:lnTo>
                <a:lnTo>
                  <a:pt x="199743" y="38495"/>
                </a:lnTo>
                <a:lnTo>
                  <a:pt x="199743" y="40363"/>
                </a:lnTo>
                <a:close/>
                <a:moveTo>
                  <a:pt x="194339" y="46568"/>
                </a:moveTo>
                <a:lnTo>
                  <a:pt x="195740" y="48002"/>
                </a:lnTo>
                <a:lnTo>
                  <a:pt x="195740" y="50003"/>
                </a:lnTo>
                <a:lnTo>
                  <a:pt x="194439" y="51338"/>
                </a:lnTo>
                <a:lnTo>
                  <a:pt x="194439" y="48536"/>
                </a:lnTo>
                <a:lnTo>
                  <a:pt x="192471" y="46568"/>
                </a:lnTo>
                <a:lnTo>
                  <a:pt x="194339" y="46568"/>
                </a:lnTo>
                <a:close/>
                <a:moveTo>
                  <a:pt x="175059" y="48536"/>
                </a:moveTo>
                <a:lnTo>
                  <a:pt x="175059" y="51338"/>
                </a:lnTo>
                <a:lnTo>
                  <a:pt x="173725" y="50003"/>
                </a:lnTo>
                <a:lnTo>
                  <a:pt x="173725" y="48002"/>
                </a:lnTo>
                <a:lnTo>
                  <a:pt x="175159" y="46568"/>
                </a:lnTo>
                <a:lnTo>
                  <a:pt x="177027" y="46568"/>
                </a:lnTo>
                <a:close/>
                <a:moveTo>
                  <a:pt x="175159" y="45800"/>
                </a:moveTo>
                <a:lnTo>
                  <a:pt x="173725" y="44366"/>
                </a:lnTo>
                <a:lnTo>
                  <a:pt x="173725" y="42365"/>
                </a:lnTo>
                <a:lnTo>
                  <a:pt x="175059" y="41030"/>
                </a:lnTo>
                <a:lnTo>
                  <a:pt x="175059" y="43832"/>
                </a:lnTo>
                <a:lnTo>
                  <a:pt x="177027" y="45800"/>
                </a:lnTo>
                <a:lnTo>
                  <a:pt x="175159" y="45800"/>
                </a:lnTo>
                <a:close/>
                <a:moveTo>
                  <a:pt x="173191" y="41797"/>
                </a:moveTo>
                <a:lnTo>
                  <a:pt x="171156" y="41797"/>
                </a:lnTo>
                <a:lnTo>
                  <a:pt x="169755" y="40363"/>
                </a:lnTo>
                <a:lnTo>
                  <a:pt x="169755" y="38495"/>
                </a:lnTo>
                <a:lnTo>
                  <a:pt x="171723" y="40463"/>
                </a:lnTo>
                <a:lnTo>
                  <a:pt x="174492" y="40463"/>
                </a:lnTo>
                <a:close/>
                <a:moveTo>
                  <a:pt x="168954" y="40363"/>
                </a:moveTo>
                <a:lnTo>
                  <a:pt x="167520" y="41797"/>
                </a:lnTo>
                <a:lnTo>
                  <a:pt x="165519" y="41797"/>
                </a:lnTo>
                <a:lnTo>
                  <a:pt x="164184" y="40463"/>
                </a:lnTo>
                <a:lnTo>
                  <a:pt x="166820" y="40463"/>
                </a:lnTo>
                <a:lnTo>
                  <a:pt x="166986" y="40463"/>
                </a:lnTo>
                <a:lnTo>
                  <a:pt x="168954" y="38495"/>
                </a:lnTo>
                <a:lnTo>
                  <a:pt x="168954" y="40363"/>
                </a:lnTo>
                <a:close/>
                <a:moveTo>
                  <a:pt x="163517" y="46568"/>
                </a:moveTo>
                <a:lnTo>
                  <a:pt x="164952" y="48002"/>
                </a:lnTo>
                <a:lnTo>
                  <a:pt x="164952" y="50003"/>
                </a:lnTo>
                <a:lnTo>
                  <a:pt x="163651" y="51338"/>
                </a:lnTo>
                <a:lnTo>
                  <a:pt x="163651" y="48536"/>
                </a:lnTo>
                <a:lnTo>
                  <a:pt x="161649" y="46568"/>
                </a:lnTo>
                <a:lnTo>
                  <a:pt x="163517" y="46568"/>
                </a:lnTo>
                <a:close/>
                <a:moveTo>
                  <a:pt x="144270" y="48536"/>
                </a:moveTo>
                <a:lnTo>
                  <a:pt x="144270" y="51338"/>
                </a:lnTo>
                <a:lnTo>
                  <a:pt x="142936" y="50003"/>
                </a:lnTo>
                <a:lnTo>
                  <a:pt x="142936" y="48002"/>
                </a:lnTo>
                <a:lnTo>
                  <a:pt x="144370" y="46568"/>
                </a:lnTo>
                <a:lnTo>
                  <a:pt x="146238" y="46568"/>
                </a:lnTo>
                <a:close/>
                <a:moveTo>
                  <a:pt x="144370" y="45800"/>
                </a:moveTo>
                <a:lnTo>
                  <a:pt x="142936" y="44366"/>
                </a:lnTo>
                <a:lnTo>
                  <a:pt x="142936" y="42365"/>
                </a:lnTo>
                <a:lnTo>
                  <a:pt x="144270" y="41030"/>
                </a:lnTo>
                <a:lnTo>
                  <a:pt x="144270" y="43832"/>
                </a:lnTo>
                <a:lnTo>
                  <a:pt x="146238" y="45800"/>
                </a:lnTo>
                <a:lnTo>
                  <a:pt x="144370" y="45800"/>
                </a:lnTo>
                <a:close/>
                <a:moveTo>
                  <a:pt x="142369" y="41797"/>
                </a:moveTo>
                <a:lnTo>
                  <a:pt x="140367" y="41797"/>
                </a:lnTo>
                <a:lnTo>
                  <a:pt x="138933" y="40363"/>
                </a:lnTo>
                <a:lnTo>
                  <a:pt x="138933" y="38495"/>
                </a:lnTo>
                <a:lnTo>
                  <a:pt x="140901" y="40463"/>
                </a:lnTo>
                <a:lnTo>
                  <a:pt x="141068" y="40463"/>
                </a:lnTo>
                <a:lnTo>
                  <a:pt x="143703" y="40463"/>
                </a:lnTo>
                <a:close/>
                <a:moveTo>
                  <a:pt x="138166" y="40363"/>
                </a:moveTo>
                <a:lnTo>
                  <a:pt x="136731" y="41797"/>
                </a:lnTo>
                <a:lnTo>
                  <a:pt x="134730" y="41797"/>
                </a:lnTo>
                <a:lnTo>
                  <a:pt x="133396" y="40463"/>
                </a:lnTo>
                <a:lnTo>
                  <a:pt x="136198" y="40463"/>
                </a:lnTo>
                <a:lnTo>
                  <a:pt x="138166" y="38495"/>
                </a:lnTo>
                <a:close/>
                <a:moveTo>
                  <a:pt x="132729" y="46568"/>
                </a:moveTo>
                <a:lnTo>
                  <a:pt x="134163" y="48002"/>
                </a:lnTo>
                <a:lnTo>
                  <a:pt x="134163" y="50003"/>
                </a:lnTo>
                <a:lnTo>
                  <a:pt x="132862" y="51338"/>
                </a:lnTo>
                <a:lnTo>
                  <a:pt x="132862" y="48536"/>
                </a:lnTo>
                <a:lnTo>
                  <a:pt x="130894" y="46568"/>
                </a:lnTo>
                <a:lnTo>
                  <a:pt x="132729" y="46568"/>
                </a:lnTo>
                <a:close/>
                <a:moveTo>
                  <a:pt x="113482" y="48536"/>
                </a:moveTo>
                <a:lnTo>
                  <a:pt x="113482" y="51338"/>
                </a:lnTo>
                <a:lnTo>
                  <a:pt x="112147" y="50003"/>
                </a:lnTo>
                <a:lnTo>
                  <a:pt x="112147" y="48002"/>
                </a:lnTo>
                <a:lnTo>
                  <a:pt x="113582" y="46568"/>
                </a:lnTo>
                <a:lnTo>
                  <a:pt x="115450" y="46568"/>
                </a:lnTo>
                <a:close/>
                <a:moveTo>
                  <a:pt x="113582" y="45800"/>
                </a:moveTo>
                <a:lnTo>
                  <a:pt x="112147" y="44366"/>
                </a:lnTo>
                <a:lnTo>
                  <a:pt x="112147" y="42365"/>
                </a:lnTo>
                <a:lnTo>
                  <a:pt x="113482" y="41030"/>
                </a:lnTo>
                <a:lnTo>
                  <a:pt x="113482" y="43832"/>
                </a:lnTo>
                <a:lnTo>
                  <a:pt x="115450" y="45800"/>
                </a:lnTo>
                <a:lnTo>
                  <a:pt x="113582" y="45800"/>
                </a:lnTo>
                <a:close/>
                <a:moveTo>
                  <a:pt x="111580" y="41797"/>
                </a:moveTo>
                <a:lnTo>
                  <a:pt x="109579" y="41797"/>
                </a:lnTo>
                <a:lnTo>
                  <a:pt x="108144" y="40363"/>
                </a:lnTo>
                <a:lnTo>
                  <a:pt x="108144" y="38495"/>
                </a:lnTo>
                <a:lnTo>
                  <a:pt x="110112" y="40463"/>
                </a:lnTo>
                <a:lnTo>
                  <a:pt x="112914" y="40463"/>
                </a:lnTo>
                <a:close/>
                <a:moveTo>
                  <a:pt x="107377" y="40363"/>
                </a:moveTo>
                <a:lnTo>
                  <a:pt x="105943" y="41797"/>
                </a:lnTo>
                <a:lnTo>
                  <a:pt x="103941" y="41797"/>
                </a:lnTo>
                <a:lnTo>
                  <a:pt x="102607" y="40463"/>
                </a:lnTo>
                <a:lnTo>
                  <a:pt x="105242" y="40463"/>
                </a:lnTo>
                <a:lnTo>
                  <a:pt x="105376" y="40463"/>
                </a:lnTo>
                <a:lnTo>
                  <a:pt x="107344" y="38495"/>
                </a:lnTo>
                <a:lnTo>
                  <a:pt x="107344" y="40363"/>
                </a:lnTo>
                <a:close/>
                <a:moveTo>
                  <a:pt x="101940" y="46568"/>
                </a:moveTo>
                <a:lnTo>
                  <a:pt x="103374" y="48002"/>
                </a:lnTo>
                <a:lnTo>
                  <a:pt x="103374" y="50003"/>
                </a:lnTo>
                <a:lnTo>
                  <a:pt x="102040" y="51338"/>
                </a:lnTo>
                <a:lnTo>
                  <a:pt x="102040" y="48536"/>
                </a:lnTo>
                <a:lnTo>
                  <a:pt x="100072" y="46568"/>
                </a:lnTo>
                <a:lnTo>
                  <a:pt x="101940" y="46568"/>
                </a:lnTo>
                <a:close/>
                <a:moveTo>
                  <a:pt x="82660" y="48536"/>
                </a:moveTo>
                <a:lnTo>
                  <a:pt x="82660" y="51338"/>
                </a:lnTo>
                <a:lnTo>
                  <a:pt x="81359" y="50003"/>
                </a:lnTo>
                <a:lnTo>
                  <a:pt x="81359" y="48002"/>
                </a:lnTo>
                <a:lnTo>
                  <a:pt x="82793" y="46568"/>
                </a:lnTo>
                <a:lnTo>
                  <a:pt x="84628" y="46568"/>
                </a:lnTo>
                <a:close/>
                <a:moveTo>
                  <a:pt x="82793" y="45800"/>
                </a:moveTo>
                <a:lnTo>
                  <a:pt x="81359" y="44366"/>
                </a:lnTo>
                <a:lnTo>
                  <a:pt x="81359" y="42365"/>
                </a:lnTo>
                <a:lnTo>
                  <a:pt x="82660" y="41030"/>
                </a:lnTo>
                <a:lnTo>
                  <a:pt x="82660" y="43832"/>
                </a:lnTo>
                <a:lnTo>
                  <a:pt x="84628" y="45800"/>
                </a:lnTo>
                <a:lnTo>
                  <a:pt x="82793" y="45800"/>
                </a:lnTo>
                <a:close/>
                <a:moveTo>
                  <a:pt x="80792" y="41797"/>
                </a:moveTo>
                <a:lnTo>
                  <a:pt x="78790" y="41797"/>
                </a:lnTo>
                <a:lnTo>
                  <a:pt x="77356" y="40363"/>
                </a:lnTo>
                <a:lnTo>
                  <a:pt x="77356" y="38495"/>
                </a:lnTo>
                <a:lnTo>
                  <a:pt x="79324" y="40463"/>
                </a:lnTo>
                <a:lnTo>
                  <a:pt x="79491" y="40463"/>
                </a:lnTo>
                <a:lnTo>
                  <a:pt x="82092" y="40463"/>
                </a:lnTo>
                <a:close/>
                <a:moveTo>
                  <a:pt x="76589" y="40363"/>
                </a:moveTo>
                <a:lnTo>
                  <a:pt x="75154" y="41797"/>
                </a:lnTo>
                <a:lnTo>
                  <a:pt x="73153" y="41797"/>
                </a:lnTo>
                <a:lnTo>
                  <a:pt x="71818" y="40463"/>
                </a:lnTo>
                <a:lnTo>
                  <a:pt x="74620" y="40463"/>
                </a:lnTo>
                <a:lnTo>
                  <a:pt x="76589" y="38495"/>
                </a:lnTo>
                <a:close/>
                <a:moveTo>
                  <a:pt x="71151" y="46568"/>
                </a:moveTo>
                <a:lnTo>
                  <a:pt x="72586" y="48002"/>
                </a:lnTo>
                <a:lnTo>
                  <a:pt x="72586" y="50003"/>
                </a:lnTo>
                <a:lnTo>
                  <a:pt x="71251" y="51338"/>
                </a:lnTo>
                <a:lnTo>
                  <a:pt x="71251" y="48536"/>
                </a:lnTo>
                <a:lnTo>
                  <a:pt x="69283" y="46568"/>
                </a:lnTo>
                <a:lnTo>
                  <a:pt x="71151" y="46568"/>
                </a:lnTo>
                <a:close/>
                <a:moveTo>
                  <a:pt x="51871" y="48536"/>
                </a:moveTo>
                <a:lnTo>
                  <a:pt x="51871" y="51338"/>
                </a:lnTo>
                <a:lnTo>
                  <a:pt x="50570" y="50003"/>
                </a:lnTo>
                <a:lnTo>
                  <a:pt x="50570" y="48002"/>
                </a:lnTo>
                <a:lnTo>
                  <a:pt x="51971" y="46568"/>
                </a:lnTo>
                <a:lnTo>
                  <a:pt x="53839" y="46568"/>
                </a:lnTo>
                <a:close/>
                <a:moveTo>
                  <a:pt x="51971" y="45800"/>
                </a:moveTo>
                <a:lnTo>
                  <a:pt x="50570" y="44366"/>
                </a:lnTo>
                <a:lnTo>
                  <a:pt x="50570" y="42365"/>
                </a:lnTo>
                <a:lnTo>
                  <a:pt x="51871" y="41030"/>
                </a:lnTo>
                <a:lnTo>
                  <a:pt x="51871" y="43832"/>
                </a:lnTo>
                <a:lnTo>
                  <a:pt x="53839" y="45800"/>
                </a:lnTo>
                <a:lnTo>
                  <a:pt x="51971" y="45800"/>
                </a:lnTo>
                <a:close/>
                <a:moveTo>
                  <a:pt x="50003" y="41797"/>
                </a:moveTo>
                <a:lnTo>
                  <a:pt x="48001" y="41797"/>
                </a:lnTo>
                <a:lnTo>
                  <a:pt x="46567" y="40363"/>
                </a:lnTo>
                <a:lnTo>
                  <a:pt x="46567" y="38495"/>
                </a:lnTo>
                <a:lnTo>
                  <a:pt x="48535" y="40463"/>
                </a:lnTo>
                <a:lnTo>
                  <a:pt x="51337" y="40463"/>
                </a:lnTo>
                <a:close/>
                <a:moveTo>
                  <a:pt x="45767" y="40363"/>
                </a:moveTo>
                <a:lnTo>
                  <a:pt x="44366" y="41797"/>
                </a:lnTo>
                <a:lnTo>
                  <a:pt x="42364" y="41797"/>
                </a:lnTo>
                <a:lnTo>
                  <a:pt x="41030" y="40463"/>
                </a:lnTo>
                <a:lnTo>
                  <a:pt x="43665" y="40463"/>
                </a:lnTo>
                <a:lnTo>
                  <a:pt x="43798" y="40463"/>
                </a:lnTo>
                <a:lnTo>
                  <a:pt x="45767" y="38495"/>
                </a:lnTo>
                <a:close/>
                <a:moveTo>
                  <a:pt x="40363" y="46568"/>
                </a:moveTo>
                <a:lnTo>
                  <a:pt x="41797" y="48002"/>
                </a:lnTo>
                <a:lnTo>
                  <a:pt x="41797" y="50003"/>
                </a:lnTo>
                <a:lnTo>
                  <a:pt x="40463" y="51338"/>
                </a:lnTo>
                <a:lnTo>
                  <a:pt x="40463" y="48536"/>
                </a:lnTo>
                <a:lnTo>
                  <a:pt x="38495" y="46568"/>
                </a:lnTo>
                <a:lnTo>
                  <a:pt x="40363" y="46568"/>
                </a:lnTo>
                <a:close/>
                <a:moveTo>
                  <a:pt x="40229" y="52672"/>
                </a:moveTo>
                <a:lnTo>
                  <a:pt x="43498" y="52672"/>
                </a:lnTo>
                <a:lnTo>
                  <a:pt x="45767" y="54974"/>
                </a:lnTo>
                <a:lnTo>
                  <a:pt x="45767" y="57342"/>
                </a:lnTo>
                <a:lnTo>
                  <a:pt x="42898" y="54473"/>
                </a:lnTo>
                <a:lnTo>
                  <a:pt x="42631" y="54340"/>
                </a:lnTo>
                <a:lnTo>
                  <a:pt x="38561" y="54340"/>
                </a:lnTo>
                <a:close/>
                <a:moveTo>
                  <a:pt x="45767" y="64714"/>
                </a:moveTo>
                <a:lnTo>
                  <a:pt x="42464" y="68016"/>
                </a:lnTo>
                <a:lnTo>
                  <a:pt x="37761" y="68016"/>
                </a:lnTo>
                <a:lnTo>
                  <a:pt x="36226" y="66482"/>
                </a:lnTo>
                <a:lnTo>
                  <a:pt x="41830" y="66482"/>
                </a:lnTo>
                <a:lnTo>
                  <a:pt x="45767" y="62546"/>
                </a:lnTo>
                <a:lnTo>
                  <a:pt x="45767" y="64714"/>
                </a:lnTo>
                <a:close/>
                <a:moveTo>
                  <a:pt x="40463" y="74621"/>
                </a:moveTo>
                <a:lnTo>
                  <a:pt x="40463" y="71819"/>
                </a:lnTo>
                <a:lnTo>
                  <a:pt x="41797" y="73153"/>
                </a:lnTo>
                <a:lnTo>
                  <a:pt x="41797" y="75155"/>
                </a:lnTo>
                <a:lnTo>
                  <a:pt x="40363" y="76589"/>
                </a:lnTo>
                <a:lnTo>
                  <a:pt x="38495" y="76589"/>
                </a:lnTo>
                <a:close/>
                <a:moveTo>
                  <a:pt x="40363" y="77356"/>
                </a:moveTo>
                <a:lnTo>
                  <a:pt x="41797" y="78791"/>
                </a:lnTo>
                <a:lnTo>
                  <a:pt x="41797" y="80792"/>
                </a:lnTo>
                <a:lnTo>
                  <a:pt x="40463" y="82126"/>
                </a:lnTo>
                <a:lnTo>
                  <a:pt x="40463" y="79324"/>
                </a:lnTo>
                <a:lnTo>
                  <a:pt x="38495" y="77356"/>
                </a:lnTo>
                <a:close/>
                <a:moveTo>
                  <a:pt x="42364" y="81359"/>
                </a:moveTo>
                <a:lnTo>
                  <a:pt x="44366" y="81359"/>
                </a:lnTo>
                <a:lnTo>
                  <a:pt x="45767" y="82794"/>
                </a:lnTo>
                <a:lnTo>
                  <a:pt x="45767" y="84662"/>
                </a:lnTo>
                <a:lnTo>
                  <a:pt x="43798" y="82693"/>
                </a:lnTo>
                <a:lnTo>
                  <a:pt x="43665" y="82693"/>
                </a:lnTo>
                <a:lnTo>
                  <a:pt x="41030" y="82693"/>
                </a:lnTo>
                <a:close/>
                <a:moveTo>
                  <a:pt x="46567" y="82794"/>
                </a:moveTo>
                <a:lnTo>
                  <a:pt x="48001" y="81359"/>
                </a:lnTo>
                <a:lnTo>
                  <a:pt x="50003" y="81359"/>
                </a:lnTo>
                <a:lnTo>
                  <a:pt x="51337" y="82693"/>
                </a:lnTo>
                <a:lnTo>
                  <a:pt x="48535" y="82693"/>
                </a:lnTo>
                <a:lnTo>
                  <a:pt x="46567" y="84662"/>
                </a:lnTo>
                <a:lnTo>
                  <a:pt x="46567" y="82794"/>
                </a:lnTo>
                <a:close/>
                <a:moveTo>
                  <a:pt x="51971" y="76589"/>
                </a:moveTo>
                <a:lnTo>
                  <a:pt x="50570" y="75155"/>
                </a:lnTo>
                <a:lnTo>
                  <a:pt x="50570" y="73153"/>
                </a:lnTo>
                <a:lnTo>
                  <a:pt x="51871" y="71819"/>
                </a:lnTo>
                <a:lnTo>
                  <a:pt x="51871" y="74621"/>
                </a:lnTo>
                <a:lnTo>
                  <a:pt x="53839" y="76589"/>
                </a:lnTo>
                <a:close/>
                <a:moveTo>
                  <a:pt x="71251" y="74621"/>
                </a:moveTo>
                <a:lnTo>
                  <a:pt x="71251" y="71819"/>
                </a:lnTo>
                <a:lnTo>
                  <a:pt x="72586" y="73153"/>
                </a:lnTo>
                <a:lnTo>
                  <a:pt x="72586" y="75155"/>
                </a:lnTo>
                <a:lnTo>
                  <a:pt x="71151" y="76589"/>
                </a:lnTo>
                <a:lnTo>
                  <a:pt x="69283" y="76589"/>
                </a:lnTo>
                <a:close/>
                <a:moveTo>
                  <a:pt x="71151" y="77356"/>
                </a:moveTo>
                <a:lnTo>
                  <a:pt x="72586" y="78791"/>
                </a:lnTo>
                <a:lnTo>
                  <a:pt x="72586" y="80792"/>
                </a:lnTo>
                <a:lnTo>
                  <a:pt x="71251" y="82126"/>
                </a:lnTo>
                <a:lnTo>
                  <a:pt x="71251" y="79324"/>
                </a:lnTo>
                <a:lnTo>
                  <a:pt x="69283" y="77356"/>
                </a:lnTo>
                <a:close/>
                <a:moveTo>
                  <a:pt x="73153" y="81359"/>
                </a:moveTo>
                <a:lnTo>
                  <a:pt x="75154" y="81359"/>
                </a:lnTo>
                <a:lnTo>
                  <a:pt x="76555" y="82794"/>
                </a:lnTo>
                <a:lnTo>
                  <a:pt x="76555" y="84662"/>
                </a:lnTo>
                <a:lnTo>
                  <a:pt x="74587" y="82693"/>
                </a:lnTo>
                <a:lnTo>
                  <a:pt x="71818" y="82693"/>
                </a:lnTo>
                <a:close/>
                <a:moveTo>
                  <a:pt x="77356" y="82794"/>
                </a:moveTo>
                <a:lnTo>
                  <a:pt x="78790" y="81359"/>
                </a:lnTo>
                <a:lnTo>
                  <a:pt x="80792" y="81359"/>
                </a:lnTo>
                <a:lnTo>
                  <a:pt x="82126" y="82693"/>
                </a:lnTo>
                <a:lnTo>
                  <a:pt x="79491" y="82693"/>
                </a:lnTo>
                <a:lnTo>
                  <a:pt x="79324" y="82693"/>
                </a:lnTo>
                <a:lnTo>
                  <a:pt x="77356" y="84662"/>
                </a:lnTo>
                <a:lnTo>
                  <a:pt x="77356" y="82794"/>
                </a:lnTo>
                <a:close/>
                <a:moveTo>
                  <a:pt x="82793" y="76589"/>
                </a:moveTo>
                <a:lnTo>
                  <a:pt x="81359" y="75155"/>
                </a:lnTo>
                <a:lnTo>
                  <a:pt x="81359" y="73153"/>
                </a:lnTo>
                <a:lnTo>
                  <a:pt x="82660" y="71819"/>
                </a:lnTo>
                <a:lnTo>
                  <a:pt x="82660" y="74621"/>
                </a:lnTo>
                <a:lnTo>
                  <a:pt x="84628" y="76589"/>
                </a:lnTo>
                <a:close/>
                <a:moveTo>
                  <a:pt x="102040" y="74621"/>
                </a:moveTo>
                <a:lnTo>
                  <a:pt x="102040" y="71819"/>
                </a:lnTo>
                <a:lnTo>
                  <a:pt x="103374" y="73153"/>
                </a:lnTo>
                <a:lnTo>
                  <a:pt x="103374" y="75155"/>
                </a:lnTo>
                <a:lnTo>
                  <a:pt x="101940" y="76589"/>
                </a:lnTo>
                <a:lnTo>
                  <a:pt x="100072" y="76589"/>
                </a:lnTo>
                <a:close/>
                <a:moveTo>
                  <a:pt x="101940" y="77356"/>
                </a:moveTo>
                <a:lnTo>
                  <a:pt x="103374" y="78791"/>
                </a:lnTo>
                <a:lnTo>
                  <a:pt x="103374" y="80792"/>
                </a:lnTo>
                <a:lnTo>
                  <a:pt x="102040" y="82126"/>
                </a:lnTo>
                <a:lnTo>
                  <a:pt x="102040" y="79324"/>
                </a:lnTo>
                <a:lnTo>
                  <a:pt x="100072" y="77356"/>
                </a:lnTo>
                <a:close/>
                <a:moveTo>
                  <a:pt x="103941" y="81359"/>
                </a:moveTo>
                <a:lnTo>
                  <a:pt x="105943" y="81359"/>
                </a:lnTo>
                <a:lnTo>
                  <a:pt x="107377" y="82794"/>
                </a:lnTo>
                <a:lnTo>
                  <a:pt x="107377" y="84662"/>
                </a:lnTo>
                <a:lnTo>
                  <a:pt x="105409" y="82693"/>
                </a:lnTo>
                <a:lnTo>
                  <a:pt x="105242" y="82693"/>
                </a:lnTo>
                <a:lnTo>
                  <a:pt x="102607" y="82693"/>
                </a:lnTo>
                <a:close/>
                <a:moveTo>
                  <a:pt x="108144" y="82794"/>
                </a:moveTo>
                <a:lnTo>
                  <a:pt x="109579" y="81359"/>
                </a:lnTo>
                <a:lnTo>
                  <a:pt x="111580" y="81359"/>
                </a:lnTo>
                <a:lnTo>
                  <a:pt x="112914" y="82693"/>
                </a:lnTo>
                <a:lnTo>
                  <a:pt x="110112" y="82693"/>
                </a:lnTo>
                <a:lnTo>
                  <a:pt x="108144" y="84662"/>
                </a:lnTo>
                <a:close/>
                <a:moveTo>
                  <a:pt x="113582" y="76589"/>
                </a:moveTo>
                <a:lnTo>
                  <a:pt x="112147" y="75155"/>
                </a:lnTo>
                <a:lnTo>
                  <a:pt x="112147" y="73153"/>
                </a:lnTo>
                <a:lnTo>
                  <a:pt x="113482" y="71819"/>
                </a:lnTo>
                <a:lnTo>
                  <a:pt x="113482" y="74621"/>
                </a:lnTo>
                <a:lnTo>
                  <a:pt x="115450" y="76589"/>
                </a:lnTo>
                <a:close/>
                <a:moveTo>
                  <a:pt x="132862" y="74621"/>
                </a:moveTo>
                <a:lnTo>
                  <a:pt x="132862" y="71819"/>
                </a:lnTo>
                <a:lnTo>
                  <a:pt x="134163" y="73153"/>
                </a:lnTo>
                <a:lnTo>
                  <a:pt x="134163" y="75155"/>
                </a:lnTo>
                <a:lnTo>
                  <a:pt x="132729" y="76589"/>
                </a:lnTo>
                <a:lnTo>
                  <a:pt x="130894" y="76589"/>
                </a:lnTo>
                <a:close/>
                <a:moveTo>
                  <a:pt x="132729" y="77356"/>
                </a:moveTo>
                <a:lnTo>
                  <a:pt x="134163" y="78791"/>
                </a:lnTo>
                <a:lnTo>
                  <a:pt x="134163" y="80792"/>
                </a:lnTo>
                <a:lnTo>
                  <a:pt x="132862" y="82126"/>
                </a:lnTo>
                <a:lnTo>
                  <a:pt x="132862" y="79324"/>
                </a:lnTo>
                <a:lnTo>
                  <a:pt x="130894" y="77356"/>
                </a:lnTo>
                <a:close/>
                <a:moveTo>
                  <a:pt x="134730" y="81359"/>
                </a:moveTo>
                <a:lnTo>
                  <a:pt x="136731" y="81359"/>
                </a:lnTo>
                <a:lnTo>
                  <a:pt x="138166" y="82794"/>
                </a:lnTo>
                <a:lnTo>
                  <a:pt x="138166" y="84662"/>
                </a:lnTo>
                <a:lnTo>
                  <a:pt x="136198" y="82693"/>
                </a:lnTo>
                <a:lnTo>
                  <a:pt x="133396" y="82693"/>
                </a:lnTo>
                <a:close/>
                <a:moveTo>
                  <a:pt x="138933" y="82794"/>
                </a:moveTo>
                <a:lnTo>
                  <a:pt x="140367" y="81359"/>
                </a:lnTo>
                <a:lnTo>
                  <a:pt x="142369" y="81359"/>
                </a:lnTo>
                <a:lnTo>
                  <a:pt x="143703" y="82693"/>
                </a:lnTo>
                <a:lnTo>
                  <a:pt x="141068" y="82693"/>
                </a:lnTo>
                <a:lnTo>
                  <a:pt x="140934" y="82693"/>
                </a:lnTo>
                <a:lnTo>
                  <a:pt x="138966" y="84662"/>
                </a:lnTo>
                <a:lnTo>
                  <a:pt x="138966" y="82794"/>
                </a:lnTo>
                <a:close/>
                <a:moveTo>
                  <a:pt x="144370" y="76589"/>
                </a:moveTo>
                <a:lnTo>
                  <a:pt x="142936" y="75155"/>
                </a:lnTo>
                <a:lnTo>
                  <a:pt x="142936" y="73153"/>
                </a:lnTo>
                <a:lnTo>
                  <a:pt x="144270" y="71819"/>
                </a:lnTo>
                <a:lnTo>
                  <a:pt x="144270" y="74621"/>
                </a:lnTo>
                <a:lnTo>
                  <a:pt x="146238" y="76589"/>
                </a:lnTo>
                <a:close/>
                <a:moveTo>
                  <a:pt x="163651" y="74621"/>
                </a:moveTo>
                <a:lnTo>
                  <a:pt x="163651" y="71819"/>
                </a:lnTo>
                <a:lnTo>
                  <a:pt x="164952" y="73153"/>
                </a:lnTo>
                <a:lnTo>
                  <a:pt x="164952" y="75155"/>
                </a:lnTo>
                <a:lnTo>
                  <a:pt x="163551" y="76589"/>
                </a:lnTo>
                <a:lnTo>
                  <a:pt x="161683" y="76589"/>
                </a:lnTo>
                <a:close/>
                <a:moveTo>
                  <a:pt x="163517" y="77356"/>
                </a:moveTo>
                <a:lnTo>
                  <a:pt x="164952" y="78791"/>
                </a:lnTo>
                <a:lnTo>
                  <a:pt x="164952" y="80792"/>
                </a:lnTo>
                <a:lnTo>
                  <a:pt x="163651" y="82126"/>
                </a:lnTo>
                <a:lnTo>
                  <a:pt x="163651" y="79324"/>
                </a:lnTo>
                <a:lnTo>
                  <a:pt x="161649" y="77356"/>
                </a:lnTo>
                <a:close/>
                <a:moveTo>
                  <a:pt x="165519" y="81359"/>
                </a:moveTo>
                <a:lnTo>
                  <a:pt x="167520" y="81359"/>
                </a:lnTo>
                <a:lnTo>
                  <a:pt x="168954" y="82794"/>
                </a:lnTo>
                <a:lnTo>
                  <a:pt x="168954" y="84662"/>
                </a:lnTo>
                <a:lnTo>
                  <a:pt x="166986" y="82693"/>
                </a:lnTo>
                <a:lnTo>
                  <a:pt x="166820" y="82693"/>
                </a:lnTo>
                <a:lnTo>
                  <a:pt x="164218" y="82693"/>
                </a:lnTo>
                <a:close/>
                <a:moveTo>
                  <a:pt x="169755" y="82794"/>
                </a:moveTo>
                <a:lnTo>
                  <a:pt x="171156" y="81359"/>
                </a:lnTo>
                <a:lnTo>
                  <a:pt x="173191" y="81359"/>
                </a:lnTo>
                <a:lnTo>
                  <a:pt x="174492" y="82693"/>
                </a:lnTo>
                <a:lnTo>
                  <a:pt x="171723" y="82693"/>
                </a:lnTo>
                <a:lnTo>
                  <a:pt x="169755" y="84662"/>
                </a:lnTo>
                <a:lnTo>
                  <a:pt x="169755" y="82794"/>
                </a:lnTo>
                <a:close/>
                <a:moveTo>
                  <a:pt x="175159" y="76589"/>
                </a:moveTo>
                <a:lnTo>
                  <a:pt x="173725" y="75155"/>
                </a:lnTo>
                <a:lnTo>
                  <a:pt x="173725" y="73153"/>
                </a:lnTo>
                <a:lnTo>
                  <a:pt x="175059" y="71819"/>
                </a:lnTo>
                <a:lnTo>
                  <a:pt x="175059" y="74621"/>
                </a:lnTo>
                <a:lnTo>
                  <a:pt x="177027" y="76589"/>
                </a:lnTo>
                <a:close/>
                <a:moveTo>
                  <a:pt x="194439" y="74621"/>
                </a:moveTo>
                <a:lnTo>
                  <a:pt x="194439" y="71819"/>
                </a:lnTo>
                <a:lnTo>
                  <a:pt x="195740" y="73153"/>
                </a:lnTo>
                <a:lnTo>
                  <a:pt x="195740" y="75155"/>
                </a:lnTo>
                <a:lnTo>
                  <a:pt x="194339" y="76589"/>
                </a:lnTo>
                <a:lnTo>
                  <a:pt x="192471" y="76589"/>
                </a:lnTo>
                <a:close/>
                <a:moveTo>
                  <a:pt x="194339" y="77356"/>
                </a:moveTo>
                <a:lnTo>
                  <a:pt x="195740" y="78791"/>
                </a:lnTo>
                <a:lnTo>
                  <a:pt x="195740" y="80792"/>
                </a:lnTo>
                <a:lnTo>
                  <a:pt x="194439" y="82126"/>
                </a:lnTo>
                <a:lnTo>
                  <a:pt x="194439" y="79324"/>
                </a:lnTo>
                <a:lnTo>
                  <a:pt x="192471" y="77356"/>
                </a:lnTo>
                <a:close/>
                <a:moveTo>
                  <a:pt x="196307" y="81359"/>
                </a:moveTo>
                <a:lnTo>
                  <a:pt x="198309" y="81359"/>
                </a:lnTo>
                <a:lnTo>
                  <a:pt x="199743" y="82794"/>
                </a:lnTo>
                <a:lnTo>
                  <a:pt x="199743" y="84662"/>
                </a:lnTo>
                <a:lnTo>
                  <a:pt x="197775" y="82693"/>
                </a:lnTo>
                <a:lnTo>
                  <a:pt x="195006" y="82693"/>
                </a:lnTo>
                <a:close/>
                <a:moveTo>
                  <a:pt x="200544" y="82794"/>
                </a:moveTo>
                <a:lnTo>
                  <a:pt x="201945" y="81359"/>
                </a:lnTo>
                <a:lnTo>
                  <a:pt x="203979" y="81359"/>
                </a:lnTo>
                <a:lnTo>
                  <a:pt x="205280" y="82693"/>
                </a:lnTo>
                <a:lnTo>
                  <a:pt x="202679" y="82693"/>
                </a:lnTo>
                <a:lnTo>
                  <a:pt x="202512" y="82693"/>
                </a:lnTo>
                <a:lnTo>
                  <a:pt x="200544" y="84662"/>
                </a:lnTo>
                <a:lnTo>
                  <a:pt x="200544" y="82794"/>
                </a:lnTo>
                <a:close/>
                <a:moveTo>
                  <a:pt x="205948" y="76589"/>
                </a:moveTo>
                <a:lnTo>
                  <a:pt x="204513" y="75155"/>
                </a:lnTo>
                <a:lnTo>
                  <a:pt x="204513" y="73153"/>
                </a:lnTo>
                <a:lnTo>
                  <a:pt x="205848" y="71819"/>
                </a:lnTo>
                <a:lnTo>
                  <a:pt x="205848" y="74588"/>
                </a:lnTo>
                <a:lnTo>
                  <a:pt x="207816" y="76556"/>
                </a:lnTo>
                <a:lnTo>
                  <a:pt x="205948" y="76556"/>
                </a:lnTo>
                <a:close/>
                <a:moveTo>
                  <a:pt x="206081" y="70485"/>
                </a:moveTo>
                <a:lnTo>
                  <a:pt x="202812" y="70485"/>
                </a:lnTo>
                <a:lnTo>
                  <a:pt x="200544" y="68183"/>
                </a:lnTo>
                <a:lnTo>
                  <a:pt x="200544" y="65815"/>
                </a:lnTo>
                <a:lnTo>
                  <a:pt x="203412" y="68683"/>
                </a:lnTo>
                <a:lnTo>
                  <a:pt x="203679" y="68817"/>
                </a:lnTo>
                <a:lnTo>
                  <a:pt x="207749" y="68817"/>
                </a:lnTo>
                <a:close/>
                <a:moveTo>
                  <a:pt x="200544" y="58476"/>
                </a:moveTo>
                <a:lnTo>
                  <a:pt x="203846" y="55140"/>
                </a:lnTo>
                <a:lnTo>
                  <a:pt x="208549" y="55140"/>
                </a:lnTo>
                <a:lnTo>
                  <a:pt x="210084" y="56675"/>
                </a:lnTo>
                <a:lnTo>
                  <a:pt x="204480" y="56675"/>
                </a:lnTo>
                <a:lnTo>
                  <a:pt x="200544" y="60611"/>
                </a:lnTo>
                <a:close/>
                <a:moveTo>
                  <a:pt x="208316" y="53806"/>
                </a:moveTo>
                <a:lnTo>
                  <a:pt x="206615" y="52105"/>
                </a:lnTo>
                <a:lnTo>
                  <a:pt x="206615" y="48869"/>
                </a:lnTo>
                <a:lnTo>
                  <a:pt x="208916" y="46568"/>
                </a:lnTo>
                <a:lnTo>
                  <a:pt x="211285" y="46568"/>
                </a:lnTo>
                <a:lnTo>
                  <a:pt x="208316" y="49570"/>
                </a:lnTo>
                <a:lnTo>
                  <a:pt x="208316" y="53806"/>
                </a:lnTo>
                <a:close/>
                <a:moveTo>
                  <a:pt x="208916" y="45800"/>
                </a:moveTo>
                <a:lnTo>
                  <a:pt x="206648" y="43499"/>
                </a:lnTo>
                <a:lnTo>
                  <a:pt x="206648" y="40230"/>
                </a:lnTo>
                <a:lnTo>
                  <a:pt x="208316" y="38562"/>
                </a:lnTo>
                <a:lnTo>
                  <a:pt x="208316" y="42798"/>
                </a:lnTo>
                <a:lnTo>
                  <a:pt x="211285" y="45800"/>
                </a:lnTo>
                <a:close/>
                <a:moveTo>
                  <a:pt x="206081" y="39696"/>
                </a:moveTo>
                <a:lnTo>
                  <a:pt x="202812" y="39696"/>
                </a:lnTo>
                <a:lnTo>
                  <a:pt x="200544" y="37394"/>
                </a:lnTo>
                <a:lnTo>
                  <a:pt x="200544" y="35026"/>
                </a:lnTo>
                <a:lnTo>
                  <a:pt x="203512" y="38028"/>
                </a:lnTo>
                <a:lnTo>
                  <a:pt x="203679" y="38028"/>
                </a:lnTo>
                <a:lnTo>
                  <a:pt x="207749" y="38028"/>
                </a:lnTo>
                <a:close/>
                <a:moveTo>
                  <a:pt x="199743" y="37394"/>
                </a:moveTo>
                <a:lnTo>
                  <a:pt x="197441" y="39696"/>
                </a:lnTo>
                <a:lnTo>
                  <a:pt x="194206" y="39696"/>
                </a:lnTo>
                <a:lnTo>
                  <a:pt x="192538" y="37995"/>
                </a:lnTo>
                <a:lnTo>
                  <a:pt x="196741" y="37995"/>
                </a:lnTo>
                <a:lnTo>
                  <a:pt x="199743" y="35026"/>
                </a:lnTo>
                <a:close/>
                <a:moveTo>
                  <a:pt x="193639" y="40263"/>
                </a:moveTo>
                <a:lnTo>
                  <a:pt x="193639" y="43499"/>
                </a:lnTo>
                <a:lnTo>
                  <a:pt x="191337" y="45800"/>
                </a:lnTo>
                <a:lnTo>
                  <a:pt x="188969" y="45800"/>
                </a:lnTo>
                <a:lnTo>
                  <a:pt x="191837" y="42932"/>
                </a:lnTo>
                <a:lnTo>
                  <a:pt x="191971" y="42631"/>
                </a:lnTo>
                <a:lnTo>
                  <a:pt x="191971" y="38562"/>
                </a:lnTo>
                <a:close/>
                <a:moveTo>
                  <a:pt x="177627" y="42932"/>
                </a:moveTo>
                <a:lnTo>
                  <a:pt x="180496" y="45800"/>
                </a:lnTo>
                <a:lnTo>
                  <a:pt x="178128" y="45800"/>
                </a:lnTo>
                <a:lnTo>
                  <a:pt x="175826" y="43499"/>
                </a:lnTo>
                <a:lnTo>
                  <a:pt x="175826" y="40230"/>
                </a:lnTo>
                <a:lnTo>
                  <a:pt x="177527" y="38562"/>
                </a:lnTo>
                <a:lnTo>
                  <a:pt x="177527" y="42631"/>
                </a:lnTo>
                <a:close/>
                <a:moveTo>
                  <a:pt x="175292" y="39696"/>
                </a:moveTo>
                <a:lnTo>
                  <a:pt x="172023" y="39696"/>
                </a:lnTo>
                <a:lnTo>
                  <a:pt x="169755" y="37394"/>
                </a:lnTo>
                <a:lnTo>
                  <a:pt x="169755" y="35026"/>
                </a:lnTo>
                <a:lnTo>
                  <a:pt x="172724" y="38028"/>
                </a:lnTo>
                <a:lnTo>
                  <a:pt x="176960" y="38028"/>
                </a:lnTo>
                <a:close/>
                <a:moveTo>
                  <a:pt x="168954" y="37394"/>
                </a:moveTo>
                <a:lnTo>
                  <a:pt x="166653" y="39696"/>
                </a:lnTo>
                <a:lnTo>
                  <a:pt x="163417" y="39696"/>
                </a:lnTo>
                <a:lnTo>
                  <a:pt x="161716" y="37995"/>
                </a:lnTo>
                <a:lnTo>
                  <a:pt x="165786" y="37995"/>
                </a:lnTo>
                <a:lnTo>
                  <a:pt x="165952" y="37995"/>
                </a:lnTo>
                <a:lnTo>
                  <a:pt x="168954" y="35026"/>
                </a:lnTo>
                <a:close/>
                <a:moveTo>
                  <a:pt x="162850" y="40263"/>
                </a:moveTo>
                <a:lnTo>
                  <a:pt x="162850" y="43499"/>
                </a:lnTo>
                <a:lnTo>
                  <a:pt x="160548" y="45800"/>
                </a:lnTo>
                <a:lnTo>
                  <a:pt x="158180" y="45800"/>
                </a:lnTo>
                <a:lnTo>
                  <a:pt x="161182" y="42798"/>
                </a:lnTo>
                <a:lnTo>
                  <a:pt x="161182" y="38562"/>
                </a:lnTo>
                <a:close/>
                <a:moveTo>
                  <a:pt x="149707" y="45800"/>
                </a:moveTo>
                <a:lnTo>
                  <a:pt x="147339" y="45800"/>
                </a:lnTo>
                <a:lnTo>
                  <a:pt x="145037" y="43499"/>
                </a:lnTo>
                <a:lnTo>
                  <a:pt x="145037" y="40230"/>
                </a:lnTo>
                <a:lnTo>
                  <a:pt x="146739" y="38562"/>
                </a:lnTo>
                <a:lnTo>
                  <a:pt x="146739" y="42798"/>
                </a:lnTo>
                <a:close/>
                <a:moveTo>
                  <a:pt x="144504" y="39696"/>
                </a:moveTo>
                <a:lnTo>
                  <a:pt x="141235" y="39696"/>
                </a:lnTo>
                <a:lnTo>
                  <a:pt x="138933" y="37394"/>
                </a:lnTo>
                <a:lnTo>
                  <a:pt x="138933" y="35026"/>
                </a:lnTo>
                <a:lnTo>
                  <a:pt x="141935" y="38028"/>
                </a:lnTo>
                <a:lnTo>
                  <a:pt x="142102" y="38028"/>
                </a:lnTo>
                <a:lnTo>
                  <a:pt x="146172" y="38028"/>
                </a:lnTo>
                <a:close/>
                <a:moveTo>
                  <a:pt x="138166" y="37394"/>
                </a:moveTo>
                <a:lnTo>
                  <a:pt x="135864" y="39696"/>
                </a:lnTo>
                <a:lnTo>
                  <a:pt x="132629" y="39696"/>
                </a:lnTo>
                <a:lnTo>
                  <a:pt x="130927" y="37995"/>
                </a:lnTo>
                <a:lnTo>
                  <a:pt x="135164" y="37995"/>
                </a:lnTo>
                <a:lnTo>
                  <a:pt x="138166" y="35026"/>
                </a:lnTo>
                <a:close/>
                <a:moveTo>
                  <a:pt x="132061" y="40263"/>
                </a:moveTo>
                <a:lnTo>
                  <a:pt x="132061" y="43499"/>
                </a:lnTo>
                <a:lnTo>
                  <a:pt x="129760" y="45800"/>
                </a:lnTo>
                <a:lnTo>
                  <a:pt x="127391" y="45800"/>
                </a:lnTo>
                <a:lnTo>
                  <a:pt x="130260" y="42932"/>
                </a:lnTo>
                <a:lnTo>
                  <a:pt x="130394" y="42631"/>
                </a:lnTo>
                <a:lnTo>
                  <a:pt x="130394" y="38562"/>
                </a:lnTo>
                <a:close/>
                <a:moveTo>
                  <a:pt x="116050" y="42932"/>
                </a:moveTo>
                <a:lnTo>
                  <a:pt x="118919" y="45800"/>
                </a:lnTo>
                <a:lnTo>
                  <a:pt x="116550" y="45800"/>
                </a:lnTo>
                <a:lnTo>
                  <a:pt x="114249" y="43499"/>
                </a:lnTo>
                <a:lnTo>
                  <a:pt x="114249" y="40230"/>
                </a:lnTo>
                <a:lnTo>
                  <a:pt x="115917" y="38562"/>
                </a:lnTo>
                <a:lnTo>
                  <a:pt x="115917" y="42631"/>
                </a:lnTo>
                <a:close/>
                <a:moveTo>
                  <a:pt x="113682" y="39696"/>
                </a:moveTo>
                <a:lnTo>
                  <a:pt x="110446" y="39696"/>
                </a:lnTo>
                <a:lnTo>
                  <a:pt x="108144" y="37394"/>
                </a:lnTo>
                <a:lnTo>
                  <a:pt x="108144" y="35026"/>
                </a:lnTo>
                <a:lnTo>
                  <a:pt x="111147" y="38028"/>
                </a:lnTo>
                <a:lnTo>
                  <a:pt x="115383" y="38028"/>
                </a:lnTo>
                <a:close/>
                <a:moveTo>
                  <a:pt x="107377" y="37394"/>
                </a:moveTo>
                <a:lnTo>
                  <a:pt x="105076" y="39696"/>
                </a:lnTo>
                <a:lnTo>
                  <a:pt x="101840" y="39696"/>
                </a:lnTo>
                <a:lnTo>
                  <a:pt x="100139" y="37995"/>
                </a:lnTo>
                <a:lnTo>
                  <a:pt x="104208" y="37995"/>
                </a:lnTo>
                <a:lnTo>
                  <a:pt x="104375" y="37995"/>
                </a:lnTo>
                <a:lnTo>
                  <a:pt x="107377" y="35026"/>
                </a:lnTo>
                <a:lnTo>
                  <a:pt x="107377" y="37394"/>
                </a:lnTo>
                <a:close/>
                <a:moveTo>
                  <a:pt x="101273" y="40263"/>
                </a:moveTo>
                <a:lnTo>
                  <a:pt x="101273" y="43499"/>
                </a:lnTo>
                <a:lnTo>
                  <a:pt x="98971" y="45800"/>
                </a:lnTo>
                <a:lnTo>
                  <a:pt x="96603" y="45800"/>
                </a:lnTo>
                <a:lnTo>
                  <a:pt x="99605" y="42798"/>
                </a:lnTo>
                <a:lnTo>
                  <a:pt x="99605" y="38562"/>
                </a:lnTo>
                <a:close/>
                <a:moveTo>
                  <a:pt x="88130" y="45800"/>
                </a:moveTo>
                <a:lnTo>
                  <a:pt x="85762" y="45800"/>
                </a:lnTo>
                <a:lnTo>
                  <a:pt x="83460" y="43499"/>
                </a:lnTo>
                <a:lnTo>
                  <a:pt x="83460" y="40230"/>
                </a:lnTo>
                <a:lnTo>
                  <a:pt x="85128" y="38562"/>
                </a:lnTo>
                <a:lnTo>
                  <a:pt x="85128" y="42798"/>
                </a:lnTo>
                <a:close/>
                <a:moveTo>
                  <a:pt x="82893" y="39696"/>
                </a:moveTo>
                <a:lnTo>
                  <a:pt x="79657" y="39696"/>
                </a:lnTo>
                <a:lnTo>
                  <a:pt x="77356" y="37394"/>
                </a:lnTo>
                <a:lnTo>
                  <a:pt x="77356" y="35026"/>
                </a:lnTo>
                <a:lnTo>
                  <a:pt x="80358" y="38028"/>
                </a:lnTo>
                <a:lnTo>
                  <a:pt x="80525" y="38028"/>
                </a:lnTo>
                <a:lnTo>
                  <a:pt x="84594" y="38028"/>
                </a:lnTo>
                <a:close/>
                <a:moveTo>
                  <a:pt x="76589" y="37394"/>
                </a:moveTo>
                <a:lnTo>
                  <a:pt x="74287" y="39696"/>
                </a:lnTo>
                <a:lnTo>
                  <a:pt x="71018" y="39696"/>
                </a:lnTo>
                <a:lnTo>
                  <a:pt x="69350" y="37995"/>
                </a:lnTo>
                <a:lnTo>
                  <a:pt x="73586" y="37995"/>
                </a:lnTo>
                <a:lnTo>
                  <a:pt x="76589" y="35026"/>
                </a:lnTo>
                <a:close/>
                <a:moveTo>
                  <a:pt x="70484" y="40263"/>
                </a:moveTo>
                <a:lnTo>
                  <a:pt x="70484" y="43499"/>
                </a:lnTo>
                <a:lnTo>
                  <a:pt x="68183" y="45800"/>
                </a:lnTo>
                <a:lnTo>
                  <a:pt x="65814" y="45800"/>
                </a:lnTo>
                <a:lnTo>
                  <a:pt x="68683" y="42932"/>
                </a:lnTo>
                <a:lnTo>
                  <a:pt x="68816" y="42631"/>
                </a:lnTo>
                <a:lnTo>
                  <a:pt x="68816" y="38562"/>
                </a:lnTo>
                <a:close/>
                <a:moveTo>
                  <a:pt x="54473" y="42932"/>
                </a:moveTo>
                <a:lnTo>
                  <a:pt x="57341" y="45800"/>
                </a:lnTo>
                <a:lnTo>
                  <a:pt x="54973" y="45800"/>
                </a:lnTo>
                <a:lnTo>
                  <a:pt x="52671" y="43499"/>
                </a:lnTo>
                <a:lnTo>
                  <a:pt x="52671" y="40230"/>
                </a:lnTo>
                <a:lnTo>
                  <a:pt x="54339" y="38562"/>
                </a:lnTo>
                <a:lnTo>
                  <a:pt x="54339" y="42631"/>
                </a:lnTo>
                <a:close/>
                <a:moveTo>
                  <a:pt x="52104" y="39696"/>
                </a:moveTo>
                <a:lnTo>
                  <a:pt x="48869" y="39696"/>
                </a:lnTo>
                <a:lnTo>
                  <a:pt x="46567" y="37394"/>
                </a:lnTo>
                <a:lnTo>
                  <a:pt x="46567" y="35026"/>
                </a:lnTo>
                <a:lnTo>
                  <a:pt x="49569" y="38028"/>
                </a:lnTo>
                <a:lnTo>
                  <a:pt x="53806" y="38028"/>
                </a:lnTo>
                <a:close/>
                <a:moveTo>
                  <a:pt x="45767" y="37394"/>
                </a:moveTo>
                <a:lnTo>
                  <a:pt x="43498" y="39696"/>
                </a:lnTo>
                <a:lnTo>
                  <a:pt x="40229" y="39696"/>
                </a:lnTo>
                <a:lnTo>
                  <a:pt x="38561" y="37995"/>
                </a:lnTo>
                <a:lnTo>
                  <a:pt x="42631" y="37995"/>
                </a:lnTo>
                <a:lnTo>
                  <a:pt x="42798" y="37995"/>
                </a:lnTo>
                <a:lnTo>
                  <a:pt x="45767" y="35026"/>
                </a:lnTo>
                <a:close/>
                <a:moveTo>
                  <a:pt x="39696" y="40263"/>
                </a:moveTo>
                <a:lnTo>
                  <a:pt x="39696" y="43499"/>
                </a:lnTo>
                <a:lnTo>
                  <a:pt x="37394" y="45800"/>
                </a:lnTo>
                <a:lnTo>
                  <a:pt x="35026" y="45800"/>
                </a:lnTo>
                <a:lnTo>
                  <a:pt x="37994" y="42798"/>
                </a:lnTo>
                <a:lnTo>
                  <a:pt x="37994" y="38562"/>
                </a:lnTo>
                <a:close/>
                <a:moveTo>
                  <a:pt x="33891" y="46568"/>
                </a:moveTo>
                <a:lnTo>
                  <a:pt x="37227" y="49903"/>
                </a:lnTo>
                <a:lnTo>
                  <a:pt x="37227" y="54573"/>
                </a:lnTo>
                <a:lnTo>
                  <a:pt x="35693" y="56108"/>
                </a:lnTo>
                <a:lnTo>
                  <a:pt x="35693" y="50537"/>
                </a:lnTo>
                <a:lnTo>
                  <a:pt x="31723" y="46568"/>
                </a:lnTo>
                <a:close/>
                <a:moveTo>
                  <a:pt x="35793" y="57475"/>
                </a:moveTo>
                <a:lnTo>
                  <a:pt x="41497" y="57475"/>
                </a:lnTo>
                <a:lnTo>
                  <a:pt x="45233" y="61178"/>
                </a:lnTo>
                <a:lnTo>
                  <a:pt x="37461" y="61178"/>
                </a:lnTo>
                <a:lnTo>
                  <a:pt x="35793" y="59510"/>
                </a:lnTo>
                <a:close/>
                <a:moveTo>
                  <a:pt x="45233" y="61979"/>
                </a:moveTo>
                <a:lnTo>
                  <a:pt x="41497" y="65681"/>
                </a:lnTo>
                <a:lnTo>
                  <a:pt x="35793" y="65681"/>
                </a:lnTo>
                <a:lnTo>
                  <a:pt x="35793" y="63646"/>
                </a:lnTo>
                <a:lnTo>
                  <a:pt x="37461" y="61979"/>
                </a:lnTo>
                <a:close/>
                <a:moveTo>
                  <a:pt x="35693" y="67049"/>
                </a:moveTo>
                <a:lnTo>
                  <a:pt x="37227" y="68583"/>
                </a:lnTo>
                <a:lnTo>
                  <a:pt x="37227" y="73253"/>
                </a:lnTo>
                <a:lnTo>
                  <a:pt x="33891" y="76589"/>
                </a:lnTo>
                <a:lnTo>
                  <a:pt x="31723" y="76589"/>
                </a:lnTo>
                <a:lnTo>
                  <a:pt x="35693" y="72620"/>
                </a:lnTo>
                <a:lnTo>
                  <a:pt x="35693" y="67049"/>
                </a:lnTo>
                <a:close/>
                <a:moveTo>
                  <a:pt x="35026" y="77356"/>
                </a:moveTo>
                <a:lnTo>
                  <a:pt x="37394" y="77356"/>
                </a:lnTo>
                <a:lnTo>
                  <a:pt x="39696" y="79658"/>
                </a:lnTo>
                <a:lnTo>
                  <a:pt x="39696" y="82927"/>
                </a:lnTo>
                <a:lnTo>
                  <a:pt x="37994" y="84595"/>
                </a:lnTo>
                <a:lnTo>
                  <a:pt x="37994" y="80358"/>
                </a:lnTo>
                <a:close/>
                <a:moveTo>
                  <a:pt x="40229" y="83461"/>
                </a:moveTo>
                <a:lnTo>
                  <a:pt x="43498" y="83461"/>
                </a:lnTo>
                <a:lnTo>
                  <a:pt x="45767" y="85762"/>
                </a:lnTo>
                <a:lnTo>
                  <a:pt x="45767" y="88131"/>
                </a:lnTo>
                <a:lnTo>
                  <a:pt x="42798" y="85129"/>
                </a:lnTo>
                <a:lnTo>
                  <a:pt x="42631" y="85129"/>
                </a:lnTo>
                <a:lnTo>
                  <a:pt x="38561" y="85129"/>
                </a:lnTo>
                <a:close/>
                <a:moveTo>
                  <a:pt x="46567" y="85762"/>
                </a:moveTo>
                <a:lnTo>
                  <a:pt x="48869" y="83461"/>
                </a:lnTo>
                <a:lnTo>
                  <a:pt x="52104" y="83461"/>
                </a:lnTo>
                <a:lnTo>
                  <a:pt x="53806" y="85162"/>
                </a:lnTo>
                <a:lnTo>
                  <a:pt x="49569" y="85162"/>
                </a:lnTo>
                <a:lnTo>
                  <a:pt x="46567" y="88131"/>
                </a:lnTo>
                <a:close/>
                <a:moveTo>
                  <a:pt x="52671" y="82927"/>
                </a:moveTo>
                <a:lnTo>
                  <a:pt x="52671" y="79658"/>
                </a:lnTo>
                <a:lnTo>
                  <a:pt x="54973" y="77356"/>
                </a:lnTo>
                <a:lnTo>
                  <a:pt x="57341" y="77356"/>
                </a:lnTo>
                <a:lnTo>
                  <a:pt x="54473" y="80258"/>
                </a:lnTo>
                <a:lnTo>
                  <a:pt x="54339" y="80525"/>
                </a:lnTo>
                <a:lnTo>
                  <a:pt x="54339" y="84595"/>
                </a:lnTo>
                <a:close/>
                <a:moveTo>
                  <a:pt x="68683" y="80258"/>
                </a:moveTo>
                <a:lnTo>
                  <a:pt x="65814" y="77356"/>
                </a:lnTo>
                <a:lnTo>
                  <a:pt x="68183" y="77356"/>
                </a:lnTo>
                <a:lnTo>
                  <a:pt x="70484" y="79658"/>
                </a:lnTo>
                <a:lnTo>
                  <a:pt x="70484" y="82927"/>
                </a:lnTo>
                <a:lnTo>
                  <a:pt x="68783" y="84595"/>
                </a:lnTo>
                <a:lnTo>
                  <a:pt x="68783" y="80525"/>
                </a:lnTo>
                <a:close/>
                <a:moveTo>
                  <a:pt x="71018" y="83461"/>
                </a:moveTo>
                <a:lnTo>
                  <a:pt x="74287" y="83461"/>
                </a:lnTo>
                <a:lnTo>
                  <a:pt x="76589" y="85762"/>
                </a:lnTo>
                <a:lnTo>
                  <a:pt x="76589" y="88131"/>
                </a:lnTo>
                <a:lnTo>
                  <a:pt x="73586" y="85129"/>
                </a:lnTo>
                <a:lnTo>
                  <a:pt x="69350" y="85129"/>
                </a:lnTo>
                <a:close/>
                <a:moveTo>
                  <a:pt x="77356" y="85762"/>
                </a:moveTo>
                <a:lnTo>
                  <a:pt x="79657" y="83461"/>
                </a:lnTo>
                <a:lnTo>
                  <a:pt x="82893" y="83461"/>
                </a:lnTo>
                <a:lnTo>
                  <a:pt x="84594" y="85162"/>
                </a:lnTo>
                <a:lnTo>
                  <a:pt x="80525" y="85162"/>
                </a:lnTo>
                <a:lnTo>
                  <a:pt x="80358" y="85162"/>
                </a:lnTo>
                <a:lnTo>
                  <a:pt x="77356" y="88131"/>
                </a:lnTo>
                <a:lnTo>
                  <a:pt x="77356" y="85762"/>
                </a:lnTo>
                <a:close/>
                <a:moveTo>
                  <a:pt x="83460" y="82927"/>
                </a:moveTo>
                <a:lnTo>
                  <a:pt x="83460" y="79658"/>
                </a:lnTo>
                <a:lnTo>
                  <a:pt x="85762" y="77356"/>
                </a:lnTo>
                <a:lnTo>
                  <a:pt x="88130" y="77356"/>
                </a:lnTo>
                <a:lnTo>
                  <a:pt x="85128" y="80358"/>
                </a:lnTo>
                <a:lnTo>
                  <a:pt x="85128" y="84595"/>
                </a:lnTo>
                <a:close/>
                <a:moveTo>
                  <a:pt x="96603" y="77356"/>
                </a:moveTo>
                <a:lnTo>
                  <a:pt x="98971" y="77356"/>
                </a:lnTo>
                <a:lnTo>
                  <a:pt x="101273" y="79658"/>
                </a:lnTo>
                <a:lnTo>
                  <a:pt x="101273" y="82927"/>
                </a:lnTo>
                <a:lnTo>
                  <a:pt x="99572" y="84595"/>
                </a:lnTo>
                <a:lnTo>
                  <a:pt x="99572" y="80358"/>
                </a:lnTo>
                <a:close/>
                <a:moveTo>
                  <a:pt x="101840" y="83461"/>
                </a:moveTo>
                <a:lnTo>
                  <a:pt x="105076" y="83461"/>
                </a:lnTo>
                <a:lnTo>
                  <a:pt x="107377" y="85762"/>
                </a:lnTo>
                <a:lnTo>
                  <a:pt x="107377" y="88131"/>
                </a:lnTo>
                <a:lnTo>
                  <a:pt x="104375" y="85129"/>
                </a:lnTo>
                <a:lnTo>
                  <a:pt x="104208" y="85129"/>
                </a:lnTo>
                <a:lnTo>
                  <a:pt x="100139" y="85129"/>
                </a:lnTo>
                <a:close/>
                <a:moveTo>
                  <a:pt x="108144" y="85762"/>
                </a:moveTo>
                <a:lnTo>
                  <a:pt x="110446" y="83461"/>
                </a:lnTo>
                <a:lnTo>
                  <a:pt x="113682" y="83461"/>
                </a:lnTo>
                <a:lnTo>
                  <a:pt x="115383" y="85162"/>
                </a:lnTo>
                <a:lnTo>
                  <a:pt x="111147" y="85162"/>
                </a:lnTo>
                <a:lnTo>
                  <a:pt x="108144" y="88131"/>
                </a:lnTo>
                <a:close/>
                <a:moveTo>
                  <a:pt x="114249" y="82927"/>
                </a:moveTo>
                <a:lnTo>
                  <a:pt x="114249" y="79658"/>
                </a:lnTo>
                <a:lnTo>
                  <a:pt x="116550" y="77356"/>
                </a:lnTo>
                <a:lnTo>
                  <a:pt x="118919" y="77356"/>
                </a:lnTo>
                <a:lnTo>
                  <a:pt x="116050" y="80258"/>
                </a:lnTo>
                <a:lnTo>
                  <a:pt x="115917" y="80525"/>
                </a:lnTo>
                <a:lnTo>
                  <a:pt x="115917" y="84595"/>
                </a:lnTo>
                <a:close/>
                <a:moveTo>
                  <a:pt x="130260" y="80258"/>
                </a:moveTo>
                <a:lnTo>
                  <a:pt x="127391" y="77356"/>
                </a:lnTo>
                <a:lnTo>
                  <a:pt x="129760" y="77356"/>
                </a:lnTo>
                <a:lnTo>
                  <a:pt x="132061" y="79658"/>
                </a:lnTo>
                <a:lnTo>
                  <a:pt x="132061" y="82927"/>
                </a:lnTo>
                <a:lnTo>
                  <a:pt x="130394" y="84595"/>
                </a:lnTo>
                <a:lnTo>
                  <a:pt x="130394" y="80525"/>
                </a:lnTo>
                <a:close/>
                <a:moveTo>
                  <a:pt x="132629" y="83461"/>
                </a:moveTo>
                <a:lnTo>
                  <a:pt x="135864" y="83461"/>
                </a:lnTo>
                <a:lnTo>
                  <a:pt x="138166" y="85762"/>
                </a:lnTo>
                <a:lnTo>
                  <a:pt x="138166" y="88131"/>
                </a:lnTo>
                <a:lnTo>
                  <a:pt x="135164" y="85129"/>
                </a:lnTo>
                <a:lnTo>
                  <a:pt x="130927" y="85129"/>
                </a:lnTo>
                <a:close/>
                <a:moveTo>
                  <a:pt x="138933" y="85762"/>
                </a:moveTo>
                <a:lnTo>
                  <a:pt x="141235" y="83461"/>
                </a:lnTo>
                <a:lnTo>
                  <a:pt x="144504" y="83461"/>
                </a:lnTo>
                <a:lnTo>
                  <a:pt x="146172" y="85162"/>
                </a:lnTo>
                <a:lnTo>
                  <a:pt x="142102" y="85162"/>
                </a:lnTo>
                <a:lnTo>
                  <a:pt x="141935" y="85162"/>
                </a:lnTo>
                <a:lnTo>
                  <a:pt x="138933" y="88131"/>
                </a:lnTo>
                <a:close/>
                <a:moveTo>
                  <a:pt x="145037" y="82927"/>
                </a:moveTo>
                <a:lnTo>
                  <a:pt x="145037" y="79658"/>
                </a:lnTo>
                <a:lnTo>
                  <a:pt x="147339" y="77356"/>
                </a:lnTo>
                <a:lnTo>
                  <a:pt x="149707" y="77356"/>
                </a:lnTo>
                <a:lnTo>
                  <a:pt x="146705" y="80358"/>
                </a:lnTo>
                <a:lnTo>
                  <a:pt x="146705" y="84595"/>
                </a:lnTo>
                <a:close/>
                <a:moveTo>
                  <a:pt x="158180" y="77356"/>
                </a:moveTo>
                <a:lnTo>
                  <a:pt x="160548" y="77356"/>
                </a:lnTo>
                <a:lnTo>
                  <a:pt x="162850" y="79658"/>
                </a:lnTo>
                <a:lnTo>
                  <a:pt x="162850" y="82927"/>
                </a:lnTo>
                <a:lnTo>
                  <a:pt x="161182" y="84595"/>
                </a:lnTo>
                <a:lnTo>
                  <a:pt x="161182" y="80358"/>
                </a:lnTo>
                <a:close/>
                <a:moveTo>
                  <a:pt x="163417" y="83461"/>
                </a:moveTo>
                <a:lnTo>
                  <a:pt x="166653" y="83461"/>
                </a:lnTo>
                <a:lnTo>
                  <a:pt x="168954" y="85762"/>
                </a:lnTo>
                <a:lnTo>
                  <a:pt x="168954" y="88131"/>
                </a:lnTo>
                <a:lnTo>
                  <a:pt x="165952" y="85129"/>
                </a:lnTo>
                <a:lnTo>
                  <a:pt x="165786" y="85129"/>
                </a:lnTo>
                <a:lnTo>
                  <a:pt x="161716" y="85129"/>
                </a:lnTo>
                <a:close/>
                <a:moveTo>
                  <a:pt x="169755" y="85762"/>
                </a:moveTo>
                <a:lnTo>
                  <a:pt x="172023" y="83461"/>
                </a:lnTo>
                <a:lnTo>
                  <a:pt x="175292" y="83461"/>
                </a:lnTo>
                <a:lnTo>
                  <a:pt x="176960" y="85162"/>
                </a:lnTo>
                <a:lnTo>
                  <a:pt x="172724" y="85162"/>
                </a:lnTo>
                <a:lnTo>
                  <a:pt x="169755" y="88131"/>
                </a:lnTo>
                <a:close/>
                <a:moveTo>
                  <a:pt x="175826" y="82927"/>
                </a:moveTo>
                <a:lnTo>
                  <a:pt x="175826" y="79658"/>
                </a:lnTo>
                <a:lnTo>
                  <a:pt x="178128" y="77356"/>
                </a:lnTo>
                <a:lnTo>
                  <a:pt x="180496" y="77356"/>
                </a:lnTo>
                <a:lnTo>
                  <a:pt x="177627" y="80258"/>
                </a:lnTo>
                <a:lnTo>
                  <a:pt x="177527" y="80525"/>
                </a:lnTo>
                <a:lnTo>
                  <a:pt x="177527" y="84595"/>
                </a:lnTo>
                <a:close/>
                <a:moveTo>
                  <a:pt x="191837" y="80258"/>
                </a:moveTo>
                <a:lnTo>
                  <a:pt x="188969" y="77356"/>
                </a:lnTo>
                <a:lnTo>
                  <a:pt x="191337" y="77356"/>
                </a:lnTo>
                <a:lnTo>
                  <a:pt x="193639" y="79658"/>
                </a:lnTo>
                <a:lnTo>
                  <a:pt x="193639" y="82927"/>
                </a:lnTo>
                <a:lnTo>
                  <a:pt x="191971" y="84595"/>
                </a:lnTo>
                <a:lnTo>
                  <a:pt x="191971" y="80525"/>
                </a:lnTo>
                <a:close/>
                <a:moveTo>
                  <a:pt x="194206" y="83461"/>
                </a:moveTo>
                <a:lnTo>
                  <a:pt x="197441" y="83461"/>
                </a:lnTo>
                <a:lnTo>
                  <a:pt x="199743" y="85762"/>
                </a:lnTo>
                <a:lnTo>
                  <a:pt x="199743" y="88131"/>
                </a:lnTo>
                <a:lnTo>
                  <a:pt x="196741" y="85129"/>
                </a:lnTo>
                <a:lnTo>
                  <a:pt x="192538" y="85129"/>
                </a:lnTo>
                <a:close/>
                <a:moveTo>
                  <a:pt x="200544" y="85762"/>
                </a:moveTo>
                <a:lnTo>
                  <a:pt x="202812" y="83461"/>
                </a:lnTo>
                <a:lnTo>
                  <a:pt x="206081" y="83461"/>
                </a:lnTo>
                <a:lnTo>
                  <a:pt x="207749" y="85162"/>
                </a:lnTo>
                <a:lnTo>
                  <a:pt x="203679" y="85162"/>
                </a:lnTo>
                <a:lnTo>
                  <a:pt x="203512" y="85162"/>
                </a:lnTo>
                <a:lnTo>
                  <a:pt x="200544" y="88131"/>
                </a:lnTo>
                <a:close/>
                <a:moveTo>
                  <a:pt x="206648" y="82927"/>
                </a:moveTo>
                <a:lnTo>
                  <a:pt x="206648" y="79658"/>
                </a:lnTo>
                <a:lnTo>
                  <a:pt x="208916" y="77356"/>
                </a:lnTo>
                <a:lnTo>
                  <a:pt x="211285" y="77356"/>
                </a:lnTo>
                <a:lnTo>
                  <a:pt x="208316" y="80358"/>
                </a:lnTo>
                <a:lnTo>
                  <a:pt x="208316" y="84595"/>
                </a:lnTo>
                <a:close/>
                <a:moveTo>
                  <a:pt x="212419" y="76589"/>
                </a:moveTo>
                <a:lnTo>
                  <a:pt x="209083" y="73253"/>
                </a:lnTo>
                <a:lnTo>
                  <a:pt x="209083" y="68583"/>
                </a:lnTo>
                <a:lnTo>
                  <a:pt x="210618" y="67049"/>
                </a:lnTo>
                <a:lnTo>
                  <a:pt x="210618" y="72620"/>
                </a:lnTo>
                <a:lnTo>
                  <a:pt x="214587" y="76589"/>
                </a:lnTo>
                <a:lnTo>
                  <a:pt x="212419" y="76589"/>
                </a:lnTo>
                <a:close/>
                <a:moveTo>
                  <a:pt x="210518" y="65681"/>
                </a:moveTo>
                <a:lnTo>
                  <a:pt x="204813" y="65681"/>
                </a:lnTo>
                <a:lnTo>
                  <a:pt x="201077" y="61979"/>
                </a:lnTo>
                <a:lnTo>
                  <a:pt x="208850" y="61979"/>
                </a:lnTo>
                <a:lnTo>
                  <a:pt x="210518" y="63646"/>
                </a:lnTo>
                <a:lnTo>
                  <a:pt x="210518" y="65681"/>
                </a:lnTo>
                <a:close/>
                <a:moveTo>
                  <a:pt x="201077" y="61178"/>
                </a:moveTo>
                <a:lnTo>
                  <a:pt x="204813" y="57475"/>
                </a:lnTo>
                <a:lnTo>
                  <a:pt x="210518" y="57475"/>
                </a:lnTo>
                <a:lnTo>
                  <a:pt x="210518" y="59510"/>
                </a:lnTo>
                <a:lnTo>
                  <a:pt x="208850" y="61178"/>
                </a:lnTo>
                <a:close/>
                <a:moveTo>
                  <a:pt x="210618" y="56108"/>
                </a:moveTo>
                <a:lnTo>
                  <a:pt x="209083" y="54573"/>
                </a:lnTo>
                <a:lnTo>
                  <a:pt x="209083" y="49903"/>
                </a:lnTo>
                <a:lnTo>
                  <a:pt x="212419" y="46568"/>
                </a:lnTo>
                <a:lnTo>
                  <a:pt x="214587" y="46568"/>
                </a:lnTo>
                <a:lnTo>
                  <a:pt x="210618" y="50537"/>
                </a:lnTo>
                <a:lnTo>
                  <a:pt x="210618" y="56108"/>
                </a:lnTo>
                <a:close/>
                <a:moveTo>
                  <a:pt x="212419" y="45800"/>
                </a:moveTo>
                <a:lnTo>
                  <a:pt x="209083" y="42465"/>
                </a:lnTo>
                <a:lnTo>
                  <a:pt x="209083" y="37795"/>
                </a:lnTo>
                <a:lnTo>
                  <a:pt x="210618" y="36260"/>
                </a:lnTo>
                <a:lnTo>
                  <a:pt x="210618" y="41831"/>
                </a:lnTo>
                <a:lnTo>
                  <a:pt x="214587" y="45800"/>
                </a:lnTo>
                <a:close/>
                <a:moveTo>
                  <a:pt x="208549" y="37228"/>
                </a:moveTo>
                <a:lnTo>
                  <a:pt x="203846" y="37228"/>
                </a:lnTo>
                <a:lnTo>
                  <a:pt x="200544" y="33892"/>
                </a:lnTo>
                <a:lnTo>
                  <a:pt x="200544" y="31757"/>
                </a:lnTo>
                <a:lnTo>
                  <a:pt x="204480" y="35693"/>
                </a:lnTo>
                <a:lnTo>
                  <a:pt x="204647" y="35693"/>
                </a:lnTo>
                <a:lnTo>
                  <a:pt x="210084" y="35693"/>
                </a:lnTo>
                <a:close/>
                <a:moveTo>
                  <a:pt x="199743" y="33892"/>
                </a:moveTo>
                <a:lnTo>
                  <a:pt x="196441" y="37228"/>
                </a:lnTo>
                <a:lnTo>
                  <a:pt x="191737" y="37228"/>
                </a:lnTo>
                <a:lnTo>
                  <a:pt x="190203" y="35693"/>
                </a:lnTo>
                <a:lnTo>
                  <a:pt x="195807" y="35693"/>
                </a:lnTo>
                <a:lnTo>
                  <a:pt x="199743" y="31757"/>
                </a:lnTo>
                <a:close/>
                <a:moveTo>
                  <a:pt x="188869" y="41497"/>
                </a:moveTo>
                <a:lnTo>
                  <a:pt x="185133" y="45233"/>
                </a:lnTo>
                <a:lnTo>
                  <a:pt x="185133" y="37494"/>
                </a:lnTo>
                <a:lnTo>
                  <a:pt x="186801" y="35793"/>
                </a:lnTo>
                <a:lnTo>
                  <a:pt x="188835" y="35793"/>
                </a:lnTo>
                <a:lnTo>
                  <a:pt x="188835" y="41497"/>
                </a:lnTo>
                <a:close/>
                <a:moveTo>
                  <a:pt x="184332" y="45233"/>
                </a:moveTo>
                <a:lnTo>
                  <a:pt x="180629" y="41497"/>
                </a:lnTo>
                <a:lnTo>
                  <a:pt x="180629" y="35793"/>
                </a:lnTo>
                <a:lnTo>
                  <a:pt x="182664" y="35793"/>
                </a:lnTo>
                <a:lnTo>
                  <a:pt x="184332" y="37461"/>
                </a:lnTo>
                <a:lnTo>
                  <a:pt x="184332" y="45233"/>
                </a:lnTo>
                <a:close/>
                <a:moveTo>
                  <a:pt x="177761" y="37228"/>
                </a:moveTo>
                <a:lnTo>
                  <a:pt x="173057" y="37228"/>
                </a:lnTo>
                <a:lnTo>
                  <a:pt x="169755" y="33892"/>
                </a:lnTo>
                <a:lnTo>
                  <a:pt x="169755" y="31757"/>
                </a:lnTo>
                <a:lnTo>
                  <a:pt x="173691" y="35693"/>
                </a:lnTo>
                <a:lnTo>
                  <a:pt x="179262" y="35693"/>
                </a:lnTo>
                <a:close/>
                <a:moveTo>
                  <a:pt x="168954" y="33892"/>
                </a:moveTo>
                <a:lnTo>
                  <a:pt x="165619" y="37228"/>
                </a:lnTo>
                <a:lnTo>
                  <a:pt x="160949" y="37228"/>
                </a:lnTo>
                <a:lnTo>
                  <a:pt x="159414" y="35693"/>
                </a:lnTo>
                <a:lnTo>
                  <a:pt x="164852" y="35693"/>
                </a:lnTo>
                <a:lnTo>
                  <a:pt x="164985" y="35693"/>
                </a:lnTo>
                <a:lnTo>
                  <a:pt x="168954" y="31757"/>
                </a:lnTo>
                <a:close/>
                <a:moveTo>
                  <a:pt x="158047" y="41497"/>
                </a:moveTo>
                <a:lnTo>
                  <a:pt x="154344" y="45233"/>
                </a:lnTo>
                <a:lnTo>
                  <a:pt x="154344" y="37494"/>
                </a:lnTo>
                <a:lnTo>
                  <a:pt x="156012" y="35793"/>
                </a:lnTo>
                <a:lnTo>
                  <a:pt x="158047" y="35793"/>
                </a:lnTo>
                <a:lnTo>
                  <a:pt x="158047" y="41497"/>
                </a:lnTo>
                <a:close/>
                <a:moveTo>
                  <a:pt x="153543" y="45233"/>
                </a:moveTo>
                <a:lnTo>
                  <a:pt x="149841" y="41497"/>
                </a:lnTo>
                <a:lnTo>
                  <a:pt x="149841" y="35793"/>
                </a:lnTo>
                <a:lnTo>
                  <a:pt x="151876" y="35793"/>
                </a:lnTo>
                <a:lnTo>
                  <a:pt x="153543" y="37461"/>
                </a:lnTo>
                <a:lnTo>
                  <a:pt x="153543" y="45233"/>
                </a:lnTo>
                <a:close/>
                <a:moveTo>
                  <a:pt x="146939" y="37228"/>
                </a:moveTo>
                <a:lnTo>
                  <a:pt x="142269" y="37228"/>
                </a:lnTo>
                <a:lnTo>
                  <a:pt x="138933" y="33892"/>
                </a:lnTo>
                <a:lnTo>
                  <a:pt x="138933" y="31757"/>
                </a:lnTo>
                <a:lnTo>
                  <a:pt x="142903" y="35693"/>
                </a:lnTo>
                <a:lnTo>
                  <a:pt x="143069" y="35693"/>
                </a:lnTo>
                <a:lnTo>
                  <a:pt x="148473" y="35693"/>
                </a:lnTo>
                <a:close/>
                <a:moveTo>
                  <a:pt x="138166" y="33892"/>
                </a:moveTo>
                <a:lnTo>
                  <a:pt x="134830" y="37228"/>
                </a:lnTo>
                <a:lnTo>
                  <a:pt x="130160" y="37228"/>
                </a:lnTo>
                <a:lnTo>
                  <a:pt x="128626" y="35693"/>
                </a:lnTo>
                <a:lnTo>
                  <a:pt x="134196" y="35693"/>
                </a:lnTo>
                <a:lnTo>
                  <a:pt x="138166" y="31757"/>
                </a:lnTo>
                <a:close/>
                <a:moveTo>
                  <a:pt x="127258" y="41497"/>
                </a:moveTo>
                <a:lnTo>
                  <a:pt x="123555" y="45233"/>
                </a:lnTo>
                <a:lnTo>
                  <a:pt x="123555" y="37494"/>
                </a:lnTo>
                <a:lnTo>
                  <a:pt x="125223" y="35793"/>
                </a:lnTo>
                <a:lnTo>
                  <a:pt x="127258" y="35793"/>
                </a:lnTo>
                <a:close/>
                <a:moveTo>
                  <a:pt x="122755" y="45233"/>
                </a:moveTo>
                <a:lnTo>
                  <a:pt x="119052" y="41497"/>
                </a:lnTo>
                <a:lnTo>
                  <a:pt x="119052" y="35793"/>
                </a:lnTo>
                <a:lnTo>
                  <a:pt x="121087" y="35793"/>
                </a:lnTo>
                <a:lnTo>
                  <a:pt x="122755" y="37461"/>
                </a:lnTo>
                <a:close/>
                <a:moveTo>
                  <a:pt x="116150" y="37228"/>
                </a:moveTo>
                <a:lnTo>
                  <a:pt x="111480" y="37228"/>
                </a:lnTo>
                <a:lnTo>
                  <a:pt x="108144" y="33892"/>
                </a:lnTo>
                <a:lnTo>
                  <a:pt x="108144" y="31757"/>
                </a:lnTo>
                <a:lnTo>
                  <a:pt x="112114" y="35693"/>
                </a:lnTo>
                <a:lnTo>
                  <a:pt x="117685" y="35693"/>
                </a:lnTo>
                <a:close/>
                <a:moveTo>
                  <a:pt x="107377" y="33892"/>
                </a:moveTo>
                <a:lnTo>
                  <a:pt x="104041" y="37228"/>
                </a:lnTo>
                <a:lnTo>
                  <a:pt x="99371" y="37228"/>
                </a:lnTo>
                <a:lnTo>
                  <a:pt x="97837" y="35693"/>
                </a:lnTo>
                <a:lnTo>
                  <a:pt x="103241" y="35693"/>
                </a:lnTo>
                <a:lnTo>
                  <a:pt x="103408" y="35693"/>
                </a:lnTo>
                <a:lnTo>
                  <a:pt x="107377" y="31757"/>
                </a:lnTo>
                <a:close/>
                <a:moveTo>
                  <a:pt x="96469" y="41497"/>
                </a:moveTo>
                <a:lnTo>
                  <a:pt x="92767" y="45233"/>
                </a:lnTo>
                <a:lnTo>
                  <a:pt x="92767" y="37494"/>
                </a:lnTo>
                <a:lnTo>
                  <a:pt x="94435" y="35793"/>
                </a:lnTo>
                <a:lnTo>
                  <a:pt x="96469" y="35793"/>
                </a:lnTo>
                <a:close/>
                <a:moveTo>
                  <a:pt x="91966" y="45233"/>
                </a:moveTo>
                <a:lnTo>
                  <a:pt x="88264" y="41497"/>
                </a:lnTo>
                <a:lnTo>
                  <a:pt x="88264" y="35793"/>
                </a:lnTo>
                <a:lnTo>
                  <a:pt x="90298" y="35793"/>
                </a:lnTo>
                <a:lnTo>
                  <a:pt x="91966" y="37461"/>
                </a:lnTo>
                <a:close/>
                <a:moveTo>
                  <a:pt x="85361" y="37228"/>
                </a:moveTo>
                <a:lnTo>
                  <a:pt x="80691" y="37228"/>
                </a:lnTo>
                <a:lnTo>
                  <a:pt x="77356" y="33892"/>
                </a:lnTo>
                <a:lnTo>
                  <a:pt x="77356" y="31757"/>
                </a:lnTo>
                <a:lnTo>
                  <a:pt x="81325" y="35693"/>
                </a:lnTo>
                <a:lnTo>
                  <a:pt x="81492" y="35693"/>
                </a:lnTo>
                <a:lnTo>
                  <a:pt x="86896" y="35693"/>
                </a:lnTo>
                <a:close/>
                <a:moveTo>
                  <a:pt x="76589" y="33892"/>
                </a:moveTo>
                <a:lnTo>
                  <a:pt x="73253" y="37228"/>
                </a:lnTo>
                <a:lnTo>
                  <a:pt x="68583" y="37228"/>
                </a:lnTo>
                <a:lnTo>
                  <a:pt x="67048" y="35693"/>
                </a:lnTo>
                <a:lnTo>
                  <a:pt x="72619" y="35693"/>
                </a:lnTo>
                <a:lnTo>
                  <a:pt x="76589" y="31757"/>
                </a:lnTo>
                <a:close/>
                <a:moveTo>
                  <a:pt x="65681" y="41497"/>
                </a:moveTo>
                <a:lnTo>
                  <a:pt x="61978" y="45233"/>
                </a:lnTo>
                <a:lnTo>
                  <a:pt x="61978" y="37494"/>
                </a:lnTo>
                <a:lnTo>
                  <a:pt x="63646" y="35793"/>
                </a:lnTo>
                <a:lnTo>
                  <a:pt x="65681" y="35793"/>
                </a:lnTo>
                <a:close/>
                <a:moveTo>
                  <a:pt x="61178" y="45233"/>
                </a:moveTo>
                <a:lnTo>
                  <a:pt x="57475" y="41497"/>
                </a:lnTo>
                <a:lnTo>
                  <a:pt x="57475" y="35793"/>
                </a:lnTo>
                <a:lnTo>
                  <a:pt x="59510" y="35793"/>
                </a:lnTo>
                <a:lnTo>
                  <a:pt x="61178" y="37461"/>
                </a:lnTo>
                <a:close/>
                <a:moveTo>
                  <a:pt x="54573" y="37228"/>
                </a:moveTo>
                <a:lnTo>
                  <a:pt x="49903" y="37228"/>
                </a:lnTo>
                <a:lnTo>
                  <a:pt x="46567" y="33892"/>
                </a:lnTo>
                <a:lnTo>
                  <a:pt x="46567" y="31757"/>
                </a:lnTo>
                <a:lnTo>
                  <a:pt x="50537" y="35693"/>
                </a:lnTo>
                <a:lnTo>
                  <a:pt x="56107" y="35693"/>
                </a:lnTo>
                <a:close/>
                <a:moveTo>
                  <a:pt x="45767" y="33892"/>
                </a:moveTo>
                <a:lnTo>
                  <a:pt x="42464" y="37228"/>
                </a:lnTo>
                <a:lnTo>
                  <a:pt x="37761" y="37228"/>
                </a:lnTo>
                <a:lnTo>
                  <a:pt x="36226" y="35693"/>
                </a:lnTo>
                <a:lnTo>
                  <a:pt x="41664" y="35693"/>
                </a:lnTo>
                <a:lnTo>
                  <a:pt x="41830" y="35693"/>
                </a:lnTo>
                <a:lnTo>
                  <a:pt x="45767" y="31757"/>
                </a:lnTo>
                <a:lnTo>
                  <a:pt x="45767" y="33892"/>
                </a:lnTo>
                <a:close/>
                <a:moveTo>
                  <a:pt x="34892" y="41497"/>
                </a:moveTo>
                <a:lnTo>
                  <a:pt x="31189" y="45233"/>
                </a:lnTo>
                <a:lnTo>
                  <a:pt x="31189" y="37494"/>
                </a:lnTo>
                <a:lnTo>
                  <a:pt x="32857" y="35793"/>
                </a:lnTo>
                <a:lnTo>
                  <a:pt x="34892" y="35793"/>
                </a:lnTo>
                <a:close/>
                <a:moveTo>
                  <a:pt x="34892" y="50871"/>
                </a:moveTo>
                <a:lnTo>
                  <a:pt x="34892" y="56575"/>
                </a:lnTo>
                <a:lnTo>
                  <a:pt x="32857" y="56575"/>
                </a:lnTo>
                <a:lnTo>
                  <a:pt x="31189" y="54874"/>
                </a:lnTo>
                <a:lnTo>
                  <a:pt x="31189" y="47135"/>
                </a:lnTo>
                <a:close/>
                <a:moveTo>
                  <a:pt x="32424" y="57242"/>
                </a:moveTo>
                <a:lnTo>
                  <a:pt x="32691" y="57375"/>
                </a:lnTo>
                <a:lnTo>
                  <a:pt x="34592" y="57375"/>
                </a:lnTo>
                <a:lnTo>
                  <a:pt x="33291" y="58643"/>
                </a:lnTo>
                <a:lnTo>
                  <a:pt x="31990" y="58643"/>
                </a:lnTo>
                <a:lnTo>
                  <a:pt x="31189" y="57809"/>
                </a:lnTo>
                <a:lnTo>
                  <a:pt x="31189" y="56008"/>
                </a:lnTo>
                <a:close/>
                <a:moveTo>
                  <a:pt x="33725" y="59077"/>
                </a:moveTo>
                <a:lnTo>
                  <a:pt x="34992" y="57776"/>
                </a:lnTo>
                <a:lnTo>
                  <a:pt x="34992" y="59844"/>
                </a:lnTo>
                <a:lnTo>
                  <a:pt x="36360" y="61178"/>
                </a:lnTo>
                <a:lnTo>
                  <a:pt x="34525" y="61178"/>
                </a:lnTo>
                <a:lnTo>
                  <a:pt x="33725" y="60377"/>
                </a:lnTo>
                <a:close/>
                <a:moveTo>
                  <a:pt x="34525" y="61979"/>
                </a:moveTo>
                <a:lnTo>
                  <a:pt x="36360" y="61979"/>
                </a:lnTo>
                <a:lnTo>
                  <a:pt x="34992" y="63313"/>
                </a:lnTo>
                <a:lnTo>
                  <a:pt x="34992" y="65381"/>
                </a:lnTo>
                <a:lnTo>
                  <a:pt x="33725" y="64080"/>
                </a:lnTo>
                <a:lnTo>
                  <a:pt x="33725" y="62779"/>
                </a:lnTo>
                <a:close/>
                <a:moveTo>
                  <a:pt x="32857" y="66582"/>
                </a:moveTo>
                <a:lnTo>
                  <a:pt x="34892" y="66582"/>
                </a:lnTo>
                <a:lnTo>
                  <a:pt x="34892" y="72286"/>
                </a:lnTo>
                <a:lnTo>
                  <a:pt x="31189" y="76022"/>
                </a:lnTo>
                <a:lnTo>
                  <a:pt x="31189" y="68250"/>
                </a:lnTo>
                <a:close/>
                <a:moveTo>
                  <a:pt x="34892" y="81659"/>
                </a:moveTo>
                <a:lnTo>
                  <a:pt x="34892" y="87363"/>
                </a:lnTo>
                <a:lnTo>
                  <a:pt x="32857" y="87363"/>
                </a:lnTo>
                <a:lnTo>
                  <a:pt x="31189" y="85696"/>
                </a:lnTo>
                <a:lnTo>
                  <a:pt x="31189" y="77923"/>
                </a:lnTo>
                <a:close/>
                <a:moveTo>
                  <a:pt x="37761" y="85929"/>
                </a:moveTo>
                <a:lnTo>
                  <a:pt x="42464" y="85929"/>
                </a:lnTo>
                <a:lnTo>
                  <a:pt x="45767" y="89265"/>
                </a:lnTo>
                <a:lnTo>
                  <a:pt x="45767" y="91400"/>
                </a:lnTo>
                <a:lnTo>
                  <a:pt x="41830" y="87464"/>
                </a:lnTo>
                <a:lnTo>
                  <a:pt x="41664" y="87464"/>
                </a:lnTo>
                <a:lnTo>
                  <a:pt x="36260" y="87464"/>
                </a:lnTo>
                <a:close/>
                <a:moveTo>
                  <a:pt x="46567" y="89265"/>
                </a:moveTo>
                <a:lnTo>
                  <a:pt x="49903" y="85929"/>
                </a:lnTo>
                <a:lnTo>
                  <a:pt x="54573" y="85929"/>
                </a:lnTo>
                <a:lnTo>
                  <a:pt x="56107" y="87464"/>
                </a:lnTo>
                <a:lnTo>
                  <a:pt x="50537" y="87464"/>
                </a:lnTo>
                <a:lnTo>
                  <a:pt x="46567" y="91400"/>
                </a:lnTo>
                <a:close/>
                <a:moveTo>
                  <a:pt x="57475" y="81659"/>
                </a:moveTo>
                <a:lnTo>
                  <a:pt x="61178" y="77923"/>
                </a:lnTo>
                <a:lnTo>
                  <a:pt x="61178" y="85696"/>
                </a:lnTo>
                <a:lnTo>
                  <a:pt x="59510" y="87363"/>
                </a:lnTo>
                <a:lnTo>
                  <a:pt x="57475" y="87363"/>
                </a:lnTo>
                <a:close/>
                <a:moveTo>
                  <a:pt x="61978" y="77923"/>
                </a:moveTo>
                <a:lnTo>
                  <a:pt x="65681" y="81659"/>
                </a:lnTo>
                <a:lnTo>
                  <a:pt x="65681" y="87363"/>
                </a:lnTo>
                <a:lnTo>
                  <a:pt x="63646" y="87363"/>
                </a:lnTo>
                <a:lnTo>
                  <a:pt x="61978" y="85662"/>
                </a:lnTo>
                <a:close/>
                <a:moveTo>
                  <a:pt x="68583" y="85929"/>
                </a:moveTo>
                <a:lnTo>
                  <a:pt x="73253" y="85929"/>
                </a:lnTo>
                <a:lnTo>
                  <a:pt x="76555" y="89265"/>
                </a:lnTo>
                <a:lnTo>
                  <a:pt x="76555" y="91400"/>
                </a:lnTo>
                <a:lnTo>
                  <a:pt x="72619" y="87464"/>
                </a:lnTo>
                <a:lnTo>
                  <a:pt x="67048" y="87464"/>
                </a:lnTo>
                <a:close/>
                <a:moveTo>
                  <a:pt x="77356" y="89265"/>
                </a:moveTo>
                <a:lnTo>
                  <a:pt x="80691" y="85929"/>
                </a:lnTo>
                <a:lnTo>
                  <a:pt x="85361" y="85929"/>
                </a:lnTo>
                <a:lnTo>
                  <a:pt x="86896" y="87464"/>
                </a:lnTo>
                <a:lnTo>
                  <a:pt x="81492" y="87464"/>
                </a:lnTo>
                <a:lnTo>
                  <a:pt x="81325" y="87464"/>
                </a:lnTo>
                <a:lnTo>
                  <a:pt x="77356" y="91400"/>
                </a:lnTo>
                <a:close/>
                <a:moveTo>
                  <a:pt x="88264" y="81659"/>
                </a:moveTo>
                <a:lnTo>
                  <a:pt x="91966" y="77923"/>
                </a:lnTo>
                <a:lnTo>
                  <a:pt x="91966" y="85696"/>
                </a:lnTo>
                <a:lnTo>
                  <a:pt x="90298" y="87363"/>
                </a:lnTo>
                <a:lnTo>
                  <a:pt x="88264" y="87363"/>
                </a:lnTo>
                <a:close/>
                <a:moveTo>
                  <a:pt x="92767" y="77923"/>
                </a:moveTo>
                <a:lnTo>
                  <a:pt x="96469" y="81659"/>
                </a:lnTo>
                <a:lnTo>
                  <a:pt x="96469" y="87363"/>
                </a:lnTo>
                <a:lnTo>
                  <a:pt x="94435" y="87363"/>
                </a:lnTo>
                <a:lnTo>
                  <a:pt x="92767" y="85662"/>
                </a:lnTo>
                <a:close/>
                <a:moveTo>
                  <a:pt x="99371" y="85929"/>
                </a:moveTo>
                <a:lnTo>
                  <a:pt x="104041" y="85929"/>
                </a:lnTo>
                <a:lnTo>
                  <a:pt x="107377" y="89265"/>
                </a:lnTo>
                <a:lnTo>
                  <a:pt x="107377" y="91400"/>
                </a:lnTo>
                <a:lnTo>
                  <a:pt x="103408" y="87464"/>
                </a:lnTo>
                <a:lnTo>
                  <a:pt x="103241" y="87464"/>
                </a:lnTo>
                <a:lnTo>
                  <a:pt x="97837" y="87464"/>
                </a:lnTo>
                <a:close/>
                <a:moveTo>
                  <a:pt x="108144" y="89265"/>
                </a:moveTo>
                <a:lnTo>
                  <a:pt x="111480" y="85929"/>
                </a:lnTo>
                <a:lnTo>
                  <a:pt x="116150" y="85929"/>
                </a:lnTo>
                <a:lnTo>
                  <a:pt x="117685" y="87464"/>
                </a:lnTo>
                <a:lnTo>
                  <a:pt x="112114" y="87464"/>
                </a:lnTo>
                <a:lnTo>
                  <a:pt x="108144" y="91400"/>
                </a:lnTo>
                <a:lnTo>
                  <a:pt x="108144" y="89265"/>
                </a:lnTo>
                <a:close/>
                <a:moveTo>
                  <a:pt x="119052" y="81659"/>
                </a:moveTo>
                <a:lnTo>
                  <a:pt x="122755" y="77923"/>
                </a:lnTo>
                <a:lnTo>
                  <a:pt x="122755" y="85696"/>
                </a:lnTo>
                <a:lnTo>
                  <a:pt x="121087" y="87363"/>
                </a:lnTo>
                <a:lnTo>
                  <a:pt x="119052" y="87363"/>
                </a:lnTo>
                <a:close/>
                <a:moveTo>
                  <a:pt x="123555" y="77923"/>
                </a:moveTo>
                <a:lnTo>
                  <a:pt x="127258" y="81659"/>
                </a:lnTo>
                <a:lnTo>
                  <a:pt x="127258" y="87363"/>
                </a:lnTo>
                <a:lnTo>
                  <a:pt x="125223" y="87363"/>
                </a:lnTo>
                <a:lnTo>
                  <a:pt x="123555" y="85662"/>
                </a:lnTo>
                <a:lnTo>
                  <a:pt x="123555" y="77923"/>
                </a:lnTo>
                <a:close/>
                <a:moveTo>
                  <a:pt x="130160" y="85929"/>
                </a:moveTo>
                <a:lnTo>
                  <a:pt x="134830" y="85929"/>
                </a:lnTo>
                <a:lnTo>
                  <a:pt x="138166" y="89265"/>
                </a:lnTo>
                <a:lnTo>
                  <a:pt x="138166" y="91400"/>
                </a:lnTo>
                <a:lnTo>
                  <a:pt x="134196" y="87464"/>
                </a:lnTo>
                <a:lnTo>
                  <a:pt x="128626" y="87464"/>
                </a:lnTo>
                <a:close/>
                <a:moveTo>
                  <a:pt x="138933" y="89265"/>
                </a:moveTo>
                <a:lnTo>
                  <a:pt x="142269" y="85929"/>
                </a:lnTo>
                <a:lnTo>
                  <a:pt x="146939" y="85929"/>
                </a:lnTo>
                <a:lnTo>
                  <a:pt x="148473" y="87464"/>
                </a:lnTo>
                <a:lnTo>
                  <a:pt x="143069" y="87464"/>
                </a:lnTo>
                <a:lnTo>
                  <a:pt x="142903" y="87464"/>
                </a:lnTo>
                <a:lnTo>
                  <a:pt x="138933" y="91400"/>
                </a:lnTo>
                <a:close/>
                <a:moveTo>
                  <a:pt x="149841" y="81659"/>
                </a:moveTo>
                <a:lnTo>
                  <a:pt x="153543" y="77923"/>
                </a:lnTo>
                <a:lnTo>
                  <a:pt x="153543" y="85696"/>
                </a:lnTo>
                <a:lnTo>
                  <a:pt x="151876" y="87363"/>
                </a:lnTo>
                <a:lnTo>
                  <a:pt x="149841" y="87363"/>
                </a:lnTo>
                <a:lnTo>
                  <a:pt x="149841" y="81659"/>
                </a:lnTo>
                <a:close/>
                <a:moveTo>
                  <a:pt x="154344" y="77923"/>
                </a:moveTo>
                <a:lnTo>
                  <a:pt x="158047" y="81659"/>
                </a:lnTo>
                <a:lnTo>
                  <a:pt x="158047" y="87363"/>
                </a:lnTo>
                <a:lnTo>
                  <a:pt x="156012" y="87363"/>
                </a:lnTo>
                <a:lnTo>
                  <a:pt x="154344" y="85662"/>
                </a:lnTo>
                <a:lnTo>
                  <a:pt x="154344" y="77923"/>
                </a:lnTo>
                <a:close/>
                <a:moveTo>
                  <a:pt x="160949" y="85929"/>
                </a:moveTo>
                <a:lnTo>
                  <a:pt x="165619" y="85929"/>
                </a:lnTo>
                <a:lnTo>
                  <a:pt x="168954" y="89265"/>
                </a:lnTo>
                <a:lnTo>
                  <a:pt x="168954" y="91400"/>
                </a:lnTo>
                <a:lnTo>
                  <a:pt x="164985" y="87464"/>
                </a:lnTo>
                <a:lnTo>
                  <a:pt x="164852" y="87464"/>
                </a:lnTo>
                <a:lnTo>
                  <a:pt x="159414" y="87464"/>
                </a:lnTo>
                <a:close/>
                <a:moveTo>
                  <a:pt x="169755" y="89265"/>
                </a:moveTo>
                <a:lnTo>
                  <a:pt x="173057" y="85929"/>
                </a:lnTo>
                <a:lnTo>
                  <a:pt x="177761" y="85929"/>
                </a:lnTo>
                <a:lnTo>
                  <a:pt x="179262" y="87464"/>
                </a:lnTo>
                <a:lnTo>
                  <a:pt x="173691" y="87464"/>
                </a:lnTo>
                <a:lnTo>
                  <a:pt x="169755" y="91400"/>
                </a:lnTo>
                <a:close/>
                <a:moveTo>
                  <a:pt x="180629" y="81659"/>
                </a:moveTo>
                <a:lnTo>
                  <a:pt x="184332" y="77923"/>
                </a:lnTo>
                <a:lnTo>
                  <a:pt x="184332" y="85696"/>
                </a:lnTo>
                <a:lnTo>
                  <a:pt x="182664" y="87363"/>
                </a:lnTo>
                <a:lnTo>
                  <a:pt x="180629" y="87363"/>
                </a:lnTo>
                <a:lnTo>
                  <a:pt x="180629" y="81659"/>
                </a:lnTo>
                <a:close/>
                <a:moveTo>
                  <a:pt x="185133" y="77923"/>
                </a:moveTo>
                <a:lnTo>
                  <a:pt x="188869" y="81659"/>
                </a:lnTo>
                <a:lnTo>
                  <a:pt x="188869" y="87363"/>
                </a:lnTo>
                <a:lnTo>
                  <a:pt x="186801" y="87363"/>
                </a:lnTo>
                <a:lnTo>
                  <a:pt x="185133" y="85662"/>
                </a:lnTo>
                <a:lnTo>
                  <a:pt x="185133" y="77923"/>
                </a:lnTo>
                <a:close/>
                <a:moveTo>
                  <a:pt x="191737" y="85929"/>
                </a:moveTo>
                <a:lnTo>
                  <a:pt x="196441" y="85929"/>
                </a:lnTo>
                <a:lnTo>
                  <a:pt x="199743" y="89265"/>
                </a:lnTo>
                <a:lnTo>
                  <a:pt x="199743" y="91400"/>
                </a:lnTo>
                <a:lnTo>
                  <a:pt x="195807" y="87464"/>
                </a:lnTo>
                <a:lnTo>
                  <a:pt x="190203" y="87464"/>
                </a:lnTo>
                <a:close/>
                <a:moveTo>
                  <a:pt x="200544" y="89265"/>
                </a:moveTo>
                <a:lnTo>
                  <a:pt x="203846" y="85929"/>
                </a:lnTo>
                <a:lnTo>
                  <a:pt x="208549" y="85929"/>
                </a:lnTo>
                <a:lnTo>
                  <a:pt x="210084" y="87464"/>
                </a:lnTo>
                <a:lnTo>
                  <a:pt x="204647" y="87464"/>
                </a:lnTo>
                <a:lnTo>
                  <a:pt x="204480" y="87464"/>
                </a:lnTo>
                <a:lnTo>
                  <a:pt x="200544" y="91400"/>
                </a:lnTo>
                <a:close/>
                <a:moveTo>
                  <a:pt x="211418" y="81659"/>
                </a:moveTo>
                <a:lnTo>
                  <a:pt x="215154" y="77923"/>
                </a:lnTo>
                <a:lnTo>
                  <a:pt x="215154" y="85696"/>
                </a:lnTo>
                <a:lnTo>
                  <a:pt x="213453" y="87363"/>
                </a:lnTo>
                <a:lnTo>
                  <a:pt x="211418" y="87363"/>
                </a:lnTo>
                <a:lnTo>
                  <a:pt x="211418" y="81659"/>
                </a:lnTo>
                <a:close/>
                <a:moveTo>
                  <a:pt x="211418" y="72286"/>
                </a:moveTo>
                <a:lnTo>
                  <a:pt x="211418" y="66582"/>
                </a:lnTo>
                <a:lnTo>
                  <a:pt x="213453" y="66582"/>
                </a:lnTo>
                <a:lnTo>
                  <a:pt x="215154" y="68283"/>
                </a:lnTo>
                <a:lnTo>
                  <a:pt x="215154" y="76022"/>
                </a:lnTo>
                <a:close/>
                <a:moveTo>
                  <a:pt x="213887" y="65915"/>
                </a:moveTo>
                <a:lnTo>
                  <a:pt x="213620" y="65815"/>
                </a:lnTo>
                <a:lnTo>
                  <a:pt x="211718" y="65815"/>
                </a:lnTo>
                <a:lnTo>
                  <a:pt x="213019" y="64514"/>
                </a:lnTo>
                <a:lnTo>
                  <a:pt x="214320" y="64514"/>
                </a:lnTo>
                <a:lnTo>
                  <a:pt x="215154" y="65348"/>
                </a:lnTo>
                <a:lnTo>
                  <a:pt x="215154" y="67149"/>
                </a:lnTo>
                <a:close/>
                <a:moveTo>
                  <a:pt x="212586" y="64113"/>
                </a:moveTo>
                <a:lnTo>
                  <a:pt x="211318" y="65381"/>
                </a:lnTo>
                <a:lnTo>
                  <a:pt x="211318" y="63346"/>
                </a:lnTo>
                <a:lnTo>
                  <a:pt x="209950" y="61979"/>
                </a:lnTo>
                <a:lnTo>
                  <a:pt x="211785" y="61979"/>
                </a:lnTo>
                <a:lnTo>
                  <a:pt x="212586" y="62813"/>
                </a:lnTo>
                <a:lnTo>
                  <a:pt x="212586" y="64113"/>
                </a:lnTo>
                <a:close/>
                <a:moveTo>
                  <a:pt x="211785" y="61178"/>
                </a:moveTo>
                <a:lnTo>
                  <a:pt x="209950" y="61178"/>
                </a:lnTo>
                <a:lnTo>
                  <a:pt x="211318" y="59844"/>
                </a:lnTo>
                <a:lnTo>
                  <a:pt x="211318" y="57776"/>
                </a:lnTo>
                <a:lnTo>
                  <a:pt x="212586" y="59077"/>
                </a:lnTo>
                <a:lnTo>
                  <a:pt x="212586" y="60377"/>
                </a:lnTo>
                <a:close/>
                <a:moveTo>
                  <a:pt x="213453" y="56575"/>
                </a:moveTo>
                <a:lnTo>
                  <a:pt x="211418" y="56575"/>
                </a:lnTo>
                <a:lnTo>
                  <a:pt x="211418" y="50871"/>
                </a:lnTo>
                <a:lnTo>
                  <a:pt x="215154" y="47135"/>
                </a:lnTo>
                <a:lnTo>
                  <a:pt x="215154" y="54874"/>
                </a:lnTo>
                <a:close/>
                <a:moveTo>
                  <a:pt x="211418" y="41497"/>
                </a:moveTo>
                <a:lnTo>
                  <a:pt x="211418" y="35793"/>
                </a:lnTo>
                <a:lnTo>
                  <a:pt x="213453" y="35793"/>
                </a:lnTo>
                <a:lnTo>
                  <a:pt x="215154" y="37494"/>
                </a:lnTo>
                <a:lnTo>
                  <a:pt x="215154" y="45233"/>
                </a:lnTo>
                <a:close/>
                <a:moveTo>
                  <a:pt x="213887" y="35126"/>
                </a:moveTo>
                <a:lnTo>
                  <a:pt x="213620" y="34993"/>
                </a:lnTo>
                <a:lnTo>
                  <a:pt x="211718" y="34993"/>
                </a:lnTo>
                <a:lnTo>
                  <a:pt x="213019" y="33725"/>
                </a:lnTo>
                <a:lnTo>
                  <a:pt x="214320" y="33725"/>
                </a:lnTo>
                <a:lnTo>
                  <a:pt x="215154" y="34559"/>
                </a:lnTo>
                <a:lnTo>
                  <a:pt x="215154" y="36360"/>
                </a:lnTo>
                <a:close/>
                <a:moveTo>
                  <a:pt x="210518" y="32858"/>
                </a:moveTo>
                <a:lnTo>
                  <a:pt x="210518" y="34893"/>
                </a:lnTo>
                <a:lnTo>
                  <a:pt x="204813" y="34893"/>
                </a:lnTo>
                <a:lnTo>
                  <a:pt x="201077" y="31190"/>
                </a:lnTo>
                <a:lnTo>
                  <a:pt x="208850" y="31190"/>
                </a:lnTo>
                <a:close/>
                <a:moveTo>
                  <a:pt x="195473" y="34893"/>
                </a:moveTo>
                <a:lnTo>
                  <a:pt x="189736" y="34893"/>
                </a:lnTo>
                <a:lnTo>
                  <a:pt x="189736" y="32858"/>
                </a:lnTo>
                <a:lnTo>
                  <a:pt x="191437" y="31190"/>
                </a:lnTo>
                <a:lnTo>
                  <a:pt x="199176" y="31190"/>
                </a:lnTo>
                <a:close/>
                <a:moveTo>
                  <a:pt x="187268" y="33725"/>
                </a:moveTo>
                <a:lnTo>
                  <a:pt x="188535" y="34993"/>
                </a:lnTo>
                <a:lnTo>
                  <a:pt x="186667" y="34993"/>
                </a:lnTo>
                <a:lnTo>
                  <a:pt x="186367" y="35126"/>
                </a:lnTo>
                <a:lnTo>
                  <a:pt x="185133" y="36360"/>
                </a:lnTo>
                <a:lnTo>
                  <a:pt x="185133" y="34559"/>
                </a:lnTo>
                <a:lnTo>
                  <a:pt x="185967" y="33725"/>
                </a:lnTo>
                <a:lnTo>
                  <a:pt x="187268" y="33725"/>
                </a:lnTo>
                <a:close/>
                <a:moveTo>
                  <a:pt x="184332" y="36360"/>
                </a:moveTo>
                <a:lnTo>
                  <a:pt x="183098" y="35126"/>
                </a:lnTo>
                <a:lnTo>
                  <a:pt x="182831" y="34993"/>
                </a:lnTo>
                <a:lnTo>
                  <a:pt x="180930" y="34993"/>
                </a:lnTo>
                <a:lnTo>
                  <a:pt x="182231" y="33725"/>
                </a:lnTo>
                <a:lnTo>
                  <a:pt x="183532" y="33725"/>
                </a:lnTo>
                <a:lnTo>
                  <a:pt x="184332" y="34559"/>
                </a:lnTo>
                <a:close/>
                <a:moveTo>
                  <a:pt x="179729" y="32858"/>
                </a:moveTo>
                <a:lnTo>
                  <a:pt x="179729" y="34893"/>
                </a:lnTo>
                <a:lnTo>
                  <a:pt x="174025" y="34893"/>
                </a:lnTo>
                <a:lnTo>
                  <a:pt x="170289" y="31190"/>
                </a:lnTo>
                <a:lnTo>
                  <a:pt x="178061" y="31190"/>
                </a:lnTo>
                <a:close/>
                <a:moveTo>
                  <a:pt x="164685" y="34893"/>
                </a:moveTo>
                <a:lnTo>
                  <a:pt x="158947" y="34893"/>
                </a:lnTo>
                <a:lnTo>
                  <a:pt x="158947" y="32858"/>
                </a:lnTo>
                <a:lnTo>
                  <a:pt x="160649" y="31190"/>
                </a:lnTo>
                <a:lnTo>
                  <a:pt x="168387" y="31190"/>
                </a:lnTo>
                <a:close/>
                <a:moveTo>
                  <a:pt x="156479" y="33725"/>
                </a:moveTo>
                <a:lnTo>
                  <a:pt x="157746" y="34993"/>
                </a:lnTo>
                <a:lnTo>
                  <a:pt x="155878" y="34993"/>
                </a:lnTo>
                <a:lnTo>
                  <a:pt x="155578" y="35126"/>
                </a:lnTo>
                <a:lnTo>
                  <a:pt x="154344" y="36360"/>
                </a:lnTo>
                <a:lnTo>
                  <a:pt x="154344" y="34559"/>
                </a:lnTo>
                <a:lnTo>
                  <a:pt x="155178" y="33725"/>
                </a:lnTo>
                <a:lnTo>
                  <a:pt x="156479" y="33725"/>
                </a:lnTo>
                <a:close/>
                <a:moveTo>
                  <a:pt x="153543" y="36360"/>
                </a:moveTo>
                <a:lnTo>
                  <a:pt x="152309" y="35126"/>
                </a:lnTo>
                <a:lnTo>
                  <a:pt x="152042" y="34993"/>
                </a:lnTo>
                <a:lnTo>
                  <a:pt x="150141" y="34993"/>
                </a:lnTo>
                <a:lnTo>
                  <a:pt x="151442" y="33725"/>
                </a:lnTo>
                <a:lnTo>
                  <a:pt x="152743" y="33725"/>
                </a:lnTo>
                <a:lnTo>
                  <a:pt x="153543" y="34559"/>
                </a:lnTo>
                <a:close/>
                <a:moveTo>
                  <a:pt x="148940" y="32858"/>
                </a:moveTo>
                <a:lnTo>
                  <a:pt x="148940" y="34893"/>
                </a:lnTo>
                <a:lnTo>
                  <a:pt x="143236" y="34893"/>
                </a:lnTo>
                <a:lnTo>
                  <a:pt x="139500" y="31190"/>
                </a:lnTo>
                <a:lnTo>
                  <a:pt x="147239" y="31190"/>
                </a:lnTo>
                <a:close/>
                <a:moveTo>
                  <a:pt x="133896" y="34893"/>
                </a:moveTo>
                <a:lnTo>
                  <a:pt x="128159" y="34893"/>
                </a:lnTo>
                <a:lnTo>
                  <a:pt x="128159" y="32858"/>
                </a:lnTo>
                <a:lnTo>
                  <a:pt x="129860" y="31190"/>
                </a:lnTo>
                <a:lnTo>
                  <a:pt x="137599" y="31190"/>
                </a:lnTo>
                <a:close/>
                <a:moveTo>
                  <a:pt x="125690" y="33725"/>
                </a:moveTo>
                <a:lnTo>
                  <a:pt x="126958" y="34993"/>
                </a:lnTo>
                <a:lnTo>
                  <a:pt x="125056" y="34993"/>
                </a:lnTo>
                <a:lnTo>
                  <a:pt x="124790" y="35126"/>
                </a:lnTo>
                <a:lnTo>
                  <a:pt x="123555" y="36360"/>
                </a:lnTo>
                <a:lnTo>
                  <a:pt x="123555" y="34559"/>
                </a:lnTo>
                <a:lnTo>
                  <a:pt x="124389" y="33725"/>
                </a:lnTo>
                <a:lnTo>
                  <a:pt x="125690" y="33725"/>
                </a:lnTo>
                <a:close/>
                <a:moveTo>
                  <a:pt x="122755" y="36360"/>
                </a:moveTo>
                <a:lnTo>
                  <a:pt x="121521" y="35126"/>
                </a:lnTo>
                <a:lnTo>
                  <a:pt x="121254" y="34993"/>
                </a:lnTo>
                <a:lnTo>
                  <a:pt x="119352" y="34993"/>
                </a:lnTo>
                <a:lnTo>
                  <a:pt x="120653" y="33725"/>
                </a:lnTo>
                <a:lnTo>
                  <a:pt x="121954" y="33725"/>
                </a:lnTo>
                <a:lnTo>
                  <a:pt x="122755" y="34559"/>
                </a:lnTo>
                <a:lnTo>
                  <a:pt x="122755" y="36360"/>
                </a:lnTo>
                <a:close/>
                <a:moveTo>
                  <a:pt x="118152" y="32858"/>
                </a:moveTo>
                <a:lnTo>
                  <a:pt x="118152" y="34893"/>
                </a:lnTo>
                <a:lnTo>
                  <a:pt x="112447" y="34893"/>
                </a:lnTo>
                <a:lnTo>
                  <a:pt x="108711" y="31190"/>
                </a:lnTo>
                <a:lnTo>
                  <a:pt x="116450" y="31190"/>
                </a:lnTo>
                <a:close/>
                <a:moveTo>
                  <a:pt x="103074" y="34893"/>
                </a:moveTo>
                <a:lnTo>
                  <a:pt x="97370" y="34893"/>
                </a:lnTo>
                <a:lnTo>
                  <a:pt x="97370" y="32858"/>
                </a:lnTo>
                <a:lnTo>
                  <a:pt x="99071" y="31190"/>
                </a:lnTo>
                <a:lnTo>
                  <a:pt x="106810" y="31190"/>
                </a:lnTo>
                <a:close/>
                <a:moveTo>
                  <a:pt x="94868" y="33725"/>
                </a:moveTo>
                <a:lnTo>
                  <a:pt x="96169" y="34993"/>
                </a:lnTo>
                <a:lnTo>
                  <a:pt x="94268" y="34993"/>
                </a:lnTo>
                <a:lnTo>
                  <a:pt x="94001" y="35126"/>
                </a:lnTo>
                <a:lnTo>
                  <a:pt x="92767" y="36360"/>
                </a:lnTo>
                <a:lnTo>
                  <a:pt x="92767" y="34559"/>
                </a:lnTo>
                <a:lnTo>
                  <a:pt x="93567" y="33725"/>
                </a:lnTo>
                <a:lnTo>
                  <a:pt x="94868" y="33725"/>
                </a:lnTo>
                <a:close/>
                <a:moveTo>
                  <a:pt x="91966" y="36360"/>
                </a:moveTo>
                <a:lnTo>
                  <a:pt x="90732" y="35126"/>
                </a:lnTo>
                <a:lnTo>
                  <a:pt x="90465" y="34993"/>
                </a:lnTo>
                <a:lnTo>
                  <a:pt x="88564" y="34993"/>
                </a:lnTo>
                <a:lnTo>
                  <a:pt x="89865" y="33725"/>
                </a:lnTo>
                <a:lnTo>
                  <a:pt x="91166" y="33725"/>
                </a:lnTo>
                <a:lnTo>
                  <a:pt x="91966" y="34559"/>
                </a:lnTo>
                <a:lnTo>
                  <a:pt x="91966" y="36360"/>
                </a:lnTo>
                <a:close/>
                <a:moveTo>
                  <a:pt x="87363" y="32858"/>
                </a:moveTo>
                <a:lnTo>
                  <a:pt x="87363" y="34893"/>
                </a:lnTo>
                <a:lnTo>
                  <a:pt x="81659" y="34893"/>
                </a:lnTo>
                <a:lnTo>
                  <a:pt x="77923" y="31190"/>
                </a:lnTo>
                <a:lnTo>
                  <a:pt x="85662" y="31190"/>
                </a:lnTo>
                <a:close/>
                <a:moveTo>
                  <a:pt x="72285" y="34893"/>
                </a:moveTo>
                <a:lnTo>
                  <a:pt x="66581" y="34893"/>
                </a:lnTo>
                <a:lnTo>
                  <a:pt x="66581" y="32858"/>
                </a:lnTo>
                <a:lnTo>
                  <a:pt x="68249" y="31190"/>
                </a:lnTo>
                <a:lnTo>
                  <a:pt x="76021" y="31190"/>
                </a:lnTo>
                <a:close/>
                <a:moveTo>
                  <a:pt x="64080" y="33725"/>
                </a:moveTo>
                <a:lnTo>
                  <a:pt x="65381" y="34993"/>
                </a:lnTo>
                <a:lnTo>
                  <a:pt x="63479" y="34993"/>
                </a:lnTo>
                <a:lnTo>
                  <a:pt x="63212" y="35126"/>
                </a:lnTo>
                <a:lnTo>
                  <a:pt x="61978" y="36360"/>
                </a:lnTo>
                <a:lnTo>
                  <a:pt x="61978" y="34559"/>
                </a:lnTo>
                <a:lnTo>
                  <a:pt x="62779" y="33725"/>
                </a:lnTo>
                <a:lnTo>
                  <a:pt x="64080" y="33725"/>
                </a:lnTo>
                <a:close/>
                <a:moveTo>
                  <a:pt x="61178" y="36360"/>
                </a:moveTo>
                <a:lnTo>
                  <a:pt x="59943" y="35126"/>
                </a:lnTo>
                <a:lnTo>
                  <a:pt x="59676" y="34993"/>
                </a:lnTo>
                <a:lnTo>
                  <a:pt x="57775" y="34993"/>
                </a:lnTo>
                <a:lnTo>
                  <a:pt x="59043" y="33725"/>
                </a:lnTo>
                <a:lnTo>
                  <a:pt x="60344" y="33725"/>
                </a:lnTo>
                <a:lnTo>
                  <a:pt x="61178" y="34559"/>
                </a:lnTo>
                <a:close/>
                <a:moveTo>
                  <a:pt x="56574" y="32858"/>
                </a:moveTo>
                <a:lnTo>
                  <a:pt x="56574" y="34893"/>
                </a:lnTo>
                <a:lnTo>
                  <a:pt x="50837" y="34893"/>
                </a:lnTo>
                <a:lnTo>
                  <a:pt x="47134" y="31190"/>
                </a:lnTo>
                <a:lnTo>
                  <a:pt x="54873" y="31190"/>
                </a:lnTo>
                <a:close/>
                <a:moveTo>
                  <a:pt x="41497" y="34893"/>
                </a:moveTo>
                <a:lnTo>
                  <a:pt x="35793" y="34893"/>
                </a:lnTo>
                <a:lnTo>
                  <a:pt x="35793" y="32858"/>
                </a:lnTo>
                <a:lnTo>
                  <a:pt x="37461" y="31190"/>
                </a:lnTo>
                <a:lnTo>
                  <a:pt x="45233" y="31190"/>
                </a:lnTo>
                <a:close/>
                <a:moveTo>
                  <a:pt x="33291" y="33725"/>
                </a:moveTo>
                <a:lnTo>
                  <a:pt x="34592" y="34993"/>
                </a:lnTo>
                <a:lnTo>
                  <a:pt x="32691" y="34993"/>
                </a:lnTo>
                <a:lnTo>
                  <a:pt x="32424" y="35126"/>
                </a:lnTo>
                <a:lnTo>
                  <a:pt x="31189" y="36360"/>
                </a:lnTo>
                <a:lnTo>
                  <a:pt x="31189" y="34559"/>
                </a:lnTo>
                <a:lnTo>
                  <a:pt x="31990" y="33725"/>
                </a:lnTo>
                <a:lnTo>
                  <a:pt x="33291" y="33725"/>
                </a:lnTo>
                <a:close/>
                <a:moveTo>
                  <a:pt x="30389" y="57809"/>
                </a:moveTo>
                <a:lnTo>
                  <a:pt x="29555" y="58643"/>
                </a:lnTo>
                <a:lnTo>
                  <a:pt x="28254" y="58643"/>
                </a:lnTo>
                <a:lnTo>
                  <a:pt x="26986" y="57375"/>
                </a:lnTo>
                <a:lnTo>
                  <a:pt x="28854" y="57375"/>
                </a:lnTo>
                <a:lnTo>
                  <a:pt x="29155" y="57242"/>
                </a:lnTo>
                <a:lnTo>
                  <a:pt x="30389" y="56008"/>
                </a:lnTo>
                <a:lnTo>
                  <a:pt x="30389" y="57809"/>
                </a:lnTo>
                <a:close/>
                <a:moveTo>
                  <a:pt x="28521" y="60811"/>
                </a:moveTo>
                <a:lnTo>
                  <a:pt x="28621" y="60511"/>
                </a:lnTo>
                <a:lnTo>
                  <a:pt x="28621" y="59443"/>
                </a:lnTo>
                <a:lnTo>
                  <a:pt x="29889" y="59443"/>
                </a:lnTo>
                <a:lnTo>
                  <a:pt x="30789" y="58543"/>
                </a:lnTo>
                <a:lnTo>
                  <a:pt x="31656" y="59443"/>
                </a:lnTo>
                <a:lnTo>
                  <a:pt x="32924" y="59443"/>
                </a:lnTo>
                <a:lnTo>
                  <a:pt x="32924" y="60511"/>
                </a:lnTo>
                <a:lnTo>
                  <a:pt x="33057" y="60811"/>
                </a:lnTo>
                <a:lnTo>
                  <a:pt x="33825" y="61578"/>
                </a:lnTo>
                <a:lnTo>
                  <a:pt x="33057" y="62346"/>
                </a:lnTo>
                <a:lnTo>
                  <a:pt x="32924" y="62612"/>
                </a:lnTo>
                <a:lnTo>
                  <a:pt x="32924" y="63713"/>
                </a:lnTo>
                <a:lnTo>
                  <a:pt x="31656" y="63713"/>
                </a:lnTo>
                <a:lnTo>
                  <a:pt x="30789" y="64614"/>
                </a:lnTo>
                <a:lnTo>
                  <a:pt x="29889" y="63713"/>
                </a:lnTo>
                <a:lnTo>
                  <a:pt x="28621" y="63713"/>
                </a:lnTo>
                <a:lnTo>
                  <a:pt x="28621" y="62612"/>
                </a:lnTo>
                <a:lnTo>
                  <a:pt x="28521" y="62346"/>
                </a:lnTo>
                <a:lnTo>
                  <a:pt x="27754" y="61578"/>
                </a:lnTo>
                <a:close/>
                <a:moveTo>
                  <a:pt x="28254" y="64514"/>
                </a:moveTo>
                <a:lnTo>
                  <a:pt x="29555" y="64514"/>
                </a:lnTo>
                <a:lnTo>
                  <a:pt x="30389" y="65348"/>
                </a:lnTo>
                <a:lnTo>
                  <a:pt x="30389" y="67149"/>
                </a:lnTo>
                <a:lnTo>
                  <a:pt x="29155" y="65915"/>
                </a:lnTo>
                <a:lnTo>
                  <a:pt x="28854" y="65781"/>
                </a:lnTo>
                <a:lnTo>
                  <a:pt x="26986" y="65781"/>
                </a:lnTo>
                <a:close/>
                <a:moveTo>
                  <a:pt x="31189" y="86796"/>
                </a:moveTo>
                <a:lnTo>
                  <a:pt x="32424" y="88031"/>
                </a:lnTo>
                <a:lnTo>
                  <a:pt x="32691" y="88164"/>
                </a:lnTo>
                <a:lnTo>
                  <a:pt x="34592" y="88164"/>
                </a:lnTo>
                <a:lnTo>
                  <a:pt x="33291" y="89432"/>
                </a:lnTo>
                <a:lnTo>
                  <a:pt x="31990" y="89432"/>
                </a:lnTo>
                <a:lnTo>
                  <a:pt x="31189" y="88631"/>
                </a:lnTo>
                <a:lnTo>
                  <a:pt x="31189" y="86796"/>
                </a:lnTo>
                <a:close/>
                <a:moveTo>
                  <a:pt x="35793" y="90299"/>
                </a:moveTo>
                <a:lnTo>
                  <a:pt x="35793" y="88264"/>
                </a:lnTo>
                <a:lnTo>
                  <a:pt x="41497" y="88264"/>
                </a:lnTo>
                <a:lnTo>
                  <a:pt x="45233" y="91967"/>
                </a:lnTo>
                <a:lnTo>
                  <a:pt x="37461" y="91967"/>
                </a:lnTo>
                <a:close/>
                <a:moveTo>
                  <a:pt x="50837" y="88264"/>
                </a:moveTo>
                <a:lnTo>
                  <a:pt x="56574" y="88264"/>
                </a:lnTo>
                <a:lnTo>
                  <a:pt x="56574" y="90299"/>
                </a:lnTo>
                <a:lnTo>
                  <a:pt x="54873" y="91967"/>
                </a:lnTo>
                <a:lnTo>
                  <a:pt x="47134" y="91967"/>
                </a:lnTo>
                <a:close/>
                <a:moveTo>
                  <a:pt x="59043" y="89432"/>
                </a:moveTo>
                <a:lnTo>
                  <a:pt x="57775" y="88164"/>
                </a:lnTo>
                <a:lnTo>
                  <a:pt x="59676" y="88164"/>
                </a:lnTo>
                <a:lnTo>
                  <a:pt x="59943" y="88031"/>
                </a:lnTo>
                <a:lnTo>
                  <a:pt x="61178" y="86796"/>
                </a:lnTo>
                <a:lnTo>
                  <a:pt x="61178" y="88598"/>
                </a:lnTo>
                <a:lnTo>
                  <a:pt x="60344" y="89432"/>
                </a:lnTo>
                <a:lnTo>
                  <a:pt x="59043" y="89432"/>
                </a:lnTo>
                <a:close/>
                <a:moveTo>
                  <a:pt x="61978" y="86796"/>
                </a:moveTo>
                <a:lnTo>
                  <a:pt x="63212" y="88031"/>
                </a:lnTo>
                <a:lnTo>
                  <a:pt x="63479" y="88164"/>
                </a:lnTo>
                <a:lnTo>
                  <a:pt x="65381" y="88164"/>
                </a:lnTo>
                <a:lnTo>
                  <a:pt x="64080" y="89432"/>
                </a:lnTo>
                <a:lnTo>
                  <a:pt x="62779" y="89432"/>
                </a:lnTo>
                <a:lnTo>
                  <a:pt x="61978" y="88631"/>
                </a:lnTo>
                <a:close/>
                <a:moveTo>
                  <a:pt x="66581" y="90299"/>
                </a:moveTo>
                <a:lnTo>
                  <a:pt x="66581" y="88264"/>
                </a:lnTo>
                <a:lnTo>
                  <a:pt x="72285" y="88264"/>
                </a:lnTo>
                <a:lnTo>
                  <a:pt x="76021" y="91967"/>
                </a:lnTo>
                <a:lnTo>
                  <a:pt x="68249" y="91967"/>
                </a:lnTo>
                <a:close/>
                <a:moveTo>
                  <a:pt x="81659" y="88264"/>
                </a:moveTo>
                <a:lnTo>
                  <a:pt x="87363" y="88264"/>
                </a:lnTo>
                <a:lnTo>
                  <a:pt x="87363" y="90299"/>
                </a:lnTo>
                <a:lnTo>
                  <a:pt x="85662" y="91967"/>
                </a:lnTo>
                <a:lnTo>
                  <a:pt x="77923" y="91967"/>
                </a:lnTo>
                <a:close/>
                <a:moveTo>
                  <a:pt x="89831" y="89432"/>
                </a:moveTo>
                <a:lnTo>
                  <a:pt x="88564" y="88164"/>
                </a:lnTo>
                <a:lnTo>
                  <a:pt x="90465" y="88164"/>
                </a:lnTo>
                <a:lnTo>
                  <a:pt x="90732" y="88031"/>
                </a:lnTo>
                <a:lnTo>
                  <a:pt x="91966" y="86796"/>
                </a:lnTo>
                <a:lnTo>
                  <a:pt x="91966" y="88598"/>
                </a:lnTo>
                <a:lnTo>
                  <a:pt x="91132" y="89432"/>
                </a:lnTo>
                <a:lnTo>
                  <a:pt x="89831" y="89432"/>
                </a:lnTo>
                <a:close/>
                <a:moveTo>
                  <a:pt x="92767" y="86796"/>
                </a:moveTo>
                <a:lnTo>
                  <a:pt x="94001" y="88031"/>
                </a:lnTo>
                <a:lnTo>
                  <a:pt x="94268" y="88164"/>
                </a:lnTo>
                <a:lnTo>
                  <a:pt x="96169" y="88164"/>
                </a:lnTo>
                <a:lnTo>
                  <a:pt x="94868" y="89432"/>
                </a:lnTo>
                <a:lnTo>
                  <a:pt x="93567" y="89432"/>
                </a:lnTo>
                <a:lnTo>
                  <a:pt x="92767" y="88631"/>
                </a:lnTo>
                <a:lnTo>
                  <a:pt x="92767" y="86796"/>
                </a:lnTo>
                <a:close/>
                <a:moveTo>
                  <a:pt x="97370" y="90299"/>
                </a:moveTo>
                <a:lnTo>
                  <a:pt x="97370" y="88264"/>
                </a:lnTo>
                <a:lnTo>
                  <a:pt x="103074" y="88264"/>
                </a:lnTo>
                <a:lnTo>
                  <a:pt x="106810" y="91967"/>
                </a:lnTo>
                <a:lnTo>
                  <a:pt x="99071" y="91967"/>
                </a:lnTo>
                <a:close/>
                <a:moveTo>
                  <a:pt x="112447" y="88264"/>
                </a:moveTo>
                <a:lnTo>
                  <a:pt x="118152" y="88264"/>
                </a:lnTo>
                <a:lnTo>
                  <a:pt x="118152" y="90299"/>
                </a:lnTo>
                <a:lnTo>
                  <a:pt x="116450" y="91967"/>
                </a:lnTo>
                <a:lnTo>
                  <a:pt x="108711" y="91967"/>
                </a:lnTo>
                <a:close/>
                <a:moveTo>
                  <a:pt x="120653" y="89432"/>
                </a:moveTo>
                <a:lnTo>
                  <a:pt x="119352" y="88164"/>
                </a:lnTo>
                <a:lnTo>
                  <a:pt x="121254" y="88164"/>
                </a:lnTo>
                <a:lnTo>
                  <a:pt x="121521" y="88031"/>
                </a:lnTo>
                <a:lnTo>
                  <a:pt x="122755" y="86796"/>
                </a:lnTo>
                <a:lnTo>
                  <a:pt x="122755" y="88598"/>
                </a:lnTo>
                <a:lnTo>
                  <a:pt x="121954" y="89432"/>
                </a:lnTo>
                <a:lnTo>
                  <a:pt x="120653" y="89432"/>
                </a:lnTo>
                <a:close/>
                <a:moveTo>
                  <a:pt x="123555" y="86796"/>
                </a:moveTo>
                <a:lnTo>
                  <a:pt x="124790" y="88031"/>
                </a:lnTo>
                <a:lnTo>
                  <a:pt x="125056" y="88164"/>
                </a:lnTo>
                <a:lnTo>
                  <a:pt x="126958" y="88164"/>
                </a:lnTo>
                <a:lnTo>
                  <a:pt x="125657" y="89432"/>
                </a:lnTo>
                <a:lnTo>
                  <a:pt x="124356" y="89432"/>
                </a:lnTo>
                <a:lnTo>
                  <a:pt x="123555" y="88631"/>
                </a:lnTo>
                <a:lnTo>
                  <a:pt x="123555" y="86796"/>
                </a:lnTo>
                <a:close/>
                <a:moveTo>
                  <a:pt x="128159" y="90299"/>
                </a:moveTo>
                <a:lnTo>
                  <a:pt x="128159" y="88264"/>
                </a:lnTo>
                <a:lnTo>
                  <a:pt x="133863" y="88264"/>
                </a:lnTo>
                <a:lnTo>
                  <a:pt x="137599" y="91967"/>
                </a:lnTo>
                <a:lnTo>
                  <a:pt x="129860" y="91967"/>
                </a:lnTo>
                <a:close/>
                <a:moveTo>
                  <a:pt x="143236" y="88264"/>
                </a:moveTo>
                <a:lnTo>
                  <a:pt x="148940" y="88264"/>
                </a:lnTo>
                <a:lnTo>
                  <a:pt x="148940" y="90299"/>
                </a:lnTo>
                <a:lnTo>
                  <a:pt x="147272" y="91967"/>
                </a:lnTo>
                <a:lnTo>
                  <a:pt x="139500" y="91967"/>
                </a:lnTo>
                <a:close/>
                <a:moveTo>
                  <a:pt x="151442" y="89432"/>
                </a:moveTo>
                <a:lnTo>
                  <a:pt x="150141" y="88164"/>
                </a:lnTo>
                <a:lnTo>
                  <a:pt x="152042" y="88164"/>
                </a:lnTo>
                <a:lnTo>
                  <a:pt x="152309" y="88031"/>
                </a:lnTo>
                <a:lnTo>
                  <a:pt x="153543" y="86796"/>
                </a:lnTo>
                <a:lnTo>
                  <a:pt x="153543" y="88598"/>
                </a:lnTo>
                <a:lnTo>
                  <a:pt x="152743" y="89432"/>
                </a:lnTo>
                <a:lnTo>
                  <a:pt x="151442" y="89432"/>
                </a:lnTo>
                <a:close/>
                <a:moveTo>
                  <a:pt x="154344" y="86796"/>
                </a:moveTo>
                <a:lnTo>
                  <a:pt x="155578" y="88031"/>
                </a:lnTo>
                <a:lnTo>
                  <a:pt x="155845" y="88164"/>
                </a:lnTo>
                <a:lnTo>
                  <a:pt x="157746" y="88164"/>
                </a:lnTo>
                <a:lnTo>
                  <a:pt x="156479" y="89432"/>
                </a:lnTo>
                <a:lnTo>
                  <a:pt x="155178" y="89432"/>
                </a:lnTo>
                <a:lnTo>
                  <a:pt x="154344" y="88631"/>
                </a:lnTo>
                <a:close/>
                <a:moveTo>
                  <a:pt x="158947" y="90299"/>
                </a:moveTo>
                <a:lnTo>
                  <a:pt x="158947" y="88264"/>
                </a:lnTo>
                <a:lnTo>
                  <a:pt x="164685" y="88264"/>
                </a:lnTo>
                <a:lnTo>
                  <a:pt x="168387" y="91967"/>
                </a:lnTo>
                <a:lnTo>
                  <a:pt x="160649" y="91967"/>
                </a:lnTo>
                <a:close/>
                <a:moveTo>
                  <a:pt x="174025" y="88264"/>
                </a:moveTo>
                <a:lnTo>
                  <a:pt x="179729" y="88264"/>
                </a:lnTo>
                <a:lnTo>
                  <a:pt x="179729" y="90299"/>
                </a:lnTo>
                <a:lnTo>
                  <a:pt x="178061" y="91967"/>
                </a:lnTo>
                <a:lnTo>
                  <a:pt x="170289" y="91967"/>
                </a:lnTo>
                <a:close/>
                <a:moveTo>
                  <a:pt x="182231" y="89432"/>
                </a:moveTo>
                <a:lnTo>
                  <a:pt x="180930" y="88164"/>
                </a:lnTo>
                <a:lnTo>
                  <a:pt x="182831" y="88164"/>
                </a:lnTo>
                <a:lnTo>
                  <a:pt x="183098" y="88031"/>
                </a:lnTo>
                <a:lnTo>
                  <a:pt x="184332" y="86796"/>
                </a:lnTo>
                <a:lnTo>
                  <a:pt x="184332" y="88598"/>
                </a:lnTo>
                <a:lnTo>
                  <a:pt x="183532" y="89432"/>
                </a:lnTo>
                <a:lnTo>
                  <a:pt x="182231" y="89432"/>
                </a:lnTo>
                <a:close/>
                <a:moveTo>
                  <a:pt x="185133" y="86796"/>
                </a:moveTo>
                <a:lnTo>
                  <a:pt x="186367" y="88031"/>
                </a:lnTo>
                <a:lnTo>
                  <a:pt x="186667" y="88164"/>
                </a:lnTo>
                <a:lnTo>
                  <a:pt x="188535" y="88164"/>
                </a:lnTo>
                <a:lnTo>
                  <a:pt x="187268" y="89432"/>
                </a:lnTo>
                <a:lnTo>
                  <a:pt x="185967" y="89432"/>
                </a:lnTo>
                <a:lnTo>
                  <a:pt x="185133" y="88631"/>
                </a:lnTo>
                <a:close/>
                <a:moveTo>
                  <a:pt x="189736" y="90299"/>
                </a:moveTo>
                <a:lnTo>
                  <a:pt x="189736" y="88264"/>
                </a:lnTo>
                <a:lnTo>
                  <a:pt x="195473" y="88264"/>
                </a:lnTo>
                <a:lnTo>
                  <a:pt x="199176" y="91967"/>
                </a:lnTo>
                <a:lnTo>
                  <a:pt x="191437" y="91967"/>
                </a:lnTo>
                <a:close/>
                <a:moveTo>
                  <a:pt x="204813" y="88264"/>
                </a:moveTo>
                <a:lnTo>
                  <a:pt x="210518" y="88264"/>
                </a:lnTo>
                <a:lnTo>
                  <a:pt x="210518" y="90299"/>
                </a:lnTo>
                <a:lnTo>
                  <a:pt x="208850" y="91967"/>
                </a:lnTo>
                <a:lnTo>
                  <a:pt x="201077" y="91967"/>
                </a:lnTo>
                <a:close/>
                <a:moveTo>
                  <a:pt x="213019" y="89432"/>
                </a:moveTo>
                <a:lnTo>
                  <a:pt x="211718" y="88164"/>
                </a:lnTo>
                <a:lnTo>
                  <a:pt x="213620" y="88164"/>
                </a:lnTo>
                <a:lnTo>
                  <a:pt x="213887" y="88031"/>
                </a:lnTo>
                <a:lnTo>
                  <a:pt x="215121" y="86796"/>
                </a:lnTo>
                <a:lnTo>
                  <a:pt x="215121" y="88598"/>
                </a:lnTo>
                <a:lnTo>
                  <a:pt x="214320" y="89432"/>
                </a:lnTo>
                <a:lnTo>
                  <a:pt x="213019" y="89432"/>
                </a:lnTo>
                <a:close/>
                <a:moveTo>
                  <a:pt x="215921" y="65348"/>
                </a:moveTo>
                <a:lnTo>
                  <a:pt x="216755" y="64514"/>
                </a:lnTo>
                <a:lnTo>
                  <a:pt x="218056" y="64514"/>
                </a:lnTo>
                <a:lnTo>
                  <a:pt x="219324" y="65815"/>
                </a:lnTo>
                <a:lnTo>
                  <a:pt x="217456" y="65815"/>
                </a:lnTo>
                <a:lnTo>
                  <a:pt x="217156" y="65915"/>
                </a:lnTo>
                <a:lnTo>
                  <a:pt x="215921" y="67149"/>
                </a:lnTo>
                <a:close/>
                <a:moveTo>
                  <a:pt x="217789" y="62346"/>
                </a:moveTo>
                <a:lnTo>
                  <a:pt x="217689" y="62646"/>
                </a:lnTo>
                <a:lnTo>
                  <a:pt x="217689" y="63713"/>
                </a:lnTo>
                <a:lnTo>
                  <a:pt x="216422" y="63713"/>
                </a:lnTo>
                <a:lnTo>
                  <a:pt x="215521" y="64614"/>
                </a:lnTo>
                <a:lnTo>
                  <a:pt x="214654" y="63713"/>
                </a:lnTo>
                <a:lnTo>
                  <a:pt x="213386" y="63713"/>
                </a:lnTo>
                <a:lnTo>
                  <a:pt x="213386" y="62646"/>
                </a:lnTo>
                <a:lnTo>
                  <a:pt x="213286" y="62346"/>
                </a:lnTo>
                <a:lnTo>
                  <a:pt x="212486" y="61578"/>
                </a:lnTo>
                <a:lnTo>
                  <a:pt x="213286" y="60811"/>
                </a:lnTo>
                <a:lnTo>
                  <a:pt x="213386" y="60544"/>
                </a:lnTo>
                <a:lnTo>
                  <a:pt x="213386" y="59443"/>
                </a:lnTo>
                <a:lnTo>
                  <a:pt x="214654" y="59443"/>
                </a:lnTo>
                <a:lnTo>
                  <a:pt x="215521" y="58543"/>
                </a:lnTo>
                <a:lnTo>
                  <a:pt x="216422" y="59443"/>
                </a:lnTo>
                <a:lnTo>
                  <a:pt x="217689" y="59443"/>
                </a:lnTo>
                <a:lnTo>
                  <a:pt x="217689" y="60544"/>
                </a:lnTo>
                <a:lnTo>
                  <a:pt x="217789" y="60811"/>
                </a:lnTo>
                <a:lnTo>
                  <a:pt x="218557" y="61578"/>
                </a:lnTo>
                <a:close/>
                <a:moveTo>
                  <a:pt x="218056" y="58643"/>
                </a:moveTo>
                <a:lnTo>
                  <a:pt x="216755" y="58643"/>
                </a:lnTo>
                <a:lnTo>
                  <a:pt x="215921" y="57809"/>
                </a:lnTo>
                <a:lnTo>
                  <a:pt x="215921" y="56008"/>
                </a:lnTo>
                <a:lnTo>
                  <a:pt x="217156" y="57242"/>
                </a:lnTo>
                <a:lnTo>
                  <a:pt x="217456" y="57375"/>
                </a:lnTo>
                <a:lnTo>
                  <a:pt x="219324" y="57375"/>
                </a:lnTo>
                <a:close/>
                <a:moveTo>
                  <a:pt x="215921" y="34559"/>
                </a:moveTo>
                <a:lnTo>
                  <a:pt x="216755" y="33725"/>
                </a:lnTo>
                <a:lnTo>
                  <a:pt x="218056" y="33725"/>
                </a:lnTo>
                <a:lnTo>
                  <a:pt x="219324" y="34993"/>
                </a:lnTo>
                <a:lnTo>
                  <a:pt x="217456" y="34993"/>
                </a:lnTo>
                <a:lnTo>
                  <a:pt x="217156" y="35126"/>
                </a:lnTo>
                <a:lnTo>
                  <a:pt x="215921" y="36360"/>
                </a:lnTo>
                <a:close/>
                <a:moveTo>
                  <a:pt x="27020" y="31190"/>
                </a:moveTo>
                <a:lnTo>
                  <a:pt x="27854" y="31990"/>
                </a:lnTo>
                <a:lnTo>
                  <a:pt x="27854" y="33291"/>
                </a:lnTo>
                <a:lnTo>
                  <a:pt x="26553" y="34592"/>
                </a:lnTo>
                <a:lnTo>
                  <a:pt x="26553" y="32524"/>
                </a:lnTo>
                <a:lnTo>
                  <a:pt x="25219" y="31190"/>
                </a:lnTo>
                <a:lnTo>
                  <a:pt x="27020" y="31190"/>
                </a:lnTo>
                <a:close/>
                <a:moveTo>
                  <a:pt x="26653" y="35793"/>
                </a:moveTo>
                <a:lnTo>
                  <a:pt x="28721" y="35793"/>
                </a:lnTo>
                <a:lnTo>
                  <a:pt x="30389" y="37494"/>
                </a:lnTo>
                <a:lnTo>
                  <a:pt x="30389" y="45233"/>
                </a:lnTo>
                <a:lnTo>
                  <a:pt x="26653" y="41497"/>
                </a:lnTo>
                <a:lnTo>
                  <a:pt x="26653" y="35793"/>
                </a:lnTo>
                <a:close/>
                <a:moveTo>
                  <a:pt x="30389" y="54874"/>
                </a:moveTo>
                <a:lnTo>
                  <a:pt x="28721" y="56575"/>
                </a:lnTo>
                <a:lnTo>
                  <a:pt x="26653" y="56575"/>
                </a:lnTo>
                <a:lnTo>
                  <a:pt x="26653" y="50871"/>
                </a:lnTo>
                <a:lnTo>
                  <a:pt x="30389" y="47135"/>
                </a:lnTo>
                <a:lnTo>
                  <a:pt x="30389" y="54874"/>
                </a:lnTo>
                <a:close/>
                <a:moveTo>
                  <a:pt x="26553" y="57776"/>
                </a:moveTo>
                <a:lnTo>
                  <a:pt x="27854" y="59077"/>
                </a:lnTo>
                <a:lnTo>
                  <a:pt x="27854" y="60377"/>
                </a:lnTo>
                <a:lnTo>
                  <a:pt x="27020" y="61178"/>
                </a:lnTo>
                <a:lnTo>
                  <a:pt x="25219" y="61178"/>
                </a:lnTo>
                <a:lnTo>
                  <a:pt x="26553" y="59844"/>
                </a:lnTo>
                <a:lnTo>
                  <a:pt x="26553" y="57776"/>
                </a:lnTo>
                <a:close/>
                <a:moveTo>
                  <a:pt x="27020" y="61979"/>
                </a:moveTo>
                <a:lnTo>
                  <a:pt x="27854" y="62813"/>
                </a:lnTo>
                <a:lnTo>
                  <a:pt x="27854" y="64113"/>
                </a:lnTo>
                <a:lnTo>
                  <a:pt x="26553" y="65381"/>
                </a:lnTo>
                <a:lnTo>
                  <a:pt x="26553" y="63346"/>
                </a:lnTo>
                <a:lnTo>
                  <a:pt x="25185" y="61979"/>
                </a:lnTo>
                <a:lnTo>
                  <a:pt x="27020" y="61979"/>
                </a:lnTo>
                <a:close/>
                <a:moveTo>
                  <a:pt x="26653" y="66582"/>
                </a:moveTo>
                <a:lnTo>
                  <a:pt x="28721" y="66582"/>
                </a:lnTo>
                <a:lnTo>
                  <a:pt x="30389" y="68283"/>
                </a:lnTo>
                <a:lnTo>
                  <a:pt x="30389" y="76022"/>
                </a:lnTo>
                <a:lnTo>
                  <a:pt x="26653" y="72286"/>
                </a:lnTo>
                <a:lnTo>
                  <a:pt x="26653" y="66582"/>
                </a:lnTo>
                <a:close/>
                <a:moveTo>
                  <a:pt x="30389" y="85696"/>
                </a:moveTo>
                <a:lnTo>
                  <a:pt x="28721" y="87363"/>
                </a:lnTo>
                <a:lnTo>
                  <a:pt x="26653" y="87363"/>
                </a:lnTo>
                <a:lnTo>
                  <a:pt x="26653" y="81659"/>
                </a:lnTo>
                <a:lnTo>
                  <a:pt x="30389" y="77923"/>
                </a:lnTo>
                <a:lnTo>
                  <a:pt x="30389" y="85696"/>
                </a:lnTo>
                <a:close/>
                <a:moveTo>
                  <a:pt x="26553" y="88564"/>
                </a:moveTo>
                <a:lnTo>
                  <a:pt x="27854" y="89865"/>
                </a:lnTo>
                <a:lnTo>
                  <a:pt x="27854" y="91166"/>
                </a:lnTo>
                <a:lnTo>
                  <a:pt x="27020" y="91967"/>
                </a:lnTo>
                <a:lnTo>
                  <a:pt x="25219" y="91967"/>
                </a:lnTo>
                <a:lnTo>
                  <a:pt x="26553" y="90632"/>
                </a:lnTo>
                <a:lnTo>
                  <a:pt x="26553" y="88564"/>
                </a:lnTo>
                <a:close/>
                <a:moveTo>
                  <a:pt x="219290" y="91967"/>
                </a:moveTo>
                <a:lnTo>
                  <a:pt x="218457" y="91166"/>
                </a:lnTo>
                <a:lnTo>
                  <a:pt x="218457" y="89865"/>
                </a:lnTo>
                <a:lnTo>
                  <a:pt x="219757" y="88564"/>
                </a:lnTo>
                <a:lnTo>
                  <a:pt x="219757" y="90632"/>
                </a:lnTo>
                <a:lnTo>
                  <a:pt x="221092" y="91967"/>
                </a:lnTo>
                <a:lnTo>
                  <a:pt x="219290" y="91967"/>
                </a:lnTo>
                <a:close/>
                <a:moveTo>
                  <a:pt x="219657" y="87363"/>
                </a:moveTo>
                <a:lnTo>
                  <a:pt x="217623" y="87363"/>
                </a:lnTo>
                <a:lnTo>
                  <a:pt x="215921" y="85696"/>
                </a:lnTo>
                <a:lnTo>
                  <a:pt x="215921" y="77923"/>
                </a:lnTo>
                <a:lnTo>
                  <a:pt x="219657" y="81659"/>
                </a:lnTo>
                <a:lnTo>
                  <a:pt x="219657" y="87363"/>
                </a:lnTo>
                <a:close/>
                <a:moveTo>
                  <a:pt x="215921" y="68283"/>
                </a:moveTo>
                <a:lnTo>
                  <a:pt x="217623" y="66582"/>
                </a:lnTo>
                <a:lnTo>
                  <a:pt x="219657" y="66582"/>
                </a:lnTo>
                <a:lnTo>
                  <a:pt x="219657" y="72286"/>
                </a:lnTo>
                <a:lnTo>
                  <a:pt x="215921" y="76022"/>
                </a:lnTo>
                <a:lnTo>
                  <a:pt x="215921" y="68283"/>
                </a:lnTo>
                <a:close/>
                <a:moveTo>
                  <a:pt x="219757" y="65381"/>
                </a:moveTo>
                <a:lnTo>
                  <a:pt x="218457" y="64080"/>
                </a:lnTo>
                <a:lnTo>
                  <a:pt x="218457" y="62779"/>
                </a:lnTo>
                <a:lnTo>
                  <a:pt x="219290" y="61979"/>
                </a:lnTo>
                <a:lnTo>
                  <a:pt x="221092" y="61979"/>
                </a:lnTo>
                <a:lnTo>
                  <a:pt x="219757" y="63313"/>
                </a:lnTo>
                <a:lnTo>
                  <a:pt x="219757" y="65381"/>
                </a:lnTo>
                <a:close/>
                <a:moveTo>
                  <a:pt x="219290" y="61178"/>
                </a:moveTo>
                <a:lnTo>
                  <a:pt x="218457" y="60377"/>
                </a:lnTo>
                <a:lnTo>
                  <a:pt x="218457" y="59077"/>
                </a:lnTo>
                <a:lnTo>
                  <a:pt x="219757" y="57776"/>
                </a:lnTo>
                <a:lnTo>
                  <a:pt x="219757" y="59844"/>
                </a:lnTo>
                <a:lnTo>
                  <a:pt x="221092" y="61178"/>
                </a:lnTo>
                <a:lnTo>
                  <a:pt x="219290" y="61178"/>
                </a:lnTo>
                <a:close/>
                <a:moveTo>
                  <a:pt x="219657" y="56575"/>
                </a:moveTo>
                <a:lnTo>
                  <a:pt x="217623" y="56575"/>
                </a:lnTo>
                <a:lnTo>
                  <a:pt x="215921" y="54874"/>
                </a:lnTo>
                <a:lnTo>
                  <a:pt x="215921" y="47135"/>
                </a:lnTo>
                <a:lnTo>
                  <a:pt x="219657" y="50871"/>
                </a:lnTo>
                <a:lnTo>
                  <a:pt x="219657" y="56575"/>
                </a:lnTo>
                <a:close/>
                <a:moveTo>
                  <a:pt x="215921" y="37494"/>
                </a:moveTo>
                <a:lnTo>
                  <a:pt x="217623" y="35793"/>
                </a:lnTo>
                <a:lnTo>
                  <a:pt x="219657" y="35793"/>
                </a:lnTo>
                <a:lnTo>
                  <a:pt x="219657" y="41497"/>
                </a:lnTo>
                <a:lnTo>
                  <a:pt x="215921" y="45233"/>
                </a:lnTo>
                <a:lnTo>
                  <a:pt x="215921" y="37494"/>
                </a:lnTo>
                <a:close/>
                <a:moveTo>
                  <a:pt x="219757" y="34592"/>
                </a:moveTo>
                <a:lnTo>
                  <a:pt x="218457" y="33291"/>
                </a:lnTo>
                <a:lnTo>
                  <a:pt x="218457" y="31990"/>
                </a:lnTo>
                <a:lnTo>
                  <a:pt x="219290" y="31190"/>
                </a:lnTo>
                <a:lnTo>
                  <a:pt x="221092" y="31190"/>
                </a:lnTo>
                <a:lnTo>
                  <a:pt x="219757" y="32524"/>
                </a:lnTo>
                <a:lnTo>
                  <a:pt x="219757" y="34592"/>
                </a:lnTo>
                <a:close/>
                <a:moveTo>
                  <a:pt x="219290" y="30389"/>
                </a:moveTo>
                <a:lnTo>
                  <a:pt x="218457" y="29555"/>
                </a:lnTo>
                <a:lnTo>
                  <a:pt x="218457" y="28254"/>
                </a:lnTo>
                <a:lnTo>
                  <a:pt x="219757" y="26987"/>
                </a:lnTo>
                <a:lnTo>
                  <a:pt x="219757" y="29022"/>
                </a:lnTo>
                <a:lnTo>
                  <a:pt x="221092" y="30389"/>
                </a:lnTo>
                <a:lnTo>
                  <a:pt x="219290" y="30389"/>
                </a:lnTo>
                <a:close/>
                <a:moveTo>
                  <a:pt x="218056" y="27854"/>
                </a:moveTo>
                <a:lnTo>
                  <a:pt x="216755" y="27854"/>
                </a:lnTo>
                <a:lnTo>
                  <a:pt x="215921" y="27020"/>
                </a:lnTo>
                <a:lnTo>
                  <a:pt x="215921" y="25219"/>
                </a:lnTo>
                <a:lnTo>
                  <a:pt x="217156" y="26453"/>
                </a:lnTo>
                <a:lnTo>
                  <a:pt x="217456" y="26553"/>
                </a:lnTo>
                <a:lnTo>
                  <a:pt x="219324" y="26553"/>
                </a:lnTo>
                <a:close/>
                <a:moveTo>
                  <a:pt x="215121" y="27020"/>
                </a:moveTo>
                <a:lnTo>
                  <a:pt x="214320" y="27854"/>
                </a:lnTo>
                <a:lnTo>
                  <a:pt x="213019" y="27854"/>
                </a:lnTo>
                <a:lnTo>
                  <a:pt x="211718" y="26553"/>
                </a:lnTo>
                <a:lnTo>
                  <a:pt x="213620" y="26553"/>
                </a:lnTo>
                <a:lnTo>
                  <a:pt x="213887" y="26453"/>
                </a:lnTo>
                <a:lnTo>
                  <a:pt x="215121" y="25219"/>
                </a:lnTo>
                <a:close/>
                <a:moveTo>
                  <a:pt x="210518" y="28721"/>
                </a:moveTo>
                <a:lnTo>
                  <a:pt x="208850" y="30389"/>
                </a:lnTo>
                <a:lnTo>
                  <a:pt x="201077" y="30389"/>
                </a:lnTo>
                <a:lnTo>
                  <a:pt x="204813" y="26687"/>
                </a:lnTo>
                <a:lnTo>
                  <a:pt x="210518" y="26687"/>
                </a:lnTo>
                <a:lnTo>
                  <a:pt x="210518" y="28721"/>
                </a:lnTo>
                <a:close/>
                <a:moveTo>
                  <a:pt x="191437" y="30389"/>
                </a:moveTo>
                <a:lnTo>
                  <a:pt x="189736" y="28721"/>
                </a:lnTo>
                <a:lnTo>
                  <a:pt x="189736" y="26687"/>
                </a:lnTo>
                <a:lnTo>
                  <a:pt x="195473" y="26687"/>
                </a:lnTo>
                <a:lnTo>
                  <a:pt x="199176" y="30389"/>
                </a:lnTo>
                <a:lnTo>
                  <a:pt x="191437" y="30389"/>
                </a:lnTo>
                <a:close/>
                <a:moveTo>
                  <a:pt x="187268" y="27854"/>
                </a:moveTo>
                <a:lnTo>
                  <a:pt x="185967" y="27854"/>
                </a:lnTo>
                <a:lnTo>
                  <a:pt x="185133" y="27020"/>
                </a:lnTo>
                <a:lnTo>
                  <a:pt x="185133" y="25219"/>
                </a:lnTo>
                <a:lnTo>
                  <a:pt x="186367" y="26453"/>
                </a:lnTo>
                <a:lnTo>
                  <a:pt x="186667" y="26553"/>
                </a:lnTo>
                <a:lnTo>
                  <a:pt x="188535" y="26553"/>
                </a:lnTo>
                <a:close/>
                <a:moveTo>
                  <a:pt x="184332" y="27020"/>
                </a:moveTo>
                <a:lnTo>
                  <a:pt x="183532" y="27854"/>
                </a:lnTo>
                <a:lnTo>
                  <a:pt x="182231" y="27854"/>
                </a:lnTo>
                <a:lnTo>
                  <a:pt x="180930" y="26553"/>
                </a:lnTo>
                <a:lnTo>
                  <a:pt x="182831" y="26553"/>
                </a:lnTo>
                <a:lnTo>
                  <a:pt x="183098" y="26453"/>
                </a:lnTo>
                <a:lnTo>
                  <a:pt x="184332" y="25219"/>
                </a:lnTo>
                <a:close/>
                <a:moveTo>
                  <a:pt x="179729" y="28721"/>
                </a:moveTo>
                <a:lnTo>
                  <a:pt x="178061" y="30389"/>
                </a:lnTo>
                <a:lnTo>
                  <a:pt x="170289" y="30389"/>
                </a:lnTo>
                <a:lnTo>
                  <a:pt x="174025" y="26687"/>
                </a:lnTo>
                <a:lnTo>
                  <a:pt x="179729" y="26687"/>
                </a:lnTo>
                <a:lnTo>
                  <a:pt x="179729" y="28721"/>
                </a:lnTo>
                <a:close/>
                <a:moveTo>
                  <a:pt x="160649" y="30389"/>
                </a:moveTo>
                <a:lnTo>
                  <a:pt x="158947" y="28721"/>
                </a:lnTo>
                <a:lnTo>
                  <a:pt x="158947" y="26687"/>
                </a:lnTo>
                <a:lnTo>
                  <a:pt x="164685" y="26687"/>
                </a:lnTo>
                <a:lnTo>
                  <a:pt x="168387" y="30389"/>
                </a:lnTo>
                <a:lnTo>
                  <a:pt x="160649" y="30389"/>
                </a:lnTo>
                <a:close/>
                <a:moveTo>
                  <a:pt x="156479" y="27854"/>
                </a:moveTo>
                <a:lnTo>
                  <a:pt x="155178" y="27854"/>
                </a:lnTo>
                <a:lnTo>
                  <a:pt x="154344" y="27020"/>
                </a:lnTo>
                <a:lnTo>
                  <a:pt x="154344" y="25219"/>
                </a:lnTo>
                <a:lnTo>
                  <a:pt x="155578" y="26453"/>
                </a:lnTo>
                <a:lnTo>
                  <a:pt x="155878" y="26553"/>
                </a:lnTo>
                <a:lnTo>
                  <a:pt x="157746" y="26553"/>
                </a:lnTo>
                <a:close/>
                <a:moveTo>
                  <a:pt x="153543" y="27020"/>
                </a:moveTo>
                <a:lnTo>
                  <a:pt x="152743" y="27854"/>
                </a:lnTo>
                <a:lnTo>
                  <a:pt x="151442" y="27854"/>
                </a:lnTo>
                <a:lnTo>
                  <a:pt x="150141" y="26553"/>
                </a:lnTo>
                <a:lnTo>
                  <a:pt x="152042" y="26553"/>
                </a:lnTo>
                <a:lnTo>
                  <a:pt x="152309" y="26453"/>
                </a:lnTo>
                <a:lnTo>
                  <a:pt x="153543" y="25219"/>
                </a:lnTo>
                <a:close/>
                <a:moveTo>
                  <a:pt x="148940" y="28721"/>
                </a:moveTo>
                <a:lnTo>
                  <a:pt x="147272" y="30389"/>
                </a:lnTo>
                <a:lnTo>
                  <a:pt x="139500" y="30389"/>
                </a:lnTo>
                <a:lnTo>
                  <a:pt x="143236" y="26687"/>
                </a:lnTo>
                <a:lnTo>
                  <a:pt x="148940" y="26687"/>
                </a:lnTo>
                <a:lnTo>
                  <a:pt x="148940" y="28721"/>
                </a:lnTo>
                <a:close/>
                <a:moveTo>
                  <a:pt x="129860" y="30389"/>
                </a:moveTo>
                <a:lnTo>
                  <a:pt x="128159" y="28721"/>
                </a:lnTo>
                <a:lnTo>
                  <a:pt x="128159" y="26687"/>
                </a:lnTo>
                <a:lnTo>
                  <a:pt x="133896" y="26687"/>
                </a:lnTo>
                <a:lnTo>
                  <a:pt x="137599" y="30389"/>
                </a:lnTo>
                <a:lnTo>
                  <a:pt x="129860" y="30389"/>
                </a:lnTo>
                <a:close/>
                <a:moveTo>
                  <a:pt x="125690" y="27854"/>
                </a:moveTo>
                <a:lnTo>
                  <a:pt x="124389" y="27854"/>
                </a:lnTo>
                <a:lnTo>
                  <a:pt x="123555" y="27020"/>
                </a:lnTo>
                <a:lnTo>
                  <a:pt x="123555" y="25219"/>
                </a:lnTo>
                <a:lnTo>
                  <a:pt x="124790" y="26453"/>
                </a:lnTo>
                <a:lnTo>
                  <a:pt x="125056" y="26553"/>
                </a:lnTo>
                <a:lnTo>
                  <a:pt x="126958" y="26553"/>
                </a:lnTo>
                <a:close/>
                <a:moveTo>
                  <a:pt x="122755" y="27020"/>
                </a:moveTo>
                <a:lnTo>
                  <a:pt x="121954" y="27854"/>
                </a:lnTo>
                <a:lnTo>
                  <a:pt x="120653" y="27854"/>
                </a:lnTo>
                <a:lnTo>
                  <a:pt x="119352" y="26553"/>
                </a:lnTo>
                <a:lnTo>
                  <a:pt x="121254" y="26553"/>
                </a:lnTo>
                <a:lnTo>
                  <a:pt x="121521" y="26453"/>
                </a:lnTo>
                <a:lnTo>
                  <a:pt x="122755" y="25219"/>
                </a:lnTo>
                <a:lnTo>
                  <a:pt x="122755" y="27020"/>
                </a:lnTo>
                <a:close/>
                <a:moveTo>
                  <a:pt x="118152" y="28721"/>
                </a:moveTo>
                <a:lnTo>
                  <a:pt x="116450" y="30389"/>
                </a:lnTo>
                <a:lnTo>
                  <a:pt x="108711" y="30389"/>
                </a:lnTo>
                <a:lnTo>
                  <a:pt x="112414" y="26687"/>
                </a:lnTo>
                <a:lnTo>
                  <a:pt x="118152" y="26687"/>
                </a:lnTo>
                <a:lnTo>
                  <a:pt x="118152" y="28721"/>
                </a:lnTo>
                <a:close/>
                <a:moveTo>
                  <a:pt x="99071" y="30389"/>
                </a:moveTo>
                <a:lnTo>
                  <a:pt x="97370" y="28721"/>
                </a:lnTo>
                <a:lnTo>
                  <a:pt x="97370" y="26687"/>
                </a:lnTo>
                <a:lnTo>
                  <a:pt x="103074" y="26687"/>
                </a:lnTo>
                <a:lnTo>
                  <a:pt x="106810" y="30389"/>
                </a:lnTo>
                <a:lnTo>
                  <a:pt x="99071" y="30389"/>
                </a:lnTo>
                <a:close/>
                <a:moveTo>
                  <a:pt x="94868" y="27854"/>
                </a:moveTo>
                <a:lnTo>
                  <a:pt x="93567" y="27854"/>
                </a:lnTo>
                <a:lnTo>
                  <a:pt x="92767" y="27020"/>
                </a:lnTo>
                <a:lnTo>
                  <a:pt x="92767" y="25219"/>
                </a:lnTo>
                <a:lnTo>
                  <a:pt x="94001" y="26453"/>
                </a:lnTo>
                <a:lnTo>
                  <a:pt x="94268" y="26587"/>
                </a:lnTo>
                <a:lnTo>
                  <a:pt x="96169" y="26587"/>
                </a:lnTo>
                <a:close/>
                <a:moveTo>
                  <a:pt x="91966" y="27020"/>
                </a:moveTo>
                <a:lnTo>
                  <a:pt x="91166" y="27854"/>
                </a:lnTo>
                <a:lnTo>
                  <a:pt x="89865" y="27854"/>
                </a:lnTo>
                <a:lnTo>
                  <a:pt x="88564" y="26553"/>
                </a:lnTo>
                <a:lnTo>
                  <a:pt x="90465" y="26553"/>
                </a:lnTo>
                <a:lnTo>
                  <a:pt x="90732" y="26453"/>
                </a:lnTo>
                <a:lnTo>
                  <a:pt x="91966" y="25219"/>
                </a:lnTo>
                <a:lnTo>
                  <a:pt x="91966" y="27020"/>
                </a:lnTo>
                <a:close/>
                <a:moveTo>
                  <a:pt x="87363" y="28721"/>
                </a:moveTo>
                <a:lnTo>
                  <a:pt x="85662" y="30389"/>
                </a:lnTo>
                <a:lnTo>
                  <a:pt x="77923" y="30389"/>
                </a:lnTo>
                <a:lnTo>
                  <a:pt x="81625" y="26687"/>
                </a:lnTo>
                <a:lnTo>
                  <a:pt x="87363" y="26687"/>
                </a:lnTo>
                <a:lnTo>
                  <a:pt x="87363" y="28721"/>
                </a:lnTo>
                <a:close/>
                <a:moveTo>
                  <a:pt x="68249" y="30389"/>
                </a:moveTo>
                <a:lnTo>
                  <a:pt x="66581" y="28721"/>
                </a:lnTo>
                <a:lnTo>
                  <a:pt x="66581" y="26687"/>
                </a:lnTo>
                <a:lnTo>
                  <a:pt x="72285" y="26687"/>
                </a:lnTo>
                <a:lnTo>
                  <a:pt x="76021" y="30389"/>
                </a:lnTo>
                <a:lnTo>
                  <a:pt x="68249" y="30389"/>
                </a:lnTo>
                <a:close/>
                <a:moveTo>
                  <a:pt x="64080" y="27854"/>
                </a:moveTo>
                <a:lnTo>
                  <a:pt x="62779" y="27854"/>
                </a:lnTo>
                <a:lnTo>
                  <a:pt x="61978" y="27020"/>
                </a:lnTo>
                <a:lnTo>
                  <a:pt x="61978" y="25219"/>
                </a:lnTo>
                <a:lnTo>
                  <a:pt x="63212" y="26453"/>
                </a:lnTo>
                <a:lnTo>
                  <a:pt x="63479" y="26553"/>
                </a:lnTo>
                <a:lnTo>
                  <a:pt x="65381" y="26553"/>
                </a:lnTo>
                <a:close/>
                <a:moveTo>
                  <a:pt x="61178" y="27020"/>
                </a:moveTo>
                <a:lnTo>
                  <a:pt x="60344" y="27854"/>
                </a:lnTo>
                <a:lnTo>
                  <a:pt x="59043" y="27854"/>
                </a:lnTo>
                <a:lnTo>
                  <a:pt x="57775" y="26553"/>
                </a:lnTo>
                <a:lnTo>
                  <a:pt x="59676" y="26553"/>
                </a:lnTo>
                <a:lnTo>
                  <a:pt x="59943" y="26453"/>
                </a:lnTo>
                <a:lnTo>
                  <a:pt x="61178" y="25219"/>
                </a:lnTo>
                <a:close/>
                <a:moveTo>
                  <a:pt x="56574" y="28721"/>
                </a:moveTo>
                <a:lnTo>
                  <a:pt x="54873" y="30389"/>
                </a:lnTo>
                <a:lnTo>
                  <a:pt x="47134" y="30389"/>
                </a:lnTo>
                <a:lnTo>
                  <a:pt x="50837" y="26687"/>
                </a:lnTo>
                <a:lnTo>
                  <a:pt x="56574" y="26687"/>
                </a:lnTo>
                <a:close/>
                <a:moveTo>
                  <a:pt x="37461" y="30389"/>
                </a:moveTo>
                <a:lnTo>
                  <a:pt x="35793" y="28721"/>
                </a:lnTo>
                <a:lnTo>
                  <a:pt x="35793" y="26687"/>
                </a:lnTo>
                <a:lnTo>
                  <a:pt x="41497" y="26687"/>
                </a:lnTo>
                <a:lnTo>
                  <a:pt x="45233" y="30389"/>
                </a:lnTo>
                <a:lnTo>
                  <a:pt x="37461" y="30389"/>
                </a:lnTo>
                <a:close/>
                <a:moveTo>
                  <a:pt x="33291" y="27854"/>
                </a:moveTo>
                <a:lnTo>
                  <a:pt x="31990" y="27854"/>
                </a:lnTo>
                <a:lnTo>
                  <a:pt x="31189" y="27020"/>
                </a:lnTo>
                <a:lnTo>
                  <a:pt x="31189" y="25219"/>
                </a:lnTo>
                <a:lnTo>
                  <a:pt x="32424" y="26453"/>
                </a:lnTo>
                <a:lnTo>
                  <a:pt x="32691" y="26553"/>
                </a:lnTo>
                <a:lnTo>
                  <a:pt x="34592" y="26553"/>
                </a:lnTo>
                <a:close/>
                <a:moveTo>
                  <a:pt x="30389" y="27020"/>
                </a:moveTo>
                <a:lnTo>
                  <a:pt x="29555" y="27854"/>
                </a:lnTo>
                <a:lnTo>
                  <a:pt x="28254" y="27854"/>
                </a:lnTo>
                <a:lnTo>
                  <a:pt x="26986" y="26553"/>
                </a:lnTo>
                <a:lnTo>
                  <a:pt x="28854" y="26553"/>
                </a:lnTo>
                <a:lnTo>
                  <a:pt x="29155" y="26453"/>
                </a:lnTo>
                <a:lnTo>
                  <a:pt x="30389" y="25219"/>
                </a:lnTo>
                <a:lnTo>
                  <a:pt x="30389" y="27020"/>
                </a:lnTo>
                <a:close/>
                <a:moveTo>
                  <a:pt x="25786" y="28721"/>
                </a:moveTo>
                <a:lnTo>
                  <a:pt x="24084" y="30389"/>
                </a:lnTo>
                <a:lnTo>
                  <a:pt x="16346" y="30389"/>
                </a:lnTo>
                <a:lnTo>
                  <a:pt x="20048" y="26687"/>
                </a:lnTo>
                <a:lnTo>
                  <a:pt x="25752" y="26687"/>
                </a:lnTo>
                <a:lnTo>
                  <a:pt x="25752" y="28721"/>
                </a:lnTo>
                <a:close/>
                <a:moveTo>
                  <a:pt x="24084" y="31190"/>
                </a:moveTo>
                <a:lnTo>
                  <a:pt x="25786" y="32858"/>
                </a:lnTo>
                <a:lnTo>
                  <a:pt x="25786" y="34893"/>
                </a:lnTo>
                <a:lnTo>
                  <a:pt x="20048" y="34893"/>
                </a:lnTo>
                <a:lnTo>
                  <a:pt x="16346" y="31190"/>
                </a:lnTo>
                <a:close/>
                <a:moveTo>
                  <a:pt x="23050" y="45800"/>
                </a:moveTo>
                <a:lnTo>
                  <a:pt x="21182" y="45800"/>
                </a:lnTo>
                <a:lnTo>
                  <a:pt x="19781" y="44366"/>
                </a:lnTo>
                <a:lnTo>
                  <a:pt x="19781" y="42365"/>
                </a:lnTo>
                <a:lnTo>
                  <a:pt x="21082" y="41030"/>
                </a:lnTo>
                <a:lnTo>
                  <a:pt x="21082" y="43832"/>
                </a:lnTo>
                <a:close/>
                <a:moveTo>
                  <a:pt x="18981" y="43132"/>
                </a:moveTo>
                <a:lnTo>
                  <a:pt x="18981" y="44700"/>
                </a:lnTo>
                <a:lnTo>
                  <a:pt x="20082" y="45800"/>
                </a:lnTo>
                <a:lnTo>
                  <a:pt x="16346" y="45800"/>
                </a:lnTo>
                <a:close/>
                <a:moveTo>
                  <a:pt x="15778" y="45233"/>
                </a:moveTo>
                <a:lnTo>
                  <a:pt x="15778" y="41497"/>
                </a:lnTo>
                <a:lnTo>
                  <a:pt x="16879" y="42598"/>
                </a:lnTo>
                <a:lnTo>
                  <a:pt x="17046" y="42598"/>
                </a:lnTo>
                <a:lnTo>
                  <a:pt x="18414" y="42598"/>
                </a:lnTo>
                <a:close/>
                <a:moveTo>
                  <a:pt x="19214" y="41797"/>
                </a:moveTo>
                <a:lnTo>
                  <a:pt x="17213" y="41797"/>
                </a:lnTo>
                <a:lnTo>
                  <a:pt x="15778" y="40363"/>
                </a:lnTo>
                <a:lnTo>
                  <a:pt x="15778" y="38495"/>
                </a:lnTo>
                <a:lnTo>
                  <a:pt x="17747" y="40463"/>
                </a:lnTo>
                <a:lnTo>
                  <a:pt x="17913" y="40463"/>
                </a:lnTo>
                <a:lnTo>
                  <a:pt x="20515" y="40463"/>
                </a:lnTo>
                <a:close/>
                <a:moveTo>
                  <a:pt x="14978" y="45233"/>
                </a:moveTo>
                <a:lnTo>
                  <a:pt x="12343" y="42598"/>
                </a:lnTo>
                <a:lnTo>
                  <a:pt x="13744" y="42598"/>
                </a:lnTo>
                <a:lnTo>
                  <a:pt x="14011" y="42465"/>
                </a:lnTo>
                <a:lnTo>
                  <a:pt x="14978" y="41497"/>
                </a:lnTo>
                <a:close/>
                <a:moveTo>
                  <a:pt x="16346" y="46568"/>
                </a:moveTo>
                <a:lnTo>
                  <a:pt x="20082" y="46568"/>
                </a:lnTo>
                <a:lnTo>
                  <a:pt x="19114" y="47568"/>
                </a:lnTo>
                <a:lnTo>
                  <a:pt x="18981" y="47835"/>
                </a:lnTo>
                <a:lnTo>
                  <a:pt x="18981" y="49203"/>
                </a:lnTo>
                <a:close/>
                <a:moveTo>
                  <a:pt x="18414" y="49770"/>
                </a:moveTo>
                <a:lnTo>
                  <a:pt x="16879" y="49770"/>
                </a:lnTo>
                <a:lnTo>
                  <a:pt x="15778" y="50871"/>
                </a:lnTo>
                <a:lnTo>
                  <a:pt x="15778" y="47135"/>
                </a:lnTo>
                <a:close/>
                <a:moveTo>
                  <a:pt x="24351" y="49903"/>
                </a:moveTo>
                <a:lnTo>
                  <a:pt x="27654" y="46568"/>
                </a:lnTo>
                <a:lnTo>
                  <a:pt x="29822" y="46568"/>
                </a:lnTo>
                <a:lnTo>
                  <a:pt x="25886" y="50537"/>
                </a:lnTo>
                <a:lnTo>
                  <a:pt x="25886" y="56108"/>
                </a:lnTo>
                <a:lnTo>
                  <a:pt x="24351" y="54573"/>
                </a:lnTo>
                <a:lnTo>
                  <a:pt x="24351" y="49903"/>
                </a:lnTo>
                <a:close/>
                <a:moveTo>
                  <a:pt x="25786" y="59510"/>
                </a:moveTo>
                <a:lnTo>
                  <a:pt x="24084" y="61178"/>
                </a:lnTo>
                <a:lnTo>
                  <a:pt x="16346" y="61178"/>
                </a:lnTo>
                <a:lnTo>
                  <a:pt x="20048" y="57475"/>
                </a:lnTo>
                <a:lnTo>
                  <a:pt x="25752" y="57475"/>
                </a:lnTo>
                <a:lnTo>
                  <a:pt x="25752" y="59510"/>
                </a:lnTo>
                <a:close/>
                <a:moveTo>
                  <a:pt x="24084" y="61979"/>
                </a:moveTo>
                <a:lnTo>
                  <a:pt x="25786" y="63646"/>
                </a:lnTo>
                <a:lnTo>
                  <a:pt x="25786" y="65681"/>
                </a:lnTo>
                <a:lnTo>
                  <a:pt x="20048" y="65681"/>
                </a:lnTo>
                <a:lnTo>
                  <a:pt x="16346" y="61979"/>
                </a:lnTo>
                <a:lnTo>
                  <a:pt x="24084" y="61979"/>
                </a:lnTo>
                <a:close/>
                <a:moveTo>
                  <a:pt x="23050" y="76589"/>
                </a:moveTo>
                <a:lnTo>
                  <a:pt x="21182" y="76589"/>
                </a:lnTo>
                <a:lnTo>
                  <a:pt x="19781" y="75155"/>
                </a:lnTo>
                <a:lnTo>
                  <a:pt x="19781" y="73153"/>
                </a:lnTo>
                <a:lnTo>
                  <a:pt x="21082" y="71819"/>
                </a:lnTo>
                <a:lnTo>
                  <a:pt x="21082" y="74621"/>
                </a:lnTo>
                <a:close/>
                <a:moveTo>
                  <a:pt x="18981" y="73920"/>
                </a:moveTo>
                <a:lnTo>
                  <a:pt x="18981" y="75321"/>
                </a:lnTo>
                <a:lnTo>
                  <a:pt x="19114" y="75588"/>
                </a:lnTo>
                <a:lnTo>
                  <a:pt x="20082" y="76589"/>
                </a:lnTo>
                <a:lnTo>
                  <a:pt x="16346" y="76589"/>
                </a:lnTo>
                <a:close/>
                <a:moveTo>
                  <a:pt x="15778" y="76022"/>
                </a:moveTo>
                <a:lnTo>
                  <a:pt x="15778" y="72286"/>
                </a:lnTo>
                <a:lnTo>
                  <a:pt x="16879" y="73387"/>
                </a:lnTo>
                <a:lnTo>
                  <a:pt x="18414" y="73387"/>
                </a:lnTo>
                <a:close/>
                <a:moveTo>
                  <a:pt x="19214" y="72586"/>
                </a:moveTo>
                <a:lnTo>
                  <a:pt x="17213" y="72586"/>
                </a:lnTo>
                <a:lnTo>
                  <a:pt x="15778" y="71152"/>
                </a:lnTo>
                <a:lnTo>
                  <a:pt x="15778" y="69317"/>
                </a:lnTo>
                <a:lnTo>
                  <a:pt x="17747" y="71285"/>
                </a:lnTo>
                <a:lnTo>
                  <a:pt x="20515" y="71285"/>
                </a:lnTo>
                <a:close/>
                <a:moveTo>
                  <a:pt x="14978" y="76022"/>
                </a:moveTo>
                <a:lnTo>
                  <a:pt x="12343" y="73387"/>
                </a:lnTo>
                <a:lnTo>
                  <a:pt x="13744" y="73387"/>
                </a:lnTo>
                <a:lnTo>
                  <a:pt x="14011" y="73253"/>
                </a:lnTo>
                <a:lnTo>
                  <a:pt x="14978" y="72286"/>
                </a:lnTo>
                <a:close/>
                <a:moveTo>
                  <a:pt x="16346" y="77356"/>
                </a:moveTo>
                <a:lnTo>
                  <a:pt x="20082" y="77356"/>
                </a:lnTo>
                <a:lnTo>
                  <a:pt x="18981" y="78457"/>
                </a:lnTo>
                <a:lnTo>
                  <a:pt x="18981" y="80025"/>
                </a:lnTo>
                <a:close/>
                <a:moveTo>
                  <a:pt x="18414" y="80559"/>
                </a:moveTo>
                <a:lnTo>
                  <a:pt x="17046" y="80559"/>
                </a:lnTo>
                <a:lnTo>
                  <a:pt x="16879" y="80559"/>
                </a:lnTo>
                <a:lnTo>
                  <a:pt x="15778" y="81659"/>
                </a:lnTo>
                <a:lnTo>
                  <a:pt x="15778" y="77923"/>
                </a:lnTo>
                <a:close/>
                <a:moveTo>
                  <a:pt x="24351" y="80692"/>
                </a:moveTo>
                <a:lnTo>
                  <a:pt x="27654" y="77356"/>
                </a:lnTo>
                <a:lnTo>
                  <a:pt x="29822" y="77356"/>
                </a:lnTo>
                <a:lnTo>
                  <a:pt x="25886" y="81326"/>
                </a:lnTo>
                <a:lnTo>
                  <a:pt x="25886" y="86896"/>
                </a:lnTo>
                <a:lnTo>
                  <a:pt x="24351" y="85362"/>
                </a:lnTo>
                <a:lnTo>
                  <a:pt x="24351" y="80692"/>
                </a:lnTo>
                <a:close/>
                <a:moveTo>
                  <a:pt x="25786" y="90299"/>
                </a:moveTo>
                <a:lnTo>
                  <a:pt x="24084" y="91967"/>
                </a:lnTo>
                <a:lnTo>
                  <a:pt x="16346" y="91967"/>
                </a:lnTo>
                <a:lnTo>
                  <a:pt x="20048" y="88264"/>
                </a:lnTo>
                <a:lnTo>
                  <a:pt x="25752" y="88264"/>
                </a:lnTo>
                <a:lnTo>
                  <a:pt x="25752" y="90299"/>
                </a:lnTo>
                <a:close/>
                <a:moveTo>
                  <a:pt x="24084" y="92767"/>
                </a:moveTo>
                <a:lnTo>
                  <a:pt x="25786" y="94435"/>
                </a:lnTo>
                <a:lnTo>
                  <a:pt x="25786" y="96470"/>
                </a:lnTo>
                <a:lnTo>
                  <a:pt x="20048" y="96470"/>
                </a:lnTo>
                <a:lnTo>
                  <a:pt x="16346" y="92767"/>
                </a:lnTo>
                <a:close/>
                <a:moveTo>
                  <a:pt x="28254" y="95302"/>
                </a:moveTo>
                <a:lnTo>
                  <a:pt x="29555" y="95302"/>
                </a:lnTo>
                <a:lnTo>
                  <a:pt x="30389" y="96136"/>
                </a:lnTo>
                <a:lnTo>
                  <a:pt x="30389" y="97938"/>
                </a:lnTo>
                <a:lnTo>
                  <a:pt x="29155" y="96703"/>
                </a:lnTo>
                <a:lnTo>
                  <a:pt x="28854" y="96603"/>
                </a:lnTo>
                <a:lnTo>
                  <a:pt x="26986" y="96603"/>
                </a:lnTo>
                <a:close/>
                <a:moveTo>
                  <a:pt x="31189" y="96136"/>
                </a:moveTo>
                <a:lnTo>
                  <a:pt x="31990" y="95302"/>
                </a:lnTo>
                <a:lnTo>
                  <a:pt x="33291" y="95302"/>
                </a:lnTo>
                <a:lnTo>
                  <a:pt x="34592" y="96603"/>
                </a:lnTo>
                <a:lnTo>
                  <a:pt x="32691" y="96603"/>
                </a:lnTo>
                <a:lnTo>
                  <a:pt x="32424" y="96703"/>
                </a:lnTo>
                <a:lnTo>
                  <a:pt x="31156" y="97938"/>
                </a:lnTo>
                <a:lnTo>
                  <a:pt x="31156" y="96136"/>
                </a:lnTo>
                <a:close/>
                <a:moveTo>
                  <a:pt x="35793" y="94435"/>
                </a:moveTo>
                <a:lnTo>
                  <a:pt x="37461" y="92767"/>
                </a:lnTo>
                <a:lnTo>
                  <a:pt x="45233" y="92767"/>
                </a:lnTo>
                <a:lnTo>
                  <a:pt x="41497" y="96470"/>
                </a:lnTo>
                <a:lnTo>
                  <a:pt x="35793" y="96470"/>
                </a:lnTo>
                <a:close/>
                <a:moveTo>
                  <a:pt x="54873" y="92767"/>
                </a:moveTo>
                <a:lnTo>
                  <a:pt x="56574" y="94435"/>
                </a:lnTo>
                <a:lnTo>
                  <a:pt x="56574" y="96470"/>
                </a:lnTo>
                <a:lnTo>
                  <a:pt x="50837" y="96470"/>
                </a:lnTo>
                <a:lnTo>
                  <a:pt x="47134" y="92767"/>
                </a:lnTo>
                <a:close/>
                <a:moveTo>
                  <a:pt x="59043" y="95302"/>
                </a:moveTo>
                <a:lnTo>
                  <a:pt x="60344" y="95302"/>
                </a:lnTo>
                <a:lnTo>
                  <a:pt x="61178" y="96136"/>
                </a:lnTo>
                <a:lnTo>
                  <a:pt x="61178" y="97938"/>
                </a:lnTo>
                <a:lnTo>
                  <a:pt x="59943" y="96703"/>
                </a:lnTo>
                <a:lnTo>
                  <a:pt x="59676" y="96603"/>
                </a:lnTo>
                <a:lnTo>
                  <a:pt x="57775" y="96603"/>
                </a:lnTo>
                <a:close/>
                <a:moveTo>
                  <a:pt x="61978" y="96136"/>
                </a:moveTo>
                <a:lnTo>
                  <a:pt x="62779" y="95302"/>
                </a:lnTo>
                <a:lnTo>
                  <a:pt x="64080" y="95302"/>
                </a:lnTo>
                <a:lnTo>
                  <a:pt x="65381" y="96603"/>
                </a:lnTo>
                <a:lnTo>
                  <a:pt x="63479" y="96603"/>
                </a:lnTo>
                <a:lnTo>
                  <a:pt x="63212" y="96703"/>
                </a:lnTo>
                <a:lnTo>
                  <a:pt x="61978" y="97938"/>
                </a:lnTo>
                <a:close/>
                <a:moveTo>
                  <a:pt x="66581" y="94435"/>
                </a:moveTo>
                <a:lnTo>
                  <a:pt x="68249" y="92767"/>
                </a:lnTo>
                <a:lnTo>
                  <a:pt x="76021" y="92767"/>
                </a:lnTo>
                <a:lnTo>
                  <a:pt x="72285" y="96470"/>
                </a:lnTo>
                <a:lnTo>
                  <a:pt x="66581" y="96470"/>
                </a:lnTo>
                <a:lnTo>
                  <a:pt x="66581" y="94435"/>
                </a:lnTo>
                <a:close/>
                <a:moveTo>
                  <a:pt x="85662" y="92767"/>
                </a:moveTo>
                <a:lnTo>
                  <a:pt x="87363" y="94435"/>
                </a:lnTo>
                <a:lnTo>
                  <a:pt x="87363" y="96470"/>
                </a:lnTo>
                <a:lnTo>
                  <a:pt x="81659" y="96470"/>
                </a:lnTo>
                <a:lnTo>
                  <a:pt x="77923" y="92767"/>
                </a:lnTo>
                <a:close/>
                <a:moveTo>
                  <a:pt x="89831" y="95302"/>
                </a:moveTo>
                <a:lnTo>
                  <a:pt x="91132" y="95302"/>
                </a:lnTo>
                <a:lnTo>
                  <a:pt x="91966" y="96136"/>
                </a:lnTo>
                <a:lnTo>
                  <a:pt x="91966" y="97938"/>
                </a:lnTo>
                <a:lnTo>
                  <a:pt x="90732" y="96703"/>
                </a:lnTo>
                <a:lnTo>
                  <a:pt x="90465" y="96603"/>
                </a:lnTo>
                <a:lnTo>
                  <a:pt x="88564" y="96603"/>
                </a:lnTo>
                <a:close/>
                <a:moveTo>
                  <a:pt x="92767" y="96136"/>
                </a:moveTo>
                <a:lnTo>
                  <a:pt x="93567" y="95302"/>
                </a:lnTo>
                <a:lnTo>
                  <a:pt x="94868" y="95302"/>
                </a:lnTo>
                <a:lnTo>
                  <a:pt x="96169" y="96603"/>
                </a:lnTo>
                <a:lnTo>
                  <a:pt x="94268" y="96603"/>
                </a:lnTo>
                <a:lnTo>
                  <a:pt x="94001" y="96703"/>
                </a:lnTo>
                <a:lnTo>
                  <a:pt x="92767" y="97938"/>
                </a:lnTo>
                <a:lnTo>
                  <a:pt x="92767" y="96136"/>
                </a:lnTo>
                <a:close/>
                <a:moveTo>
                  <a:pt x="97370" y="94435"/>
                </a:moveTo>
                <a:lnTo>
                  <a:pt x="99071" y="92767"/>
                </a:lnTo>
                <a:lnTo>
                  <a:pt x="106810" y="92767"/>
                </a:lnTo>
                <a:lnTo>
                  <a:pt x="103074" y="96470"/>
                </a:lnTo>
                <a:lnTo>
                  <a:pt x="97370" y="96470"/>
                </a:lnTo>
                <a:lnTo>
                  <a:pt x="97370" y="94435"/>
                </a:lnTo>
                <a:close/>
                <a:moveTo>
                  <a:pt x="116450" y="92767"/>
                </a:moveTo>
                <a:lnTo>
                  <a:pt x="118152" y="94435"/>
                </a:lnTo>
                <a:lnTo>
                  <a:pt x="118152" y="96470"/>
                </a:lnTo>
                <a:lnTo>
                  <a:pt x="112447" y="96470"/>
                </a:lnTo>
                <a:lnTo>
                  <a:pt x="108711" y="92767"/>
                </a:lnTo>
                <a:close/>
                <a:moveTo>
                  <a:pt x="120653" y="95302"/>
                </a:moveTo>
                <a:lnTo>
                  <a:pt x="121954" y="95302"/>
                </a:lnTo>
                <a:lnTo>
                  <a:pt x="122755" y="96136"/>
                </a:lnTo>
                <a:lnTo>
                  <a:pt x="122755" y="97938"/>
                </a:lnTo>
                <a:lnTo>
                  <a:pt x="121521" y="96703"/>
                </a:lnTo>
                <a:lnTo>
                  <a:pt x="121254" y="96603"/>
                </a:lnTo>
                <a:lnTo>
                  <a:pt x="119352" y="96603"/>
                </a:lnTo>
                <a:close/>
                <a:moveTo>
                  <a:pt x="123555" y="96136"/>
                </a:moveTo>
                <a:lnTo>
                  <a:pt x="124389" y="95302"/>
                </a:lnTo>
                <a:lnTo>
                  <a:pt x="125657" y="95302"/>
                </a:lnTo>
                <a:lnTo>
                  <a:pt x="126958" y="96603"/>
                </a:lnTo>
                <a:lnTo>
                  <a:pt x="125056" y="96603"/>
                </a:lnTo>
                <a:lnTo>
                  <a:pt x="124790" y="96703"/>
                </a:lnTo>
                <a:lnTo>
                  <a:pt x="123555" y="97938"/>
                </a:lnTo>
                <a:lnTo>
                  <a:pt x="123555" y="96136"/>
                </a:lnTo>
                <a:close/>
                <a:moveTo>
                  <a:pt x="128159" y="94435"/>
                </a:moveTo>
                <a:lnTo>
                  <a:pt x="129860" y="92767"/>
                </a:lnTo>
                <a:lnTo>
                  <a:pt x="137599" y="92767"/>
                </a:lnTo>
                <a:lnTo>
                  <a:pt x="133863" y="96470"/>
                </a:lnTo>
                <a:lnTo>
                  <a:pt x="128159" y="96470"/>
                </a:lnTo>
                <a:lnTo>
                  <a:pt x="128159" y="94435"/>
                </a:lnTo>
                <a:close/>
                <a:moveTo>
                  <a:pt x="147272" y="92767"/>
                </a:moveTo>
                <a:lnTo>
                  <a:pt x="148940" y="94435"/>
                </a:lnTo>
                <a:lnTo>
                  <a:pt x="148940" y="96470"/>
                </a:lnTo>
                <a:lnTo>
                  <a:pt x="143236" y="96470"/>
                </a:lnTo>
                <a:lnTo>
                  <a:pt x="139500" y="92767"/>
                </a:lnTo>
                <a:close/>
                <a:moveTo>
                  <a:pt x="151442" y="95302"/>
                </a:moveTo>
                <a:lnTo>
                  <a:pt x="152743" y="95302"/>
                </a:lnTo>
                <a:lnTo>
                  <a:pt x="153543" y="96136"/>
                </a:lnTo>
                <a:lnTo>
                  <a:pt x="153543" y="97938"/>
                </a:lnTo>
                <a:lnTo>
                  <a:pt x="152309" y="96703"/>
                </a:lnTo>
                <a:lnTo>
                  <a:pt x="152042" y="96603"/>
                </a:lnTo>
                <a:lnTo>
                  <a:pt x="150141" y="96603"/>
                </a:lnTo>
                <a:close/>
                <a:moveTo>
                  <a:pt x="154344" y="96136"/>
                </a:moveTo>
                <a:lnTo>
                  <a:pt x="155178" y="95302"/>
                </a:lnTo>
                <a:lnTo>
                  <a:pt x="156479" y="95302"/>
                </a:lnTo>
                <a:lnTo>
                  <a:pt x="157746" y="96603"/>
                </a:lnTo>
                <a:lnTo>
                  <a:pt x="155845" y="96603"/>
                </a:lnTo>
                <a:lnTo>
                  <a:pt x="155578" y="96703"/>
                </a:lnTo>
                <a:lnTo>
                  <a:pt x="154344" y="97938"/>
                </a:lnTo>
                <a:close/>
                <a:moveTo>
                  <a:pt x="158947" y="94435"/>
                </a:moveTo>
                <a:lnTo>
                  <a:pt x="160649" y="92767"/>
                </a:lnTo>
                <a:lnTo>
                  <a:pt x="168387" y="92767"/>
                </a:lnTo>
                <a:lnTo>
                  <a:pt x="164651" y="96470"/>
                </a:lnTo>
                <a:lnTo>
                  <a:pt x="158947" y="96470"/>
                </a:lnTo>
                <a:lnTo>
                  <a:pt x="158947" y="94435"/>
                </a:lnTo>
                <a:close/>
                <a:moveTo>
                  <a:pt x="178061" y="92767"/>
                </a:moveTo>
                <a:lnTo>
                  <a:pt x="179729" y="94435"/>
                </a:lnTo>
                <a:lnTo>
                  <a:pt x="179729" y="96470"/>
                </a:lnTo>
                <a:lnTo>
                  <a:pt x="174025" y="96470"/>
                </a:lnTo>
                <a:lnTo>
                  <a:pt x="170289" y="92767"/>
                </a:lnTo>
                <a:close/>
                <a:moveTo>
                  <a:pt x="182231" y="95302"/>
                </a:moveTo>
                <a:lnTo>
                  <a:pt x="183532" y="95302"/>
                </a:lnTo>
                <a:lnTo>
                  <a:pt x="184332" y="96136"/>
                </a:lnTo>
                <a:lnTo>
                  <a:pt x="184332" y="97938"/>
                </a:lnTo>
                <a:lnTo>
                  <a:pt x="183098" y="96703"/>
                </a:lnTo>
                <a:lnTo>
                  <a:pt x="182831" y="96603"/>
                </a:lnTo>
                <a:lnTo>
                  <a:pt x="180930" y="96603"/>
                </a:lnTo>
                <a:close/>
                <a:moveTo>
                  <a:pt x="185133" y="96136"/>
                </a:moveTo>
                <a:lnTo>
                  <a:pt x="185967" y="95302"/>
                </a:lnTo>
                <a:lnTo>
                  <a:pt x="187268" y="95302"/>
                </a:lnTo>
                <a:lnTo>
                  <a:pt x="188535" y="96603"/>
                </a:lnTo>
                <a:lnTo>
                  <a:pt x="186667" y="96603"/>
                </a:lnTo>
                <a:lnTo>
                  <a:pt x="186367" y="96703"/>
                </a:lnTo>
                <a:lnTo>
                  <a:pt x="185133" y="97938"/>
                </a:lnTo>
                <a:close/>
                <a:moveTo>
                  <a:pt x="189736" y="94435"/>
                </a:moveTo>
                <a:lnTo>
                  <a:pt x="191437" y="92767"/>
                </a:lnTo>
                <a:lnTo>
                  <a:pt x="199176" y="92767"/>
                </a:lnTo>
                <a:lnTo>
                  <a:pt x="195473" y="96470"/>
                </a:lnTo>
                <a:lnTo>
                  <a:pt x="189736" y="96470"/>
                </a:lnTo>
                <a:lnTo>
                  <a:pt x="189736" y="94435"/>
                </a:lnTo>
                <a:close/>
                <a:moveTo>
                  <a:pt x="208850" y="92767"/>
                </a:moveTo>
                <a:lnTo>
                  <a:pt x="210518" y="94435"/>
                </a:lnTo>
                <a:lnTo>
                  <a:pt x="210518" y="96470"/>
                </a:lnTo>
                <a:lnTo>
                  <a:pt x="204813" y="96470"/>
                </a:lnTo>
                <a:lnTo>
                  <a:pt x="201077" y="92767"/>
                </a:lnTo>
                <a:close/>
                <a:moveTo>
                  <a:pt x="213019" y="95302"/>
                </a:moveTo>
                <a:lnTo>
                  <a:pt x="214320" y="95302"/>
                </a:lnTo>
                <a:lnTo>
                  <a:pt x="215121" y="96136"/>
                </a:lnTo>
                <a:lnTo>
                  <a:pt x="215121" y="97938"/>
                </a:lnTo>
                <a:lnTo>
                  <a:pt x="213887" y="96703"/>
                </a:lnTo>
                <a:lnTo>
                  <a:pt x="213620" y="96603"/>
                </a:lnTo>
                <a:lnTo>
                  <a:pt x="211718" y="96603"/>
                </a:lnTo>
                <a:close/>
                <a:moveTo>
                  <a:pt x="215921" y="96136"/>
                </a:moveTo>
                <a:lnTo>
                  <a:pt x="216755" y="95302"/>
                </a:lnTo>
                <a:lnTo>
                  <a:pt x="218056" y="95302"/>
                </a:lnTo>
                <a:lnTo>
                  <a:pt x="219324" y="96603"/>
                </a:lnTo>
                <a:lnTo>
                  <a:pt x="217456" y="96603"/>
                </a:lnTo>
                <a:lnTo>
                  <a:pt x="217156" y="96703"/>
                </a:lnTo>
                <a:lnTo>
                  <a:pt x="215921" y="97938"/>
                </a:lnTo>
                <a:close/>
                <a:moveTo>
                  <a:pt x="220558" y="94435"/>
                </a:moveTo>
                <a:lnTo>
                  <a:pt x="222226" y="92767"/>
                </a:lnTo>
                <a:lnTo>
                  <a:pt x="229965" y="92767"/>
                </a:lnTo>
                <a:lnTo>
                  <a:pt x="226262" y="96470"/>
                </a:lnTo>
                <a:lnTo>
                  <a:pt x="220525" y="96470"/>
                </a:lnTo>
                <a:lnTo>
                  <a:pt x="220525" y="94435"/>
                </a:lnTo>
                <a:close/>
                <a:moveTo>
                  <a:pt x="222226" y="91967"/>
                </a:moveTo>
                <a:lnTo>
                  <a:pt x="220558" y="90299"/>
                </a:lnTo>
                <a:lnTo>
                  <a:pt x="220558" y="88264"/>
                </a:lnTo>
                <a:lnTo>
                  <a:pt x="226262" y="88264"/>
                </a:lnTo>
                <a:lnTo>
                  <a:pt x="229965" y="91967"/>
                </a:lnTo>
                <a:close/>
                <a:moveTo>
                  <a:pt x="223260" y="77356"/>
                </a:moveTo>
                <a:lnTo>
                  <a:pt x="225128" y="77356"/>
                </a:lnTo>
                <a:lnTo>
                  <a:pt x="226529" y="78791"/>
                </a:lnTo>
                <a:lnTo>
                  <a:pt x="226529" y="80792"/>
                </a:lnTo>
                <a:lnTo>
                  <a:pt x="225228" y="82126"/>
                </a:lnTo>
                <a:lnTo>
                  <a:pt x="225228" y="79324"/>
                </a:lnTo>
                <a:close/>
                <a:moveTo>
                  <a:pt x="227330" y="80025"/>
                </a:moveTo>
                <a:lnTo>
                  <a:pt x="227330" y="78457"/>
                </a:lnTo>
                <a:lnTo>
                  <a:pt x="226229" y="77356"/>
                </a:lnTo>
                <a:lnTo>
                  <a:pt x="229965" y="77356"/>
                </a:lnTo>
                <a:close/>
                <a:moveTo>
                  <a:pt x="230532" y="77923"/>
                </a:moveTo>
                <a:lnTo>
                  <a:pt x="230532" y="81659"/>
                </a:lnTo>
                <a:lnTo>
                  <a:pt x="229431" y="80559"/>
                </a:lnTo>
                <a:lnTo>
                  <a:pt x="229264" y="80559"/>
                </a:lnTo>
                <a:lnTo>
                  <a:pt x="227897" y="80559"/>
                </a:lnTo>
                <a:close/>
                <a:moveTo>
                  <a:pt x="227096" y="81359"/>
                </a:moveTo>
                <a:lnTo>
                  <a:pt x="229097" y="81359"/>
                </a:lnTo>
                <a:lnTo>
                  <a:pt x="230532" y="82794"/>
                </a:lnTo>
                <a:lnTo>
                  <a:pt x="230532" y="84662"/>
                </a:lnTo>
                <a:lnTo>
                  <a:pt x="228564" y="82693"/>
                </a:lnTo>
                <a:lnTo>
                  <a:pt x="228397" y="82693"/>
                </a:lnTo>
                <a:lnTo>
                  <a:pt x="225795" y="82693"/>
                </a:lnTo>
                <a:close/>
                <a:moveTo>
                  <a:pt x="231332" y="77923"/>
                </a:moveTo>
                <a:lnTo>
                  <a:pt x="233968" y="80559"/>
                </a:lnTo>
                <a:lnTo>
                  <a:pt x="232567" y="80559"/>
                </a:lnTo>
                <a:lnTo>
                  <a:pt x="232300" y="80692"/>
                </a:lnTo>
                <a:lnTo>
                  <a:pt x="231332" y="81659"/>
                </a:lnTo>
                <a:lnTo>
                  <a:pt x="231332" y="77923"/>
                </a:lnTo>
                <a:close/>
                <a:moveTo>
                  <a:pt x="229965" y="76589"/>
                </a:moveTo>
                <a:lnTo>
                  <a:pt x="226229" y="76589"/>
                </a:lnTo>
                <a:lnTo>
                  <a:pt x="227229" y="75588"/>
                </a:lnTo>
                <a:lnTo>
                  <a:pt x="227330" y="75321"/>
                </a:lnTo>
                <a:lnTo>
                  <a:pt x="227330" y="73920"/>
                </a:lnTo>
                <a:close/>
                <a:moveTo>
                  <a:pt x="227897" y="73387"/>
                </a:moveTo>
                <a:lnTo>
                  <a:pt x="229431" y="73387"/>
                </a:lnTo>
                <a:lnTo>
                  <a:pt x="230532" y="72286"/>
                </a:lnTo>
                <a:lnTo>
                  <a:pt x="230532" y="76022"/>
                </a:lnTo>
                <a:close/>
                <a:moveTo>
                  <a:pt x="221959" y="73253"/>
                </a:moveTo>
                <a:lnTo>
                  <a:pt x="218657" y="76589"/>
                </a:lnTo>
                <a:lnTo>
                  <a:pt x="216488" y="76589"/>
                </a:lnTo>
                <a:lnTo>
                  <a:pt x="220425" y="72620"/>
                </a:lnTo>
                <a:lnTo>
                  <a:pt x="220425" y="67049"/>
                </a:lnTo>
                <a:lnTo>
                  <a:pt x="221959" y="68583"/>
                </a:lnTo>
                <a:lnTo>
                  <a:pt x="221959" y="73253"/>
                </a:lnTo>
                <a:close/>
                <a:moveTo>
                  <a:pt x="220558" y="63646"/>
                </a:moveTo>
                <a:lnTo>
                  <a:pt x="222226" y="61979"/>
                </a:lnTo>
                <a:lnTo>
                  <a:pt x="229965" y="61979"/>
                </a:lnTo>
                <a:lnTo>
                  <a:pt x="226262" y="65681"/>
                </a:lnTo>
                <a:lnTo>
                  <a:pt x="220525" y="65681"/>
                </a:lnTo>
                <a:lnTo>
                  <a:pt x="220525" y="63646"/>
                </a:lnTo>
                <a:close/>
                <a:moveTo>
                  <a:pt x="222226" y="61178"/>
                </a:moveTo>
                <a:lnTo>
                  <a:pt x="220558" y="59510"/>
                </a:lnTo>
                <a:lnTo>
                  <a:pt x="220558" y="57475"/>
                </a:lnTo>
                <a:lnTo>
                  <a:pt x="226262" y="57475"/>
                </a:lnTo>
                <a:lnTo>
                  <a:pt x="229965" y="61178"/>
                </a:lnTo>
                <a:close/>
                <a:moveTo>
                  <a:pt x="223260" y="46568"/>
                </a:moveTo>
                <a:lnTo>
                  <a:pt x="225128" y="46568"/>
                </a:lnTo>
                <a:lnTo>
                  <a:pt x="226529" y="48002"/>
                </a:lnTo>
                <a:lnTo>
                  <a:pt x="226529" y="50003"/>
                </a:lnTo>
                <a:lnTo>
                  <a:pt x="225228" y="51338"/>
                </a:lnTo>
                <a:lnTo>
                  <a:pt x="225228" y="48536"/>
                </a:lnTo>
                <a:close/>
                <a:moveTo>
                  <a:pt x="227330" y="49236"/>
                </a:moveTo>
                <a:lnTo>
                  <a:pt x="227330" y="47835"/>
                </a:lnTo>
                <a:lnTo>
                  <a:pt x="227229" y="47568"/>
                </a:lnTo>
                <a:lnTo>
                  <a:pt x="226229" y="46568"/>
                </a:lnTo>
                <a:lnTo>
                  <a:pt x="229965" y="46568"/>
                </a:lnTo>
                <a:close/>
                <a:moveTo>
                  <a:pt x="230532" y="47135"/>
                </a:moveTo>
                <a:lnTo>
                  <a:pt x="230532" y="50871"/>
                </a:lnTo>
                <a:lnTo>
                  <a:pt x="229431" y="49770"/>
                </a:lnTo>
                <a:lnTo>
                  <a:pt x="227897" y="49770"/>
                </a:lnTo>
                <a:close/>
                <a:moveTo>
                  <a:pt x="227096" y="50570"/>
                </a:moveTo>
                <a:lnTo>
                  <a:pt x="229097" y="50570"/>
                </a:lnTo>
                <a:lnTo>
                  <a:pt x="230532" y="52005"/>
                </a:lnTo>
                <a:lnTo>
                  <a:pt x="230532" y="53873"/>
                </a:lnTo>
                <a:lnTo>
                  <a:pt x="228564" y="51905"/>
                </a:lnTo>
                <a:lnTo>
                  <a:pt x="225762" y="51905"/>
                </a:lnTo>
                <a:close/>
                <a:moveTo>
                  <a:pt x="231332" y="47135"/>
                </a:moveTo>
                <a:lnTo>
                  <a:pt x="233968" y="49770"/>
                </a:lnTo>
                <a:lnTo>
                  <a:pt x="232567" y="49770"/>
                </a:lnTo>
                <a:lnTo>
                  <a:pt x="232300" y="49903"/>
                </a:lnTo>
                <a:lnTo>
                  <a:pt x="231332" y="50871"/>
                </a:lnTo>
                <a:lnTo>
                  <a:pt x="231332" y="47135"/>
                </a:lnTo>
                <a:close/>
                <a:moveTo>
                  <a:pt x="229965" y="45800"/>
                </a:moveTo>
                <a:lnTo>
                  <a:pt x="226229" y="45800"/>
                </a:lnTo>
                <a:lnTo>
                  <a:pt x="227330" y="44700"/>
                </a:lnTo>
                <a:lnTo>
                  <a:pt x="227330" y="43132"/>
                </a:lnTo>
                <a:close/>
                <a:moveTo>
                  <a:pt x="227897" y="42598"/>
                </a:moveTo>
                <a:lnTo>
                  <a:pt x="229264" y="42598"/>
                </a:lnTo>
                <a:lnTo>
                  <a:pt x="229431" y="42598"/>
                </a:lnTo>
                <a:lnTo>
                  <a:pt x="230532" y="41497"/>
                </a:lnTo>
                <a:lnTo>
                  <a:pt x="230532" y="45233"/>
                </a:lnTo>
                <a:close/>
                <a:moveTo>
                  <a:pt x="221959" y="42465"/>
                </a:moveTo>
                <a:lnTo>
                  <a:pt x="218657" y="45800"/>
                </a:lnTo>
                <a:lnTo>
                  <a:pt x="216488" y="45800"/>
                </a:lnTo>
                <a:lnTo>
                  <a:pt x="220425" y="41831"/>
                </a:lnTo>
                <a:lnTo>
                  <a:pt x="220425" y="36260"/>
                </a:lnTo>
                <a:lnTo>
                  <a:pt x="221959" y="37795"/>
                </a:lnTo>
                <a:lnTo>
                  <a:pt x="221959" y="42465"/>
                </a:lnTo>
                <a:close/>
                <a:moveTo>
                  <a:pt x="220558" y="32858"/>
                </a:moveTo>
                <a:lnTo>
                  <a:pt x="222226" y="31190"/>
                </a:lnTo>
                <a:lnTo>
                  <a:pt x="229965" y="31190"/>
                </a:lnTo>
                <a:lnTo>
                  <a:pt x="226262" y="34893"/>
                </a:lnTo>
                <a:lnTo>
                  <a:pt x="220525" y="34893"/>
                </a:lnTo>
                <a:lnTo>
                  <a:pt x="220525" y="32858"/>
                </a:lnTo>
                <a:close/>
                <a:moveTo>
                  <a:pt x="222226" y="30389"/>
                </a:moveTo>
                <a:lnTo>
                  <a:pt x="220558" y="28721"/>
                </a:lnTo>
                <a:lnTo>
                  <a:pt x="220558" y="26687"/>
                </a:lnTo>
                <a:lnTo>
                  <a:pt x="226262" y="26687"/>
                </a:lnTo>
                <a:lnTo>
                  <a:pt x="229965" y="30389"/>
                </a:lnTo>
                <a:lnTo>
                  <a:pt x="222226" y="30389"/>
                </a:lnTo>
                <a:close/>
                <a:moveTo>
                  <a:pt x="219657" y="25786"/>
                </a:moveTo>
                <a:lnTo>
                  <a:pt x="217623" y="25786"/>
                </a:lnTo>
                <a:lnTo>
                  <a:pt x="215921" y="24085"/>
                </a:lnTo>
                <a:lnTo>
                  <a:pt x="215921" y="16346"/>
                </a:lnTo>
                <a:lnTo>
                  <a:pt x="219657" y="20049"/>
                </a:lnTo>
                <a:lnTo>
                  <a:pt x="219657" y="25786"/>
                </a:lnTo>
                <a:close/>
                <a:moveTo>
                  <a:pt x="215121" y="24085"/>
                </a:moveTo>
                <a:lnTo>
                  <a:pt x="213453" y="25786"/>
                </a:lnTo>
                <a:lnTo>
                  <a:pt x="211418" y="25786"/>
                </a:lnTo>
                <a:lnTo>
                  <a:pt x="211418" y="20049"/>
                </a:lnTo>
                <a:lnTo>
                  <a:pt x="215121" y="16346"/>
                </a:lnTo>
                <a:lnTo>
                  <a:pt x="215121" y="24085"/>
                </a:lnTo>
                <a:close/>
                <a:moveTo>
                  <a:pt x="202679" y="21083"/>
                </a:moveTo>
                <a:lnTo>
                  <a:pt x="202512" y="21083"/>
                </a:lnTo>
                <a:lnTo>
                  <a:pt x="200544" y="23051"/>
                </a:lnTo>
                <a:lnTo>
                  <a:pt x="200544" y="21216"/>
                </a:lnTo>
                <a:lnTo>
                  <a:pt x="201945" y="19782"/>
                </a:lnTo>
                <a:lnTo>
                  <a:pt x="203979" y="19782"/>
                </a:lnTo>
                <a:lnTo>
                  <a:pt x="205280" y="21083"/>
                </a:lnTo>
                <a:close/>
                <a:moveTo>
                  <a:pt x="203746" y="18447"/>
                </a:moveTo>
                <a:lnTo>
                  <a:pt x="201077" y="15779"/>
                </a:lnTo>
                <a:lnTo>
                  <a:pt x="204847" y="15779"/>
                </a:lnTo>
                <a:lnTo>
                  <a:pt x="203746" y="16880"/>
                </a:lnTo>
                <a:lnTo>
                  <a:pt x="203746" y="18447"/>
                </a:lnTo>
                <a:close/>
                <a:moveTo>
                  <a:pt x="200544" y="14445"/>
                </a:moveTo>
                <a:lnTo>
                  <a:pt x="200544" y="10709"/>
                </a:lnTo>
                <a:lnTo>
                  <a:pt x="201644" y="11776"/>
                </a:lnTo>
                <a:lnTo>
                  <a:pt x="203179" y="11776"/>
                </a:lnTo>
                <a:close/>
                <a:moveTo>
                  <a:pt x="199743" y="14445"/>
                </a:moveTo>
                <a:lnTo>
                  <a:pt x="197108" y="11776"/>
                </a:lnTo>
                <a:lnTo>
                  <a:pt x="198476" y="11776"/>
                </a:lnTo>
                <a:lnTo>
                  <a:pt x="198776" y="11676"/>
                </a:lnTo>
                <a:lnTo>
                  <a:pt x="199743" y="10709"/>
                </a:lnTo>
                <a:lnTo>
                  <a:pt x="199743" y="14445"/>
                </a:lnTo>
                <a:close/>
                <a:moveTo>
                  <a:pt x="199176" y="15779"/>
                </a:moveTo>
                <a:lnTo>
                  <a:pt x="196541" y="18414"/>
                </a:lnTo>
                <a:lnTo>
                  <a:pt x="196541" y="16880"/>
                </a:lnTo>
                <a:lnTo>
                  <a:pt x="195440" y="15779"/>
                </a:lnTo>
                <a:close/>
                <a:moveTo>
                  <a:pt x="199743" y="16346"/>
                </a:moveTo>
                <a:lnTo>
                  <a:pt x="199743" y="20082"/>
                </a:lnTo>
                <a:lnTo>
                  <a:pt x="198776" y="19115"/>
                </a:lnTo>
                <a:lnTo>
                  <a:pt x="198476" y="18981"/>
                </a:lnTo>
                <a:lnTo>
                  <a:pt x="197108" y="18981"/>
                </a:lnTo>
                <a:close/>
                <a:moveTo>
                  <a:pt x="188869" y="25786"/>
                </a:moveTo>
                <a:lnTo>
                  <a:pt x="186801" y="25786"/>
                </a:lnTo>
                <a:lnTo>
                  <a:pt x="185133" y="24085"/>
                </a:lnTo>
                <a:lnTo>
                  <a:pt x="185133" y="16346"/>
                </a:lnTo>
                <a:lnTo>
                  <a:pt x="188869" y="20049"/>
                </a:lnTo>
                <a:lnTo>
                  <a:pt x="188869" y="25786"/>
                </a:lnTo>
                <a:close/>
                <a:moveTo>
                  <a:pt x="184332" y="24085"/>
                </a:moveTo>
                <a:lnTo>
                  <a:pt x="182664" y="25786"/>
                </a:lnTo>
                <a:lnTo>
                  <a:pt x="180629" y="25786"/>
                </a:lnTo>
                <a:lnTo>
                  <a:pt x="180629" y="20049"/>
                </a:lnTo>
                <a:lnTo>
                  <a:pt x="184332" y="16346"/>
                </a:lnTo>
                <a:lnTo>
                  <a:pt x="184332" y="24085"/>
                </a:lnTo>
                <a:close/>
                <a:moveTo>
                  <a:pt x="171723" y="21083"/>
                </a:moveTo>
                <a:lnTo>
                  <a:pt x="169755" y="23051"/>
                </a:lnTo>
                <a:lnTo>
                  <a:pt x="169755" y="21216"/>
                </a:lnTo>
                <a:lnTo>
                  <a:pt x="171156" y="19782"/>
                </a:lnTo>
                <a:lnTo>
                  <a:pt x="173157" y="19782"/>
                </a:lnTo>
                <a:lnTo>
                  <a:pt x="174492" y="21083"/>
                </a:lnTo>
                <a:close/>
                <a:moveTo>
                  <a:pt x="172957" y="18447"/>
                </a:moveTo>
                <a:lnTo>
                  <a:pt x="170289" y="15779"/>
                </a:lnTo>
                <a:lnTo>
                  <a:pt x="174025" y="15779"/>
                </a:lnTo>
                <a:lnTo>
                  <a:pt x="172957" y="16880"/>
                </a:lnTo>
                <a:lnTo>
                  <a:pt x="172957" y="18447"/>
                </a:lnTo>
                <a:close/>
                <a:moveTo>
                  <a:pt x="169755" y="14445"/>
                </a:moveTo>
                <a:lnTo>
                  <a:pt x="169755" y="10709"/>
                </a:lnTo>
                <a:lnTo>
                  <a:pt x="170722" y="11676"/>
                </a:lnTo>
                <a:lnTo>
                  <a:pt x="170989" y="11809"/>
                </a:lnTo>
                <a:lnTo>
                  <a:pt x="172390" y="11809"/>
                </a:lnTo>
                <a:close/>
                <a:moveTo>
                  <a:pt x="168954" y="14445"/>
                </a:moveTo>
                <a:lnTo>
                  <a:pt x="166319" y="11776"/>
                </a:lnTo>
                <a:lnTo>
                  <a:pt x="167854" y="11776"/>
                </a:lnTo>
                <a:lnTo>
                  <a:pt x="168954" y="10709"/>
                </a:lnTo>
                <a:close/>
                <a:moveTo>
                  <a:pt x="168387" y="15779"/>
                </a:moveTo>
                <a:lnTo>
                  <a:pt x="165752" y="18414"/>
                </a:lnTo>
                <a:lnTo>
                  <a:pt x="165752" y="16880"/>
                </a:lnTo>
                <a:lnTo>
                  <a:pt x="164651" y="15779"/>
                </a:lnTo>
                <a:close/>
                <a:moveTo>
                  <a:pt x="165519" y="19782"/>
                </a:moveTo>
                <a:lnTo>
                  <a:pt x="167520" y="19782"/>
                </a:lnTo>
                <a:lnTo>
                  <a:pt x="168954" y="21216"/>
                </a:lnTo>
                <a:lnTo>
                  <a:pt x="168954" y="23051"/>
                </a:lnTo>
                <a:lnTo>
                  <a:pt x="166986" y="21083"/>
                </a:lnTo>
                <a:lnTo>
                  <a:pt x="166820" y="21083"/>
                </a:lnTo>
                <a:lnTo>
                  <a:pt x="164218" y="21083"/>
                </a:lnTo>
                <a:close/>
                <a:moveTo>
                  <a:pt x="163417" y="21883"/>
                </a:moveTo>
                <a:lnTo>
                  <a:pt x="166653" y="21883"/>
                </a:lnTo>
                <a:lnTo>
                  <a:pt x="168954" y="24185"/>
                </a:lnTo>
                <a:lnTo>
                  <a:pt x="168954" y="26553"/>
                </a:lnTo>
                <a:lnTo>
                  <a:pt x="165952" y="23551"/>
                </a:lnTo>
                <a:lnTo>
                  <a:pt x="165786" y="23551"/>
                </a:lnTo>
                <a:lnTo>
                  <a:pt x="161716" y="23551"/>
                </a:lnTo>
                <a:close/>
                <a:moveTo>
                  <a:pt x="160949" y="24352"/>
                </a:moveTo>
                <a:lnTo>
                  <a:pt x="165619" y="24352"/>
                </a:lnTo>
                <a:lnTo>
                  <a:pt x="168954" y="27654"/>
                </a:lnTo>
                <a:lnTo>
                  <a:pt x="168954" y="29822"/>
                </a:lnTo>
                <a:lnTo>
                  <a:pt x="164985" y="25886"/>
                </a:lnTo>
                <a:lnTo>
                  <a:pt x="164852" y="25886"/>
                </a:lnTo>
                <a:lnTo>
                  <a:pt x="159414" y="25886"/>
                </a:lnTo>
                <a:close/>
                <a:moveTo>
                  <a:pt x="158047" y="25786"/>
                </a:moveTo>
                <a:lnTo>
                  <a:pt x="156012" y="25786"/>
                </a:lnTo>
                <a:lnTo>
                  <a:pt x="154344" y="24085"/>
                </a:lnTo>
                <a:lnTo>
                  <a:pt x="154344" y="16346"/>
                </a:lnTo>
                <a:lnTo>
                  <a:pt x="158047" y="20049"/>
                </a:lnTo>
                <a:lnTo>
                  <a:pt x="158047" y="25786"/>
                </a:lnTo>
                <a:close/>
                <a:moveTo>
                  <a:pt x="153543" y="24085"/>
                </a:moveTo>
                <a:lnTo>
                  <a:pt x="151876" y="25786"/>
                </a:lnTo>
                <a:lnTo>
                  <a:pt x="149841" y="25786"/>
                </a:lnTo>
                <a:lnTo>
                  <a:pt x="149841" y="20049"/>
                </a:lnTo>
                <a:lnTo>
                  <a:pt x="153543" y="16346"/>
                </a:lnTo>
                <a:lnTo>
                  <a:pt x="153543" y="24085"/>
                </a:lnTo>
                <a:close/>
                <a:moveTo>
                  <a:pt x="141068" y="21083"/>
                </a:moveTo>
                <a:lnTo>
                  <a:pt x="140901" y="21083"/>
                </a:lnTo>
                <a:lnTo>
                  <a:pt x="138933" y="23051"/>
                </a:lnTo>
                <a:lnTo>
                  <a:pt x="138933" y="21216"/>
                </a:lnTo>
                <a:lnTo>
                  <a:pt x="140367" y="19782"/>
                </a:lnTo>
                <a:lnTo>
                  <a:pt x="142369" y="19782"/>
                </a:lnTo>
                <a:lnTo>
                  <a:pt x="143703" y="21083"/>
                </a:lnTo>
                <a:close/>
                <a:moveTo>
                  <a:pt x="142135" y="18447"/>
                </a:moveTo>
                <a:lnTo>
                  <a:pt x="139500" y="15779"/>
                </a:lnTo>
                <a:lnTo>
                  <a:pt x="143236" y="15779"/>
                </a:lnTo>
                <a:lnTo>
                  <a:pt x="142135" y="16880"/>
                </a:lnTo>
                <a:lnTo>
                  <a:pt x="142135" y="18447"/>
                </a:lnTo>
                <a:close/>
                <a:moveTo>
                  <a:pt x="138933" y="14445"/>
                </a:moveTo>
                <a:lnTo>
                  <a:pt x="138933" y="10709"/>
                </a:lnTo>
                <a:lnTo>
                  <a:pt x="140034" y="11776"/>
                </a:lnTo>
                <a:lnTo>
                  <a:pt x="141602" y="11776"/>
                </a:lnTo>
                <a:close/>
                <a:moveTo>
                  <a:pt x="138166" y="14445"/>
                </a:moveTo>
                <a:lnTo>
                  <a:pt x="135531" y="11776"/>
                </a:lnTo>
                <a:lnTo>
                  <a:pt x="136898" y="11776"/>
                </a:lnTo>
                <a:lnTo>
                  <a:pt x="137165" y="11676"/>
                </a:lnTo>
                <a:lnTo>
                  <a:pt x="138166" y="10709"/>
                </a:lnTo>
                <a:lnTo>
                  <a:pt x="138166" y="14445"/>
                </a:lnTo>
                <a:close/>
                <a:moveTo>
                  <a:pt x="137599" y="15779"/>
                </a:moveTo>
                <a:lnTo>
                  <a:pt x="134964" y="18414"/>
                </a:lnTo>
                <a:lnTo>
                  <a:pt x="134964" y="16880"/>
                </a:lnTo>
                <a:lnTo>
                  <a:pt x="133863" y="15779"/>
                </a:lnTo>
                <a:close/>
                <a:moveTo>
                  <a:pt x="138166" y="16346"/>
                </a:moveTo>
                <a:lnTo>
                  <a:pt x="138166" y="20082"/>
                </a:lnTo>
                <a:lnTo>
                  <a:pt x="137165" y="19115"/>
                </a:lnTo>
                <a:lnTo>
                  <a:pt x="136898" y="18981"/>
                </a:lnTo>
                <a:lnTo>
                  <a:pt x="135531" y="18981"/>
                </a:lnTo>
                <a:close/>
                <a:moveTo>
                  <a:pt x="127258" y="25786"/>
                </a:moveTo>
                <a:lnTo>
                  <a:pt x="125223" y="25786"/>
                </a:lnTo>
                <a:lnTo>
                  <a:pt x="123555" y="24085"/>
                </a:lnTo>
                <a:lnTo>
                  <a:pt x="123555" y="16346"/>
                </a:lnTo>
                <a:lnTo>
                  <a:pt x="127258" y="20049"/>
                </a:lnTo>
                <a:close/>
                <a:moveTo>
                  <a:pt x="122755" y="24085"/>
                </a:moveTo>
                <a:lnTo>
                  <a:pt x="121087" y="25786"/>
                </a:lnTo>
                <a:lnTo>
                  <a:pt x="119052" y="25786"/>
                </a:lnTo>
                <a:lnTo>
                  <a:pt x="119052" y="20049"/>
                </a:lnTo>
                <a:lnTo>
                  <a:pt x="122755" y="16346"/>
                </a:lnTo>
                <a:close/>
                <a:moveTo>
                  <a:pt x="110112" y="21083"/>
                </a:moveTo>
                <a:lnTo>
                  <a:pt x="108144" y="23051"/>
                </a:lnTo>
                <a:lnTo>
                  <a:pt x="108144" y="21216"/>
                </a:lnTo>
                <a:lnTo>
                  <a:pt x="109579" y="19782"/>
                </a:lnTo>
                <a:lnTo>
                  <a:pt x="111580" y="19782"/>
                </a:lnTo>
                <a:lnTo>
                  <a:pt x="112914" y="21083"/>
                </a:lnTo>
                <a:close/>
                <a:moveTo>
                  <a:pt x="111347" y="18447"/>
                </a:moveTo>
                <a:lnTo>
                  <a:pt x="108711" y="15779"/>
                </a:lnTo>
                <a:lnTo>
                  <a:pt x="112447" y="15779"/>
                </a:lnTo>
                <a:lnTo>
                  <a:pt x="111347" y="16880"/>
                </a:lnTo>
                <a:close/>
                <a:moveTo>
                  <a:pt x="108144" y="14445"/>
                </a:moveTo>
                <a:lnTo>
                  <a:pt x="108144" y="10709"/>
                </a:lnTo>
                <a:lnTo>
                  <a:pt x="109145" y="11676"/>
                </a:lnTo>
                <a:lnTo>
                  <a:pt x="109412" y="11809"/>
                </a:lnTo>
                <a:lnTo>
                  <a:pt x="110813" y="11809"/>
                </a:lnTo>
                <a:close/>
                <a:moveTo>
                  <a:pt x="107377" y="14445"/>
                </a:moveTo>
                <a:lnTo>
                  <a:pt x="104709" y="11776"/>
                </a:lnTo>
                <a:lnTo>
                  <a:pt x="106276" y="11776"/>
                </a:lnTo>
                <a:lnTo>
                  <a:pt x="107377" y="10709"/>
                </a:lnTo>
                <a:close/>
                <a:moveTo>
                  <a:pt x="106810" y="15779"/>
                </a:moveTo>
                <a:lnTo>
                  <a:pt x="104175" y="18414"/>
                </a:lnTo>
                <a:lnTo>
                  <a:pt x="104175" y="16880"/>
                </a:lnTo>
                <a:lnTo>
                  <a:pt x="103074" y="15779"/>
                </a:lnTo>
                <a:close/>
                <a:moveTo>
                  <a:pt x="103941" y="19782"/>
                </a:moveTo>
                <a:lnTo>
                  <a:pt x="105943" y="19782"/>
                </a:lnTo>
                <a:lnTo>
                  <a:pt x="107344" y="21216"/>
                </a:lnTo>
                <a:lnTo>
                  <a:pt x="107344" y="23051"/>
                </a:lnTo>
                <a:lnTo>
                  <a:pt x="105376" y="21083"/>
                </a:lnTo>
                <a:lnTo>
                  <a:pt x="105242" y="21083"/>
                </a:lnTo>
                <a:lnTo>
                  <a:pt x="102607" y="21083"/>
                </a:lnTo>
                <a:close/>
                <a:moveTo>
                  <a:pt x="101840" y="21883"/>
                </a:moveTo>
                <a:lnTo>
                  <a:pt x="105076" y="21883"/>
                </a:lnTo>
                <a:lnTo>
                  <a:pt x="107377" y="24185"/>
                </a:lnTo>
                <a:lnTo>
                  <a:pt x="107377" y="26553"/>
                </a:lnTo>
                <a:lnTo>
                  <a:pt x="104375" y="23551"/>
                </a:lnTo>
                <a:lnTo>
                  <a:pt x="104208" y="23551"/>
                </a:lnTo>
                <a:lnTo>
                  <a:pt x="100139" y="23551"/>
                </a:lnTo>
                <a:close/>
                <a:moveTo>
                  <a:pt x="99371" y="24352"/>
                </a:moveTo>
                <a:lnTo>
                  <a:pt x="104041" y="24352"/>
                </a:lnTo>
                <a:lnTo>
                  <a:pt x="107377" y="27654"/>
                </a:lnTo>
                <a:lnTo>
                  <a:pt x="107377" y="29822"/>
                </a:lnTo>
                <a:lnTo>
                  <a:pt x="103408" y="25886"/>
                </a:lnTo>
                <a:lnTo>
                  <a:pt x="103241" y="25886"/>
                </a:lnTo>
                <a:lnTo>
                  <a:pt x="97837" y="25886"/>
                </a:lnTo>
                <a:close/>
                <a:moveTo>
                  <a:pt x="96469" y="25786"/>
                </a:moveTo>
                <a:lnTo>
                  <a:pt x="94435" y="25786"/>
                </a:lnTo>
                <a:lnTo>
                  <a:pt x="92767" y="24085"/>
                </a:lnTo>
                <a:lnTo>
                  <a:pt x="92767" y="16346"/>
                </a:lnTo>
                <a:lnTo>
                  <a:pt x="96469" y="20082"/>
                </a:lnTo>
                <a:close/>
                <a:moveTo>
                  <a:pt x="91966" y="24085"/>
                </a:moveTo>
                <a:lnTo>
                  <a:pt x="90298" y="25786"/>
                </a:lnTo>
                <a:lnTo>
                  <a:pt x="88264" y="25786"/>
                </a:lnTo>
                <a:lnTo>
                  <a:pt x="88264" y="20049"/>
                </a:lnTo>
                <a:lnTo>
                  <a:pt x="91966" y="16346"/>
                </a:lnTo>
                <a:close/>
                <a:moveTo>
                  <a:pt x="79491" y="21083"/>
                </a:moveTo>
                <a:lnTo>
                  <a:pt x="79324" y="21083"/>
                </a:lnTo>
                <a:lnTo>
                  <a:pt x="77356" y="23051"/>
                </a:lnTo>
                <a:lnTo>
                  <a:pt x="77356" y="21216"/>
                </a:lnTo>
                <a:lnTo>
                  <a:pt x="78790" y="19782"/>
                </a:lnTo>
                <a:lnTo>
                  <a:pt x="80792" y="19782"/>
                </a:lnTo>
                <a:lnTo>
                  <a:pt x="82126" y="21083"/>
                </a:lnTo>
                <a:close/>
                <a:moveTo>
                  <a:pt x="80558" y="18447"/>
                </a:moveTo>
                <a:lnTo>
                  <a:pt x="77923" y="15779"/>
                </a:lnTo>
                <a:lnTo>
                  <a:pt x="81659" y="15779"/>
                </a:lnTo>
                <a:lnTo>
                  <a:pt x="80558" y="16880"/>
                </a:lnTo>
                <a:close/>
                <a:moveTo>
                  <a:pt x="77356" y="14445"/>
                </a:moveTo>
                <a:lnTo>
                  <a:pt x="77356" y="10709"/>
                </a:lnTo>
                <a:lnTo>
                  <a:pt x="78457" y="11776"/>
                </a:lnTo>
                <a:lnTo>
                  <a:pt x="80024" y="11776"/>
                </a:lnTo>
                <a:close/>
                <a:moveTo>
                  <a:pt x="76589" y="14445"/>
                </a:moveTo>
                <a:lnTo>
                  <a:pt x="73920" y="11776"/>
                </a:lnTo>
                <a:lnTo>
                  <a:pt x="75321" y="11776"/>
                </a:lnTo>
                <a:lnTo>
                  <a:pt x="75588" y="11676"/>
                </a:lnTo>
                <a:lnTo>
                  <a:pt x="76555" y="10709"/>
                </a:lnTo>
                <a:lnTo>
                  <a:pt x="76555" y="14445"/>
                </a:lnTo>
                <a:close/>
                <a:moveTo>
                  <a:pt x="76021" y="15779"/>
                </a:moveTo>
                <a:lnTo>
                  <a:pt x="73386" y="18414"/>
                </a:lnTo>
                <a:lnTo>
                  <a:pt x="73386" y="16880"/>
                </a:lnTo>
                <a:lnTo>
                  <a:pt x="72285" y="15779"/>
                </a:lnTo>
                <a:close/>
                <a:moveTo>
                  <a:pt x="76589" y="16346"/>
                </a:moveTo>
                <a:lnTo>
                  <a:pt x="76589" y="20082"/>
                </a:lnTo>
                <a:lnTo>
                  <a:pt x="75588" y="19115"/>
                </a:lnTo>
                <a:lnTo>
                  <a:pt x="75321" y="18981"/>
                </a:lnTo>
                <a:lnTo>
                  <a:pt x="73920" y="18981"/>
                </a:lnTo>
                <a:close/>
                <a:moveTo>
                  <a:pt x="65681" y="25786"/>
                </a:moveTo>
                <a:lnTo>
                  <a:pt x="63646" y="25786"/>
                </a:lnTo>
                <a:lnTo>
                  <a:pt x="61978" y="24085"/>
                </a:lnTo>
                <a:lnTo>
                  <a:pt x="61978" y="16346"/>
                </a:lnTo>
                <a:lnTo>
                  <a:pt x="65681" y="20049"/>
                </a:lnTo>
                <a:close/>
                <a:moveTo>
                  <a:pt x="61178" y="24085"/>
                </a:moveTo>
                <a:lnTo>
                  <a:pt x="59510" y="25786"/>
                </a:lnTo>
                <a:lnTo>
                  <a:pt x="57475" y="25786"/>
                </a:lnTo>
                <a:lnTo>
                  <a:pt x="57475" y="20049"/>
                </a:lnTo>
                <a:lnTo>
                  <a:pt x="61178" y="16346"/>
                </a:lnTo>
                <a:close/>
                <a:moveTo>
                  <a:pt x="48535" y="21083"/>
                </a:moveTo>
                <a:lnTo>
                  <a:pt x="46567" y="23051"/>
                </a:lnTo>
                <a:lnTo>
                  <a:pt x="46567" y="21216"/>
                </a:lnTo>
                <a:lnTo>
                  <a:pt x="48001" y="19782"/>
                </a:lnTo>
                <a:lnTo>
                  <a:pt x="50003" y="19782"/>
                </a:lnTo>
                <a:lnTo>
                  <a:pt x="51337" y="21083"/>
                </a:lnTo>
                <a:close/>
                <a:moveTo>
                  <a:pt x="49769" y="18447"/>
                </a:moveTo>
                <a:lnTo>
                  <a:pt x="47134" y="15779"/>
                </a:lnTo>
                <a:lnTo>
                  <a:pt x="50870" y="15779"/>
                </a:lnTo>
                <a:lnTo>
                  <a:pt x="49769" y="16880"/>
                </a:lnTo>
                <a:close/>
                <a:moveTo>
                  <a:pt x="46567" y="14445"/>
                </a:moveTo>
                <a:lnTo>
                  <a:pt x="46567" y="10709"/>
                </a:lnTo>
                <a:lnTo>
                  <a:pt x="47534" y="11676"/>
                </a:lnTo>
                <a:lnTo>
                  <a:pt x="47835" y="11809"/>
                </a:lnTo>
                <a:lnTo>
                  <a:pt x="49202" y="11809"/>
                </a:lnTo>
                <a:close/>
                <a:moveTo>
                  <a:pt x="45767" y="14445"/>
                </a:moveTo>
                <a:lnTo>
                  <a:pt x="43131" y="11776"/>
                </a:lnTo>
                <a:lnTo>
                  <a:pt x="44699" y="11776"/>
                </a:lnTo>
                <a:lnTo>
                  <a:pt x="45767" y="10709"/>
                </a:lnTo>
                <a:close/>
                <a:moveTo>
                  <a:pt x="45233" y="15779"/>
                </a:moveTo>
                <a:lnTo>
                  <a:pt x="42564" y="18414"/>
                </a:lnTo>
                <a:lnTo>
                  <a:pt x="42564" y="16880"/>
                </a:lnTo>
                <a:lnTo>
                  <a:pt x="41497" y="15779"/>
                </a:lnTo>
                <a:close/>
                <a:moveTo>
                  <a:pt x="42364" y="19782"/>
                </a:moveTo>
                <a:lnTo>
                  <a:pt x="44366" y="19782"/>
                </a:lnTo>
                <a:lnTo>
                  <a:pt x="45767" y="21216"/>
                </a:lnTo>
                <a:lnTo>
                  <a:pt x="45767" y="23051"/>
                </a:lnTo>
                <a:lnTo>
                  <a:pt x="43798" y="21083"/>
                </a:lnTo>
                <a:lnTo>
                  <a:pt x="43665" y="21083"/>
                </a:lnTo>
                <a:lnTo>
                  <a:pt x="41030" y="21083"/>
                </a:lnTo>
                <a:close/>
                <a:moveTo>
                  <a:pt x="40229" y="21883"/>
                </a:moveTo>
                <a:lnTo>
                  <a:pt x="43498" y="21883"/>
                </a:lnTo>
                <a:lnTo>
                  <a:pt x="45767" y="24185"/>
                </a:lnTo>
                <a:lnTo>
                  <a:pt x="45767" y="26553"/>
                </a:lnTo>
                <a:lnTo>
                  <a:pt x="42798" y="23551"/>
                </a:lnTo>
                <a:lnTo>
                  <a:pt x="42631" y="23551"/>
                </a:lnTo>
                <a:lnTo>
                  <a:pt x="38561" y="23551"/>
                </a:lnTo>
                <a:close/>
                <a:moveTo>
                  <a:pt x="37761" y="24352"/>
                </a:moveTo>
                <a:lnTo>
                  <a:pt x="42464" y="24352"/>
                </a:lnTo>
                <a:lnTo>
                  <a:pt x="45767" y="27654"/>
                </a:lnTo>
                <a:lnTo>
                  <a:pt x="45767" y="29822"/>
                </a:lnTo>
                <a:lnTo>
                  <a:pt x="41830" y="25886"/>
                </a:lnTo>
                <a:lnTo>
                  <a:pt x="41664" y="25886"/>
                </a:lnTo>
                <a:lnTo>
                  <a:pt x="36260" y="25886"/>
                </a:lnTo>
                <a:close/>
                <a:moveTo>
                  <a:pt x="34892" y="25786"/>
                </a:moveTo>
                <a:lnTo>
                  <a:pt x="32857" y="25786"/>
                </a:lnTo>
                <a:lnTo>
                  <a:pt x="31189" y="24085"/>
                </a:lnTo>
                <a:lnTo>
                  <a:pt x="31189" y="16346"/>
                </a:lnTo>
                <a:lnTo>
                  <a:pt x="34892" y="20049"/>
                </a:lnTo>
                <a:close/>
                <a:moveTo>
                  <a:pt x="30389" y="24085"/>
                </a:moveTo>
                <a:lnTo>
                  <a:pt x="28721" y="25786"/>
                </a:lnTo>
                <a:lnTo>
                  <a:pt x="26653" y="25786"/>
                </a:lnTo>
                <a:lnTo>
                  <a:pt x="26653" y="20049"/>
                </a:lnTo>
                <a:lnTo>
                  <a:pt x="30389" y="16346"/>
                </a:lnTo>
                <a:lnTo>
                  <a:pt x="30389" y="24085"/>
                </a:lnTo>
                <a:close/>
                <a:moveTo>
                  <a:pt x="19748" y="35693"/>
                </a:moveTo>
                <a:lnTo>
                  <a:pt x="19881" y="35693"/>
                </a:lnTo>
                <a:lnTo>
                  <a:pt x="25319" y="35693"/>
                </a:lnTo>
                <a:lnTo>
                  <a:pt x="23784" y="37228"/>
                </a:lnTo>
                <a:lnTo>
                  <a:pt x="19081" y="37228"/>
                </a:lnTo>
                <a:lnTo>
                  <a:pt x="15778" y="33892"/>
                </a:lnTo>
                <a:lnTo>
                  <a:pt x="15778" y="31757"/>
                </a:lnTo>
                <a:close/>
                <a:moveTo>
                  <a:pt x="18781" y="38028"/>
                </a:moveTo>
                <a:lnTo>
                  <a:pt x="18947" y="38028"/>
                </a:lnTo>
                <a:lnTo>
                  <a:pt x="22984" y="38028"/>
                </a:lnTo>
                <a:lnTo>
                  <a:pt x="21316" y="39696"/>
                </a:lnTo>
                <a:lnTo>
                  <a:pt x="18080" y="39696"/>
                </a:lnTo>
                <a:lnTo>
                  <a:pt x="15778" y="37394"/>
                </a:lnTo>
                <a:lnTo>
                  <a:pt x="15778" y="35026"/>
                </a:lnTo>
                <a:close/>
                <a:moveTo>
                  <a:pt x="14978" y="40363"/>
                </a:moveTo>
                <a:lnTo>
                  <a:pt x="13577" y="41797"/>
                </a:lnTo>
                <a:lnTo>
                  <a:pt x="11542" y="41797"/>
                </a:lnTo>
                <a:lnTo>
                  <a:pt x="10241" y="40463"/>
                </a:lnTo>
                <a:lnTo>
                  <a:pt x="13010" y="40463"/>
                </a:lnTo>
                <a:lnTo>
                  <a:pt x="14978" y="38495"/>
                </a:lnTo>
                <a:lnTo>
                  <a:pt x="14978" y="40363"/>
                </a:lnTo>
                <a:close/>
                <a:moveTo>
                  <a:pt x="11776" y="43132"/>
                </a:moveTo>
                <a:lnTo>
                  <a:pt x="14411" y="45800"/>
                </a:lnTo>
                <a:lnTo>
                  <a:pt x="10675" y="45800"/>
                </a:lnTo>
                <a:lnTo>
                  <a:pt x="11776" y="44700"/>
                </a:lnTo>
                <a:lnTo>
                  <a:pt x="11776" y="43132"/>
                </a:lnTo>
                <a:close/>
                <a:moveTo>
                  <a:pt x="14978" y="47135"/>
                </a:moveTo>
                <a:lnTo>
                  <a:pt x="14978" y="50871"/>
                </a:lnTo>
                <a:lnTo>
                  <a:pt x="14011" y="49903"/>
                </a:lnTo>
                <a:lnTo>
                  <a:pt x="13744" y="49770"/>
                </a:lnTo>
                <a:lnTo>
                  <a:pt x="12343" y="49770"/>
                </a:lnTo>
                <a:close/>
                <a:moveTo>
                  <a:pt x="15778" y="52005"/>
                </a:moveTo>
                <a:lnTo>
                  <a:pt x="17213" y="50570"/>
                </a:lnTo>
                <a:lnTo>
                  <a:pt x="19214" y="50570"/>
                </a:lnTo>
                <a:lnTo>
                  <a:pt x="20549" y="51905"/>
                </a:lnTo>
                <a:lnTo>
                  <a:pt x="17747" y="51905"/>
                </a:lnTo>
                <a:lnTo>
                  <a:pt x="15778" y="53873"/>
                </a:lnTo>
                <a:close/>
                <a:moveTo>
                  <a:pt x="18080" y="52672"/>
                </a:moveTo>
                <a:lnTo>
                  <a:pt x="21316" y="52672"/>
                </a:lnTo>
                <a:lnTo>
                  <a:pt x="23017" y="54340"/>
                </a:lnTo>
                <a:lnTo>
                  <a:pt x="18947" y="54340"/>
                </a:lnTo>
                <a:lnTo>
                  <a:pt x="18647" y="54473"/>
                </a:lnTo>
                <a:lnTo>
                  <a:pt x="15778" y="57342"/>
                </a:lnTo>
                <a:lnTo>
                  <a:pt x="15778" y="54974"/>
                </a:lnTo>
                <a:close/>
                <a:moveTo>
                  <a:pt x="19081" y="55140"/>
                </a:moveTo>
                <a:lnTo>
                  <a:pt x="23784" y="55140"/>
                </a:lnTo>
                <a:lnTo>
                  <a:pt x="25319" y="56675"/>
                </a:lnTo>
                <a:lnTo>
                  <a:pt x="19748" y="56675"/>
                </a:lnTo>
                <a:lnTo>
                  <a:pt x="15778" y="60611"/>
                </a:lnTo>
                <a:lnTo>
                  <a:pt x="15778" y="58443"/>
                </a:lnTo>
                <a:close/>
                <a:moveTo>
                  <a:pt x="19748" y="66482"/>
                </a:moveTo>
                <a:lnTo>
                  <a:pt x="25319" y="66482"/>
                </a:lnTo>
                <a:lnTo>
                  <a:pt x="23784" y="68016"/>
                </a:lnTo>
                <a:lnTo>
                  <a:pt x="19081" y="68016"/>
                </a:lnTo>
                <a:lnTo>
                  <a:pt x="15778" y="64714"/>
                </a:lnTo>
                <a:lnTo>
                  <a:pt x="15778" y="62546"/>
                </a:lnTo>
                <a:close/>
                <a:moveTo>
                  <a:pt x="18647" y="68683"/>
                </a:moveTo>
                <a:lnTo>
                  <a:pt x="18947" y="68817"/>
                </a:lnTo>
                <a:lnTo>
                  <a:pt x="22984" y="68817"/>
                </a:lnTo>
                <a:lnTo>
                  <a:pt x="21316" y="70485"/>
                </a:lnTo>
                <a:lnTo>
                  <a:pt x="18080" y="70485"/>
                </a:lnTo>
                <a:lnTo>
                  <a:pt x="15778" y="68183"/>
                </a:lnTo>
                <a:lnTo>
                  <a:pt x="15778" y="65815"/>
                </a:lnTo>
                <a:close/>
                <a:moveTo>
                  <a:pt x="14978" y="71152"/>
                </a:moveTo>
                <a:lnTo>
                  <a:pt x="13577" y="72586"/>
                </a:lnTo>
                <a:lnTo>
                  <a:pt x="11542" y="72586"/>
                </a:lnTo>
                <a:lnTo>
                  <a:pt x="10241" y="71285"/>
                </a:lnTo>
                <a:lnTo>
                  <a:pt x="13010" y="71285"/>
                </a:lnTo>
                <a:lnTo>
                  <a:pt x="14978" y="69317"/>
                </a:lnTo>
                <a:lnTo>
                  <a:pt x="14978" y="71152"/>
                </a:lnTo>
                <a:close/>
                <a:moveTo>
                  <a:pt x="11776" y="75321"/>
                </a:moveTo>
                <a:lnTo>
                  <a:pt x="11776" y="73954"/>
                </a:lnTo>
                <a:lnTo>
                  <a:pt x="14411" y="76589"/>
                </a:lnTo>
                <a:lnTo>
                  <a:pt x="10675" y="76589"/>
                </a:lnTo>
                <a:lnTo>
                  <a:pt x="11675" y="75588"/>
                </a:lnTo>
                <a:close/>
                <a:moveTo>
                  <a:pt x="14444" y="77356"/>
                </a:moveTo>
                <a:lnTo>
                  <a:pt x="11776" y="80025"/>
                </a:lnTo>
                <a:lnTo>
                  <a:pt x="11776" y="78457"/>
                </a:lnTo>
                <a:lnTo>
                  <a:pt x="10675" y="77356"/>
                </a:lnTo>
                <a:close/>
                <a:moveTo>
                  <a:pt x="14978" y="77923"/>
                </a:moveTo>
                <a:lnTo>
                  <a:pt x="14978" y="81659"/>
                </a:lnTo>
                <a:lnTo>
                  <a:pt x="14011" y="80692"/>
                </a:lnTo>
                <a:lnTo>
                  <a:pt x="13744" y="80559"/>
                </a:lnTo>
                <a:lnTo>
                  <a:pt x="12343" y="80559"/>
                </a:lnTo>
                <a:close/>
                <a:moveTo>
                  <a:pt x="15778" y="82794"/>
                </a:moveTo>
                <a:lnTo>
                  <a:pt x="17213" y="81359"/>
                </a:lnTo>
                <a:lnTo>
                  <a:pt x="19214" y="81359"/>
                </a:lnTo>
                <a:lnTo>
                  <a:pt x="20549" y="82693"/>
                </a:lnTo>
                <a:lnTo>
                  <a:pt x="17913" y="82693"/>
                </a:lnTo>
                <a:lnTo>
                  <a:pt x="17747" y="82693"/>
                </a:lnTo>
                <a:lnTo>
                  <a:pt x="15778" y="84662"/>
                </a:lnTo>
                <a:close/>
                <a:moveTo>
                  <a:pt x="18080" y="83461"/>
                </a:moveTo>
                <a:lnTo>
                  <a:pt x="21316" y="83461"/>
                </a:lnTo>
                <a:lnTo>
                  <a:pt x="23017" y="85162"/>
                </a:lnTo>
                <a:lnTo>
                  <a:pt x="18947" y="85162"/>
                </a:lnTo>
                <a:lnTo>
                  <a:pt x="18781" y="85162"/>
                </a:lnTo>
                <a:lnTo>
                  <a:pt x="15778" y="88131"/>
                </a:lnTo>
                <a:lnTo>
                  <a:pt x="15778" y="85762"/>
                </a:lnTo>
                <a:close/>
                <a:moveTo>
                  <a:pt x="19081" y="85929"/>
                </a:moveTo>
                <a:lnTo>
                  <a:pt x="23784" y="85929"/>
                </a:lnTo>
                <a:lnTo>
                  <a:pt x="25319" y="87464"/>
                </a:lnTo>
                <a:lnTo>
                  <a:pt x="19881" y="87464"/>
                </a:lnTo>
                <a:lnTo>
                  <a:pt x="19748" y="87464"/>
                </a:lnTo>
                <a:lnTo>
                  <a:pt x="15778" y="91400"/>
                </a:lnTo>
                <a:lnTo>
                  <a:pt x="15778" y="89265"/>
                </a:lnTo>
                <a:close/>
                <a:moveTo>
                  <a:pt x="26653" y="97371"/>
                </a:moveTo>
                <a:lnTo>
                  <a:pt x="28721" y="97371"/>
                </a:lnTo>
                <a:lnTo>
                  <a:pt x="30389" y="99072"/>
                </a:lnTo>
                <a:lnTo>
                  <a:pt x="30389" y="106811"/>
                </a:lnTo>
                <a:lnTo>
                  <a:pt x="26653" y="103108"/>
                </a:lnTo>
                <a:lnTo>
                  <a:pt x="26653" y="97371"/>
                </a:lnTo>
                <a:close/>
                <a:moveTo>
                  <a:pt x="31189" y="99072"/>
                </a:moveTo>
                <a:lnTo>
                  <a:pt x="32857" y="97371"/>
                </a:lnTo>
                <a:lnTo>
                  <a:pt x="34892" y="97371"/>
                </a:lnTo>
                <a:lnTo>
                  <a:pt x="34892" y="103108"/>
                </a:lnTo>
                <a:lnTo>
                  <a:pt x="31189" y="106811"/>
                </a:lnTo>
                <a:close/>
                <a:moveTo>
                  <a:pt x="43665" y="102074"/>
                </a:moveTo>
                <a:lnTo>
                  <a:pt x="43798" y="102074"/>
                </a:lnTo>
                <a:lnTo>
                  <a:pt x="45767" y="100106"/>
                </a:lnTo>
                <a:lnTo>
                  <a:pt x="45767" y="101974"/>
                </a:lnTo>
                <a:lnTo>
                  <a:pt x="44366" y="103375"/>
                </a:lnTo>
                <a:lnTo>
                  <a:pt x="42364" y="103375"/>
                </a:lnTo>
                <a:lnTo>
                  <a:pt x="41030" y="102074"/>
                </a:lnTo>
                <a:close/>
                <a:moveTo>
                  <a:pt x="42564" y="104743"/>
                </a:moveTo>
                <a:lnTo>
                  <a:pt x="45233" y="107378"/>
                </a:lnTo>
                <a:lnTo>
                  <a:pt x="41497" y="107378"/>
                </a:lnTo>
                <a:lnTo>
                  <a:pt x="42564" y="106277"/>
                </a:lnTo>
                <a:lnTo>
                  <a:pt x="42564" y="104743"/>
                </a:lnTo>
                <a:close/>
                <a:moveTo>
                  <a:pt x="45767" y="108712"/>
                </a:moveTo>
                <a:lnTo>
                  <a:pt x="45767" y="112448"/>
                </a:lnTo>
                <a:lnTo>
                  <a:pt x="44699" y="111381"/>
                </a:lnTo>
                <a:lnTo>
                  <a:pt x="43131" y="111381"/>
                </a:lnTo>
                <a:close/>
                <a:moveTo>
                  <a:pt x="46567" y="108712"/>
                </a:moveTo>
                <a:lnTo>
                  <a:pt x="49202" y="111381"/>
                </a:lnTo>
                <a:lnTo>
                  <a:pt x="47835" y="111381"/>
                </a:lnTo>
                <a:lnTo>
                  <a:pt x="47568" y="111481"/>
                </a:lnTo>
                <a:lnTo>
                  <a:pt x="46567" y="112448"/>
                </a:lnTo>
                <a:lnTo>
                  <a:pt x="46567" y="108712"/>
                </a:lnTo>
                <a:close/>
                <a:moveTo>
                  <a:pt x="47134" y="107378"/>
                </a:moveTo>
                <a:lnTo>
                  <a:pt x="49769" y="104743"/>
                </a:lnTo>
                <a:lnTo>
                  <a:pt x="49769" y="106277"/>
                </a:lnTo>
                <a:lnTo>
                  <a:pt x="50870" y="107378"/>
                </a:lnTo>
                <a:close/>
                <a:moveTo>
                  <a:pt x="46567" y="106811"/>
                </a:moveTo>
                <a:lnTo>
                  <a:pt x="46567" y="103075"/>
                </a:lnTo>
                <a:lnTo>
                  <a:pt x="47534" y="104042"/>
                </a:lnTo>
                <a:lnTo>
                  <a:pt x="47835" y="104175"/>
                </a:lnTo>
                <a:lnTo>
                  <a:pt x="49202" y="104175"/>
                </a:lnTo>
                <a:close/>
                <a:moveTo>
                  <a:pt x="57475" y="97371"/>
                </a:moveTo>
                <a:lnTo>
                  <a:pt x="59510" y="97371"/>
                </a:lnTo>
                <a:lnTo>
                  <a:pt x="61178" y="99072"/>
                </a:lnTo>
                <a:lnTo>
                  <a:pt x="61178" y="106811"/>
                </a:lnTo>
                <a:lnTo>
                  <a:pt x="57475" y="103108"/>
                </a:lnTo>
                <a:close/>
                <a:moveTo>
                  <a:pt x="61978" y="99072"/>
                </a:moveTo>
                <a:lnTo>
                  <a:pt x="63646" y="97371"/>
                </a:lnTo>
                <a:lnTo>
                  <a:pt x="65681" y="97371"/>
                </a:lnTo>
                <a:lnTo>
                  <a:pt x="65681" y="103108"/>
                </a:lnTo>
                <a:lnTo>
                  <a:pt x="61978" y="106811"/>
                </a:lnTo>
                <a:close/>
                <a:moveTo>
                  <a:pt x="74620" y="102074"/>
                </a:moveTo>
                <a:lnTo>
                  <a:pt x="76589" y="100106"/>
                </a:lnTo>
                <a:lnTo>
                  <a:pt x="76589" y="101974"/>
                </a:lnTo>
                <a:lnTo>
                  <a:pt x="75154" y="103375"/>
                </a:lnTo>
                <a:lnTo>
                  <a:pt x="73153" y="103375"/>
                </a:lnTo>
                <a:lnTo>
                  <a:pt x="71818" y="102074"/>
                </a:lnTo>
                <a:close/>
                <a:moveTo>
                  <a:pt x="73386" y="104743"/>
                </a:moveTo>
                <a:lnTo>
                  <a:pt x="76021" y="107378"/>
                </a:lnTo>
                <a:lnTo>
                  <a:pt x="72285" y="107378"/>
                </a:lnTo>
                <a:lnTo>
                  <a:pt x="73386" y="106277"/>
                </a:lnTo>
                <a:close/>
                <a:moveTo>
                  <a:pt x="76589" y="108712"/>
                </a:moveTo>
                <a:lnTo>
                  <a:pt x="76589" y="112448"/>
                </a:lnTo>
                <a:lnTo>
                  <a:pt x="75588" y="111481"/>
                </a:lnTo>
                <a:lnTo>
                  <a:pt x="75321" y="111381"/>
                </a:lnTo>
                <a:lnTo>
                  <a:pt x="73920" y="111381"/>
                </a:lnTo>
                <a:close/>
                <a:moveTo>
                  <a:pt x="77356" y="108712"/>
                </a:moveTo>
                <a:lnTo>
                  <a:pt x="80024" y="111381"/>
                </a:lnTo>
                <a:lnTo>
                  <a:pt x="78457" y="111381"/>
                </a:lnTo>
                <a:lnTo>
                  <a:pt x="77356" y="112448"/>
                </a:lnTo>
                <a:close/>
                <a:moveTo>
                  <a:pt x="77923" y="107378"/>
                </a:moveTo>
                <a:lnTo>
                  <a:pt x="80558" y="104743"/>
                </a:lnTo>
                <a:lnTo>
                  <a:pt x="80558" y="106277"/>
                </a:lnTo>
                <a:lnTo>
                  <a:pt x="81659" y="107378"/>
                </a:lnTo>
                <a:close/>
                <a:moveTo>
                  <a:pt x="80792" y="103375"/>
                </a:moveTo>
                <a:lnTo>
                  <a:pt x="78790" y="103375"/>
                </a:lnTo>
                <a:lnTo>
                  <a:pt x="77356" y="101941"/>
                </a:lnTo>
                <a:lnTo>
                  <a:pt x="77356" y="100106"/>
                </a:lnTo>
                <a:lnTo>
                  <a:pt x="79324" y="102074"/>
                </a:lnTo>
                <a:lnTo>
                  <a:pt x="79491" y="102074"/>
                </a:lnTo>
                <a:lnTo>
                  <a:pt x="82092" y="102074"/>
                </a:lnTo>
                <a:close/>
                <a:moveTo>
                  <a:pt x="82893" y="101273"/>
                </a:moveTo>
                <a:lnTo>
                  <a:pt x="79657" y="101273"/>
                </a:lnTo>
                <a:lnTo>
                  <a:pt x="77356" y="98972"/>
                </a:lnTo>
                <a:lnTo>
                  <a:pt x="77356" y="96603"/>
                </a:lnTo>
                <a:lnTo>
                  <a:pt x="80358" y="99606"/>
                </a:lnTo>
                <a:lnTo>
                  <a:pt x="80525" y="99606"/>
                </a:lnTo>
                <a:lnTo>
                  <a:pt x="84594" y="99606"/>
                </a:lnTo>
                <a:close/>
                <a:moveTo>
                  <a:pt x="85361" y="98805"/>
                </a:moveTo>
                <a:lnTo>
                  <a:pt x="80691" y="98805"/>
                </a:lnTo>
                <a:lnTo>
                  <a:pt x="77356" y="95503"/>
                </a:lnTo>
                <a:lnTo>
                  <a:pt x="77356" y="93334"/>
                </a:lnTo>
                <a:lnTo>
                  <a:pt x="81325" y="97271"/>
                </a:lnTo>
                <a:lnTo>
                  <a:pt x="81492" y="97271"/>
                </a:lnTo>
                <a:lnTo>
                  <a:pt x="86896" y="97271"/>
                </a:lnTo>
                <a:close/>
                <a:moveTo>
                  <a:pt x="88264" y="97371"/>
                </a:moveTo>
                <a:lnTo>
                  <a:pt x="90298" y="97371"/>
                </a:lnTo>
                <a:lnTo>
                  <a:pt x="91966" y="99072"/>
                </a:lnTo>
                <a:lnTo>
                  <a:pt x="91966" y="106811"/>
                </a:lnTo>
                <a:lnTo>
                  <a:pt x="88264" y="103108"/>
                </a:lnTo>
                <a:close/>
                <a:moveTo>
                  <a:pt x="92767" y="99072"/>
                </a:moveTo>
                <a:lnTo>
                  <a:pt x="94435" y="97371"/>
                </a:lnTo>
                <a:lnTo>
                  <a:pt x="96469" y="97371"/>
                </a:lnTo>
                <a:lnTo>
                  <a:pt x="96469" y="103108"/>
                </a:lnTo>
                <a:lnTo>
                  <a:pt x="92767" y="106811"/>
                </a:lnTo>
                <a:close/>
                <a:moveTo>
                  <a:pt x="105242" y="102074"/>
                </a:moveTo>
                <a:lnTo>
                  <a:pt x="105409" y="102074"/>
                </a:lnTo>
                <a:lnTo>
                  <a:pt x="107377" y="100106"/>
                </a:lnTo>
                <a:lnTo>
                  <a:pt x="107377" y="101974"/>
                </a:lnTo>
                <a:lnTo>
                  <a:pt x="105943" y="103375"/>
                </a:lnTo>
                <a:lnTo>
                  <a:pt x="103941" y="103375"/>
                </a:lnTo>
                <a:lnTo>
                  <a:pt x="102607" y="102074"/>
                </a:lnTo>
                <a:close/>
                <a:moveTo>
                  <a:pt x="104175" y="104743"/>
                </a:moveTo>
                <a:lnTo>
                  <a:pt x="106810" y="107378"/>
                </a:lnTo>
                <a:lnTo>
                  <a:pt x="103074" y="107378"/>
                </a:lnTo>
                <a:lnTo>
                  <a:pt x="104175" y="106277"/>
                </a:lnTo>
                <a:close/>
                <a:moveTo>
                  <a:pt x="107377" y="108712"/>
                </a:moveTo>
                <a:lnTo>
                  <a:pt x="107377" y="112448"/>
                </a:lnTo>
                <a:lnTo>
                  <a:pt x="106276" y="111381"/>
                </a:lnTo>
                <a:lnTo>
                  <a:pt x="104709" y="111381"/>
                </a:lnTo>
                <a:close/>
                <a:moveTo>
                  <a:pt x="108144" y="108712"/>
                </a:moveTo>
                <a:lnTo>
                  <a:pt x="110813" y="111381"/>
                </a:lnTo>
                <a:lnTo>
                  <a:pt x="109412" y="111381"/>
                </a:lnTo>
                <a:lnTo>
                  <a:pt x="109145" y="111481"/>
                </a:lnTo>
                <a:lnTo>
                  <a:pt x="108144" y="112448"/>
                </a:lnTo>
                <a:lnTo>
                  <a:pt x="108144" y="108712"/>
                </a:lnTo>
                <a:close/>
                <a:moveTo>
                  <a:pt x="108711" y="107378"/>
                </a:moveTo>
                <a:lnTo>
                  <a:pt x="111347" y="104743"/>
                </a:lnTo>
                <a:lnTo>
                  <a:pt x="111347" y="106277"/>
                </a:lnTo>
                <a:lnTo>
                  <a:pt x="112447" y="107378"/>
                </a:lnTo>
                <a:close/>
                <a:moveTo>
                  <a:pt x="108144" y="106811"/>
                </a:moveTo>
                <a:lnTo>
                  <a:pt x="108144" y="103075"/>
                </a:lnTo>
                <a:lnTo>
                  <a:pt x="109145" y="104042"/>
                </a:lnTo>
                <a:lnTo>
                  <a:pt x="109412" y="104175"/>
                </a:lnTo>
                <a:lnTo>
                  <a:pt x="110813" y="104175"/>
                </a:lnTo>
                <a:close/>
                <a:moveTo>
                  <a:pt x="119052" y="97371"/>
                </a:moveTo>
                <a:lnTo>
                  <a:pt x="121087" y="97371"/>
                </a:lnTo>
                <a:lnTo>
                  <a:pt x="122755" y="99072"/>
                </a:lnTo>
                <a:lnTo>
                  <a:pt x="122755" y="106811"/>
                </a:lnTo>
                <a:lnTo>
                  <a:pt x="119052" y="103108"/>
                </a:lnTo>
                <a:close/>
                <a:moveTo>
                  <a:pt x="123555" y="99072"/>
                </a:moveTo>
                <a:lnTo>
                  <a:pt x="125223" y="97371"/>
                </a:lnTo>
                <a:lnTo>
                  <a:pt x="127258" y="97371"/>
                </a:lnTo>
                <a:lnTo>
                  <a:pt x="127258" y="103108"/>
                </a:lnTo>
                <a:lnTo>
                  <a:pt x="123555" y="106811"/>
                </a:lnTo>
                <a:lnTo>
                  <a:pt x="123555" y="99072"/>
                </a:lnTo>
                <a:close/>
                <a:moveTo>
                  <a:pt x="136198" y="102074"/>
                </a:moveTo>
                <a:lnTo>
                  <a:pt x="138166" y="100106"/>
                </a:lnTo>
                <a:lnTo>
                  <a:pt x="138166" y="101974"/>
                </a:lnTo>
                <a:lnTo>
                  <a:pt x="136731" y="103375"/>
                </a:lnTo>
                <a:lnTo>
                  <a:pt x="134730" y="103375"/>
                </a:lnTo>
                <a:lnTo>
                  <a:pt x="133396" y="102074"/>
                </a:lnTo>
                <a:close/>
                <a:moveTo>
                  <a:pt x="134964" y="104743"/>
                </a:moveTo>
                <a:lnTo>
                  <a:pt x="137599" y="107378"/>
                </a:lnTo>
                <a:lnTo>
                  <a:pt x="133863" y="107378"/>
                </a:lnTo>
                <a:lnTo>
                  <a:pt x="134964" y="106277"/>
                </a:lnTo>
                <a:lnTo>
                  <a:pt x="134964" y="104743"/>
                </a:lnTo>
                <a:close/>
                <a:moveTo>
                  <a:pt x="138166" y="108712"/>
                </a:moveTo>
                <a:lnTo>
                  <a:pt x="138166" y="112448"/>
                </a:lnTo>
                <a:lnTo>
                  <a:pt x="137165" y="111481"/>
                </a:lnTo>
                <a:lnTo>
                  <a:pt x="136898" y="111381"/>
                </a:lnTo>
                <a:lnTo>
                  <a:pt x="135531" y="111381"/>
                </a:lnTo>
                <a:close/>
                <a:moveTo>
                  <a:pt x="138933" y="108712"/>
                </a:moveTo>
                <a:lnTo>
                  <a:pt x="141602" y="111381"/>
                </a:lnTo>
                <a:lnTo>
                  <a:pt x="140034" y="111381"/>
                </a:lnTo>
                <a:lnTo>
                  <a:pt x="138933" y="112448"/>
                </a:lnTo>
                <a:close/>
                <a:moveTo>
                  <a:pt x="139500" y="107378"/>
                </a:moveTo>
                <a:lnTo>
                  <a:pt x="142135" y="104743"/>
                </a:lnTo>
                <a:lnTo>
                  <a:pt x="142135" y="106277"/>
                </a:lnTo>
                <a:lnTo>
                  <a:pt x="143236" y="107378"/>
                </a:lnTo>
                <a:close/>
                <a:moveTo>
                  <a:pt x="142369" y="103375"/>
                </a:moveTo>
                <a:lnTo>
                  <a:pt x="140367" y="103375"/>
                </a:lnTo>
                <a:lnTo>
                  <a:pt x="138933" y="101941"/>
                </a:lnTo>
                <a:lnTo>
                  <a:pt x="138933" y="100106"/>
                </a:lnTo>
                <a:lnTo>
                  <a:pt x="140901" y="102074"/>
                </a:lnTo>
                <a:lnTo>
                  <a:pt x="141068" y="102074"/>
                </a:lnTo>
                <a:lnTo>
                  <a:pt x="143703" y="102074"/>
                </a:lnTo>
                <a:close/>
                <a:moveTo>
                  <a:pt x="144504" y="101273"/>
                </a:moveTo>
                <a:lnTo>
                  <a:pt x="141235" y="101273"/>
                </a:lnTo>
                <a:lnTo>
                  <a:pt x="138933" y="98972"/>
                </a:lnTo>
                <a:lnTo>
                  <a:pt x="138933" y="96603"/>
                </a:lnTo>
                <a:lnTo>
                  <a:pt x="141935" y="99606"/>
                </a:lnTo>
                <a:lnTo>
                  <a:pt x="142102" y="99606"/>
                </a:lnTo>
                <a:lnTo>
                  <a:pt x="146172" y="99606"/>
                </a:lnTo>
                <a:close/>
                <a:moveTo>
                  <a:pt x="146939" y="98805"/>
                </a:moveTo>
                <a:lnTo>
                  <a:pt x="142269" y="98805"/>
                </a:lnTo>
                <a:lnTo>
                  <a:pt x="138933" y="95503"/>
                </a:lnTo>
                <a:lnTo>
                  <a:pt x="138933" y="93334"/>
                </a:lnTo>
                <a:lnTo>
                  <a:pt x="142903" y="97271"/>
                </a:lnTo>
                <a:lnTo>
                  <a:pt x="143069" y="97271"/>
                </a:lnTo>
                <a:lnTo>
                  <a:pt x="148473" y="97271"/>
                </a:lnTo>
                <a:close/>
                <a:moveTo>
                  <a:pt x="149841" y="97371"/>
                </a:moveTo>
                <a:lnTo>
                  <a:pt x="151876" y="97371"/>
                </a:lnTo>
                <a:lnTo>
                  <a:pt x="153543" y="99072"/>
                </a:lnTo>
                <a:lnTo>
                  <a:pt x="153543" y="106811"/>
                </a:lnTo>
                <a:lnTo>
                  <a:pt x="149841" y="103108"/>
                </a:lnTo>
                <a:lnTo>
                  <a:pt x="149841" y="97371"/>
                </a:lnTo>
                <a:close/>
                <a:moveTo>
                  <a:pt x="154344" y="99072"/>
                </a:moveTo>
                <a:lnTo>
                  <a:pt x="156012" y="97371"/>
                </a:lnTo>
                <a:lnTo>
                  <a:pt x="158047" y="97371"/>
                </a:lnTo>
                <a:lnTo>
                  <a:pt x="158047" y="103108"/>
                </a:lnTo>
                <a:lnTo>
                  <a:pt x="154344" y="106811"/>
                </a:lnTo>
                <a:lnTo>
                  <a:pt x="154344" y="99072"/>
                </a:lnTo>
                <a:close/>
                <a:moveTo>
                  <a:pt x="166820" y="102074"/>
                </a:moveTo>
                <a:lnTo>
                  <a:pt x="166986" y="102074"/>
                </a:lnTo>
                <a:lnTo>
                  <a:pt x="168954" y="100106"/>
                </a:lnTo>
                <a:lnTo>
                  <a:pt x="168954" y="101974"/>
                </a:lnTo>
                <a:lnTo>
                  <a:pt x="167520" y="103375"/>
                </a:lnTo>
                <a:lnTo>
                  <a:pt x="165519" y="103375"/>
                </a:lnTo>
                <a:lnTo>
                  <a:pt x="164184" y="102074"/>
                </a:lnTo>
                <a:close/>
                <a:moveTo>
                  <a:pt x="165752" y="104743"/>
                </a:moveTo>
                <a:lnTo>
                  <a:pt x="168387" y="107378"/>
                </a:lnTo>
                <a:lnTo>
                  <a:pt x="164651" y="107378"/>
                </a:lnTo>
                <a:lnTo>
                  <a:pt x="165752" y="106277"/>
                </a:lnTo>
                <a:lnTo>
                  <a:pt x="165752" y="104743"/>
                </a:lnTo>
                <a:close/>
                <a:moveTo>
                  <a:pt x="168954" y="108712"/>
                </a:moveTo>
                <a:lnTo>
                  <a:pt x="168954" y="112448"/>
                </a:lnTo>
                <a:lnTo>
                  <a:pt x="167854" y="111381"/>
                </a:lnTo>
                <a:lnTo>
                  <a:pt x="166319" y="111381"/>
                </a:lnTo>
                <a:close/>
                <a:moveTo>
                  <a:pt x="169755" y="108712"/>
                </a:moveTo>
                <a:lnTo>
                  <a:pt x="172390" y="111381"/>
                </a:lnTo>
                <a:lnTo>
                  <a:pt x="170989" y="111381"/>
                </a:lnTo>
                <a:lnTo>
                  <a:pt x="170722" y="111481"/>
                </a:lnTo>
                <a:lnTo>
                  <a:pt x="169755" y="112448"/>
                </a:lnTo>
                <a:lnTo>
                  <a:pt x="169755" y="108712"/>
                </a:lnTo>
                <a:close/>
                <a:moveTo>
                  <a:pt x="170289" y="107378"/>
                </a:moveTo>
                <a:lnTo>
                  <a:pt x="172957" y="104743"/>
                </a:lnTo>
                <a:lnTo>
                  <a:pt x="172957" y="106277"/>
                </a:lnTo>
                <a:lnTo>
                  <a:pt x="174025" y="107378"/>
                </a:lnTo>
                <a:close/>
                <a:moveTo>
                  <a:pt x="169755" y="106811"/>
                </a:moveTo>
                <a:lnTo>
                  <a:pt x="169755" y="103075"/>
                </a:lnTo>
                <a:lnTo>
                  <a:pt x="170722" y="104042"/>
                </a:lnTo>
                <a:lnTo>
                  <a:pt x="170989" y="104175"/>
                </a:lnTo>
                <a:lnTo>
                  <a:pt x="172390" y="104175"/>
                </a:lnTo>
                <a:close/>
                <a:moveTo>
                  <a:pt x="180629" y="97371"/>
                </a:moveTo>
                <a:lnTo>
                  <a:pt x="182664" y="97371"/>
                </a:lnTo>
                <a:lnTo>
                  <a:pt x="184332" y="99072"/>
                </a:lnTo>
                <a:lnTo>
                  <a:pt x="184332" y="106811"/>
                </a:lnTo>
                <a:lnTo>
                  <a:pt x="180629" y="103108"/>
                </a:lnTo>
                <a:lnTo>
                  <a:pt x="180629" y="97371"/>
                </a:lnTo>
                <a:close/>
                <a:moveTo>
                  <a:pt x="185133" y="99072"/>
                </a:moveTo>
                <a:lnTo>
                  <a:pt x="186801" y="97371"/>
                </a:lnTo>
                <a:lnTo>
                  <a:pt x="188835" y="97371"/>
                </a:lnTo>
                <a:lnTo>
                  <a:pt x="188835" y="103108"/>
                </a:lnTo>
                <a:lnTo>
                  <a:pt x="185133" y="106811"/>
                </a:lnTo>
                <a:lnTo>
                  <a:pt x="185133" y="99072"/>
                </a:lnTo>
                <a:close/>
                <a:moveTo>
                  <a:pt x="197775" y="102074"/>
                </a:moveTo>
                <a:lnTo>
                  <a:pt x="199743" y="100106"/>
                </a:lnTo>
                <a:lnTo>
                  <a:pt x="199743" y="101974"/>
                </a:lnTo>
                <a:lnTo>
                  <a:pt x="198309" y="103375"/>
                </a:lnTo>
                <a:lnTo>
                  <a:pt x="196307" y="103375"/>
                </a:lnTo>
                <a:lnTo>
                  <a:pt x="194973" y="102074"/>
                </a:lnTo>
                <a:close/>
                <a:moveTo>
                  <a:pt x="196541" y="104743"/>
                </a:moveTo>
                <a:lnTo>
                  <a:pt x="199176" y="107378"/>
                </a:lnTo>
                <a:lnTo>
                  <a:pt x="195440" y="107378"/>
                </a:lnTo>
                <a:lnTo>
                  <a:pt x="196541" y="106277"/>
                </a:lnTo>
                <a:lnTo>
                  <a:pt x="196541" y="104743"/>
                </a:lnTo>
                <a:close/>
                <a:moveTo>
                  <a:pt x="199743" y="108712"/>
                </a:moveTo>
                <a:lnTo>
                  <a:pt x="199743" y="112448"/>
                </a:lnTo>
                <a:lnTo>
                  <a:pt x="198776" y="111481"/>
                </a:lnTo>
                <a:lnTo>
                  <a:pt x="198476" y="111381"/>
                </a:lnTo>
                <a:lnTo>
                  <a:pt x="197108" y="111381"/>
                </a:lnTo>
                <a:close/>
                <a:moveTo>
                  <a:pt x="200544" y="108712"/>
                </a:moveTo>
                <a:lnTo>
                  <a:pt x="203179" y="111381"/>
                </a:lnTo>
                <a:lnTo>
                  <a:pt x="201644" y="111381"/>
                </a:lnTo>
                <a:lnTo>
                  <a:pt x="200544" y="112448"/>
                </a:lnTo>
                <a:close/>
                <a:moveTo>
                  <a:pt x="201077" y="107378"/>
                </a:moveTo>
                <a:lnTo>
                  <a:pt x="203746" y="104743"/>
                </a:lnTo>
                <a:lnTo>
                  <a:pt x="203746" y="106277"/>
                </a:lnTo>
                <a:lnTo>
                  <a:pt x="204847" y="107378"/>
                </a:lnTo>
                <a:close/>
                <a:moveTo>
                  <a:pt x="203979" y="103375"/>
                </a:moveTo>
                <a:lnTo>
                  <a:pt x="201945" y="103375"/>
                </a:lnTo>
                <a:lnTo>
                  <a:pt x="200544" y="101941"/>
                </a:lnTo>
                <a:lnTo>
                  <a:pt x="200544" y="100106"/>
                </a:lnTo>
                <a:lnTo>
                  <a:pt x="202512" y="102074"/>
                </a:lnTo>
                <a:lnTo>
                  <a:pt x="202645" y="102074"/>
                </a:lnTo>
                <a:lnTo>
                  <a:pt x="205280" y="102074"/>
                </a:lnTo>
                <a:close/>
                <a:moveTo>
                  <a:pt x="206081" y="101273"/>
                </a:moveTo>
                <a:lnTo>
                  <a:pt x="202812" y="101273"/>
                </a:lnTo>
                <a:lnTo>
                  <a:pt x="200544" y="98972"/>
                </a:lnTo>
                <a:lnTo>
                  <a:pt x="200544" y="96603"/>
                </a:lnTo>
                <a:lnTo>
                  <a:pt x="203512" y="99606"/>
                </a:lnTo>
                <a:lnTo>
                  <a:pt x="203679" y="99606"/>
                </a:lnTo>
                <a:lnTo>
                  <a:pt x="207749" y="99606"/>
                </a:lnTo>
                <a:close/>
                <a:moveTo>
                  <a:pt x="208549" y="98805"/>
                </a:moveTo>
                <a:lnTo>
                  <a:pt x="203846" y="98805"/>
                </a:lnTo>
                <a:lnTo>
                  <a:pt x="200544" y="95503"/>
                </a:lnTo>
                <a:lnTo>
                  <a:pt x="200544" y="93334"/>
                </a:lnTo>
                <a:lnTo>
                  <a:pt x="204480" y="97271"/>
                </a:lnTo>
                <a:lnTo>
                  <a:pt x="204647" y="97271"/>
                </a:lnTo>
                <a:lnTo>
                  <a:pt x="210084" y="97271"/>
                </a:lnTo>
                <a:close/>
                <a:moveTo>
                  <a:pt x="211418" y="97371"/>
                </a:moveTo>
                <a:lnTo>
                  <a:pt x="213453" y="97371"/>
                </a:lnTo>
                <a:lnTo>
                  <a:pt x="215154" y="99072"/>
                </a:lnTo>
                <a:lnTo>
                  <a:pt x="215154" y="106811"/>
                </a:lnTo>
                <a:lnTo>
                  <a:pt x="211418" y="103108"/>
                </a:lnTo>
                <a:lnTo>
                  <a:pt x="211418" y="97371"/>
                </a:lnTo>
                <a:close/>
                <a:moveTo>
                  <a:pt x="215921" y="99072"/>
                </a:moveTo>
                <a:lnTo>
                  <a:pt x="217623" y="97371"/>
                </a:lnTo>
                <a:lnTo>
                  <a:pt x="219657" y="97371"/>
                </a:lnTo>
                <a:lnTo>
                  <a:pt x="219657" y="103108"/>
                </a:lnTo>
                <a:lnTo>
                  <a:pt x="215921" y="106811"/>
                </a:lnTo>
                <a:lnTo>
                  <a:pt x="215921" y="99072"/>
                </a:lnTo>
                <a:close/>
                <a:moveTo>
                  <a:pt x="226596" y="87464"/>
                </a:moveTo>
                <a:lnTo>
                  <a:pt x="226429" y="87464"/>
                </a:lnTo>
                <a:lnTo>
                  <a:pt x="220992" y="87464"/>
                </a:lnTo>
                <a:lnTo>
                  <a:pt x="222526" y="85929"/>
                </a:lnTo>
                <a:lnTo>
                  <a:pt x="227229" y="85929"/>
                </a:lnTo>
                <a:lnTo>
                  <a:pt x="230532" y="89265"/>
                </a:lnTo>
                <a:lnTo>
                  <a:pt x="230532" y="91400"/>
                </a:lnTo>
                <a:close/>
                <a:moveTo>
                  <a:pt x="227530" y="85162"/>
                </a:moveTo>
                <a:lnTo>
                  <a:pt x="227396" y="85162"/>
                </a:lnTo>
                <a:lnTo>
                  <a:pt x="223327" y="85162"/>
                </a:lnTo>
                <a:lnTo>
                  <a:pt x="224995" y="83461"/>
                </a:lnTo>
                <a:lnTo>
                  <a:pt x="228230" y="83461"/>
                </a:lnTo>
                <a:lnTo>
                  <a:pt x="230532" y="85762"/>
                </a:lnTo>
                <a:lnTo>
                  <a:pt x="230532" y="88131"/>
                </a:lnTo>
                <a:close/>
                <a:moveTo>
                  <a:pt x="231332" y="82794"/>
                </a:moveTo>
                <a:lnTo>
                  <a:pt x="232733" y="81359"/>
                </a:lnTo>
                <a:lnTo>
                  <a:pt x="234768" y="81359"/>
                </a:lnTo>
                <a:lnTo>
                  <a:pt x="236069" y="82693"/>
                </a:lnTo>
                <a:lnTo>
                  <a:pt x="233300" y="82693"/>
                </a:lnTo>
                <a:lnTo>
                  <a:pt x="231332" y="84662"/>
                </a:lnTo>
                <a:lnTo>
                  <a:pt x="231332" y="82794"/>
                </a:lnTo>
                <a:close/>
                <a:moveTo>
                  <a:pt x="234535" y="80025"/>
                </a:moveTo>
                <a:lnTo>
                  <a:pt x="231899" y="77356"/>
                </a:lnTo>
                <a:lnTo>
                  <a:pt x="235635" y="77356"/>
                </a:lnTo>
                <a:lnTo>
                  <a:pt x="234535" y="78457"/>
                </a:lnTo>
                <a:close/>
                <a:moveTo>
                  <a:pt x="231332" y="76022"/>
                </a:moveTo>
                <a:lnTo>
                  <a:pt x="231332" y="72286"/>
                </a:lnTo>
                <a:lnTo>
                  <a:pt x="232300" y="73253"/>
                </a:lnTo>
                <a:lnTo>
                  <a:pt x="232567" y="73387"/>
                </a:lnTo>
                <a:lnTo>
                  <a:pt x="233968" y="73387"/>
                </a:lnTo>
                <a:close/>
                <a:moveTo>
                  <a:pt x="230532" y="71152"/>
                </a:moveTo>
                <a:lnTo>
                  <a:pt x="229097" y="72586"/>
                </a:lnTo>
                <a:lnTo>
                  <a:pt x="227096" y="72586"/>
                </a:lnTo>
                <a:lnTo>
                  <a:pt x="225762" y="71285"/>
                </a:lnTo>
                <a:lnTo>
                  <a:pt x="228564" y="71285"/>
                </a:lnTo>
                <a:lnTo>
                  <a:pt x="230532" y="69317"/>
                </a:lnTo>
                <a:close/>
                <a:moveTo>
                  <a:pt x="228230" y="70485"/>
                </a:moveTo>
                <a:lnTo>
                  <a:pt x="224995" y="70485"/>
                </a:lnTo>
                <a:lnTo>
                  <a:pt x="223327" y="68783"/>
                </a:lnTo>
                <a:lnTo>
                  <a:pt x="227363" y="68783"/>
                </a:lnTo>
                <a:lnTo>
                  <a:pt x="227663" y="68683"/>
                </a:lnTo>
                <a:lnTo>
                  <a:pt x="230532" y="65815"/>
                </a:lnTo>
                <a:lnTo>
                  <a:pt x="230532" y="68183"/>
                </a:lnTo>
                <a:close/>
                <a:moveTo>
                  <a:pt x="227229" y="68016"/>
                </a:moveTo>
                <a:lnTo>
                  <a:pt x="222526" y="68016"/>
                </a:lnTo>
                <a:lnTo>
                  <a:pt x="220992" y="66482"/>
                </a:lnTo>
                <a:lnTo>
                  <a:pt x="226596" y="66482"/>
                </a:lnTo>
                <a:lnTo>
                  <a:pt x="230532" y="62546"/>
                </a:lnTo>
                <a:lnTo>
                  <a:pt x="230532" y="64714"/>
                </a:lnTo>
                <a:close/>
                <a:moveTo>
                  <a:pt x="226596" y="56675"/>
                </a:moveTo>
                <a:lnTo>
                  <a:pt x="220992" y="56675"/>
                </a:lnTo>
                <a:lnTo>
                  <a:pt x="222526" y="55140"/>
                </a:lnTo>
                <a:lnTo>
                  <a:pt x="227229" y="55140"/>
                </a:lnTo>
                <a:lnTo>
                  <a:pt x="230532" y="58476"/>
                </a:lnTo>
                <a:lnTo>
                  <a:pt x="230532" y="60611"/>
                </a:lnTo>
                <a:close/>
                <a:moveTo>
                  <a:pt x="227663" y="54473"/>
                </a:moveTo>
                <a:lnTo>
                  <a:pt x="227396" y="54340"/>
                </a:lnTo>
                <a:lnTo>
                  <a:pt x="223327" y="54340"/>
                </a:lnTo>
                <a:lnTo>
                  <a:pt x="224995" y="52672"/>
                </a:lnTo>
                <a:lnTo>
                  <a:pt x="228230" y="52672"/>
                </a:lnTo>
                <a:lnTo>
                  <a:pt x="230532" y="54974"/>
                </a:lnTo>
                <a:lnTo>
                  <a:pt x="230532" y="57342"/>
                </a:lnTo>
                <a:close/>
                <a:moveTo>
                  <a:pt x="231332" y="52005"/>
                </a:moveTo>
                <a:lnTo>
                  <a:pt x="232733" y="50570"/>
                </a:lnTo>
                <a:lnTo>
                  <a:pt x="234768" y="50570"/>
                </a:lnTo>
                <a:lnTo>
                  <a:pt x="236069" y="51905"/>
                </a:lnTo>
                <a:lnTo>
                  <a:pt x="233300" y="51905"/>
                </a:lnTo>
                <a:lnTo>
                  <a:pt x="231332" y="53873"/>
                </a:lnTo>
                <a:lnTo>
                  <a:pt x="231332" y="52005"/>
                </a:lnTo>
                <a:close/>
                <a:moveTo>
                  <a:pt x="234535" y="47835"/>
                </a:moveTo>
                <a:lnTo>
                  <a:pt x="234535" y="49203"/>
                </a:lnTo>
                <a:lnTo>
                  <a:pt x="231899" y="46568"/>
                </a:lnTo>
                <a:lnTo>
                  <a:pt x="235635" y="46568"/>
                </a:lnTo>
                <a:lnTo>
                  <a:pt x="234635" y="47568"/>
                </a:lnTo>
                <a:close/>
                <a:moveTo>
                  <a:pt x="231866" y="45800"/>
                </a:moveTo>
                <a:lnTo>
                  <a:pt x="234535" y="43132"/>
                </a:lnTo>
                <a:lnTo>
                  <a:pt x="234535" y="44700"/>
                </a:lnTo>
                <a:lnTo>
                  <a:pt x="235635" y="45800"/>
                </a:lnTo>
                <a:lnTo>
                  <a:pt x="231866" y="45800"/>
                </a:lnTo>
                <a:close/>
                <a:moveTo>
                  <a:pt x="231332" y="45233"/>
                </a:moveTo>
                <a:lnTo>
                  <a:pt x="231332" y="41497"/>
                </a:lnTo>
                <a:lnTo>
                  <a:pt x="232300" y="42465"/>
                </a:lnTo>
                <a:lnTo>
                  <a:pt x="232567" y="42598"/>
                </a:lnTo>
                <a:lnTo>
                  <a:pt x="233968" y="42598"/>
                </a:lnTo>
                <a:close/>
                <a:moveTo>
                  <a:pt x="230532" y="40363"/>
                </a:moveTo>
                <a:lnTo>
                  <a:pt x="229097" y="41797"/>
                </a:lnTo>
                <a:lnTo>
                  <a:pt x="227096" y="41797"/>
                </a:lnTo>
                <a:lnTo>
                  <a:pt x="225762" y="40463"/>
                </a:lnTo>
                <a:lnTo>
                  <a:pt x="228397" y="40463"/>
                </a:lnTo>
                <a:lnTo>
                  <a:pt x="228564" y="40463"/>
                </a:lnTo>
                <a:lnTo>
                  <a:pt x="230532" y="38495"/>
                </a:lnTo>
                <a:lnTo>
                  <a:pt x="230532" y="40363"/>
                </a:lnTo>
                <a:close/>
                <a:moveTo>
                  <a:pt x="228230" y="39696"/>
                </a:moveTo>
                <a:lnTo>
                  <a:pt x="224995" y="39696"/>
                </a:lnTo>
                <a:lnTo>
                  <a:pt x="223327" y="38028"/>
                </a:lnTo>
                <a:lnTo>
                  <a:pt x="227363" y="38028"/>
                </a:lnTo>
                <a:lnTo>
                  <a:pt x="227530" y="38028"/>
                </a:lnTo>
                <a:lnTo>
                  <a:pt x="230532" y="35026"/>
                </a:lnTo>
                <a:lnTo>
                  <a:pt x="230532" y="37394"/>
                </a:lnTo>
                <a:close/>
                <a:moveTo>
                  <a:pt x="227229" y="37228"/>
                </a:moveTo>
                <a:lnTo>
                  <a:pt x="222526" y="37228"/>
                </a:lnTo>
                <a:lnTo>
                  <a:pt x="220992" y="35693"/>
                </a:lnTo>
                <a:lnTo>
                  <a:pt x="226429" y="35693"/>
                </a:lnTo>
                <a:lnTo>
                  <a:pt x="226596" y="35693"/>
                </a:lnTo>
                <a:lnTo>
                  <a:pt x="230532" y="31757"/>
                </a:lnTo>
                <a:lnTo>
                  <a:pt x="230532" y="33892"/>
                </a:lnTo>
                <a:close/>
                <a:moveTo>
                  <a:pt x="226596" y="25886"/>
                </a:moveTo>
                <a:lnTo>
                  <a:pt x="226429" y="25886"/>
                </a:lnTo>
                <a:lnTo>
                  <a:pt x="220992" y="25886"/>
                </a:lnTo>
                <a:lnTo>
                  <a:pt x="222526" y="24352"/>
                </a:lnTo>
                <a:lnTo>
                  <a:pt x="227229" y="24352"/>
                </a:lnTo>
                <a:lnTo>
                  <a:pt x="230532" y="27654"/>
                </a:lnTo>
                <a:lnTo>
                  <a:pt x="230532" y="29822"/>
                </a:lnTo>
                <a:close/>
                <a:moveTo>
                  <a:pt x="227530" y="23551"/>
                </a:moveTo>
                <a:lnTo>
                  <a:pt x="227396" y="23551"/>
                </a:lnTo>
                <a:lnTo>
                  <a:pt x="223327" y="23551"/>
                </a:lnTo>
                <a:lnTo>
                  <a:pt x="224995" y="21883"/>
                </a:lnTo>
                <a:lnTo>
                  <a:pt x="228230" y="21883"/>
                </a:lnTo>
                <a:lnTo>
                  <a:pt x="230532" y="24185"/>
                </a:lnTo>
                <a:lnTo>
                  <a:pt x="230532" y="26553"/>
                </a:lnTo>
                <a:close/>
                <a:moveTo>
                  <a:pt x="227330" y="13744"/>
                </a:moveTo>
                <a:lnTo>
                  <a:pt x="227330" y="12343"/>
                </a:lnTo>
                <a:lnTo>
                  <a:pt x="229965" y="15012"/>
                </a:lnTo>
                <a:lnTo>
                  <a:pt x="226229" y="15012"/>
                </a:lnTo>
                <a:lnTo>
                  <a:pt x="227196" y="14011"/>
                </a:lnTo>
                <a:close/>
                <a:moveTo>
                  <a:pt x="230532" y="20082"/>
                </a:moveTo>
                <a:lnTo>
                  <a:pt x="229431" y="18981"/>
                </a:lnTo>
                <a:lnTo>
                  <a:pt x="229264" y="18981"/>
                </a:lnTo>
                <a:lnTo>
                  <a:pt x="227897" y="18981"/>
                </a:lnTo>
                <a:lnTo>
                  <a:pt x="230532" y="16346"/>
                </a:lnTo>
                <a:close/>
                <a:moveTo>
                  <a:pt x="231332" y="16346"/>
                </a:moveTo>
                <a:lnTo>
                  <a:pt x="233968" y="18981"/>
                </a:lnTo>
                <a:lnTo>
                  <a:pt x="232567" y="18981"/>
                </a:lnTo>
                <a:lnTo>
                  <a:pt x="232300" y="19115"/>
                </a:lnTo>
                <a:lnTo>
                  <a:pt x="231332" y="20082"/>
                </a:lnTo>
                <a:lnTo>
                  <a:pt x="231332" y="16346"/>
                </a:lnTo>
                <a:close/>
                <a:moveTo>
                  <a:pt x="227897" y="11776"/>
                </a:moveTo>
                <a:lnTo>
                  <a:pt x="229431" y="11776"/>
                </a:lnTo>
                <a:lnTo>
                  <a:pt x="230532" y="10709"/>
                </a:lnTo>
                <a:lnTo>
                  <a:pt x="230532" y="14445"/>
                </a:lnTo>
                <a:close/>
                <a:moveTo>
                  <a:pt x="229965" y="15779"/>
                </a:moveTo>
                <a:lnTo>
                  <a:pt x="227330" y="18414"/>
                </a:lnTo>
                <a:lnTo>
                  <a:pt x="227330" y="16880"/>
                </a:lnTo>
                <a:lnTo>
                  <a:pt x="226229" y="15779"/>
                </a:lnTo>
                <a:close/>
                <a:moveTo>
                  <a:pt x="227096" y="19782"/>
                </a:moveTo>
                <a:lnTo>
                  <a:pt x="229097" y="19782"/>
                </a:lnTo>
                <a:lnTo>
                  <a:pt x="230532" y="21216"/>
                </a:lnTo>
                <a:lnTo>
                  <a:pt x="230532" y="23051"/>
                </a:lnTo>
                <a:lnTo>
                  <a:pt x="228564" y="21083"/>
                </a:lnTo>
                <a:lnTo>
                  <a:pt x="228397" y="21083"/>
                </a:lnTo>
                <a:lnTo>
                  <a:pt x="225795" y="21083"/>
                </a:lnTo>
                <a:close/>
                <a:moveTo>
                  <a:pt x="231332" y="21216"/>
                </a:moveTo>
                <a:lnTo>
                  <a:pt x="232733" y="19782"/>
                </a:lnTo>
                <a:lnTo>
                  <a:pt x="234768" y="19782"/>
                </a:lnTo>
                <a:lnTo>
                  <a:pt x="236069" y="21083"/>
                </a:lnTo>
                <a:lnTo>
                  <a:pt x="233300" y="21083"/>
                </a:lnTo>
                <a:lnTo>
                  <a:pt x="231332" y="23051"/>
                </a:lnTo>
                <a:lnTo>
                  <a:pt x="231332" y="21216"/>
                </a:lnTo>
                <a:close/>
                <a:moveTo>
                  <a:pt x="234535" y="18447"/>
                </a:moveTo>
                <a:lnTo>
                  <a:pt x="231899" y="15779"/>
                </a:lnTo>
                <a:lnTo>
                  <a:pt x="235635" y="15779"/>
                </a:lnTo>
                <a:lnTo>
                  <a:pt x="234535" y="16880"/>
                </a:lnTo>
                <a:close/>
                <a:moveTo>
                  <a:pt x="231332" y="14445"/>
                </a:moveTo>
                <a:lnTo>
                  <a:pt x="231332" y="10709"/>
                </a:lnTo>
                <a:lnTo>
                  <a:pt x="232300" y="11676"/>
                </a:lnTo>
                <a:lnTo>
                  <a:pt x="232567" y="11809"/>
                </a:lnTo>
                <a:lnTo>
                  <a:pt x="233968" y="11809"/>
                </a:lnTo>
                <a:close/>
                <a:moveTo>
                  <a:pt x="230532" y="9574"/>
                </a:moveTo>
                <a:lnTo>
                  <a:pt x="229097" y="11009"/>
                </a:lnTo>
                <a:lnTo>
                  <a:pt x="227096" y="11009"/>
                </a:lnTo>
                <a:lnTo>
                  <a:pt x="225762" y="9675"/>
                </a:lnTo>
                <a:lnTo>
                  <a:pt x="228564" y="9675"/>
                </a:lnTo>
                <a:lnTo>
                  <a:pt x="230532" y="7706"/>
                </a:lnTo>
                <a:close/>
                <a:moveTo>
                  <a:pt x="225128" y="15779"/>
                </a:moveTo>
                <a:lnTo>
                  <a:pt x="226529" y="17213"/>
                </a:lnTo>
                <a:lnTo>
                  <a:pt x="226529" y="19215"/>
                </a:lnTo>
                <a:lnTo>
                  <a:pt x="225228" y="20549"/>
                </a:lnTo>
                <a:lnTo>
                  <a:pt x="225228" y="17747"/>
                </a:lnTo>
                <a:lnTo>
                  <a:pt x="223260" y="15779"/>
                </a:lnTo>
                <a:close/>
                <a:moveTo>
                  <a:pt x="205848" y="17747"/>
                </a:moveTo>
                <a:lnTo>
                  <a:pt x="205848" y="20516"/>
                </a:lnTo>
                <a:lnTo>
                  <a:pt x="204513" y="19215"/>
                </a:lnTo>
                <a:lnTo>
                  <a:pt x="204513" y="17213"/>
                </a:lnTo>
                <a:lnTo>
                  <a:pt x="205948" y="15779"/>
                </a:lnTo>
                <a:lnTo>
                  <a:pt x="207816" y="15779"/>
                </a:lnTo>
                <a:close/>
                <a:moveTo>
                  <a:pt x="205948" y="15012"/>
                </a:moveTo>
                <a:lnTo>
                  <a:pt x="204513" y="13577"/>
                </a:lnTo>
                <a:lnTo>
                  <a:pt x="204513" y="11576"/>
                </a:lnTo>
                <a:lnTo>
                  <a:pt x="205848" y="10242"/>
                </a:lnTo>
                <a:lnTo>
                  <a:pt x="205848" y="13010"/>
                </a:lnTo>
                <a:lnTo>
                  <a:pt x="207816" y="14978"/>
                </a:lnTo>
                <a:lnTo>
                  <a:pt x="205948" y="14978"/>
                </a:lnTo>
                <a:close/>
                <a:moveTo>
                  <a:pt x="203979" y="11009"/>
                </a:moveTo>
                <a:lnTo>
                  <a:pt x="201945" y="11009"/>
                </a:lnTo>
                <a:lnTo>
                  <a:pt x="200544" y="9574"/>
                </a:lnTo>
                <a:lnTo>
                  <a:pt x="200544" y="7706"/>
                </a:lnTo>
                <a:lnTo>
                  <a:pt x="202512" y="9675"/>
                </a:lnTo>
                <a:lnTo>
                  <a:pt x="205280" y="9675"/>
                </a:lnTo>
                <a:close/>
                <a:moveTo>
                  <a:pt x="199743" y="9574"/>
                </a:moveTo>
                <a:lnTo>
                  <a:pt x="198309" y="11009"/>
                </a:lnTo>
                <a:lnTo>
                  <a:pt x="196307" y="11009"/>
                </a:lnTo>
                <a:lnTo>
                  <a:pt x="194973" y="9675"/>
                </a:lnTo>
                <a:lnTo>
                  <a:pt x="197775" y="9675"/>
                </a:lnTo>
                <a:lnTo>
                  <a:pt x="199743" y="7706"/>
                </a:lnTo>
                <a:lnTo>
                  <a:pt x="199743" y="9574"/>
                </a:lnTo>
                <a:close/>
                <a:moveTo>
                  <a:pt x="194339" y="15779"/>
                </a:moveTo>
                <a:lnTo>
                  <a:pt x="195740" y="17213"/>
                </a:lnTo>
                <a:lnTo>
                  <a:pt x="195740" y="19215"/>
                </a:lnTo>
                <a:lnTo>
                  <a:pt x="194439" y="20549"/>
                </a:lnTo>
                <a:lnTo>
                  <a:pt x="194439" y="17747"/>
                </a:lnTo>
                <a:lnTo>
                  <a:pt x="192471" y="15779"/>
                </a:lnTo>
                <a:close/>
                <a:moveTo>
                  <a:pt x="175059" y="17747"/>
                </a:moveTo>
                <a:lnTo>
                  <a:pt x="175059" y="20549"/>
                </a:lnTo>
                <a:lnTo>
                  <a:pt x="173725" y="19215"/>
                </a:lnTo>
                <a:lnTo>
                  <a:pt x="173725" y="17213"/>
                </a:lnTo>
                <a:lnTo>
                  <a:pt x="175159" y="15779"/>
                </a:lnTo>
                <a:lnTo>
                  <a:pt x="177027" y="15779"/>
                </a:lnTo>
                <a:close/>
                <a:moveTo>
                  <a:pt x="175159" y="15012"/>
                </a:moveTo>
                <a:lnTo>
                  <a:pt x="173725" y="13577"/>
                </a:lnTo>
                <a:lnTo>
                  <a:pt x="173725" y="11576"/>
                </a:lnTo>
                <a:lnTo>
                  <a:pt x="175059" y="10242"/>
                </a:lnTo>
                <a:lnTo>
                  <a:pt x="175059" y="13010"/>
                </a:lnTo>
                <a:lnTo>
                  <a:pt x="177027" y="14978"/>
                </a:lnTo>
                <a:lnTo>
                  <a:pt x="175159" y="14978"/>
                </a:lnTo>
                <a:close/>
                <a:moveTo>
                  <a:pt x="173191" y="11009"/>
                </a:moveTo>
                <a:lnTo>
                  <a:pt x="171156" y="11009"/>
                </a:lnTo>
                <a:lnTo>
                  <a:pt x="169755" y="9574"/>
                </a:lnTo>
                <a:lnTo>
                  <a:pt x="169755" y="7706"/>
                </a:lnTo>
                <a:lnTo>
                  <a:pt x="171723" y="9675"/>
                </a:lnTo>
                <a:lnTo>
                  <a:pt x="174492" y="9675"/>
                </a:lnTo>
                <a:close/>
                <a:moveTo>
                  <a:pt x="168954" y="9574"/>
                </a:moveTo>
                <a:lnTo>
                  <a:pt x="167520" y="11009"/>
                </a:lnTo>
                <a:lnTo>
                  <a:pt x="165519" y="11009"/>
                </a:lnTo>
                <a:lnTo>
                  <a:pt x="164184" y="9675"/>
                </a:lnTo>
                <a:lnTo>
                  <a:pt x="166986" y="9675"/>
                </a:lnTo>
                <a:lnTo>
                  <a:pt x="168954" y="7706"/>
                </a:lnTo>
                <a:close/>
                <a:moveTo>
                  <a:pt x="163517" y="15779"/>
                </a:moveTo>
                <a:lnTo>
                  <a:pt x="164952" y="17213"/>
                </a:lnTo>
                <a:lnTo>
                  <a:pt x="164952" y="19215"/>
                </a:lnTo>
                <a:lnTo>
                  <a:pt x="163651" y="20549"/>
                </a:lnTo>
                <a:lnTo>
                  <a:pt x="163651" y="17747"/>
                </a:lnTo>
                <a:lnTo>
                  <a:pt x="161649" y="15779"/>
                </a:lnTo>
                <a:close/>
                <a:moveTo>
                  <a:pt x="144270" y="17747"/>
                </a:moveTo>
                <a:lnTo>
                  <a:pt x="144270" y="20549"/>
                </a:lnTo>
                <a:lnTo>
                  <a:pt x="142936" y="19215"/>
                </a:lnTo>
                <a:lnTo>
                  <a:pt x="142936" y="17213"/>
                </a:lnTo>
                <a:lnTo>
                  <a:pt x="144370" y="15779"/>
                </a:lnTo>
                <a:lnTo>
                  <a:pt x="146238" y="15779"/>
                </a:lnTo>
                <a:close/>
                <a:moveTo>
                  <a:pt x="144370" y="15012"/>
                </a:moveTo>
                <a:lnTo>
                  <a:pt x="142936" y="13577"/>
                </a:lnTo>
                <a:lnTo>
                  <a:pt x="142936" y="11576"/>
                </a:lnTo>
                <a:lnTo>
                  <a:pt x="144270" y="10242"/>
                </a:lnTo>
                <a:lnTo>
                  <a:pt x="144270" y="13010"/>
                </a:lnTo>
                <a:lnTo>
                  <a:pt x="146238" y="14978"/>
                </a:lnTo>
                <a:lnTo>
                  <a:pt x="144370" y="14978"/>
                </a:lnTo>
                <a:close/>
                <a:moveTo>
                  <a:pt x="142369" y="11009"/>
                </a:moveTo>
                <a:lnTo>
                  <a:pt x="140367" y="11009"/>
                </a:lnTo>
                <a:lnTo>
                  <a:pt x="138933" y="9574"/>
                </a:lnTo>
                <a:lnTo>
                  <a:pt x="138933" y="7706"/>
                </a:lnTo>
                <a:lnTo>
                  <a:pt x="140901" y="9675"/>
                </a:lnTo>
                <a:lnTo>
                  <a:pt x="143703" y="9675"/>
                </a:lnTo>
                <a:close/>
                <a:moveTo>
                  <a:pt x="138166" y="9574"/>
                </a:moveTo>
                <a:lnTo>
                  <a:pt x="136731" y="11009"/>
                </a:lnTo>
                <a:lnTo>
                  <a:pt x="134730" y="11009"/>
                </a:lnTo>
                <a:lnTo>
                  <a:pt x="133396" y="9675"/>
                </a:lnTo>
                <a:lnTo>
                  <a:pt x="136198" y="9675"/>
                </a:lnTo>
                <a:lnTo>
                  <a:pt x="138166" y="7706"/>
                </a:lnTo>
                <a:close/>
                <a:moveTo>
                  <a:pt x="132729" y="15779"/>
                </a:moveTo>
                <a:lnTo>
                  <a:pt x="134163" y="17213"/>
                </a:lnTo>
                <a:lnTo>
                  <a:pt x="134163" y="19215"/>
                </a:lnTo>
                <a:lnTo>
                  <a:pt x="132862" y="20549"/>
                </a:lnTo>
                <a:lnTo>
                  <a:pt x="132862" y="17747"/>
                </a:lnTo>
                <a:lnTo>
                  <a:pt x="130894" y="15779"/>
                </a:lnTo>
                <a:close/>
                <a:moveTo>
                  <a:pt x="113482" y="17747"/>
                </a:moveTo>
                <a:lnTo>
                  <a:pt x="113482" y="20549"/>
                </a:lnTo>
                <a:lnTo>
                  <a:pt x="112147" y="19215"/>
                </a:lnTo>
                <a:lnTo>
                  <a:pt x="112147" y="17213"/>
                </a:lnTo>
                <a:lnTo>
                  <a:pt x="113582" y="15779"/>
                </a:lnTo>
                <a:lnTo>
                  <a:pt x="115450" y="15779"/>
                </a:lnTo>
                <a:close/>
                <a:moveTo>
                  <a:pt x="113582" y="15012"/>
                </a:moveTo>
                <a:lnTo>
                  <a:pt x="112147" y="13577"/>
                </a:lnTo>
                <a:lnTo>
                  <a:pt x="112147" y="11576"/>
                </a:lnTo>
                <a:lnTo>
                  <a:pt x="113482" y="10242"/>
                </a:lnTo>
                <a:lnTo>
                  <a:pt x="113482" y="13010"/>
                </a:lnTo>
                <a:lnTo>
                  <a:pt x="115450" y="14978"/>
                </a:lnTo>
                <a:lnTo>
                  <a:pt x="113582" y="14978"/>
                </a:lnTo>
                <a:close/>
                <a:moveTo>
                  <a:pt x="111580" y="11009"/>
                </a:moveTo>
                <a:lnTo>
                  <a:pt x="109579" y="11009"/>
                </a:lnTo>
                <a:lnTo>
                  <a:pt x="108144" y="9574"/>
                </a:lnTo>
                <a:lnTo>
                  <a:pt x="108144" y="7706"/>
                </a:lnTo>
                <a:lnTo>
                  <a:pt x="110112" y="9675"/>
                </a:lnTo>
                <a:lnTo>
                  <a:pt x="112914" y="9675"/>
                </a:lnTo>
                <a:close/>
                <a:moveTo>
                  <a:pt x="107377" y="9574"/>
                </a:moveTo>
                <a:lnTo>
                  <a:pt x="105943" y="11009"/>
                </a:lnTo>
                <a:lnTo>
                  <a:pt x="103941" y="11009"/>
                </a:lnTo>
                <a:lnTo>
                  <a:pt x="102607" y="9675"/>
                </a:lnTo>
                <a:lnTo>
                  <a:pt x="105409" y="9675"/>
                </a:lnTo>
                <a:lnTo>
                  <a:pt x="107377" y="7706"/>
                </a:lnTo>
                <a:close/>
                <a:moveTo>
                  <a:pt x="101940" y="15779"/>
                </a:moveTo>
                <a:lnTo>
                  <a:pt x="103374" y="17213"/>
                </a:lnTo>
                <a:lnTo>
                  <a:pt x="103374" y="19215"/>
                </a:lnTo>
                <a:lnTo>
                  <a:pt x="102040" y="20549"/>
                </a:lnTo>
                <a:lnTo>
                  <a:pt x="102040" y="17747"/>
                </a:lnTo>
                <a:lnTo>
                  <a:pt x="100072" y="15779"/>
                </a:lnTo>
                <a:lnTo>
                  <a:pt x="101940" y="15779"/>
                </a:lnTo>
                <a:close/>
                <a:moveTo>
                  <a:pt x="82660" y="17747"/>
                </a:moveTo>
                <a:lnTo>
                  <a:pt x="82660" y="20549"/>
                </a:lnTo>
                <a:lnTo>
                  <a:pt x="81359" y="19215"/>
                </a:lnTo>
                <a:lnTo>
                  <a:pt x="81359" y="17213"/>
                </a:lnTo>
                <a:lnTo>
                  <a:pt x="82793" y="15779"/>
                </a:lnTo>
                <a:lnTo>
                  <a:pt x="84628" y="15779"/>
                </a:lnTo>
                <a:close/>
                <a:moveTo>
                  <a:pt x="82793" y="15012"/>
                </a:moveTo>
                <a:lnTo>
                  <a:pt x="81359" y="13577"/>
                </a:lnTo>
                <a:lnTo>
                  <a:pt x="81359" y="11576"/>
                </a:lnTo>
                <a:lnTo>
                  <a:pt x="82660" y="10242"/>
                </a:lnTo>
                <a:lnTo>
                  <a:pt x="82660" y="13010"/>
                </a:lnTo>
                <a:lnTo>
                  <a:pt x="84628" y="14978"/>
                </a:lnTo>
                <a:lnTo>
                  <a:pt x="82793" y="14978"/>
                </a:lnTo>
                <a:close/>
                <a:moveTo>
                  <a:pt x="80792" y="11009"/>
                </a:moveTo>
                <a:lnTo>
                  <a:pt x="78790" y="11009"/>
                </a:lnTo>
                <a:lnTo>
                  <a:pt x="77356" y="9574"/>
                </a:lnTo>
                <a:lnTo>
                  <a:pt x="77356" y="7706"/>
                </a:lnTo>
                <a:lnTo>
                  <a:pt x="79324" y="9675"/>
                </a:lnTo>
                <a:lnTo>
                  <a:pt x="82126" y="9675"/>
                </a:lnTo>
                <a:close/>
                <a:moveTo>
                  <a:pt x="76589" y="9574"/>
                </a:moveTo>
                <a:lnTo>
                  <a:pt x="75154" y="11009"/>
                </a:lnTo>
                <a:lnTo>
                  <a:pt x="73153" y="11009"/>
                </a:lnTo>
                <a:lnTo>
                  <a:pt x="71818" y="9675"/>
                </a:lnTo>
                <a:lnTo>
                  <a:pt x="74620" y="9675"/>
                </a:lnTo>
                <a:lnTo>
                  <a:pt x="76589" y="7706"/>
                </a:lnTo>
                <a:close/>
                <a:moveTo>
                  <a:pt x="71151" y="15779"/>
                </a:moveTo>
                <a:lnTo>
                  <a:pt x="72586" y="17213"/>
                </a:lnTo>
                <a:lnTo>
                  <a:pt x="72586" y="19215"/>
                </a:lnTo>
                <a:lnTo>
                  <a:pt x="71251" y="20549"/>
                </a:lnTo>
                <a:lnTo>
                  <a:pt x="71251" y="17747"/>
                </a:lnTo>
                <a:lnTo>
                  <a:pt x="69283" y="15779"/>
                </a:lnTo>
                <a:lnTo>
                  <a:pt x="71151" y="15779"/>
                </a:lnTo>
                <a:close/>
                <a:moveTo>
                  <a:pt x="51871" y="17747"/>
                </a:moveTo>
                <a:lnTo>
                  <a:pt x="51871" y="20549"/>
                </a:lnTo>
                <a:lnTo>
                  <a:pt x="50570" y="19215"/>
                </a:lnTo>
                <a:lnTo>
                  <a:pt x="50570" y="17213"/>
                </a:lnTo>
                <a:lnTo>
                  <a:pt x="51971" y="15779"/>
                </a:lnTo>
                <a:lnTo>
                  <a:pt x="53839" y="15779"/>
                </a:lnTo>
                <a:close/>
                <a:moveTo>
                  <a:pt x="51971" y="15012"/>
                </a:moveTo>
                <a:lnTo>
                  <a:pt x="50570" y="13577"/>
                </a:lnTo>
                <a:lnTo>
                  <a:pt x="50570" y="11576"/>
                </a:lnTo>
                <a:lnTo>
                  <a:pt x="51871" y="10242"/>
                </a:lnTo>
                <a:lnTo>
                  <a:pt x="51871" y="13010"/>
                </a:lnTo>
                <a:lnTo>
                  <a:pt x="53839" y="14978"/>
                </a:lnTo>
                <a:lnTo>
                  <a:pt x="51971" y="14978"/>
                </a:lnTo>
                <a:close/>
                <a:moveTo>
                  <a:pt x="50003" y="11009"/>
                </a:moveTo>
                <a:lnTo>
                  <a:pt x="48001" y="11009"/>
                </a:lnTo>
                <a:lnTo>
                  <a:pt x="46567" y="9574"/>
                </a:lnTo>
                <a:lnTo>
                  <a:pt x="46567" y="7706"/>
                </a:lnTo>
                <a:lnTo>
                  <a:pt x="48535" y="9675"/>
                </a:lnTo>
                <a:lnTo>
                  <a:pt x="51337" y="9675"/>
                </a:lnTo>
                <a:close/>
                <a:moveTo>
                  <a:pt x="45767" y="9574"/>
                </a:moveTo>
                <a:lnTo>
                  <a:pt x="44366" y="11009"/>
                </a:lnTo>
                <a:lnTo>
                  <a:pt x="42364" y="11009"/>
                </a:lnTo>
                <a:lnTo>
                  <a:pt x="41030" y="9675"/>
                </a:lnTo>
                <a:lnTo>
                  <a:pt x="43798" y="9675"/>
                </a:lnTo>
                <a:lnTo>
                  <a:pt x="45767" y="7706"/>
                </a:lnTo>
                <a:close/>
                <a:moveTo>
                  <a:pt x="40363" y="15779"/>
                </a:moveTo>
                <a:lnTo>
                  <a:pt x="41797" y="17213"/>
                </a:lnTo>
                <a:lnTo>
                  <a:pt x="41797" y="19215"/>
                </a:lnTo>
                <a:lnTo>
                  <a:pt x="40463" y="20549"/>
                </a:lnTo>
                <a:lnTo>
                  <a:pt x="40463" y="17747"/>
                </a:lnTo>
                <a:lnTo>
                  <a:pt x="38495" y="15779"/>
                </a:lnTo>
                <a:lnTo>
                  <a:pt x="40363" y="15779"/>
                </a:lnTo>
                <a:close/>
                <a:moveTo>
                  <a:pt x="21082" y="17747"/>
                </a:moveTo>
                <a:lnTo>
                  <a:pt x="21082" y="20549"/>
                </a:lnTo>
                <a:lnTo>
                  <a:pt x="19781" y="19215"/>
                </a:lnTo>
                <a:lnTo>
                  <a:pt x="19781" y="17213"/>
                </a:lnTo>
                <a:lnTo>
                  <a:pt x="21182" y="15779"/>
                </a:lnTo>
                <a:lnTo>
                  <a:pt x="23050" y="15779"/>
                </a:lnTo>
                <a:close/>
                <a:moveTo>
                  <a:pt x="21182" y="15012"/>
                </a:moveTo>
                <a:lnTo>
                  <a:pt x="19781" y="13577"/>
                </a:lnTo>
                <a:lnTo>
                  <a:pt x="19781" y="11576"/>
                </a:lnTo>
                <a:lnTo>
                  <a:pt x="21082" y="10242"/>
                </a:lnTo>
                <a:lnTo>
                  <a:pt x="21082" y="13010"/>
                </a:lnTo>
                <a:lnTo>
                  <a:pt x="23050" y="14978"/>
                </a:lnTo>
                <a:lnTo>
                  <a:pt x="21182" y="14978"/>
                </a:lnTo>
                <a:close/>
                <a:moveTo>
                  <a:pt x="19214" y="11009"/>
                </a:moveTo>
                <a:lnTo>
                  <a:pt x="17213" y="11009"/>
                </a:lnTo>
                <a:lnTo>
                  <a:pt x="15778" y="9574"/>
                </a:lnTo>
                <a:lnTo>
                  <a:pt x="15778" y="7706"/>
                </a:lnTo>
                <a:lnTo>
                  <a:pt x="17747" y="9675"/>
                </a:lnTo>
                <a:lnTo>
                  <a:pt x="20515" y="9675"/>
                </a:lnTo>
                <a:close/>
                <a:moveTo>
                  <a:pt x="14978" y="9574"/>
                </a:moveTo>
                <a:lnTo>
                  <a:pt x="13577" y="11009"/>
                </a:lnTo>
                <a:lnTo>
                  <a:pt x="11542" y="11009"/>
                </a:lnTo>
                <a:lnTo>
                  <a:pt x="10241" y="9675"/>
                </a:lnTo>
                <a:lnTo>
                  <a:pt x="13010" y="9675"/>
                </a:lnTo>
                <a:lnTo>
                  <a:pt x="14978" y="7706"/>
                </a:lnTo>
                <a:lnTo>
                  <a:pt x="14978" y="9574"/>
                </a:lnTo>
                <a:close/>
                <a:moveTo>
                  <a:pt x="9574" y="15779"/>
                </a:moveTo>
                <a:lnTo>
                  <a:pt x="11008" y="17213"/>
                </a:lnTo>
                <a:lnTo>
                  <a:pt x="11008" y="19215"/>
                </a:lnTo>
                <a:lnTo>
                  <a:pt x="9674" y="20549"/>
                </a:lnTo>
                <a:lnTo>
                  <a:pt x="9674" y="17747"/>
                </a:lnTo>
                <a:lnTo>
                  <a:pt x="7706" y="15779"/>
                </a:lnTo>
                <a:lnTo>
                  <a:pt x="9574" y="15779"/>
                </a:lnTo>
                <a:close/>
                <a:moveTo>
                  <a:pt x="11542" y="19782"/>
                </a:moveTo>
                <a:lnTo>
                  <a:pt x="13577" y="19782"/>
                </a:lnTo>
                <a:lnTo>
                  <a:pt x="14978" y="21216"/>
                </a:lnTo>
                <a:lnTo>
                  <a:pt x="14978" y="23051"/>
                </a:lnTo>
                <a:lnTo>
                  <a:pt x="13010" y="21083"/>
                </a:lnTo>
                <a:lnTo>
                  <a:pt x="10241" y="21083"/>
                </a:lnTo>
                <a:close/>
                <a:moveTo>
                  <a:pt x="14978" y="37394"/>
                </a:moveTo>
                <a:lnTo>
                  <a:pt x="12710" y="39696"/>
                </a:lnTo>
                <a:lnTo>
                  <a:pt x="9441" y="39696"/>
                </a:lnTo>
                <a:lnTo>
                  <a:pt x="7773" y="37995"/>
                </a:lnTo>
                <a:lnTo>
                  <a:pt x="12009" y="37995"/>
                </a:lnTo>
                <a:lnTo>
                  <a:pt x="14978" y="35026"/>
                </a:lnTo>
                <a:lnTo>
                  <a:pt x="14978" y="37394"/>
                </a:lnTo>
                <a:close/>
                <a:moveTo>
                  <a:pt x="9674" y="41030"/>
                </a:moveTo>
                <a:lnTo>
                  <a:pt x="11008" y="42365"/>
                </a:lnTo>
                <a:lnTo>
                  <a:pt x="11008" y="44366"/>
                </a:lnTo>
                <a:lnTo>
                  <a:pt x="9574" y="45800"/>
                </a:lnTo>
                <a:lnTo>
                  <a:pt x="7706" y="45800"/>
                </a:lnTo>
                <a:lnTo>
                  <a:pt x="9674" y="43832"/>
                </a:lnTo>
                <a:close/>
                <a:moveTo>
                  <a:pt x="9574" y="46568"/>
                </a:moveTo>
                <a:lnTo>
                  <a:pt x="11008" y="48002"/>
                </a:lnTo>
                <a:lnTo>
                  <a:pt x="11008" y="50003"/>
                </a:lnTo>
                <a:lnTo>
                  <a:pt x="9674" y="51338"/>
                </a:lnTo>
                <a:lnTo>
                  <a:pt x="9674" y="48536"/>
                </a:lnTo>
                <a:lnTo>
                  <a:pt x="7706" y="46568"/>
                </a:lnTo>
                <a:lnTo>
                  <a:pt x="9574" y="46568"/>
                </a:lnTo>
                <a:close/>
                <a:moveTo>
                  <a:pt x="11542" y="50570"/>
                </a:moveTo>
                <a:lnTo>
                  <a:pt x="13577" y="50570"/>
                </a:lnTo>
                <a:lnTo>
                  <a:pt x="14978" y="52005"/>
                </a:lnTo>
                <a:lnTo>
                  <a:pt x="14978" y="53873"/>
                </a:lnTo>
                <a:lnTo>
                  <a:pt x="13010" y="51905"/>
                </a:lnTo>
                <a:lnTo>
                  <a:pt x="10241" y="51905"/>
                </a:lnTo>
                <a:close/>
                <a:moveTo>
                  <a:pt x="14978" y="68183"/>
                </a:moveTo>
                <a:lnTo>
                  <a:pt x="12710" y="70485"/>
                </a:lnTo>
                <a:lnTo>
                  <a:pt x="9441" y="70485"/>
                </a:lnTo>
                <a:lnTo>
                  <a:pt x="7773" y="68783"/>
                </a:lnTo>
                <a:lnTo>
                  <a:pt x="12009" y="68783"/>
                </a:lnTo>
                <a:lnTo>
                  <a:pt x="14978" y="65815"/>
                </a:lnTo>
                <a:lnTo>
                  <a:pt x="14978" y="68183"/>
                </a:lnTo>
                <a:close/>
                <a:moveTo>
                  <a:pt x="9674" y="71819"/>
                </a:moveTo>
                <a:lnTo>
                  <a:pt x="11008" y="73153"/>
                </a:lnTo>
                <a:lnTo>
                  <a:pt x="11008" y="75155"/>
                </a:lnTo>
                <a:lnTo>
                  <a:pt x="9574" y="76589"/>
                </a:lnTo>
                <a:lnTo>
                  <a:pt x="7706" y="76589"/>
                </a:lnTo>
                <a:lnTo>
                  <a:pt x="9674" y="74621"/>
                </a:lnTo>
                <a:close/>
                <a:moveTo>
                  <a:pt x="9574" y="77356"/>
                </a:moveTo>
                <a:lnTo>
                  <a:pt x="11008" y="78791"/>
                </a:lnTo>
                <a:lnTo>
                  <a:pt x="11008" y="80792"/>
                </a:lnTo>
                <a:lnTo>
                  <a:pt x="9674" y="82126"/>
                </a:lnTo>
                <a:lnTo>
                  <a:pt x="9674" y="79324"/>
                </a:lnTo>
                <a:lnTo>
                  <a:pt x="7706" y="77356"/>
                </a:lnTo>
                <a:close/>
                <a:moveTo>
                  <a:pt x="11542" y="81359"/>
                </a:moveTo>
                <a:lnTo>
                  <a:pt x="13577" y="81359"/>
                </a:lnTo>
                <a:lnTo>
                  <a:pt x="14978" y="82794"/>
                </a:lnTo>
                <a:lnTo>
                  <a:pt x="14978" y="84662"/>
                </a:lnTo>
                <a:lnTo>
                  <a:pt x="13010" y="82693"/>
                </a:lnTo>
                <a:lnTo>
                  <a:pt x="10241" y="82693"/>
                </a:lnTo>
                <a:close/>
                <a:moveTo>
                  <a:pt x="14978" y="98972"/>
                </a:moveTo>
                <a:lnTo>
                  <a:pt x="12710" y="101273"/>
                </a:lnTo>
                <a:lnTo>
                  <a:pt x="9441" y="101273"/>
                </a:lnTo>
                <a:lnTo>
                  <a:pt x="7773" y="99606"/>
                </a:lnTo>
                <a:lnTo>
                  <a:pt x="12009" y="99606"/>
                </a:lnTo>
                <a:lnTo>
                  <a:pt x="14978" y="96603"/>
                </a:lnTo>
                <a:lnTo>
                  <a:pt x="14978" y="98972"/>
                </a:lnTo>
                <a:close/>
                <a:moveTo>
                  <a:pt x="9674" y="102608"/>
                </a:moveTo>
                <a:lnTo>
                  <a:pt x="11008" y="103942"/>
                </a:lnTo>
                <a:lnTo>
                  <a:pt x="11008" y="105943"/>
                </a:lnTo>
                <a:lnTo>
                  <a:pt x="9574" y="107378"/>
                </a:lnTo>
                <a:lnTo>
                  <a:pt x="7706" y="107378"/>
                </a:lnTo>
                <a:lnTo>
                  <a:pt x="9674" y="105410"/>
                </a:lnTo>
                <a:close/>
                <a:moveTo>
                  <a:pt x="9574" y="108178"/>
                </a:moveTo>
                <a:lnTo>
                  <a:pt x="11008" y="109579"/>
                </a:lnTo>
                <a:lnTo>
                  <a:pt x="11008" y="111614"/>
                </a:lnTo>
                <a:lnTo>
                  <a:pt x="9674" y="112915"/>
                </a:lnTo>
                <a:lnTo>
                  <a:pt x="9674" y="110146"/>
                </a:lnTo>
                <a:lnTo>
                  <a:pt x="7706" y="108178"/>
                </a:lnTo>
                <a:close/>
                <a:moveTo>
                  <a:pt x="11542" y="112148"/>
                </a:moveTo>
                <a:lnTo>
                  <a:pt x="13577" y="112148"/>
                </a:lnTo>
                <a:lnTo>
                  <a:pt x="14978" y="113582"/>
                </a:lnTo>
                <a:lnTo>
                  <a:pt x="14978" y="115450"/>
                </a:lnTo>
                <a:lnTo>
                  <a:pt x="13010" y="113482"/>
                </a:lnTo>
                <a:lnTo>
                  <a:pt x="10241" y="113482"/>
                </a:lnTo>
                <a:close/>
                <a:moveTo>
                  <a:pt x="15778" y="113582"/>
                </a:moveTo>
                <a:lnTo>
                  <a:pt x="17213" y="112148"/>
                </a:lnTo>
                <a:lnTo>
                  <a:pt x="19214" y="112148"/>
                </a:lnTo>
                <a:lnTo>
                  <a:pt x="20515" y="113482"/>
                </a:lnTo>
                <a:lnTo>
                  <a:pt x="17747" y="113482"/>
                </a:lnTo>
                <a:lnTo>
                  <a:pt x="15778" y="115450"/>
                </a:lnTo>
                <a:close/>
                <a:moveTo>
                  <a:pt x="21182" y="107378"/>
                </a:moveTo>
                <a:lnTo>
                  <a:pt x="19781" y="105943"/>
                </a:lnTo>
                <a:lnTo>
                  <a:pt x="19781" y="103942"/>
                </a:lnTo>
                <a:lnTo>
                  <a:pt x="21082" y="102608"/>
                </a:lnTo>
                <a:lnTo>
                  <a:pt x="21082" y="105410"/>
                </a:lnTo>
                <a:lnTo>
                  <a:pt x="23050" y="107378"/>
                </a:lnTo>
                <a:close/>
                <a:moveTo>
                  <a:pt x="40463" y="105410"/>
                </a:moveTo>
                <a:lnTo>
                  <a:pt x="40463" y="102608"/>
                </a:lnTo>
                <a:lnTo>
                  <a:pt x="41797" y="103942"/>
                </a:lnTo>
                <a:lnTo>
                  <a:pt x="41797" y="105943"/>
                </a:lnTo>
                <a:lnTo>
                  <a:pt x="40363" y="107378"/>
                </a:lnTo>
                <a:lnTo>
                  <a:pt x="38495" y="107378"/>
                </a:lnTo>
                <a:close/>
                <a:moveTo>
                  <a:pt x="40363" y="108178"/>
                </a:moveTo>
                <a:lnTo>
                  <a:pt x="41797" y="109579"/>
                </a:lnTo>
                <a:lnTo>
                  <a:pt x="41797" y="111614"/>
                </a:lnTo>
                <a:lnTo>
                  <a:pt x="40463" y="112915"/>
                </a:lnTo>
                <a:lnTo>
                  <a:pt x="40463" y="110146"/>
                </a:lnTo>
                <a:lnTo>
                  <a:pt x="38495" y="108178"/>
                </a:lnTo>
                <a:close/>
                <a:moveTo>
                  <a:pt x="42364" y="112148"/>
                </a:moveTo>
                <a:lnTo>
                  <a:pt x="44366" y="112148"/>
                </a:lnTo>
                <a:lnTo>
                  <a:pt x="45767" y="113582"/>
                </a:lnTo>
                <a:lnTo>
                  <a:pt x="45767" y="115450"/>
                </a:lnTo>
                <a:lnTo>
                  <a:pt x="43798" y="113482"/>
                </a:lnTo>
                <a:lnTo>
                  <a:pt x="41030" y="113482"/>
                </a:lnTo>
                <a:close/>
                <a:moveTo>
                  <a:pt x="46567" y="113582"/>
                </a:moveTo>
                <a:lnTo>
                  <a:pt x="48001" y="112148"/>
                </a:lnTo>
                <a:lnTo>
                  <a:pt x="50003" y="112148"/>
                </a:lnTo>
                <a:lnTo>
                  <a:pt x="51337" y="113482"/>
                </a:lnTo>
                <a:lnTo>
                  <a:pt x="48535" y="113482"/>
                </a:lnTo>
                <a:lnTo>
                  <a:pt x="46567" y="115450"/>
                </a:lnTo>
                <a:close/>
                <a:moveTo>
                  <a:pt x="51971" y="107378"/>
                </a:moveTo>
                <a:lnTo>
                  <a:pt x="50570" y="105943"/>
                </a:lnTo>
                <a:lnTo>
                  <a:pt x="50570" y="103942"/>
                </a:lnTo>
                <a:lnTo>
                  <a:pt x="51871" y="102608"/>
                </a:lnTo>
                <a:lnTo>
                  <a:pt x="51871" y="105410"/>
                </a:lnTo>
                <a:lnTo>
                  <a:pt x="53839" y="107378"/>
                </a:lnTo>
                <a:lnTo>
                  <a:pt x="51971" y="107378"/>
                </a:lnTo>
                <a:close/>
                <a:moveTo>
                  <a:pt x="71251" y="105410"/>
                </a:moveTo>
                <a:lnTo>
                  <a:pt x="71251" y="102608"/>
                </a:lnTo>
                <a:lnTo>
                  <a:pt x="72586" y="103942"/>
                </a:lnTo>
                <a:lnTo>
                  <a:pt x="72586" y="105943"/>
                </a:lnTo>
                <a:lnTo>
                  <a:pt x="71151" y="107378"/>
                </a:lnTo>
                <a:lnTo>
                  <a:pt x="69283" y="107378"/>
                </a:lnTo>
                <a:close/>
                <a:moveTo>
                  <a:pt x="71151" y="108178"/>
                </a:moveTo>
                <a:lnTo>
                  <a:pt x="72586" y="109579"/>
                </a:lnTo>
                <a:lnTo>
                  <a:pt x="72586" y="111614"/>
                </a:lnTo>
                <a:lnTo>
                  <a:pt x="71251" y="112915"/>
                </a:lnTo>
                <a:lnTo>
                  <a:pt x="71251" y="110146"/>
                </a:lnTo>
                <a:lnTo>
                  <a:pt x="69283" y="108178"/>
                </a:lnTo>
                <a:close/>
                <a:moveTo>
                  <a:pt x="73153" y="112148"/>
                </a:moveTo>
                <a:lnTo>
                  <a:pt x="75154" y="112148"/>
                </a:lnTo>
                <a:lnTo>
                  <a:pt x="76555" y="113582"/>
                </a:lnTo>
                <a:lnTo>
                  <a:pt x="76555" y="115450"/>
                </a:lnTo>
                <a:lnTo>
                  <a:pt x="74587" y="113482"/>
                </a:lnTo>
                <a:lnTo>
                  <a:pt x="71818" y="113482"/>
                </a:lnTo>
                <a:close/>
                <a:moveTo>
                  <a:pt x="77356" y="113582"/>
                </a:moveTo>
                <a:lnTo>
                  <a:pt x="78790" y="112148"/>
                </a:lnTo>
                <a:lnTo>
                  <a:pt x="80792" y="112148"/>
                </a:lnTo>
                <a:lnTo>
                  <a:pt x="82126" y="113482"/>
                </a:lnTo>
                <a:lnTo>
                  <a:pt x="79324" y="113482"/>
                </a:lnTo>
                <a:lnTo>
                  <a:pt x="77356" y="115450"/>
                </a:lnTo>
                <a:close/>
                <a:moveTo>
                  <a:pt x="82793" y="107378"/>
                </a:moveTo>
                <a:lnTo>
                  <a:pt x="81359" y="105943"/>
                </a:lnTo>
                <a:lnTo>
                  <a:pt x="81359" y="103942"/>
                </a:lnTo>
                <a:lnTo>
                  <a:pt x="82660" y="102608"/>
                </a:lnTo>
                <a:lnTo>
                  <a:pt x="82660" y="105410"/>
                </a:lnTo>
                <a:lnTo>
                  <a:pt x="84628" y="107378"/>
                </a:lnTo>
                <a:close/>
                <a:moveTo>
                  <a:pt x="102040" y="105410"/>
                </a:moveTo>
                <a:lnTo>
                  <a:pt x="102040" y="102608"/>
                </a:lnTo>
                <a:lnTo>
                  <a:pt x="103374" y="103942"/>
                </a:lnTo>
                <a:lnTo>
                  <a:pt x="103374" y="105943"/>
                </a:lnTo>
                <a:lnTo>
                  <a:pt x="101940" y="107378"/>
                </a:lnTo>
                <a:lnTo>
                  <a:pt x="100072" y="107378"/>
                </a:lnTo>
                <a:close/>
                <a:moveTo>
                  <a:pt x="101940" y="108178"/>
                </a:moveTo>
                <a:lnTo>
                  <a:pt x="103374" y="109579"/>
                </a:lnTo>
                <a:lnTo>
                  <a:pt x="103374" y="111614"/>
                </a:lnTo>
                <a:lnTo>
                  <a:pt x="102040" y="112915"/>
                </a:lnTo>
                <a:lnTo>
                  <a:pt x="102040" y="110146"/>
                </a:lnTo>
                <a:lnTo>
                  <a:pt x="100072" y="108178"/>
                </a:lnTo>
                <a:close/>
                <a:moveTo>
                  <a:pt x="103941" y="112148"/>
                </a:moveTo>
                <a:lnTo>
                  <a:pt x="105943" y="112148"/>
                </a:lnTo>
                <a:lnTo>
                  <a:pt x="107344" y="113582"/>
                </a:lnTo>
                <a:lnTo>
                  <a:pt x="107344" y="115450"/>
                </a:lnTo>
                <a:lnTo>
                  <a:pt x="105376" y="113482"/>
                </a:lnTo>
                <a:lnTo>
                  <a:pt x="102607" y="113482"/>
                </a:lnTo>
                <a:close/>
                <a:moveTo>
                  <a:pt x="108144" y="113582"/>
                </a:moveTo>
                <a:lnTo>
                  <a:pt x="109579" y="112148"/>
                </a:lnTo>
                <a:lnTo>
                  <a:pt x="111580" y="112148"/>
                </a:lnTo>
                <a:lnTo>
                  <a:pt x="112914" y="113482"/>
                </a:lnTo>
                <a:lnTo>
                  <a:pt x="110112" y="113482"/>
                </a:lnTo>
                <a:lnTo>
                  <a:pt x="108144" y="115450"/>
                </a:lnTo>
                <a:close/>
                <a:moveTo>
                  <a:pt x="113582" y="107378"/>
                </a:moveTo>
                <a:lnTo>
                  <a:pt x="112147" y="105943"/>
                </a:lnTo>
                <a:lnTo>
                  <a:pt x="112147" y="103942"/>
                </a:lnTo>
                <a:lnTo>
                  <a:pt x="113482" y="102608"/>
                </a:lnTo>
                <a:lnTo>
                  <a:pt x="113482" y="105410"/>
                </a:lnTo>
                <a:lnTo>
                  <a:pt x="115450" y="107378"/>
                </a:lnTo>
                <a:lnTo>
                  <a:pt x="113582" y="107378"/>
                </a:lnTo>
                <a:close/>
                <a:moveTo>
                  <a:pt x="132862" y="105410"/>
                </a:moveTo>
                <a:lnTo>
                  <a:pt x="132862" y="102608"/>
                </a:lnTo>
                <a:lnTo>
                  <a:pt x="134163" y="103942"/>
                </a:lnTo>
                <a:lnTo>
                  <a:pt x="134163" y="105943"/>
                </a:lnTo>
                <a:lnTo>
                  <a:pt x="132729" y="107378"/>
                </a:lnTo>
                <a:lnTo>
                  <a:pt x="130894" y="107378"/>
                </a:lnTo>
                <a:close/>
                <a:moveTo>
                  <a:pt x="132729" y="108178"/>
                </a:moveTo>
                <a:lnTo>
                  <a:pt x="134163" y="109579"/>
                </a:lnTo>
                <a:lnTo>
                  <a:pt x="134163" y="111614"/>
                </a:lnTo>
                <a:lnTo>
                  <a:pt x="132862" y="112915"/>
                </a:lnTo>
                <a:lnTo>
                  <a:pt x="132862" y="110146"/>
                </a:lnTo>
                <a:lnTo>
                  <a:pt x="130894" y="108178"/>
                </a:lnTo>
                <a:close/>
                <a:moveTo>
                  <a:pt x="134730" y="112148"/>
                </a:moveTo>
                <a:lnTo>
                  <a:pt x="136731" y="112148"/>
                </a:lnTo>
                <a:lnTo>
                  <a:pt x="138166" y="113582"/>
                </a:lnTo>
                <a:lnTo>
                  <a:pt x="138166" y="115450"/>
                </a:lnTo>
                <a:lnTo>
                  <a:pt x="136198" y="113482"/>
                </a:lnTo>
                <a:lnTo>
                  <a:pt x="133396" y="113482"/>
                </a:lnTo>
                <a:close/>
                <a:moveTo>
                  <a:pt x="138933" y="113582"/>
                </a:moveTo>
                <a:lnTo>
                  <a:pt x="140367" y="112148"/>
                </a:lnTo>
                <a:lnTo>
                  <a:pt x="142369" y="112148"/>
                </a:lnTo>
                <a:lnTo>
                  <a:pt x="143703" y="113482"/>
                </a:lnTo>
                <a:lnTo>
                  <a:pt x="140901" y="113482"/>
                </a:lnTo>
                <a:lnTo>
                  <a:pt x="138933" y="115450"/>
                </a:lnTo>
                <a:close/>
                <a:moveTo>
                  <a:pt x="144370" y="107378"/>
                </a:moveTo>
                <a:lnTo>
                  <a:pt x="142936" y="105943"/>
                </a:lnTo>
                <a:lnTo>
                  <a:pt x="142936" y="103942"/>
                </a:lnTo>
                <a:lnTo>
                  <a:pt x="144270" y="102608"/>
                </a:lnTo>
                <a:lnTo>
                  <a:pt x="144270" y="105410"/>
                </a:lnTo>
                <a:lnTo>
                  <a:pt x="146238" y="107378"/>
                </a:lnTo>
                <a:lnTo>
                  <a:pt x="144370" y="107378"/>
                </a:lnTo>
                <a:close/>
                <a:moveTo>
                  <a:pt x="163651" y="105410"/>
                </a:moveTo>
                <a:lnTo>
                  <a:pt x="163651" y="102608"/>
                </a:lnTo>
                <a:lnTo>
                  <a:pt x="164952" y="103942"/>
                </a:lnTo>
                <a:lnTo>
                  <a:pt x="164952" y="105943"/>
                </a:lnTo>
                <a:lnTo>
                  <a:pt x="163551" y="107378"/>
                </a:lnTo>
                <a:lnTo>
                  <a:pt x="161683" y="107378"/>
                </a:lnTo>
                <a:close/>
                <a:moveTo>
                  <a:pt x="163551" y="108178"/>
                </a:moveTo>
                <a:lnTo>
                  <a:pt x="164952" y="109579"/>
                </a:lnTo>
                <a:lnTo>
                  <a:pt x="164952" y="111614"/>
                </a:lnTo>
                <a:lnTo>
                  <a:pt x="163651" y="112915"/>
                </a:lnTo>
                <a:lnTo>
                  <a:pt x="163651" y="110146"/>
                </a:lnTo>
                <a:lnTo>
                  <a:pt x="161683" y="108178"/>
                </a:lnTo>
                <a:close/>
                <a:moveTo>
                  <a:pt x="165519" y="112148"/>
                </a:moveTo>
                <a:lnTo>
                  <a:pt x="167520" y="112148"/>
                </a:lnTo>
                <a:lnTo>
                  <a:pt x="168954" y="113582"/>
                </a:lnTo>
                <a:lnTo>
                  <a:pt x="168954" y="115450"/>
                </a:lnTo>
                <a:lnTo>
                  <a:pt x="166986" y="113482"/>
                </a:lnTo>
                <a:lnTo>
                  <a:pt x="164184" y="113482"/>
                </a:lnTo>
                <a:close/>
                <a:moveTo>
                  <a:pt x="169755" y="113582"/>
                </a:moveTo>
                <a:lnTo>
                  <a:pt x="171156" y="112148"/>
                </a:lnTo>
                <a:lnTo>
                  <a:pt x="173157" y="112148"/>
                </a:lnTo>
                <a:lnTo>
                  <a:pt x="174492" y="113482"/>
                </a:lnTo>
                <a:lnTo>
                  <a:pt x="171723" y="113482"/>
                </a:lnTo>
                <a:lnTo>
                  <a:pt x="169755" y="115450"/>
                </a:lnTo>
                <a:close/>
                <a:moveTo>
                  <a:pt x="175159" y="107378"/>
                </a:moveTo>
                <a:lnTo>
                  <a:pt x="173725" y="105943"/>
                </a:lnTo>
                <a:lnTo>
                  <a:pt x="173725" y="103942"/>
                </a:lnTo>
                <a:lnTo>
                  <a:pt x="175059" y="102608"/>
                </a:lnTo>
                <a:lnTo>
                  <a:pt x="175059" y="105410"/>
                </a:lnTo>
                <a:lnTo>
                  <a:pt x="177027" y="107378"/>
                </a:lnTo>
                <a:lnTo>
                  <a:pt x="175159" y="107378"/>
                </a:lnTo>
                <a:close/>
                <a:moveTo>
                  <a:pt x="194439" y="105410"/>
                </a:moveTo>
                <a:lnTo>
                  <a:pt x="194439" y="102608"/>
                </a:lnTo>
                <a:lnTo>
                  <a:pt x="195740" y="103942"/>
                </a:lnTo>
                <a:lnTo>
                  <a:pt x="195740" y="105943"/>
                </a:lnTo>
                <a:lnTo>
                  <a:pt x="194339" y="107378"/>
                </a:lnTo>
                <a:lnTo>
                  <a:pt x="192471" y="107378"/>
                </a:lnTo>
                <a:close/>
                <a:moveTo>
                  <a:pt x="194339" y="108178"/>
                </a:moveTo>
                <a:lnTo>
                  <a:pt x="195740" y="109579"/>
                </a:lnTo>
                <a:lnTo>
                  <a:pt x="195740" y="111614"/>
                </a:lnTo>
                <a:lnTo>
                  <a:pt x="194439" y="112915"/>
                </a:lnTo>
                <a:lnTo>
                  <a:pt x="194439" y="110146"/>
                </a:lnTo>
                <a:lnTo>
                  <a:pt x="192471" y="108178"/>
                </a:lnTo>
                <a:close/>
                <a:moveTo>
                  <a:pt x="196307" y="112148"/>
                </a:moveTo>
                <a:lnTo>
                  <a:pt x="198309" y="112148"/>
                </a:lnTo>
                <a:lnTo>
                  <a:pt x="199743" y="113582"/>
                </a:lnTo>
                <a:lnTo>
                  <a:pt x="199743" y="115450"/>
                </a:lnTo>
                <a:lnTo>
                  <a:pt x="197775" y="113482"/>
                </a:lnTo>
                <a:lnTo>
                  <a:pt x="195006" y="113482"/>
                </a:lnTo>
                <a:close/>
                <a:moveTo>
                  <a:pt x="200544" y="113582"/>
                </a:moveTo>
                <a:lnTo>
                  <a:pt x="201945" y="112148"/>
                </a:lnTo>
                <a:lnTo>
                  <a:pt x="203979" y="112148"/>
                </a:lnTo>
                <a:lnTo>
                  <a:pt x="205280" y="113482"/>
                </a:lnTo>
                <a:lnTo>
                  <a:pt x="202512" y="113482"/>
                </a:lnTo>
                <a:lnTo>
                  <a:pt x="200544" y="115450"/>
                </a:lnTo>
                <a:close/>
                <a:moveTo>
                  <a:pt x="205948" y="107378"/>
                </a:moveTo>
                <a:lnTo>
                  <a:pt x="204513" y="105943"/>
                </a:lnTo>
                <a:lnTo>
                  <a:pt x="204513" y="103942"/>
                </a:lnTo>
                <a:lnTo>
                  <a:pt x="205848" y="102608"/>
                </a:lnTo>
                <a:lnTo>
                  <a:pt x="205848" y="105410"/>
                </a:lnTo>
                <a:lnTo>
                  <a:pt x="207816" y="107378"/>
                </a:lnTo>
                <a:close/>
                <a:moveTo>
                  <a:pt x="225228" y="105410"/>
                </a:moveTo>
                <a:lnTo>
                  <a:pt x="225228" y="102608"/>
                </a:lnTo>
                <a:lnTo>
                  <a:pt x="226529" y="103942"/>
                </a:lnTo>
                <a:lnTo>
                  <a:pt x="226529" y="105943"/>
                </a:lnTo>
                <a:lnTo>
                  <a:pt x="225128" y="107378"/>
                </a:lnTo>
                <a:lnTo>
                  <a:pt x="223260" y="107378"/>
                </a:lnTo>
                <a:close/>
                <a:moveTo>
                  <a:pt x="225128" y="108178"/>
                </a:moveTo>
                <a:lnTo>
                  <a:pt x="226529" y="109579"/>
                </a:lnTo>
                <a:lnTo>
                  <a:pt x="226529" y="111614"/>
                </a:lnTo>
                <a:lnTo>
                  <a:pt x="225228" y="112915"/>
                </a:lnTo>
                <a:lnTo>
                  <a:pt x="225228" y="110146"/>
                </a:lnTo>
                <a:lnTo>
                  <a:pt x="223260" y="108178"/>
                </a:lnTo>
                <a:close/>
                <a:moveTo>
                  <a:pt x="227096" y="112148"/>
                </a:moveTo>
                <a:lnTo>
                  <a:pt x="229097" y="112148"/>
                </a:lnTo>
                <a:lnTo>
                  <a:pt x="230532" y="113582"/>
                </a:lnTo>
                <a:lnTo>
                  <a:pt x="230532" y="115450"/>
                </a:lnTo>
                <a:lnTo>
                  <a:pt x="228564" y="113482"/>
                </a:lnTo>
                <a:lnTo>
                  <a:pt x="225762" y="113482"/>
                </a:lnTo>
                <a:close/>
                <a:moveTo>
                  <a:pt x="231332" y="113582"/>
                </a:moveTo>
                <a:lnTo>
                  <a:pt x="232733" y="112148"/>
                </a:lnTo>
                <a:lnTo>
                  <a:pt x="234768" y="112148"/>
                </a:lnTo>
                <a:lnTo>
                  <a:pt x="236069" y="113482"/>
                </a:lnTo>
                <a:lnTo>
                  <a:pt x="233300" y="113482"/>
                </a:lnTo>
                <a:lnTo>
                  <a:pt x="231332" y="115450"/>
                </a:lnTo>
                <a:lnTo>
                  <a:pt x="231332" y="113582"/>
                </a:lnTo>
                <a:close/>
                <a:moveTo>
                  <a:pt x="236736" y="107378"/>
                </a:moveTo>
                <a:lnTo>
                  <a:pt x="235302" y="105943"/>
                </a:lnTo>
                <a:lnTo>
                  <a:pt x="235302" y="103942"/>
                </a:lnTo>
                <a:lnTo>
                  <a:pt x="236636" y="102608"/>
                </a:lnTo>
                <a:lnTo>
                  <a:pt x="236636" y="105410"/>
                </a:lnTo>
                <a:lnTo>
                  <a:pt x="238604" y="107378"/>
                </a:lnTo>
                <a:lnTo>
                  <a:pt x="236736" y="107378"/>
                </a:lnTo>
                <a:close/>
                <a:moveTo>
                  <a:pt x="234768" y="103375"/>
                </a:moveTo>
                <a:lnTo>
                  <a:pt x="232733" y="103375"/>
                </a:lnTo>
                <a:lnTo>
                  <a:pt x="231332" y="101941"/>
                </a:lnTo>
                <a:lnTo>
                  <a:pt x="231332" y="100106"/>
                </a:lnTo>
                <a:lnTo>
                  <a:pt x="233300" y="102074"/>
                </a:lnTo>
                <a:lnTo>
                  <a:pt x="236069" y="102074"/>
                </a:lnTo>
                <a:close/>
                <a:moveTo>
                  <a:pt x="231332" y="85762"/>
                </a:moveTo>
                <a:lnTo>
                  <a:pt x="233601" y="83461"/>
                </a:lnTo>
                <a:lnTo>
                  <a:pt x="236870" y="83461"/>
                </a:lnTo>
                <a:lnTo>
                  <a:pt x="238538" y="85162"/>
                </a:lnTo>
                <a:lnTo>
                  <a:pt x="234301" y="85162"/>
                </a:lnTo>
                <a:lnTo>
                  <a:pt x="231332" y="88131"/>
                </a:lnTo>
                <a:close/>
                <a:moveTo>
                  <a:pt x="236636" y="82126"/>
                </a:moveTo>
                <a:lnTo>
                  <a:pt x="235302" y="80792"/>
                </a:lnTo>
                <a:lnTo>
                  <a:pt x="235302" y="78791"/>
                </a:lnTo>
                <a:lnTo>
                  <a:pt x="236736" y="77356"/>
                </a:lnTo>
                <a:lnTo>
                  <a:pt x="238604" y="77356"/>
                </a:lnTo>
                <a:lnTo>
                  <a:pt x="236636" y="79324"/>
                </a:lnTo>
                <a:close/>
                <a:moveTo>
                  <a:pt x="236736" y="76589"/>
                </a:moveTo>
                <a:lnTo>
                  <a:pt x="235302" y="75155"/>
                </a:lnTo>
                <a:lnTo>
                  <a:pt x="235302" y="73153"/>
                </a:lnTo>
                <a:lnTo>
                  <a:pt x="236636" y="71819"/>
                </a:lnTo>
                <a:lnTo>
                  <a:pt x="236636" y="74621"/>
                </a:lnTo>
                <a:lnTo>
                  <a:pt x="238604" y="76589"/>
                </a:lnTo>
                <a:close/>
                <a:moveTo>
                  <a:pt x="234768" y="72586"/>
                </a:moveTo>
                <a:lnTo>
                  <a:pt x="232733" y="72586"/>
                </a:lnTo>
                <a:lnTo>
                  <a:pt x="231332" y="71152"/>
                </a:lnTo>
                <a:lnTo>
                  <a:pt x="231332" y="69317"/>
                </a:lnTo>
                <a:lnTo>
                  <a:pt x="233300" y="71285"/>
                </a:lnTo>
                <a:lnTo>
                  <a:pt x="236069" y="71285"/>
                </a:lnTo>
                <a:close/>
                <a:moveTo>
                  <a:pt x="231332" y="54974"/>
                </a:moveTo>
                <a:lnTo>
                  <a:pt x="233601" y="52672"/>
                </a:lnTo>
                <a:lnTo>
                  <a:pt x="236870" y="52672"/>
                </a:lnTo>
                <a:lnTo>
                  <a:pt x="238538" y="54373"/>
                </a:lnTo>
                <a:lnTo>
                  <a:pt x="234301" y="54373"/>
                </a:lnTo>
                <a:lnTo>
                  <a:pt x="231332" y="57342"/>
                </a:lnTo>
                <a:close/>
                <a:moveTo>
                  <a:pt x="236636" y="51338"/>
                </a:moveTo>
                <a:lnTo>
                  <a:pt x="235302" y="50003"/>
                </a:lnTo>
                <a:lnTo>
                  <a:pt x="235302" y="48002"/>
                </a:lnTo>
                <a:lnTo>
                  <a:pt x="236736" y="46568"/>
                </a:lnTo>
                <a:lnTo>
                  <a:pt x="238604" y="46568"/>
                </a:lnTo>
                <a:lnTo>
                  <a:pt x="236636" y="48536"/>
                </a:lnTo>
                <a:close/>
                <a:moveTo>
                  <a:pt x="236736" y="45800"/>
                </a:moveTo>
                <a:lnTo>
                  <a:pt x="235302" y="44366"/>
                </a:lnTo>
                <a:lnTo>
                  <a:pt x="235302" y="42365"/>
                </a:lnTo>
                <a:lnTo>
                  <a:pt x="236636" y="41030"/>
                </a:lnTo>
                <a:lnTo>
                  <a:pt x="236636" y="43832"/>
                </a:lnTo>
                <a:lnTo>
                  <a:pt x="238604" y="45800"/>
                </a:lnTo>
                <a:lnTo>
                  <a:pt x="236736" y="45800"/>
                </a:lnTo>
                <a:close/>
                <a:moveTo>
                  <a:pt x="234768" y="41797"/>
                </a:moveTo>
                <a:lnTo>
                  <a:pt x="232733" y="41797"/>
                </a:lnTo>
                <a:lnTo>
                  <a:pt x="231332" y="40363"/>
                </a:lnTo>
                <a:lnTo>
                  <a:pt x="231332" y="38495"/>
                </a:lnTo>
                <a:lnTo>
                  <a:pt x="233300" y="40463"/>
                </a:lnTo>
                <a:lnTo>
                  <a:pt x="236069" y="40463"/>
                </a:lnTo>
                <a:close/>
                <a:moveTo>
                  <a:pt x="231332" y="24185"/>
                </a:moveTo>
                <a:lnTo>
                  <a:pt x="233601" y="21883"/>
                </a:lnTo>
                <a:lnTo>
                  <a:pt x="236870" y="21883"/>
                </a:lnTo>
                <a:lnTo>
                  <a:pt x="238538" y="23551"/>
                </a:lnTo>
                <a:lnTo>
                  <a:pt x="234301" y="23551"/>
                </a:lnTo>
                <a:lnTo>
                  <a:pt x="231332" y="26553"/>
                </a:lnTo>
                <a:close/>
                <a:moveTo>
                  <a:pt x="236636" y="20549"/>
                </a:moveTo>
                <a:lnTo>
                  <a:pt x="235302" y="19215"/>
                </a:lnTo>
                <a:lnTo>
                  <a:pt x="235302" y="17213"/>
                </a:lnTo>
                <a:lnTo>
                  <a:pt x="236736" y="15779"/>
                </a:lnTo>
                <a:lnTo>
                  <a:pt x="238604" y="15779"/>
                </a:lnTo>
                <a:lnTo>
                  <a:pt x="236636" y="17747"/>
                </a:lnTo>
                <a:close/>
                <a:moveTo>
                  <a:pt x="236736" y="15012"/>
                </a:moveTo>
                <a:lnTo>
                  <a:pt x="235302" y="13577"/>
                </a:lnTo>
                <a:lnTo>
                  <a:pt x="235302" y="11576"/>
                </a:lnTo>
                <a:lnTo>
                  <a:pt x="236636" y="10242"/>
                </a:lnTo>
                <a:lnTo>
                  <a:pt x="236636" y="13010"/>
                </a:lnTo>
                <a:lnTo>
                  <a:pt x="238604" y="14978"/>
                </a:lnTo>
                <a:lnTo>
                  <a:pt x="236736" y="14978"/>
                </a:lnTo>
                <a:close/>
                <a:moveTo>
                  <a:pt x="234768" y="11009"/>
                </a:moveTo>
                <a:lnTo>
                  <a:pt x="232733" y="11009"/>
                </a:lnTo>
                <a:lnTo>
                  <a:pt x="231332" y="9574"/>
                </a:lnTo>
                <a:lnTo>
                  <a:pt x="231332" y="7706"/>
                </a:lnTo>
                <a:lnTo>
                  <a:pt x="233300" y="9675"/>
                </a:lnTo>
                <a:lnTo>
                  <a:pt x="236069" y="9675"/>
                </a:lnTo>
                <a:close/>
                <a:moveTo>
                  <a:pt x="230532" y="6606"/>
                </a:moveTo>
                <a:lnTo>
                  <a:pt x="228230" y="8874"/>
                </a:lnTo>
                <a:lnTo>
                  <a:pt x="224995" y="8874"/>
                </a:lnTo>
                <a:lnTo>
                  <a:pt x="223327" y="7206"/>
                </a:lnTo>
                <a:lnTo>
                  <a:pt x="227396" y="7206"/>
                </a:lnTo>
                <a:lnTo>
                  <a:pt x="227663" y="7106"/>
                </a:lnTo>
                <a:lnTo>
                  <a:pt x="230532" y="4237"/>
                </a:lnTo>
                <a:close/>
                <a:moveTo>
                  <a:pt x="224427" y="9441"/>
                </a:moveTo>
                <a:lnTo>
                  <a:pt x="224427" y="12710"/>
                </a:lnTo>
                <a:lnTo>
                  <a:pt x="222126" y="15012"/>
                </a:lnTo>
                <a:lnTo>
                  <a:pt x="219757" y="15012"/>
                </a:lnTo>
                <a:lnTo>
                  <a:pt x="222760" y="12010"/>
                </a:lnTo>
                <a:lnTo>
                  <a:pt x="222760" y="7773"/>
                </a:lnTo>
                <a:close/>
                <a:moveTo>
                  <a:pt x="211285" y="15012"/>
                </a:moveTo>
                <a:lnTo>
                  <a:pt x="208916" y="15012"/>
                </a:lnTo>
                <a:lnTo>
                  <a:pt x="206648" y="12710"/>
                </a:lnTo>
                <a:lnTo>
                  <a:pt x="206648" y="9441"/>
                </a:lnTo>
                <a:lnTo>
                  <a:pt x="208316" y="7773"/>
                </a:lnTo>
                <a:lnTo>
                  <a:pt x="208316" y="12010"/>
                </a:lnTo>
                <a:close/>
                <a:moveTo>
                  <a:pt x="206081" y="8907"/>
                </a:moveTo>
                <a:lnTo>
                  <a:pt x="202812" y="8907"/>
                </a:lnTo>
                <a:lnTo>
                  <a:pt x="200544" y="6606"/>
                </a:lnTo>
                <a:lnTo>
                  <a:pt x="200544" y="4237"/>
                </a:lnTo>
                <a:lnTo>
                  <a:pt x="203412" y="7106"/>
                </a:lnTo>
                <a:lnTo>
                  <a:pt x="203679" y="7206"/>
                </a:lnTo>
                <a:lnTo>
                  <a:pt x="207749" y="7206"/>
                </a:lnTo>
                <a:close/>
                <a:moveTo>
                  <a:pt x="199743" y="6606"/>
                </a:moveTo>
                <a:lnTo>
                  <a:pt x="197441" y="8874"/>
                </a:lnTo>
                <a:lnTo>
                  <a:pt x="194206" y="8874"/>
                </a:lnTo>
                <a:lnTo>
                  <a:pt x="192538" y="7206"/>
                </a:lnTo>
                <a:lnTo>
                  <a:pt x="196741" y="7206"/>
                </a:lnTo>
                <a:lnTo>
                  <a:pt x="199743" y="4237"/>
                </a:lnTo>
                <a:close/>
                <a:moveTo>
                  <a:pt x="193639" y="9441"/>
                </a:moveTo>
                <a:lnTo>
                  <a:pt x="193639" y="12710"/>
                </a:lnTo>
                <a:lnTo>
                  <a:pt x="191337" y="15012"/>
                </a:lnTo>
                <a:lnTo>
                  <a:pt x="188969" y="15012"/>
                </a:lnTo>
                <a:lnTo>
                  <a:pt x="191971" y="12010"/>
                </a:lnTo>
                <a:lnTo>
                  <a:pt x="191971" y="7773"/>
                </a:lnTo>
                <a:close/>
                <a:moveTo>
                  <a:pt x="180496" y="15012"/>
                </a:moveTo>
                <a:lnTo>
                  <a:pt x="178128" y="15012"/>
                </a:lnTo>
                <a:lnTo>
                  <a:pt x="175826" y="12710"/>
                </a:lnTo>
                <a:lnTo>
                  <a:pt x="175826" y="9441"/>
                </a:lnTo>
                <a:lnTo>
                  <a:pt x="177527" y="7773"/>
                </a:lnTo>
                <a:lnTo>
                  <a:pt x="177527" y="12010"/>
                </a:lnTo>
                <a:close/>
                <a:moveTo>
                  <a:pt x="175292" y="8907"/>
                </a:moveTo>
                <a:lnTo>
                  <a:pt x="172023" y="8907"/>
                </a:lnTo>
                <a:lnTo>
                  <a:pt x="169755" y="6606"/>
                </a:lnTo>
                <a:lnTo>
                  <a:pt x="169755" y="4237"/>
                </a:lnTo>
                <a:lnTo>
                  <a:pt x="172724" y="7206"/>
                </a:lnTo>
                <a:lnTo>
                  <a:pt x="176960" y="7206"/>
                </a:lnTo>
                <a:close/>
                <a:moveTo>
                  <a:pt x="168954" y="6606"/>
                </a:moveTo>
                <a:lnTo>
                  <a:pt x="166653" y="8874"/>
                </a:lnTo>
                <a:lnTo>
                  <a:pt x="163417" y="8874"/>
                </a:lnTo>
                <a:lnTo>
                  <a:pt x="161716" y="7206"/>
                </a:lnTo>
                <a:lnTo>
                  <a:pt x="165786" y="7206"/>
                </a:lnTo>
                <a:lnTo>
                  <a:pt x="166086" y="7106"/>
                </a:lnTo>
                <a:lnTo>
                  <a:pt x="168954" y="4237"/>
                </a:lnTo>
                <a:close/>
                <a:moveTo>
                  <a:pt x="162850" y="9441"/>
                </a:moveTo>
                <a:lnTo>
                  <a:pt x="162850" y="12710"/>
                </a:lnTo>
                <a:lnTo>
                  <a:pt x="160548" y="15012"/>
                </a:lnTo>
                <a:lnTo>
                  <a:pt x="158180" y="15012"/>
                </a:lnTo>
                <a:lnTo>
                  <a:pt x="161182" y="12010"/>
                </a:lnTo>
                <a:lnTo>
                  <a:pt x="161182" y="7773"/>
                </a:lnTo>
                <a:close/>
                <a:moveTo>
                  <a:pt x="149707" y="15012"/>
                </a:moveTo>
                <a:lnTo>
                  <a:pt x="147339" y="15012"/>
                </a:lnTo>
                <a:lnTo>
                  <a:pt x="145037" y="12710"/>
                </a:lnTo>
                <a:lnTo>
                  <a:pt x="145037" y="9441"/>
                </a:lnTo>
                <a:lnTo>
                  <a:pt x="146739" y="7773"/>
                </a:lnTo>
                <a:lnTo>
                  <a:pt x="146739" y="12010"/>
                </a:lnTo>
                <a:close/>
                <a:moveTo>
                  <a:pt x="144504" y="8907"/>
                </a:moveTo>
                <a:lnTo>
                  <a:pt x="141235" y="8907"/>
                </a:lnTo>
                <a:lnTo>
                  <a:pt x="138933" y="6606"/>
                </a:lnTo>
                <a:lnTo>
                  <a:pt x="138933" y="4237"/>
                </a:lnTo>
                <a:lnTo>
                  <a:pt x="141835" y="7106"/>
                </a:lnTo>
                <a:lnTo>
                  <a:pt x="142102" y="7206"/>
                </a:lnTo>
                <a:lnTo>
                  <a:pt x="146172" y="7206"/>
                </a:lnTo>
                <a:close/>
                <a:moveTo>
                  <a:pt x="138166" y="6606"/>
                </a:moveTo>
                <a:lnTo>
                  <a:pt x="135864" y="8874"/>
                </a:lnTo>
                <a:lnTo>
                  <a:pt x="132629" y="8874"/>
                </a:lnTo>
                <a:lnTo>
                  <a:pt x="130927" y="7206"/>
                </a:lnTo>
                <a:lnTo>
                  <a:pt x="135164" y="7206"/>
                </a:lnTo>
                <a:lnTo>
                  <a:pt x="138166" y="4237"/>
                </a:lnTo>
                <a:close/>
                <a:moveTo>
                  <a:pt x="132061" y="9441"/>
                </a:moveTo>
                <a:lnTo>
                  <a:pt x="132061" y="12710"/>
                </a:lnTo>
                <a:lnTo>
                  <a:pt x="129760" y="15012"/>
                </a:lnTo>
                <a:lnTo>
                  <a:pt x="127391" y="15012"/>
                </a:lnTo>
                <a:lnTo>
                  <a:pt x="130394" y="12010"/>
                </a:lnTo>
                <a:lnTo>
                  <a:pt x="130394" y="7773"/>
                </a:lnTo>
                <a:close/>
                <a:moveTo>
                  <a:pt x="118919" y="15012"/>
                </a:moveTo>
                <a:lnTo>
                  <a:pt x="116550" y="15012"/>
                </a:lnTo>
                <a:lnTo>
                  <a:pt x="114249" y="12710"/>
                </a:lnTo>
                <a:lnTo>
                  <a:pt x="114249" y="9441"/>
                </a:lnTo>
                <a:lnTo>
                  <a:pt x="115950" y="7773"/>
                </a:lnTo>
                <a:lnTo>
                  <a:pt x="115950" y="12010"/>
                </a:lnTo>
                <a:close/>
                <a:moveTo>
                  <a:pt x="113682" y="8907"/>
                </a:moveTo>
                <a:lnTo>
                  <a:pt x="110446" y="8907"/>
                </a:lnTo>
                <a:lnTo>
                  <a:pt x="108144" y="6606"/>
                </a:lnTo>
                <a:lnTo>
                  <a:pt x="108144" y="4237"/>
                </a:lnTo>
                <a:lnTo>
                  <a:pt x="111147" y="7206"/>
                </a:lnTo>
                <a:lnTo>
                  <a:pt x="115383" y="7206"/>
                </a:lnTo>
                <a:close/>
                <a:moveTo>
                  <a:pt x="107377" y="6606"/>
                </a:moveTo>
                <a:lnTo>
                  <a:pt x="105076" y="8874"/>
                </a:lnTo>
                <a:lnTo>
                  <a:pt x="101840" y="8874"/>
                </a:lnTo>
                <a:lnTo>
                  <a:pt x="100139" y="7206"/>
                </a:lnTo>
                <a:lnTo>
                  <a:pt x="104208" y="7206"/>
                </a:lnTo>
                <a:lnTo>
                  <a:pt x="104475" y="7106"/>
                </a:lnTo>
                <a:lnTo>
                  <a:pt x="107377" y="4237"/>
                </a:lnTo>
                <a:lnTo>
                  <a:pt x="107377" y="6606"/>
                </a:lnTo>
                <a:close/>
                <a:moveTo>
                  <a:pt x="101273" y="9441"/>
                </a:moveTo>
                <a:lnTo>
                  <a:pt x="101273" y="12710"/>
                </a:lnTo>
                <a:lnTo>
                  <a:pt x="98971" y="15012"/>
                </a:lnTo>
                <a:lnTo>
                  <a:pt x="96603" y="15012"/>
                </a:lnTo>
                <a:lnTo>
                  <a:pt x="99605" y="12010"/>
                </a:lnTo>
                <a:lnTo>
                  <a:pt x="99605" y="7773"/>
                </a:lnTo>
                <a:close/>
                <a:moveTo>
                  <a:pt x="88130" y="15012"/>
                </a:moveTo>
                <a:lnTo>
                  <a:pt x="85762" y="15012"/>
                </a:lnTo>
                <a:lnTo>
                  <a:pt x="83460" y="12710"/>
                </a:lnTo>
                <a:lnTo>
                  <a:pt x="83460" y="9441"/>
                </a:lnTo>
                <a:lnTo>
                  <a:pt x="85128" y="7773"/>
                </a:lnTo>
                <a:lnTo>
                  <a:pt x="85128" y="12010"/>
                </a:lnTo>
                <a:close/>
                <a:moveTo>
                  <a:pt x="82893" y="8907"/>
                </a:moveTo>
                <a:lnTo>
                  <a:pt x="79657" y="8907"/>
                </a:lnTo>
                <a:lnTo>
                  <a:pt x="77356" y="6606"/>
                </a:lnTo>
                <a:lnTo>
                  <a:pt x="77356" y="4237"/>
                </a:lnTo>
                <a:lnTo>
                  <a:pt x="80224" y="7106"/>
                </a:lnTo>
                <a:lnTo>
                  <a:pt x="80525" y="7206"/>
                </a:lnTo>
                <a:lnTo>
                  <a:pt x="84594" y="7206"/>
                </a:lnTo>
                <a:close/>
                <a:moveTo>
                  <a:pt x="76589" y="6606"/>
                </a:moveTo>
                <a:lnTo>
                  <a:pt x="74287" y="8874"/>
                </a:lnTo>
                <a:lnTo>
                  <a:pt x="71018" y="8874"/>
                </a:lnTo>
                <a:lnTo>
                  <a:pt x="69350" y="7206"/>
                </a:lnTo>
                <a:lnTo>
                  <a:pt x="73586" y="7206"/>
                </a:lnTo>
                <a:lnTo>
                  <a:pt x="76589" y="4237"/>
                </a:lnTo>
                <a:close/>
                <a:moveTo>
                  <a:pt x="70484" y="9441"/>
                </a:moveTo>
                <a:lnTo>
                  <a:pt x="70484" y="12710"/>
                </a:lnTo>
                <a:lnTo>
                  <a:pt x="68183" y="15012"/>
                </a:lnTo>
                <a:lnTo>
                  <a:pt x="65814" y="15012"/>
                </a:lnTo>
                <a:lnTo>
                  <a:pt x="68816" y="12010"/>
                </a:lnTo>
                <a:lnTo>
                  <a:pt x="68816" y="7773"/>
                </a:lnTo>
                <a:close/>
                <a:moveTo>
                  <a:pt x="57341" y="15012"/>
                </a:moveTo>
                <a:lnTo>
                  <a:pt x="54973" y="15012"/>
                </a:lnTo>
                <a:lnTo>
                  <a:pt x="52671" y="12710"/>
                </a:lnTo>
                <a:lnTo>
                  <a:pt x="52671" y="9441"/>
                </a:lnTo>
                <a:lnTo>
                  <a:pt x="54339" y="7773"/>
                </a:lnTo>
                <a:lnTo>
                  <a:pt x="54339" y="12010"/>
                </a:lnTo>
                <a:close/>
                <a:moveTo>
                  <a:pt x="52104" y="8907"/>
                </a:moveTo>
                <a:lnTo>
                  <a:pt x="48869" y="8907"/>
                </a:lnTo>
                <a:lnTo>
                  <a:pt x="46567" y="6606"/>
                </a:lnTo>
                <a:lnTo>
                  <a:pt x="46567" y="4237"/>
                </a:lnTo>
                <a:lnTo>
                  <a:pt x="49569" y="7206"/>
                </a:lnTo>
                <a:lnTo>
                  <a:pt x="53806" y="7206"/>
                </a:lnTo>
                <a:close/>
                <a:moveTo>
                  <a:pt x="45767" y="6606"/>
                </a:moveTo>
                <a:lnTo>
                  <a:pt x="43498" y="8874"/>
                </a:lnTo>
                <a:lnTo>
                  <a:pt x="40229" y="8874"/>
                </a:lnTo>
                <a:lnTo>
                  <a:pt x="38561" y="7206"/>
                </a:lnTo>
                <a:lnTo>
                  <a:pt x="42631" y="7206"/>
                </a:lnTo>
                <a:lnTo>
                  <a:pt x="42898" y="7106"/>
                </a:lnTo>
                <a:lnTo>
                  <a:pt x="45767" y="4237"/>
                </a:lnTo>
                <a:close/>
                <a:moveTo>
                  <a:pt x="39696" y="9441"/>
                </a:moveTo>
                <a:lnTo>
                  <a:pt x="39696" y="12710"/>
                </a:lnTo>
                <a:lnTo>
                  <a:pt x="37394" y="15012"/>
                </a:lnTo>
                <a:lnTo>
                  <a:pt x="35026" y="15012"/>
                </a:lnTo>
                <a:lnTo>
                  <a:pt x="37994" y="12010"/>
                </a:lnTo>
                <a:lnTo>
                  <a:pt x="37994" y="7773"/>
                </a:lnTo>
                <a:close/>
                <a:moveTo>
                  <a:pt x="26553" y="15012"/>
                </a:moveTo>
                <a:lnTo>
                  <a:pt x="24184" y="15012"/>
                </a:lnTo>
                <a:lnTo>
                  <a:pt x="21883" y="12710"/>
                </a:lnTo>
                <a:lnTo>
                  <a:pt x="21883" y="9441"/>
                </a:lnTo>
                <a:lnTo>
                  <a:pt x="23551" y="7773"/>
                </a:lnTo>
                <a:lnTo>
                  <a:pt x="23551" y="12010"/>
                </a:lnTo>
                <a:close/>
                <a:moveTo>
                  <a:pt x="21316" y="8907"/>
                </a:moveTo>
                <a:lnTo>
                  <a:pt x="18080" y="8907"/>
                </a:lnTo>
                <a:lnTo>
                  <a:pt x="15778" y="6606"/>
                </a:lnTo>
                <a:lnTo>
                  <a:pt x="15778" y="4237"/>
                </a:lnTo>
                <a:lnTo>
                  <a:pt x="18647" y="7106"/>
                </a:lnTo>
                <a:lnTo>
                  <a:pt x="18914" y="7206"/>
                </a:lnTo>
                <a:lnTo>
                  <a:pt x="22984" y="7206"/>
                </a:lnTo>
                <a:close/>
                <a:moveTo>
                  <a:pt x="14978" y="6606"/>
                </a:moveTo>
                <a:lnTo>
                  <a:pt x="12710" y="8874"/>
                </a:lnTo>
                <a:lnTo>
                  <a:pt x="9441" y="8874"/>
                </a:lnTo>
                <a:lnTo>
                  <a:pt x="7773" y="7206"/>
                </a:lnTo>
                <a:lnTo>
                  <a:pt x="12009" y="7206"/>
                </a:lnTo>
                <a:lnTo>
                  <a:pt x="14978" y="4237"/>
                </a:lnTo>
                <a:lnTo>
                  <a:pt x="14978" y="6606"/>
                </a:lnTo>
                <a:close/>
                <a:moveTo>
                  <a:pt x="9441" y="21883"/>
                </a:moveTo>
                <a:lnTo>
                  <a:pt x="12710" y="21883"/>
                </a:lnTo>
                <a:lnTo>
                  <a:pt x="14978" y="24185"/>
                </a:lnTo>
                <a:lnTo>
                  <a:pt x="14978" y="26553"/>
                </a:lnTo>
                <a:lnTo>
                  <a:pt x="12009" y="23551"/>
                </a:lnTo>
                <a:lnTo>
                  <a:pt x="7773" y="23551"/>
                </a:lnTo>
                <a:close/>
                <a:moveTo>
                  <a:pt x="14978" y="33892"/>
                </a:moveTo>
                <a:lnTo>
                  <a:pt x="11675" y="37228"/>
                </a:lnTo>
                <a:lnTo>
                  <a:pt x="6972" y="37228"/>
                </a:lnTo>
                <a:lnTo>
                  <a:pt x="5438" y="35693"/>
                </a:lnTo>
                <a:lnTo>
                  <a:pt x="11042" y="35693"/>
                </a:lnTo>
                <a:lnTo>
                  <a:pt x="14978" y="31757"/>
                </a:lnTo>
                <a:lnTo>
                  <a:pt x="14978" y="33892"/>
                </a:lnTo>
                <a:close/>
                <a:moveTo>
                  <a:pt x="7206" y="42631"/>
                </a:moveTo>
                <a:lnTo>
                  <a:pt x="7206" y="38562"/>
                </a:lnTo>
                <a:lnTo>
                  <a:pt x="8873" y="40230"/>
                </a:lnTo>
                <a:lnTo>
                  <a:pt x="8873" y="43499"/>
                </a:lnTo>
                <a:lnTo>
                  <a:pt x="6605" y="45800"/>
                </a:lnTo>
                <a:lnTo>
                  <a:pt x="4237" y="45800"/>
                </a:lnTo>
                <a:lnTo>
                  <a:pt x="7106" y="42932"/>
                </a:lnTo>
                <a:close/>
                <a:moveTo>
                  <a:pt x="6605" y="46568"/>
                </a:moveTo>
                <a:lnTo>
                  <a:pt x="8873" y="48869"/>
                </a:lnTo>
                <a:lnTo>
                  <a:pt x="8873" y="52105"/>
                </a:lnTo>
                <a:lnTo>
                  <a:pt x="7206" y="53806"/>
                </a:lnTo>
                <a:lnTo>
                  <a:pt x="7206" y="49570"/>
                </a:lnTo>
                <a:lnTo>
                  <a:pt x="4203" y="46568"/>
                </a:lnTo>
                <a:close/>
                <a:moveTo>
                  <a:pt x="9441" y="52672"/>
                </a:moveTo>
                <a:lnTo>
                  <a:pt x="12710" y="52672"/>
                </a:lnTo>
                <a:lnTo>
                  <a:pt x="14978" y="54974"/>
                </a:lnTo>
                <a:lnTo>
                  <a:pt x="14978" y="57342"/>
                </a:lnTo>
                <a:lnTo>
                  <a:pt x="12009" y="54340"/>
                </a:lnTo>
                <a:lnTo>
                  <a:pt x="7773" y="54340"/>
                </a:lnTo>
                <a:close/>
                <a:moveTo>
                  <a:pt x="14978" y="64714"/>
                </a:moveTo>
                <a:lnTo>
                  <a:pt x="11675" y="68016"/>
                </a:lnTo>
                <a:lnTo>
                  <a:pt x="6972" y="68016"/>
                </a:lnTo>
                <a:lnTo>
                  <a:pt x="5438" y="66482"/>
                </a:lnTo>
                <a:lnTo>
                  <a:pt x="11042" y="66482"/>
                </a:lnTo>
                <a:lnTo>
                  <a:pt x="14978" y="62546"/>
                </a:lnTo>
                <a:lnTo>
                  <a:pt x="14978" y="64714"/>
                </a:lnTo>
                <a:close/>
                <a:moveTo>
                  <a:pt x="7206" y="69351"/>
                </a:moveTo>
                <a:lnTo>
                  <a:pt x="8873" y="71052"/>
                </a:lnTo>
                <a:lnTo>
                  <a:pt x="8873" y="74287"/>
                </a:lnTo>
                <a:lnTo>
                  <a:pt x="6605" y="76589"/>
                </a:lnTo>
                <a:lnTo>
                  <a:pt x="4237" y="76589"/>
                </a:lnTo>
                <a:lnTo>
                  <a:pt x="7206" y="73587"/>
                </a:lnTo>
                <a:lnTo>
                  <a:pt x="7206" y="69351"/>
                </a:lnTo>
                <a:close/>
                <a:moveTo>
                  <a:pt x="9441" y="83461"/>
                </a:moveTo>
                <a:lnTo>
                  <a:pt x="12710" y="83461"/>
                </a:lnTo>
                <a:lnTo>
                  <a:pt x="14978" y="85762"/>
                </a:lnTo>
                <a:lnTo>
                  <a:pt x="14978" y="88131"/>
                </a:lnTo>
                <a:lnTo>
                  <a:pt x="12009" y="85129"/>
                </a:lnTo>
                <a:lnTo>
                  <a:pt x="7773" y="85129"/>
                </a:lnTo>
                <a:close/>
                <a:moveTo>
                  <a:pt x="14978" y="95503"/>
                </a:moveTo>
                <a:lnTo>
                  <a:pt x="11675" y="98805"/>
                </a:lnTo>
                <a:lnTo>
                  <a:pt x="6972" y="98805"/>
                </a:lnTo>
                <a:lnTo>
                  <a:pt x="5438" y="97271"/>
                </a:lnTo>
                <a:lnTo>
                  <a:pt x="11042" y="97271"/>
                </a:lnTo>
                <a:lnTo>
                  <a:pt x="14978" y="93334"/>
                </a:lnTo>
                <a:lnTo>
                  <a:pt x="14978" y="95503"/>
                </a:lnTo>
                <a:close/>
                <a:moveTo>
                  <a:pt x="7206" y="104209"/>
                </a:moveTo>
                <a:lnTo>
                  <a:pt x="7206" y="100139"/>
                </a:lnTo>
                <a:lnTo>
                  <a:pt x="8873" y="101840"/>
                </a:lnTo>
                <a:lnTo>
                  <a:pt x="8873" y="105076"/>
                </a:lnTo>
                <a:lnTo>
                  <a:pt x="6605" y="107378"/>
                </a:lnTo>
                <a:lnTo>
                  <a:pt x="4237" y="107378"/>
                </a:lnTo>
                <a:lnTo>
                  <a:pt x="7106" y="104509"/>
                </a:lnTo>
                <a:close/>
                <a:moveTo>
                  <a:pt x="6605" y="108178"/>
                </a:moveTo>
                <a:lnTo>
                  <a:pt x="8873" y="110447"/>
                </a:lnTo>
                <a:lnTo>
                  <a:pt x="8873" y="113716"/>
                </a:lnTo>
                <a:lnTo>
                  <a:pt x="7206" y="115384"/>
                </a:lnTo>
                <a:lnTo>
                  <a:pt x="7206" y="111147"/>
                </a:lnTo>
                <a:lnTo>
                  <a:pt x="4203" y="108145"/>
                </a:lnTo>
                <a:lnTo>
                  <a:pt x="6605" y="108145"/>
                </a:lnTo>
                <a:close/>
                <a:moveTo>
                  <a:pt x="9441" y="114249"/>
                </a:moveTo>
                <a:lnTo>
                  <a:pt x="12710" y="114249"/>
                </a:lnTo>
                <a:lnTo>
                  <a:pt x="14978" y="116551"/>
                </a:lnTo>
                <a:lnTo>
                  <a:pt x="14978" y="118919"/>
                </a:lnTo>
                <a:lnTo>
                  <a:pt x="12009" y="115951"/>
                </a:lnTo>
                <a:lnTo>
                  <a:pt x="7773" y="115951"/>
                </a:lnTo>
                <a:close/>
                <a:moveTo>
                  <a:pt x="15778" y="116551"/>
                </a:moveTo>
                <a:lnTo>
                  <a:pt x="18080" y="114249"/>
                </a:lnTo>
                <a:lnTo>
                  <a:pt x="21316" y="114249"/>
                </a:lnTo>
                <a:lnTo>
                  <a:pt x="22984" y="115951"/>
                </a:lnTo>
                <a:lnTo>
                  <a:pt x="18947" y="115951"/>
                </a:lnTo>
                <a:lnTo>
                  <a:pt x="18647" y="116051"/>
                </a:lnTo>
                <a:lnTo>
                  <a:pt x="15778" y="118919"/>
                </a:lnTo>
                <a:close/>
                <a:moveTo>
                  <a:pt x="21883" y="113716"/>
                </a:moveTo>
                <a:lnTo>
                  <a:pt x="21883" y="110447"/>
                </a:lnTo>
                <a:lnTo>
                  <a:pt x="24184" y="108178"/>
                </a:lnTo>
                <a:lnTo>
                  <a:pt x="26553" y="108178"/>
                </a:lnTo>
                <a:lnTo>
                  <a:pt x="23551" y="111147"/>
                </a:lnTo>
                <a:lnTo>
                  <a:pt x="23551" y="115384"/>
                </a:lnTo>
                <a:close/>
                <a:moveTo>
                  <a:pt x="35026" y="108178"/>
                </a:moveTo>
                <a:lnTo>
                  <a:pt x="37394" y="108178"/>
                </a:lnTo>
                <a:lnTo>
                  <a:pt x="39696" y="110447"/>
                </a:lnTo>
                <a:lnTo>
                  <a:pt x="39696" y="113716"/>
                </a:lnTo>
                <a:lnTo>
                  <a:pt x="37994" y="115384"/>
                </a:lnTo>
                <a:lnTo>
                  <a:pt x="37994" y="111147"/>
                </a:lnTo>
                <a:close/>
                <a:moveTo>
                  <a:pt x="40229" y="114249"/>
                </a:moveTo>
                <a:lnTo>
                  <a:pt x="43498" y="114249"/>
                </a:lnTo>
                <a:lnTo>
                  <a:pt x="45767" y="116551"/>
                </a:lnTo>
                <a:lnTo>
                  <a:pt x="45767" y="118919"/>
                </a:lnTo>
                <a:lnTo>
                  <a:pt x="42898" y="116051"/>
                </a:lnTo>
                <a:lnTo>
                  <a:pt x="42631" y="115951"/>
                </a:lnTo>
                <a:lnTo>
                  <a:pt x="38561" y="115951"/>
                </a:lnTo>
                <a:close/>
                <a:moveTo>
                  <a:pt x="46567" y="116551"/>
                </a:moveTo>
                <a:lnTo>
                  <a:pt x="48869" y="114249"/>
                </a:lnTo>
                <a:lnTo>
                  <a:pt x="52104" y="114249"/>
                </a:lnTo>
                <a:lnTo>
                  <a:pt x="53806" y="115951"/>
                </a:lnTo>
                <a:lnTo>
                  <a:pt x="49569" y="115951"/>
                </a:lnTo>
                <a:lnTo>
                  <a:pt x="46567" y="118919"/>
                </a:lnTo>
                <a:close/>
                <a:moveTo>
                  <a:pt x="52671" y="113716"/>
                </a:moveTo>
                <a:lnTo>
                  <a:pt x="52671" y="110447"/>
                </a:lnTo>
                <a:lnTo>
                  <a:pt x="54973" y="108178"/>
                </a:lnTo>
                <a:lnTo>
                  <a:pt x="57341" y="108178"/>
                </a:lnTo>
                <a:lnTo>
                  <a:pt x="54339" y="111147"/>
                </a:lnTo>
                <a:lnTo>
                  <a:pt x="54339" y="115384"/>
                </a:lnTo>
                <a:close/>
                <a:moveTo>
                  <a:pt x="65814" y="108178"/>
                </a:moveTo>
                <a:lnTo>
                  <a:pt x="68183" y="108178"/>
                </a:lnTo>
                <a:lnTo>
                  <a:pt x="70484" y="110447"/>
                </a:lnTo>
                <a:lnTo>
                  <a:pt x="70484" y="113716"/>
                </a:lnTo>
                <a:lnTo>
                  <a:pt x="68783" y="115384"/>
                </a:lnTo>
                <a:lnTo>
                  <a:pt x="68783" y="111147"/>
                </a:lnTo>
                <a:close/>
                <a:moveTo>
                  <a:pt x="71018" y="114249"/>
                </a:moveTo>
                <a:lnTo>
                  <a:pt x="74287" y="114249"/>
                </a:lnTo>
                <a:lnTo>
                  <a:pt x="76555" y="116551"/>
                </a:lnTo>
                <a:lnTo>
                  <a:pt x="76555" y="118919"/>
                </a:lnTo>
                <a:lnTo>
                  <a:pt x="73586" y="115951"/>
                </a:lnTo>
                <a:lnTo>
                  <a:pt x="69350" y="115951"/>
                </a:lnTo>
                <a:close/>
                <a:moveTo>
                  <a:pt x="77356" y="116551"/>
                </a:moveTo>
                <a:lnTo>
                  <a:pt x="79657" y="114249"/>
                </a:lnTo>
                <a:lnTo>
                  <a:pt x="82893" y="114249"/>
                </a:lnTo>
                <a:lnTo>
                  <a:pt x="84594" y="115951"/>
                </a:lnTo>
                <a:lnTo>
                  <a:pt x="80525" y="115951"/>
                </a:lnTo>
                <a:lnTo>
                  <a:pt x="80224" y="116051"/>
                </a:lnTo>
                <a:lnTo>
                  <a:pt x="77356" y="118919"/>
                </a:lnTo>
                <a:lnTo>
                  <a:pt x="77356" y="116551"/>
                </a:lnTo>
                <a:close/>
                <a:moveTo>
                  <a:pt x="83460" y="113716"/>
                </a:moveTo>
                <a:lnTo>
                  <a:pt x="83460" y="110447"/>
                </a:lnTo>
                <a:lnTo>
                  <a:pt x="85762" y="108178"/>
                </a:lnTo>
                <a:lnTo>
                  <a:pt x="88130" y="108178"/>
                </a:lnTo>
                <a:lnTo>
                  <a:pt x="85128" y="111147"/>
                </a:lnTo>
                <a:lnTo>
                  <a:pt x="85128" y="115384"/>
                </a:lnTo>
                <a:close/>
                <a:moveTo>
                  <a:pt x="96603" y="108178"/>
                </a:moveTo>
                <a:lnTo>
                  <a:pt x="98971" y="108178"/>
                </a:lnTo>
                <a:lnTo>
                  <a:pt x="101273" y="110447"/>
                </a:lnTo>
                <a:lnTo>
                  <a:pt x="101273" y="113716"/>
                </a:lnTo>
                <a:lnTo>
                  <a:pt x="99605" y="115384"/>
                </a:lnTo>
                <a:lnTo>
                  <a:pt x="99605" y="111147"/>
                </a:lnTo>
                <a:close/>
                <a:moveTo>
                  <a:pt x="101840" y="114249"/>
                </a:moveTo>
                <a:lnTo>
                  <a:pt x="105076" y="114249"/>
                </a:lnTo>
                <a:lnTo>
                  <a:pt x="107377" y="116551"/>
                </a:lnTo>
                <a:lnTo>
                  <a:pt x="107377" y="118919"/>
                </a:lnTo>
                <a:lnTo>
                  <a:pt x="104508" y="116051"/>
                </a:lnTo>
                <a:lnTo>
                  <a:pt x="104208" y="115951"/>
                </a:lnTo>
                <a:lnTo>
                  <a:pt x="100139" y="115951"/>
                </a:lnTo>
                <a:close/>
                <a:moveTo>
                  <a:pt x="108144" y="116551"/>
                </a:moveTo>
                <a:lnTo>
                  <a:pt x="110446" y="114249"/>
                </a:lnTo>
                <a:lnTo>
                  <a:pt x="113682" y="114249"/>
                </a:lnTo>
                <a:lnTo>
                  <a:pt x="115383" y="115951"/>
                </a:lnTo>
                <a:lnTo>
                  <a:pt x="111147" y="115951"/>
                </a:lnTo>
                <a:lnTo>
                  <a:pt x="108144" y="118919"/>
                </a:lnTo>
                <a:close/>
                <a:moveTo>
                  <a:pt x="114249" y="113716"/>
                </a:moveTo>
                <a:lnTo>
                  <a:pt x="114249" y="110447"/>
                </a:lnTo>
                <a:lnTo>
                  <a:pt x="116550" y="108178"/>
                </a:lnTo>
                <a:lnTo>
                  <a:pt x="118919" y="108178"/>
                </a:lnTo>
                <a:lnTo>
                  <a:pt x="115917" y="111147"/>
                </a:lnTo>
                <a:lnTo>
                  <a:pt x="115917" y="115384"/>
                </a:lnTo>
                <a:close/>
                <a:moveTo>
                  <a:pt x="127391" y="108178"/>
                </a:moveTo>
                <a:lnTo>
                  <a:pt x="129760" y="108178"/>
                </a:lnTo>
                <a:lnTo>
                  <a:pt x="132061" y="110447"/>
                </a:lnTo>
                <a:lnTo>
                  <a:pt x="132061" y="113716"/>
                </a:lnTo>
                <a:lnTo>
                  <a:pt x="130394" y="115384"/>
                </a:lnTo>
                <a:lnTo>
                  <a:pt x="130394" y="111147"/>
                </a:lnTo>
                <a:close/>
                <a:moveTo>
                  <a:pt x="132629" y="114249"/>
                </a:moveTo>
                <a:lnTo>
                  <a:pt x="135864" y="114249"/>
                </a:lnTo>
                <a:lnTo>
                  <a:pt x="138166" y="116551"/>
                </a:lnTo>
                <a:lnTo>
                  <a:pt x="138166" y="118919"/>
                </a:lnTo>
                <a:lnTo>
                  <a:pt x="135164" y="115951"/>
                </a:lnTo>
                <a:lnTo>
                  <a:pt x="130927" y="115951"/>
                </a:lnTo>
                <a:close/>
                <a:moveTo>
                  <a:pt x="138933" y="116551"/>
                </a:moveTo>
                <a:lnTo>
                  <a:pt x="141235" y="114249"/>
                </a:lnTo>
                <a:lnTo>
                  <a:pt x="144504" y="114249"/>
                </a:lnTo>
                <a:lnTo>
                  <a:pt x="146172" y="115951"/>
                </a:lnTo>
                <a:lnTo>
                  <a:pt x="142102" y="115951"/>
                </a:lnTo>
                <a:lnTo>
                  <a:pt x="141835" y="116051"/>
                </a:lnTo>
                <a:lnTo>
                  <a:pt x="138933" y="118919"/>
                </a:lnTo>
                <a:close/>
                <a:moveTo>
                  <a:pt x="145037" y="113716"/>
                </a:moveTo>
                <a:lnTo>
                  <a:pt x="145037" y="110447"/>
                </a:lnTo>
                <a:lnTo>
                  <a:pt x="147339" y="108178"/>
                </a:lnTo>
                <a:lnTo>
                  <a:pt x="149707" y="108178"/>
                </a:lnTo>
                <a:lnTo>
                  <a:pt x="146705" y="111147"/>
                </a:lnTo>
                <a:lnTo>
                  <a:pt x="146705" y="115384"/>
                </a:lnTo>
                <a:close/>
                <a:moveTo>
                  <a:pt x="158180" y="108178"/>
                </a:moveTo>
                <a:lnTo>
                  <a:pt x="160548" y="108178"/>
                </a:lnTo>
                <a:lnTo>
                  <a:pt x="162850" y="110447"/>
                </a:lnTo>
                <a:lnTo>
                  <a:pt x="162850" y="113716"/>
                </a:lnTo>
                <a:lnTo>
                  <a:pt x="161182" y="115384"/>
                </a:lnTo>
                <a:lnTo>
                  <a:pt x="161182" y="111147"/>
                </a:lnTo>
                <a:close/>
                <a:moveTo>
                  <a:pt x="163417" y="114249"/>
                </a:moveTo>
                <a:lnTo>
                  <a:pt x="166653" y="114249"/>
                </a:lnTo>
                <a:lnTo>
                  <a:pt x="168954" y="116551"/>
                </a:lnTo>
                <a:lnTo>
                  <a:pt x="168954" y="118919"/>
                </a:lnTo>
                <a:lnTo>
                  <a:pt x="166086" y="116051"/>
                </a:lnTo>
                <a:lnTo>
                  <a:pt x="165786" y="115951"/>
                </a:lnTo>
                <a:lnTo>
                  <a:pt x="161716" y="115951"/>
                </a:lnTo>
                <a:close/>
                <a:moveTo>
                  <a:pt x="169755" y="116551"/>
                </a:moveTo>
                <a:lnTo>
                  <a:pt x="172023" y="114249"/>
                </a:lnTo>
                <a:lnTo>
                  <a:pt x="175292" y="114249"/>
                </a:lnTo>
                <a:lnTo>
                  <a:pt x="176960" y="115951"/>
                </a:lnTo>
                <a:lnTo>
                  <a:pt x="172724" y="115951"/>
                </a:lnTo>
                <a:lnTo>
                  <a:pt x="169722" y="118919"/>
                </a:lnTo>
                <a:lnTo>
                  <a:pt x="169722" y="116551"/>
                </a:lnTo>
                <a:close/>
                <a:moveTo>
                  <a:pt x="175826" y="113716"/>
                </a:moveTo>
                <a:lnTo>
                  <a:pt x="175826" y="110447"/>
                </a:lnTo>
                <a:lnTo>
                  <a:pt x="178128" y="108178"/>
                </a:lnTo>
                <a:lnTo>
                  <a:pt x="180496" y="108178"/>
                </a:lnTo>
                <a:lnTo>
                  <a:pt x="177527" y="111147"/>
                </a:lnTo>
                <a:lnTo>
                  <a:pt x="177527" y="115384"/>
                </a:lnTo>
                <a:close/>
                <a:moveTo>
                  <a:pt x="188969" y="108178"/>
                </a:moveTo>
                <a:lnTo>
                  <a:pt x="191337" y="108178"/>
                </a:lnTo>
                <a:lnTo>
                  <a:pt x="193639" y="110447"/>
                </a:lnTo>
                <a:lnTo>
                  <a:pt x="193639" y="113716"/>
                </a:lnTo>
                <a:lnTo>
                  <a:pt x="191971" y="115384"/>
                </a:lnTo>
                <a:lnTo>
                  <a:pt x="191971" y="111147"/>
                </a:lnTo>
                <a:close/>
                <a:moveTo>
                  <a:pt x="194206" y="114249"/>
                </a:moveTo>
                <a:lnTo>
                  <a:pt x="197441" y="114249"/>
                </a:lnTo>
                <a:lnTo>
                  <a:pt x="199743" y="116551"/>
                </a:lnTo>
                <a:lnTo>
                  <a:pt x="199743" y="118919"/>
                </a:lnTo>
                <a:lnTo>
                  <a:pt x="196741" y="115951"/>
                </a:lnTo>
                <a:lnTo>
                  <a:pt x="192538" y="115951"/>
                </a:lnTo>
                <a:close/>
                <a:moveTo>
                  <a:pt x="200544" y="116551"/>
                </a:moveTo>
                <a:lnTo>
                  <a:pt x="202812" y="114249"/>
                </a:lnTo>
                <a:lnTo>
                  <a:pt x="206081" y="114249"/>
                </a:lnTo>
                <a:lnTo>
                  <a:pt x="207749" y="115951"/>
                </a:lnTo>
                <a:lnTo>
                  <a:pt x="203679" y="115951"/>
                </a:lnTo>
                <a:lnTo>
                  <a:pt x="203412" y="116051"/>
                </a:lnTo>
                <a:lnTo>
                  <a:pt x="200544" y="118919"/>
                </a:lnTo>
                <a:close/>
                <a:moveTo>
                  <a:pt x="206648" y="113716"/>
                </a:moveTo>
                <a:lnTo>
                  <a:pt x="206648" y="110447"/>
                </a:lnTo>
                <a:lnTo>
                  <a:pt x="208916" y="108178"/>
                </a:lnTo>
                <a:lnTo>
                  <a:pt x="211285" y="108178"/>
                </a:lnTo>
                <a:lnTo>
                  <a:pt x="208316" y="111147"/>
                </a:lnTo>
                <a:lnTo>
                  <a:pt x="208316" y="115384"/>
                </a:lnTo>
                <a:close/>
                <a:moveTo>
                  <a:pt x="219757" y="108178"/>
                </a:moveTo>
                <a:lnTo>
                  <a:pt x="222126" y="108178"/>
                </a:lnTo>
                <a:lnTo>
                  <a:pt x="224427" y="110447"/>
                </a:lnTo>
                <a:lnTo>
                  <a:pt x="224427" y="113716"/>
                </a:lnTo>
                <a:lnTo>
                  <a:pt x="222760" y="115384"/>
                </a:lnTo>
                <a:lnTo>
                  <a:pt x="222760" y="111147"/>
                </a:lnTo>
                <a:close/>
                <a:moveTo>
                  <a:pt x="224995" y="114249"/>
                </a:moveTo>
                <a:lnTo>
                  <a:pt x="228230" y="114249"/>
                </a:lnTo>
                <a:lnTo>
                  <a:pt x="230532" y="116551"/>
                </a:lnTo>
                <a:lnTo>
                  <a:pt x="230532" y="118919"/>
                </a:lnTo>
                <a:lnTo>
                  <a:pt x="227663" y="116051"/>
                </a:lnTo>
                <a:lnTo>
                  <a:pt x="227396" y="115951"/>
                </a:lnTo>
                <a:lnTo>
                  <a:pt x="223327" y="115951"/>
                </a:lnTo>
                <a:close/>
                <a:moveTo>
                  <a:pt x="231332" y="116551"/>
                </a:moveTo>
                <a:lnTo>
                  <a:pt x="233601" y="114249"/>
                </a:lnTo>
                <a:lnTo>
                  <a:pt x="236870" y="114249"/>
                </a:lnTo>
                <a:lnTo>
                  <a:pt x="238538" y="115951"/>
                </a:lnTo>
                <a:lnTo>
                  <a:pt x="234301" y="115951"/>
                </a:lnTo>
                <a:lnTo>
                  <a:pt x="231332" y="118919"/>
                </a:lnTo>
                <a:close/>
                <a:moveTo>
                  <a:pt x="236870" y="101273"/>
                </a:moveTo>
                <a:lnTo>
                  <a:pt x="233601" y="101273"/>
                </a:lnTo>
                <a:lnTo>
                  <a:pt x="231332" y="98972"/>
                </a:lnTo>
                <a:lnTo>
                  <a:pt x="231332" y="96603"/>
                </a:lnTo>
                <a:lnTo>
                  <a:pt x="234301" y="99606"/>
                </a:lnTo>
                <a:lnTo>
                  <a:pt x="238538" y="99606"/>
                </a:lnTo>
                <a:close/>
                <a:moveTo>
                  <a:pt x="231332" y="89265"/>
                </a:moveTo>
                <a:lnTo>
                  <a:pt x="234635" y="85929"/>
                </a:lnTo>
                <a:lnTo>
                  <a:pt x="239338" y="85929"/>
                </a:lnTo>
                <a:lnTo>
                  <a:pt x="240873" y="87464"/>
                </a:lnTo>
                <a:lnTo>
                  <a:pt x="235269" y="87464"/>
                </a:lnTo>
                <a:lnTo>
                  <a:pt x="231332" y="91400"/>
                </a:lnTo>
                <a:lnTo>
                  <a:pt x="231332" y="89265"/>
                </a:lnTo>
                <a:close/>
                <a:moveTo>
                  <a:pt x="239105" y="80525"/>
                </a:moveTo>
                <a:lnTo>
                  <a:pt x="239105" y="84595"/>
                </a:lnTo>
                <a:lnTo>
                  <a:pt x="237437" y="82927"/>
                </a:lnTo>
                <a:lnTo>
                  <a:pt x="237437" y="79658"/>
                </a:lnTo>
                <a:lnTo>
                  <a:pt x="239705" y="77356"/>
                </a:lnTo>
                <a:lnTo>
                  <a:pt x="242073" y="77356"/>
                </a:lnTo>
                <a:lnTo>
                  <a:pt x="239205" y="80225"/>
                </a:lnTo>
                <a:close/>
                <a:moveTo>
                  <a:pt x="239705" y="76589"/>
                </a:moveTo>
                <a:lnTo>
                  <a:pt x="237437" y="74287"/>
                </a:lnTo>
                <a:lnTo>
                  <a:pt x="237437" y="71052"/>
                </a:lnTo>
                <a:lnTo>
                  <a:pt x="239105" y="69351"/>
                </a:lnTo>
                <a:lnTo>
                  <a:pt x="239105" y="73587"/>
                </a:lnTo>
                <a:lnTo>
                  <a:pt x="242073" y="76589"/>
                </a:lnTo>
                <a:lnTo>
                  <a:pt x="239705" y="76589"/>
                </a:lnTo>
                <a:close/>
                <a:moveTo>
                  <a:pt x="236870" y="70485"/>
                </a:moveTo>
                <a:lnTo>
                  <a:pt x="233601" y="70485"/>
                </a:lnTo>
                <a:lnTo>
                  <a:pt x="231332" y="68183"/>
                </a:lnTo>
                <a:lnTo>
                  <a:pt x="231332" y="65815"/>
                </a:lnTo>
                <a:lnTo>
                  <a:pt x="234301" y="68817"/>
                </a:lnTo>
                <a:lnTo>
                  <a:pt x="238538" y="68817"/>
                </a:lnTo>
                <a:close/>
                <a:moveTo>
                  <a:pt x="231332" y="58476"/>
                </a:moveTo>
                <a:lnTo>
                  <a:pt x="234635" y="55140"/>
                </a:lnTo>
                <a:lnTo>
                  <a:pt x="239338" y="55140"/>
                </a:lnTo>
                <a:lnTo>
                  <a:pt x="240873" y="56675"/>
                </a:lnTo>
                <a:lnTo>
                  <a:pt x="235269" y="56675"/>
                </a:lnTo>
                <a:lnTo>
                  <a:pt x="231332" y="60611"/>
                </a:lnTo>
                <a:lnTo>
                  <a:pt x="231332" y="58476"/>
                </a:lnTo>
                <a:close/>
                <a:moveTo>
                  <a:pt x="239105" y="53806"/>
                </a:moveTo>
                <a:lnTo>
                  <a:pt x="237437" y="52105"/>
                </a:lnTo>
                <a:lnTo>
                  <a:pt x="237437" y="48869"/>
                </a:lnTo>
                <a:lnTo>
                  <a:pt x="239705" y="46568"/>
                </a:lnTo>
                <a:lnTo>
                  <a:pt x="242073" y="46568"/>
                </a:lnTo>
                <a:lnTo>
                  <a:pt x="239105" y="49570"/>
                </a:lnTo>
                <a:lnTo>
                  <a:pt x="239105" y="53806"/>
                </a:lnTo>
                <a:close/>
                <a:moveTo>
                  <a:pt x="236870" y="39696"/>
                </a:moveTo>
                <a:lnTo>
                  <a:pt x="233601" y="39696"/>
                </a:lnTo>
                <a:lnTo>
                  <a:pt x="231332" y="37394"/>
                </a:lnTo>
                <a:lnTo>
                  <a:pt x="231332" y="35026"/>
                </a:lnTo>
                <a:lnTo>
                  <a:pt x="234301" y="38028"/>
                </a:lnTo>
                <a:lnTo>
                  <a:pt x="238538" y="38028"/>
                </a:lnTo>
                <a:close/>
                <a:moveTo>
                  <a:pt x="231332" y="27654"/>
                </a:moveTo>
                <a:lnTo>
                  <a:pt x="234635" y="24352"/>
                </a:lnTo>
                <a:lnTo>
                  <a:pt x="239338" y="24352"/>
                </a:lnTo>
                <a:lnTo>
                  <a:pt x="240873" y="25886"/>
                </a:lnTo>
                <a:lnTo>
                  <a:pt x="235269" y="25886"/>
                </a:lnTo>
                <a:lnTo>
                  <a:pt x="231332" y="29822"/>
                </a:lnTo>
                <a:lnTo>
                  <a:pt x="231332" y="27654"/>
                </a:lnTo>
                <a:close/>
                <a:moveTo>
                  <a:pt x="239105" y="18948"/>
                </a:moveTo>
                <a:lnTo>
                  <a:pt x="239105" y="23017"/>
                </a:lnTo>
                <a:lnTo>
                  <a:pt x="237437" y="21316"/>
                </a:lnTo>
                <a:lnTo>
                  <a:pt x="237437" y="18081"/>
                </a:lnTo>
                <a:lnTo>
                  <a:pt x="239705" y="15779"/>
                </a:lnTo>
                <a:lnTo>
                  <a:pt x="242073" y="15779"/>
                </a:lnTo>
                <a:lnTo>
                  <a:pt x="239205" y="18648"/>
                </a:lnTo>
                <a:close/>
                <a:moveTo>
                  <a:pt x="239705" y="15012"/>
                </a:moveTo>
                <a:lnTo>
                  <a:pt x="237437" y="12710"/>
                </a:lnTo>
                <a:lnTo>
                  <a:pt x="237437" y="9441"/>
                </a:lnTo>
                <a:lnTo>
                  <a:pt x="239105" y="7773"/>
                </a:lnTo>
                <a:lnTo>
                  <a:pt x="239105" y="12010"/>
                </a:lnTo>
                <a:lnTo>
                  <a:pt x="242073" y="15012"/>
                </a:lnTo>
                <a:close/>
                <a:moveTo>
                  <a:pt x="236870" y="8907"/>
                </a:moveTo>
                <a:lnTo>
                  <a:pt x="233601" y="8907"/>
                </a:lnTo>
                <a:lnTo>
                  <a:pt x="231332" y="6606"/>
                </a:lnTo>
                <a:lnTo>
                  <a:pt x="231332" y="4237"/>
                </a:lnTo>
                <a:lnTo>
                  <a:pt x="234301" y="7206"/>
                </a:lnTo>
                <a:lnTo>
                  <a:pt x="238538" y="7206"/>
                </a:lnTo>
                <a:close/>
                <a:moveTo>
                  <a:pt x="230532" y="3103"/>
                </a:moveTo>
                <a:lnTo>
                  <a:pt x="227229" y="6439"/>
                </a:lnTo>
                <a:lnTo>
                  <a:pt x="222526" y="6439"/>
                </a:lnTo>
                <a:lnTo>
                  <a:pt x="220992" y="4904"/>
                </a:lnTo>
                <a:lnTo>
                  <a:pt x="226596" y="4904"/>
                </a:lnTo>
                <a:lnTo>
                  <a:pt x="230532" y="935"/>
                </a:lnTo>
                <a:close/>
                <a:moveTo>
                  <a:pt x="219657" y="10709"/>
                </a:moveTo>
                <a:lnTo>
                  <a:pt x="215921" y="14445"/>
                </a:lnTo>
                <a:lnTo>
                  <a:pt x="215921" y="6672"/>
                </a:lnTo>
                <a:lnTo>
                  <a:pt x="217623" y="5004"/>
                </a:lnTo>
                <a:lnTo>
                  <a:pt x="219657" y="5004"/>
                </a:lnTo>
                <a:lnTo>
                  <a:pt x="219657" y="10709"/>
                </a:lnTo>
                <a:close/>
                <a:moveTo>
                  <a:pt x="215121" y="14445"/>
                </a:moveTo>
                <a:lnTo>
                  <a:pt x="211418" y="10709"/>
                </a:lnTo>
                <a:lnTo>
                  <a:pt x="211418" y="5004"/>
                </a:lnTo>
                <a:lnTo>
                  <a:pt x="213453" y="5004"/>
                </a:lnTo>
                <a:lnTo>
                  <a:pt x="215121" y="6672"/>
                </a:lnTo>
                <a:lnTo>
                  <a:pt x="215121" y="14445"/>
                </a:lnTo>
                <a:close/>
                <a:moveTo>
                  <a:pt x="208549" y="6439"/>
                </a:moveTo>
                <a:lnTo>
                  <a:pt x="203846" y="6439"/>
                </a:lnTo>
                <a:lnTo>
                  <a:pt x="200544" y="3103"/>
                </a:lnTo>
                <a:lnTo>
                  <a:pt x="200544" y="935"/>
                </a:lnTo>
                <a:lnTo>
                  <a:pt x="204480" y="4904"/>
                </a:lnTo>
                <a:lnTo>
                  <a:pt x="210084" y="4904"/>
                </a:lnTo>
                <a:close/>
                <a:moveTo>
                  <a:pt x="199743" y="3103"/>
                </a:moveTo>
                <a:lnTo>
                  <a:pt x="196441" y="6439"/>
                </a:lnTo>
                <a:lnTo>
                  <a:pt x="191737" y="6439"/>
                </a:lnTo>
                <a:lnTo>
                  <a:pt x="190203" y="4904"/>
                </a:lnTo>
                <a:lnTo>
                  <a:pt x="195807" y="4904"/>
                </a:lnTo>
                <a:lnTo>
                  <a:pt x="199743" y="935"/>
                </a:lnTo>
                <a:close/>
                <a:moveTo>
                  <a:pt x="188869" y="10709"/>
                </a:moveTo>
                <a:lnTo>
                  <a:pt x="185133" y="14445"/>
                </a:lnTo>
                <a:lnTo>
                  <a:pt x="185133" y="6672"/>
                </a:lnTo>
                <a:lnTo>
                  <a:pt x="186801" y="5004"/>
                </a:lnTo>
                <a:lnTo>
                  <a:pt x="188835" y="5004"/>
                </a:lnTo>
                <a:lnTo>
                  <a:pt x="188835" y="10709"/>
                </a:lnTo>
                <a:close/>
                <a:moveTo>
                  <a:pt x="184332" y="14445"/>
                </a:moveTo>
                <a:lnTo>
                  <a:pt x="180629" y="10709"/>
                </a:lnTo>
                <a:lnTo>
                  <a:pt x="180629" y="5004"/>
                </a:lnTo>
                <a:lnTo>
                  <a:pt x="182664" y="5004"/>
                </a:lnTo>
                <a:lnTo>
                  <a:pt x="184332" y="6672"/>
                </a:lnTo>
                <a:lnTo>
                  <a:pt x="184332" y="14445"/>
                </a:lnTo>
                <a:close/>
                <a:moveTo>
                  <a:pt x="177761" y="6439"/>
                </a:moveTo>
                <a:lnTo>
                  <a:pt x="173057" y="6439"/>
                </a:lnTo>
                <a:lnTo>
                  <a:pt x="169755" y="3103"/>
                </a:lnTo>
                <a:lnTo>
                  <a:pt x="169755" y="935"/>
                </a:lnTo>
                <a:lnTo>
                  <a:pt x="173691" y="4904"/>
                </a:lnTo>
                <a:lnTo>
                  <a:pt x="179262" y="4904"/>
                </a:lnTo>
                <a:close/>
                <a:moveTo>
                  <a:pt x="168954" y="3103"/>
                </a:moveTo>
                <a:lnTo>
                  <a:pt x="165619" y="6439"/>
                </a:lnTo>
                <a:lnTo>
                  <a:pt x="160949" y="6439"/>
                </a:lnTo>
                <a:lnTo>
                  <a:pt x="159414" y="4904"/>
                </a:lnTo>
                <a:lnTo>
                  <a:pt x="164985" y="4904"/>
                </a:lnTo>
                <a:lnTo>
                  <a:pt x="168954" y="935"/>
                </a:lnTo>
                <a:close/>
                <a:moveTo>
                  <a:pt x="158047" y="10709"/>
                </a:moveTo>
                <a:lnTo>
                  <a:pt x="154344" y="14445"/>
                </a:lnTo>
                <a:lnTo>
                  <a:pt x="154344" y="6672"/>
                </a:lnTo>
                <a:lnTo>
                  <a:pt x="156012" y="5004"/>
                </a:lnTo>
                <a:lnTo>
                  <a:pt x="158047" y="5004"/>
                </a:lnTo>
                <a:lnTo>
                  <a:pt x="158047" y="10709"/>
                </a:lnTo>
                <a:close/>
                <a:moveTo>
                  <a:pt x="153543" y="14445"/>
                </a:moveTo>
                <a:lnTo>
                  <a:pt x="149841" y="10709"/>
                </a:lnTo>
                <a:lnTo>
                  <a:pt x="149841" y="5004"/>
                </a:lnTo>
                <a:lnTo>
                  <a:pt x="151876" y="5004"/>
                </a:lnTo>
                <a:lnTo>
                  <a:pt x="153543" y="6672"/>
                </a:lnTo>
                <a:lnTo>
                  <a:pt x="153543" y="14445"/>
                </a:lnTo>
                <a:close/>
                <a:moveTo>
                  <a:pt x="146939" y="6439"/>
                </a:moveTo>
                <a:lnTo>
                  <a:pt x="142269" y="6439"/>
                </a:lnTo>
                <a:lnTo>
                  <a:pt x="138933" y="3103"/>
                </a:lnTo>
                <a:lnTo>
                  <a:pt x="138933" y="935"/>
                </a:lnTo>
                <a:lnTo>
                  <a:pt x="142903" y="4904"/>
                </a:lnTo>
                <a:lnTo>
                  <a:pt x="148473" y="4904"/>
                </a:lnTo>
                <a:close/>
                <a:moveTo>
                  <a:pt x="138166" y="3103"/>
                </a:moveTo>
                <a:lnTo>
                  <a:pt x="134830" y="6439"/>
                </a:lnTo>
                <a:lnTo>
                  <a:pt x="130160" y="6439"/>
                </a:lnTo>
                <a:lnTo>
                  <a:pt x="128626" y="4904"/>
                </a:lnTo>
                <a:lnTo>
                  <a:pt x="134196" y="4904"/>
                </a:lnTo>
                <a:lnTo>
                  <a:pt x="138166" y="935"/>
                </a:lnTo>
                <a:close/>
                <a:moveTo>
                  <a:pt x="127258" y="10709"/>
                </a:moveTo>
                <a:lnTo>
                  <a:pt x="123555" y="14445"/>
                </a:lnTo>
                <a:lnTo>
                  <a:pt x="123555" y="6672"/>
                </a:lnTo>
                <a:lnTo>
                  <a:pt x="125223" y="5004"/>
                </a:lnTo>
                <a:lnTo>
                  <a:pt x="127258" y="5004"/>
                </a:lnTo>
                <a:close/>
                <a:moveTo>
                  <a:pt x="122755" y="14445"/>
                </a:moveTo>
                <a:lnTo>
                  <a:pt x="119052" y="10709"/>
                </a:lnTo>
                <a:lnTo>
                  <a:pt x="119052" y="5004"/>
                </a:lnTo>
                <a:lnTo>
                  <a:pt x="121087" y="5004"/>
                </a:lnTo>
                <a:lnTo>
                  <a:pt x="122755" y="6672"/>
                </a:lnTo>
                <a:close/>
                <a:moveTo>
                  <a:pt x="116150" y="6439"/>
                </a:moveTo>
                <a:lnTo>
                  <a:pt x="111480" y="6439"/>
                </a:lnTo>
                <a:lnTo>
                  <a:pt x="108144" y="3103"/>
                </a:lnTo>
                <a:lnTo>
                  <a:pt x="108144" y="935"/>
                </a:lnTo>
                <a:lnTo>
                  <a:pt x="112114" y="4904"/>
                </a:lnTo>
                <a:lnTo>
                  <a:pt x="117685" y="4904"/>
                </a:lnTo>
                <a:close/>
                <a:moveTo>
                  <a:pt x="107377" y="3103"/>
                </a:moveTo>
                <a:lnTo>
                  <a:pt x="104041" y="6439"/>
                </a:lnTo>
                <a:lnTo>
                  <a:pt x="99371" y="6439"/>
                </a:lnTo>
                <a:lnTo>
                  <a:pt x="97837" y="4904"/>
                </a:lnTo>
                <a:lnTo>
                  <a:pt x="103408" y="4904"/>
                </a:lnTo>
                <a:lnTo>
                  <a:pt x="107377" y="935"/>
                </a:lnTo>
                <a:lnTo>
                  <a:pt x="107377" y="3103"/>
                </a:lnTo>
                <a:close/>
                <a:moveTo>
                  <a:pt x="96469" y="10709"/>
                </a:moveTo>
                <a:lnTo>
                  <a:pt x="92767" y="14445"/>
                </a:lnTo>
                <a:lnTo>
                  <a:pt x="92767" y="6672"/>
                </a:lnTo>
                <a:lnTo>
                  <a:pt x="94435" y="5004"/>
                </a:lnTo>
                <a:lnTo>
                  <a:pt x="96469" y="5004"/>
                </a:lnTo>
                <a:close/>
                <a:moveTo>
                  <a:pt x="91966" y="14445"/>
                </a:moveTo>
                <a:lnTo>
                  <a:pt x="88264" y="10709"/>
                </a:lnTo>
                <a:lnTo>
                  <a:pt x="88264" y="5004"/>
                </a:lnTo>
                <a:lnTo>
                  <a:pt x="90298" y="5004"/>
                </a:lnTo>
                <a:lnTo>
                  <a:pt x="91966" y="6672"/>
                </a:lnTo>
                <a:close/>
                <a:moveTo>
                  <a:pt x="85361" y="6439"/>
                </a:moveTo>
                <a:lnTo>
                  <a:pt x="80691" y="6439"/>
                </a:lnTo>
                <a:lnTo>
                  <a:pt x="77356" y="3103"/>
                </a:lnTo>
                <a:lnTo>
                  <a:pt x="77356" y="935"/>
                </a:lnTo>
                <a:lnTo>
                  <a:pt x="81325" y="4904"/>
                </a:lnTo>
                <a:lnTo>
                  <a:pt x="86896" y="4904"/>
                </a:lnTo>
                <a:close/>
                <a:moveTo>
                  <a:pt x="76589" y="3103"/>
                </a:moveTo>
                <a:lnTo>
                  <a:pt x="73253" y="6439"/>
                </a:lnTo>
                <a:lnTo>
                  <a:pt x="68583" y="6439"/>
                </a:lnTo>
                <a:lnTo>
                  <a:pt x="67048" y="4904"/>
                </a:lnTo>
                <a:lnTo>
                  <a:pt x="72619" y="4904"/>
                </a:lnTo>
                <a:lnTo>
                  <a:pt x="76589" y="935"/>
                </a:lnTo>
                <a:close/>
                <a:moveTo>
                  <a:pt x="65681" y="10709"/>
                </a:moveTo>
                <a:lnTo>
                  <a:pt x="61978" y="14445"/>
                </a:lnTo>
                <a:lnTo>
                  <a:pt x="61978" y="6672"/>
                </a:lnTo>
                <a:lnTo>
                  <a:pt x="63646" y="5004"/>
                </a:lnTo>
                <a:lnTo>
                  <a:pt x="65681" y="5004"/>
                </a:lnTo>
                <a:close/>
                <a:moveTo>
                  <a:pt x="61178" y="14445"/>
                </a:moveTo>
                <a:lnTo>
                  <a:pt x="57475" y="10709"/>
                </a:lnTo>
                <a:lnTo>
                  <a:pt x="57475" y="5004"/>
                </a:lnTo>
                <a:lnTo>
                  <a:pt x="59510" y="5004"/>
                </a:lnTo>
                <a:lnTo>
                  <a:pt x="61178" y="6672"/>
                </a:lnTo>
                <a:close/>
                <a:moveTo>
                  <a:pt x="54573" y="6439"/>
                </a:moveTo>
                <a:lnTo>
                  <a:pt x="49903" y="6439"/>
                </a:lnTo>
                <a:lnTo>
                  <a:pt x="46567" y="3103"/>
                </a:lnTo>
                <a:lnTo>
                  <a:pt x="46567" y="935"/>
                </a:lnTo>
                <a:lnTo>
                  <a:pt x="50537" y="4904"/>
                </a:lnTo>
                <a:lnTo>
                  <a:pt x="56107" y="4904"/>
                </a:lnTo>
                <a:close/>
                <a:moveTo>
                  <a:pt x="45767" y="3103"/>
                </a:moveTo>
                <a:lnTo>
                  <a:pt x="42464" y="6439"/>
                </a:lnTo>
                <a:lnTo>
                  <a:pt x="37761" y="6439"/>
                </a:lnTo>
                <a:lnTo>
                  <a:pt x="36226" y="4904"/>
                </a:lnTo>
                <a:lnTo>
                  <a:pt x="41830" y="4904"/>
                </a:lnTo>
                <a:lnTo>
                  <a:pt x="45767" y="935"/>
                </a:lnTo>
                <a:lnTo>
                  <a:pt x="45767" y="3103"/>
                </a:lnTo>
                <a:close/>
                <a:moveTo>
                  <a:pt x="34892" y="10709"/>
                </a:moveTo>
                <a:lnTo>
                  <a:pt x="31189" y="14445"/>
                </a:lnTo>
                <a:lnTo>
                  <a:pt x="31189" y="6672"/>
                </a:lnTo>
                <a:lnTo>
                  <a:pt x="32857" y="5004"/>
                </a:lnTo>
                <a:lnTo>
                  <a:pt x="34892" y="5004"/>
                </a:lnTo>
                <a:close/>
                <a:moveTo>
                  <a:pt x="30389" y="14445"/>
                </a:moveTo>
                <a:lnTo>
                  <a:pt x="26653" y="10709"/>
                </a:lnTo>
                <a:lnTo>
                  <a:pt x="26653" y="5004"/>
                </a:lnTo>
                <a:lnTo>
                  <a:pt x="28721" y="5004"/>
                </a:lnTo>
                <a:lnTo>
                  <a:pt x="30389" y="6672"/>
                </a:lnTo>
                <a:lnTo>
                  <a:pt x="30389" y="14445"/>
                </a:lnTo>
                <a:close/>
                <a:moveTo>
                  <a:pt x="23784" y="6439"/>
                </a:moveTo>
                <a:lnTo>
                  <a:pt x="19081" y="6439"/>
                </a:lnTo>
                <a:lnTo>
                  <a:pt x="15778" y="3103"/>
                </a:lnTo>
                <a:lnTo>
                  <a:pt x="15778" y="935"/>
                </a:lnTo>
                <a:lnTo>
                  <a:pt x="19715" y="4904"/>
                </a:lnTo>
                <a:lnTo>
                  <a:pt x="25319" y="4904"/>
                </a:lnTo>
                <a:close/>
                <a:moveTo>
                  <a:pt x="14978" y="3103"/>
                </a:moveTo>
                <a:lnTo>
                  <a:pt x="11675" y="6439"/>
                </a:lnTo>
                <a:lnTo>
                  <a:pt x="6972" y="6439"/>
                </a:lnTo>
                <a:lnTo>
                  <a:pt x="5438" y="4904"/>
                </a:lnTo>
                <a:lnTo>
                  <a:pt x="11042" y="4904"/>
                </a:lnTo>
                <a:lnTo>
                  <a:pt x="14978" y="935"/>
                </a:lnTo>
                <a:lnTo>
                  <a:pt x="14978" y="3103"/>
                </a:lnTo>
                <a:close/>
                <a:moveTo>
                  <a:pt x="4904" y="5471"/>
                </a:moveTo>
                <a:lnTo>
                  <a:pt x="6405" y="6973"/>
                </a:lnTo>
                <a:lnTo>
                  <a:pt x="6405" y="11676"/>
                </a:lnTo>
                <a:lnTo>
                  <a:pt x="3103" y="15012"/>
                </a:lnTo>
                <a:lnTo>
                  <a:pt x="934" y="15012"/>
                </a:lnTo>
                <a:lnTo>
                  <a:pt x="4904" y="11042"/>
                </a:lnTo>
                <a:close/>
                <a:moveTo>
                  <a:pt x="3103" y="15779"/>
                </a:moveTo>
                <a:lnTo>
                  <a:pt x="6438" y="19115"/>
                </a:lnTo>
                <a:lnTo>
                  <a:pt x="6438" y="23785"/>
                </a:lnTo>
                <a:lnTo>
                  <a:pt x="4904" y="25319"/>
                </a:lnTo>
                <a:lnTo>
                  <a:pt x="4904" y="19748"/>
                </a:lnTo>
                <a:lnTo>
                  <a:pt x="934" y="15779"/>
                </a:lnTo>
                <a:lnTo>
                  <a:pt x="3103" y="15779"/>
                </a:lnTo>
                <a:close/>
                <a:moveTo>
                  <a:pt x="5004" y="26687"/>
                </a:moveTo>
                <a:lnTo>
                  <a:pt x="10708" y="26687"/>
                </a:lnTo>
                <a:lnTo>
                  <a:pt x="14444" y="30389"/>
                </a:lnTo>
                <a:lnTo>
                  <a:pt x="6672" y="30389"/>
                </a:lnTo>
                <a:lnTo>
                  <a:pt x="5004" y="28721"/>
                </a:lnTo>
                <a:close/>
                <a:moveTo>
                  <a:pt x="14444" y="31190"/>
                </a:moveTo>
                <a:lnTo>
                  <a:pt x="10708" y="34893"/>
                </a:lnTo>
                <a:lnTo>
                  <a:pt x="5004" y="34893"/>
                </a:lnTo>
                <a:lnTo>
                  <a:pt x="5004" y="32858"/>
                </a:lnTo>
                <a:lnTo>
                  <a:pt x="6672" y="31190"/>
                </a:lnTo>
                <a:close/>
                <a:moveTo>
                  <a:pt x="4904" y="36260"/>
                </a:moveTo>
                <a:lnTo>
                  <a:pt x="6405" y="37795"/>
                </a:lnTo>
                <a:lnTo>
                  <a:pt x="6405" y="42465"/>
                </a:lnTo>
                <a:lnTo>
                  <a:pt x="3103" y="45800"/>
                </a:lnTo>
                <a:lnTo>
                  <a:pt x="934" y="45800"/>
                </a:lnTo>
                <a:lnTo>
                  <a:pt x="4904" y="41831"/>
                </a:lnTo>
                <a:close/>
                <a:moveTo>
                  <a:pt x="3103" y="46568"/>
                </a:moveTo>
                <a:lnTo>
                  <a:pt x="6438" y="49903"/>
                </a:lnTo>
                <a:lnTo>
                  <a:pt x="6438" y="54573"/>
                </a:lnTo>
                <a:lnTo>
                  <a:pt x="4904" y="56108"/>
                </a:lnTo>
                <a:lnTo>
                  <a:pt x="4904" y="50537"/>
                </a:lnTo>
                <a:lnTo>
                  <a:pt x="934" y="46568"/>
                </a:lnTo>
                <a:close/>
                <a:moveTo>
                  <a:pt x="5004" y="57475"/>
                </a:moveTo>
                <a:lnTo>
                  <a:pt x="10708" y="57475"/>
                </a:lnTo>
                <a:lnTo>
                  <a:pt x="14444" y="61178"/>
                </a:lnTo>
                <a:lnTo>
                  <a:pt x="6672" y="61178"/>
                </a:lnTo>
                <a:lnTo>
                  <a:pt x="5004" y="59510"/>
                </a:lnTo>
                <a:close/>
                <a:moveTo>
                  <a:pt x="14444" y="61979"/>
                </a:moveTo>
                <a:lnTo>
                  <a:pt x="10708" y="65681"/>
                </a:lnTo>
                <a:lnTo>
                  <a:pt x="5004" y="65681"/>
                </a:lnTo>
                <a:lnTo>
                  <a:pt x="5004" y="63646"/>
                </a:lnTo>
                <a:lnTo>
                  <a:pt x="6672" y="61979"/>
                </a:lnTo>
                <a:close/>
                <a:moveTo>
                  <a:pt x="4904" y="67049"/>
                </a:moveTo>
                <a:lnTo>
                  <a:pt x="6405" y="68583"/>
                </a:lnTo>
                <a:lnTo>
                  <a:pt x="6405" y="73253"/>
                </a:lnTo>
                <a:lnTo>
                  <a:pt x="3103" y="76589"/>
                </a:lnTo>
                <a:lnTo>
                  <a:pt x="934" y="76589"/>
                </a:lnTo>
                <a:lnTo>
                  <a:pt x="4904" y="72620"/>
                </a:lnTo>
                <a:close/>
                <a:moveTo>
                  <a:pt x="3103" y="77356"/>
                </a:moveTo>
                <a:lnTo>
                  <a:pt x="6438" y="80692"/>
                </a:lnTo>
                <a:lnTo>
                  <a:pt x="6438" y="85362"/>
                </a:lnTo>
                <a:lnTo>
                  <a:pt x="4904" y="86896"/>
                </a:lnTo>
                <a:lnTo>
                  <a:pt x="4904" y="81326"/>
                </a:lnTo>
                <a:lnTo>
                  <a:pt x="934" y="77356"/>
                </a:lnTo>
                <a:lnTo>
                  <a:pt x="3103" y="77356"/>
                </a:lnTo>
                <a:close/>
                <a:moveTo>
                  <a:pt x="5004" y="88264"/>
                </a:moveTo>
                <a:lnTo>
                  <a:pt x="10708" y="88264"/>
                </a:lnTo>
                <a:lnTo>
                  <a:pt x="14444" y="91967"/>
                </a:lnTo>
                <a:lnTo>
                  <a:pt x="6672" y="91967"/>
                </a:lnTo>
                <a:lnTo>
                  <a:pt x="5004" y="90299"/>
                </a:lnTo>
                <a:close/>
                <a:moveTo>
                  <a:pt x="14444" y="92767"/>
                </a:moveTo>
                <a:lnTo>
                  <a:pt x="10708" y="96470"/>
                </a:lnTo>
                <a:lnTo>
                  <a:pt x="5004" y="96470"/>
                </a:lnTo>
                <a:lnTo>
                  <a:pt x="5004" y="94435"/>
                </a:lnTo>
                <a:lnTo>
                  <a:pt x="6672" y="92767"/>
                </a:lnTo>
                <a:close/>
                <a:moveTo>
                  <a:pt x="4904" y="97838"/>
                </a:moveTo>
                <a:lnTo>
                  <a:pt x="6405" y="99372"/>
                </a:lnTo>
                <a:lnTo>
                  <a:pt x="6405" y="104042"/>
                </a:lnTo>
                <a:lnTo>
                  <a:pt x="3103" y="107378"/>
                </a:lnTo>
                <a:lnTo>
                  <a:pt x="934" y="107378"/>
                </a:lnTo>
                <a:lnTo>
                  <a:pt x="4904" y="103408"/>
                </a:lnTo>
                <a:close/>
                <a:moveTo>
                  <a:pt x="3103" y="108178"/>
                </a:moveTo>
                <a:lnTo>
                  <a:pt x="6438" y="111481"/>
                </a:lnTo>
                <a:lnTo>
                  <a:pt x="6438" y="116151"/>
                </a:lnTo>
                <a:lnTo>
                  <a:pt x="4904" y="117685"/>
                </a:lnTo>
                <a:lnTo>
                  <a:pt x="4904" y="112114"/>
                </a:lnTo>
                <a:lnTo>
                  <a:pt x="934" y="108178"/>
                </a:lnTo>
                <a:close/>
                <a:moveTo>
                  <a:pt x="6972" y="116718"/>
                </a:moveTo>
                <a:lnTo>
                  <a:pt x="11675" y="116718"/>
                </a:lnTo>
                <a:lnTo>
                  <a:pt x="14978" y="120054"/>
                </a:lnTo>
                <a:lnTo>
                  <a:pt x="14978" y="122222"/>
                </a:lnTo>
                <a:lnTo>
                  <a:pt x="11042" y="118252"/>
                </a:lnTo>
                <a:lnTo>
                  <a:pt x="5438" y="118252"/>
                </a:lnTo>
                <a:close/>
                <a:moveTo>
                  <a:pt x="15778" y="120054"/>
                </a:moveTo>
                <a:lnTo>
                  <a:pt x="19081" y="116718"/>
                </a:lnTo>
                <a:lnTo>
                  <a:pt x="23784" y="116718"/>
                </a:lnTo>
                <a:lnTo>
                  <a:pt x="25319" y="118252"/>
                </a:lnTo>
                <a:lnTo>
                  <a:pt x="19748" y="118252"/>
                </a:lnTo>
                <a:lnTo>
                  <a:pt x="15778" y="122222"/>
                </a:lnTo>
                <a:lnTo>
                  <a:pt x="15778" y="120054"/>
                </a:lnTo>
                <a:close/>
                <a:moveTo>
                  <a:pt x="26653" y="112448"/>
                </a:moveTo>
                <a:lnTo>
                  <a:pt x="30389" y="108712"/>
                </a:lnTo>
                <a:lnTo>
                  <a:pt x="30389" y="116484"/>
                </a:lnTo>
                <a:lnTo>
                  <a:pt x="28688" y="118152"/>
                </a:lnTo>
                <a:lnTo>
                  <a:pt x="26653" y="118152"/>
                </a:lnTo>
                <a:lnTo>
                  <a:pt x="26653" y="112448"/>
                </a:lnTo>
                <a:close/>
                <a:moveTo>
                  <a:pt x="31189" y="108712"/>
                </a:moveTo>
                <a:lnTo>
                  <a:pt x="34892" y="112448"/>
                </a:lnTo>
                <a:lnTo>
                  <a:pt x="34892" y="118152"/>
                </a:lnTo>
                <a:lnTo>
                  <a:pt x="32857" y="118152"/>
                </a:lnTo>
                <a:lnTo>
                  <a:pt x="31189" y="116484"/>
                </a:lnTo>
                <a:close/>
                <a:moveTo>
                  <a:pt x="37761" y="116718"/>
                </a:moveTo>
                <a:lnTo>
                  <a:pt x="42464" y="116718"/>
                </a:lnTo>
                <a:lnTo>
                  <a:pt x="45767" y="120054"/>
                </a:lnTo>
                <a:lnTo>
                  <a:pt x="45767" y="122222"/>
                </a:lnTo>
                <a:lnTo>
                  <a:pt x="41830" y="118252"/>
                </a:lnTo>
                <a:lnTo>
                  <a:pt x="36226" y="118252"/>
                </a:lnTo>
                <a:close/>
                <a:moveTo>
                  <a:pt x="46567" y="120054"/>
                </a:moveTo>
                <a:lnTo>
                  <a:pt x="49903" y="116718"/>
                </a:lnTo>
                <a:lnTo>
                  <a:pt x="54573" y="116718"/>
                </a:lnTo>
                <a:lnTo>
                  <a:pt x="56107" y="118252"/>
                </a:lnTo>
                <a:lnTo>
                  <a:pt x="50537" y="118252"/>
                </a:lnTo>
                <a:lnTo>
                  <a:pt x="46567" y="122222"/>
                </a:lnTo>
                <a:close/>
                <a:moveTo>
                  <a:pt x="57475" y="112448"/>
                </a:moveTo>
                <a:lnTo>
                  <a:pt x="61178" y="108712"/>
                </a:lnTo>
                <a:lnTo>
                  <a:pt x="61178" y="116484"/>
                </a:lnTo>
                <a:lnTo>
                  <a:pt x="59510" y="118152"/>
                </a:lnTo>
                <a:lnTo>
                  <a:pt x="57475" y="118152"/>
                </a:lnTo>
                <a:close/>
                <a:moveTo>
                  <a:pt x="61978" y="108712"/>
                </a:moveTo>
                <a:lnTo>
                  <a:pt x="65681" y="112448"/>
                </a:lnTo>
                <a:lnTo>
                  <a:pt x="65681" y="118152"/>
                </a:lnTo>
                <a:lnTo>
                  <a:pt x="63646" y="118152"/>
                </a:lnTo>
                <a:lnTo>
                  <a:pt x="61978" y="116484"/>
                </a:lnTo>
                <a:close/>
                <a:moveTo>
                  <a:pt x="68583" y="116718"/>
                </a:moveTo>
                <a:lnTo>
                  <a:pt x="73253" y="116718"/>
                </a:lnTo>
                <a:lnTo>
                  <a:pt x="76555" y="120054"/>
                </a:lnTo>
                <a:lnTo>
                  <a:pt x="76555" y="122222"/>
                </a:lnTo>
                <a:lnTo>
                  <a:pt x="72619" y="118252"/>
                </a:lnTo>
                <a:lnTo>
                  <a:pt x="67048" y="118252"/>
                </a:lnTo>
                <a:close/>
                <a:moveTo>
                  <a:pt x="77356" y="120054"/>
                </a:moveTo>
                <a:lnTo>
                  <a:pt x="80691" y="116718"/>
                </a:lnTo>
                <a:lnTo>
                  <a:pt x="85361" y="116718"/>
                </a:lnTo>
                <a:lnTo>
                  <a:pt x="86896" y="118252"/>
                </a:lnTo>
                <a:lnTo>
                  <a:pt x="81325" y="118252"/>
                </a:lnTo>
                <a:lnTo>
                  <a:pt x="77356" y="122222"/>
                </a:lnTo>
                <a:lnTo>
                  <a:pt x="77356" y="120054"/>
                </a:lnTo>
                <a:close/>
                <a:moveTo>
                  <a:pt x="88264" y="112448"/>
                </a:moveTo>
                <a:lnTo>
                  <a:pt x="91966" y="108712"/>
                </a:lnTo>
                <a:lnTo>
                  <a:pt x="91966" y="116484"/>
                </a:lnTo>
                <a:lnTo>
                  <a:pt x="90298" y="118152"/>
                </a:lnTo>
                <a:lnTo>
                  <a:pt x="88264" y="118152"/>
                </a:lnTo>
                <a:close/>
                <a:moveTo>
                  <a:pt x="92767" y="108712"/>
                </a:moveTo>
                <a:lnTo>
                  <a:pt x="96469" y="112448"/>
                </a:lnTo>
                <a:lnTo>
                  <a:pt x="96469" y="118152"/>
                </a:lnTo>
                <a:lnTo>
                  <a:pt x="94435" y="118152"/>
                </a:lnTo>
                <a:lnTo>
                  <a:pt x="92767" y="116484"/>
                </a:lnTo>
                <a:close/>
                <a:moveTo>
                  <a:pt x="99371" y="116718"/>
                </a:moveTo>
                <a:lnTo>
                  <a:pt x="104041" y="116718"/>
                </a:lnTo>
                <a:lnTo>
                  <a:pt x="107377" y="120054"/>
                </a:lnTo>
                <a:lnTo>
                  <a:pt x="107377" y="122222"/>
                </a:lnTo>
                <a:lnTo>
                  <a:pt x="103408" y="118252"/>
                </a:lnTo>
                <a:lnTo>
                  <a:pt x="97837" y="118252"/>
                </a:lnTo>
                <a:close/>
                <a:moveTo>
                  <a:pt x="108144" y="120054"/>
                </a:moveTo>
                <a:lnTo>
                  <a:pt x="111480" y="116718"/>
                </a:lnTo>
                <a:lnTo>
                  <a:pt x="116150" y="116718"/>
                </a:lnTo>
                <a:lnTo>
                  <a:pt x="117685" y="118252"/>
                </a:lnTo>
                <a:lnTo>
                  <a:pt x="112114" y="118252"/>
                </a:lnTo>
                <a:lnTo>
                  <a:pt x="108144" y="122222"/>
                </a:lnTo>
                <a:lnTo>
                  <a:pt x="108144" y="120054"/>
                </a:lnTo>
                <a:close/>
                <a:moveTo>
                  <a:pt x="119052" y="112448"/>
                </a:moveTo>
                <a:lnTo>
                  <a:pt x="122755" y="108712"/>
                </a:lnTo>
                <a:lnTo>
                  <a:pt x="122755" y="116484"/>
                </a:lnTo>
                <a:lnTo>
                  <a:pt x="121087" y="118152"/>
                </a:lnTo>
                <a:lnTo>
                  <a:pt x="119052" y="118152"/>
                </a:lnTo>
                <a:close/>
                <a:moveTo>
                  <a:pt x="123555" y="108712"/>
                </a:moveTo>
                <a:lnTo>
                  <a:pt x="127258" y="112448"/>
                </a:lnTo>
                <a:lnTo>
                  <a:pt x="127258" y="118152"/>
                </a:lnTo>
                <a:lnTo>
                  <a:pt x="125223" y="118152"/>
                </a:lnTo>
                <a:lnTo>
                  <a:pt x="123555" y="116484"/>
                </a:lnTo>
                <a:lnTo>
                  <a:pt x="123555" y="108712"/>
                </a:lnTo>
                <a:close/>
                <a:moveTo>
                  <a:pt x="130160" y="116718"/>
                </a:moveTo>
                <a:lnTo>
                  <a:pt x="134830" y="116718"/>
                </a:lnTo>
                <a:lnTo>
                  <a:pt x="138166" y="120054"/>
                </a:lnTo>
                <a:lnTo>
                  <a:pt x="138166" y="122222"/>
                </a:lnTo>
                <a:lnTo>
                  <a:pt x="134196" y="118252"/>
                </a:lnTo>
                <a:lnTo>
                  <a:pt x="128626" y="118252"/>
                </a:lnTo>
                <a:close/>
                <a:moveTo>
                  <a:pt x="138933" y="120054"/>
                </a:moveTo>
                <a:lnTo>
                  <a:pt x="142269" y="116718"/>
                </a:lnTo>
                <a:lnTo>
                  <a:pt x="146939" y="116718"/>
                </a:lnTo>
                <a:lnTo>
                  <a:pt x="148473" y="118252"/>
                </a:lnTo>
                <a:lnTo>
                  <a:pt x="142903" y="118252"/>
                </a:lnTo>
                <a:lnTo>
                  <a:pt x="138933" y="122222"/>
                </a:lnTo>
                <a:close/>
                <a:moveTo>
                  <a:pt x="149841" y="112448"/>
                </a:moveTo>
                <a:lnTo>
                  <a:pt x="153543" y="108712"/>
                </a:lnTo>
                <a:lnTo>
                  <a:pt x="153543" y="116484"/>
                </a:lnTo>
                <a:lnTo>
                  <a:pt x="151876" y="118152"/>
                </a:lnTo>
                <a:lnTo>
                  <a:pt x="149841" y="118152"/>
                </a:lnTo>
                <a:lnTo>
                  <a:pt x="149841" y="112448"/>
                </a:lnTo>
                <a:close/>
                <a:moveTo>
                  <a:pt x="154344" y="108712"/>
                </a:moveTo>
                <a:lnTo>
                  <a:pt x="158047" y="112448"/>
                </a:lnTo>
                <a:lnTo>
                  <a:pt x="158047" y="118152"/>
                </a:lnTo>
                <a:lnTo>
                  <a:pt x="156012" y="118152"/>
                </a:lnTo>
                <a:lnTo>
                  <a:pt x="154344" y="116484"/>
                </a:lnTo>
                <a:lnTo>
                  <a:pt x="154344" y="108712"/>
                </a:lnTo>
                <a:close/>
                <a:moveTo>
                  <a:pt x="160949" y="116718"/>
                </a:moveTo>
                <a:lnTo>
                  <a:pt x="165619" y="116718"/>
                </a:lnTo>
                <a:lnTo>
                  <a:pt x="168954" y="120054"/>
                </a:lnTo>
                <a:lnTo>
                  <a:pt x="168954" y="122222"/>
                </a:lnTo>
                <a:lnTo>
                  <a:pt x="164985" y="118252"/>
                </a:lnTo>
                <a:lnTo>
                  <a:pt x="159414" y="118252"/>
                </a:lnTo>
                <a:close/>
                <a:moveTo>
                  <a:pt x="169755" y="120054"/>
                </a:moveTo>
                <a:lnTo>
                  <a:pt x="173057" y="116718"/>
                </a:lnTo>
                <a:lnTo>
                  <a:pt x="177761" y="116718"/>
                </a:lnTo>
                <a:lnTo>
                  <a:pt x="179262" y="118252"/>
                </a:lnTo>
                <a:lnTo>
                  <a:pt x="173691" y="118252"/>
                </a:lnTo>
                <a:lnTo>
                  <a:pt x="169755" y="122222"/>
                </a:lnTo>
                <a:close/>
                <a:moveTo>
                  <a:pt x="180629" y="112448"/>
                </a:moveTo>
                <a:lnTo>
                  <a:pt x="184332" y="108712"/>
                </a:lnTo>
                <a:lnTo>
                  <a:pt x="184332" y="116484"/>
                </a:lnTo>
                <a:lnTo>
                  <a:pt x="182664" y="118152"/>
                </a:lnTo>
                <a:lnTo>
                  <a:pt x="180629" y="118152"/>
                </a:lnTo>
                <a:lnTo>
                  <a:pt x="180629" y="112448"/>
                </a:lnTo>
                <a:close/>
                <a:moveTo>
                  <a:pt x="185133" y="108712"/>
                </a:moveTo>
                <a:lnTo>
                  <a:pt x="188869" y="112448"/>
                </a:lnTo>
                <a:lnTo>
                  <a:pt x="188869" y="118152"/>
                </a:lnTo>
                <a:lnTo>
                  <a:pt x="186801" y="118152"/>
                </a:lnTo>
                <a:lnTo>
                  <a:pt x="185133" y="116484"/>
                </a:lnTo>
                <a:lnTo>
                  <a:pt x="185133" y="108712"/>
                </a:lnTo>
                <a:close/>
                <a:moveTo>
                  <a:pt x="191737" y="116718"/>
                </a:moveTo>
                <a:lnTo>
                  <a:pt x="196441" y="116718"/>
                </a:lnTo>
                <a:lnTo>
                  <a:pt x="199743" y="120054"/>
                </a:lnTo>
                <a:lnTo>
                  <a:pt x="199743" y="122222"/>
                </a:lnTo>
                <a:lnTo>
                  <a:pt x="195807" y="118252"/>
                </a:lnTo>
                <a:lnTo>
                  <a:pt x="190203" y="118252"/>
                </a:lnTo>
                <a:close/>
                <a:moveTo>
                  <a:pt x="200544" y="120054"/>
                </a:moveTo>
                <a:lnTo>
                  <a:pt x="203846" y="116718"/>
                </a:lnTo>
                <a:lnTo>
                  <a:pt x="208549" y="116718"/>
                </a:lnTo>
                <a:lnTo>
                  <a:pt x="210084" y="118252"/>
                </a:lnTo>
                <a:lnTo>
                  <a:pt x="204480" y="118252"/>
                </a:lnTo>
                <a:lnTo>
                  <a:pt x="200544" y="122222"/>
                </a:lnTo>
                <a:close/>
                <a:moveTo>
                  <a:pt x="211418" y="112448"/>
                </a:moveTo>
                <a:lnTo>
                  <a:pt x="215154" y="108712"/>
                </a:lnTo>
                <a:lnTo>
                  <a:pt x="215154" y="116484"/>
                </a:lnTo>
                <a:lnTo>
                  <a:pt x="213453" y="118152"/>
                </a:lnTo>
                <a:lnTo>
                  <a:pt x="211418" y="118152"/>
                </a:lnTo>
                <a:lnTo>
                  <a:pt x="211418" y="112448"/>
                </a:lnTo>
                <a:close/>
                <a:moveTo>
                  <a:pt x="215921" y="108712"/>
                </a:moveTo>
                <a:lnTo>
                  <a:pt x="219657" y="112448"/>
                </a:lnTo>
                <a:lnTo>
                  <a:pt x="219657" y="118152"/>
                </a:lnTo>
                <a:lnTo>
                  <a:pt x="217623" y="118152"/>
                </a:lnTo>
                <a:lnTo>
                  <a:pt x="215921" y="116484"/>
                </a:lnTo>
                <a:lnTo>
                  <a:pt x="215921" y="108712"/>
                </a:lnTo>
                <a:close/>
                <a:moveTo>
                  <a:pt x="222526" y="116718"/>
                </a:moveTo>
                <a:lnTo>
                  <a:pt x="227229" y="116718"/>
                </a:lnTo>
                <a:lnTo>
                  <a:pt x="230532" y="120054"/>
                </a:lnTo>
                <a:lnTo>
                  <a:pt x="230532" y="122222"/>
                </a:lnTo>
                <a:lnTo>
                  <a:pt x="226596" y="118252"/>
                </a:lnTo>
                <a:lnTo>
                  <a:pt x="220992" y="118252"/>
                </a:lnTo>
                <a:close/>
                <a:moveTo>
                  <a:pt x="231332" y="120054"/>
                </a:moveTo>
                <a:lnTo>
                  <a:pt x="234635" y="116718"/>
                </a:lnTo>
                <a:lnTo>
                  <a:pt x="239338" y="116718"/>
                </a:lnTo>
                <a:lnTo>
                  <a:pt x="240873" y="118252"/>
                </a:lnTo>
                <a:lnTo>
                  <a:pt x="235269" y="118252"/>
                </a:lnTo>
                <a:lnTo>
                  <a:pt x="231332" y="122222"/>
                </a:lnTo>
                <a:lnTo>
                  <a:pt x="231332" y="120054"/>
                </a:lnTo>
                <a:close/>
                <a:moveTo>
                  <a:pt x="241406" y="117685"/>
                </a:moveTo>
                <a:lnTo>
                  <a:pt x="239905" y="116184"/>
                </a:lnTo>
                <a:lnTo>
                  <a:pt x="239905" y="111481"/>
                </a:lnTo>
                <a:lnTo>
                  <a:pt x="243208" y="108178"/>
                </a:lnTo>
                <a:lnTo>
                  <a:pt x="245376" y="108178"/>
                </a:lnTo>
                <a:lnTo>
                  <a:pt x="241406" y="112114"/>
                </a:lnTo>
                <a:lnTo>
                  <a:pt x="241406" y="117685"/>
                </a:lnTo>
                <a:close/>
                <a:moveTo>
                  <a:pt x="243208" y="107378"/>
                </a:moveTo>
                <a:lnTo>
                  <a:pt x="239872" y="104042"/>
                </a:lnTo>
                <a:lnTo>
                  <a:pt x="239872" y="99372"/>
                </a:lnTo>
                <a:lnTo>
                  <a:pt x="241406" y="97838"/>
                </a:lnTo>
                <a:lnTo>
                  <a:pt x="241406" y="103408"/>
                </a:lnTo>
                <a:lnTo>
                  <a:pt x="245376" y="107378"/>
                </a:lnTo>
                <a:lnTo>
                  <a:pt x="243208" y="107378"/>
                </a:lnTo>
                <a:close/>
                <a:moveTo>
                  <a:pt x="241306" y="96470"/>
                </a:moveTo>
                <a:lnTo>
                  <a:pt x="235602" y="96470"/>
                </a:lnTo>
                <a:lnTo>
                  <a:pt x="231866" y="92767"/>
                </a:lnTo>
                <a:lnTo>
                  <a:pt x="239638" y="92767"/>
                </a:lnTo>
                <a:lnTo>
                  <a:pt x="241306" y="94435"/>
                </a:lnTo>
                <a:lnTo>
                  <a:pt x="241306" y="96470"/>
                </a:lnTo>
                <a:close/>
                <a:moveTo>
                  <a:pt x="231866" y="91967"/>
                </a:moveTo>
                <a:lnTo>
                  <a:pt x="235602" y="88264"/>
                </a:lnTo>
                <a:lnTo>
                  <a:pt x="241306" y="88264"/>
                </a:lnTo>
                <a:lnTo>
                  <a:pt x="241306" y="90299"/>
                </a:lnTo>
                <a:lnTo>
                  <a:pt x="239638" y="91967"/>
                </a:lnTo>
                <a:close/>
                <a:moveTo>
                  <a:pt x="241406" y="86896"/>
                </a:moveTo>
                <a:lnTo>
                  <a:pt x="239905" y="85362"/>
                </a:lnTo>
                <a:lnTo>
                  <a:pt x="239905" y="80692"/>
                </a:lnTo>
                <a:lnTo>
                  <a:pt x="243208" y="77356"/>
                </a:lnTo>
                <a:lnTo>
                  <a:pt x="245376" y="77356"/>
                </a:lnTo>
                <a:lnTo>
                  <a:pt x="241406" y="81326"/>
                </a:lnTo>
                <a:lnTo>
                  <a:pt x="241406" y="86896"/>
                </a:lnTo>
                <a:close/>
                <a:moveTo>
                  <a:pt x="243208" y="76589"/>
                </a:moveTo>
                <a:lnTo>
                  <a:pt x="239872" y="73253"/>
                </a:lnTo>
                <a:lnTo>
                  <a:pt x="239872" y="68583"/>
                </a:lnTo>
                <a:lnTo>
                  <a:pt x="241406" y="67049"/>
                </a:lnTo>
                <a:lnTo>
                  <a:pt x="241406" y="72620"/>
                </a:lnTo>
                <a:lnTo>
                  <a:pt x="245376" y="76589"/>
                </a:lnTo>
                <a:lnTo>
                  <a:pt x="243208" y="76589"/>
                </a:lnTo>
                <a:close/>
                <a:moveTo>
                  <a:pt x="241306" y="65681"/>
                </a:moveTo>
                <a:lnTo>
                  <a:pt x="235602" y="65681"/>
                </a:lnTo>
                <a:lnTo>
                  <a:pt x="231866" y="61979"/>
                </a:lnTo>
                <a:lnTo>
                  <a:pt x="239638" y="61979"/>
                </a:lnTo>
                <a:lnTo>
                  <a:pt x="241306" y="63646"/>
                </a:lnTo>
                <a:lnTo>
                  <a:pt x="241306" y="65681"/>
                </a:lnTo>
                <a:close/>
                <a:moveTo>
                  <a:pt x="231866" y="61178"/>
                </a:moveTo>
                <a:lnTo>
                  <a:pt x="235602" y="57475"/>
                </a:lnTo>
                <a:lnTo>
                  <a:pt x="241306" y="57475"/>
                </a:lnTo>
                <a:lnTo>
                  <a:pt x="241306" y="59510"/>
                </a:lnTo>
                <a:lnTo>
                  <a:pt x="239638" y="61178"/>
                </a:lnTo>
                <a:close/>
                <a:moveTo>
                  <a:pt x="241406" y="56108"/>
                </a:moveTo>
                <a:lnTo>
                  <a:pt x="239905" y="54573"/>
                </a:lnTo>
                <a:lnTo>
                  <a:pt x="239905" y="49903"/>
                </a:lnTo>
                <a:lnTo>
                  <a:pt x="243208" y="46568"/>
                </a:lnTo>
                <a:lnTo>
                  <a:pt x="245376" y="46568"/>
                </a:lnTo>
                <a:lnTo>
                  <a:pt x="241406" y="50537"/>
                </a:lnTo>
                <a:lnTo>
                  <a:pt x="241406" y="56108"/>
                </a:lnTo>
                <a:close/>
                <a:moveTo>
                  <a:pt x="243208" y="45800"/>
                </a:moveTo>
                <a:lnTo>
                  <a:pt x="239872" y="42465"/>
                </a:lnTo>
                <a:lnTo>
                  <a:pt x="239872" y="37795"/>
                </a:lnTo>
                <a:lnTo>
                  <a:pt x="241406" y="36260"/>
                </a:lnTo>
                <a:lnTo>
                  <a:pt x="241406" y="41831"/>
                </a:lnTo>
                <a:lnTo>
                  <a:pt x="245376" y="45800"/>
                </a:lnTo>
                <a:close/>
                <a:moveTo>
                  <a:pt x="241306" y="34893"/>
                </a:moveTo>
                <a:lnTo>
                  <a:pt x="235602" y="34893"/>
                </a:lnTo>
                <a:lnTo>
                  <a:pt x="231866" y="31190"/>
                </a:lnTo>
                <a:lnTo>
                  <a:pt x="239638" y="31190"/>
                </a:lnTo>
                <a:lnTo>
                  <a:pt x="241306" y="32858"/>
                </a:lnTo>
                <a:lnTo>
                  <a:pt x="241306" y="34893"/>
                </a:lnTo>
                <a:close/>
                <a:moveTo>
                  <a:pt x="231866" y="30389"/>
                </a:moveTo>
                <a:lnTo>
                  <a:pt x="235602" y="26653"/>
                </a:lnTo>
                <a:lnTo>
                  <a:pt x="241306" y="26653"/>
                </a:lnTo>
                <a:lnTo>
                  <a:pt x="241306" y="28721"/>
                </a:lnTo>
                <a:lnTo>
                  <a:pt x="239638" y="30389"/>
                </a:lnTo>
                <a:close/>
                <a:moveTo>
                  <a:pt x="241406" y="25319"/>
                </a:moveTo>
                <a:lnTo>
                  <a:pt x="239905" y="23785"/>
                </a:lnTo>
                <a:lnTo>
                  <a:pt x="239905" y="19115"/>
                </a:lnTo>
                <a:lnTo>
                  <a:pt x="243208" y="15779"/>
                </a:lnTo>
                <a:lnTo>
                  <a:pt x="245376" y="15779"/>
                </a:lnTo>
                <a:lnTo>
                  <a:pt x="241406" y="19748"/>
                </a:lnTo>
                <a:lnTo>
                  <a:pt x="241406" y="25319"/>
                </a:lnTo>
                <a:close/>
                <a:moveTo>
                  <a:pt x="243208" y="15012"/>
                </a:moveTo>
                <a:lnTo>
                  <a:pt x="239872" y="11676"/>
                </a:lnTo>
                <a:lnTo>
                  <a:pt x="239872" y="6973"/>
                </a:lnTo>
                <a:lnTo>
                  <a:pt x="241406" y="5471"/>
                </a:lnTo>
                <a:lnTo>
                  <a:pt x="241406" y="11042"/>
                </a:lnTo>
                <a:lnTo>
                  <a:pt x="245376" y="15012"/>
                </a:lnTo>
                <a:lnTo>
                  <a:pt x="243208" y="15012"/>
                </a:lnTo>
                <a:close/>
                <a:moveTo>
                  <a:pt x="239638" y="401"/>
                </a:moveTo>
                <a:lnTo>
                  <a:pt x="241306" y="2069"/>
                </a:lnTo>
                <a:lnTo>
                  <a:pt x="241306" y="4104"/>
                </a:lnTo>
                <a:lnTo>
                  <a:pt x="235602" y="4104"/>
                </a:lnTo>
                <a:lnTo>
                  <a:pt x="231866" y="401"/>
                </a:lnTo>
                <a:close/>
                <a:moveTo>
                  <a:pt x="229965" y="401"/>
                </a:moveTo>
                <a:lnTo>
                  <a:pt x="226262" y="4104"/>
                </a:lnTo>
                <a:lnTo>
                  <a:pt x="220558" y="4104"/>
                </a:lnTo>
                <a:lnTo>
                  <a:pt x="220558" y="2069"/>
                </a:lnTo>
                <a:lnTo>
                  <a:pt x="222226" y="401"/>
                </a:lnTo>
                <a:close/>
                <a:moveTo>
                  <a:pt x="219290" y="401"/>
                </a:moveTo>
                <a:lnTo>
                  <a:pt x="221092" y="401"/>
                </a:lnTo>
                <a:lnTo>
                  <a:pt x="219757" y="1735"/>
                </a:lnTo>
                <a:lnTo>
                  <a:pt x="219757" y="3804"/>
                </a:lnTo>
                <a:lnTo>
                  <a:pt x="218457" y="2503"/>
                </a:lnTo>
                <a:lnTo>
                  <a:pt x="218457" y="1202"/>
                </a:lnTo>
                <a:close/>
                <a:moveTo>
                  <a:pt x="216755" y="2936"/>
                </a:moveTo>
                <a:lnTo>
                  <a:pt x="218056" y="2936"/>
                </a:lnTo>
                <a:lnTo>
                  <a:pt x="219324" y="4204"/>
                </a:lnTo>
                <a:lnTo>
                  <a:pt x="217456" y="4204"/>
                </a:lnTo>
                <a:lnTo>
                  <a:pt x="217156" y="4337"/>
                </a:lnTo>
                <a:lnTo>
                  <a:pt x="215921" y="5572"/>
                </a:lnTo>
                <a:lnTo>
                  <a:pt x="215921" y="3770"/>
                </a:lnTo>
                <a:close/>
                <a:moveTo>
                  <a:pt x="214320" y="2936"/>
                </a:moveTo>
                <a:lnTo>
                  <a:pt x="215154" y="3737"/>
                </a:lnTo>
                <a:lnTo>
                  <a:pt x="215154" y="5572"/>
                </a:lnTo>
                <a:lnTo>
                  <a:pt x="213887" y="4337"/>
                </a:lnTo>
                <a:lnTo>
                  <a:pt x="213620" y="4204"/>
                </a:lnTo>
                <a:lnTo>
                  <a:pt x="211718" y="4204"/>
                </a:lnTo>
                <a:lnTo>
                  <a:pt x="213019" y="2936"/>
                </a:lnTo>
                <a:lnTo>
                  <a:pt x="214320" y="2936"/>
                </a:lnTo>
                <a:close/>
                <a:moveTo>
                  <a:pt x="211785" y="401"/>
                </a:moveTo>
                <a:lnTo>
                  <a:pt x="212586" y="1202"/>
                </a:lnTo>
                <a:lnTo>
                  <a:pt x="212586" y="2503"/>
                </a:lnTo>
                <a:lnTo>
                  <a:pt x="211318" y="3804"/>
                </a:lnTo>
                <a:lnTo>
                  <a:pt x="211318" y="1735"/>
                </a:lnTo>
                <a:lnTo>
                  <a:pt x="209950" y="401"/>
                </a:lnTo>
                <a:lnTo>
                  <a:pt x="211785" y="401"/>
                </a:lnTo>
                <a:close/>
                <a:moveTo>
                  <a:pt x="208850" y="401"/>
                </a:moveTo>
                <a:lnTo>
                  <a:pt x="210518" y="2069"/>
                </a:lnTo>
                <a:lnTo>
                  <a:pt x="210518" y="4104"/>
                </a:lnTo>
                <a:lnTo>
                  <a:pt x="204813" y="4104"/>
                </a:lnTo>
                <a:lnTo>
                  <a:pt x="201077" y="401"/>
                </a:lnTo>
                <a:close/>
                <a:moveTo>
                  <a:pt x="199176" y="401"/>
                </a:moveTo>
                <a:lnTo>
                  <a:pt x="195473" y="4104"/>
                </a:lnTo>
                <a:lnTo>
                  <a:pt x="189736" y="4104"/>
                </a:lnTo>
                <a:lnTo>
                  <a:pt x="189736" y="2069"/>
                </a:lnTo>
                <a:lnTo>
                  <a:pt x="191437" y="401"/>
                </a:lnTo>
                <a:close/>
                <a:moveTo>
                  <a:pt x="188502" y="401"/>
                </a:moveTo>
                <a:lnTo>
                  <a:pt x="190303" y="401"/>
                </a:lnTo>
                <a:lnTo>
                  <a:pt x="188969" y="1735"/>
                </a:lnTo>
                <a:lnTo>
                  <a:pt x="188969" y="3804"/>
                </a:lnTo>
                <a:lnTo>
                  <a:pt x="187668" y="2503"/>
                </a:lnTo>
                <a:lnTo>
                  <a:pt x="187668" y="1202"/>
                </a:lnTo>
                <a:close/>
                <a:moveTo>
                  <a:pt x="185967" y="2936"/>
                </a:moveTo>
                <a:lnTo>
                  <a:pt x="187268" y="2936"/>
                </a:lnTo>
                <a:lnTo>
                  <a:pt x="188535" y="4204"/>
                </a:lnTo>
                <a:lnTo>
                  <a:pt x="186667" y="4204"/>
                </a:lnTo>
                <a:lnTo>
                  <a:pt x="186367" y="4337"/>
                </a:lnTo>
                <a:lnTo>
                  <a:pt x="185133" y="5572"/>
                </a:lnTo>
                <a:lnTo>
                  <a:pt x="185133" y="3770"/>
                </a:lnTo>
                <a:close/>
                <a:moveTo>
                  <a:pt x="183532" y="2936"/>
                </a:moveTo>
                <a:lnTo>
                  <a:pt x="184332" y="3737"/>
                </a:lnTo>
                <a:lnTo>
                  <a:pt x="184332" y="5572"/>
                </a:lnTo>
                <a:lnTo>
                  <a:pt x="183098" y="4337"/>
                </a:lnTo>
                <a:lnTo>
                  <a:pt x="182831" y="4204"/>
                </a:lnTo>
                <a:lnTo>
                  <a:pt x="180930" y="4204"/>
                </a:lnTo>
                <a:lnTo>
                  <a:pt x="182231" y="2936"/>
                </a:lnTo>
                <a:lnTo>
                  <a:pt x="183532" y="2936"/>
                </a:lnTo>
                <a:close/>
                <a:moveTo>
                  <a:pt x="180996" y="401"/>
                </a:moveTo>
                <a:lnTo>
                  <a:pt x="181797" y="1202"/>
                </a:lnTo>
                <a:lnTo>
                  <a:pt x="181797" y="2503"/>
                </a:lnTo>
                <a:lnTo>
                  <a:pt x="180529" y="3804"/>
                </a:lnTo>
                <a:lnTo>
                  <a:pt x="180529" y="1735"/>
                </a:lnTo>
                <a:lnTo>
                  <a:pt x="179162" y="401"/>
                </a:lnTo>
                <a:lnTo>
                  <a:pt x="180996" y="401"/>
                </a:lnTo>
                <a:close/>
                <a:moveTo>
                  <a:pt x="178061" y="401"/>
                </a:moveTo>
                <a:lnTo>
                  <a:pt x="179729" y="2069"/>
                </a:lnTo>
                <a:lnTo>
                  <a:pt x="179729" y="4104"/>
                </a:lnTo>
                <a:lnTo>
                  <a:pt x="174025" y="4104"/>
                </a:lnTo>
                <a:lnTo>
                  <a:pt x="170289" y="401"/>
                </a:lnTo>
                <a:close/>
                <a:moveTo>
                  <a:pt x="168387" y="401"/>
                </a:moveTo>
                <a:lnTo>
                  <a:pt x="164685" y="4104"/>
                </a:lnTo>
                <a:lnTo>
                  <a:pt x="158947" y="4104"/>
                </a:lnTo>
                <a:lnTo>
                  <a:pt x="158947" y="2069"/>
                </a:lnTo>
                <a:lnTo>
                  <a:pt x="160649" y="401"/>
                </a:lnTo>
                <a:close/>
                <a:moveTo>
                  <a:pt x="157713" y="401"/>
                </a:moveTo>
                <a:lnTo>
                  <a:pt x="159514" y="401"/>
                </a:lnTo>
                <a:lnTo>
                  <a:pt x="158180" y="1735"/>
                </a:lnTo>
                <a:lnTo>
                  <a:pt x="158180" y="3804"/>
                </a:lnTo>
                <a:lnTo>
                  <a:pt x="156879" y="2503"/>
                </a:lnTo>
                <a:lnTo>
                  <a:pt x="156879" y="1202"/>
                </a:lnTo>
                <a:close/>
                <a:moveTo>
                  <a:pt x="155178" y="2936"/>
                </a:moveTo>
                <a:lnTo>
                  <a:pt x="156479" y="2936"/>
                </a:lnTo>
                <a:lnTo>
                  <a:pt x="157746" y="4204"/>
                </a:lnTo>
                <a:lnTo>
                  <a:pt x="155845" y="4204"/>
                </a:lnTo>
                <a:lnTo>
                  <a:pt x="155578" y="4337"/>
                </a:lnTo>
                <a:lnTo>
                  <a:pt x="154344" y="5572"/>
                </a:lnTo>
                <a:lnTo>
                  <a:pt x="154344" y="3770"/>
                </a:lnTo>
                <a:close/>
                <a:moveTo>
                  <a:pt x="152743" y="2936"/>
                </a:moveTo>
                <a:lnTo>
                  <a:pt x="153543" y="3737"/>
                </a:lnTo>
                <a:lnTo>
                  <a:pt x="153543" y="5572"/>
                </a:lnTo>
                <a:lnTo>
                  <a:pt x="152309" y="4337"/>
                </a:lnTo>
                <a:lnTo>
                  <a:pt x="152042" y="4204"/>
                </a:lnTo>
                <a:lnTo>
                  <a:pt x="150141" y="4204"/>
                </a:lnTo>
                <a:lnTo>
                  <a:pt x="151442" y="2936"/>
                </a:lnTo>
                <a:lnTo>
                  <a:pt x="152743" y="2936"/>
                </a:lnTo>
                <a:close/>
                <a:moveTo>
                  <a:pt x="150174" y="401"/>
                </a:moveTo>
                <a:lnTo>
                  <a:pt x="151008" y="1202"/>
                </a:lnTo>
                <a:lnTo>
                  <a:pt x="151008" y="2503"/>
                </a:lnTo>
                <a:lnTo>
                  <a:pt x="149741" y="3804"/>
                </a:lnTo>
                <a:lnTo>
                  <a:pt x="149741" y="1735"/>
                </a:lnTo>
                <a:lnTo>
                  <a:pt x="148373" y="401"/>
                </a:lnTo>
                <a:lnTo>
                  <a:pt x="150174" y="401"/>
                </a:lnTo>
                <a:close/>
                <a:moveTo>
                  <a:pt x="147272" y="401"/>
                </a:moveTo>
                <a:lnTo>
                  <a:pt x="148940" y="2069"/>
                </a:lnTo>
                <a:lnTo>
                  <a:pt x="148940" y="4104"/>
                </a:lnTo>
                <a:lnTo>
                  <a:pt x="143236" y="4104"/>
                </a:lnTo>
                <a:lnTo>
                  <a:pt x="139500" y="401"/>
                </a:lnTo>
                <a:close/>
                <a:moveTo>
                  <a:pt x="137599" y="401"/>
                </a:moveTo>
                <a:lnTo>
                  <a:pt x="133863" y="4104"/>
                </a:lnTo>
                <a:lnTo>
                  <a:pt x="128159" y="4104"/>
                </a:lnTo>
                <a:lnTo>
                  <a:pt x="128159" y="2069"/>
                </a:lnTo>
                <a:lnTo>
                  <a:pt x="129860" y="401"/>
                </a:lnTo>
                <a:close/>
                <a:moveTo>
                  <a:pt x="126924" y="401"/>
                </a:moveTo>
                <a:lnTo>
                  <a:pt x="128726" y="401"/>
                </a:lnTo>
                <a:lnTo>
                  <a:pt x="127391" y="1735"/>
                </a:lnTo>
                <a:lnTo>
                  <a:pt x="127391" y="3804"/>
                </a:lnTo>
                <a:lnTo>
                  <a:pt x="126091" y="2503"/>
                </a:lnTo>
                <a:lnTo>
                  <a:pt x="126091" y="1202"/>
                </a:lnTo>
                <a:close/>
                <a:moveTo>
                  <a:pt x="124389" y="2936"/>
                </a:moveTo>
                <a:lnTo>
                  <a:pt x="125657" y="2936"/>
                </a:lnTo>
                <a:lnTo>
                  <a:pt x="126958" y="4204"/>
                </a:lnTo>
                <a:lnTo>
                  <a:pt x="125056" y="4204"/>
                </a:lnTo>
                <a:lnTo>
                  <a:pt x="124790" y="4337"/>
                </a:lnTo>
                <a:lnTo>
                  <a:pt x="123555" y="5572"/>
                </a:lnTo>
                <a:lnTo>
                  <a:pt x="123555" y="3770"/>
                </a:lnTo>
                <a:close/>
                <a:moveTo>
                  <a:pt x="121954" y="2936"/>
                </a:moveTo>
                <a:lnTo>
                  <a:pt x="122755" y="3737"/>
                </a:lnTo>
                <a:lnTo>
                  <a:pt x="122755" y="5572"/>
                </a:lnTo>
                <a:lnTo>
                  <a:pt x="121521" y="4337"/>
                </a:lnTo>
                <a:lnTo>
                  <a:pt x="121254" y="4204"/>
                </a:lnTo>
                <a:lnTo>
                  <a:pt x="119352" y="4204"/>
                </a:lnTo>
                <a:lnTo>
                  <a:pt x="120653" y="2936"/>
                </a:lnTo>
                <a:lnTo>
                  <a:pt x="121954" y="2936"/>
                </a:lnTo>
                <a:close/>
                <a:moveTo>
                  <a:pt x="119386" y="401"/>
                </a:moveTo>
                <a:lnTo>
                  <a:pt x="120220" y="1202"/>
                </a:lnTo>
                <a:lnTo>
                  <a:pt x="120220" y="2503"/>
                </a:lnTo>
                <a:lnTo>
                  <a:pt x="118952" y="3804"/>
                </a:lnTo>
                <a:lnTo>
                  <a:pt x="118952" y="1735"/>
                </a:lnTo>
                <a:lnTo>
                  <a:pt x="117584" y="401"/>
                </a:lnTo>
                <a:lnTo>
                  <a:pt x="119386" y="401"/>
                </a:lnTo>
                <a:close/>
                <a:moveTo>
                  <a:pt x="116450" y="401"/>
                </a:moveTo>
                <a:lnTo>
                  <a:pt x="118152" y="2069"/>
                </a:lnTo>
                <a:lnTo>
                  <a:pt x="118152" y="4104"/>
                </a:lnTo>
                <a:lnTo>
                  <a:pt x="112447" y="4104"/>
                </a:lnTo>
                <a:lnTo>
                  <a:pt x="108711" y="401"/>
                </a:lnTo>
                <a:close/>
                <a:moveTo>
                  <a:pt x="106810" y="401"/>
                </a:moveTo>
                <a:lnTo>
                  <a:pt x="103074" y="4104"/>
                </a:lnTo>
                <a:lnTo>
                  <a:pt x="97370" y="4104"/>
                </a:lnTo>
                <a:lnTo>
                  <a:pt x="97370" y="2069"/>
                </a:lnTo>
                <a:lnTo>
                  <a:pt x="99071" y="401"/>
                </a:lnTo>
                <a:close/>
                <a:moveTo>
                  <a:pt x="96136" y="401"/>
                </a:moveTo>
                <a:lnTo>
                  <a:pt x="97937" y="401"/>
                </a:lnTo>
                <a:lnTo>
                  <a:pt x="96569" y="1735"/>
                </a:lnTo>
                <a:lnTo>
                  <a:pt x="96569" y="3804"/>
                </a:lnTo>
                <a:lnTo>
                  <a:pt x="95302" y="2503"/>
                </a:lnTo>
                <a:lnTo>
                  <a:pt x="95302" y="1202"/>
                </a:lnTo>
                <a:close/>
                <a:moveTo>
                  <a:pt x="93567" y="2936"/>
                </a:moveTo>
                <a:lnTo>
                  <a:pt x="94868" y="2936"/>
                </a:lnTo>
                <a:lnTo>
                  <a:pt x="96169" y="4204"/>
                </a:lnTo>
                <a:lnTo>
                  <a:pt x="94268" y="4204"/>
                </a:lnTo>
                <a:lnTo>
                  <a:pt x="94001" y="4337"/>
                </a:lnTo>
                <a:lnTo>
                  <a:pt x="92767" y="5572"/>
                </a:lnTo>
                <a:lnTo>
                  <a:pt x="92767" y="3770"/>
                </a:lnTo>
                <a:close/>
                <a:moveTo>
                  <a:pt x="91166" y="2936"/>
                </a:moveTo>
                <a:lnTo>
                  <a:pt x="91966" y="3737"/>
                </a:lnTo>
                <a:lnTo>
                  <a:pt x="91966" y="5572"/>
                </a:lnTo>
                <a:lnTo>
                  <a:pt x="90732" y="4337"/>
                </a:lnTo>
                <a:lnTo>
                  <a:pt x="90465" y="4204"/>
                </a:lnTo>
                <a:lnTo>
                  <a:pt x="88564" y="4204"/>
                </a:lnTo>
                <a:lnTo>
                  <a:pt x="89865" y="2936"/>
                </a:lnTo>
                <a:lnTo>
                  <a:pt x="91166" y="2936"/>
                </a:lnTo>
                <a:close/>
                <a:moveTo>
                  <a:pt x="88597" y="401"/>
                </a:moveTo>
                <a:lnTo>
                  <a:pt x="89431" y="1202"/>
                </a:lnTo>
                <a:lnTo>
                  <a:pt x="89431" y="2503"/>
                </a:lnTo>
                <a:lnTo>
                  <a:pt x="88130" y="3804"/>
                </a:lnTo>
                <a:lnTo>
                  <a:pt x="88130" y="1735"/>
                </a:lnTo>
                <a:lnTo>
                  <a:pt x="86796" y="401"/>
                </a:lnTo>
                <a:lnTo>
                  <a:pt x="88597" y="401"/>
                </a:lnTo>
                <a:close/>
                <a:moveTo>
                  <a:pt x="85662" y="401"/>
                </a:moveTo>
                <a:lnTo>
                  <a:pt x="87363" y="2069"/>
                </a:lnTo>
                <a:lnTo>
                  <a:pt x="87363" y="4104"/>
                </a:lnTo>
                <a:lnTo>
                  <a:pt x="81659" y="4104"/>
                </a:lnTo>
                <a:lnTo>
                  <a:pt x="77923" y="401"/>
                </a:lnTo>
                <a:close/>
                <a:moveTo>
                  <a:pt x="76021" y="401"/>
                </a:moveTo>
                <a:lnTo>
                  <a:pt x="72285" y="4104"/>
                </a:lnTo>
                <a:lnTo>
                  <a:pt x="66581" y="4104"/>
                </a:lnTo>
                <a:lnTo>
                  <a:pt x="66581" y="2069"/>
                </a:lnTo>
                <a:lnTo>
                  <a:pt x="68249" y="401"/>
                </a:lnTo>
                <a:close/>
                <a:moveTo>
                  <a:pt x="65347" y="401"/>
                </a:moveTo>
                <a:lnTo>
                  <a:pt x="67148" y="401"/>
                </a:lnTo>
                <a:lnTo>
                  <a:pt x="65781" y="1735"/>
                </a:lnTo>
                <a:lnTo>
                  <a:pt x="65781" y="3804"/>
                </a:lnTo>
                <a:lnTo>
                  <a:pt x="64513" y="2503"/>
                </a:lnTo>
                <a:lnTo>
                  <a:pt x="64513" y="1202"/>
                </a:lnTo>
                <a:close/>
                <a:moveTo>
                  <a:pt x="62779" y="2936"/>
                </a:moveTo>
                <a:lnTo>
                  <a:pt x="64080" y="2936"/>
                </a:lnTo>
                <a:lnTo>
                  <a:pt x="65381" y="4204"/>
                </a:lnTo>
                <a:lnTo>
                  <a:pt x="63479" y="4204"/>
                </a:lnTo>
                <a:lnTo>
                  <a:pt x="63212" y="4337"/>
                </a:lnTo>
                <a:lnTo>
                  <a:pt x="61978" y="5572"/>
                </a:lnTo>
                <a:lnTo>
                  <a:pt x="61978" y="3770"/>
                </a:lnTo>
                <a:close/>
                <a:moveTo>
                  <a:pt x="60344" y="2936"/>
                </a:moveTo>
                <a:lnTo>
                  <a:pt x="61178" y="3737"/>
                </a:lnTo>
                <a:lnTo>
                  <a:pt x="61178" y="5572"/>
                </a:lnTo>
                <a:lnTo>
                  <a:pt x="59943" y="4337"/>
                </a:lnTo>
                <a:lnTo>
                  <a:pt x="59676" y="4204"/>
                </a:lnTo>
                <a:lnTo>
                  <a:pt x="57775" y="4204"/>
                </a:lnTo>
                <a:lnTo>
                  <a:pt x="59043" y="2936"/>
                </a:lnTo>
                <a:lnTo>
                  <a:pt x="60344" y="2936"/>
                </a:lnTo>
                <a:close/>
                <a:moveTo>
                  <a:pt x="57808" y="401"/>
                </a:moveTo>
                <a:lnTo>
                  <a:pt x="58642" y="1202"/>
                </a:lnTo>
                <a:lnTo>
                  <a:pt x="58642" y="2503"/>
                </a:lnTo>
                <a:lnTo>
                  <a:pt x="57341" y="3804"/>
                </a:lnTo>
                <a:lnTo>
                  <a:pt x="57341" y="1735"/>
                </a:lnTo>
                <a:lnTo>
                  <a:pt x="56007" y="401"/>
                </a:lnTo>
                <a:lnTo>
                  <a:pt x="57808" y="401"/>
                </a:lnTo>
                <a:close/>
                <a:moveTo>
                  <a:pt x="54873" y="401"/>
                </a:moveTo>
                <a:lnTo>
                  <a:pt x="56574" y="2069"/>
                </a:lnTo>
                <a:lnTo>
                  <a:pt x="56574" y="4104"/>
                </a:lnTo>
                <a:lnTo>
                  <a:pt x="50837" y="4104"/>
                </a:lnTo>
                <a:lnTo>
                  <a:pt x="47134" y="401"/>
                </a:lnTo>
                <a:close/>
                <a:moveTo>
                  <a:pt x="45233" y="401"/>
                </a:moveTo>
                <a:lnTo>
                  <a:pt x="41497" y="4104"/>
                </a:lnTo>
                <a:lnTo>
                  <a:pt x="35793" y="4104"/>
                </a:lnTo>
                <a:lnTo>
                  <a:pt x="35793" y="2069"/>
                </a:lnTo>
                <a:lnTo>
                  <a:pt x="37461" y="401"/>
                </a:lnTo>
                <a:close/>
                <a:moveTo>
                  <a:pt x="34525" y="401"/>
                </a:moveTo>
                <a:lnTo>
                  <a:pt x="36360" y="401"/>
                </a:lnTo>
                <a:lnTo>
                  <a:pt x="34992" y="1735"/>
                </a:lnTo>
                <a:lnTo>
                  <a:pt x="34992" y="3804"/>
                </a:lnTo>
                <a:lnTo>
                  <a:pt x="33725" y="2503"/>
                </a:lnTo>
                <a:lnTo>
                  <a:pt x="33725" y="1202"/>
                </a:lnTo>
                <a:close/>
                <a:moveTo>
                  <a:pt x="31990" y="2936"/>
                </a:moveTo>
                <a:lnTo>
                  <a:pt x="33291" y="2936"/>
                </a:lnTo>
                <a:lnTo>
                  <a:pt x="34592" y="4204"/>
                </a:lnTo>
                <a:lnTo>
                  <a:pt x="32691" y="4204"/>
                </a:lnTo>
                <a:lnTo>
                  <a:pt x="32424" y="4337"/>
                </a:lnTo>
                <a:lnTo>
                  <a:pt x="31189" y="5572"/>
                </a:lnTo>
                <a:lnTo>
                  <a:pt x="31189" y="3770"/>
                </a:lnTo>
                <a:close/>
                <a:moveTo>
                  <a:pt x="29555" y="2936"/>
                </a:moveTo>
                <a:lnTo>
                  <a:pt x="30389" y="3737"/>
                </a:lnTo>
                <a:lnTo>
                  <a:pt x="30389" y="5572"/>
                </a:lnTo>
                <a:lnTo>
                  <a:pt x="29155" y="4337"/>
                </a:lnTo>
                <a:lnTo>
                  <a:pt x="28854" y="4204"/>
                </a:lnTo>
                <a:lnTo>
                  <a:pt x="26986" y="4204"/>
                </a:lnTo>
                <a:lnTo>
                  <a:pt x="28254" y="2936"/>
                </a:lnTo>
                <a:lnTo>
                  <a:pt x="29555" y="2936"/>
                </a:lnTo>
                <a:close/>
                <a:moveTo>
                  <a:pt x="27020" y="401"/>
                </a:moveTo>
                <a:lnTo>
                  <a:pt x="27854" y="1202"/>
                </a:lnTo>
                <a:lnTo>
                  <a:pt x="27854" y="2503"/>
                </a:lnTo>
                <a:lnTo>
                  <a:pt x="26553" y="3804"/>
                </a:lnTo>
                <a:lnTo>
                  <a:pt x="26553" y="1735"/>
                </a:lnTo>
                <a:lnTo>
                  <a:pt x="25219" y="401"/>
                </a:lnTo>
                <a:lnTo>
                  <a:pt x="27020" y="401"/>
                </a:lnTo>
                <a:close/>
                <a:moveTo>
                  <a:pt x="24084" y="401"/>
                </a:moveTo>
                <a:lnTo>
                  <a:pt x="25786" y="2069"/>
                </a:lnTo>
                <a:lnTo>
                  <a:pt x="25786" y="4104"/>
                </a:lnTo>
                <a:lnTo>
                  <a:pt x="20048" y="4104"/>
                </a:lnTo>
                <a:lnTo>
                  <a:pt x="16346" y="401"/>
                </a:lnTo>
                <a:close/>
                <a:moveTo>
                  <a:pt x="14444" y="401"/>
                </a:moveTo>
                <a:lnTo>
                  <a:pt x="10708" y="4104"/>
                </a:lnTo>
                <a:lnTo>
                  <a:pt x="5004" y="4104"/>
                </a:lnTo>
                <a:lnTo>
                  <a:pt x="5004" y="2069"/>
                </a:lnTo>
                <a:lnTo>
                  <a:pt x="6672" y="401"/>
                </a:lnTo>
                <a:close/>
                <a:moveTo>
                  <a:pt x="3736" y="401"/>
                </a:moveTo>
                <a:lnTo>
                  <a:pt x="5571" y="401"/>
                </a:lnTo>
                <a:lnTo>
                  <a:pt x="4203" y="1735"/>
                </a:lnTo>
                <a:lnTo>
                  <a:pt x="4203" y="3804"/>
                </a:lnTo>
                <a:lnTo>
                  <a:pt x="2936" y="2503"/>
                </a:lnTo>
                <a:lnTo>
                  <a:pt x="2936" y="1202"/>
                </a:lnTo>
                <a:close/>
                <a:moveTo>
                  <a:pt x="367" y="3737"/>
                </a:moveTo>
                <a:lnTo>
                  <a:pt x="1201" y="2936"/>
                </a:lnTo>
                <a:lnTo>
                  <a:pt x="2502" y="2936"/>
                </a:lnTo>
                <a:lnTo>
                  <a:pt x="3803" y="4204"/>
                </a:lnTo>
                <a:lnTo>
                  <a:pt x="1902" y="4204"/>
                </a:lnTo>
                <a:lnTo>
                  <a:pt x="1635" y="4337"/>
                </a:lnTo>
                <a:lnTo>
                  <a:pt x="367" y="5572"/>
                </a:lnTo>
                <a:lnTo>
                  <a:pt x="367" y="3737"/>
                </a:lnTo>
                <a:close/>
                <a:moveTo>
                  <a:pt x="367" y="6672"/>
                </a:moveTo>
                <a:lnTo>
                  <a:pt x="2069" y="5004"/>
                </a:lnTo>
                <a:lnTo>
                  <a:pt x="4103" y="5004"/>
                </a:lnTo>
                <a:lnTo>
                  <a:pt x="4103" y="10709"/>
                </a:lnTo>
                <a:lnTo>
                  <a:pt x="367" y="14445"/>
                </a:lnTo>
                <a:close/>
                <a:moveTo>
                  <a:pt x="367" y="16346"/>
                </a:moveTo>
                <a:lnTo>
                  <a:pt x="4103" y="20082"/>
                </a:lnTo>
                <a:lnTo>
                  <a:pt x="4103" y="25786"/>
                </a:lnTo>
                <a:lnTo>
                  <a:pt x="2069" y="25786"/>
                </a:lnTo>
                <a:lnTo>
                  <a:pt x="367" y="24085"/>
                </a:lnTo>
                <a:close/>
                <a:moveTo>
                  <a:pt x="1201" y="27854"/>
                </a:moveTo>
                <a:lnTo>
                  <a:pt x="367" y="27020"/>
                </a:lnTo>
                <a:lnTo>
                  <a:pt x="367" y="25219"/>
                </a:lnTo>
                <a:lnTo>
                  <a:pt x="1635" y="26453"/>
                </a:lnTo>
                <a:lnTo>
                  <a:pt x="1902" y="26587"/>
                </a:lnTo>
                <a:lnTo>
                  <a:pt x="3803" y="26587"/>
                </a:lnTo>
                <a:lnTo>
                  <a:pt x="2502" y="27854"/>
                </a:lnTo>
                <a:lnTo>
                  <a:pt x="1201" y="27854"/>
                </a:lnTo>
                <a:close/>
                <a:moveTo>
                  <a:pt x="2936" y="29555"/>
                </a:moveTo>
                <a:lnTo>
                  <a:pt x="2936" y="28254"/>
                </a:lnTo>
                <a:lnTo>
                  <a:pt x="4203" y="26987"/>
                </a:lnTo>
                <a:lnTo>
                  <a:pt x="4203" y="29022"/>
                </a:lnTo>
                <a:lnTo>
                  <a:pt x="5571" y="30389"/>
                </a:lnTo>
                <a:lnTo>
                  <a:pt x="3736" y="30389"/>
                </a:lnTo>
                <a:close/>
                <a:moveTo>
                  <a:pt x="3736" y="31190"/>
                </a:moveTo>
                <a:lnTo>
                  <a:pt x="5571" y="31190"/>
                </a:lnTo>
                <a:lnTo>
                  <a:pt x="4203" y="32524"/>
                </a:lnTo>
                <a:lnTo>
                  <a:pt x="4203" y="34592"/>
                </a:lnTo>
                <a:lnTo>
                  <a:pt x="2936" y="33291"/>
                </a:lnTo>
                <a:lnTo>
                  <a:pt x="2936" y="31990"/>
                </a:lnTo>
                <a:close/>
                <a:moveTo>
                  <a:pt x="367" y="34559"/>
                </a:moveTo>
                <a:lnTo>
                  <a:pt x="1201" y="33725"/>
                </a:lnTo>
                <a:lnTo>
                  <a:pt x="2502" y="33725"/>
                </a:lnTo>
                <a:lnTo>
                  <a:pt x="3803" y="34993"/>
                </a:lnTo>
                <a:lnTo>
                  <a:pt x="1902" y="34993"/>
                </a:lnTo>
                <a:lnTo>
                  <a:pt x="1635" y="35126"/>
                </a:lnTo>
                <a:lnTo>
                  <a:pt x="367" y="36360"/>
                </a:lnTo>
                <a:lnTo>
                  <a:pt x="367" y="34559"/>
                </a:lnTo>
                <a:close/>
                <a:moveTo>
                  <a:pt x="367" y="37494"/>
                </a:moveTo>
                <a:lnTo>
                  <a:pt x="2069" y="35793"/>
                </a:lnTo>
                <a:lnTo>
                  <a:pt x="4103" y="35793"/>
                </a:lnTo>
                <a:lnTo>
                  <a:pt x="4103" y="41497"/>
                </a:lnTo>
                <a:lnTo>
                  <a:pt x="367" y="45233"/>
                </a:lnTo>
                <a:close/>
                <a:moveTo>
                  <a:pt x="367" y="47135"/>
                </a:moveTo>
                <a:lnTo>
                  <a:pt x="4103" y="50871"/>
                </a:lnTo>
                <a:lnTo>
                  <a:pt x="4103" y="56575"/>
                </a:lnTo>
                <a:lnTo>
                  <a:pt x="2069" y="56575"/>
                </a:lnTo>
                <a:lnTo>
                  <a:pt x="367" y="54874"/>
                </a:lnTo>
                <a:close/>
                <a:moveTo>
                  <a:pt x="1201" y="58643"/>
                </a:moveTo>
                <a:lnTo>
                  <a:pt x="367" y="57809"/>
                </a:lnTo>
                <a:lnTo>
                  <a:pt x="367" y="56008"/>
                </a:lnTo>
                <a:lnTo>
                  <a:pt x="1635" y="57242"/>
                </a:lnTo>
                <a:lnTo>
                  <a:pt x="1902" y="57375"/>
                </a:lnTo>
                <a:lnTo>
                  <a:pt x="3803" y="57375"/>
                </a:lnTo>
                <a:lnTo>
                  <a:pt x="2502" y="58643"/>
                </a:lnTo>
                <a:lnTo>
                  <a:pt x="1201" y="58643"/>
                </a:lnTo>
                <a:close/>
                <a:moveTo>
                  <a:pt x="2936" y="60377"/>
                </a:moveTo>
                <a:lnTo>
                  <a:pt x="2936" y="59077"/>
                </a:lnTo>
                <a:lnTo>
                  <a:pt x="4203" y="57776"/>
                </a:lnTo>
                <a:lnTo>
                  <a:pt x="4203" y="59844"/>
                </a:lnTo>
                <a:lnTo>
                  <a:pt x="5571" y="61178"/>
                </a:lnTo>
                <a:lnTo>
                  <a:pt x="3736" y="61178"/>
                </a:lnTo>
                <a:close/>
                <a:moveTo>
                  <a:pt x="3736" y="61979"/>
                </a:moveTo>
                <a:lnTo>
                  <a:pt x="5571" y="61979"/>
                </a:lnTo>
                <a:lnTo>
                  <a:pt x="4203" y="63313"/>
                </a:lnTo>
                <a:lnTo>
                  <a:pt x="4203" y="65381"/>
                </a:lnTo>
                <a:lnTo>
                  <a:pt x="2903" y="64080"/>
                </a:lnTo>
                <a:lnTo>
                  <a:pt x="2903" y="62779"/>
                </a:lnTo>
                <a:close/>
                <a:moveTo>
                  <a:pt x="367" y="65348"/>
                </a:moveTo>
                <a:lnTo>
                  <a:pt x="1201" y="64514"/>
                </a:lnTo>
                <a:lnTo>
                  <a:pt x="2502" y="64514"/>
                </a:lnTo>
                <a:lnTo>
                  <a:pt x="3803" y="65815"/>
                </a:lnTo>
                <a:lnTo>
                  <a:pt x="1902" y="65815"/>
                </a:lnTo>
                <a:lnTo>
                  <a:pt x="1635" y="65915"/>
                </a:lnTo>
                <a:lnTo>
                  <a:pt x="367" y="67149"/>
                </a:lnTo>
                <a:lnTo>
                  <a:pt x="367" y="65348"/>
                </a:lnTo>
                <a:close/>
                <a:moveTo>
                  <a:pt x="367" y="68283"/>
                </a:moveTo>
                <a:lnTo>
                  <a:pt x="2069" y="66582"/>
                </a:lnTo>
                <a:lnTo>
                  <a:pt x="4103" y="66582"/>
                </a:lnTo>
                <a:lnTo>
                  <a:pt x="4103" y="72286"/>
                </a:lnTo>
                <a:lnTo>
                  <a:pt x="367" y="76022"/>
                </a:lnTo>
                <a:close/>
                <a:moveTo>
                  <a:pt x="367" y="77923"/>
                </a:moveTo>
                <a:lnTo>
                  <a:pt x="4103" y="81659"/>
                </a:lnTo>
                <a:lnTo>
                  <a:pt x="4103" y="87363"/>
                </a:lnTo>
                <a:lnTo>
                  <a:pt x="2069" y="87363"/>
                </a:lnTo>
                <a:lnTo>
                  <a:pt x="367" y="85662"/>
                </a:lnTo>
                <a:close/>
                <a:moveTo>
                  <a:pt x="1201" y="89432"/>
                </a:moveTo>
                <a:lnTo>
                  <a:pt x="367" y="88598"/>
                </a:lnTo>
                <a:lnTo>
                  <a:pt x="367" y="86796"/>
                </a:lnTo>
                <a:lnTo>
                  <a:pt x="1635" y="88031"/>
                </a:lnTo>
                <a:lnTo>
                  <a:pt x="1902" y="88164"/>
                </a:lnTo>
                <a:lnTo>
                  <a:pt x="3803" y="88164"/>
                </a:lnTo>
                <a:lnTo>
                  <a:pt x="2502" y="89432"/>
                </a:lnTo>
                <a:lnTo>
                  <a:pt x="1201" y="89432"/>
                </a:lnTo>
                <a:close/>
                <a:moveTo>
                  <a:pt x="2936" y="91166"/>
                </a:moveTo>
                <a:lnTo>
                  <a:pt x="2936" y="89865"/>
                </a:lnTo>
                <a:lnTo>
                  <a:pt x="4203" y="88564"/>
                </a:lnTo>
                <a:lnTo>
                  <a:pt x="4203" y="90632"/>
                </a:lnTo>
                <a:lnTo>
                  <a:pt x="5571" y="91967"/>
                </a:lnTo>
                <a:lnTo>
                  <a:pt x="3736" y="91967"/>
                </a:lnTo>
                <a:close/>
                <a:moveTo>
                  <a:pt x="3736" y="92767"/>
                </a:moveTo>
                <a:lnTo>
                  <a:pt x="5571" y="92767"/>
                </a:lnTo>
                <a:lnTo>
                  <a:pt x="4203" y="94102"/>
                </a:lnTo>
                <a:lnTo>
                  <a:pt x="4203" y="96170"/>
                </a:lnTo>
                <a:lnTo>
                  <a:pt x="2936" y="94869"/>
                </a:lnTo>
                <a:lnTo>
                  <a:pt x="2936" y="93568"/>
                </a:lnTo>
                <a:close/>
                <a:moveTo>
                  <a:pt x="367" y="96136"/>
                </a:moveTo>
                <a:lnTo>
                  <a:pt x="1201" y="95302"/>
                </a:lnTo>
                <a:lnTo>
                  <a:pt x="2502" y="95302"/>
                </a:lnTo>
                <a:lnTo>
                  <a:pt x="3803" y="96603"/>
                </a:lnTo>
                <a:lnTo>
                  <a:pt x="1902" y="96603"/>
                </a:lnTo>
                <a:lnTo>
                  <a:pt x="1635" y="96703"/>
                </a:lnTo>
                <a:lnTo>
                  <a:pt x="367" y="97938"/>
                </a:lnTo>
                <a:lnTo>
                  <a:pt x="367" y="96136"/>
                </a:lnTo>
                <a:close/>
                <a:moveTo>
                  <a:pt x="367" y="99072"/>
                </a:moveTo>
                <a:lnTo>
                  <a:pt x="2069" y="97371"/>
                </a:lnTo>
                <a:lnTo>
                  <a:pt x="4103" y="97371"/>
                </a:lnTo>
                <a:lnTo>
                  <a:pt x="4103" y="103108"/>
                </a:lnTo>
                <a:lnTo>
                  <a:pt x="367" y="106811"/>
                </a:lnTo>
                <a:close/>
                <a:moveTo>
                  <a:pt x="367" y="108712"/>
                </a:moveTo>
                <a:lnTo>
                  <a:pt x="4103" y="112448"/>
                </a:lnTo>
                <a:lnTo>
                  <a:pt x="4103" y="118152"/>
                </a:lnTo>
                <a:lnTo>
                  <a:pt x="2069" y="118152"/>
                </a:lnTo>
                <a:lnTo>
                  <a:pt x="367" y="116484"/>
                </a:lnTo>
                <a:close/>
                <a:moveTo>
                  <a:pt x="1201" y="120220"/>
                </a:moveTo>
                <a:lnTo>
                  <a:pt x="367" y="119386"/>
                </a:lnTo>
                <a:lnTo>
                  <a:pt x="367" y="117585"/>
                </a:lnTo>
                <a:lnTo>
                  <a:pt x="1635" y="118819"/>
                </a:lnTo>
                <a:lnTo>
                  <a:pt x="1902" y="118953"/>
                </a:lnTo>
                <a:lnTo>
                  <a:pt x="3803" y="118953"/>
                </a:lnTo>
                <a:lnTo>
                  <a:pt x="2502" y="120220"/>
                </a:lnTo>
                <a:lnTo>
                  <a:pt x="1201" y="120220"/>
                </a:lnTo>
                <a:close/>
                <a:moveTo>
                  <a:pt x="3736" y="122755"/>
                </a:moveTo>
                <a:lnTo>
                  <a:pt x="2936" y="121955"/>
                </a:lnTo>
                <a:lnTo>
                  <a:pt x="2936" y="120654"/>
                </a:lnTo>
                <a:lnTo>
                  <a:pt x="4203" y="119353"/>
                </a:lnTo>
                <a:lnTo>
                  <a:pt x="4203" y="121421"/>
                </a:lnTo>
                <a:lnTo>
                  <a:pt x="5571" y="122755"/>
                </a:lnTo>
                <a:lnTo>
                  <a:pt x="3736" y="122755"/>
                </a:lnTo>
                <a:close/>
                <a:moveTo>
                  <a:pt x="6672" y="122755"/>
                </a:moveTo>
                <a:lnTo>
                  <a:pt x="5004" y="121088"/>
                </a:lnTo>
                <a:lnTo>
                  <a:pt x="5004" y="119053"/>
                </a:lnTo>
                <a:lnTo>
                  <a:pt x="10708" y="119053"/>
                </a:lnTo>
                <a:lnTo>
                  <a:pt x="14444" y="122755"/>
                </a:lnTo>
                <a:lnTo>
                  <a:pt x="6672" y="122755"/>
                </a:lnTo>
                <a:close/>
                <a:moveTo>
                  <a:pt x="16346" y="122755"/>
                </a:moveTo>
                <a:lnTo>
                  <a:pt x="20048" y="119053"/>
                </a:lnTo>
                <a:lnTo>
                  <a:pt x="25752" y="119053"/>
                </a:lnTo>
                <a:lnTo>
                  <a:pt x="25752" y="121088"/>
                </a:lnTo>
                <a:lnTo>
                  <a:pt x="24084" y="122755"/>
                </a:lnTo>
                <a:lnTo>
                  <a:pt x="16346" y="122755"/>
                </a:lnTo>
                <a:close/>
                <a:moveTo>
                  <a:pt x="27020" y="122755"/>
                </a:moveTo>
                <a:lnTo>
                  <a:pt x="25219" y="122755"/>
                </a:lnTo>
                <a:lnTo>
                  <a:pt x="26553" y="121421"/>
                </a:lnTo>
                <a:lnTo>
                  <a:pt x="26553" y="119353"/>
                </a:lnTo>
                <a:lnTo>
                  <a:pt x="27854" y="120654"/>
                </a:lnTo>
                <a:lnTo>
                  <a:pt x="27854" y="121955"/>
                </a:lnTo>
                <a:close/>
                <a:moveTo>
                  <a:pt x="29555" y="120220"/>
                </a:moveTo>
                <a:lnTo>
                  <a:pt x="28254" y="120220"/>
                </a:lnTo>
                <a:lnTo>
                  <a:pt x="26986" y="118953"/>
                </a:lnTo>
                <a:lnTo>
                  <a:pt x="28854" y="118953"/>
                </a:lnTo>
                <a:lnTo>
                  <a:pt x="29155" y="118819"/>
                </a:lnTo>
                <a:lnTo>
                  <a:pt x="30389" y="117585"/>
                </a:lnTo>
                <a:lnTo>
                  <a:pt x="30389" y="119386"/>
                </a:lnTo>
                <a:close/>
                <a:moveTo>
                  <a:pt x="31990" y="120220"/>
                </a:moveTo>
                <a:lnTo>
                  <a:pt x="31189" y="119386"/>
                </a:lnTo>
                <a:lnTo>
                  <a:pt x="31189" y="117585"/>
                </a:lnTo>
                <a:lnTo>
                  <a:pt x="32424" y="118819"/>
                </a:lnTo>
                <a:lnTo>
                  <a:pt x="32691" y="118953"/>
                </a:lnTo>
                <a:lnTo>
                  <a:pt x="34592" y="118953"/>
                </a:lnTo>
                <a:lnTo>
                  <a:pt x="33291" y="120220"/>
                </a:lnTo>
                <a:lnTo>
                  <a:pt x="31990" y="120220"/>
                </a:lnTo>
                <a:close/>
                <a:moveTo>
                  <a:pt x="34525" y="122755"/>
                </a:moveTo>
                <a:lnTo>
                  <a:pt x="33725" y="121955"/>
                </a:lnTo>
                <a:lnTo>
                  <a:pt x="33725" y="120654"/>
                </a:lnTo>
                <a:lnTo>
                  <a:pt x="34992" y="119353"/>
                </a:lnTo>
                <a:lnTo>
                  <a:pt x="34992" y="121421"/>
                </a:lnTo>
                <a:lnTo>
                  <a:pt x="36360" y="122755"/>
                </a:lnTo>
                <a:lnTo>
                  <a:pt x="34525" y="122755"/>
                </a:lnTo>
                <a:close/>
                <a:moveTo>
                  <a:pt x="37461" y="122755"/>
                </a:moveTo>
                <a:lnTo>
                  <a:pt x="35793" y="121088"/>
                </a:lnTo>
                <a:lnTo>
                  <a:pt x="35793" y="119053"/>
                </a:lnTo>
                <a:lnTo>
                  <a:pt x="41497" y="119053"/>
                </a:lnTo>
                <a:lnTo>
                  <a:pt x="45233" y="122755"/>
                </a:lnTo>
                <a:lnTo>
                  <a:pt x="37461" y="122755"/>
                </a:lnTo>
                <a:close/>
                <a:moveTo>
                  <a:pt x="47134" y="122755"/>
                </a:moveTo>
                <a:lnTo>
                  <a:pt x="50837" y="119053"/>
                </a:lnTo>
                <a:lnTo>
                  <a:pt x="56574" y="119053"/>
                </a:lnTo>
                <a:lnTo>
                  <a:pt x="56574" y="121088"/>
                </a:lnTo>
                <a:lnTo>
                  <a:pt x="54873" y="122755"/>
                </a:lnTo>
                <a:lnTo>
                  <a:pt x="47134" y="122755"/>
                </a:lnTo>
                <a:close/>
                <a:moveTo>
                  <a:pt x="57808" y="122755"/>
                </a:moveTo>
                <a:lnTo>
                  <a:pt x="56007" y="122755"/>
                </a:lnTo>
                <a:lnTo>
                  <a:pt x="57341" y="121421"/>
                </a:lnTo>
                <a:lnTo>
                  <a:pt x="57341" y="119353"/>
                </a:lnTo>
                <a:lnTo>
                  <a:pt x="58642" y="120654"/>
                </a:lnTo>
                <a:lnTo>
                  <a:pt x="58642" y="121955"/>
                </a:lnTo>
                <a:close/>
                <a:moveTo>
                  <a:pt x="60344" y="120220"/>
                </a:moveTo>
                <a:lnTo>
                  <a:pt x="59043" y="120220"/>
                </a:lnTo>
                <a:lnTo>
                  <a:pt x="57775" y="118953"/>
                </a:lnTo>
                <a:lnTo>
                  <a:pt x="59676" y="118953"/>
                </a:lnTo>
                <a:lnTo>
                  <a:pt x="59943" y="118819"/>
                </a:lnTo>
                <a:lnTo>
                  <a:pt x="61178" y="117585"/>
                </a:lnTo>
                <a:lnTo>
                  <a:pt x="61178" y="119386"/>
                </a:lnTo>
                <a:close/>
                <a:moveTo>
                  <a:pt x="62779" y="120220"/>
                </a:moveTo>
                <a:lnTo>
                  <a:pt x="61978" y="119386"/>
                </a:lnTo>
                <a:lnTo>
                  <a:pt x="61978" y="117585"/>
                </a:lnTo>
                <a:lnTo>
                  <a:pt x="63212" y="118819"/>
                </a:lnTo>
                <a:lnTo>
                  <a:pt x="63479" y="118953"/>
                </a:lnTo>
                <a:lnTo>
                  <a:pt x="65381" y="118953"/>
                </a:lnTo>
                <a:lnTo>
                  <a:pt x="64080" y="120220"/>
                </a:lnTo>
                <a:lnTo>
                  <a:pt x="62779" y="120220"/>
                </a:lnTo>
                <a:close/>
                <a:moveTo>
                  <a:pt x="65347" y="122755"/>
                </a:moveTo>
                <a:lnTo>
                  <a:pt x="64513" y="121955"/>
                </a:lnTo>
                <a:lnTo>
                  <a:pt x="64513" y="120654"/>
                </a:lnTo>
                <a:lnTo>
                  <a:pt x="65781" y="119353"/>
                </a:lnTo>
                <a:lnTo>
                  <a:pt x="65781" y="121421"/>
                </a:lnTo>
                <a:lnTo>
                  <a:pt x="67148" y="122755"/>
                </a:lnTo>
                <a:lnTo>
                  <a:pt x="65347" y="122755"/>
                </a:lnTo>
                <a:close/>
                <a:moveTo>
                  <a:pt x="68249" y="122755"/>
                </a:moveTo>
                <a:lnTo>
                  <a:pt x="66581" y="121088"/>
                </a:lnTo>
                <a:lnTo>
                  <a:pt x="66581" y="119053"/>
                </a:lnTo>
                <a:lnTo>
                  <a:pt x="72285" y="119053"/>
                </a:lnTo>
                <a:lnTo>
                  <a:pt x="76021" y="122755"/>
                </a:lnTo>
                <a:lnTo>
                  <a:pt x="68249" y="122755"/>
                </a:lnTo>
                <a:close/>
                <a:moveTo>
                  <a:pt x="77923" y="122755"/>
                </a:moveTo>
                <a:lnTo>
                  <a:pt x="81659" y="119053"/>
                </a:lnTo>
                <a:lnTo>
                  <a:pt x="87363" y="119053"/>
                </a:lnTo>
                <a:lnTo>
                  <a:pt x="87363" y="121088"/>
                </a:lnTo>
                <a:lnTo>
                  <a:pt x="85662" y="122755"/>
                </a:lnTo>
                <a:lnTo>
                  <a:pt x="77923" y="122755"/>
                </a:lnTo>
                <a:close/>
                <a:moveTo>
                  <a:pt x="88597" y="122755"/>
                </a:moveTo>
                <a:lnTo>
                  <a:pt x="86796" y="122755"/>
                </a:lnTo>
                <a:lnTo>
                  <a:pt x="88163" y="121421"/>
                </a:lnTo>
                <a:lnTo>
                  <a:pt x="88163" y="119353"/>
                </a:lnTo>
                <a:lnTo>
                  <a:pt x="89431" y="120654"/>
                </a:lnTo>
                <a:lnTo>
                  <a:pt x="89431" y="121955"/>
                </a:lnTo>
                <a:close/>
                <a:moveTo>
                  <a:pt x="91166" y="120220"/>
                </a:moveTo>
                <a:lnTo>
                  <a:pt x="89865" y="120220"/>
                </a:lnTo>
                <a:lnTo>
                  <a:pt x="88564" y="118953"/>
                </a:lnTo>
                <a:lnTo>
                  <a:pt x="90465" y="118953"/>
                </a:lnTo>
                <a:lnTo>
                  <a:pt x="90732" y="118819"/>
                </a:lnTo>
                <a:lnTo>
                  <a:pt x="91966" y="117585"/>
                </a:lnTo>
                <a:lnTo>
                  <a:pt x="91966" y="119386"/>
                </a:lnTo>
                <a:close/>
                <a:moveTo>
                  <a:pt x="93567" y="120220"/>
                </a:moveTo>
                <a:lnTo>
                  <a:pt x="92767" y="119386"/>
                </a:lnTo>
                <a:lnTo>
                  <a:pt x="92767" y="117585"/>
                </a:lnTo>
                <a:lnTo>
                  <a:pt x="94001" y="118819"/>
                </a:lnTo>
                <a:lnTo>
                  <a:pt x="94268" y="118953"/>
                </a:lnTo>
                <a:lnTo>
                  <a:pt x="96169" y="118953"/>
                </a:lnTo>
                <a:lnTo>
                  <a:pt x="94868" y="120220"/>
                </a:lnTo>
                <a:lnTo>
                  <a:pt x="93567" y="120220"/>
                </a:lnTo>
                <a:close/>
                <a:moveTo>
                  <a:pt x="96136" y="122755"/>
                </a:moveTo>
                <a:lnTo>
                  <a:pt x="95302" y="121955"/>
                </a:lnTo>
                <a:lnTo>
                  <a:pt x="95302" y="120654"/>
                </a:lnTo>
                <a:lnTo>
                  <a:pt x="96569" y="119353"/>
                </a:lnTo>
                <a:lnTo>
                  <a:pt x="96569" y="121421"/>
                </a:lnTo>
                <a:lnTo>
                  <a:pt x="97937" y="122755"/>
                </a:lnTo>
                <a:lnTo>
                  <a:pt x="96136" y="122755"/>
                </a:lnTo>
                <a:close/>
                <a:moveTo>
                  <a:pt x="99071" y="122755"/>
                </a:moveTo>
                <a:lnTo>
                  <a:pt x="97370" y="121088"/>
                </a:lnTo>
                <a:lnTo>
                  <a:pt x="97370" y="119053"/>
                </a:lnTo>
                <a:lnTo>
                  <a:pt x="103074" y="119053"/>
                </a:lnTo>
                <a:lnTo>
                  <a:pt x="106810" y="122755"/>
                </a:lnTo>
                <a:lnTo>
                  <a:pt x="99071" y="122755"/>
                </a:lnTo>
                <a:close/>
                <a:moveTo>
                  <a:pt x="108711" y="122755"/>
                </a:moveTo>
                <a:lnTo>
                  <a:pt x="112447" y="119053"/>
                </a:lnTo>
                <a:lnTo>
                  <a:pt x="118152" y="119053"/>
                </a:lnTo>
                <a:lnTo>
                  <a:pt x="118152" y="121088"/>
                </a:lnTo>
                <a:lnTo>
                  <a:pt x="116450" y="122755"/>
                </a:lnTo>
                <a:lnTo>
                  <a:pt x="108711" y="122755"/>
                </a:lnTo>
                <a:close/>
                <a:moveTo>
                  <a:pt x="119386" y="122755"/>
                </a:moveTo>
                <a:lnTo>
                  <a:pt x="117584" y="122755"/>
                </a:lnTo>
                <a:lnTo>
                  <a:pt x="118952" y="121421"/>
                </a:lnTo>
                <a:lnTo>
                  <a:pt x="118952" y="119353"/>
                </a:lnTo>
                <a:lnTo>
                  <a:pt x="120220" y="120654"/>
                </a:lnTo>
                <a:lnTo>
                  <a:pt x="120220" y="121955"/>
                </a:lnTo>
                <a:close/>
                <a:moveTo>
                  <a:pt x="121954" y="120220"/>
                </a:moveTo>
                <a:lnTo>
                  <a:pt x="120653" y="120220"/>
                </a:lnTo>
                <a:lnTo>
                  <a:pt x="119352" y="118953"/>
                </a:lnTo>
                <a:lnTo>
                  <a:pt x="121254" y="118953"/>
                </a:lnTo>
                <a:lnTo>
                  <a:pt x="121521" y="118819"/>
                </a:lnTo>
                <a:lnTo>
                  <a:pt x="122755" y="117585"/>
                </a:lnTo>
                <a:lnTo>
                  <a:pt x="122755" y="119386"/>
                </a:lnTo>
                <a:close/>
                <a:moveTo>
                  <a:pt x="124389" y="120220"/>
                </a:moveTo>
                <a:lnTo>
                  <a:pt x="123555" y="119386"/>
                </a:lnTo>
                <a:lnTo>
                  <a:pt x="123555" y="117585"/>
                </a:lnTo>
                <a:lnTo>
                  <a:pt x="124790" y="118819"/>
                </a:lnTo>
                <a:lnTo>
                  <a:pt x="125056" y="118953"/>
                </a:lnTo>
                <a:lnTo>
                  <a:pt x="126958" y="118953"/>
                </a:lnTo>
                <a:lnTo>
                  <a:pt x="125657" y="120220"/>
                </a:lnTo>
                <a:lnTo>
                  <a:pt x="124389" y="120220"/>
                </a:lnTo>
                <a:close/>
                <a:moveTo>
                  <a:pt x="126924" y="122755"/>
                </a:moveTo>
                <a:lnTo>
                  <a:pt x="126091" y="121955"/>
                </a:lnTo>
                <a:lnTo>
                  <a:pt x="126091" y="120654"/>
                </a:lnTo>
                <a:lnTo>
                  <a:pt x="127358" y="119353"/>
                </a:lnTo>
                <a:lnTo>
                  <a:pt x="127358" y="121421"/>
                </a:lnTo>
                <a:lnTo>
                  <a:pt x="128726" y="122755"/>
                </a:lnTo>
                <a:lnTo>
                  <a:pt x="126924" y="122755"/>
                </a:lnTo>
                <a:close/>
                <a:moveTo>
                  <a:pt x="129860" y="122755"/>
                </a:moveTo>
                <a:lnTo>
                  <a:pt x="128159" y="121088"/>
                </a:lnTo>
                <a:lnTo>
                  <a:pt x="128159" y="119053"/>
                </a:lnTo>
                <a:lnTo>
                  <a:pt x="133896" y="119053"/>
                </a:lnTo>
                <a:lnTo>
                  <a:pt x="137599" y="122755"/>
                </a:lnTo>
                <a:lnTo>
                  <a:pt x="129860" y="122755"/>
                </a:lnTo>
                <a:close/>
                <a:moveTo>
                  <a:pt x="139500" y="122755"/>
                </a:moveTo>
                <a:lnTo>
                  <a:pt x="143236" y="119053"/>
                </a:lnTo>
                <a:lnTo>
                  <a:pt x="148940" y="119053"/>
                </a:lnTo>
                <a:lnTo>
                  <a:pt x="148940" y="121088"/>
                </a:lnTo>
                <a:lnTo>
                  <a:pt x="147272" y="122755"/>
                </a:lnTo>
                <a:lnTo>
                  <a:pt x="139500" y="122755"/>
                </a:lnTo>
                <a:close/>
                <a:moveTo>
                  <a:pt x="150174" y="122755"/>
                </a:moveTo>
                <a:lnTo>
                  <a:pt x="148373" y="122755"/>
                </a:lnTo>
                <a:lnTo>
                  <a:pt x="149741" y="121421"/>
                </a:lnTo>
                <a:lnTo>
                  <a:pt x="149741" y="119353"/>
                </a:lnTo>
                <a:lnTo>
                  <a:pt x="151008" y="120654"/>
                </a:lnTo>
                <a:lnTo>
                  <a:pt x="151008" y="121955"/>
                </a:lnTo>
                <a:close/>
                <a:moveTo>
                  <a:pt x="152743" y="120220"/>
                </a:moveTo>
                <a:lnTo>
                  <a:pt x="151442" y="120220"/>
                </a:lnTo>
                <a:lnTo>
                  <a:pt x="150141" y="118953"/>
                </a:lnTo>
                <a:lnTo>
                  <a:pt x="152042" y="118953"/>
                </a:lnTo>
                <a:lnTo>
                  <a:pt x="152309" y="118819"/>
                </a:lnTo>
                <a:lnTo>
                  <a:pt x="153543" y="117585"/>
                </a:lnTo>
                <a:lnTo>
                  <a:pt x="153543" y="119386"/>
                </a:lnTo>
                <a:close/>
                <a:moveTo>
                  <a:pt x="155178" y="120220"/>
                </a:moveTo>
                <a:lnTo>
                  <a:pt x="154344" y="119386"/>
                </a:lnTo>
                <a:lnTo>
                  <a:pt x="154344" y="117585"/>
                </a:lnTo>
                <a:lnTo>
                  <a:pt x="155578" y="118819"/>
                </a:lnTo>
                <a:lnTo>
                  <a:pt x="155845" y="118953"/>
                </a:lnTo>
                <a:lnTo>
                  <a:pt x="157746" y="118953"/>
                </a:lnTo>
                <a:lnTo>
                  <a:pt x="156479" y="120220"/>
                </a:lnTo>
                <a:lnTo>
                  <a:pt x="155178" y="120220"/>
                </a:lnTo>
                <a:close/>
                <a:moveTo>
                  <a:pt x="157713" y="122755"/>
                </a:moveTo>
                <a:lnTo>
                  <a:pt x="156879" y="121955"/>
                </a:lnTo>
                <a:lnTo>
                  <a:pt x="156879" y="120654"/>
                </a:lnTo>
                <a:lnTo>
                  <a:pt x="158180" y="119353"/>
                </a:lnTo>
                <a:lnTo>
                  <a:pt x="158180" y="121421"/>
                </a:lnTo>
                <a:lnTo>
                  <a:pt x="159514" y="122755"/>
                </a:lnTo>
                <a:lnTo>
                  <a:pt x="157713" y="122755"/>
                </a:lnTo>
                <a:close/>
                <a:moveTo>
                  <a:pt x="160649" y="122755"/>
                </a:moveTo>
                <a:lnTo>
                  <a:pt x="158947" y="121088"/>
                </a:lnTo>
                <a:lnTo>
                  <a:pt x="158947" y="119053"/>
                </a:lnTo>
                <a:lnTo>
                  <a:pt x="164685" y="119053"/>
                </a:lnTo>
                <a:lnTo>
                  <a:pt x="168387" y="122755"/>
                </a:lnTo>
                <a:lnTo>
                  <a:pt x="160649" y="122755"/>
                </a:lnTo>
                <a:close/>
                <a:moveTo>
                  <a:pt x="170289" y="122755"/>
                </a:moveTo>
                <a:lnTo>
                  <a:pt x="174025" y="119053"/>
                </a:lnTo>
                <a:lnTo>
                  <a:pt x="179729" y="119053"/>
                </a:lnTo>
                <a:lnTo>
                  <a:pt x="179729" y="121088"/>
                </a:lnTo>
                <a:lnTo>
                  <a:pt x="178061" y="122755"/>
                </a:lnTo>
                <a:lnTo>
                  <a:pt x="170289" y="122755"/>
                </a:lnTo>
                <a:close/>
                <a:moveTo>
                  <a:pt x="180996" y="122755"/>
                </a:moveTo>
                <a:lnTo>
                  <a:pt x="179162" y="122755"/>
                </a:lnTo>
                <a:lnTo>
                  <a:pt x="180529" y="121421"/>
                </a:lnTo>
                <a:lnTo>
                  <a:pt x="180529" y="119353"/>
                </a:lnTo>
                <a:lnTo>
                  <a:pt x="181797" y="120654"/>
                </a:lnTo>
                <a:lnTo>
                  <a:pt x="181797" y="121955"/>
                </a:lnTo>
                <a:close/>
                <a:moveTo>
                  <a:pt x="183532" y="120220"/>
                </a:moveTo>
                <a:lnTo>
                  <a:pt x="182231" y="120220"/>
                </a:lnTo>
                <a:lnTo>
                  <a:pt x="180930" y="118953"/>
                </a:lnTo>
                <a:lnTo>
                  <a:pt x="182831" y="118953"/>
                </a:lnTo>
                <a:lnTo>
                  <a:pt x="183098" y="118819"/>
                </a:lnTo>
                <a:lnTo>
                  <a:pt x="184332" y="117585"/>
                </a:lnTo>
                <a:lnTo>
                  <a:pt x="184332" y="119386"/>
                </a:lnTo>
                <a:close/>
                <a:moveTo>
                  <a:pt x="185967" y="120220"/>
                </a:moveTo>
                <a:lnTo>
                  <a:pt x="185133" y="119386"/>
                </a:lnTo>
                <a:lnTo>
                  <a:pt x="185133" y="117585"/>
                </a:lnTo>
                <a:lnTo>
                  <a:pt x="186367" y="118819"/>
                </a:lnTo>
                <a:lnTo>
                  <a:pt x="186667" y="118953"/>
                </a:lnTo>
                <a:lnTo>
                  <a:pt x="188535" y="118953"/>
                </a:lnTo>
                <a:lnTo>
                  <a:pt x="187268" y="120220"/>
                </a:lnTo>
                <a:lnTo>
                  <a:pt x="185967" y="120220"/>
                </a:lnTo>
                <a:close/>
                <a:moveTo>
                  <a:pt x="188502" y="122755"/>
                </a:moveTo>
                <a:lnTo>
                  <a:pt x="187668" y="121955"/>
                </a:lnTo>
                <a:lnTo>
                  <a:pt x="187668" y="120654"/>
                </a:lnTo>
                <a:lnTo>
                  <a:pt x="188969" y="119353"/>
                </a:lnTo>
                <a:lnTo>
                  <a:pt x="188969" y="121421"/>
                </a:lnTo>
                <a:lnTo>
                  <a:pt x="190303" y="122755"/>
                </a:lnTo>
                <a:lnTo>
                  <a:pt x="188502" y="122755"/>
                </a:lnTo>
                <a:close/>
                <a:moveTo>
                  <a:pt x="191437" y="122755"/>
                </a:moveTo>
                <a:lnTo>
                  <a:pt x="189736" y="121088"/>
                </a:lnTo>
                <a:lnTo>
                  <a:pt x="189736" y="119053"/>
                </a:lnTo>
                <a:lnTo>
                  <a:pt x="195473" y="119053"/>
                </a:lnTo>
                <a:lnTo>
                  <a:pt x="199176" y="122755"/>
                </a:lnTo>
                <a:lnTo>
                  <a:pt x="191437" y="122755"/>
                </a:lnTo>
                <a:close/>
                <a:moveTo>
                  <a:pt x="201077" y="122755"/>
                </a:moveTo>
                <a:lnTo>
                  <a:pt x="204813" y="119053"/>
                </a:lnTo>
                <a:lnTo>
                  <a:pt x="210518" y="119053"/>
                </a:lnTo>
                <a:lnTo>
                  <a:pt x="210518" y="121088"/>
                </a:lnTo>
                <a:lnTo>
                  <a:pt x="208850" y="122755"/>
                </a:lnTo>
                <a:lnTo>
                  <a:pt x="201077" y="122755"/>
                </a:lnTo>
                <a:close/>
                <a:moveTo>
                  <a:pt x="211785" y="122755"/>
                </a:moveTo>
                <a:lnTo>
                  <a:pt x="209950" y="122755"/>
                </a:lnTo>
                <a:lnTo>
                  <a:pt x="211318" y="121421"/>
                </a:lnTo>
                <a:lnTo>
                  <a:pt x="211318" y="119353"/>
                </a:lnTo>
                <a:lnTo>
                  <a:pt x="212586" y="120654"/>
                </a:lnTo>
                <a:lnTo>
                  <a:pt x="212586" y="121955"/>
                </a:lnTo>
                <a:close/>
                <a:moveTo>
                  <a:pt x="214320" y="120220"/>
                </a:moveTo>
                <a:lnTo>
                  <a:pt x="213019" y="120220"/>
                </a:lnTo>
                <a:lnTo>
                  <a:pt x="211718" y="118953"/>
                </a:lnTo>
                <a:lnTo>
                  <a:pt x="213620" y="118953"/>
                </a:lnTo>
                <a:lnTo>
                  <a:pt x="213887" y="118819"/>
                </a:lnTo>
                <a:lnTo>
                  <a:pt x="215154" y="117585"/>
                </a:lnTo>
                <a:lnTo>
                  <a:pt x="215154" y="119386"/>
                </a:lnTo>
                <a:close/>
                <a:moveTo>
                  <a:pt x="216755" y="120220"/>
                </a:moveTo>
                <a:lnTo>
                  <a:pt x="215921" y="119386"/>
                </a:lnTo>
                <a:lnTo>
                  <a:pt x="215921" y="117585"/>
                </a:lnTo>
                <a:lnTo>
                  <a:pt x="217156" y="118819"/>
                </a:lnTo>
                <a:lnTo>
                  <a:pt x="217456" y="118953"/>
                </a:lnTo>
                <a:lnTo>
                  <a:pt x="219324" y="118953"/>
                </a:lnTo>
                <a:lnTo>
                  <a:pt x="218056" y="120220"/>
                </a:lnTo>
                <a:lnTo>
                  <a:pt x="216755" y="120220"/>
                </a:lnTo>
                <a:close/>
                <a:moveTo>
                  <a:pt x="219290" y="122755"/>
                </a:moveTo>
                <a:lnTo>
                  <a:pt x="218457" y="121955"/>
                </a:lnTo>
                <a:lnTo>
                  <a:pt x="218457" y="120654"/>
                </a:lnTo>
                <a:lnTo>
                  <a:pt x="219757" y="119353"/>
                </a:lnTo>
                <a:lnTo>
                  <a:pt x="219757" y="121421"/>
                </a:lnTo>
                <a:lnTo>
                  <a:pt x="221092" y="122755"/>
                </a:lnTo>
                <a:lnTo>
                  <a:pt x="219290" y="122755"/>
                </a:lnTo>
                <a:close/>
                <a:moveTo>
                  <a:pt x="222226" y="122755"/>
                </a:moveTo>
                <a:lnTo>
                  <a:pt x="220558" y="121088"/>
                </a:lnTo>
                <a:lnTo>
                  <a:pt x="220558" y="119053"/>
                </a:lnTo>
                <a:lnTo>
                  <a:pt x="226262" y="119053"/>
                </a:lnTo>
                <a:lnTo>
                  <a:pt x="229965" y="122755"/>
                </a:lnTo>
                <a:lnTo>
                  <a:pt x="222226" y="122755"/>
                </a:lnTo>
                <a:close/>
                <a:moveTo>
                  <a:pt x="231866" y="122755"/>
                </a:moveTo>
                <a:lnTo>
                  <a:pt x="235602" y="119053"/>
                </a:lnTo>
                <a:lnTo>
                  <a:pt x="241306" y="119053"/>
                </a:lnTo>
                <a:lnTo>
                  <a:pt x="241306" y="121088"/>
                </a:lnTo>
                <a:lnTo>
                  <a:pt x="239638" y="122755"/>
                </a:lnTo>
                <a:lnTo>
                  <a:pt x="231866" y="122755"/>
                </a:lnTo>
                <a:close/>
                <a:moveTo>
                  <a:pt x="242574" y="122755"/>
                </a:moveTo>
                <a:lnTo>
                  <a:pt x="240739" y="122755"/>
                </a:lnTo>
                <a:lnTo>
                  <a:pt x="242107" y="121421"/>
                </a:lnTo>
                <a:lnTo>
                  <a:pt x="242107" y="119353"/>
                </a:lnTo>
                <a:lnTo>
                  <a:pt x="243408" y="120654"/>
                </a:lnTo>
                <a:lnTo>
                  <a:pt x="243408" y="121955"/>
                </a:lnTo>
                <a:close/>
                <a:moveTo>
                  <a:pt x="245943" y="119420"/>
                </a:moveTo>
                <a:lnTo>
                  <a:pt x="245109" y="120220"/>
                </a:lnTo>
                <a:lnTo>
                  <a:pt x="243808" y="120220"/>
                </a:lnTo>
                <a:lnTo>
                  <a:pt x="242507" y="118953"/>
                </a:lnTo>
                <a:lnTo>
                  <a:pt x="244408" y="118953"/>
                </a:lnTo>
                <a:lnTo>
                  <a:pt x="244675" y="118819"/>
                </a:lnTo>
                <a:lnTo>
                  <a:pt x="245909" y="117585"/>
                </a:lnTo>
                <a:lnTo>
                  <a:pt x="245909" y="119420"/>
                </a:lnTo>
                <a:close/>
                <a:moveTo>
                  <a:pt x="245943" y="116484"/>
                </a:moveTo>
                <a:lnTo>
                  <a:pt x="244242" y="118152"/>
                </a:lnTo>
                <a:lnTo>
                  <a:pt x="242207" y="118152"/>
                </a:lnTo>
                <a:lnTo>
                  <a:pt x="242207" y="112448"/>
                </a:lnTo>
                <a:lnTo>
                  <a:pt x="245943" y="108712"/>
                </a:lnTo>
                <a:close/>
                <a:moveTo>
                  <a:pt x="245943" y="106811"/>
                </a:moveTo>
                <a:lnTo>
                  <a:pt x="242207" y="103108"/>
                </a:lnTo>
                <a:lnTo>
                  <a:pt x="242207" y="97371"/>
                </a:lnTo>
                <a:lnTo>
                  <a:pt x="244242" y="97371"/>
                </a:lnTo>
                <a:lnTo>
                  <a:pt x="245943" y="99072"/>
                </a:lnTo>
                <a:close/>
                <a:moveTo>
                  <a:pt x="245109" y="95302"/>
                </a:moveTo>
                <a:lnTo>
                  <a:pt x="245943" y="96136"/>
                </a:lnTo>
                <a:lnTo>
                  <a:pt x="245943" y="97938"/>
                </a:lnTo>
                <a:lnTo>
                  <a:pt x="244675" y="96703"/>
                </a:lnTo>
                <a:lnTo>
                  <a:pt x="244408" y="96603"/>
                </a:lnTo>
                <a:lnTo>
                  <a:pt x="242507" y="96603"/>
                </a:lnTo>
                <a:lnTo>
                  <a:pt x="243808" y="95302"/>
                </a:lnTo>
                <a:lnTo>
                  <a:pt x="245109" y="95302"/>
                </a:lnTo>
                <a:close/>
                <a:moveTo>
                  <a:pt x="243374" y="93601"/>
                </a:moveTo>
                <a:lnTo>
                  <a:pt x="243374" y="94902"/>
                </a:lnTo>
                <a:lnTo>
                  <a:pt x="242107" y="96170"/>
                </a:lnTo>
                <a:lnTo>
                  <a:pt x="242107" y="94135"/>
                </a:lnTo>
                <a:lnTo>
                  <a:pt x="240739" y="92767"/>
                </a:lnTo>
                <a:lnTo>
                  <a:pt x="242574" y="92767"/>
                </a:lnTo>
                <a:close/>
                <a:moveTo>
                  <a:pt x="242574" y="91967"/>
                </a:moveTo>
                <a:lnTo>
                  <a:pt x="240739" y="91967"/>
                </a:lnTo>
                <a:lnTo>
                  <a:pt x="242107" y="90632"/>
                </a:lnTo>
                <a:lnTo>
                  <a:pt x="242107" y="88564"/>
                </a:lnTo>
                <a:lnTo>
                  <a:pt x="243374" y="89865"/>
                </a:lnTo>
                <a:lnTo>
                  <a:pt x="243374" y="91166"/>
                </a:lnTo>
                <a:close/>
                <a:moveTo>
                  <a:pt x="245943" y="88598"/>
                </a:moveTo>
                <a:lnTo>
                  <a:pt x="245109" y="89432"/>
                </a:lnTo>
                <a:lnTo>
                  <a:pt x="243808" y="89432"/>
                </a:lnTo>
                <a:lnTo>
                  <a:pt x="242507" y="88164"/>
                </a:lnTo>
                <a:lnTo>
                  <a:pt x="244408" y="88164"/>
                </a:lnTo>
                <a:lnTo>
                  <a:pt x="244675" y="88031"/>
                </a:lnTo>
                <a:lnTo>
                  <a:pt x="245909" y="86796"/>
                </a:lnTo>
                <a:lnTo>
                  <a:pt x="245909" y="88598"/>
                </a:lnTo>
                <a:close/>
                <a:moveTo>
                  <a:pt x="245943" y="85696"/>
                </a:moveTo>
                <a:lnTo>
                  <a:pt x="244242" y="87363"/>
                </a:lnTo>
                <a:lnTo>
                  <a:pt x="242207" y="87363"/>
                </a:lnTo>
                <a:lnTo>
                  <a:pt x="242207" y="81659"/>
                </a:lnTo>
                <a:lnTo>
                  <a:pt x="245943" y="77923"/>
                </a:lnTo>
                <a:close/>
                <a:moveTo>
                  <a:pt x="245943" y="76022"/>
                </a:moveTo>
                <a:lnTo>
                  <a:pt x="242207" y="72286"/>
                </a:lnTo>
                <a:lnTo>
                  <a:pt x="242207" y="66582"/>
                </a:lnTo>
                <a:lnTo>
                  <a:pt x="244242" y="66582"/>
                </a:lnTo>
                <a:lnTo>
                  <a:pt x="245943" y="68283"/>
                </a:lnTo>
                <a:close/>
                <a:moveTo>
                  <a:pt x="245109" y="64514"/>
                </a:moveTo>
                <a:lnTo>
                  <a:pt x="245943" y="65348"/>
                </a:lnTo>
                <a:lnTo>
                  <a:pt x="245943" y="67149"/>
                </a:lnTo>
                <a:lnTo>
                  <a:pt x="244675" y="65915"/>
                </a:lnTo>
                <a:lnTo>
                  <a:pt x="244408" y="65781"/>
                </a:lnTo>
                <a:lnTo>
                  <a:pt x="242507" y="65781"/>
                </a:lnTo>
                <a:lnTo>
                  <a:pt x="243808" y="64514"/>
                </a:lnTo>
                <a:lnTo>
                  <a:pt x="245109" y="64514"/>
                </a:lnTo>
                <a:close/>
                <a:moveTo>
                  <a:pt x="243374" y="62779"/>
                </a:moveTo>
                <a:lnTo>
                  <a:pt x="243374" y="64080"/>
                </a:lnTo>
                <a:lnTo>
                  <a:pt x="242107" y="65381"/>
                </a:lnTo>
                <a:lnTo>
                  <a:pt x="242107" y="63313"/>
                </a:lnTo>
                <a:lnTo>
                  <a:pt x="240739" y="61979"/>
                </a:lnTo>
                <a:lnTo>
                  <a:pt x="242574" y="61979"/>
                </a:lnTo>
                <a:close/>
                <a:moveTo>
                  <a:pt x="242574" y="61178"/>
                </a:moveTo>
                <a:lnTo>
                  <a:pt x="240739" y="61178"/>
                </a:lnTo>
                <a:lnTo>
                  <a:pt x="242107" y="59844"/>
                </a:lnTo>
                <a:lnTo>
                  <a:pt x="242107" y="57776"/>
                </a:lnTo>
                <a:lnTo>
                  <a:pt x="243374" y="59077"/>
                </a:lnTo>
                <a:lnTo>
                  <a:pt x="243374" y="60377"/>
                </a:lnTo>
                <a:close/>
                <a:moveTo>
                  <a:pt x="245943" y="57809"/>
                </a:moveTo>
                <a:lnTo>
                  <a:pt x="245109" y="58643"/>
                </a:lnTo>
                <a:lnTo>
                  <a:pt x="243808" y="58643"/>
                </a:lnTo>
                <a:lnTo>
                  <a:pt x="242507" y="57375"/>
                </a:lnTo>
                <a:lnTo>
                  <a:pt x="244408" y="57375"/>
                </a:lnTo>
                <a:lnTo>
                  <a:pt x="244675" y="57242"/>
                </a:lnTo>
                <a:lnTo>
                  <a:pt x="245909" y="56008"/>
                </a:lnTo>
                <a:lnTo>
                  <a:pt x="245909" y="57809"/>
                </a:lnTo>
                <a:close/>
                <a:moveTo>
                  <a:pt x="245943" y="54874"/>
                </a:moveTo>
                <a:lnTo>
                  <a:pt x="244242" y="56575"/>
                </a:lnTo>
                <a:lnTo>
                  <a:pt x="242207" y="56575"/>
                </a:lnTo>
                <a:lnTo>
                  <a:pt x="242207" y="50871"/>
                </a:lnTo>
                <a:lnTo>
                  <a:pt x="245943" y="47135"/>
                </a:lnTo>
                <a:close/>
                <a:moveTo>
                  <a:pt x="245943" y="45233"/>
                </a:moveTo>
                <a:lnTo>
                  <a:pt x="242207" y="41497"/>
                </a:lnTo>
                <a:lnTo>
                  <a:pt x="242207" y="35793"/>
                </a:lnTo>
                <a:lnTo>
                  <a:pt x="244242" y="35793"/>
                </a:lnTo>
                <a:lnTo>
                  <a:pt x="245943" y="37461"/>
                </a:lnTo>
                <a:close/>
                <a:moveTo>
                  <a:pt x="245109" y="33725"/>
                </a:moveTo>
                <a:lnTo>
                  <a:pt x="245943" y="34559"/>
                </a:lnTo>
                <a:lnTo>
                  <a:pt x="245943" y="36360"/>
                </a:lnTo>
                <a:lnTo>
                  <a:pt x="244675" y="35126"/>
                </a:lnTo>
                <a:lnTo>
                  <a:pt x="244408" y="34993"/>
                </a:lnTo>
                <a:lnTo>
                  <a:pt x="242507" y="34993"/>
                </a:lnTo>
                <a:lnTo>
                  <a:pt x="243808" y="33725"/>
                </a:lnTo>
                <a:lnTo>
                  <a:pt x="245109" y="33725"/>
                </a:lnTo>
                <a:close/>
                <a:moveTo>
                  <a:pt x="243374" y="31990"/>
                </a:moveTo>
                <a:lnTo>
                  <a:pt x="243374" y="33291"/>
                </a:lnTo>
                <a:lnTo>
                  <a:pt x="242107" y="34592"/>
                </a:lnTo>
                <a:lnTo>
                  <a:pt x="242107" y="32524"/>
                </a:lnTo>
                <a:lnTo>
                  <a:pt x="240739" y="31190"/>
                </a:lnTo>
                <a:lnTo>
                  <a:pt x="242574" y="31190"/>
                </a:lnTo>
                <a:close/>
                <a:moveTo>
                  <a:pt x="242574" y="30389"/>
                </a:moveTo>
                <a:lnTo>
                  <a:pt x="240739" y="30389"/>
                </a:lnTo>
                <a:lnTo>
                  <a:pt x="242107" y="29055"/>
                </a:lnTo>
                <a:lnTo>
                  <a:pt x="242107" y="26987"/>
                </a:lnTo>
                <a:lnTo>
                  <a:pt x="243374" y="28254"/>
                </a:lnTo>
                <a:lnTo>
                  <a:pt x="243374" y="29555"/>
                </a:lnTo>
                <a:close/>
                <a:moveTo>
                  <a:pt x="245943" y="27020"/>
                </a:moveTo>
                <a:lnTo>
                  <a:pt x="245109" y="27854"/>
                </a:lnTo>
                <a:lnTo>
                  <a:pt x="243808" y="27854"/>
                </a:lnTo>
                <a:lnTo>
                  <a:pt x="242507" y="26553"/>
                </a:lnTo>
                <a:lnTo>
                  <a:pt x="244408" y="26553"/>
                </a:lnTo>
                <a:lnTo>
                  <a:pt x="244675" y="26453"/>
                </a:lnTo>
                <a:lnTo>
                  <a:pt x="245909" y="25219"/>
                </a:lnTo>
                <a:lnTo>
                  <a:pt x="245909" y="27020"/>
                </a:lnTo>
                <a:close/>
                <a:moveTo>
                  <a:pt x="245943" y="24085"/>
                </a:moveTo>
                <a:lnTo>
                  <a:pt x="244242" y="25786"/>
                </a:lnTo>
                <a:lnTo>
                  <a:pt x="242207" y="25786"/>
                </a:lnTo>
                <a:lnTo>
                  <a:pt x="242207" y="20049"/>
                </a:lnTo>
                <a:lnTo>
                  <a:pt x="245943" y="16346"/>
                </a:lnTo>
                <a:close/>
                <a:moveTo>
                  <a:pt x="245943" y="14445"/>
                </a:moveTo>
                <a:lnTo>
                  <a:pt x="242207" y="10709"/>
                </a:lnTo>
                <a:lnTo>
                  <a:pt x="242207" y="5004"/>
                </a:lnTo>
                <a:lnTo>
                  <a:pt x="244242" y="5004"/>
                </a:lnTo>
                <a:lnTo>
                  <a:pt x="245943" y="6672"/>
                </a:lnTo>
                <a:close/>
                <a:moveTo>
                  <a:pt x="245943" y="5572"/>
                </a:moveTo>
                <a:lnTo>
                  <a:pt x="244675" y="4337"/>
                </a:lnTo>
                <a:lnTo>
                  <a:pt x="244408" y="4204"/>
                </a:lnTo>
                <a:lnTo>
                  <a:pt x="242507" y="4204"/>
                </a:lnTo>
                <a:lnTo>
                  <a:pt x="243808" y="2936"/>
                </a:lnTo>
                <a:lnTo>
                  <a:pt x="245109" y="2936"/>
                </a:lnTo>
                <a:lnTo>
                  <a:pt x="245943" y="3737"/>
                </a:lnTo>
                <a:lnTo>
                  <a:pt x="245943" y="5572"/>
                </a:lnTo>
                <a:close/>
              </a:path>
            </a:pathLst>
          </a:custGeom>
          <a:solidFill>
            <a:srgbClr val="594129">
              <a:alpha val="5137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4"/>
          <p:cNvSpPr txBox="1"/>
          <p:nvPr>
            <p:ph type="title"/>
          </p:nvPr>
        </p:nvSpPr>
        <p:spPr>
          <a:xfrm>
            <a:off x="2416650" y="2028206"/>
            <a:ext cx="4310700" cy="619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b="0" sz="4000">
                <a:solidFill>
                  <a:schemeClr val="accent1"/>
                </a:solidFill>
              </a:defRPr>
            </a:lvl1pPr>
            <a:lvl2pPr lvl="1" algn="ctr">
              <a:lnSpc>
                <a:spcPct val="100000"/>
              </a:lnSpc>
              <a:spcBef>
                <a:spcPts val="0"/>
              </a:spcBef>
              <a:spcAft>
                <a:spcPts val="0"/>
              </a:spcAft>
              <a:buClr>
                <a:schemeClr val="lt2"/>
              </a:buClr>
              <a:buSzPts val="3600"/>
              <a:buNone/>
              <a:defRPr sz="3600">
                <a:solidFill>
                  <a:schemeClr val="lt2"/>
                </a:solidFill>
              </a:defRPr>
            </a:lvl2pPr>
            <a:lvl3pPr lvl="2" algn="ctr">
              <a:lnSpc>
                <a:spcPct val="100000"/>
              </a:lnSpc>
              <a:spcBef>
                <a:spcPts val="0"/>
              </a:spcBef>
              <a:spcAft>
                <a:spcPts val="0"/>
              </a:spcAft>
              <a:buClr>
                <a:schemeClr val="lt2"/>
              </a:buClr>
              <a:buSzPts val="3600"/>
              <a:buNone/>
              <a:defRPr sz="3600">
                <a:solidFill>
                  <a:schemeClr val="lt2"/>
                </a:solidFill>
              </a:defRPr>
            </a:lvl3pPr>
            <a:lvl4pPr lvl="3" algn="ctr">
              <a:lnSpc>
                <a:spcPct val="100000"/>
              </a:lnSpc>
              <a:spcBef>
                <a:spcPts val="0"/>
              </a:spcBef>
              <a:spcAft>
                <a:spcPts val="0"/>
              </a:spcAft>
              <a:buClr>
                <a:schemeClr val="lt2"/>
              </a:buClr>
              <a:buSzPts val="3600"/>
              <a:buNone/>
              <a:defRPr sz="3600">
                <a:solidFill>
                  <a:schemeClr val="lt2"/>
                </a:solidFill>
              </a:defRPr>
            </a:lvl4pPr>
            <a:lvl5pPr lvl="4" algn="ctr">
              <a:lnSpc>
                <a:spcPct val="100000"/>
              </a:lnSpc>
              <a:spcBef>
                <a:spcPts val="0"/>
              </a:spcBef>
              <a:spcAft>
                <a:spcPts val="0"/>
              </a:spcAft>
              <a:buClr>
                <a:schemeClr val="lt2"/>
              </a:buClr>
              <a:buSzPts val="3600"/>
              <a:buNone/>
              <a:defRPr sz="3600">
                <a:solidFill>
                  <a:schemeClr val="lt2"/>
                </a:solidFill>
              </a:defRPr>
            </a:lvl5pPr>
            <a:lvl6pPr lvl="5" algn="ctr">
              <a:lnSpc>
                <a:spcPct val="100000"/>
              </a:lnSpc>
              <a:spcBef>
                <a:spcPts val="0"/>
              </a:spcBef>
              <a:spcAft>
                <a:spcPts val="0"/>
              </a:spcAft>
              <a:buClr>
                <a:schemeClr val="lt2"/>
              </a:buClr>
              <a:buSzPts val="3600"/>
              <a:buNone/>
              <a:defRPr sz="3600">
                <a:solidFill>
                  <a:schemeClr val="lt2"/>
                </a:solidFill>
              </a:defRPr>
            </a:lvl6pPr>
            <a:lvl7pPr lvl="6" algn="ctr">
              <a:lnSpc>
                <a:spcPct val="100000"/>
              </a:lnSpc>
              <a:spcBef>
                <a:spcPts val="0"/>
              </a:spcBef>
              <a:spcAft>
                <a:spcPts val="0"/>
              </a:spcAft>
              <a:buClr>
                <a:schemeClr val="lt2"/>
              </a:buClr>
              <a:buSzPts val="3600"/>
              <a:buNone/>
              <a:defRPr sz="3600">
                <a:solidFill>
                  <a:schemeClr val="lt2"/>
                </a:solidFill>
              </a:defRPr>
            </a:lvl7pPr>
            <a:lvl8pPr lvl="7" algn="ctr">
              <a:lnSpc>
                <a:spcPct val="100000"/>
              </a:lnSpc>
              <a:spcBef>
                <a:spcPts val="0"/>
              </a:spcBef>
              <a:spcAft>
                <a:spcPts val="0"/>
              </a:spcAft>
              <a:buClr>
                <a:schemeClr val="lt2"/>
              </a:buClr>
              <a:buSzPts val="3600"/>
              <a:buNone/>
              <a:defRPr sz="3600">
                <a:solidFill>
                  <a:schemeClr val="lt2"/>
                </a:solidFill>
              </a:defRPr>
            </a:lvl8pPr>
            <a:lvl9pPr lvl="8" algn="ctr">
              <a:lnSpc>
                <a:spcPct val="100000"/>
              </a:lnSpc>
              <a:spcBef>
                <a:spcPts val="0"/>
              </a:spcBef>
              <a:spcAft>
                <a:spcPts val="0"/>
              </a:spcAft>
              <a:buClr>
                <a:schemeClr val="lt2"/>
              </a:buClr>
              <a:buSzPts val="3600"/>
              <a:buNone/>
              <a:defRPr sz="3600">
                <a:solidFill>
                  <a:schemeClr val="lt2"/>
                </a:solidFill>
              </a:defRPr>
            </a:lvl9pPr>
          </a:lstStyle>
          <a:p/>
        </p:txBody>
      </p:sp>
      <p:sp>
        <p:nvSpPr>
          <p:cNvPr id="40" name="Google Shape;40;p4"/>
          <p:cNvSpPr txBox="1"/>
          <p:nvPr>
            <p:ph idx="2" type="title"/>
          </p:nvPr>
        </p:nvSpPr>
        <p:spPr>
          <a:xfrm>
            <a:off x="4060050" y="1552200"/>
            <a:ext cx="1023900" cy="619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4800"/>
              <a:buNone/>
              <a:defRPr sz="4000"/>
            </a:lvl1pPr>
            <a:lvl2pPr lvl="1" algn="ctr">
              <a:lnSpc>
                <a:spcPct val="100000"/>
              </a:lnSpc>
              <a:spcBef>
                <a:spcPts val="0"/>
              </a:spcBef>
              <a:spcAft>
                <a:spcPts val="0"/>
              </a:spcAft>
              <a:buClr>
                <a:schemeClr val="lt2"/>
              </a:buClr>
              <a:buSzPts val="4800"/>
              <a:buNone/>
              <a:defRPr sz="4800">
                <a:solidFill>
                  <a:schemeClr val="lt2"/>
                </a:solidFill>
              </a:defRPr>
            </a:lvl2pPr>
            <a:lvl3pPr lvl="2" algn="ctr">
              <a:lnSpc>
                <a:spcPct val="100000"/>
              </a:lnSpc>
              <a:spcBef>
                <a:spcPts val="0"/>
              </a:spcBef>
              <a:spcAft>
                <a:spcPts val="0"/>
              </a:spcAft>
              <a:buClr>
                <a:schemeClr val="lt2"/>
              </a:buClr>
              <a:buSzPts val="4800"/>
              <a:buNone/>
              <a:defRPr sz="4800">
                <a:solidFill>
                  <a:schemeClr val="lt2"/>
                </a:solidFill>
              </a:defRPr>
            </a:lvl3pPr>
            <a:lvl4pPr lvl="3" algn="ctr">
              <a:lnSpc>
                <a:spcPct val="100000"/>
              </a:lnSpc>
              <a:spcBef>
                <a:spcPts val="0"/>
              </a:spcBef>
              <a:spcAft>
                <a:spcPts val="0"/>
              </a:spcAft>
              <a:buClr>
                <a:schemeClr val="lt2"/>
              </a:buClr>
              <a:buSzPts val="4800"/>
              <a:buNone/>
              <a:defRPr sz="4800">
                <a:solidFill>
                  <a:schemeClr val="lt2"/>
                </a:solidFill>
              </a:defRPr>
            </a:lvl4pPr>
            <a:lvl5pPr lvl="4" algn="ctr">
              <a:lnSpc>
                <a:spcPct val="100000"/>
              </a:lnSpc>
              <a:spcBef>
                <a:spcPts val="0"/>
              </a:spcBef>
              <a:spcAft>
                <a:spcPts val="0"/>
              </a:spcAft>
              <a:buClr>
                <a:schemeClr val="lt2"/>
              </a:buClr>
              <a:buSzPts val="4800"/>
              <a:buNone/>
              <a:defRPr sz="4800">
                <a:solidFill>
                  <a:schemeClr val="lt2"/>
                </a:solidFill>
              </a:defRPr>
            </a:lvl5pPr>
            <a:lvl6pPr lvl="5" algn="ctr">
              <a:lnSpc>
                <a:spcPct val="100000"/>
              </a:lnSpc>
              <a:spcBef>
                <a:spcPts val="0"/>
              </a:spcBef>
              <a:spcAft>
                <a:spcPts val="0"/>
              </a:spcAft>
              <a:buClr>
                <a:schemeClr val="lt2"/>
              </a:buClr>
              <a:buSzPts val="4800"/>
              <a:buNone/>
              <a:defRPr sz="4800">
                <a:solidFill>
                  <a:schemeClr val="lt2"/>
                </a:solidFill>
              </a:defRPr>
            </a:lvl6pPr>
            <a:lvl7pPr lvl="6" algn="ctr">
              <a:lnSpc>
                <a:spcPct val="100000"/>
              </a:lnSpc>
              <a:spcBef>
                <a:spcPts val="0"/>
              </a:spcBef>
              <a:spcAft>
                <a:spcPts val="0"/>
              </a:spcAft>
              <a:buClr>
                <a:schemeClr val="lt2"/>
              </a:buClr>
              <a:buSzPts val="4800"/>
              <a:buNone/>
              <a:defRPr sz="4800">
                <a:solidFill>
                  <a:schemeClr val="lt2"/>
                </a:solidFill>
              </a:defRPr>
            </a:lvl7pPr>
            <a:lvl8pPr lvl="7" algn="ctr">
              <a:lnSpc>
                <a:spcPct val="100000"/>
              </a:lnSpc>
              <a:spcBef>
                <a:spcPts val="0"/>
              </a:spcBef>
              <a:spcAft>
                <a:spcPts val="0"/>
              </a:spcAft>
              <a:buClr>
                <a:schemeClr val="lt2"/>
              </a:buClr>
              <a:buSzPts val="4800"/>
              <a:buNone/>
              <a:defRPr sz="4800">
                <a:solidFill>
                  <a:schemeClr val="lt2"/>
                </a:solidFill>
              </a:defRPr>
            </a:lvl8pPr>
            <a:lvl9pPr lvl="8" algn="ctr">
              <a:lnSpc>
                <a:spcPct val="100000"/>
              </a:lnSpc>
              <a:spcBef>
                <a:spcPts val="0"/>
              </a:spcBef>
              <a:spcAft>
                <a:spcPts val="0"/>
              </a:spcAft>
              <a:buClr>
                <a:schemeClr val="lt2"/>
              </a:buClr>
              <a:buSzPts val="4800"/>
              <a:buNone/>
              <a:defRPr sz="4800">
                <a:solidFill>
                  <a:schemeClr val="lt2"/>
                </a:solidFill>
              </a:defRPr>
            </a:lvl9pPr>
          </a:lstStyle>
          <a:p/>
        </p:txBody>
      </p:sp>
      <p:sp>
        <p:nvSpPr>
          <p:cNvPr id="41" name="Google Shape;41;p4"/>
          <p:cNvSpPr txBox="1"/>
          <p:nvPr>
            <p:ph idx="1" type="subTitle"/>
          </p:nvPr>
        </p:nvSpPr>
        <p:spPr>
          <a:xfrm>
            <a:off x="2997600" y="2788800"/>
            <a:ext cx="3148800" cy="802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grpSp>
        <p:nvGrpSpPr>
          <p:cNvPr id="42" name="Google Shape;42;p4"/>
          <p:cNvGrpSpPr/>
          <p:nvPr/>
        </p:nvGrpSpPr>
        <p:grpSpPr>
          <a:xfrm>
            <a:off x="1098938" y="0"/>
            <a:ext cx="1023880" cy="3931996"/>
            <a:chOff x="957525" y="0"/>
            <a:chExt cx="1023880" cy="3931996"/>
          </a:xfrm>
        </p:grpSpPr>
        <p:sp>
          <p:nvSpPr>
            <p:cNvPr id="43" name="Google Shape;43;p4"/>
            <p:cNvSpPr/>
            <p:nvPr/>
          </p:nvSpPr>
          <p:spPr>
            <a:xfrm>
              <a:off x="1458299" y="0"/>
              <a:ext cx="15825" cy="1711042"/>
            </a:xfrm>
            <a:custGeom>
              <a:rect b="b" l="l" r="r" t="t"/>
              <a:pathLst>
                <a:path extrusionOk="0" h="32057" w="434">
                  <a:moveTo>
                    <a:pt x="434" y="32057"/>
                  </a:moveTo>
                  <a:lnTo>
                    <a:pt x="434" y="31356"/>
                  </a:lnTo>
                  <a:lnTo>
                    <a:pt x="0" y="31356"/>
                  </a:lnTo>
                  <a:lnTo>
                    <a:pt x="0" y="32057"/>
                  </a:lnTo>
                  <a:close/>
                  <a:moveTo>
                    <a:pt x="434" y="30923"/>
                  </a:moveTo>
                  <a:lnTo>
                    <a:pt x="434" y="30056"/>
                  </a:lnTo>
                  <a:lnTo>
                    <a:pt x="0" y="30056"/>
                  </a:lnTo>
                  <a:lnTo>
                    <a:pt x="0" y="30923"/>
                  </a:lnTo>
                  <a:close/>
                  <a:moveTo>
                    <a:pt x="434" y="29622"/>
                  </a:moveTo>
                  <a:lnTo>
                    <a:pt x="434" y="28755"/>
                  </a:lnTo>
                  <a:lnTo>
                    <a:pt x="0" y="28755"/>
                  </a:lnTo>
                  <a:lnTo>
                    <a:pt x="0" y="29622"/>
                  </a:lnTo>
                  <a:close/>
                  <a:moveTo>
                    <a:pt x="434" y="28321"/>
                  </a:moveTo>
                  <a:lnTo>
                    <a:pt x="434" y="27454"/>
                  </a:lnTo>
                  <a:lnTo>
                    <a:pt x="0" y="27454"/>
                  </a:lnTo>
                  <a:lnTo>
                    <a:pt x="0" y="28321"/>
                  </a:lnTo>
                  <a:close/>
                  <a:moveTo>
                    <a:pt x="434" y="27020"/>
                  </a:moveTo>
                  <a:lnTo>
                    <a:pt x="434" y="26153"/>
                  </a:lnTo>
                  <a:lnTo>
                    <a:pt x="0" y="26153"/>
                  </a:lnTo>
                  <a:lnTo>
                    <a:pt x="0" y="27020"/>
                  </a:lnTo>
                  <a:close/>
                  <a:moveTo>
                    <a:pt x="434" y="25719"/>
                  </a:moveTo>
                  <a:lnTo>
                    <a:pt x="434" y="24818"/>
                  </a:lnTo>
                  <a:lnTo>
                    <a:pt x="0" y="24818"/>
                  </a:lnTo>
                  <a:lnTo>
                    <a:pt x="0" y="25719"/>
                  </a:lnTo>
                  <a:close/>
                  <a:moveTo>
                    <a:pt x="434" y="24385"/>
                  </a:moveTo>
                  <a:lnTo>
                    <a:pt x="434" y="23517"/>
                  </a:lnTo>
                  <a:lnTo>
                    <a:pt x="0" y="23517"/>
                  </a:lnTo>
                  <a:lnTo>
                    <a:pt x="0" y="24385"/>
                  </a:lnTo>
                  <a:close/>
                  <a:moveTo>
                    <a:pt x="434" y="23084"/>
                  </a:moveTo>
                  <a:lnTo>
                    <a:pt x="434" y="22217"/>
                  </a:lnTo>
                  <a:lnTo>
                    <a:pt x="0" y="22217"/>
                  </a:lnTo>
                  <a:lnTo>
                    <a:pt x="0" y="23084"/>
                  </a:lnTo>
                  <a:close/>
                  <a:moveTo>
                    <a:pt x="434" y="21783"/>
                  </a:moveTo>
                  <a:lnTo>
                    <a:pt x="434" y="20916"/>
                  </a:lnTo>
                  <a:lnTo>
                    <a:pt x="0" y="20916"/>
                  </a:lnTo>
                  <a:lnTo>
                    <a:pt x="0" y="21783"/>
                  </a:lnTo>
                  <a:close/>
                  <a:moveTo>
                    <a:pt x="434" y="20482"/>
                  </a:moveTo>
                  <a:lnTo>
                    <a:pt x="434" y="19615"/>
                  </a:lnTo>
                  <a:lnTo>
                    <a:pt x="0" y="19615"/>
                  </a:lnTo>
                  <a:lnTo>
                    <a:pt x="0" y="20482"/>
                  </a:lnTo>
                  <a:close/>
                  <a:moveTo>
                    <a:pt x="434" y="19181"/>
                  </a:moveTo>
                  <a:lnTo>
                    <a:pt x="434" y="18314"/>
                  </a:lnTo>
                  <a:lnTo>
                    <a:pt x="0" y="18314"/>
                  </a:lnTo>
                  <a:lnTo>
                    <a:pt x="0" y="19181"/>
                  </a:lnTo>
                  <a:close/>
                  <a:moveTo>
                    <a:pt x="434" y="17847"/>
                  </a:moveTo>
                  <a:lnTo>
                    <a:pt x="434" y="16979"/>
                  </a:lnTo>
                  <a:lnTo>
                    <a:pt x="0" y="16979"/>
                  </a:lnTo>
                  <a:lnTo>
                    <a:pt x="0" y="17847"/>
                  </a:lnTo>
                  <a:close/>
                  <a:moveTo>
                    <a:pt x="434" y="16546"/>
                  </a:moveTo>
                  <a:lnTo>
                    <a:pt x="434" y="15679"/>
                  </a:lnTo>
                  <a:lnTo>
                    <a:pt x="0" y="15679"/>
                  </a:lnTo>
                  <a:lnTo>
                    <a:pt x="0" y="16546"/>
                  </a:lnTo>
                  <a:close/>
                  <a:moveTo>
                    <a:pt x="434" y="15245"/>
                  </a:moveTo>
                  <a:lnTo>
                    <a:pt x="434" y="14378"/>
                  </a:lnTo>
                  <a:lnTo>
                    <a:pt x="0" y="14378"/>
                  </a:lnTo>
                  <a:lnTo>
                    <a:pt x="0" y="15245"/>
                  </a:lnTo>
                  <a:close/>
                  <a:moveTo>
                    <a:pt x="434" y="13944"/>
                  </a:moveTo>
                  <a:lnTo>
                    <a:pt x="434" y="13077"/>
                  </a:lnTo>
                  <a:lnTo>
                    <a:pt x="0" y="13077"/>
                  </a:lnTo>
                  <a:lnTo>
                    <a:pt x="0" y="13944"/>
                  </a:lnTo>
                  <a:close/>
                  <a:moveTo>
                    <a:pt x="434" y="12643"/>
                  </a:moveTo>
                  <a:lnTo>
                    <a:pt x="434" y="11776"/>
                  </a:lnTo>
                  <a:lnTo>
                    <a:pt x="0" y="11776"/>
                  </a:lnTo>
                  <a:lnTo>
                    <a:pt x="0" y="12643"/>
                  </a:lnTo>
                  <a:close/>
                  <a:moveTo>
                    <a:pt x="434" y="11342"/>
                  </a:moveTo>
                  <a:lnTo>
                    <a:pt x="434" y="10441"/>
                  </a:lnTo>
                  <a:lnTo>
                    <a:pt x="0" y="10441"/>
                  </a:lnTo>
                  <a:lnTo>
                    <a:pt x="0" y="11342"/>
                  </a:lnTo>
                  <a:close/>
                  <a:moveTo>
                    <a:pt x="434" y="10008"/>
                  </a:moveTo>
                  <a:lnTo>
                    <a:pt x="434" y="9141"/>
                  </a:lnTo>
                  <a:lnTo>
                    <a:pt x="0" y="9141"/>
                  </a:lnTo>
                  <a:lnTo>
                    <a:pt x="0" y="10008"/>
                  </a:lnTo>
                  <a:close/>
                  <a:moveTo>
                    <a:pt x="434" y="8707"/>
                  </a:moveTo>
                  <a:lnTo>
                    <a:pt x="434" y="7840"/>
                  </a:lnTo>
                  <a:lnTo>
                    <a:pt x="0" y="7840"/>
                  </a:lnTo>
                  <a:lnTo>
                    <a:pt x="0" y="8707"/>
                  </a:lnTo>
                  <a:close/>
                  <a:moveTo>
                    <a:pt x="434" y="7406"/>
                  </a:moveTo>
                  <a:lnTo>
                    <a:pt x="434" y="6539"/>
                  </a:lnTo>
                  <a:lnTo>
                    <a:pt x="0" y="6539"/>
                  </a:lnTo>
                  <a:lnTo>
                    <a:pt x="0" y="7406"/>
                  </a:lnTo>
                  <a:close/>
                  <a:moveTo>
                    <a:pt x="434" y="6105"/>
                  </a:moveTo>
                  <a:lnTo>
                    <a:pt x="434" y="5238"/>
                  </a:lnTo>
                  <a:lnTo>
                    <a:pt x="0" y="5238"/>
                  </a:lnTo>
                  <a:lnTo>
                    <a:pt x="0" y="6105"/>
                  </a:lnTo>
                  <a:close/>
                  <a:moveTo>
                    <a:pt x="434" y="4804"/>
                  </a:moveTo>
                  <a:lnTo>
                    <a:pt x="434" y="3937"/>
                  </a:lnTo>
                  <a:lnTo>
                    <a:pt x="0" y="3937"/>
                  </a:lnTo>
                  <a:lnTo>
                    <a:pt x="0" y="4804"/>
                  </a:lnTo>
                  <a:close/>
                  <a:moveTo>
                    <a:pt x="434" y="3503"/>
                  </a:moveTo>
                  <a:lnTo>
                    <a:pt x="434" y="2603"/>
                  </a:lnTo>
                  <a:lnTo>
                    <a:pt x="0" y="2603"/>
                  </a:lnTo>
                  <a:lnTo>
                    <a:pt x="0" y="3503"/>
                  </a:lnTo>
                  <a:close/>
                  <a:moveTo>
                    <a:pt x="434" y="2169"/>
                  </a:moveTo>
                  <a:lnTo>
                    <a:pt x="434" y="1302"/>
                  </a:lnTo>
                  <a:lnTo>
                    <a:pt x="0" y="1302"/>
                  </a:lnTo>
                  <a:lnTo>
                    <a:pt x="0" y="2169"/>
                  </a:lnTo>
                  <a:close/>
                  <a:moveTo>
                    <a:pt x="434" y="868"/>
                  </a:moveTo>
                  <a:lnTo>
                    <a:pt x="434" y="1"/>
                  </a:lnTo>
                  <a:lnTo>
                    <a:pt x="0" y="1"/>
                  </a:lnTo>
                  <a:lnTo>
                    <a:pt x="0" y="868"/>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4"/>
            <p:cNvSpPr/>
            <p:nvPr/>
          </p:nvSpPr>
          <p:spPr>
            <a:xfrm>
              <a:off x="957525" y="1711079"/>
              <a:ext cx="1023880" cy="2220917"/>
            </a:xfrm>
            <a:custGeom>
              <a:rect b="b" l="l" r="r" t="t"/>
              <a:pathLst>
                <a:path extrusionOk="0" h="43198" w="19915">
                  <a:moveTo>
                    <a:pt x="1535" y="35125"/>
                  </a:moveTo>
                  <a:cubicBezTo>
                    <a:pt x="1568" y="36159"/>
                    <a:pt x="1968" y="37160"/>
                    <a:pt x="3103" y="37861"/>
                  </a:cubicBezTo>
                  <a:cubicBezTo>
                    <a:pt x="5704" y="39428"/>
                    <a:pt x="8240" y="39795"/>
                    <a:pt x="9407" y="40963"/>
                  </a:cubicBezTo>
                  <a:cubicBezTo>
                    <a:pt x="9007" y="41130"/>
                    <a:pt x="8707" y="41563"/>
                    <a:pt x="8707" y="42030"/>
                  </a:cubicBezTo>
                  <a:cubicBezTo>
                    <a:pt x="8707" y="42664"/>
                    <a:pt x="9240" y="43198"/>
                    <a:pt x="9941" y="43198"/>
                  </a:cubicBezTo>
                  <a:cubicBezTo>
                    <a:pt x="10608" y="43198"/>
                    <a:pt x="11142" y="42664"/>
                    <a:pt x="11142" y="42030"/>
                  </a:cubicBezTo>
                  <a:cubicBezTo>
                    <a:pt x="11142" y="41530"/>
                    <a:pt x="10841" y="41130"/>
                    <a:pt x="10441" y="40963"/>
                  </a:cubicBezTo>
                  <a:cubicBezTo>
                    <a:pt x="11609" y="39795"/>
                    <a:pt x="14144" y="39428"/>
                    <a:pt x="16746" y="37861"/>
                  </a:cubicBezTo>
                  <a:cubicBezTo>
                    <a:pt x="17880" y="37160"/>
                    <a:pt x="18280" y="36159"/>
                    <a:pt x="18347" y="35125"/>
                  </a:cubicBezTo>
                  <a:lnTo>
                    <a:pt x="18747" y="35125"/>
                  </a:lnTo>
                  <a:cubicBezTo>
                    <a:pt x="19147" y="35125"/>
                    <a:pt x="19481" y="34792"/>
                    <a:pt x="19481" y="34391"/>
                  </a:cubicBezTo>
                  <a:lnTo>
                    <a:pt x="19481" y="34391"/>
                  </a:lnTo>
                  <a:cubicBezTo>
                    <a:pt x="19481" y="33991"/>
                    <a:pt x="19147" y="33658"/>
                    <a:pt x="18747" y="33658"/>
                  </a:cubicBezTo>
                  <a:lnTo>
                    <a:pt x="18347" y="33658"/>
                  </a:lnTo>
                  <a:lnTo>
                    <a:pt x="18347" y="17146"/>
                  </a:lnTo>
                  <a:lnTo>
                    <a:pt x="18747" y="17146"/>
                  </a:lnTo>
                  <a:cubicBezTo>
                    <a:pt x="19147" y="17146"/>
                    <a:pt x="19481" y="16812"/>
                    <a:pt x="19481" y="16412"/>
                  </a:cubicBezTo>
                  <a:lnTo>
                    <a:pt x="19481" y="16412"/>
                  </a:lnTo>
                  <a:cubicBezTo>
                    <a:pt x="19481" y="16012"/>
                    <a:pt x="19147" y="15678"/>
                    <a:pt x="18747" y="15678"/>
                  </a:cubicBezTo>
                  <a:cubicBezTo>
                    <a:pt x="18981" y="15244"/>
                    <a:pt x="19915" y="13310"/>
                    <a:pt x="19748" y="11442"/>
                  </a:cubicBezTo>
                  <a:cubicBezTo>
                    <a:pt x="19414" y="7472"/>
                    <a:pt x="12476" y="6305"/>
                    <a:pt x="10308" y="2302"/>
                  </a:cubicBezTo>
                  <a:cubicBezTo>
                    <a:pt x="10775" y="2135"/>
                    <a:pt x="11142" y="1701"/>
                    <a:pt x="11142" y="1168"/>
                  </a:cubicBezTo>
                  <a:cubicBezTo>
                    <a:pt x="11142" y="534"/>
                    <a:pt x="10575" y="0"/>
                    <a:pt x="9907" y="0"/>
                  </a:cubicBezTo>
                  <a:cubicBezTo>
                    <a:pt x="9240" y="0"/>
                    <a:pt x="8707" y="534"/>
                    <a:pt x="8707" y="1168"/>
                  </a:cubicBezTo>
                  <a:cubicBezTo>
                    <a:pt x="8707" y="1701"/>
                    <a:pt x="9040" y="2135"/>
                    <a:pt x="9540" y="2302"/>
                  </a:cubicBezTo>
                  <a:cubicBezTo>
                    <a:pt x="7306" y="6405"/>
                    <a:pt x="234" y="7405"/>
                    <a:pt x="67" y="11675"/>
                  </a:cubicBezTo>
                  <a:cubicBezTo>
                    <a:pt x="0" y="13476"/>
                    <a:pt x="868" y="15244"/>
                    <a:pt x="1101" y="15678"/>
                  </a:cubicBezTo>
                  <a:cubicBezTo>
                    <a:pt x="667" y="15678"/>
                    <a:pt x="367" y="16012"/>
                    <a:pt x="367" y="16412"/>
                  </a:cubicBezTo>
                  <a:lnTo>
                    <a:pt x="367" y="16412"/>
                  </a:lnTo>
                  <a:cubicBezTo>
                    <a:pt x="367" y="16812"/>
                    <a:pt x="701" y="17146"/>
                    <a:pt x="1101" y="17146"/>
                  </a:cubicBezTo>
                  <a:lnTo>
                    <a:pt x="1501" y="17146"/>
                  </a:lnTo>
                  <a:lnTo>
                    <a:pt x="1501" y="33658"/>
                  </a:lnTo>
                  <a:lnTo>
                    <a:pt x="1101" y="33658"/>
                  </a:lnTo>
                  <a:cubicBezTo>
                    <a:pt x="667" y="33658"/>
                    <a:pt x="367" y="33991"/>
                    <a:pt x="367" y="34391"/>
                  </a:cubicBezTo>
                  <a:lnTo>
                    <a:pt x="367" y="34391"/>
                  </a:lnTo>
                  <a:cubicBezTo>
                    <a:pt x="367" y="34792"/>
                    <a:pt x="701" y="35125"/>
                    <a:pt x="1101" y="35125"/>
                  </a:cubicBezTo>
                  <a:close/>
                  <a:moveTo>
                    <a:pt x="2836" y="17813"/>
                  </a:moveTo>
                  <a:cubicBezTo>
                    <a:pt x="3002" y="19080"/>
                    <a:pt x="4337" y="19881"/>
                    <a:pt x="5271" y="20481"/>
                  </a:cubicBezTo>
                  <a:cubicBezTo>
                    <a:pt x="5771" y="20848"/>
                    <a:pt x="5871" y="21382"/>
                    <a:pt x="5804" y="21882"/>
                  </a:cubicBezTo>
                  <a:cubicBezTo>
                    <a:pt x="5838" y="22016"/>
                    <a:pt x="5838" y="22116"/>
                    <a:pt x="5838" y="22249"/>
                  </a:cubicBezTo>
                  <a:lnTo>
                    <a:pt x="5838" y="22249"/>
                  </a:lnTo>
                  <a:lnTo>
                    <a:pt x="5838" y="33658"/>
                  </a:lnTo>
                  <a:lnTo>
                    <a:pt x="2802" y="33658"/>
                  </a:lnTo>
                  <a:lnTo>
                    <a:pt x="2802" y="17813"/>
                  </a:lnTo>
                  <a:close/>
                  <a:moveTo>
                    <a:pt x="17046" y="17813"/>
                  </a:moveTo>
                  <a:lnTo>
                    <a:pt x="17046" y="33658"/>
                  </a:lnTo>
                  <a:lnTo>
                    <a:pt x="14044" y="33658"/>
                  </a:lnTo>
                  <a:lnTo>
                    <a:pt x="14044" y="22216"/>
                  </a:lnTo>
                  <a:lnTo>
                    <a:pt x="14044" y="22216"/>
                  </a:lnTo>
                  <a:cubicBezTo>
                    <a:pt x="14044" y="22116"/>
                    <a:pt x="14044" y="22016"/>
                    <a:pt x="14044" y="21882"/>
                  </a:cubicBezTo>
                  <a:cubicBezTo>
                    <a:pt x="13977" y="21382"/>
                    <a:pt x="14077" y="20848"/>
                    <a:pt x="14577" y="20481"/>
                  </a:cubicBezTo>
                  <a:cubicBezTo>
                    <a:pt x="15511" y="19881"/>
                    <a:pt x="16846" y="19080"/>
                    <a:pt x="17046" y="17813"/>
                  </a:cubicBezTo>
                  <a:close/>
                  <a:moveTo>
                    <a:pt x="7105" y="22216"/>
                  </a:moveTo>
                  <a:lnTo>
                    <a:pt x="7105" y="22216"/>
                  </a:lnTo>
                  <a:cubicBezTo>
                    <a:pt x="7105" y="22083"/>
                    <a:pt x="7105" y="21849"/>
                    <a:pt x="7139" y="21649"/>
                  </a:cubicBezTo>
                  <a:cubicBezTo>
                    <a:pt x="7139" y="21215"/>
                    <a:pt x="7272" y="20782"/>
                    <a:pt x="7672" y="20481"/>
                  </a:cubicBezTo>
                  <a:cubicBezTo>
                    <a:pt x="8573" y="19848"/>
                    <a:pt x="9741" y="19147"/>
                    <a:pt x="9941" y="17813"/>
                  </a:cubicBezTo>
                  <a:cubicBezTo>
                    <a:pt x="10108" y="19080"/>
                    <a:pt x="11375" y="19881"/>
                    <a:pt x="12209" y="20481"/>
                  </a:cubicBezTo>
                  <a:cubicBezTo>
                    <a:pt x="12709" y="20848"/>
                    <a:pt x="12809" y="21382"/>
                    <a:pt x="12743" y="21882"/>
                  </a:cubicBezTo>
                  <a:cubicBezTo>
                    <a:pt x="12743" y="22016"/>
                    <a:pt x="12743" y="22116"/>
                    <a:pt x="12743" y="22216"/>
                  </a:cubicBezTo>
                  <a:lnTo>
                    <a:pt x="12743" y="22216"/>
                  </a:lnTo>
                  <a:lnTo>
                    <a:pt x="12743" y="33658"/>
                  </a:lnTo>
                  <a:lnTo>
                    <a:pt x="7105" y="33658"/>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5" name="Google Shape;45;p4"/>
          <p:cNvGrpSpPr/>
          <p:nvPr/>
        </p:nvGrpSpPr>
        <p:grpSpPr>
          <a:xfrm>
            <a:off x="7318115" y="-12376"/>
            <a:ext cx="726947" cy="2746967"/>
            <a:chOff x="7024302" y="-12376"/>
            <a:chExt cx="726947" cy="2746967"/>
          </a:xfrm>
        </p:grpSpPr>
        <p:sp>
          <p:nvSpPr>
            <p:cNvPr id="46" name="Google Shape;46;p4"/>
            <p:cNvSpPr/>
            <p:nvPr/>
          </p:nvSpPr>
          <p:spPr>
            <a:xfrm>
              <a:off x="7024302" y="1157756"/>
              <a:ext cx="726947" cy="1576835"/>
            </a:xfrm>
            <a:custGeom>
              <a:rect b="b" l="l" r="r" t="t"/>
              <a:pathLst>
                <a:path extrusionOk="0" h="43198" w="19915">
                  <a:moveTo>
                    <a:pt x="1535" y="35125"/>
                  </a:moveTo>
                  <a:cubicBezTo>
                    <a:pt x="1568" y="36159"/>
                    <a:pt x="1968" y="37160"/>
                    <a:pt x="3103" y="37861"/>
                  </a:cubicBezTo>
                  <a:cubicBezTo>
                    <a:pt x="5704" y="39428"/>
                    <a:pt x="8240" y="39795"/>
                    <a:pt x="9407" y="40963"/>
                  </a:cubicBezTo>
                  <a:cubicBezTo>
                    <a:pt x="9007" y="41130"/>
                    <a:pt x="8707" y="41563"/>
                    <a:pt x="8707" y="42030"/>
                  </a:cubicBezTo>
                  <a:cubicBezTo>
                    <a:pt x="8707" y="42664"/>
                    <a:pt x="9240" y="43198"/>
                    <a:pt x="9941" y="43198"/>
                  </a:cubicBezTo>
                  <a:cubicBezTo>
                    <a:pt x="10608" y="43198"/>
                    <a:pt x="11142" y="42664"/>
                    <a:pt x="11142" y="42030"/>
                  </a:cubicBezTo>
                  <a:cubicBezTo>
                    <a:pt x="11142" y="41530"/>
                    <a:pt x="10841" y="41130"/>
                    <a:pt x="10441" y="40963"/>
                  </a:cubicBezTo>
                  <a:cubicBezTo>
                    <a:pt x="11609" y="39795"/>
                    <a:pt x="14144" y="39428"/>
                    <a:pt x="16746" y="37861"/>
                  </a:cubicBezTo>
                  <a:cubicBezTo>
                    <a:pt x="17880" y="37160"/>
                    <a:pt x="18280" y="36159"/>
                    <a:pt x="18347" y="35125"/>
                  </a:cubicBezTo>
                  <a:lnTo>
                    <a:pt x="18747" y="35125"/>
                  </a:lnTo>
                  <a:cubicBezTo>
                    <a:pt x="19147" y="35125"/>
                    <a:pt x="19481" y="34792"/>
                    <a:pt x="19481" y="34391"/>
                  </a:cubicBezTo>
                  <a:lnTo>
                    <a:pt x="19481" y="34391"/>
                  </a:lnTo>
                  <a:cubicBezTo>
                    <a:pt x="19481" y="33991"/>
                    <a:pt x="19147" y="33658"/>
                    <a:pt x="18747" y="33658"/>
                  </a:cubicBezTo>
                  <a:lnTo>
                    <a:pt x="18347" y="33658"/>
                  </a:lnTo>
                  <a:lnTo>
                    <a:pt x="18347" y="17146"/>
                  </a:lnTo>
                  <a:lnTo>
                    <a:pt x="18747" y="17146"/>
                  </a:lnTo>
                  <a:cubicBezTo>
                    <a:pt x="19147" y="17146"/>
                    <a:pt x="19481" y="16812"/>
                    <a:pt x="19481" y="16412"/>
                  </a:cubicBezTo>
                  <a:lnTo>
                    <a:pt x="19481" y="16412"/>
                  </a:lnTo>
                  <a:cubicBezTo>
                    <a:pt x="19481" y="16012"/>
                    <a:pt x="19147" y="15678"/>
                    <a:pt x="18747" y="15678"/>
                  </a:cubicBezTo>
                  <a:cubicBezTo>
                    <a:pt x="18981" y="15244"/>
                    <a:pt x="19915" y="13310"/>
                    <a:pt x="19748" y="11442"/>
                  </a:cubicBezTo>
                  <a:cubicBezTo>
                    <a:pt x="19414" y="7472"/>
                    <a:pt x="12476" y="6305"/>
                    <a:pt x="10308" y="2302"/>
                  </a:cubicBezTo>
                  <a:cubicBezTo>
                    <a:pt x="10775" y="2135"/>
                    <a:pt x="11142" y="1701"/>
                    <a:pt x="11142" y="1168"/>
                  </a:cubicBezTo>
                  <a:cubicBezTo>
                    <a:pt x="11142" y="534"/>
                    <a:pt x="10575" y="0"/>
                    <a:pt x="9907" y="0"/>
                  </a:cubicBezTo>
                  <a:cubicBezTo>
                    <a:pt x="9240" y="0"/>
                    <a:pt x="8707" y="534"/>
                    <a:pt x="8707" y="1168"/>
                  </a:cubicBezTo>
                  <a:cubicBezTo>
                    <a:pt x="8707" y="1701"/>
                    <a:pt x="9040" y="2135"/>
                    <a:pt x="9540" y="2302"/>
                  </a:cubicBezTo>
                  <a:cubicBezTo>
                    <a:pt x="7306" y="6405"/>
                    <a:pt x="234" y="7405"/>
                    <a:pt x="67" y="11675"/>
                  </a:cubicBezTo>
                  <a:cubicBezTo>
                    <a:pt x="0" y="13476"/>
                    <a:pt x="868" y="15244"/>
                    <a:pt x="1101" y="15678"/>
                  </a:cubicBezTo>
                  <a:cubicBezTo>
                    <a:pt x="667" y="15678"/>
                    <a:pt x="367" y="16012"/>
                    <a:pt x="367" y="16412"/>
                  </a:cubicBezTo>
                  <a:lnTo>
                    <a:pt x="367" y="16412"/>
                  </a:lnTo>
                  <a:cubicBezTo>
                    <a:pt x="367" y="16812"/>
                    <a:pt x="701" y="17146"/>
                    <a:pt x="1101" y="17146"/>
                  </a:cubicBezTo>
                  <a:lnTo>
                    <a:pt x="1501" y="17146"/>
                  </a:lnTo>
                  <a:lnTo>
                    <a:pt x="1501" y="33658"/>
                  </a:lnTo>
                  <a:lnTo>
                    <a:pt x="1101" y="33658"/>
                  </a:lnTo>
                  <a:cubicBezTo>
                    <a:pt x="667" y="33658"/>
                    <a:pt x="367" y="33991"/>
                    <a:pt x="367" y="34391"/>
                  </a:cubicBezTo>
                  <a:lnTo>
                    <a:pt x="367" y="34391"/>
                  </a:lnTo>
                  <a:cubicBezTo>
                    <a:pt x="367" y="34792"/>
                    <a:pt x="701" y="35125"/>
                    <a:pt x="1101" y="35125"/>
                  </a:cubicBezTo>
                  <a:close/>
                  <a:moveTo>
                    <a:pt x="2836" y="17813"/>
                  </a:moveTo>
                  <a:cubicBezTo>
                    <a:pt x="3002" y="19080"/>
                    <a:pt x="4337" y="19881"/>
                    <a:pt x="5271" y="20481"/>
                  </a:cubicBezTo>
                  <a:cubicBezTo>
                    <a:pt x="5771" y="20848"/>
                    <a:pt x="5871" y="21382"/>
                    <a:pt x="5804" y="21882"/>
                  </a:cubicBezTo>
                  <a:cubicBezTo>
                    <a:pt x="5838" y="22016"/>
                    <a:pt x="5838" y="22116"/>
                    <a:pt x="5838" y="22249"/>
                  </a:cubicBezTo>
                  <a:lnTo>
                    <a:pt x="5838" y="22249"/>
                  </a:lnTo>
                  <a:lnTo>
                    <a:pt x="5838" y="33658"/>
                  </a:lnTo>
                  <a:lnTo>
                    <a:pt x="2802" y="33658"/>
                  </a:lnTo>
                  <a:lnTo>
                    <a:pt x="2802" y="17813"/>
                  </a:lnTo>
                  <a:close/>
                  <a:moveTo>
                    <a:pt x="17046" y="17813"/>
                  </a:moveTo>
                  <a:lnTo>
                    <a:pt x="17046" y="33658"/>
                  </a:lnTo>
                  <a:lnTo>
                    <a:pt x="14044" y="33658"/>
                  </a:lnTo>
                  <a:lnTo>
                    <a:pt x="14044" y="22216"/>
                  </a:lnTo>
                  <a:lnTo>
                    <a:pt x="14044" y="22216"/>
                  </a:lnTo>
                  <a:cubicBezTo>
                    <a:pt x="14044" y="22116"/>
                    <a:pt x="14044" y="22016"/>
                    <a:pt x="14044" y="21882"/>
                  </a:cubicBezTo>
                  <a:cubicBezTo>
                    <a:pt x="13977" y="21382"/>
                    <a:pt x="14077" y="20848"/>
                    <a:pt x="14577" y="20481"/>
                  </a:cubicBezTo>
                  <a:cubicBezTo>
                    <a:pt x="15511" y="19881"/>
                    <a:pt x="16846" y="19080"/>
                    <a:pt x="17046" y="17813"/>
                  </a:cubicBezTo>
                  <a:close/>
                  <a:moveTo>
                    <a:pt x="7105" y="22216"/>
                  </a:moveTo>
                  <a:lnTo>
                    <a:pt x="7105" y="22216"/>
                  </a:lnTo>
                  <a:cubicBezTo>
                    <a:pt x="7105" y="22083"/>
                    <a:pt x="7105" y="21849"/>
                    <a:pt x="7139" y="21649"/>
                  </a:cubicBezTo>
                  <a:cubicBezTo>
                    <a:pt x="7139" y="21215"/>
                    <a:pt x="7272" y="20782"/>
                    <a:pt x="7672" y="20481"/>
                  </a:cubicBezTo>
                  <a:cubicBezTo>
                    <a:pt x="8573" y="19848"/>
                    <a:pt x="9741" y="19147"/>
                    <a:pt x="9941" y="17813"/>
                  </a:cubicBezTo>
                  <a:cubicBezTo>
                    <a:pt x="10108" y="19080"/>
                    <a:pt x="11375" y="19881"/>
                    <a:pt x="12209" y="20481"/>
                  </a:cubicBezTo>
                  <a:cubicBezTo>
                    <a:pt x="12709" y="20848"/>
                    <a:pt x="12809" y="21382"/>
                    <a:pt x="12743" y="21882"/>
                  </a:cubicBezTo>
                  <a:cubicBezTo>
                    <a:pt x="12743" y="22016"/>
                    <a:pt x="12743" y="22116"/>
                    <a:pt x="12743" y="22216"/>
                  </a:cubicBezTo>
                  <a:lnTo>
                    <a:pt x="12743" y="22216"/>
                  </a:lnTo>
                  <a:lnTo>
                    <a:pt x="12743" y="33658"/>
                  </a:lnTo>
                  <a:lnTo>
                    <a:pt x="7105" y="33658"/>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4"/>
            <p:cNvSpPr/>
            <p:nvPr/>
          </p:nvSpPr>
          <p:spPr>
            <a:xfrm>
              <a:off x="7379839" y="-12376"/>
              <a:ext cx="15842" cy="1170161"/>
            </a:xfrm>
            <a:custGeom>
              <a:rect b="b" l="l" r="r" t="t"/>
              <a:pathLst>
                <a:path extrusionOk="0" h="32057" w="434">
                  <a:moveTo>
                    <a:pt x="434" y="32057"/>
                  </a:moveTo>
                  <a:lnTo>
                    <a:pt x="434" y="31356"/>
                  </a:lnTo>
                  <a:lnTo>
                    <a:pt x="0" y="31356"/>
                  </a:lnTo>
                  <a:lnTo>
                    <a:pt x="0" y="32057"/>
                  </a:lnTo>
                  <a:close/>
                  <a:moveTo>
                    <a:pt x="434" y="30923"/>
                  </a:moveTo>
                  <a:lnTo>
                    <a:pt x="434" y="30056"/>
                  </a:lnTo>
                  <a:lnTo>
                    <a:pt x="0" y="30056"/>
                  </a:lnTo>
                  <a:lnTo>
                    <a:pt x="0" y="30923"/>
                  </a:lnTo>
                  <a:close/>
                  <a:moveTo>
                    <a:pt x="434" y="29622"/>
                  </a:moveTo>
                  <a:lnTo>
                    <a:pt x="434" y="28755"/>
                  </a:lnTo>
                  <a:lnTo>
                    <a:pt x="0" y="28755"/>
                  </a:lnTo>
                  <a:lnTo>
                    <a:pt x="0" y="29622"/>
                  </a:lnTo>
                  <a:close/>
                  <a:moveTo>
                    <a:pt x="434" y="28321"/>
                  </a:moveTo>
                  <a:lnTo>
                    <a:pt x="434" y="27454"/>
                  </a:lnTo>
                  <a:lnTo>
                    <a:pt x="0" y="27454"/>
                  </a:lnTo>
                  <a:lnTo>
                    <a:pt x="0" y="28321"/>
                  </a:lnTo>
                  <a:close/>
                  <a:moveTo>
                    <a:pt x="434" y="27020"/>
                  </a:moveTo>
                  <a:lnTo>
                    <a:pt x="434" y="26153"/>
                  </a:lnTo>
                  <a:lnTo>
                    <a:pt x="0" y="26153"/>
                  </a:lnTo>
                  <a:lnTo>
                    <a:pt x="0" y="27020"/>
                  </a:lnTo>
                  <a:close/>
                  <a:moveTo>
                    <a:pt x="434" y="25719"/>
                  </a:moveTo>
                  <a:lnTo>
                    <a:pt x="434" y="24818"/>
                  </a:lnTo>
                  <a:lnTo>
                    <a:pt x="0" y="24818"/>
                  </a:lnTo>
                  <a:lnTo>
                    <a:pt x="0" y="25719"/>
                  </a:lnTo>
                  <a:close/>
                  <a:moveTo>
                    <a:pt x="434" y="24385"/>
                  </a:moveTo>
                  <a:lnTo>
                    <a:pt x="434" y="23517"/>
                  </a:lnTo>
                  <a:lnTo>
                    <a:pt x="0" y="23517"/>
                  </a:lnTo>
                  <a:lnTo>
                    <a:pt x="0" y="24385"/>
                  </a:lnTo>
                  <a:close/>
                  <a:moveTo>
                    <a:pt x="434" y="23084"/>
                  </a:moveTo>
                  <a:lnTo>
                    <a:pt x="434" y="22217"/>
                  </a:lnTo>
                  <a:lnTo>
                    <a:pt x="0" y="22217"/>
                  </a:lnTo>
                  <a:lnTo>
                    <a:pt x="0" y="23084"/>
                  </a:lnTo>
                  <a:close/>
                  <a:moveTo>
                    <a:pt x="434" y="21783"/>
                  </a:moveTo>
                  <a:lnTo>
                    <a:pt x="434" y="20916"/>
                  </a:lnTo>
                  <a:lnTo>
                    <a:pt x="0" y="20916"/>
                  </a:lnTo>
                  <a:lnTo>
                    <a:pt x="0" y="21783"/>
                  </a:lnTo>
                  <a:close/>
                  <a:moveTo>
                    <a:pt x="434" y="20482"/>
                  </a:moveTo>
                  <a:lnTo>
                    <a:pt x="434" y="19615"/>
                  </a:lnTo>
                  <a:lnTo>
                    <a:pt x="0" y="19615"/>
                  </a:lnTo>
                  <a:lnTo>
                    <a:pt x="0" y="20482"/>
                  </a:lnTo>
                  <a:close/>
                  <a:moveTo>
                    <a:pt x="434" y="19181"/>
                  </a:moveTo>
                  <a:lnTo>
                    <a:pt x="434" y="18314"/>
                  </a:lnTo>
                  <a:lnTo>
                    <a:pt x="0" y="18314"/>
                  </a:lnTo>
                  <a:lnTo>
                    <a:pt x="0" y="19181"/>
                  </a:lnTo>
                  <a:close/>
                  <a:moveTo>
                    <a:pt x="434" y="17847"/>
                  </a:moveTo>
                  <a:lnTo>
                    <a:pt x="434" y="16979"/>
                  </a:lnTo>
                  <a:lnTo>
                    <a:pt x="0" y="16979"/>
                  </a:lnTo>
                  <a:lnTo>
                    <a:pt x="0" y="17847"/>
                  </a:lnTo>
                  <a:close/>
                  <a:moveTo>
                    <a:pt x="434" y="16546"/>
                  </a:moveTo>
                  <a:lnTo>
                    <a:pt x="434" y="15679"/>
                  </a:lnTo>
                  <a:lnTo>
                    <a:pt x="0" y="15679"/>
                  </a:lnTo>
                  <a:lnTo>
                    <a:pt x="0" y="16546"/>
                  </a:lnTo>
                  <a:close/>
                  <a:moveTo>
                    <a:pt x="434" y="15245"/>
                  </a:moveTo>
                  <a:lnTo>
                    <a:pt x="434" y="14378"/>
                  </a:lnTo>
                  <a:lnTo>
                    <a:pt x="0" y="14378"/>
                  </a:lnTo>
                  <a:lnTo>
                    <a:pt x="0" y="15245"/>
                  </a:lnTo>
                  <a:close/>
                  <a:moveTo>
                    <a:pt x="434" y="13944"/>
                  </a:moveTo>
                  <a:lnTo>
                    <a:pt x="434" y="13077"/>
                  </a:lnTo>
                  <a:lnTo>
                    <a:pt x="0" y="13077"/>
                  </a:lnTo>
                  <a:lnTo>
                    <a:pt x="0" y="13944"/>
                  </a:lnTo>
                  <a:close/>
                  <a:moveTo>
                    <a:pt x="434" y="12643"/>
                  </a:moveTo>
                  <a:lnTo>
                    <a:pt x="434" y="11776"/>
                  </a:lnTo>
                  <a:lnTo>
                    <a:pt x="0" y="11776"/>
                  </a:lnTo>
                  <a:lnTo>
                    <a:pt x="0" y="12643"/>
                  </a:lnTo>
                  <a:close/>
                  <a:moveTo>
                    <a:pt x="434" y="11342"/>
                  </a:moveTo>
                  <a:lnTo>
                    <a:pt x="434" y="10441"/>
                  </a:lnTo>
                  <a:lnTo>
                    <a:pt x="0" y="10441"/>
                  </a:lnTo>
                  <a:lnTo>
                    <a:pt x="0" y="11342"/>
                  </a:lnTo>
                  <a:close/>
                  <a:moveTo>
                    <a:pt x="434" y="10008"/>
                  </a:moveTo>
                  <a:lnTo>
                    <a:pt x="434" y="9141"/>
                  </a:lnTo>
                  <a:lnTo>
                    <a:pt x="0" y="9141"/>
                  </a:lnTo>
                  <a:lnTo>
                    <a:pt x="0" y="10008"/>
                  </a:lnTo>
                  <a:close/>
                  <a:moveTo>
                    <a:pt x="434" y="8707"/>
                  </a:moveTo>
                  <a:lnTo>
                    <a:pt x="434" y="7840"/>
                  </a:lnTo>
                  <a:lnTo>
                    <a:pt x="0" y="7840"/>
                  </a:lnTo>
                  <a:lnTo>
                    <a:pt x="0" y="8707"/>
                  </a:lnTo>
                  <a:close/>
                  <a:moveTo>
                    <a:pt x="434" y="7406"/>
                  </a:moveTo>
                  <a:lnTo>
                    <a:pt x="434" y="6539"/>
                  </a:lnTo>
                  <a:lnTo>
                    <a:pt x="0" y="6539"/>
                  </a:lnTo>
                  <a:lnTo>
                    <a:pt x="0" y="7406"/>
                  </a:lnTo>
                  <a:close/>
                  <a:moveTo>
                    <a:pt x="434" y="6105"/>
                  </a:moveTo>
                  <a:lnTo>
                    <a:pt x="434" y="5238"/>
                  </a:lnTo>
                  <a:lnTo>
                    <a:pt x="0" y="5238"/>
                  </a:lnTo>
                  <a:lnTo>
                    <a:pt x="0" y="6105"/>
                  </a:lnTo>
                  <a:close/>
                  <a:moveTo>
                    <a:pt x="434" y="4804"/>
                  </a:moveTo>
                  <a:lnTo>
                    <a:pt x="434" y="3937"/>
                  </a:lnTo>
                  <a:lnTo>
                    <a:pt x="0" y="3937"/>
                  </a:lnTo>
                  <a:lnTo>
                    <a:pt x="0" y="4804"/>
                  </a:lnTo>
                  <a:close/>
                  <a:moveTo>
                    <a:pt x="434" y="3503"/>
                  </a:moveTo>
                  <a:lnTo>
                    <a:pt x="434" y="2603"/>
                  </a:lnTo>
                  <a:lnTo>
                    <a:pt x="0" y="2603"/>
                  </a:lnTo>
                  <a:lnTo>
                    <a:pt x="0" y="3503"/>
                  </a:lnTo>
                  <a:close/>
                  <a:moveTo>
                    <a:pt x="434" y="2169"/>
                  </a:moveTo>
                  <a:lnTo>
                    <a:pt x="434" y="1302"/>
                  </a:lnTo>
                  <a:lnTo>
                    <a:pt x="0" y="1302"/>
                  </a:lnTo>
                  <a:lnTo>
                    <a:pt x="0" y="2169"/>
                  </a:lnTo>
                  <a:close/>
                  <a:moveTo>
                    <a:pt x="434" y="868"/>
                  </a:moveTo>
                  <a:lnTo>
                    <a:pt x="434" y="1"/>
                  </a:lnTo>
                  <a:lnTo>
                    <a:pt x="0" y="1"/>
                  </a:lnTo>
                  <a:lnTo>
                    <a:pt x="0" y="868"/>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8" name="Google Shape;48;p4"/>
          <p:cNvGrpSpPr/>
          <p:nvPr/>
        </p:nvGrpSpPr>
        <p:grpSpPr>
          <a:xfrm flipH="1">
            <a:off x="1" y="-1"/>
            <a:ext cx="1304277" cy="1306311"/>
            <a:chOff x="7839776" y="-1"/>
            <a:chExt cx="1304277" cy="1306311"/>
          </a:xfrm>
        </p:grpSpPr>
        <p:sp>
          <p:nvSpPr>
            <p:cNvPr id="49" name="Google Shape;49;p4"/>
            <p:cNvSpPr/>
            <p:nvPr/>
          </p:nvSpPr>
          <p:spPr>
            <a:xfrm>
              <a:off x="8491926" y="-1"/>
              <a:ext cx="652127" cy="653161"/>
            </a:xfrm>
            <a:custGeom>
              <a:rect b="b" l="l" r="r" t="t"/>
              <a:pathLst>
                <a:path extrusionOk="0" h="147774" w="147540">
                  <a:moveTo>
                    <a:pt x="146839" y="72352"/>
                  </a:moveTo>
                  <a:lnTo>
                    <a:pt x="126624" y="52105"/>
                  </a:lnTo>
                  <a:lnTo>
                    <a:pt x="126624" y="23517"/>
                  </a:lnTo>
                  <a:cubicBezTo>
                    <a:pt x="126624" y="22217"/>
                    <a:pt x="125557" y="21149"/>
                    <a:pt x="124256" y="21149"/>
                  </a:cubicBezTo>
                  <a:lnTo>
                    <a:pt x="95669" y="21149"/>
                  </a:lnTo>
                  <a:lnTo>
                    <a:pt x="75454" y="935"/>
                  </a:lnTo>
                  <a:cubicBezTo>
                    <a:pt x="74520" y="1"/>
                    <a:pt x="73019" y="1"/>
                    <a:pt x="72119" y="935"/>
                  </a:cubicBezTo>
                  <a:lnTo>
                    <a:pt x="51871" y="21149"/>
                  </a:lnTo>
                  <a:lnTo>
                    <a:pt x="23284" y="21149"/>
                  </a:lnTo>
                  <a:cubicBezTo>
                    <a:pt x="21983" y="21149"/>
                    <a:pt x="20915" y="22217"/>
                    <a:pt x="20915" y="23517"/>
                  </a:cubicBezTo>
                  <a:lnTo>
                    <a:pt x="20915" y="52105"/>
                  </a:lnTo>
                  <a:lnTo>
                    <a:pt x="701" y="72319"/>
                  </a:lnTo>
                  <a:cubicBezTo>
                    <a:pt x="267" y="72786"/>
                    <a:pt x="0" y="73386"/>
                    <a:pt x="0" y="73987"/>
                  </a:cubicBezTo>
                  <a:cubicBezTo>
                    <a:pt x="0" y="74621"/>
                    <a:pt x="267" y="75221"/>
                    <a:pt x="701" y="75655"/>
                  </a:cubicBezTo>
                  <a:lnTo>
                    <a:pt x="20915" y="95903"/>
                  </a:lnTo>
                  <a:lnTo>
                    <a:pt x="20915" y="124490"/>
                  </a:lnTo>
                  <a:cubicBezTo>
                    <a:pt x="20915" y="125791"/>
                    <a:pt x="21983" y="126858"/>
                    <a:pt x="23284" y="126858"/>
                  </a:cubicBezTo>
                  <a:lnTo>
                    <a:pt x="51871" y="126858"/>
                  </a:lnTo>
                  <a:lnTo>
                    <a:pt x="72119" y="147073"/>
                  </a:lnTo>
                  <a:cubicBezTo>
                    <a:pt x="72552" y="147506"/>
                    <a:pt x="73153" y="147773"/>
                    <a:pt x="73786" y="147773"/>
                  </a:cubicBezTo>
                  <a:cubicBezTo>
                    <a:pt x="74387" y="147773"/>
                    <a:pt x="74987" y="147506"/>
                    <a:pt x="75421" y="147073"/>
                  </a:cubicBezTo>
                  <a:lnTo>
                    <a:pt x="95669" y="126858"/>
                  </a:lnTo>
                  <a:lnTo>
                    <a:pt x="124256" y="126858"/>
                  </a:lnTo>
                  <a:cubicBezTo>
                    <a:pt x="125557" y="126858"/>
                    <a:pt x="126624" y="125791"/>
                    <a:pt x="126624" y="124490"/>
                  </a:cubicBezTo>
                  <a:lnTo>
                    <a:pt x="126624" y="95903"/>
                  </a:lnTo>
                  <a:lnTo>
                    <a:pt x="146839" y="75655"/>
                  </a:lnTo>
                  <a:cubicBezTo>
                    <a:pt x="147272" y="75221"/>
                    <a:pt x="147539" y="74621"/>
                    <a:pt x="147539" y="73987"/>
                  </a:cubicBezTo>
                  <a:cubicBezTo>
                    <a:pt x="147539" y="73386"/>
                    <a:pt x="147306" y="72786"/>
                    <a:pt x="146839" y="72352"/>
                  </a:cubicBezTo>
                  <a:close/>
                  <a:moveTo>
                    <a:pt x="122621" y="93267"/>
                  </a:moveTo>
                  <a:cubicBezTo>
                    <a:pt x="122154" y="93701"/>
                    <a:pt x="121921" y="94301"/>
                    <a:pt x="121921" y="94935"/>
                  </a:cubicBezTo>
                  <a:lnTo>
                    <a:pt x="121921" y="122155"/>
                  </a:lnTo>
                  <a:lnTo>
                    <a:pt x="94701" y="122155"/>
                  </a:lnTo>
                  <a:cubicBezTo>
                    <a:pt x="94068" y="122155"/>
                    <a:pt x="93467" y="122388"/>
                    <a:pt x="93034" y="122822"/>
                  </a:cubicBezTo>
                  <a:lnTo>
                    <a:pt x="73786" y="142102"/>
                  </a:lnTo>
                  <a:lnTo>
                    <a:pt x="54506" y="122855"/>
                  </a:lnTo>
                  <a:cubicBezTo>
                    <a:pt x="54072" y="122388"/>
                    <a:pt x="53472" y="122155"/>
                    <a:pt x="52838" y="122155"/>
                  </a:cubicBezTo>
                  <a:lnTo>
                    <a:pt x="25619" y="122155"/>
                  </a:lnTo>
                  <a:lnTo>
                    <a:pt x="25619" y="94935"/>
                  </a:lnTo>
                  <a:cubicBezTo>
                    <a:pt x="25619" y="94301"/>
                    <a:pt x="25385" y="93701"/>
                    <a:pt x="24952" y="93267"/>
                  </a:cubicBezTo>
                  <a:lnTo>
                    <a:pt x="5671" y="74020"/>
                  </a:lnTo>
                  <a:lnTo>
                    <a:pt x="24952" y="54740"/>
                  </a:lnTo>
                  <a:cubicBezTo>
                    <a:pt x="25385" y="54306"/>
                    <a:pt x="25619" y="53706"/>
                    <a:pt x="25619" y="53105"/>
                  </a:cubicBezTo>
                  <a:lnTo>
                    <a:pt x="25619" y="25852"/>
                  </a:lnTo>
                  <a:lnTo>
                    <a:pt x="52838" y="25852"/>
                  </a:lnTo>
                  <a:cubicBezTo>
                    <a:pt x="53472" y="25852"/>
                    <a:pt x="54072" y="25619"/>
                    <a:pt x="54506" y="25185"/>
                  </a:cubicBezTo>
                  <a:lnTo>
                    <a:pt x="73786" y="5905"/>
                  </a:lnTo>
                  <a:lnTo>
                    <a:pt x="93034" y="25185"/>
                  </a:lnTo>
                  <a:cubicBezTo>
                    <a:pt x="93467" y="25619"/>
                    <a:pt x="94068" y="25852"/>
                    <a:pt x="94701" y="25852"/>
                  </a:cubicBezTo>
                  <a:lnTo>
                    <a:pt x="121921" y="25852"/>
                  </a:lnTo>
                  <a:lnTo>
                    <a:pt x="121921" y="53072"/>
                  </a:lnTo>
                  <a:cubicBezTo>
                    <a:pt x="121921" y="53706"/>
                    <a:pt x="122154" y="54306"/>
                    <a:pt x="122588" y="54740"/>
                  </a:cubicBezTo>
                  <a:lnTo>
                    <a:pt x="141868" y="73987"/>
                  </a:lnTo>
                  <a:close/>
                </a:path>
              </a:pathLst>
            </a:custGeom>
            <a:solidFill>
              <a:srgbClr val="9575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4"/>
            <p:cNvSpPr/>
            <p:nvPr/>
          </p:nvSpPr>
          <p:spPr>
            <a:xfrm>
              <a:off x="7839776" y="-1"/>
              <a:ext cx="652127" cy="653161"/>
            </a:xfrm>
            <a:custGeom>
              <a:rect b="b" l="l" r="r" t="t"/>
              <a:pathLst>
                <a:path extrusionOk="0" h="147774" w="147540">
                  <a:moveTo>
                    <a:pt x="146839" y="72352"/>
                  </a:moveTo>
                  <a:lnTo>
                    <a:pt x="126624" y="52105"/>
                  </a:lnTo>
                  <a:lnTo>
                    <a:pt x="126624" y="23517"/>
                  </a:lnTo>
                  <a:cubicBezTo>
                    <a:pt x="126624" y="22217"/>
                    <a:pt x="125557" y="21149"/>
                    <a:pt x="124256" y="21149"/>
                  </a:cubicBezTo>
                  <a:lnTo>
                    <a:pt x="95669" y="21149"/>
                  </a:lnTo>
                  <a:lnTo>
                    <a:pt x="75454" y="935"/>
                  </a:lnTo>
                  <a:cubicBezTo>
                    <a:pt x="74520" y="1"/>
                    <a:pt x="73019" y="1"/>
                    <a:pt x="72119" y="935"/>
                  </a:cubicBezTo>
                  <a:lnTo>
                    <a:pt x="51871" y="21149"/>
                  </a:lnTo>
                  <a:lnTo>
                    <a:pt x="23284" y="21149"/>
                  </a:lnTo>
                  <a:cubicBezTo>
                    <a:pt x="21983" y="21149"/>
                    <a:pt x="20915" y="22217"/>
                    <a:pt x="20915" y="23517"/>
                  </a:cubicBezTo>
                  <a:lnTo>
                    <a:pt x="20915" y="52105"/>
                  </a:lnTo>
                  <a:lnTo>
                    <a:pt x="701" y="72319"/>
                  </a:lnTo>
                  <a:cubicBezTo>
                    <a:pt x="267" y="72786"/>
                    <a:pt x="0" y="73386"/>
                    <a:pt x="0" y="73987"/>
                  </a:cubicBezTo>
                  <a:cubicBezTo>
                    <a:pt x="0" y="74621"/>
                    <a:pt x="267" y="75221"/>
                    <a:pt x="701" y="75655"/>
                  </a:cubicBezTo>
                  <a:lnTo>
                    <a:pt x="20915" y="95903"/>
                  </a:lnTo>
                  <a:lnTo>
                    <a:pt x="20915" y="124490"/>
                  </a:lnTo>
                  <a:cubicBezTo>
                    <a:pt x="20915" y="125791"/>
                    <a:pt x="21983" y="126858"/>
                    <a:pt x="23284" y="126858"/>
                  </a:cubicBezTo>
                  <a:lnTo>
                    <a:pt x="51871" y="126858"/>
                  </a:lnTo>
                  <a:lnTo>
                    <a:pt x="72119" y="147073"/>
                  </a:lnTo>
                  <a:cubicBezTo>
                    <a:pt x="72552" y="147506"/>
                    <a:pt x="73153" y="147773"/>
                    <a:pt x="73786" y="147773"/>
                  </a:cubicBezTo>
                  <a:cubicBezTo>
                    <a:pt x="74387" y="147773"/>
                    <a:pt x="74987" y="147506"/>
                    <a:pt x="75421" y="147073"/>
                  </a:cubicBezTo>
                  <a:lnTo>
                    <a:pt x="95669" y="126858"/>
                  </a:lnTo>
                  <a:lnTo>
                    <a:pt x="124256" y="126858"/>
                  </a:lnTo>
                  <a:cubicBezTo>
                    <a:pt x="125557" y="126858"/>
                    <a:pt x="126624" y="125791"/>
                    <a:pt x="126624" y="124490"/>
                  </a:cubicBezTo>
                  <a:lnTo>
                    <a:pt x="126624" y="95903"/>
                  </a:lnTo>
                  <a:lnTo>
                    <a:pt x="146839" y="75655"/>
                  </a:lnTo>
                  <a:cubicBezTo>
                    <a:pt x="147272" y="75221"/>
                    <a:pt x="147539" y="74621"/>
                    <a:pt x="147539" y="73987"/>
                  </a:cubicBezTo>
                  <a:cubicBezTo>
                    <a:pt x="147539" y="73386"/>
                    <a:pt x="147306" y="72786"/>
                    <a:pt x="146839" y="72352"/>
                  </a:cubicBezTo>
                  <a:close/>
                  <a:moveTo>
                    <a:pt x="122621" y="93267"/>
                  </a:moveTo>
                  <a:cubicBezTo>
                    <a:pt x="122154" y="93701"/>
                    <a:pt x="121921" y="94301"/>
                    <a:pt x="121921" y="94935"/>
                  </a:cubicBezTo>
                  <a:lnTo>
                    <a:pt x="121921" y="122155"/>
                  </a:lnTo>
                  <a:lnTo>
                    <a:pt x="94701" y="122155"/>
                  </a:lnTo>
                  <a:cubicBezTo>
                    <a:pt x="94068" y="122155"/>
                    <a:pt x="93467" y="122388"/>
                    <a:pt x="93034" y="122822"/>
                  </a:cubicBezTo>
                  <a:lnTo>
                    <a:pt x="73786" y="142102"/>
                  </a:lnTo>
                  <a:lnTo>
                    <a:pt x="54506" y="122855"/>
                  </a:lnTo>
                  <a:cubicBezTo>
                    <a:pt x="54072" y="122388"/>
                    <a:pt x="53472" y="122155"/>
                    <a:pt x="52838" y="122155"/>
                  </a:cubicBezTo>
                  <a:lnTo>
                    <a:pt x="25619" y="122155"/>
                  </a:lnTo>
                  <a:lnTo>
                    <a:pt x="25619" y="94935"/>
                  </a:lnTo>
                  <a:cubicBezTo>
                    <a:pt x="25619" y="94301"/>
                    <a:pt x="25385" y="93701"/>
                    <a:pt x="24952" y="93267"/>
                  </a:cubicBezTo>
                  <a:lnTo>
                    <a:pt x="5671" y="74020"/>
                  </a:lnTo>
                  <a:lnTo>
                    <a:pt x="24952" y="54740"/>
                  </a:lnTo>
                  <a:cubicBezTo>
                    <a:pt x="25385" y="54306"/>
                    <a:pt x="25619" y="53706"/>
                    <a:pt x="25619" y="53105"/>
                  </a:cubicBezTo>
                  <a:lnTo>
                    <a:pt x="25619" y="25852"/>
                  </a:lnTo>
                  <a:lnTo>
                    <a:pt x="52838" y="25852"/>
                  </a:lnTo>
                  <a:cubicBezTo>
                    <a:pt x="53472" y="25852"/>
                    <a:pt x="54072" y="25619"/>
                    <a:pt x="54506" y="25185"/>
                  </a:cubicBezTo>
                  <a:lnTo>
                    <a:pt x="73786" y="5905"/>
                  </a:lnTo>
                  <a:lnTo>
                    <a:pt x="93034" y="25185"/>
                  </a:lnTo>
                  <a:cubicBezTo>
                    <a:pt x="93467" y="25619"/>
                    <a:pt x="94068" y="25852"/>
                    <a:pt x="94701" y="25852"/>
                  </a:cubicBezTo>
                  <a:lnTo>
                    <a:pt x="121921" y="25852"/>
                  </a:lnTo>
                  <a:lnTo>
                    <a:pt x="121921" y="53072"/>
                  </a:lnTo>
                  <a:cubicBezTo>
                    <a:pt x="121921" y="53706"/>
                    <a:pt x="122154" y="54306"/>
                    <a:pt x="122588" y="54740"/>
                  </a:cubicBezTo>
                  <a:lnTo>
                    <a:pt x="141868" y="73987"/>
                  </a:lnTo>
                  <a:close/>
                </a:path>
              </a:pathLst>
            </a:custGeom>
            <a:solidFill>
              <a:srgbClr val="9575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4"/>
            <p:cNvSpPr/>
            <p:nvPr/>
          </p:nvSpPr>
          <p:spPr>
            <a:xfrm>
              <a:off x="8491926" y="653149"/>
              <a:ext cx="652127" cy="653161"/>
            </a:xfrm>
            <a:custGeom>
              <a:rect b="b" l="l" r="r" t="t"/>
              <a:pathLst>
                <a:path extrusionOk="0" h="147774" w="147540">
                  <a:moveTo>
                    <a:pt x="146839" y="72352"/>
                  </a:moveTo>
                  <a:lnTo>
                    <a:pt x="126624" y="52105"/>
                  </a:lnTo>
                  <a:lnTo>
                    <a:pt x="126624" y="23517"/>
                  </a:lnTo>
                  <a:cubicBezTo>
                    <a:pt x="126624" y="22217"/>
                    <a:pt x="125557" y="21149"/>
                    <a:pt x="124256" y="21149"/>
                  </a:cubicBezTo>
                  <a:lnTo>
                    <a:pt x="95669" y="21149"/>
                  </a:lnTo>
                  <a:lnTo>
                    <a:pt x="75454" y="935"/>
                  </a:lnTo>
                  <a:cubicBezTo>
                    <a:pt x="74520" y="1"/>
                    <a:pt x="73019" y="1"/>
                    <a:pt x="72119" y="935"/>
                  </a:cubicBezTo>
                  <a:lnTo>
                    <a:pt x="51871" y="21149"/>
                  </a:lnTo>
                  <a:lnTo>
                    <a:pt x="23284" y="21149"/>
                  </a:lnTo>
                  <a:cubicBezTo>
                    <a:pt x="21983" y="21149"/>
                    <a:pt x="20915" y="22217"/>
                    <a:pt x="20915" y="23517"/>
                  </a:cubicBezTo>
                  <a:lnTo>
                    <a:pt x="20915" y="52105"/>
                  </a:lnTo>
                  <a:lnTo>
                    <a:pt x="701" y="72319"/>
                  </a:lnTo>
                  <a:cubicBezTo>
                    <a:pt x="267" y="72786"/>
                    <a:pt x="0" y="73386"/>
                    <a:pt x="0" y="73987"/>
                  </a:cubicBezTo>
                  <a:cubicBezTo>
                    <a:pt x="0" y="74621"/>
                    <a:pt x="267" y="75221"/>
                    <a:pt x="701" y="75655"/>
                  </a:cubicBezTo>
                  <a:lnTo>
                    <a:pt x="20915" y="95903"/>
                  </a:lnTo>
                  <a:lnTo>
                    <a:pt x="20915" y="124490"/>
                  </a:lnTo>
                  <a:cubicBezTo>
                    <a:pt x="20915" y="125791"/>
                    <a:pt x="21983" y="126858"/>
                    <a:pt x="23284" y="126858"/>
                  </a:cubicBezTo>
                  <a:lnTo>
                    <a:pt x="51871" y="126858"/>
                  </a:lnTo>
                  <a:lnTo>
                    <a:pt x="72119" y="147073"/>
                  </a:lnTo>
                  <a:cubicBezTo>
                    <a:pt x="72552" y="147506"/>
                    <a:pt x="73153" y="147773"/>
                    <a:pt x="73786" y="147773"/>
                  </a:cubicBezTo>
                  <a:cubicBezTo>
                    <a:pt x="74387" y="147773"/>
                    <a:pt x="74987" y="147506"/>
                    <a:pt x="75421" y="147073"/>
                  </a:cubicBezTo>
                  <a:lnTo>
                    <a:pt x="95669" y="126858"/>
                  </a:lnTo>
                  <a:lnTo>
                    <a:pt x="124256" y="126858"/>
                  </a:lnTo>
                  <a:cubicBezTo>
                    <a:pt x="125557" y="126858"/>
                    <a:pt x="126624" y="125791"/>
                    <a:pt x="126624" y="124490"/>
                  </a:cubicBezTo>
                  <a:lnTo>
                    <a:pt x="126624" y="95903"/>
                  </a:lnTo>
                  <a:lnTo>
                    <a:pt x="146839" y="75655"/>
                  </a:lnTo>
                  <a:cubicBezTo>
                    <a:pt x="147272" y="75221"/>
                    <a:pt x="147539" y="74621"/>
                    <a:pt x="147539" y="73987"/>
                  </a:cubicBezTo>
                  <a:cubicBezTo>
                    <a:pt x="147539" y="73386"/>
                    <a:pt x="147306" y="72786"/>
                    <a:pt x="146839" y="72352"/>
                  </a:cubicBezTo>
                  <a:close/>
                  <a:moveTo>
                    <a:pt x="122621" y="93267"/>
                  </a:moveTo>
                  <a:cubicBezTo>
                    <a:pt x="122154" y="93701"/>
                    <a:pt x="121921" y="94301"/>
                    <a:pt x="121921" y="94935"/>
                  </a:cubicBezTo>
                  <a:lnTo>
                    <a:pt x="121921" y="122155"/>
                  </a:lnTo>
                  <a:lnTo>
                    <a:pt x="94701" y="122155"/>
                  </a:lnTo>
                  <a:cubicBezTo>
                    <a:pt x="94068" y="122155"/>
                    <a:pt x="93467" y="122388"/>
                    <a:pt x="93034" y="122822"/>
                  </a:cubicBezTo>
                  <a:lnTo>
                    <a:pt x="73786" y="142102"/>
                  </a:lnTo>
                  <a:lnTo>
                    <a:pt x="54506" y="122855"/>
                  </a:lnTo>
                  <a:cubicBezTo>
                    <a:pt x="54072" y="122388"/>
                    <a:pt x="53472" y="122155"/>
                    <a:pt x="52838" y="122155"/>
                  </a:cubicBezTo>
                  <a:lnTo>
                    <a:pt x="25619" y="122155"/>
                  </a:lnTo>
                  <a:lnTo>
                    <a:pt x="25619" y="94935"/>
                  </a:lnTo>
                  <a:cubicBezTo>
                    <a:pt x="25619" y="94301"/>
                    <a:pt x="25385" y="93701"/>
                    <a:pt x="24952" y="93267"/>
                  </a:cubicBezTo>
                  <a:lnTo>
                    <a:pt x="5671" y="74020"/>
                  </a:lnTo>
                  <a:lnTo>
                    <a:pt x="24952" y="54740"/>
                  </a:lnTo>
                  <a:cubicBezTo>
                    <a:pt x="25385" y="54306"/>
                    <a:pt x="25619" y="53706"/>
                    <a:pt x="25619" y="53105"/>
                  </a:cubicBezTo>
                  <a:lnTo>
                    <a:pt x="25619" y="25852"/>
                  </a:lnTo>
                  <a:lnTo>
                    <a:pt x="52838" y="25852"/>
                  </a:lnTo>
                  <a:cubicBezTo>
                    <a:pt x="53472" y="25852"/>
                    <a:pt x="54072" y="25619"/>
                    <a:pt x="54506" y="25185"/>
                  </a:cubicBezTo>
                  <a:lnTo>
                    <a:pt x="73786" y="5905"/>
                  </a:lnTo>
                  <a:lnTo>
                    <a:pt x="93034" y="25185"/>
                  </a:lnTo>
                  <a:cubicBezTo>
                    <a:pt x="93467" y="25619"/>
                    <a:pt x="94068" y="25852"/>
                    <a:pt x="94701" y="25852"/>
                  </a:cubicBezTo>
                  <a:lnTo>
                    <a:pt x="121921" y="25852"/>
                  </a:lnTo>
                  <a:lnTo>
                    <a:pt x="121921" y="53072"/>
                  </a:lnTo>
                  <a:cubicBezTo>
                    <a:pt x="121921" y="53706"/>
                    <a:pt x="122154" y="54306"/>
                    <a:pt x="122588" y="54740"/>
                  </a:cubicBezTo>
                  <a:lnTo>
                    <a:pt x="141868" y="73987"/>
                  </a:lnTo>
                  <a:close/>
                </a:path>
              </a:pathLst>
            </a:custGeom>
            <a:solidFill>
              <a:srgbClr val="9575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2" name="Google Shape;52;p4"/>
          <p:cNvGrpSpPr/>
          <p:nvPr/>
        </p:nvGrpSpPr>
        <p:grpSpPr>
          <a:xfrm flipH="1">
            <a:off x="7839776" y="3837199"/>
            <a:ext cx="1304277" cy="1306311"/>
            <a:chOff x="1" y="3837199"/>
            <a:chExt cx="1304277" cy="1306311"/>
          </a:xfrm>
        </p:grpSpPr>
        <p:sp>
          <p:nvSpPr>
            <p:cNvPr id="53" name="Google Shape;53;p4"/>
            <p:cNvSpPr/>
            <p:nvPr/>
          </p:nvSpPr>
          <p:spPr>
            <a:xfrm rot="10800000">
              <a:off x="1" y="4490349"/>
              <a:ext cx="652127" cy="653161"/>
            </a:xfrm>
            <a:custGeom>
              <a:rect b="b" l="l" r="r" t="t"/>
              <a:pathLst>
                <a:path extrusionOk="0" h="147774" w="147540">
                  <a:moveTo>
                    <a:pt x="146839" y="72352"/>
                  </a:moveTo>
                  <a:lnTo>
                    <a:pt x="126624" y="52105"/>
                  </a:lnTo>
                  <a:lnTo>
                    <a:pt x="126624" y="23517"/>
                  </a:lnTo>
                  <a:cubicBezTo>
                    <a:pt x="126624" y="22217"/>
                    <a:pt x="125557" y="21149"/>
                    <a:pt x="124256" y="21149"/>
                  </a:cubicBezTo>
                  <a:lnTo>
                    <a:pt x="95669" y="21149"/>
                  </a:lnTo>
                  <a:lnTo>
                    <a:pt x="75454" y="935"/>
                  </a:lnTo>
                  <a:cubicBezTo>
                    <a:pt x="74520" y="1"/>
                    <a:pt x="73019" y="1"/>
                    <a:pt x="72119" y="935"/>
                  </a:cubicBezTo>
                  <a:lnTo>
                    <a:pt x="51871" y="21149"/>
                  </a:lnTo>
                  <a:lnTo>
                    <a:pt x="23284" y="21149"/>
                  </a:lnTo>
                  <a:cubicBezTo>
                    <a:pt x="21983" y="21149"/>
                    <a:pt x="20915" y="22217"/>
                    <a:pt x="20915" y="23517"/>
                  </a:cubicBezTo>
                  <a:lnTo>
                    <a:pt x="20915" y="52105"/>
                  </a:lnTo>
                  <a:lnTo>
                    <a:pt x="701" y="72319"/>
                  </a:lnTo>
                  <a:cubicBezTo>
                    <a:pt x="267" y="72786"/>
                    <a:pt x="0" y="73386"/>
                    <a:pt x="0" y="73987"/>
                  </a:cubicBezTo>
                  <a:cubicBezTo>
                    <a:pt x="0" y="74621"/>
                    <a:pt x="267" y="75221"/>
                    <a:pt x="701" y="75655"/>
                  </a:cubicBezTo>
                  <a:lnTo>
                    <a:pt x="20915" y="95903"/>
                  </a:lnTo>
                  <a:lnTo>
                    <a:pt x="20915" y="124490"/>
                  </a:lnTo>
                  <a:cubicBezTo>
                    <a:pt x="20915" y="125791"/>
                    <a:pt x="21983" y="126858"/>
                    <a:pt x="23284" y="126858"/>
                  </a:cubicBezTo>
                  <a:lnTo>
                    <a:pt x="51871" y="126858"/>
                  </a:lnTo>
                  <a:lnTo>
                    <a:pt x="72119" y="147073"/>
                  </a:lnTo>
                  <a:cubicBezTo>
                    <a:pt x="72552" y="147506"/>
                    <a:pt x="73153" y="147773"/>
                    <a:pt x="73786" y="147773"/>
                  </a:cubicBezTo>
                  <a:cubicBezTo>
                    <a:pt x="74387" y="147773"/>
                    <a:pt x="74987" y="147506"/>
                    <a:pt x="75421" y="147073"/>
                  </a:cubicBezTo>
                  <a:lnTo>
                    <a:pt x="95669" y="126858"/>
                  </a:lnTo>
                  <a:lnTo>
                    <a:pt x="124256" y="126858"/>
                  </a:lnTo>
                  <a:cubicBezTo>
                    <a:pt x="125557" y="126858"/>
                    <a:pt x="126624" y="125791"/>
                    <a:pt x="126624" y="124490"/>
                  </a:cubicBezTo>
                  <a:lnTo>
                    <a:pt x="126624" y="95903"/>
                  </a:lnTo>
                  <a:lnTo>
                    <a:pt x="146839" y="75655"/>
                  </a:lnTo>
                  <a:cubicBezTo>
                    <a:pt x="147272" y="75221"/>
                    <a:pt x="147539" y="74621"/>
                    <a:pt x="147539" y="73987"/>
                  </a:cubicBezTo>
                  <a:cubicBezTo>
                    <a:pt x="147539" y="73386"/>
                    <a:pt x="147306" y="72786"/>
                    <a:pt x="146839" y="72352"/>
                  </a:cubicBezTo>
                  <a:close/>
                  <a:moveTo>
                    <a:pt x="122621" y="93267"/>
                  </a:moveTo>
                  <a:cubicBezTo>
                    <a:pt x="122154" y="93701"/>
                    <a:pt x="121921" y="94301"/>
                    <a:pt x="121921" y="94935"/>
                  </a:cubicBezTo>
                  <a:lnTo>
                    <a:pt x="121921" y="122155"/>
                  </a:lnTo>
                  <a:lnTo>
                    <a:pt x="94701" y="122155"/>
                  </a:lnTo>
                  <a:cubicBezTo>
                    <a:pt x="94068" y="122155"/>
                    <a:pt x="93467" y="122388"/>
                    <a:pt x="93034" y="122822"/>
                  </a:cubicBezTo>
                  <a:lnTo>
                    <a:pt x="73786" y="142102"/>
                  </a:lnTo>
                  <a:lnTo>
                    <a:pt x="54506" y="122855"/>
                  </a:lnTo>
                  <a:cubicBezTo>
                    <a:pt x="54072" y="122388"/>
                    <a:pt x="53472" y="122155"/>
                    <a:pt x="52838" y="122155"/>
                  </a:cubicBezTo>
                  <a:lnTo>
                    <a:pt x="25619" y="122155"/>
                  </a:lnTo>
                  <a:lnTo>
                    <a:pt x="25619" y="94935"/>
                  </a:lnTo>
                  <a:cubicBezTo>
                    <a:pt x="25619" y="94301"/>
                    <a:pt x="25385" y="93701"/>
                    <a:pt x="24952" y="93267"/>
                  </a:cubicBezTo>
                  <a:lnTo>
                    <a:pt x="5671" y="74020"/>
                  </a:lnTo>
                  <a:lnTo>
                    <a:pt x="24952" y="54740"/>
                  </a:lnTo>
                  <a:cubicBezTo>
                    <a:pt x="25385" y="54306"/>
                    <a:pt x="25619" y="53706"/>
                    <a:pt x="25619" y="53105"/>
                  </a:cubicBezTo>
                  <a:lnTo>
                    <a:pt x="25619" y="25852"/>
                  </a:lnTo>
                  <a:lnTo>
                    <a:pt x="52838" y="25852"/>
                  </a:lnTo>
                  <a:cubicBezTo>
                    <a:pt x="53472" y="25852"/>
                    <a:pt x="54072" y="25619"/>
                    <a:pt x="54506" y="25185"/>
                  </a:cubicBezTo>
                  <a:lnTo>
                    <a:pt x="73786" y="5905"/>
                  </a:lnTo>
                  <a:lnTo>
                    <a:pt x="93034" y="25185"/>
                  </a:lnTo>
                  <a:cubicBezTo>
                    <a:pt x="93467" y="25619"/>
                    <a:pt x="94068" y="25852"/>
                    <a:pt x="94701" y="25852"/>
                  </a:cubicBezTo>
                  <a:lnTo>
                    <a:pt x="121921" y="25852"/>
                  </a:lnTo>
                  <a:lnTo>
                    <a:pt x="121921" y="53072"/>
                  </a:lnTo>
                  <a:cubicBezTo>
                    <a:pt x="121921" y="53706"/>
                    <a:pt x="122154" y="54306"/>
                    <a:pt x="122588" y="54740"/>
                  </a:cubicBezTo>
                  <a:lnTo>
                    <a:pt x="141868" y="73987"/>
                  </a:lnTo>
                  <a:close/>
                </a:path>
              </a:pathLst>
            </a:custGeom>
            <a:solidFill>
              <a:srgbClr val="9575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4"/>
            <p:cNvSpPr/>
            <p:nvPr/>
          </p:nvSpPr>
          <p:spPr>
            <a:xfrm rot="10800000">
              <a:off x="652151" y="4490349"/>
              <a:ext cx="652127" cy="653161"/>
            </a:xfrm>
            <a:custGeom>
              <a:rect b="b" l="l" r="r" t="t"/>
              <a:pathLst>
                <a:path extrusionOk="0" h="147774" w="147540">
                  <a:moveTo>
                    <a:pt x="146839" y="72352"/>
                  </a:moveTo>
                  <a:lnTo>
                    <a:pt x="126624" y="52105"/>
                  </a:lnTo>
                  <a:lnTo>
                    <a:pt x="126624" y="23517"/>
                  </a:lnTo>
                  <a:cubicBezTo>
                    <a:pt x="126624" y="22217"/>
                    <a:pt x="125557" y="21149"/>
                    <a:pt x="124256" y="21149"/>
                  </a:cubicBezTo>
                  <a:lnTo>
                    <a:pt x="95669" y="21149"/>
                  </a:lnTo>
                  <a:lnTo>
                    <a:pt x="75454" y="935"/>
                  </a:lnTo>
                  <a:cubicBezTo>
                    <a:pt x="74520" y="1"/>
                    <a:pt x="73019" y="1"/>
                    <a:pt x="72119" y="935"/>
                  </a:cubicBezTo>
                  <a:lnTo>
                    <a:pt x="51871" y="21149"/>
                  </a:lnTo>
                  <a:lnTo>
                    <a:pt x="23284" y="21149"/>
                  </a:lnTo>
                  <a:cubicBezTo>
                    <a:pt x="21983" y="21149"/>
                    <a:pt x="20915" y="22217"/>
                    <a:pt x="20915" y="23517"/>
                  </a:cubicBezTo>
                  <a:lnTo>
                    <a:pt x="20915" y="52105"/>
                  </a:lnTo>
                  <a:lnTo>
                    <a:pt x="701" y="72319"/>
                  </a:lnTo>
                  <a:cubicBezTo>
                    <a:pt x="267" y="72786"/>
                    <a:pt x="0" y="73386"/>
                    <a:pt x="0" y="73987"/>
                  </a:cubicBezTo>
                  <a:cubicBezTo>
                    <a:pt x="0" y="74621"/>
                    <a:pt x="267" y="75221"/>
                    <a:pt x="701" y="75655"/>
                  </a:cubicBezTo>
                  <a:lnTo>
                    <a:pt x="20915" y="95903"/>
                  </a:lnTo>
                  <a:lnTo>
                    <a:pt x="20915" y="124490"/>
                  </a:lnTo>
                  <a:cubicBezTo>
                    <a:pt x="20915" y="125791"/>
                    <a:pt x="21983" y="126858"/>
                    <a:pt x="23284" y="126858"/>
                  </a:cubicBezTo>
                  <a:lnTo>
                    <a:pt x="51871" y="126858"/>
                  </a:lnTo>
                  <a:lnTo>
                    <a:pt x="72119" y="147073"/>
                  </a:lnTo>
                  <a:cubicBezTo>
                    <a:pt x="72552" y="147506"/>
                    <a:pt x="73153" y="147773"/>
                    <a:pt x="73786" y="147773"/>
                  </a:cubicBezTo>
                  <a:cubicBezTo>
                    <a:pt x="74387" y="147773"/>
                    <a:pt x="74987" y="147506"/>
                    <a:pt x="75421" y="147073"/>
                  </a:cubicBezTo>
                  <a:lnTo>
                    <a:pt x="95669" y="126858"/>
                  </a:lnTo>
                  <a:lnTo>
                    <a:pt x="124256" y="126858"/>
                  </a:lnTo>
                  <a:cubicBezTo>
                    <a:pt x="125557" y="126858"/>
                    <a:pt x="126624" y="125791"/>
                    <a:pt x="126624" y="124490"/>
                  </a:cubicBezTo>
                  <a:lnTo>
                    <a:pt x="126624" y="95903"/>
                  </a:lnTo>
                  <a:lnTo>
                    <a:pt x="146839" y="75655"/>
                  </a:lnTo>
                  <a:cubicBezTo>
                    <a:pt x="147272" y="75221"/>
                    <a:pt x="147539" y="74621"/>
                    <a:pt x="147539" y="73987"/>
                  </a:cubicBezTo>
                  <a:cubicBezTo>
                    <a:pt x="147539" y="73386"/>
                    <a:pt x="147306" y="72786"/>
                    <a:pt x="146839" y="72352"/>
                  </a:cubicBezTo>
                  <a:close/>
                  <a:moveTo>
                    <a:pt x="122621" y="93267"/>
                  </a:moveTo>
                  <a:cubicBezTo>
                    <a:pt x="122154" y="93701"/>
                    <a:pt x="121921" y="94301"/>
                    <a:pt x="121921" y="94935"/>
                  </a:cubicBezTo>
                  <a:lnTo>
                    <a:pt x="121921" y="122155"/>
                  </a:lnTo>
                  <a:lnTo>
                    <a:pt x="94701" y="122155"/>
                  </a:lnTo>
                  <a:cubicBezTo>
                    <a:pt x="94068" y="122155"/>
                    <a:pt x="93467" y="122388"/>
                    <a:pt x="93034" y="122822"/>
                  </a:cubicBezTo>
                  <a:lnTo>
                    <a:pt x="73786" y="142102"/>
                  </a:lnTo>
                  <a:lnTo>
                    <a:pt x="54506" y="122855"/>
                  </a:lnTo>
                  <a:cubicBezTo>
                    <a:pt x="54072" y="122388"/>
                    <a:pt x="53472" y="122155"/>
                    <a:pt x="52838" y="122155"/>
                  </a:cubicBezTo>
                  <a:lnTo>
                    <a:pt x="25619" y="122155"/>
                  </a:lnTo>
                  <a:lnTo>
                    <a:pt x="25619" y="94935"/>
                  </a:lnTo>
                  <a:cubicBezTo>
                    <a:pt x="25619" y="94301"/>
                    <a:pt x="25385" y="93701"/>
                    <a:pt x="24952" y="93267"/>
                  </a:cubicBezTo>
                  <a:lnTo>
                    <a:pt x="5671" y="74020"/>
                  </a:lnTo>
                  <a:lnTo>
                    <a:pt x="24952" y="54740"/>
                  </a:lnTo>
                  <a:cubicBezTo>
                    <a:pt x="25385" y="54306"/>
                    <a:pt x="25619" y="53706"/>
                    <a:pt x="25619" y="53105"/>
                  </a:cubicBezTo>
                  <a:lnTo>
                    <a:pt x="25619" y="25852"/>
                  </a:lnTo>
                  <a:lnTo>
                    <a:pt x="52838" y="25852"/>
                  </a:lnTo>
                  <a:cubicBezTo>
                    <a:pt x="53472" y="25852"/>
                    <a:pt x="54072" y="25619"/>
                    <a:pt x="54506" y="25185"/>
                  </a:cubicBezTo>
                  <a:lnTo>
                    <a:pt x="73786" y="5905"/>
                  </a:lnTo>
                  <a:lnTo>
                    <a:pt x="93034" y="25185"/>
                  </a:lnTo>
                  <a:cubicBezTo>
                    <a:pt x="93467" y="25619"/>
                    <a:pt x="94068" y="25852"/>
                    <a:pt x="94701" y="25852"/>
                  </a:cubicBezTo>
                  <a:lnTo>
                    <a:pt x="121921" y="25852"/>
                  </a:lnTo>
                  <a:lnTo>
                    <a:pt x="121921" y="53072"/>
                  </a:lnTo>
                  <a:cubicBezTo>
                    <a:pt x="121921" y="53706"/>
                    <a:pt x="122154" y="54306"/>
                    <a:pt x="122588" y="54740"/>
                  </a:cubicBezTo>
                  <a:lnTo>
                    <a:pt x="141868" y="73987"/>
                  </a:lnTo>
                  <a:close/>
                </a:path>
              </a:pathLst>
            </a:custGeom>
            <a:solidFill>
              <a:srgbClr val="9575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p4"/>
            <p:cNvSpPr/>
            <p:nvPr/>
          </p:nvSpPr>
          <p:spPr>
            <a:xfrm rot="10800000">
              <a:off x="1" y="3837199"/>
              <a:ext cx="652127" cy="653161"/>
            </a:xfrm>
            <a:custGeom>
              <a:rect b="b" l="l" r="r" t="t"/>
              <a:pathLst>
                <a:path extrusionOk="0" h="147774" w="147540">
                  <a:moveTo>
                    <a:pt x="146839" y="72352"/>
                  </a:moveTo>
                  <a:lnTo>
                    <a:pt x="126624" y="52105"/>
                  </a:lnTo>
                  <a:lnTo>
                    <a:pt x="126624" y="23517"/>
                  </a:lnTo>
                  <a:cubicBezTo>
                    <a:pt x="126624" y="22217"/>
                    <a:pt x="125557" y="21149"/>
                    <a:pt x="124256" y="21149"/>
                  </a:cubicBezTo>
                  <a:lnTo>
                    <a:pt x="95669" y="21149"/>
                  </a:lnTo>
                  <a:lnTo>
                    <a:pt x="75454" y="935"/>
                  </a:lnTo>
                  <a:cubicBezTo>
                    <a:pt x="74520" y="1"/>
                    <a:pt x="73019" y="1"/>
                    <a:pt x="72119" y="935"/>
                  </a:cubicBezTo>
                  <a:lnTo>
                    <a:pt x="51871" y="21149"/>
                  </a:lnTo>
                  <a:lnTo>
                    <a:pt x="23284" y="21149"/>
                  </a:lnTo>
                  <a:cubicBezTo>
                    <a:pt x="21983" y="21149"/>
                    <a:pt x="20915" y="22217"/>
                    <a:pt x="20915" y="23517"/>
                  </a:cubicBezTo>
                  <a:lnTo>
                    <a:pt x="20915" y="52105"/>
                  </a:lnTo>
                  <a:lnTo>
                    <a:pt x="701" y="72319"/>
                  </a:lnTo>
                  <a:cubicBezTo>
                    <a:pt x="267" y="72786"/>
                    <a:pt x="0" y="73386"/>
                    <a:pt x="0" y="73987"/>
                  </a:cubicBezTo>
                  <a:cubicBezTo>
                    <a:pt x="0" y="74621"/>
                    <a:pt x="267" y="75221"/>
                    <a:pt x="701" y="75655"/>
                  </a:cubicBezTo>
                  <a:lnTo>
                    <a:pt x="20915" y="95903"/>
                  </a:lnTo>
                  <a:lnTo>
                    <a:pt x="20915" y="124490"/>
                  </a:lnTo>
                  <a:cubicBezTo>
                    <a:pt x="20915" y="125791"/>
                    <a:pt x="21983" y="126858"/>
                    <a:pt x="23284" y="126858"/>
                  </a:cubicBezTo>
                  <a:lnTo>
                    <a:pt x="51871" y="126858"/>
                  </a:lnTo>
                  <a:lnTo>
                    <a:pt x="72119" y="147073"/>
                  </a:lnTo>
                  <a:cubicBezTo>
                    <a:pt x="72552" y="147506"/>
                    <a:pt x="73153" y="147773"/>
                    <a:pt x="73786" y="147773"/>
                  </a:cubicBezTo>
                  <a:cubicBezTo>
                    <a:pt x="74387" y="147773"/>
                    <a:pt x="74987" y="147506"/>
                    <a:pt x="75421" y="147073"/>
                  </a:cubicBezTo>
                  <a:lnTo>
                    <a:pt x="95669" y="126858"/>
                  </a:lnTo>
                  <a:lnTo>
                    <a:pt x="124256" y="126858"/>
                  </a:lnTo>
                  <a:cubicBezTo>
                    <a:pt x="125557" y="126858"/>
                    <a:pt x="126624" y="125791"/>
                    <a:pt x="126624" y="124490"/>
                  </a:cubicBezTo>
                  <a:lnTo>
                    <a:pt x="126624" y="95903"/>
                  </a:lnTo>
                  <a:lnTo>
                    <a:pt x="146839" y="75655"/>
                  </a:lnTo>
                  <a:cubicBezTo>
                    <a:pt x="147272" y="75221"/>
                    <a:pt x="147539" y="74621"/>
                    <a:pt x="147539" y="73987"/>
                  </a:cubicBezTo>
                  <a:cubicBezTo>
                    <a:pt x="147539" y="73386"/>
                    <a:pt x="147306" y="72786"/>
                    <a:pt x="146839" y="72352"/>
                  </a:cubicBezTo>
                  <a:close/>
                  <a:moveTo>
                    <a:pt x="122621" y="93267"/>
                  </a:moveTo>
                  <a:cubicBezTo>
                    <a:pt x="122154" y="93701"/>
                    <a:pt x="121921" y="94301"/>
                    <a:pt x="121921" y="94935"/>
                  </a:cubicBezTo>
                  <a:lnTo>
                    <a:pt x="121921" y="122155"/>
                  </a:lnTo>
                  <a:lnTo>
                    <a:pt x="94701" y="122155"/>
                  </a:lnTo>
                  <a:cubicBezTo>
                    <a:pt x="94068" y="122155"/>
                    <a:pt x="93467" y="122388"/>
                    <a:pt x="93034" y="122822"/>
                  </a:cubicBezTo>
                  <a:lnTo>
                    <a:pt x="73786" y="142102"/>
                  </a:lnTo>
                  <a:lnTo>
                    <a:pt x="54506" y="122855"/>
                  </a:lnTo>
                  <a:cubicBezTo>
                    <a:pt x="54072" y="122388"/>
                    <a:pt x="53472" y="122155"/>
                    <a:pt x="52838" y="122155"/>
                  </a:cubicBezTo>
                  <a:lnTo>
                    <a:pt x="25619" y="122155"/>
                  </a:lnTo>
                  <a:lnTo>
                    <a:pt x="25619" y="94935"/>
                  </a:lnTo>
                  <a:cubicBezTo>
                    <a:pt x="25619" y="94301"/>
                    <a:pt x="25385" y="93701"/>
                    <a:pt x="24952" y="93267"/>
                  </a:cubicBezTo>
                  <a:lnTo>
                    <a:pt x="5671" y="74020"/>
                  </a:lnTo>
                  <a:lnTo>
                    <a:pt x="24952" y="54740"/>
                  </a:lnTo>
                  <a:cubicBezTo>
                    <a:pt x="25385" y="54306"/>
                    <a:pt x="25619" y="53706"/>
                    <a:pt x="25619" y="53105"/>
                  </a:cubicBezTo>
                  <a:lnTo>
                    <a:pt x="25619" y="25852"/>
                  </a:lnTo>
                  <a:lnTo>
                    <a:pt x="52838" y="25852"/>
                  </a:lnTo>
                  <a:cubicBezTo>
                    <a:pt x="53472" y="25852"/>
                    <a:pt x="54072" y="25619"/>
                    <a:pt x="54506" y="25185"/>
                  </a:cubicBezTo>
                  <a:lnTo>
                    <a:pt x="73786" y="5905"/>
                  </a:lnTo>
                  <a:lnTo>
                    <a:pt x="93034" y="25185"/>
                  </a:lnTo>
                  <a:cubicBezTo>
                    <a:pt x="93467" y="25619"/>
                    <a:pt x="94068" y="25852"/>
                    <a:pt x="94701" y="25852"/>
                  </a:cubicBezTo>
                  <a:lnTo>
                    <a:pt x="121921" y="25852"/>
                  </a:lnTo>
                  <a:lnTo>
                    <a:pt x="121921" y="53072"/>
                  </a:lnTo>
                  <a:cubicBezTo>
                    <a:pt x="121921" y="53706"/>
                    <a:pt x="122154" y="54306"/>
                    <a:pt x="122588" y="54740"/>
                  </a:cubicBezTo>
                  <a:lnTo>
                    <a:pt x="141868" y="73987"/>
                  </a:lnTo>
                  <a:close/>
                </a:path>
              </a:pathLst>
            </a:custGeom>
            <a:solidFill>
              <a:srgbClr val="9575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CUSTOM_15">
    <p:spTree>
      <p:nvGrpSpPr>
        <p:cNvPr id="56" name="Shape 56"/>
        <p:cNvGrpSpPr/>
        <p:nvPr/>
      </p:nvGrpSpPr>
      <p:grpSpPr>
        <a:xfrm>
          <a:off x="0" y="0"/>
          <a:ext cx="0" cy="0"/>
          <a:chOff x="0" y="0"/>
          <a:chExt cx="0" cy="0"/>
        </a:xfrm>
      </p:grpSpPr>
      <p:sp>
        <p:nvSpPr>
          <p:cNvPr id="57" name="Google Shape;57;p5"/>
          <p:cNvSpPr/>
          <p:nvPr/>
        </p:nvSpPr>
        <p:spPr>
          <a:xfrm>
            <a:off x="0" y="0"/>
            <a:ext cx="9144259" cy="5143463"/>
          </a:xfrm>
          <a:custGeom>
            <a:rect b="b" l="l" r="r" t="t"/>
            <a:pathLst>
              <a:path extrusionOk="0" h="123123" w="246310">
                <a:moveTo>
                  <a:pt x="245442" y="2136"/>
                </a:moveTo>
                <a:lnTo>
                  <a:pt x="244175" y="2136"/>
                </a:lnTo>
                <a:lnTo>
                  <a:pt x="244175" y="1035"/>
                </a:lnTo>
                <a:lnTo>
                  <a:pt x="244075" y="768"/>
                </a:lnTo>
                <a:lnTo>
                  <a:pt x="243274" y="1"/>
                </a:lnTo>
                <a:lnTo>
                  <a:pt x="243141" y="1"/>
                </a:lnTo>
                <a:lnTo>
                  <a:pt x="242173" y="1"/>
                </a:lnTo>
                <a:lnTo>
                  <a:pt x="240372" y="1"/>
                </a:lnTo>
                <a:lnTo>
                  <a:pt x="239238" y="1"/>
                </a:lnTo>
                <a:lnTo>
                  <a:pt x="231499" y="1"/>
                </a:lnTo>
                <a:lnTo>
                  <a:pt x="231332" y="1"/>
                </a:lnTo>
                <a:lnTo>
                  <a:pt x="230532" y="1"/>
                </a:lnTo>
                <a:lnTo>
                  <a:pt x="230365" y="1"/>
                </a:lnTo>
                <a:lnTo>
                  <a:pt x="222626" y="1"/>
                </a:lnTo>
                <a:lnTo>
                  <a:pt x="222626" y="1"/>
                </a:lnTo>
                <a:lnTo>
                  <a:pt x="221492" y="1"/>
                </a:lnTo>
                <a:lnTo>
                  <a:pt x="219691" y="1"/>
                </a:lnTo>
                <a:lnTo>
                  <a:pt x="218723" y="1"/>
                </a:lnTo>
                <a:lnTo>
                  <a:pt x="218557" y="1"/>
                </a:lnTo>
                <a:lnTo>
                  <a:pt x="217789" y="768"/>
                </a:lnTo>
                <a:lnTo>
                  <a:pt x="217689" y="1035"/>
                </a:lnTo>
                <a:lnTo>
                  <a:pt x="217689" y="2136"/>
                </a:lnTo>
                <a:lnTo>
                  <a:pt x="216422" y="2136"/>
                </a:lnTo>
                <a:lnTo>
                  <a:pt x="215521" y="3036"/>
                </a:lnTo>
                <a:lnTo>
                  <a:pt x="214654" y="2136"/>
                </a:lnTo>
                <a:lnTo>
                  <a:pt x="213386" y="2136"/>
                </a:lnTo>
                <a:lnTo>
                  <a:pt x="213386" y="1035"/>
                </a:lnTo>
                <a:lnTo>
                  <a:pt x="213286" y="768"/>
                </a:lnTo>
                <a:lnTo>
                  <a:pt x="212519" y="1"/>
                </a:lnTo>
                <a:lnTo>
                  <a:pt x="212352" y="1"/>
                </a:lnTo>
                <a:lnTo>
                  <a:pt x="211385" y="1"/>
                </a:lnTo>
                <a:lnTo>
                  <a:pt x="209584" y="1"/>
                </a:lnTo>
                <a:lnTo>
                  <a:pt x="208449" y="1"/>
                </a:lnTo>
                <a:lnTo>
                  <a:pt x="200710" y="1"/>
                </a:lnTo>
                <a:lnTo>
                  <a:pt x="200544" y="1"/>
                </a:lnTo>
                <a:lnTo>
                  <a:pt x="199743" y="1"/>
                </a:lnTo>
                <a:lnTo>
                  <a:pt x="199576" y="1"/>
                </a:lnTo>
                <a:lnTo>
                  <a:pt x="191837" y="1"/>
                </a:lnTo>
                <a:lnTo>
                  <a:pt x="190703" y="1"/>
                </a:lnTo>
                <a:lnTo>
                  <a:pt x="188902" y="1"/>
                </a:lnTo>
                <a:lnTo>
                  <a:pt x="187935" y="1"/>
                </a:lnTo>
                <a:lnTo>
                  <a:pt x="187801" y="1"/>
                </a:lnTo>
                <a:lnTo>
                  <a:pt x="187001" y="768"/>
                </a:lnTo>
                <a:lnTo>
                  <a:pt x="186901" y="1035"/>
                </a:lnTo>
                <a:lnTo>
                  <a:pt x="186901" y="2136"/>
                </a:lnTo>
                <a:lnTo>
                  <a:pt x="185633" y="2136"/>
                </a:lnTo>
                <a:lnTo>
                  <a:pt x="184766" y="3036"/>
                </a:lnTo>
                <a:lnTo>
                  <a:pt x="183865" y="2136"/>
                </a:lnTo>
                <a:lnTo>
                  <a:pt x="182598" y="2136"/>
                </a:lnTo>
                <a:lnTo>
                  <a:pt x="182598" y="1035"/>
                </a:lnTo>
                <a:lnTo>
                  <a:pt x="182497" y="768"/>
                </a:lnTo>
                <a:lnTo>
                  <a:pt x="181730" y="1"/>
                </a:lnTo>
                <a:lnTo>
                  <a:pt x="181563" y="1"/>
                </a:lnTo>
                <a:lnTo>
                  <a:pt x="180596" y="1"/>
                </a:lnTo>
                <a:lnTo>
                  <a:pt x="178795" y="1"/>
                </a:lnTo>
                <a:lnTo>
                  <a:pt x="177661" y="1"/>
                </a:lnTo>
                <a:lnTo>
                  <a:pt x="169922" y="1"/>
                </a:lnTo>
                <a:lnTo>
                  <a:pt x="169755" y="1"/>
                </a:lnTo>
                <a:lnTo>
                  <a:pt x="168954" y="1"/>
                </a:lnTo>
                <a:lnTo>
                  <a:pt x="168788" y="1"/>
                </a:lnTo>
                <a:lnTo>
                  <a:pt x="161049" y="1"/>
                </a:lnTo>
                <a:lnTo>
                  <a:pt x="159948" y="1"/>
                </a:lnTo>
                <a:lnTo>
                  <a:pt x="158113" y="1"/>
                </a:lnTo>
                <a:lnTo>
                  <a:pt x="157179" y="1"/>
                </a:lnTo>
                <a:lnTo>
                  <a:pt x="157013" y="1"/>
                </a:lnTo>
                <a:lnTo>
                  <a:pt x="156245" y="768"/>
                </a:lnTo>
                <a:lnTo>
                  <a:pt x="156112" y="1035"/>
                </a:lnTo>
                <a:lnTo>
                  <a:pt x="156112" y="2136"/>
                </a:lnTo>
                <a:lnTo>
                  <a:pt x="154844" y="2136"/>
                </a:lnTo>
                <a:lnTo>
                  <a:pt x="153944" y="3036"/>
                </a:lnTo>
                <a:lnTo>
                  <a:pt x="153076" y="2136"/>
                </a:lnTo>
                <a:lnTo>
                  <a:pt x="151809" y="2136"/>
                </a:lnTo>
                <a:lnTo>
                  <a:pt x="151809" y="1035"/>
                </a:lnTo>
                <a:lnTo>
                  <a:pt x="151675" y="768"/>
                </a:lnTo>
                <a:lnTo>
                  <a:pt x="150908" y="1"/>
                </a:lnTo>
                <a:lnTo>
                  <a:pt x="150741" y="1"/>
                </a:lnTo>
                <a:lnTo>
                  <a:pt x="149807" y="1"/>
                </a:lnTo>
                <a:lnTo>
                  <a:pt x="147973" y="1"/>
                </a:lnTo>
                <a:lnTo>
                  <a:pt x="146872" y="1"/>
                </a:lnTo>
                <a:lnTo>
                  <a:pt x="139133" y="1"/>
                </a:lnTo>
                <a:lnTo>
                  <a:pt x="138966" y="1"/>
                </a:lnTo>
                <a:lnTo>
                  <a:pt x="138166" y="1"/>
                </a:lnTo>
                <a:lnTo>
                  <a:pt x="137999" y="1"/>
                </a:lnTo>
                <a:lnTo>
                  <a:pt x="130260" y="1"/>
                </a:lnTo>
                <a:lnTo>
                  <a:pt x="129126" y="1"/>
                </a:lnTo>
                <a:lnTo>
                  <a:pt x="127325" y="1"/>
                </a:lnTo>
                <a:lnTo>
                  <a:pt x="126357" y="1"/>
                </a:lnTo>
                <a:lnTo>
                  <a:pt x="126191" y="1"/>
                </a:lnTo>
                <a:lnTo>
                  <a:pt x="125423" y="768"/>
                </a:lnTo>
                <a:lnTo>
                  <a:pt x="125323" y="1035"/>
                </a:lnTo>
                <a:lnTo>
                  <a:pt x="125323" y="2136"/>
                </a:lnTo>
                <a:lnTo>
                  <a:pt x="124056" y="2136"/>
                </a:lnTo>
                <a:lnTo>
                  <a:pt x="123155" y="3036"/>
                </a:lnTo>
                <a:lnTo>
                  <a:pt x="122254" y="2136"/>
                </a:lnTo>
                <a:lnTo>
                  <a:pt x="121020" y="2136"/>
                </a:lnTo>
                <a:lnTo>
                  <a:pt x="121020" y="1035"/>
                </a:lnTo>
                <a:lnTo>
                  <a:pt x="120887" y="768"/>
                </a:lnTo>
                <a:lnTo>
                  <a:pt x="120120" y="1"/>
                </a:lnTo>
                <a:lnTo>
                  <a:pt x="119953" y="1"/>
                </a:lnTo>
                <a:lnTo>
                  <a:pt x="119019" y="1"/>
                </a:lnTo>
                <a:lnTo>
                  <a:pt x="117184" y="1"/>
                </a:lnTo>
                <a:lnTo>
                  <a:pt x="116083" y="1"/>
                </a:lnTo>
                <a:lnTo>
                  <a:pt x="108311" y="1"/>
                </a:lnTo>
                <a:lnTo>
                  <a:pt x="108144" y="1"/>
                </a:lnTo>
                <a:lnTo>
                  <a:pt x="107377" y="1"/>
                </a:lnTo>
                <a:lnTo>
                  <a:pt x="107210" y="1"/>
                </a:lnTo>
                <a:lnTo>
                  <a:pt x="99472" y="1"/>
                </a:lnTo>
                <a:lnTo>
                  <a:pt x="98337" y="1"/>
                </a:lnTo>
                <a:lnTo>
                  <a:pt x="96536" y="1"/>
                </a:lnTo>
                <a:lnTo>
                  <a:pt x="95569" y="1"/>
                </a:lnTo>
                <a:lnTo>
                  <a:pt x="95402" y="1"/>
                </a:lnTo>
                <a:lnTo>
                  <a:pt x="94635" y="768"/>
                </a:lnTo>
                <a:lnTo>
                  <a:pt x="94535" y="1035"/>
                </a:lnTo>
                <a:lnTo>
                  <a:pt x="94535" y="2136"/>
                </a:lnTo>
                <a:lnTo>
                  <a:pt x="93267" y="2136"/>
                </a:lnTo>
                <a:lnTo>
                  <a:pt x="92366" y="3036"/>
                </a:lnTo>
                <a:lnTo>
                  <a:pt x="91499" y="2136"/>
                </a:lnTo>
                <a:lnTo>
                  <a:pt x="90232" y="2136"/>
                </a:lnTo>
                <a:lnTo>
                  <a:pt x="90232" y="1035"/>
                </a:lnTo>
                <a:lnTo>
                  <a:pt x="90098" y="768"/>
                </a:lnTo>
                <a:lnTo>
                  <a:pt x="89331" y="1"/>
                </a:lnTo>
                <a:lnTo>
                  <a:pt x="89164" y="1"/>
                </a:lnTo>
                <a:lnTo>
                  <a:pt x="88197" y="1"/>
                </a:lnTo>
                <a:lnTo>
                  <a:pt x="86396" y="1"/>
                </a:lnTo>
                <a:lnTo>
                  <a:pt x="85295" y="1"/>
                </a:lnTo>
                <a:lnTo>
                  <a:pt x="77523" y="1"/>
                </a:lnTo>
                <a:lnTo>
                  <a:pt x="77356" y="1"/>
                </a:lnTo>
                <a:lnTo>
                  <a:pt x="76589" y="1"/>
                </a:lnTo>
                <a:lnTo>
                  <a:pt x="76422" y="1"/>
                </a:lnTo>
                <a:lnTo>
                  <a:pt x="68650" y="1"/>
                </a:lnTo>
                <a:lnTo>
                  <a:pt x="67549" y="1"/>
                </a:lnTo>
                <a:lnTo>
                  <a:pt x="65714" y="1"/>
                </a:lnTo>
                <a:lnTo>
                  <a:pt x="64780" y="1"/>
                </a:lnTo>
                <a:lnTo>
                  <a:pt x="64613" y="1"/>
                </a:lnTo>
                <a:lnTo>
                  <a:pt x="63846" y="768"/>
                </a:lnTo>
                <a:lnTo>
                  <a:pt x="63713" y="1035"/>
                </a:lnTo>
                <a:lnTo>
                  <a:pt x="63713" y="2136"/>
                </a:lnTo>
                <a:lnTo>
                  <a:pt x="62478" y="2136"/>
                </a:lnTo>
                <a:lnTo>
                  <a:pt x="61578" y="3036"/>
                </a:lnTo>
                <a:lnTo>
                  <a:pt x="60677" y="2136"/>
                </a:lnTo>
                <a:lnTo>
                  <a:pt x="59443" y="2136"/>
                </a:lnTo>
                <a:lnTo>
                  <a:pt x="59443" y="1035"/>
                </a:lnTo>
                <a:lnTo>
                  <a:pt x="59310" y="768"/>
                </a:lnTo>
                <a:lnTo>
                  <a:pt x="58542" y="1"/>
                </a:lnTo>
                <a:lnTo>
                  <a:pt x="58376" y="1"/>
                </a:lnTo>
                <a:lnTo>
                  <a:pt x="57408" y="1"/>
                </a:lnTo>
                <a:lnTo>
                  <a:pt x="55607" y="1"/>
                </a:lnTo>
                <a:lnTo>
                  <a:pt x="54506" y="1"/>
                </a:lnTo>
                <a:lnTo>
                  <a:pt x="46734" y="1"/>
                </a:lnTo>
                <a:lnTo>
                  <a:pt x="46567" y="1"/>
                </a:lnTo>
                <a:lnTo>
                  <a:pt x="45767" y="1"/>
                </a:lnTo>
                <a:lnTo>
                  <a:pt x="45600" y="1"/>
                </a:lnTo>
                <a:lnTo>
                  <a:pt x="37861" y="1"/>
                </a:lnTo>
                <a:lnTo>
                  <a:pt x="36760" y="1"/>
                </a:lnTo>
                <a:lnTo>
                  <a:pt x="34925" y="1"/>
                </a:lnTo>
                <a:lnTo>
                  <a:pt x="33991" y="1"/>
                </a:lnTo>
                <a:lnTo>
                  <a:pt x="33825" y="1"/>
                </a:lnTo>
                <a:lnTo>
                  <a:pt x="33057" y="768"/>
                </a:lnTo>
                <a:lnTo>
                  <a:pt x="32924" y="1035"/>
                </a:lnTo>
                <a:lnTo>
                  <a:pt x="32924" y="2136"/>
                </a:lnTo>
                <a:lnTo>
                  <a:pt x="31690" y="2136"/>
                </a:lnTo>
                <a:lnTo>
                  <a:pt x="30789" y="3036"/>
                </a:lnTo>
                <a:lnTo>
                  <a:pt x="29889" y="2136"/>
                </a:lnTo>
                <a:lnTo>
                  <a:pt x="28654" y="2136"/>
                </a:lnTo>
                <a:lnTo>
                  <a:pt x="28654" y="1035"/>
                </a:lnTo>
                <a:lnTo>
                  <a:pt x="28521" y="768"/>
                </a:lnTo>
                <a:lnTo>
                  <a:pt x="27754" y="1"/>
                </a:lnTo>
                <a:lnTo>
                  <a:pt x="27587" y="1"/>
                </a:lnTo>
                <a:lnTo>
                  <a:pt x="26620" y="1"/>
                </a:lnTo>
                <a:lnTo>
                  <a:pt x="24818" y="1"/>
                </a:lnTo>
                <a:lnTo>
                  <a:pt x="23684" y="1"/>
                </a:lnTo>
                <a:lnTo>
                  <a:pt x="23684" y="1"/>
                </a:lnTo>
                <a:lnTo>
                  <a:pt x="15945" y="1"/>
                </a:lnTo>
                <a:lnTo>
                  <a:pt x="15778" y="1"/>
                </a:lnTo>
                <a:lnTo>
                  <a:pt x="14978" y="1"/>
                </a:lnTo>
                <a:lnTo>
                  <a:pt x="14811" y="1"/>
                </a:lnTo>
                <a:lnTo>
                  <a:pt x="7072" y="1"/>
                </a:lnTo>
                <a:lnTo>
                  <a:pt x="5938" y="1"/>
                </a:lnTo>
                <a:lnTo>
                  <a:pt x="4137" y="1"/>
                </a:lnTo>
                <a:lnTo>
                  <a:pt x="3169" y="1"/>
                </a:lnTo>
                <a:lnTo>
                  <a:pt x="3036" y="1"/>
                </a:lnTo>
                <a:lnTo>
                  <a:pt x="2235" y="768"/>
                </a:lnTo>
                <a:lnTo>
                  <a:pt x="2135" y="1035"/>
                </a:lnTo>
                <a:lnTo>
                  <a:pt x="2135" y="2136"/>
                </a:lnTo>
                <a:lnTo>
                  <a:pt x="868" y="2136"/>
                </a:lnTo>
                <a:lnTo>
                  <a:pt x="0" y="3036"/>
                </a:lnTo>
                <a:lnTo>
                  <a:pt x="0" y="3203"/>
                </a:lnTo>
                <a:lnTo>
                  <a:pt x="0" y="4137"/>
                </a:lnTo>
                <a:lnTo>
                  <a:pt x="0" y="5972"/>
                </a:lnTo>
                <a:lnTo>
                  <a:pt x="0" y="7073"/>
                </a:lnTo>
                <a:lnTo>
                  <a:pt x="0" y="14845"/>
                </a:lnTo>
                <a:lnTo>
                  <a:pt x="0" y="14978"/>
                </a:lnTo>
                <a:lnTo>
                  <a:pt x="0" y="15779"/>
                </a:lnTo>
                <a:lnTo>
                  <a:pt x="0" y="15946"/>
                </a:lnTo>
                <a:lnTo>
                  <a:pt x="0" y="23685"/>
                </a:lnTo>
                <a:lnTo>
                  <a:pt x="0" y="24819"/>
                </a:lnTo>
                <a:lnTo>
                  <a:pt x="0" y="26620"/>
                </a:lnTo>
                <a:lnTo>
                  <a:pt x="0" y="27587"/>
                </a:lnTo>
                <a:lnTo>
                  <a:pt x="0" y="27754"/>
                </a:lnTo>
                <a:lnTo>
                  <a:pt x="868" y="28621"/>
                </a:lnTo>
                <a:lnTo>
                  <a:pt x="2135" y="28621"/>
                </a:lnTo>
                <a:lnTo>
                  <a:pt x="2135" y="29722"/>
                </a:lnTo>
                <a:lnTo>
                  <a:pt x="2235" y="30022"/>
                </a:lnTo>
                <a:lnTo>
                  <a:pt x="3036" y="30790"/>
                </a:lnTo>
                <a:lnTo>
                  <a:pt x="2235" y="31557"/>
                </a:lnTo>
                <a:lnTo>
                  <a:pt x="2135" y="31824"/>
                </a:lnTo>
                <a:lnTo>
                  <a:pt x="2135" y="32924"/>
                </a:lnTo>
                <a:lnTo>
                  <a:pt x="868" y="32924"/>
                </a:lnTo>
                <a:lnTo>
                  <a:pt x="0" y="33825"/>
                </a:lnTo>
                <a:lnTo>
                  <a:pt x="0" y="33959"/>
                </a:lnTo>
                <a:lnTo>
                  <a:pt x="0" y="34926"/>
                </a:lnTo>
                <a:lnTo>
                  <a:pt x="0" y="36727"/>
                </a:lnTo>
                <a:lnTo>
                  <a:pt x="0" y="37861"/>
                </a:lnTo>
                <a:lnTo>
                  <a:pt x="0" y="45600"/>
                </a:lnTo>
                <a:lnTo>
                  <a:pt x="0" y="45767"/>
                </a:lnTo>
                <a:lnTo>
                  <a:pt x="0" y="46568"/>
                </a:lnTo>
                <a:lnTo>
                  <a:pt x="0" y="46734"/>
                </a:lnTo>
                <a:lnTo>
                  <a:pt x="0" y="54473"/>
                </a:lnTo>
                <a:lnTo>
                  <a:pt x="0" y="55607"/>
                </a:lnTo>
                <a:lnTo>
                  <a:pt x="0" y="57409"/>
                </a:lnTo>
                <a:lnTo>
                  <a:pt x="0" y="58376"/>
                </a:lnTo>
                <a:lnTo>
                  <a:pt x="0" y="58509"/>
                </a:lnTo>
                <a:lnTo>
                  <a:pt x="868" y="59410"/>
                </a:lnTo>
                <a:lnTo>
                  <a:pt x="2135" y="59410"/>
                </a:lnTo>
                <a:lnTo>
                  <a:pt x="2135" y="60511"/>
                </a:lnTo>
                <a:lnTo>
                  <a:pt x="2235" y="60778"/>
                </a:lnTo>
                <a:lnTo>
                  <a:pt x="3036" y="61545"/>
                </a:lnTo>
                <a:lnTo>
                  <a:pt x="2235" y="62312"/>
                </a:lnTo>
                <a:lnTo>
                  <a:pt x="2135" y="62612"/>
                </a:lnTo>
                <a:lnTo>
                  <a:pt x="2135" y="63713"/>
                </a:lnTo>
                <a:lnTo>
                  <a:pt x="868" y="63713"/>
                </a:lnTo>
                <a:lnTo>
                  <a:pt x="0" y="64580"/>
                </a:lnTo>
                <a:lnTo>
                  <a:pt x="0" y="64747"/>
                </a:lnTo>
                <a:lnTo>
                  <a:pt x="0" y="65715"/>
                </a:lnTo>
                <a:lnTo>
                  <a:pt x="0" y="67516"/>
                </a:lnTo>
                <a:lnTo>
                  <a:pt x="0" y="68650"/>
                </a:lnTo>
                <a:lnTo>
                  <a:pt x="0" y="76389"/>
                </a:lnTo>
                <a:lnTo>
                  <a:pt x="0" y="76556"/>
                </a:lnTo>
                <a:lnTo>
                  <a:pt x="0" y="77356"/>
                </a:lnTo>
                <a:lnTo>
                  <a:pt x="0" y="77490"/>
                </a:lnTo>
                <a:lnTo>
                  <a:pt x="0" y="85262"/>
                </a:lnTo>
                <a:lnTo>
                  <a:pt x="0" y="86363"/>
                </a:lnTo>
                <a:lnTo>
                  <a:pt x="0" y="88197"/>
                </a:lnTo>
                <a:lnTo>
                  <a:pt x="0" y="89131"/>
                </a:lnTo>
                <a:lnTo>
                  <a:pt x="0" y="89298"/>
                </a:lnTo>
                <a:lnTo>
                  <a:pt x="868" y="90199"/>
                </a:lnTo>
                <a:lnTo>
                  <a:pt x="2135" y="90199"/>
                </a:lnTo>
                <a:lnTo>
                  <a:pt x="2135" y="91266"/>
                </a:lnTo>
                <a:lnTo>
                  <a:pt x="2235" y="91566"/>
                </a:lnTo>
                <a:lnTo>
                  <a:pt x="3036" y="92334"/>
                </a:lnTo>
                <a:lnTo>
                  <a:pt x="2235" y="93101"/>
                </a:lnTo>
                <a:lnTo>
                  <a:pt x="2135" y="93368"/>
                </a:lnTo>
                <a:lnTo>
                  <a:pt x="2135" y="94469"/>
                </a:lnTo>
                <a:lnTo>
                  <a:pt x="868" y="94469"/>
                </a:lnTo>
                <a:lnTo>
                  <a:pt x="0" y="95369"/>
                </a:lnTo>
                <a:lnTo>
                  <a:pt x="0" y="95536"/>
                </a:lnTo>
                <a:lnTo>
                  <a:pt x="0" y="96470"/>
                </a:lnTo>
                <a:lnTo>
                  <a:pt x="0" y="98305"/>
                </a:lnTo>
                <a:lnTo>
                  <a:pt x="0" y="99405"/>
                </a:lnTo>
                <a:lnTo>
                  <a:pt x="0" y="107178"/>
                </a:lnTo>
                <a:lnTo>
                  <a:pt x="0" y="107311"/>
                </a:lnTo>
                <a:lnTo>
                  <a:pt x="0" y="108112"/>
                </a:lnTo>
                <a:lnTo>
                  <a:pt x="0" y="108278"/>
                </a:lnTo>
                <a:lnTo>
                  <a:pt x="0" y="116017"/>
                </a:lnTo>
                <a:lnTo>
                  <a:pt x="0" y="117151"/>
                </a:lnTo>
                <a:lnTo>
                  <a:pt x="0" y="118953"/>
                </a:lnTo>
                <a:lnTo>
                  <a:pt x="0" y="119920"/>
                </a:lnTo>
                <a:lnTo>
                  <a:pt x="0" y="120087"/>
                </a:lnTo>
                <a:lnTo>
                  <a:pt x="868" y="120954"/>
                </a:lnTo>
                <a:lnTo>
                  <a:pt x="2135" y="120954"/>
                </a:lnTo>
                <a:lnTo>
                  <a:pt x="2135" y="122055"/>
                </a:lnTo>
                <a:lnTo>
                  <a:pt x="2235" y="122355"/>
                </a:lnTo>
                <a:lnTo>
                  <a:pt x="3036" y="123122"/>
                </a:lnTo>
                <a:lnTo>
                  <a:pt x="3169" y="123122"/>
                </a:lnTo>
                <a:lnTo>
                  <a:pt x="4137" y="123122"/>
                </a:lnTo>
                <a:lnTo>
                  <a:pt x="5938" y="123122"/>
                </a:lnTo>
                <a:lnTo>
                  <a:pt x="7072" y="123122"/>
                </a:lnTo>
                <a:lnTo>
                  <a:pt x="14811" y="123122"/>
                </a:lnTo>
                <a:lnTo>
                  <a:pt x="14978" y="123122"/>
                </a:lnTo>
                <a:lnTo>
                  <a:pt x="15778" y="123122"/>
                </a:lnTo>
                <a:lnTo>
                  <a:pt x="15945" y="123122"/>
                </a:lnTo>
                <a:lnTo>
                  <a:pt x="23684" y="123122"/>
                </a:lnTo>
                <a:lnTo>
                  <a:pt x="23684" y="123122"/>
                </a:lnTo>
                <a:lnTo>
                  <a:pt x="24818" y="123122"/>
                </a:lnTo>
                <a:lnTo>
                  <a:pt x="26620" y="123122"/>
                </a:lnTo>
                <a:lnTo>
                  <a:pt x="27587" y="123122"/>
                </a:lnTo>
                <a:lnTo>
                  <a:pt x="27754" y="123122"/>
                </a:lnTo>
                <a:lnTo>
                  <a:pt x="28521" y="122355"/>
                </a:lnTo>
                <a:lnTo>
                  <a:pt x="28621" y="122055"/>
                </a:lnTo>
                <a:lnTo>
                  <a:pt x="28621" y="120954"/>
                </a:lnTo>
                <a:lnTo>
                  <a:pt x="29889" y="120954"/>
                </a:lnTo>
                <a:lnTo>
                  <a:pt x="30789" y="120087"/>
                </a:lnTo>
                <a:lnTo>
                  <a:pt x="31656" y="120954"/>
                </a:lnTo>
                <a:lnTo>
                  <a:pt x="32924" y="120954"/>
                </a:lnTo>
                <a:lnTo>
                  <a:pt x="32924" y="122055"/>
                </a:lnTo>
                <a:lnTo>
                  <a:pt x="33024" y="122355"/>
                </a:lnTo>
                <a:lnTo>
                  <a:pt x="33825" y="123122"/>
                </a:lnTo>
                <a:lnTo>
                  <a:pt x="33958" y="123122"/>
                </a:lnTo>
                <a:lnTo>
                  <a:pt x="34925" y="123122"/>
                </a:lnTo>
                <a:lnTo>
                  <a:pt x="36727" y="123122"/>
                </a:lnTo>
                <a:lnTo>
                  <a:pt x="37861" y="123122"/>
                </a:lnTo>
                <a:lnTo>
                  <a:pt x="45600" y="123122"/>
                </a:lnTo>
                <a:lnTo>
                  <a:pt x="45767" y="123122"/>
                </a:lnTo>
                <a:lnTo>
                  <a:pt x="46567" y="123122"/>
                </a:lnTo>
                <a:lnTo>
                  <a:pt x="46734" y="123122"/>
                </a:lnTo>
                <a:lnTo>
                  <a:pt x="54473" y="123122"/>
                </a:lnTo>
                <a:lnTo>
                  <a:pt x="55607" y="123122"/>
                </a:lnTo>
                <a:lnTo>
                  <a:pt x="57408" y="123122"/>
                </a:lnTo>
                <a:lnTo>
                  <a:pt x="58376" y="123122"/>
                </a:lnTo>
                <a:lnTo>
                  <a:pt x="58542" y="123122"/>
                </a:lnTo>
                <a:lnTo>
                  <a:pt x="59310" y="122355"/>
                </a:lnTo>
                <a:lnTo>
                  <a:pt x="59410" y="122055"/>
                </a:lnTo>
                <a:lnTo>
                  <a:pt x="59410" y="120954"/>
                </a:lnTo>
                <a:lnTo>
                  <a:pt x="60677" y="120954"/>
                </a:lnTo>
                <a:lnTo>
                  <a:pt x="61578" y="120087"/>
                </a:lnTo>
                <a:lnTo>
                  <a:pt x="62445" y="120954"/>
                </a:lnTo>
                <a:lnTo>
                  <a:pt x="63713" y="120954"/>
                </a:lnTo>
                <a:lnTo>
                  <a:pt x="63713" y="122055"/>
                </a:lnTo>
                <a:lnTo>
                  <a:pt x="63813" y="122355"/>
                </a:lnTo>
                <a:lnTo>
                  <a:pt x="64613" y="123122"/>
                </a:lnTo>
                <a:lnTo>
                  <a:pt x="64747" y="123122"/>
                </a:lnTo>
                <a:lnTo>
                  <a:pt x="65714" y="123122"/>
                </a:lnTo>
                <a:lnTo>
                  <a:pt x="67515" y="123122"/>
                </a:lnTo>
                <a:lnTo>
                  <a:pt x="68650" y="123122"/>
                </a:lnTo>
                <a:lnTo>
                  <a:pt x="76388" y="123122"/>
                </a:lnTo>
                <a:lnTo>
                  <a:pt x="76555" y="123122"/>
                </a:lnTo>
                <a:lnTo>
                  <a:pt x="77356" y="123122"/>
                </a:lnTo>
                <a:lnTo>
                  <a:pt x="77523" y="123122"/>
                </a:lnTo>
                <a:lnTo>
                  <a:pt x="85261" y="123122"/>
                </a:lnTo>
                <a:lnTo>
                  <a:pt x="86362" y="123122"/>
                </a:lnTo>
                <a:lnTo>
                  <a:pt x="88197" y="123122"/>
                </a:lnTo>
                <a:lnTo>
                  <a:pt x="89131" y="123122"/>
                </a:lnTo>
                <a:lnTo>
                  <a:pt x="89298" y="123122"/>
                </a:lnTo>
                <a:lnTo>
                  <a:pt x="90065" y="122355"/>
                </a:lnTo>
                <a:lnTo>
                  <a:pt x="90198" y="122055"/>
                </a:lnTo>
                <a:lnTo>
                  <a:pt x="90198" y="120954"/>
                </a:lnTo>
                <a:lnTo>
                  <a:pt x="91466" y="120954"/>
                </a:lnTo>
                <a:lnTo>
                  <a:pt x="92333" y="120087"/>
                </a:lnTo>
                <a:lnTo>
                  <a:pt x="93234" y="120954"/>
                </a:lnTo>
                <a:lnTo>
                  <a:pt x="94501" y="120954"/>
                </a:lnTo>
                <a:lnTo>
                  <a:pt x="94501" y="122055"/>
                </a:lnTo>
                <a:lnTo>
                  <a:pt x="94601" y="122355"/>
                </a:lnTo>
                <a:lnTo>
                  <a:pt x="95369" y="123122"/>
                </a:lnTo>
                <a:lnTo>
                  <a:pt x="95535" y="123122"/>
                </a:lnTo>
                <a:lnTo>
                  <a:pt x="96503" y="123122"/>
                </a:lnTo>
                <a:lnTo>
                  <a:pt x="98304" y="123122"/>
                </a:lnTo>
                <a:lnTo>
                  <a:pt x="99438" y="123122"/>
                </a:lnTo>
                <a:lnTo>
                  <a:pt x="107177" y="123122"/>
                </a:lnTo>
                <a:lnTo>
                  <a:pt x="107344" y="123122"/>
                </a:lnTo>
                <a:lnTo>
                  <a:pt x="108111" y="123122"/>
                </a:lnTo>
                <a:lnTo>
                  <a:pt x="108278" y="123122"/>
                </a:lnTo>
                <a:lnTo>
                  <a:pt x="116050" y="123122"/>
                </a:lnTo>
                <a:lnTo>
                  <a:pt x="117151" y="123122"/>
                </a:lnTo>
                <a:lnTo>
                  <a:pt x="118985" y="123122"/>
                </a:lnTo>
                <a:lnTo>
                  <a:pt x="119919" y="123122"/>
                </a:lnTo>
                <a:lnTo>
                  <a:pt x="120086" y="123122"/>
                </a:lnTo>
                <a:lnTo>
                  <a:pt x="120853" y="122355"/>
                </a:lnTo>
                <a:lnTo>
                  <a:pt x="120987" y="122055"/>
                </a:lnTo>
                <a:lnTo>
                  <a:pt x="120987" y="120954"/>
                </a:lnTo>
                <a:lnTo>
                  <a:pt x="122221" y="120954"/>
                </a:lnTo>
                <a:lnTo>
                  <a:pt x="123122" y="120087"/>
                </a:lnTo>
                <a:lnTo>
                  <a:pt x="124022" y="120954"/>
                </a:lnTo>
                <a:lnTo>
                  <a:pt x="125257" y="120954"/>
                </a:lnTo>
                <a:lnTo>
                  <a:pt x="125257" y="122055"/>
                </a:lnTo>
                <a:lnTo>
                  <a:pt x="125390" y="122355"/>
                </a:lnTo>
                <a:lnTo>
                  <a:pt x="126157" y="123122"/>
                </a:lnTo>
                <a:lnTo>
                  <a:pt x="126324" y="123122"/>
                </a:lnTo>
                <a:lnTo>
                  <a:pt x="127291" y="123122"/>
                </a:lnTo>
                <a:lnTo>
                  <a:pt x="129093" y="123122"/>
                </a:lnTo>
                <a:lnTo>
                  <a:pt x="130193" y="123122"/>
                </a:lnTo>
                <a:lnTo>
                  <a:pt x="137966" y="123122"/>
                </a:lnTo>
                <a:lnTo>
                  <a:pt x="138132" y="123122"/>
                </a:lnTo>
                <a:lnTo>
                  <a:pt x="138900" y="123122"/>
                </a:lnTo>
                <a:lnTo>
                  <a:pt x="139066" y="123122"/>
                </a:lnTo>
                <a:lnTo>
                  <a:pt x="146839" y="123122"/>
                </a:lnTo>
                <a:lnTo>
                  <a:pt x="147939" y="123122"/>
                </a:lnTo>
                <a:lnTo>
                  <a:pt x="149741" y="123122"/>
                </a:lnTo>
                <a:lnTo>
                  <a:pt x="150708" y="123122"/>
                </a:lnTo>
                <a:lnTo>
                  <a:pt x="150875" y="123122"/>
                </a:lnTo>
                <a:lnTo>
                  <a:pt x="151642" y="122355"/>
                </a:lnTo>
                <a:lnTo>
                  <a:pt x="151776" y="122055"/>
                </a:lnTo>
                <a:lnTo>
                  <a:pt x="151776" y="120954"/>
                </a:lnTo>
                <a:lnTo>
                  <a:pt x="153010" y="120954"/>
                </a:lnTo>
                <a:lnTo>
                  <a:pt x="153910" y="120087"/>
                </a:lnTo>
                <a:lnTo>
                  <a:pt x="154778" y="120954"/>
                </a:lnTo>
                <a:lnTo>
                  <a:pt x="156112" y="120954"/>
                </a:lnTo>
                <a:lnTo>
                  <a:pt x="156112" y="122055"/>
                </a:lnTo>
                <a:lnTo>
                  <a:pt x="156212" y="122355"/>
                </a:lnTo>
                <a:lnTo>
                  <a:pt x="156979" y="123122"/>
                </a:lnTo>
                <a:lnTo>
                  <a:pt x="157146" y="123122"/>
                </a:lnTo>
                <a:lnTo>
                  <a:pt x="158113" y="123122"/>
                </a:lnTo>
                <a:lnTo>
                  <a:pt x="159915" y="123122"/>
                </a:lnTo>
                <a:lnTo>
                  <a:pt x="161049" y="123122"/>
                </a:lnTo>
                <a:lnTo>
                  <a:pt x="168788" y="123122"/>
                </a:lnTo>
                <a:lnTo>
                  <a:pt x="168954" y="123122"/>
                </a:lnTo>
                <a:lnTo>
                  <a:pt x="169722" y="123122"/>
                </a:lnTo>
                <a:lnTo>
                  <a:pt x="169888" y="123122"/>
                </a:lnTo>
                <a:lnTo>
                  <a:pt x="177661" y="123122"/>
                </a:lnTo>
                <a:lnTo>
                  <a:pt x="178761" y="123122"/>
                </a:lnTo>
                <a:lnTo>
                  <a:pt x="180596" y="123122"/>
                </a:lnTo>
                <a:lnTo>
                  <a:pt x="181530" y="123122"/>
                </a:lnTo>
                <a:lnTo>
                  <a:pt x="181697" y="123122"/>
                </a:lnTo>
                <a:lnTo>
                  <a:pt x="182464" y="122355"/>
                </a:lnTo>
                <a:lnTo>
                  <a:pt x="182598" y="122055"/>
                </a:lnTo>
                <a:lnTo>
                  <a:pt x="182598" y="120954"/>
                </a:lnTo>
                <a:lnTo>
                  <a:pt x="183832" y="120954"/>
                </a:lnTo>
                <a:lnTo>
                  <a:pt x="184732" y="120087"/>
                </a:lnTo>
                <a:lnTo>
                  <a:pt x="185633" y="120954"/>
                </a:lnTo>
                <a:lnTo>
                  <a:pt x="186867" y="120954"/>
                </a:lnTo>
                <a:lnTo>
                  <a:pt x="186867" y="122055"/>
                </a:lnTo>
                <a:lnTo>
                  <a:pt x="187001" y="122355"/>
                </a:lnTo>
                <a:lnTo>
                  <a:pt x="187768" y="123122"/>
                </a:lnTo>
                <a:lnTo>
                  <a:pt x="187935" y="123122"/>
                </a:lnTo>
                <a:lnTo>
                  <a:pt x="188869" y="123122"/>
                </a:lnTo>
                <a:lnTo>
                  <a:pt x="190703" y="123122"/>
                </a:lnTo>
                <a:lnTo>
                  <a:pt x="191804" y="123122"/>
                </a:lnTo>
                <a:lnTo>
                  <a:pt x="199576" y="123122"/>
                </a:lnTo>
                <a:lnTo>
                  <a:pt x="199743" y="123122"/>
                </a:lnTo>
                <a:lnTo>
                  <a:pt x="200510" y="123122"/>
                </a:lnTo>
                <a:lnTo>
                  <a:pt x="200677" y="123122"/>
                </a:lnTo>
                <a:lnTo>
                  <a:pt x="208449" y="123122"/>
                </a:lnTo>
                <a:lnTo>
                  <a:pt x="209550" y="123122"/>
                </a:lnTo>
                <a:lnTo>
                  <a:pt x="211351" y="123122"/>
                </a:lnTo>
                <a:lnTo>
                  <a:pt x="212319" y="123122"/>
                </a:lnTo>
                <a:lnTo>
                  <a:pt x="212486" y="123122"/>
                </a:lnTo>
                <a:lnTo>
                  <a:pt x="213253" y="122355"/>
                </a:lnTo>
                <a:lnTo>
                  <a:pt x="213386" y="122055"/>
                </a:lnTo>
                <a:lnTo>
                  <a:pt x="213386" y="120954"/>
                </a:lnTo>
                <a:lnTo>
                  <a:pt x="214620" y="120954"/>
                </a:lnTo>
                <a:lnTo>
                  <a:pt x="215521" y="120087"/>
                </a:lnTo>
                <a:lnTo>
                  <a:pt x="216388" y="120954"/>
                </a:lnTo>
                <a:lnTo>
                  <a:pt x="217656" y="120954"/>
                </a:lnTo>
                <a:lnTo>
                  <a:pt x="217656" y="122055"/>
                </a:lnTo>
                <a:lnTo>
                  <a:pt x="217789" y="122355"/>
                </a:lnTo>
                <a:lnTo>
                  <a:pt x="218557" y="123122"/>
                </a:lnTo>
                <a:lnTo>
                  <a:pt x="218723" y="123122"/>
                </a:lnTo>
                <a:lnTo>
                  <a:pt x="219657" y="123122"/>
                </a:lnTo>
                <a:lnTo>
                  <a:pt x="221492" y="123122"/>
                </a:lnTo>
                <a:lnTo>
                  <a:pt x="222593" y="123122"/>
                </a:lnTo>
                <a:lnTo>
                  <a:pt x="222593" y="123122"/>
                </a:lnTo>
                <a:lnTo>
                  <a:pt x="230365" y="123122"/>
                </a:lnTo>
                <a:lnTo>
                  <a:pt x="230498" y="123122"/>
                </a:lnTo>
                <a:lnTo>
                  <a:pt x="231299" y="123122"/>
                </a:lnTo>
                <a:lnTo>
                  <a:pt x="231466" y="123122"/>
                </a:lnTo>
                <a:lnTo>
                  <a:pt x="239205" y="123122"/>
                </a:lnTo>
                <a:lnTo>
                  <a:pt x="240339" y="123122"/>
                </a:lnTo>
                <a:lnTo>
                  <a:pt x="242140" y="123122"/>
                </a:lnTo>
                <a:lnTo>
                  <a:pt x="243107" y="123122"/>
                </a:lnTo>
                <a:lnTo>
                  <a:pt x="243274" y="123122"/>
                </a:lnTo>
                <a:lnTo>
                  <a:pt x="244041" y="122355"/>
                </a:lnTo>
                <a:lnTo>
                  <a:pt x="244142" y="122055"/>
                </a:lnTo>
                <a:lnTo>
                  <a:pt x="244142" y="120954"/>
                </a:lnTo>
                <a:lnTo>
                  <a:pt x="245409" y="120954"/>
                </a:lnTo>
                <a:lnTo>
                  <a:pt x="246310" y="120087"/>
                </a:lnTo>
                <a:lnTo>
                  <a:pt x="246310" y="119920"/>
                </a:lnTo>
                <a:lnTo>
                  <a:pt x="246310" y="118953"/>
                </a:lnTo>
                <a:lnTo>
                  <a:pt x="246310" y="117151"/>
                </a:lnTo>
                <a:lnTo>
                  <a:pt x="246310" y="116017"/>
                </a:lnTo>
                <a:lnTo>
                  <a:pt x="246310" y="108278"/>
                </a:lnTo>
                <a:lnTo>
                  <a:pt x="246310" y="108112"/>
                </a:lnTo>
                <a:lnTo>
                  <a:pt x="246310" y="107311"/>
                </a:lnTo>
                <a:lnTo>
                  <a:pt x="246310" y="107178"/>
                </a:lnTo>
                <a:lnTo>
                  <a:pt x="246310" y="99405"/>
                </a:lnTo>
                <a:lnTo>
                  <a:pt x="246310" y="98305"/>
                </a:lnTo>
                <a:lnTo>
                  <a:pt x="246310" y="96470"/>
                </a:lnTo>
                <a:lnTo>
                  <a:pt x="246310" y="95536"/>
                </a:lnTo>
                <a:lnTo>
                  <a:pt x="246310" y="95369"/>
                </a:lnTo>
                <a:lnTo>
                  <a:pt x="245409" y="94469"/>
                </a:lnTo>
                <a:lnTo>
                  <a:pt x="244142" y="94469"/>
                </a:lnTo>
                <a:lnTo>
                  <a:pt x="244142" y="93368"/>
                </a:lnTo>
                <a:lnTo>
                  <a:pt x="244041" y="93101"/>
                </a:lnTo>
                <a:lnTo>
                  <a:pt x="243274" y="92334"/>
                </a:lnTo>
                <a:lnTo>
                  <a:pt x="244041" y="91566"/>
                </a:lnTo>
                <a:lnTo>
                  <a:pt x="244142" y="91266"/>
                </a:lnTo>
                <a:lnTo>
                  <a:pt x="244142" y="90199"/>
                </a:lnTo>
                <a:lnTo>
                  <a:pt x="245409" y="90199"/>
                </a:lnTo>
                <a:lnTo>
                  <a:pt x="246310" y="89298"/>
                </a:lnTo>
                <a:lnTo>
                  <a:pt x="246310" y="89131"/>
                </a:lnTo>
                <a:lnTo>
                  <a:pt x="246310" y="88197"/>
                </a:lnTo>
                <a:lnTo>
                  <a:pt x="246310" y="86363"/>
                </a:lnTo>
                <a:lnTo>
                  <a:pt x="246310" y="85262"/>
                </a:lnTo>
                <a:lnTo>
                  <a:pt x="246310" y="77490"/>
                </a:lnTo>
                <a:lnTo>
                  <a:pt x="246310" y="77323"/>
                </a:lnTo>
                <a:lnTo>
                  <a:pt x="246310" y="76556"/>
                </a:lnTo>
                <a:lnTo>
                  <a:pt x="246310" y="76389"/>
                </a:lnTo>
                <a:lnTo>
                  <a:pt x="246310" y="68617"/>
                </a:lnTo>
                <a:lnTo>
                  <a:pt x="246310" y="67516"/>
                </a:lnTo>
                <a:lnTo>
                  <a:pt x="246310" y="65715"/>
                </a:lnTo>
                <a:lnTo>
                  <a:pt x="246310" y="64747"/>
                </a:lnTo>
                <a:lnTo>
                  <a:pt x="246310" y="64580"/>
                </a:lnTo>
                <a:lnTo>
                  <a:pt x="245409" y="63713"/>
                </a:lnTo>
                <a:lnTo>
                  <a:pt x="244142" y="63713"/>
                </a:lnTo>
                <a:lnTo>
                  <a:pt x="244142" y="62612"/>
                </a:lnTo>
                <a:lnTo>
                  <a:pt x="244041" y="62312"/>
                </a:lnTo>
                <a:lnTo>
                  <a:pt x="243274" y="61545"/>
                </a:lnTo>
                <a:lnTo>
                  <a:pt x="244041" y="60778"/>
                </a:lnTo>
                <a:lnTo>
                  <a:pt x="244142" y="60511"/>
                </a:lnTo>
                <a:lnTo>
                  <a:pt x="244142" y="59410"/>
                </a:lnTo>
                <a:lnTo>
                  <a:pt x="245409" y="59410"/>
                </a:lnTo>
                <a:lnTo>
                  <a:pt x="246310" y="58509"/>
                </a:lnTo>
                <a:lnTo>
                  <a:pt x="246310" y="58376"/>
                </a:lnTo>
                <a:lnTo>
                  <a:pt x="246310" y="57409"/>
                </a:lnTo>
                <a:lnTo>
                  <a:pt x="246310" y="55607"/>
                </a:lnTo>
                <a:lnTo>
                  <a:pt x="246310" y="54473"/>
                </a:lnTo>
                <a:lnTo>
                  <a:pt x="246310" y="46734"/>
                </a:lnTo>
                <a:lnTo>
                  <a:pt x="246310" y="46568"/>
                </a:lnTo>
                <a:lnTo>
                  <a:pt x="246310" y="45800"/>
                </a:lnTo>
                <a:lnTo>
                  <a:pt x="246310" y="45634"/>
                </a:lnTo>
                <a:lnTo>
                  <a:pt x="246310" y="37861"/>
                </a:lnTo>
                <a:lnTo>
                  <a:pt x="246310" y="36761"/>
                </a:lnTo>
                <a:lnTo>
                  <a:pt x="246310" y="34926"/>
                </a:lnTo>
                <a:lnTo>
                  <a:pt x="246310" y="33992"/>
                </a:lnTo>
                <a:lnTo>
                  <a:pt x="246310" y="33825"/>
                </a:lnTo>
                <a:lnTo>
                  <a:pt x="245409" y="32924"/>
                </a:lnTo>
                <a:lnTo>
                  <a:pt x="244142" y="32924"/>
                </a:lnTo>
                <a:lnTo>
                  <a:pt x="244142" y="31824"/>
                </a:lnTo>
                <a:lnTo>
                  <a:pt x="244041" y="31557"/>
                </a:lnTo>
                <a:lnTo>
                  <a:pt x="243274" y="30790"/>
                </a:lnTo>
                <a:lnTo>
                  <a:pt x="244041" y="30022"/>
                </a:lnTo>
                <a:lnTo>
                  <a:pt x="244142" y="29722"/>
                </a:lnTo>
                <a:lnTo>
                  <a:pt x="244142" y="28655"/>
                </a:lnTo>
                <a:lnTo>
                  <a:pt x="245409" y="28655"/>
                </a:lnTo>
                <a:lnTo>
                  <a:pt x="246310" y="27754"/>
                </a:lnTo>
                <a:lnTo>
                  <a:pt x="246310" y="27587"/>
                </a:lnTo>
                <a:lnTo>
                  <a:pt x="246310" y="26620"/>
                </a:lnTo>
                <a:lnTo>
                  <a:pt x="246310" y="24819"/>
                </a:lnTo>
                <a:lnTo>
                  <a:pt x="246310" y="23718"/>
                </a:lnTo>
                <a:lnTo>
                  <a:pt x="246310" y="15946"/>
                </a:lnTo>
                <a:lnTo>
                  <a:pt x="246310" y="15779"/>
                </a:lnTo>
                <a:lnTo>
                  <a:pt x="246310" y="15012"/>
                </a:lnTo>
                <a:lnTo>
                  <a:pt x="246310" y="14845"/>
                </a:lnTo>
                <a:lnTo>
                  <a:pt x="246310" y="7073"/>
                </a:lnTo>
                <a:lnTo>
                  <a:pt x="246310" y="5972"/>
                </a:lnTo>
                <a:lnTo>
                  <a:pt x="246310" y="4137"/>
                </a:lnTo>
                <a:lnTo>
                  <a:pt x="246310" y="3203"/>
                </a:lnTo>
                <a:lnTo>
                  <a:pt x="246310" y="3036"/>
                </a:lnTo>
                <a:close/>
                <a:moveTo>
                  <a:pt x="242574" y="401"/>
                </a:moveTo>
                <a:lnTo>
                  <a:pt x="243374" y="1202"/>
                </a:lnTo>
                <a:lnTo>
                  <a:pt x="243374" y="2503"/>
                </a:lnTo>
                <a:lnTo>
                  <a:pt x="242107" y="3804"/>
                </a:lnTo>
                <a:lnTo>
                  <a:pt x="242107" y="1735"/>
                </a:lnTo>
                <a:lnTo>
                  <a:pt x="240739" y="401"/>
                </a:lnTo>
                <a:lnTo>
                  <a:pt x="242574" y="401"/>
                </a:lnTo>
                <a:close/>
                <a:moveTo>
                  <a:pt x="239338" y="6439"/>
                </a:moveTo>
                <a:lnTo>
                  <a:pt x="234635" y="6439"/>
                </a:lnTo>
                <a:lnTo>
                  <a:pt x="231332" y="3103"/>
                </a:lnTo>
                <a:lnTo>
                  <a:pt x="231332" y="935"/>
                </a:lnTo>
                <a:lnTo>
                  <a:pt x="235269" y="4904"/>
                </a:lnTo>
                <a:lnTo>
                  <a:pt x="240873" y="4904"/>
                </a:lnTo>
                <a:close/>
                <a:moveTo>
                  <a:pt x="239338" y="37228"/>
                </a:moveTo>
                <a:lnTo>
                  <a:pt x="234635" y="37228"/>
                </a:lnTo>
                <a:lnTo>
                  <a:pt x="231332" y="33892"/>
                </a:lnTo>
                <a:lnTo>
                  <a:pt x="231332" y="31757"/>
                </a:lnTo>
                <a:lnTo>
                  <a:pt x="235269" y="35693"/>
                </a:lnTo>
                <a:lnTo>
                  <a:pt x="240873" y="35693"/>
                </a:lnTo>
                <a:close/>
                <a:moveTo>
                  <a:pt x="239205" y="42932"/>
                </a:moveTo>
                <a:lnTo>
                  <a:pt x="242073" y="45800"/>
                </a:lnTo>
                <a:lnTo>
                  <a:pt x="239705" y="45800"/>
                </a:lnTo>
                <a:lnTo>
                  <a:pt x="237437" y="43499"/>
                </a:lnTo>
                <a:lnTo>
                  <a:pt x="237437" y="40230"/>
                </a:lnTo>
                <a:lnTo>
                  <a:pt x="239105" y="38562"/>
                </a:lnTo>
                <a:lnTo>
                  <a:pt x="239105" y="42631"/>
                </a:lnTo>
                <a:close/>
                <a:moveTo>
                  <a:pt x="239338" y="68016"/>
                </a:moveTo>
                <a:lnTo>
                  <a:pt x="234635" y="68016"/>
                </a:lnTo>
                <a:lnTo>
                  <a:pt x="231332" y="64714"/>
                </a:lnTo>
                <a:lnTo>
                  <a:pt x="231332" y="62546"/>
                </a:lnTo>
                <a:lnTo>
                  <a:pt x="235269" y="66482"/>
                </a:lnTo>
                <a:lnTo>
                  <a:pt x="240873" y="66482"/>
                </a:lnTo>
                <a:close/>
                <a:moveTo>
                  <a:pt x="239338" y="98805"/>
                </a:moveTo>
                <a:lnTo>
                  <a:pt x="234635" y="98805"/>
                </a:lnTo>
                <a:lnTo>
                  <a:pt x="231332" y="95503"/>
                </a:lnTo>
                <a:lnTo>
                  <a:pt x="231332" y="93334"/>
                </a:lnTo>
                <a:lnTo>
                  <a:pt x="235269" y="97271"/>
                </a:lnTo>
                <a:lnTo>
                  <a:pt x="240873" y="97271"/>
                </a:lnTo>
                <a:close/>
                <a:moveTo>
                  <a:pt x="239205" y="104509"/>
                </a:moveTo>
                <a:lnTo>
                  <a:pt x="242073" y="107378"/>
                </a:lnTo>
                <a:lnTo>
                  <a:pt x="239705" y="107378"/>
                </a:lnTo>
                <a:lnTo>
                  <a:pt x="237437" y="105076"/>
                </a:lnTo>
                <a:lnTo>
                  <a:pt x="237437" y="101840"/>
                </a:lnTo>
                <a:lnTo>
                  <a:pt x="239105" y="100139"/>
                </a:lnTo>
                <a:lnTo>
                  <a:pt x="239105" y="104209"/>
                </a:lnTo>
                <a:close/>
                <a:moveTo>
                  <a:pt x="239105" y="115384"/>
                </a:moveTo>
                <a:lnTo>
                  <a:pt x="237437" y="113716"/>
                </a:lnTo>
                <a:lnTo>
                  <a:pt x="237437" y="110447"/>
                </a:lnTo>
                <a:lnTo>
                  <a:pt x="239705" y="108145"/>
                </a:lnTo>
                <a:lnTo>
                  <a:pt x="242073" y="108145"/>
                </a:lnTo>
                <a:lnTo>
                  <a:pt x="239105" y="111147"/>
                </a:lnTo>
                <a:lnTo>
                  <a:pt x="239105" y="115384"/>
                </a:lnTo>
                <a:close/>
                <a:moveTo>
                  <a:pt x="220425" y="117685"/>
                </a:moveTo>
                <a:lnTo>
                  <a:pt x="220425" y="112114"/>
                </a:lnTo>
                <a:lnTo>
                  <a:pt x="216488" y="108178"/>
                </a:lnTo>
                <a:lnTo>
                  <a:pt x="218657" y="108178"/>
                </a:lnTo>
                <a:lnTo>
                  <a:pt x="221959" y="111481"/>
                </a:lnTo>
                <a:lnTo>
                  <a:pt x="221959" y="116151"/>
                </a:lnTo>
                <a:close/>
                <a:moveTo>
                  <a:pt x="210618" y="117685"/>
                </a:moveTo>
                <a:lnTo>
                  <a:pt x="209083" y="116184"/>
                </a:lnTo>
                <a:lnTo>
                  <a:pt x="209083" y="111481"/>
                </a:lnTo>
                <a:lnTo>
                  <a:pt x="212419" y="108178"/>
                </a:lnTo>
                <a:lnTo>
                  <a:pt x="214587" y="108178"/>
                </a:lnTo>
                <a:lnTo>
                  <a:pt x="210618" y="112114"/>
                </a:lnTo>
                <a:lnTo>
                  <a:pt x="210618" y="117685"/>
                </a:lnTo>
                <a:close/>
                <a:moveTo>
                  <a:pt x="189636" y="117685"/>
                </a:moveTo>
                <a:lnTo>
                  <a:pt x="189636" y="112114"/>
                </a:lnTo>
                <a:lnTo>
                  <a:pt x="185700" y="108178"/>
                </a:lnTo>
                <a:lnTo>
                  <a:pt x="187868" y="108178"/>
                </a:lnTo>
                <a:lnTo>
                  <a:pt x="191170" y="111481"/>
                </a:lnTo>
                <a:lnTo>
                  <a:pt x="191170" y="116151"/>
                </a:lnTo>
                <a:close/>
                <a:moveTo>
                  <a:pt x="179829" y="117685"/>
                </a:moveTo>
                <a:lnTo>
                  <a:pt x="178294" y="116184"/>
                </a:lnTo>
                <a:lnTo>
                  <a:pt x="178294" y="111481"/>
                </a:lnTo>
                <a:lnTo>
                  <a:pt x="181630" y="108178"/>
                </a:lnTo>
                <a:lnTo>
                  <a:pt x="183798" y="108178"/>
                </a:lnTo>
                <a:lnTo>
                  <a:pt x="179829" y="112114"/>
                </a:lnTo>
                <a:lnTo>
                  <a:pt x="179829" y="117685"/>
                </a:lnTo>
                <a:close/>
                <a:moveTo>
                  <a:pt x="158847" y="117685"/>
                </a:moveTo>
                <a:lnTo>
                  <a:pt x="158847" y="112114"/>
                </a:lnTo>
                <a:lnTo>
                  <a:pt x="154911" y="108178"/>
                </a:lnTo>
                <a:lnTo>
                  <a:pt x="157079" y="108178"/>
                </a:lnTo>
                <a:lnTo>
                  <a:pt x="160382" y="111481"/>
                </a:lnTo>
                <a:lnTo>
                  <a:pt x="160382" y="116151"/>
                </a:lnTo>
                <a:close/>
                <a:moveTo>
                  <a:pt x="149040" y="117685"/>
                </a:moveTo>
                <a:lnTo>
                  <a:pt x="147506" y="116184"/>
                </a:lnTo>
                <a:lnTo>
                  <a:pt x="147506" y="111481"/>
                </a:lnTo>
                <a:lnTo>
                  <a:pt x="150842" y="108178"/>
                </a:lnTo>
                <a:lnTo>
                  <a:pt x="152976" y="108178"/>
                </a:lnTo>
                <a:lnTo>
                  <a:pt x="149040" y="112114"/>
                </a:lnTo>
                <a:lnTo>
                  <a:pt x="149040" y="117685"/>
                </a:lnTo>
                <a:close/>
                <a:moveTo>
                  <a:pt x="128059" y="117685"/>
                </a:moveTo>
                <a:lnTo>
                  <a:pt x="128059" y="112114"/>
                </a:lnTo>
                <a:lnTo>
                  <a:pt x="124122" y="108178"/>
                </a:lnTo>
                <a:lnTo>
                  <a:pt x="126291" y="108178"/>
                </a:lnTo>
                <a:lnTo>
                  <a:pt x="129593" y="111481"/>
                </a:lnTo>
                <a:lnTo>
                  <a:pt x="129593" y="116151"/>
                </a:lnTo>
                <a:close/>
                <a:moveTo>
                  <a:pt x="118252" y="117685"/>
                </a:moveTo>
                <a:lnTo>
                  <a:pt x="116717" y="116184"/>
                </a:lnTo>
                <a:lnTo>
                  <a:pt x="116717" y="111481"/>
                </a:lnTo>
                <a:lnTo>
                  <a:pt x="120053" y="108178"/>
                </a:lnTo>
                <a:lnTo>
                  <a:pt x="122188" y="108178"/>
                </a:lnTo>
                <a:lnTo>
                  <a:pt x="118252" y="112114"/>
                </a:lnTo>
                <a:close/>
                <a:moveTo>
                  <a:pt x="97270" y="117685"/>
                </a:moveTo>
                <a:lnTo>
                  <a:pt x="97270" y="112114"/>
                </a:lnTo>
                <a:lnTo>
                  <a:pt x="93334" y="108178"/>
                </a:lnTo>
                <a:lnTo>
                  <a:pt x="95469" y="108178"/>
                </a:lnTo>
                <a:lnTo>
                  <a:pt x="98804" y="111481"/>
                </a:lnTo>
                <a:lnTo>
                  <a:pt x="98804" y="116151"/>
                </a:lnTo>
                <a:close/>
                <a:moveTo>
                  <a:pt x="87463" y="117685"/>
                </a:moveTo>
                <a:lnTo>
                  <a:pt x="85929" y="116184"/>
                </a:lnTo>
                <a:lnTo>
                  <a:pt x="85929" y="111481"/>
                </a:lnTo>
                <a:lnTo>
                  <a:pt x="89231" y="108178"/>
                </a:lnTo>
                <a:lnTo>
                  <a:pt x="91399" y="108178"/>
                </a:lnTo>
                <a:lnTo>
                  <a:pt x="87463" y="112114"/>
                </a:lnTo>
                <a:close/>
                <a:moveTo>
                  <a:pt x="66481" y="117685"/>
                </a:moveTo>
                <a:lnTo>
                  <a:pt x="66481" y="112114"/>
                </a:lnTo>
                <a:lnTo>
                  <a:pt x="62545" y="108178"/>
                </a:lnTo>
                <a:lnTo>
                  <a:pt x="64680" y="108178"/>
                </a:lnTo>
                <a:lnTo>
                  <a:pt x="68016" y="111481"/>
                </a:lnTo>
                <a:lnTo>
                  <a:pt x="68016" y="116151"/>
                </a:lnTo>
                <a:close/>
                <a:moveTo>
                  <a:pt x="56674" y="117685"/>
                </a:moveTo>
                <a:lnTo>
                  <a:pt x="55140" y="116184"/>
                </a:lnTo>
                <a:lnTo>
                  <a:pt x="55140" y="111481"/>
                </a:lnTo>
                <a:lnTo>
                  <a:pt x="58442" y="108178"/>
                </a:lnTo>
                <a:lnTo>
                  <a:pt x="60610" y="108178"/>
                </a:lnTo>
                <a:lnTo>
                  <a:pt x="56674" y="112114"/>
                </a:lnTo>
                <a:close/>
                <a:moveTo>
                  <a:pt x="35693" y="117685"/>
                </a:moveTo>
                <a:lnTo>
                  <a:pt x="35693" y="112114"/>
                </a:lnTo>
                <a:lnTo>
                  <a:pt x="31723" y="108178"/>
                </a:lnTo>
                <a:lnTo>
                  <a:pt x="33891" y="108178"/>
                </a:lnTo>
                <a:lnTo>
                  <a:pt x="37227" y="111481"/>
                </a:lnTo>
                <a:lnTo>
                  <a:pt x="37227" y="116151"/>
                </a:lnTo>
                <a:close/>
                <a:moveTo>
                  <a:pt x="25886" y="117685"/>
                </a:moveTo>
                <a:lnTo>
                  <a:pt x="24351" y="116184"/>
                </a:lnTo>
                <a:lnTo>
                  <a:pt x="24351" y="111481"/>
                </a:lnTo>
                <a:lnTo>
                  <a:pt x="27654" y="108178"/>
                </a:lnTo>
                <a:lnTo>
                  <a:pt x="29822" y="108178"/>
                </a:lnTo>
                <a:lnTo>
                  <a:pt x="25886" y="112114"/>
                </a:lnTo>
                <a:lnTo>
                  <a:pt x="25886" y="117685"/>
                </a:lnTo>
                <a:close/>
                <a:moveTo>
                  <a:pt x="6972" y="85929"/>
                </a:moveTo>
                <a:lnTo>
                  <a:pt x="11675" y="85929"/>
                </a:lnTo>
                <a:lnTo>
                  <a:pt x="14978" y="89265"/>
                </a:lnTo>
                <a:lnTo>
                  <a:pt x="14978" y="91400"/>
                </a:lnTo>
                <a:lnTo>
                  <a:pt x="11042" y="87464"/>
                </a:lnTo>
                <a:lnTo>
                  <a:pt x="5438" y="87464"/>
                </a:lnTo>
                <a:close/>
                <a:moveTo>
                  <a:pt x="7106" y="80258"/>
                </a:moveTo>
                <a:lnTo>
                  <a:pt x="4237" y="77356"/>
                </a:lnTo>
                <a:lnTo>
                  <a:pt x="6605" y="77356"/>
                </a:lnTo>
                <a:lnTo>
                  <a:pt x="8873" y="79658"/>
                </a:lnTo>
                <a:lnTo>
                  <a:pt x="8873" y="82927"/>
                </a:lnTo>
                <a:lnTo>
                  <a:pt x="7206" y="84595"/>
                </a:lnTo>
                <a:lnTo>
                  <a:pt x="7206" y="80525"/>
                </a:lnTo>
                <a:close/>
                <a:moveTo>
                  <a:pt x="6972" y="55140"/>
                </a:moveTo>
                <a:lnTo>
                  <a:pt x="11675" y="55140"/>
                </a:lnTo>
                <a:lnTo>
                  <a:pt x="14978" y="58443"/>
                </a:lnTo>
                <a:lnTo>
                  <a:pt x="14978" y="60611"/>
                </a:lnTo>
                <a:lnTo>
                  <a:pt x="11042" y="56675"/>
                </a:lnTo>
                <a:lnTo>
                  <a:pt x="5438" y="56675"/>
                </a:lnTo>
                <a:close/>
                <a:moveTo>
                  <a:pt x="6972" y="24352"/>
                </a:moveTo>
                <a:lnTo>
                  <a:pt x="11675" y="24352"/>
                </a:lnTo>
                <a:lnTo>
                  <a:pt x="14978" y="27654"/>
                </a:lnTo>
                <a:lnTo>
                  <a:pt x="14978" y="29822"/>
                </a:lnTo>
                <a:lnTo>
                  <a:pt x="11042" y="25886"/>
                </a:lnTo>
                <a:lnTo>
                  <a:pt x="5438" y="25886"/>
                </a:lnTo>
                <a:close/>
                <a:moveTo>
                  <a:pt x="7106" y="18648"/>
                </a:moveTo>
                <a:lnTo>
                  <a:pt x="4237" y="15779"/>
                </a:lnTo>
                <a:lnTo>
                  <a:pt x="6605" y="15779"/>
                </a:lnTo>
                <a:lnTo>
                  <a:pt x="8873" y="18081"/>
                </a:lnTo>
                <a:lnTo>
                  <a:pt x="8873" y="21316"/>
                </a:lnTo>
                <a:lnTo>
                  <a:pt x="7206" y="23017"/>
                </a:lnTo>
                <a:lnTo>
                  <a:pt x="7206" y="18948"/>
                </a:lnTo>
                <a:close/>
                <a:moveTo>
                  <a:pt x="7206" y="7773"/>
                </a:moveTo>
                <a:lnTo>
                  <a:pt x="8873" y="9441"/>
                </a:lnTo>
                <a:lnTo>
                  <a:pt x="8873" y="12710"/>
                </a:lnTo>
                <a:lnTo>
                  <a:pt x="6605" y="15012"/>
                </a:lnTo>
                <a:lnTo>
                  <a:pt x="4237" y="15012"/>
                </a:lnTo>
                <a:lnTo>
                  <a:pt x="7206" y="12010"/>
                </a:lnTo>
                <a:lnTo>
                  <a:pt x="7206" y="7773"/>
                </a:lnTo>
                <a:close/>
                <a:moveTo>
                  <a:pt x="25886" y="5471"/>
                </a:moveTo>
                <a:lnTo>
                  <a:pt x="25886" y="11042"/>
                </a:lnTo>
                <a:lnTo>
                  <a:pt x="29822" y="15012"/>
                </a:lnTo>
                <a:lnTo>
                  <a:pt x="27654" y="15012"/>
                </a:lnTo>
                <a:lnTo>
                  <a:pt x="24351" y="11676"/>
                </a:lnTo>
                <a:lnTo>
                  <a:pt x="24351" y="6973"/>
                </a:lnTo>
                <a:close/>
                <a:moveTo>
                  <a:pt x="35693" y="5471"/>
                </a:moveTo>
                <a:lnTo>
                  <a:pt x="37227" y="6973"/>
                </a:lnTo>
                <a:lnTo>
                  <a:pt x="37227" y="11676"/>
                </a:lnTo>
                <a:lnTo>
                  <a:pt x="33891" y="15012"/>
                </a:lnTo>
                <a:lnTo>
                  <a:pt x="31723" y="15012"/>
                </a:lnTo>
                <a:lnTo>
                  <a:pt x="35693" y="11042"/>
                </a:lnTo>
                <a:lnTo>
                  <a:pt x="35693" y="5471"/>
                </a:lnTo>
                <a:close/>
                <a:moveTo>
                  <a:pt x="56674" y="5471"/>
                </a:moveTo>
                <a:lnTo>
                  <a:pt x="56674" y="11042"/>
                </a:lnTo>
                <a:lnTo>
                  <a:pt x="60610" y="15012"/>
                </a:lnTo>
                <a:lnTo>
                  <a:pt x="58442" y="15012"/>
                </a:lnTo>
                <a:lnTo>
                  <a:pt x="55140" y="11676"/>
                </a:lnTo>
                <a:lnTo>
                  <a:pt x="55140" y="6973"/>
                </a:lnTo>
                <a:close/>
                <a:moveTo>
                  <a:pt x="66481" y="5471"/>
                </a:moveTo>
                <a:lnTo>
                  <a:pt x="68016" y="6973"/>
                </a:lnTo>
                <a:lnTo>
                  <a:pt x="68016" y="11676"/>
                </a:lnTo>
                <a:lnTo>
                  <a:pt x="64680" y="15012"/>
                </a:lnTo>
                <a:lnTo>
                  <a:pt x="62512" y="15012"/>
                </a:lnTo>
                <a:lnTo>
                  <a:pt x="66481" y="11042"/>
                </a:lnTo>
                <a:lnTo>
                  <a:pt x="66481" y="5471"/>
                </a:lnTo>
                <a:close/>
                <a:moveTo>
                  <a:pt x="87463" y="5471"/>
                </a:moveTo>
                <a:lnTo>
                  <a:pt x="87463" y="11042"/>
                </a:lnTo>
                <a:lnTo>
                  <a:pt x="91399" y="15012"/>
                </a:lnTo>
                <a:lnTo>
                  <a:pt x="89231" y="15012"/>
                </a:lnTo>
                <a:lnTo>
                  <a:pt x="85929" y="11676"/>
                </a:lnTo>
                <a:lnTo>
                  <a:pt x="85929" y="6973"/>
                </a:lnTo>
                <a:close/>
                <a:moveTo>
                  <a:pt x="97270" y="5471"/>
                </a:moveTo>
                <a:lnTo>
                  <a:pt x="98804" y="6973"/>
                </a:lnTo>
                <a:lnTo>
                  <a:pt x="98804" y="11676"/>
                </a:lnTo>
                <a:lnTo>
                  <a:pt x="95502" y="15012"/>
                </a:lnTo>
                <a:lnTo>
                  <a:pt x="93334" y="15012"/>
                </a:lnTo>
                <a:lnTo>
                  <a:pt x="97270" y="11042"/>
                </a:lnTo>
                <a:lnTo>
                  <a:pt x="97270" y="5471"/>
                </a:lnTo>
                <a:close/>
                <a:moveTo>
                  <a:pt x="118252" y="5471"/>
                </a:moveTo>
                <a:lnTo>
                  <a:pt x="118252" y="11042"/>
                </a:lnTo>
                <a:lnTo>
                  <a:pt x="122188" y="15012"/>
                </a:lnTo>
                <a:lnTo>
                  <a:pt x="120053" y="15012"/>
                </a:lnTo>
                <a:lnTo>
                  <a:pt x="116717" y="11676"/>
                </a:lnTo>
                <a:lnTo>
                  <a:pt x="116717" y="6973"/>
                </a:lnTo>
                <a:close/>
                <a:moveTo>
                  <a:pt x="128059" y="5471"/>
                </a:moveTo>
                <a:lnTo>
                  <a:pt x="129593" y="6973"/>
                </a:lnTo>
                <a:lnTo>
                  <a:pt x="129593" y="11676"/>
                </a:lnTo>
                <a:lnTo>
                  <a:pt x="126291" y="15012"/>
                </a:lnTo>
                <a:lnTo>
                  <a:pt x="124122" y="15012"/>
                </a:lnTo>
                <a:lnTo>
                  <a:pt x="128059" y="11042"/>
                </a:lnTo>
                <a:lnTo>
                  <a:pt x="128059" y="5471"/>
                </a:lnTo>
                <a:close/>
                <a:moveTo>
                  <a:pt x="149040" y="5471"/>
                </a:moveTo>
                <a:lnTo>
                  <a:pt x="149040" y="11042"/>
                </a:lnTo>
                <a:lnTo>
                  <a:pt x="153010" y="15012"/>
                </a:lnTo>
                <a:lnTo>
                  <a:pt x="150842" y="15012"/>
                </a:lnTo>
                <a:lnTo>
                  <a:pt x="147506" y="11676"/>
                </a:lnTo>
                <a:lnTo>
                  <a:pt x="147506" y="6973"/>
                </a:lnTo>
                <a:close/>
                <a:moveTo>
                  <a:pt x="158847" y="5471"/>
                </a:moveTo>
                <a:lnTo>
                  <a:pt x="160382" y="6973"/>
                </a:lnTo>
                <a:lnTo>
                  <a:pt x="160382" y="11676"/>
                </a:lnTo>
                <a:lnTo>
                  <a:pt x="157079" y="15012"/>
                </a:lnTo>
                <a:lnTo>
                  <a:pt x="154911" y="15012"/>
                </a:lnTo>
                <a:lnTo>
                  <a:pt x="158847" y="11042"/>
                </a:lnTo>
                <a:close/>
                <a:moveTo>
                  <a:pt x="179829" y="5471"/>
                </a:moveTo>
                <a:lnTo>
                  <a:pt x="179829" y="11042"/>
                </a:lnTo>
                <a:lnTo>
                  <a:pt x="183798" y="15012"/>
                </a:lnTo>
                <a:lnTo>
                  <a:pt x="181630" y="15012"/>
                </a:lnTo>
                <a:lnTo>
                  <a:pt x="178294" y="11676"/>
                </a:lnTo>
                <a:lnTo>
                  <a:pt x="178294" y="6973"/>
                </a:lnTo>
                <a:close/>
                <a:moveTo>
                  <a:pt x="189636" y="5471"/>
                </a:moveTo>
                <a:lnTo>
                  <a:pt x="191170" y="6973"/>
                </a:lnTo>
                <a:lnTo>
                  <a:pt x="191170" y="11676"/>
                </a:lnTo>
                <a:lnTo>
                  <a:pt x="187868" y="15012"/>
                </a:lnTo>
                <a:lnTo>
                  <a:pt x="185700" y="15012"/>
                </a:lnTo>
                <a:lnTo>
                  <a:pt x="189636" y="11042"/>
                </a:lnTo>
                <a:lnTo>
                  <a:pt x="189636" y="5471"/>
                </a:lnTo>
                <a:close/>
                <a:moveTo>
                  <a:pt x="210618" y="5471"/>
                </a:moveTo>
                <a:lnTo>
                  <a:pt x="210618" y="11042"/>
                </a:lnTo>
                <a:lnTo>
                  <a:pt x="214587" y="15012"/>
                </a:lnTo>
                <a:lnTo>
                  <a:pt x="212419" y="15012"/>
                </a:lnTo>
                <a:lnTo>
                  <a:pt x="209083" y="11676"/>
                </a:lnTo>
                <a:lnTo>
                  <a:pt x="209083" y="6973"/>
                </a:lnTo>
                <a:close/>
                <a:moveTo>
                  <a:pt x="220425" y="5471"/>
                </a:moveTo>
                <a:lnTo>
                  <a:pt x="221959" y="6973"/>
                </a:lnTo>
                <a:lnTo>
                  <a:pt x="221959" y="11676"/>
                </a:lnTo>
                <a:lnTo>
                  <a:pt x="218657" y="15012"/>
                </a:lnTo>
                <a:lnTo>
                  <a:pt x="216488" y="15012"/>
                </a:lnTo>
                <a:lnTo>
                  <a:pt x="220425" y="11042"/>
                </a:lnTo>
                <a:lnTo>
                  <a:pt x="220425" y="5471"/>
                </a:lnTo>
                <a:close/>
                <a:moveTo>
                  <a:pt x="236636" y="112915"/>
                </a:moveTo>
                <a:lnTo>
                  <a:pt x="235302" y="111581"/>
                </a:lnTo>
                <a:lnTo>
                  <a:pt x="235302" y="109579"/>
                </a:lnTo>
                <a:lnTo>
                  <a:pt x="236736" y="108145"/>
                </a:lnTo>
                <a:lnTo>
                  <a:pt x="238604" y="108145"/>
                </a:lnTo>
                <a:lnTo>
                  <a:pt x="236636" y="110113"/>
                </a:lnTo>
                <a:close/>
                <a:moveTo>
                  <a:pt x="219757" y="107378"/>
                </a:moveTo>
                <a:lnTo>
                  <a:pt x="222760" y="104376"/>
                </a:lnTo>
                <a:lnTo>
                  <a:pt x="222760" y="100139"/>
                </a:lnTo>
                <a:lnTo>
                  <a:pt x="224427" y="101840"/>
                </a:lnTo>
                <a:lnTo>
                  <a:pt x="224427" y="105076"/>
                </a:lnTo>
                <a:lnTo>
                  <a:pt x="222159" y="107378"/>
                </a:lnTo>
                <a:close/>
                <a:moveTo>
                  <a:pt x="216488" y="107378"/>
                </a:moveTo>
                <a:lnTo>
                  <a:pt x="220425" y="103408"/>
                </a:lnTo>
                <a:lnTo>
                  <a:pt x="220425" y="97838"/>
                </a:lnTo>
                <a:lnTo>
                  <a:pt x="221959" y="99372"/>
                </a:lnTo>
                <a:lnTo>
                  <a:pt x="221959" y="104042"/>
                </a:lnTo>
                <a:lnTo>
                  <a:pt x="218657" y="107378"/>
                </a:lnTo>
                <a:lnTo>
                  <a:pt x="216488" y="107378"/>
                </a:lnTo>
                <a:close/>
                <a:moveTo>
                  <a:pt x="212419" y="107378"/>
                </a:moveTo>
                <a:lnTo>
                  <a:pt x="209083" y="104042"/>
                </a:lnTo>
                <a:lnTo>
                  <a:pt x="209083" y="99372"/>
                </a:lnTo>
                <a:lnTo>
                  <a:pt x="210618" y="97838"/>
                </a:lnTo>
                <a:lnTo>
                  <a:pt x="210618" y="103408"/>
                </a:lnTo>
                <a:lnTo>
                  <a:pt x="214587" y="107378"/>
                </a:lnTo>
                <a:lnTo>
                  <a:pt x="212419" y="107378"/>
                </a:lnTo>
                <a:close/>
                <a:moveTo>
                  <a:pt x="208916" y="107378"/>
                </a:moveTo>
                <a:lnTo>
                  <a:pt x="206648" y="105076"/>
                </a:lnTo>
                <a:lnTo>
                  <a:pt x="206648" y="101840"/>
                </a:lnTo>
                <a:lnTo>
                  <a:pt x="208316" y="100139"/>
                </a:lnTo>
                <a:lnTo>
                  <a:pt x="208316" y="104376"/>
                </a:lnTo>
                <a:lnTo>
                  <a:pt x="211285" y="107378"/>
                </a:lnTo>
                <a:lnTo>
                  <a:pt x="208916" y="107378"/>
                </a:lnTo>
                <a:close/>
                <a:moveTo>
                  <a:pt x="205848" y="112915"/>
                </a:moveTo>
                <a:lnTo>
                  <a:pt x="204513" y="111581"/>
                </a:lnTo>
                <a:lnTo>
                  <a:pt x="204513" y="109579"/>
                </a:lnTo>
                <a:lnTo>
                  <a:pt x="205948" y="108145"/>
                </a:lnTo>
                <a:lnTo>
                  <a:pt x="207816" y="108145"/>
                </a:lnTo>
                <a:lnTo>
                  <a:pt x="205848" y="110113"/>
                </a:lnTo>
                <a:close/>
                <a:moveTo>
                  <a:pt x="188969" y="107378"/>
                </a:moveTo>
                <a:lnTo>
                  <a:pt x="191837" y="104509"/>
                </a:lnTo>
                <a:lnTo>
                  <a:pt x="191971" y="104209"/>
                </a:lnTo>
                <a:lnTo>
                  <a:pt x="191971" y="100139"/>
                </a:lnTo>
                <a:lnTo>
                  <a:pt x="193639" y="101840"/>
                </a:lnTo>
                <a:lnTo>
                  <a:pt x="193639" y="105076"/>
                </a:lnTo>
                <a:lnTo>
                  <a:pt x="191337" y="107378"/>
                </a:lnTo>
                <a:lnTo>
                  <a:pt x="188969" y="107378"/>
                </a:lnTo>
                <a:close/>
                <a:moveTo>
                  <a:pt x="185700" y="107378"/>
                </a:moveTo>
                <a:lnTo>
                  <a:pt x="189636" y="103408"/>
                </a:lnTo>
                <a:lnTo>
                  <a:pt x="189636" y="97838"/>
                </a:lnTo>
                <a:lnTo>
                  <a:pt x="191170" y="99372"/>
                </a:lnTo>
                <a:lnTo>
                  <a:pt x="191170" y="104042"/>
                </a:lnTo>
                <a:lnTo>
                  <a:pt x="187868" y="107378"/>
                </a:lnTo>
                <a:lnTo>
                  <a:pt x="185700" y="107378"/>
                </a:lnTo>
                <a:close/>
                <a:moveTo>
                  <a:pt x="181630" y="107378"/>
                </a:moveTo>
                <a:lnTo>
                  <a:pt x="178294" y="104042"/>
                </a:lnTo>
                <a:lnTo>
                  <a:pt x="178294" y="99372"/>
                </a:lnTo>
                <a:lnTo>
                  <a:pt x="179829" y="97838"/>
                </a:lnTo>
                <a:lnTo>
                  <a:pt x="179829" y="103408"/>
                </a:lnTo>
                <a:lnTo>
                  <a:pt x="183798" y="107378"/>
                </a:lnTo>
                <a:lnTo>
                  <a:pt x="181630" y="107378"/>
                </a:lnTo>
                <a:close/>
                <a:moveTo>
                  <a:pt x="178128" y="107378"/>
                </a:moveTo>
                <a:lnTo>
                  <a:pt x="175826" y="105076"/>
                </a:lnTo>
                <a:lnTo>
                  <a:pt x="175826" y="101840"/>
                </a:lnTo>
                <a:lnTo>
                  <a:pt x="177527" y="100139"/>
                </a:lnTo>
                <a:lnTo>
                  <a:pt x="177527" y="104209"/>
                </a:lnTo>
                <a:lnTo>
                  <a:pt x="177627" y="104509"/>
                </a:lnTo>
                <a:lnTo>
                  <a:pt x="180496" y="107378"/>
                </a:lnTo>
                <a:lnTo>
                  <a:pt x="178128" y="107378"/>
                </a:lnTo>
                <a:close/>
                <a:moveTo>
                  <a:pt x="175059" y="112915"/>
                </a:moveTo>
                <a:lnTo>
                  <a:pt x="173725" y="111581"/>
                </a:lnTo>
                <a:lnTo>
                  <a:pt x="173725" y="109579"/>
                </a:lnTo>
                <a:lnTo>
                  <a:pt x="175159" y="108145"/>
                </a:lnTo>
                <a:lnTo>
                  <a:pt x="177027" y="108145"/>
                </a:lnTo>
                <a:lnTo>
                  <a:pt x="175059" y="110113"/>
                </a:lnTo>
                <a:close/>
                <a:moveTo>
                  <a:pt x="158180" y="107378"/>
                </a:moveTo>
                <a:lnTo>
                  <a:pt x="161182" y="104376"/>
                </a:lnTo>
                <a:lnTo>
                  <a:pt x="161182" y="100139"/>
                </a:lnTo>
                <a:lnTo>
                  <a:pt x="162850" y="101840"/>
                </a:lnTo>
                <a:lnTo>
                  <a:pt x="162850" y="105076"/>
                </a:lnTo>
                <a:lnTo>
                  <a:pt x="160548" y="107378"/>
                </a:lnTo>
                <a:close/>
                <a:moveTo>
                  <a:pt x="154911" y="107378"/>
                </a:moveTo>
                <a:lnTo>
                  <a:pt x="158847" y="103408"/>
                </a:lnTo>
                <a:lnTo>
                  <a:pt x="158847" y="97838"/>
                </a:lnTo>
                <a:lnTo>
                  <a:pt x="160382" y="99372"/>
                </a:lnTo>
                <a:lnTo>
                  <a:pt x="160382" y="104042"/>
                </a:lnTo>
                <a:lnTo>
                  <a:pt x="157079" y="107378"/>
                </a:lnTo>
                <a:lnTo>
                  <a:pt x="154911" y="107378"/>
                </a:lnTo>
                <a:close/>
                <a:moveTo>
                  <a:pt x="150842" y="107378"/>
                </a:moveTo>
                <a:lnTo>
                  <a:pt x="147506" y="104042"/>
                </a:lnTo>
                <a:lnTo>
                  <a:pt x="147506" y="99372"/>
                </a:lnTo>
                <a:lnTo>
                  <a:pt x="149040" y="97838"/>
                </a:lnTo>
                <a:lnTo>
                  <a:pt x="149040" y="103408"/>
                </a:lnTo>
                <a:lnTo>
                  <a:pt x="153010" y="107378"/>
                </a:lnTo>
                <a:lnTo>
                  <a:pt x="150842" y="107378"/>
                </a:lnTo>
                <a:close/>
                <a:moveTo>
                  <a:pt x="147339" y="107378"/>
                </a:moveTo>
                <a:lnTo>
                  <a:pt x="145037" y="105076"/>
                </a:lnTo>
                <a:lnTo>
                  <a:pt x="145037" y="101840"/>
                </a:lnTo>
                <a:lnTo>
                  <a:pt x="146739" y="100139"/>
                </a:lnTo>
                <a:lnTo>
                  <a:pt x="146739" y="104376"/>
                </a:lnTo>
                <a:lnTo>
                  <a:pt x="149707" y="107378"/>
                </a:lnTo>
                <a:lnTo>
                  <a:pt x="147339" y="107378"/>
                </a:lnTo>
                <a:close/>
                <a:moveTo>
                  <a:pt x="144270" y="112915"/>
                </a:moveTo>
                <a:lnTo>
                  <a:pt x="142936" y="111581"/>
                </a:lnTo>
                <a:lnTo>
                  <a:pt x="142936" y="109579"/>
                </a:lnTo>
                <a:lnTo>
                  <a:pt x="144370" y="108145"/>
                </a:lnTo>
                <a:lnTo>
                  <a:pt x="146238" y="108145"/>
                </a:lnTo>
                <a:lnTo>
                  <a:pt x="144270" y="110113"/>
                </a:lnTo>
                <a:close/>
                <a:moveTo>
                  <a:pt x="127391" y="107378"/>
                </a:moveTo>
                <a:lnTo>
                  <a:pt x="130260" y="104509"/>
                </a:lnTo>
                <a:lnTo>
                  <a:pt x="130394" y="104209"/>
                </a:lnTo>
                <a:lnTo>
                  <a:pt x="130394" y="100139"/>
                </a:lnTo>
                <a:lnTo>
                  <a:pt x="132061" y="101840"/>
                </a:lnTo>
                <a:lnTo>
                  <a:pt x="132061" y="105076"/>
                </a:lnTo>
                <a:lnTo>
                  <a:pt x="129760" y="107378"/>
                </a:lnTo>
                <a:lnTo>
                  <a:pt x="127391" y="107378"/>
                </a:lnTo>
                <a:close/>
                <a:moveTo>
                  <a:pt x="124122" y="107378"/>
                </a:moveTo>
                <a:lnTo>
                  <a:pt x="128059" y="103408"/>
                </a:lnTo>
                <a:lnTo>
                  <a:pt x="128059" y="97838"/>
                </a:lnTo>
                <a:lnTo>
                  <a:pt x="129593" y="99372"/>
                </a:lnTo>
                <a:lnTo>
                  <a:pt x="129593" y="104042"/>
                </a:lnTo>
                <a:lnTo>
                  <a:pt x="126291" y="107378"/>
                </a:lnTo>
                <a:lnTo>
                  <a:pt x="124122" y="107378"/>
                </a:lnTo>
                <a:close/>
                <a:moveTo>
                  <a:pt x="120053" y="107378"/>
                </a:moveTo>
                <a:lnTo>
                  <a:pt x="116717" y="104042"/>
                </a:lnTo>
                <a:lnTo>
                  <a:pt x="116717" y="99372"/>
                </a:lnTo>
                <a:lnTo>
                  <a:pt x="118252" y="97838"/>
                </a:lnTo>
                <a:lnTo>
                  <a:pt x="118252" y="103408"/>
                </a:lnTo>
                <a:lnTo>
                  <a:pt x="122188" y="107378"/>
                </a:lnTo>
                <a:lnTo>
                  <a:pt x="120053" y="107378"/>
                </a:lnTo>
                <a:close/>
                <a:moveTo>
                  <a:pt x="116550" y="107378"/>
                </a:moveTo>
                <a:lnTo>
                  <a:pt x="114249" y="105076"/>
                </a:lnTo>
                <a:lnTo>
                  <a:pt x="114249" y="101840"/>
                </a:lnTo>
                <a:lnTo>
                  <a:pt x="115950" y="100139"/>
                </a:lnTo>
                <a:lnTo>
                  <a:pt x="115950" y="104209"/>
                </a:lnTo>
                <a:lnTo>
                  <a:pt x="116050" y="104509"/>
                </a:lnTo>
                <a:lnTo>
                  <a:pt x="118919" y="107378"/>
                </a:lnTo>
                <a:lnTo>
                  <a:pt x="116550" y="107378"/>
                </a:lnTo>
                <a:close/>
                <a:moveTo>
                  <a:pt x="113482" y="112915"/>
                </a:moveTo>
                <a:lnTo>
                  <a:pt x="112147" y="111581"/>
                </a:lnTo>
                <a:lnTo>
                  <a:pt x="112147" y="109579"/>
                </a:lnTo>
                <a:lnTo>
                  <a:pt x="113582" y="108145"/>
                </a:lnTo>
                <a:lnTo>
                  <a:pt x="115450" y="108145"/>
                </a:lnTo>
                <a:lnTo>
                  <a:pt x="113482" y="110113"/>
                </a:lnTo>
                <a:close/>
                <a:moveTo>
                  <a:pt x="96603" y="107378"/>
                </a:moveTo>
                <a:lnTo>
                  <a:pt x="99605" y="104376"/>
                </a:lnTo>
                <a:lnTo>
                  <a:pt x="99605" y="100139"/>
                </a:lnTo>
                <a:lnTo>
                  <a:pt x="101273" y="101840"/>
                </a:lnTo>
                <a:lnTo>
                  <a:pt x="101273" y="105076"/>
                </a:lnTo>
                <a:lnTo>
                  <a:pt x="98971" y="107378"/>
                </a:lnTo>
                <a:close/>
                <a:moveTo>
                  <a:pt x="93334" y="107378"/>
                </a:moveTo>
                <a:lnTo>
                  <a:pt x="97270" y="103408"/>
                </a:lnTo>
                <a:lnTo>
                  <a:pt x="97270" y="97838"/>
                </a:lnTo>
                <a:lnTo>
                  <a:pt x="98804" y="99372"/>
                </a:lnTo>
                <a:lnTo>
                  <a:pt x="98804" y="104042"/>
                </a:lnTo>
                <a:lnTo>
                  <a:pt x="95469" y="107378"/>
                </a:lnTo>
                <a:lnTo>
                  <a:pt x="93334" y="107378"/>
                </a:lnTo>
                <a:close/>
                <a:moveTo>
                  <a:pt x="89231" y="107378"/>
                </a:moveTo>
                <a:lnTo>
                  <a:pt x="85929" y="104042"/>
                </a:lnTo>
                <a:lnTo>
                  <a:pt x="85929" y="99372"/>
                </a:lnTo>
                <a:lnTo>
                  <a:pt x="87463" y="97838"/>
                </a:lnTo>
                <a:lnTo>
                  <a:pt x="87463" y="103408"/>
                </a:lnTo>
                <a:lnTo>
                  <a:pt x="91399" y="107378"/>
                </a:lnTo>
                <a:lnTo>
                  <a:pt x="89231" y="107378"/>
                </a:lnTo>
                <a:close/>
                <a:moveTo>
                  <a:pt x="85762" y="107378"/>
                </a:moveTo>
                <a:lnTo>
                  <a:pt x="83460" y="105076"/>
                </a:lnTo>
                <a:lnTo>
                  <a:pt x="83460" y="101840"/>
                </a:lnTo>
                <a:lnTo>
                  <a:pt x="85128" y="100139"/>
                </a:lnTo>
                <a:lnTo>
                  <a:pt x="85128" y="104376"/>
                </a:lnTo>
                <a:lnTo>
                  <a:pt x="88130" y="107378"/>
                </a:lnTo>
                <a:lnTo>
                  <a:pt x="85762" y="107378"/>
                </a:lnTo>
                <a:close/>
                <a:moveTo>
                  <a:pt x="82660" y="112915"/>
                </a:moveTo>
                <a:lnTo>
                  <a:pt x="81359" y="111581"/>
                </a:lnTo>
                <a:lnTo>
                  <a:pt x="81359" y="109579"/>
                </a:lnTo>
                <a:lnTo>
                  <a:pt x="82793" y="108145"/>
                </a:lnTo>
                <a:lnTo>
                  <a:pt x="84628" y="108145"/>
                </a:lnTo>
                <a:lnTo>
                  <a:pt x="82660" y="110113"/>
                </a:lnTo>
                <a:close/>
                <a:moveTo>
                  <a:pt x="65814" y="107378"/>
                </a:moveTo>
                <a:lnTo>
                  <a:pt x="68683" y="104509"/>
                </a:lnTo>
                <a:lnTo>
                  <a:pt x="68816" y="104209"/>
                </a:lnTo>
                <a:lnTo>
                  <a:pt x="68816" y="100139"/>
                </a:lnTo>
                <a:lnTo>
                  <a:pt x="70484" y="101840"/>
                </a:lnTo>
                <a:lnTo>
                  <a:pt x="70484" y="105076"/>
                </a:lnTo>
                <a:lnTo>
                  <a:pt x="68183" y="107378"/>
                </a:lnTo>
                <a:lnTo>
                  <a:pt x="65814" y="107378"/>
                </a:lnTo>
                <a:close/>
                <a:moveTo>
                  <a:pt x="62512" y="107378"/>
                </a:moveTo>
                <a:lnTo>
                  <a:pt x="66481" y="103408"/>
                </a:lnTo>
                <a:lnTo>
                  <a:pt x="66481" y="97838"/>
                </a:lnTo>
                <a:lnTo>
                  <a:pt x="68016" y="99372"/>
                </a:lnTo>
                <a:lnTo>
                  <a:pt x="68016" y="104042"/>
                </a:lnTo>
                <a:lnTo>
                  <a:pt x="64680" y="107378"/>
                </a:lnTo>
                <a:lnTo>
                  <a:pt x="62512" y="107378"/>
                </a:lnTo>
                <a:close/>
                <a:moveTo>
                  <a:pt x="58442" y="107378"/>
                </a:moveTo>
                <a:lnTo>
                  <a:pt x="55140" y="104042"/>
                </a:lnTo>
                <a:lnTo>
                  <a:pt x="55140" y="99372"/>
                </a:lnTo>
                <a:lnTo>
                  <a:pt x="56674" y="97838"/>
                </a:lnTo>
                <a:lnTo>
                  <a:pt x="56674" y="103408"/>
                </a:lnTo>
                <a:lnTo>
                  <a:pt x="60610" y="107378"/>
                </a:lnTo>
                <a:lnTo>
                  <a:pt x="58442" y="107378"/>
                </a:lnTo>
                <a:close/>
                <a:moveTo>
                  <a:pt x="54973" y="107378"/>
                </a:moveTo>
                <a:lnTo>
                  <a:pt x="52671" y="105076"/>
                </a:lnTo>
                <a:lnTo>
                  <a:pt x="52671" y="101840"/>
                </a:lnTo>
                <a:lnTo>
                  <a:pt x="54339" y="100139"/>
                </a:lnTo>
                <a:lnTo>
                  <a:pt x="54339" y="104209"/>
                </a:lnTo>
                <a:lnTo>
                  <a:pt x="54473" y="104509"/>
                </a:lnTo>
                <a:lnTo>
                  <a:pt x="57341" y="107378"/>
                </a:lnTo>
                <a:lnTo>
                  <a:pt x="54973" y="107378"/>
                </a:lnTo>
                <a:close/>
                <a:moveTo>
                  <a:pt x="51871" y="112915"/>
                </a:moveTo>
                <a:lnTo>
                  <a:pt x="50570" y="111581"/>
                </a:lnTo>
                <a:lnTo>
                  <a:pt x="50570" y="109579"/>
                </a:lnTo>
                <a:lnTo>
                  <a:pt x="51971" y="108145"/>
                </a:lnTo>
                <a:lnTo>
                  <a:pt x="53839" y="108145"/>
                </a:lnTo>
                <a:lnTo>
                  <a:pt x="51871" y="110113"/>
                </a:lnTo>
                <a:close/>
                <a:moveTo>
                  <a:pt x="35026" y="107378"/>
                </a:moveTo>
                <a:lnTo>
                  <a:pt x="37994" y="104376"/>
                </a:lnTo>
                <a:lnTo>
                  <a:pt x="37994" y="100139"/>
                </a:lnTo>
                <a:lnTo>
                  <a:pt x="39696" y="101840"/>
                </a:lnTo>
                <a:lnTo>
                  <a:pt x="39696" y="105076"/>
                </a:lnTo>
                <a:lnTo>
                  <a:pt x="37394" y="107378"/>
                </a:lnTo>
                <a:close/>
                <a:moveTo>
                  <a:pt x="31723" y="107378"/>
                </a:moveTo>
                <a:lnTo>
                  <a:pt x="35693" y="103408"/>
                </a:lnTo>
                <a:lnTo>
                  <a:pt x="35693" y="97838"/>
                </a:lnTo>
                <a:lnTo>
                  <a:pt x="37227" y="99372"/>
                </a:lnTo>
                <a:lnTo>
                  <a:pt x="37227" y="104042"/>
                </a:lnTo>
                <a:lnTo>
                  <a:pt x="33891" y="107378"/>
                </a:lnTo>
                <a:lnTo>
                  <a:pt x="31723" y="107378"/>
                </a:lnTo>
                <a:close/>
                <a:moveTo>
                  <a:pt x="27654" y="107378"/>
                </a:moveTo>
                <a:lnTo>
                  <a:pt x="24351" y="104042"/>
                </a:lnTo>
                <a:lnTo>
                  <a:pt x="24351" y="99372"/>
                </a:lnTo>
                <a:lnTo>
                  <a:pt x="25886" y="97838"/>
                </a:lnTo>
                <a:lnTo>
                  <a:pt x="25886" y="103408"/>
                </a:lnTo>
                <a:lnTo>
                  <a:pt x="29822" y="107378"/>
                </a:lnTo>
                <a:lnTo>
                  <a:pt x="27654" y="107378"/>
                </a:lnTo>
                <a:close/>
                <a:moveTo>
                  <a:pt x="24184" y="107378"/>
                </a:moveTo>
                <a:lnTo>
                  <a:pt x="21883" y="105076"/>
                </a:lnTo>
                <a:lnTo>
                  <a:pt x="21883" y="101840"/>
                </a:lnTo>
                <a:lnTo>
                  <a:pt x="23551" y="100139"/>
                </a:lnTo>
                <a:lnTo>
                  <a:pt x="23551" y="104376"/>
                </a:lnTo>
                <a:lnTo>
                  <a:pt x="26553" y="107378"/>
                </a:lnTo>
                <a:lnTo>
                  <a:pt x="24184" y="107378"/>
                </a:lnTo>
                <a:close/>
                <a:moveTo>
                  <a:pt x="21082" y="112915"/>
                </a:moveTo>
                <a:lnTo>
                  <a:pt x="19781" y="111581"/>
                </a:lnTo>
                <a:lnTo>
                  <a:pt x="19781" y="109579"/>
                </a:lnTo>
                <a:lnTo>
                  <a:pt x="21182" y="108145"/>
                </a:lnTo>
                <a:lnTo>
                  <a:pt x="23050" y="108145"/>
                </a:lnTo>
                <a:lnTo>
                  <a:pt x="21082" y="110113"/>
                </a:lnTo>
                <a:close/>
                <a:moveTo>
                  <a:pt x="9674" y="10242"/>
                </a:moveTo>
                <a:lnTo>
                  <a:pt x="11008" y="11576"/>
                </a:lnTo>
                <a:lnTo>
                  <a:pt x="11008" y="13577"/>
                </a:lnTo>
                <a:lnTo>
                  <a:pt x="9574" y="15012"/>
                </a:lnTo>
                <a:lnTo>
                  <a:pt x="7706" y="15012"/>
                </a:lnTo>
                <a:lnTo>
                  <a:pt x="9674" y="13044"/>
                </a:lnTo>
                <a:close/>
                <a:moveTo>
                  <a:pt x="26553" y="15779"/>
                </a:moveTo>
                <a:lnTo>
                  <a:pt x="23551" y="18781"/>
                </a:lnTo>
                <a:lnTo>
                  <a:pt x="23551" y="23017"/>
                </a:lnTo>
                <a:lnTo>
                  <a:pt x="21883" y="21316"/>
                </a:lnTo>
                <a:lnTo>
                  <a:pt x="21883" y="18081"/>
                </a:lnTo>
                <a:lnTo>
                  <a:pt x="24184" y="15779"/>
                </a:lnTo>
                <a:lnTo>
                  <a:pt x="26553" y="15779"/>
                </a:lnTo>
                <a:close/>
                <a:moveTo>
                  <a:pt x="29822" y="15779"/>
                </a:moveTo>
                <a:lnTo>
                  <a:pt x="25886" y="19748"/>
                </a:lnTo>
                <a:lnTo>
                  <a:pt x="25886" y="25319"/>
                </a:lnTo>
                <a:lnTo>
                  <a:pt x="24351" y="23785"/>
                </a:lnTo>
                <a:lnTo>
                  <a:pt x="24351" y="19115"/>
                </a:lnTo>
                <a:lnTo>
                  <a:pt x="27654" y="15779"/>
                </a:lnTo>
                <a:lnTo>
                  <a:pt x="29822" y="15779"/>
                </a:lnTo>
                <a:close/>
                <a:moveTo>
                  <a:pt x="33891" y="15779"/>
                </a:moveTo>
                <a:lnTo>
                  <a:pt x="37227" y="19115"/>
                </a:lnTo>
                <a:lnTo>
                  <a:pt x="37227" y="23785"/>
                </a:lnTo>
                <a:lnTo>
                  <a:pt x="35693" y="25319"/>
                </a:lnTo>
                <a:lnTo>
                  <a:pt x="35693" y="19748"/>
                </a:lnTo>
                <a:lnTo>
                  <a:pt x="31723" y="15779"/>
                </a:lnTo>
                <a:lnTo>
                  <a:pt x="33891" y="15779"/>
                </a:lnTo>
                <a:close/>
                <a:moveTo>
                  <a:pt x="37394" y="15779"/>
                </a:moveTo>
                <a:lnTo>
                  <a:pt x="39696" y="18081"/>
                </a:lnTo>
                <a:lnTo>
                  <a:pt x="39696" y="21316"/>
                </a:lnTo>
                <a:lnTo>
                  <a:pt x="37994" y="23017"/>
                </a:lnTo>
                <a:lnTo>
                  <a:pt x="37994" y="18781"/>
                </a:lnTo>
                <a:lnTo>
                  <a:pt x="35026" y="15779"/>
                </a:lnTo>
                <a:lnTo>
                  <a:pt x="37394" y="15779"/>
                </a:lnTo>
                <a:close/>
                <a:moveTo>
                  <a:pt x="40463" y="10242"/>
                </a:moveTo>
                <a:lnTo>
                  <a:pt x="41797" y="11576"/>
                </a:lnTo>
                <a:lnTo>
                  <a:pt x="41797" y="13577"/>
                </a:lnTo>
                <a:lnTo>
                  <a:pt x="40363" y="15012"/>
                </a:lnTo>
                <a:lnTo>
                  <a:pt x="38495" y="15012"/>
                </a:lnTo>
                <a:lnTo>
                  <a:pt x="40463" y="13044"/>
                </a:lnTo>
                <a:close/>
                <a:moveTo>
                  <a:pt x="57341" y="15779"/>
                </a:moveTo>
                <a:lnTo>
                  <a:pt x="54473" y="18648"/>
                </a:lnTo>
                <a:lnTo>
                  <a:pt x="54339" y="18948"/>
                </a:lnTo>
                <a:lnTo>
                  <a:pt x="54339" y="23017"/>
                </a:lnTo>
                <a:lnTo>
                  <a:pt x="52671" y="21316"/>
                </a:lnTo>
                <a:lnTo>
                  <a:pt x="52671" y="18081"/>
                </a:lnTo>
                <a:lnTo>
                  <a:pt x="54973" y="15779"/>
                </a:lnTo>
                <a:lnTo>
                  <a:pt x="57341" y="15779"/>
                </a:lnTo>
                <a:close/>
                <a:moveTo>
                  <a:pt x="60610" y="15779"/>
                </a:moveTo>
                <a:lnTo>
                  <a:pt x="56674" y="19748"/>
                </a:lnTo>
                <a:lnTo>
                  <a:pt x="56674" y="25319"/>
                </a:lnTo>
                <a:lnTo>
                  <a:pt x="55140" y="23785"/>
                </a:lnTo>
                <a:lnTo>
                  <a:pt x="55140" y="19115"/>
                </a:lnTo>
                <a:lnTo>
                  <a:pt x="58442" y="15779"/>
                </a:lnTo>
                <a:lnTo>
                  <a:pt x="60610" y="15779"/>
                </a:lnTo>
                <a:close/>
                <a:moveTo>
                  <a:pt x="64680" y="15779"/>
                </a:moveTo>
                <a:lnTo>
                  <a:pt x="68016" y="19115"/>
                </a:lnTo>
                <a:lnTo>
                  <a:pt x="68016" y="23785"/>
                </a:lnTo>
                <a:lnTo>
                  <a:pt x="66481" y="25319"/>
                </a:lnTo>
                <a:lnTo>
                  <a:pt x="66481" y="19748"/>
                </a:lnTo>
                <a:lnTo>
                  <a:pt x="62545" y="15779"/>
                </a:lnTo>
                <a:lnTo>
                  <a:pt x="64680" y="15779"/>
                </a:lnTo>
                <a:close/>
                <a:moveTo>
                  <a:pt x="68183" y="15779"/>
                </a:moveTo>
                <a:lnTo>
                  <a:pt x="70484" y="18081"/>
                </a:lnTo>
                <a:lnTo>
                  <a:pt x="70484" y="21316"/>
                </a:lnTo>
                <a:lnTo>
                  <a:pt x="68783" y="23017"/>
                </a:lnTo>
                <a:lnTo>
                  <a:pt x="68783" y="18948"/>
                </a:lnTo>
                <a:lnTo>
                  <a:pt x="68683" y="18648"/>
                </a:lnTo>
                <a:lnTo>
                  <a:pt x="65814" y="15779"/>
                </a:lnTo>
                <a:lnTo>
                  <a:pt x="68183" y="15779"/>
                </a:lnTo>
                <a:close/>
                <a:moveTo>
                  <a:pt x="71251" y="10242"/>
                </a:moveTo>
                <a:lnTo>
                  <a:pt x="72586" y="11576"/>
                </a:lnTo>
                <a:lnTo>
                  <a:pt x="72586" y="13577"/>
                </a:lnTo>
                <a:lnTo>
                  <a:pt x="71151" y="15012"/>
                </a:lnTo>
                <a:lnTo>
                  <a:pt x="69283" y="15012"/>
                </a:lnTo>
                <a:lnTo>
                  <a:pt x="71251" y="13044"/>
                </a:lnTo>
                <a:lnTo>
                  <a:pt x="71251" y="10242"/>
                </a:lnTo>
                <a:close/>
                <a:moveTo>
                  <a:pt x="88130" y="15779"/>
                </a:moveTo>
                <a:lnTo>
                  <a:pt x="85128" y="18781"/>
                </a:lnTo>
                <a:lnTo>
                  <a:pt x="85128" y="23017"/>
                </a:lnTo>
                <a:lnTo>
                  <a:pt x="83460" y="21316"/>
                </a:lnTo>
                <a:lnTo>
                  <a:pt x="83460" y="18081"/>
                </a:lnTo>
                <a:lnTo>
                  <a:pt x="85762" y="15779"/>
                </a:lnTo>
                <a:lnTo>
                  <a:pt x="88130" y="15779"/>
                </a:lnTo>
                <a:close/>
                <a:moveTo>
                  <a:pt x="91399" y="15779"/>
                </a:moveTo>
                <a:lnTo>
                  <a:pt x="87463" y="19748"/>
                </a:lnTo>
                <a:lnTo>
                  <a:pt x="87463" y="25319"/>
                </a:lnTo>
                <a:lnTo>
                  <a:pt x="85929" y="23785"/>
                </a:lnTo>
                <a:lnTo>
                  <a:pt x="85929" y="19115"/>
                </a:lnTo>
                <a:lnTo>
                  <a:pt x="89231" y="15779"/>
                </a:lnTo>
                <a:lnTo>
                  <a:pt x="91399" y="15779"/>
                </a:lnTo>
                <a:close/>
                <a:moveTo>
                  <a:pt x="95469" y="15779"/>
                </a:moveTo>
                <a:lnTo>
                  <a:pt x="98804" y="19115"/>
                </a:lnTo>
                <a:lnTo>
                  <a:pt x="98804" y="23785"/>
                </a:lnTo>
                <a:lnTo>
                  <a:pt x="97270" y="25319"/>
                </a:lnTo>
                <a:lnTo>
                  <a:pt x="97270" y="19748"/>
                </a:lnTo>
                <a:lnTo>
                  <a:pt x="93334" y="15779"/>
                </a:lnTo>
                <a:lnTo>
                  <a:pt x="95469" y="15779"/>
                </a:lnTo>
                <a:close/>
                <a:moveTo>
                  <a:pt x="98971" y="15779"/>
                </a:moveTo>
                <a:lnTo>
                  <a:pt x="101273" y="18081"/>
                </a:lnTo>
                <a:lnTo>
                  <a:pt x="101273" y="21316"/>
                </a:lnTo>
                <a:lnTo>
                  <a:pt x="99572" y="23017"/>
                </a:lnTo>
                <a:lnTo>
                  <a:pt x="99572" y="18781"/>
                </a:lnTo>
                <a:lnTo>
                  <a:pt x="96603" y="15779"/>
                </a:lnTo>
                <a:lnTo>
                  <a:pt x="98971" y="15779"/>
                </a:lnTo>
                <a:close/>
                <a:moveTo>
                  <a:pt x="102040" y="10242"/>
                </a:moveTo>
                <a:lnTo>
                  <a:pt x="103374" y="11576"/>
                </a:lnTo>
                <a:lnTo>
                  <a:pt x="103374" y="13577"/>
                </a:lnTo>
                <a:lnTo>
                  <a:pt x="101940" y="15012"/>
                </a:lnTo>
                <a:lnTo>
                  <a:pt x="100072" y="15012"/>
                </a:lnTo>
                <a:lnTo>
                  <a:pt x="102040" y="13044"/>
                </a:lnTo>
                <a:close/>
                <a:moveTo>
                  <a:pt x="118919" y="15779"/>
                </a:moveTo>
                <a:lnTo>
                  <a:pt x="116050" y="18648"/>
                </a:lnTo>
                <a:lnTo>
                  <a:pt x="115917" y="18948"/>
                </a:lnTo>
                <a:lnTo>
                  <a:pt x="115917" y="23017"/>
                </a:lnTo>
                <a:lnTo>
                  <a:pt x="114249" y="21316"/>
                </a:lnTo>
                <a:lnTo>
                  <a:pt x="114249" y="18081"/>
                </a:lnTo>
                <a:lnTo>
                  <a:pt x="116550" y="15779"/>
                </a:lnTo>
                <a:lnTo>
                  <a:pt x="118919" y="15779"/>
                </a:lnTo>
                <a:close/>
                <a:moveTo>
                  <a:pt x="122188" y="15779"/>
                </a:moveTo>
                <a:lnTo>
                  <a:pt x="118252" y="19748"/>
                </a:lnTo>
                <a:lnTo>
                  <a:pt x="118252" y="25319"/>
                </a:lnTo>
                <a:lnTo>
                  <a:pt x="116717" y="23785"/>
                </a:lnTo>
                <a:lnTo>
                  <a:pt x="116717" y="19115"/>
                </a:lnTo>
                <a:lnTo>
                  <a:pt x="120053" y="15779"/>
                </a:lnTo>
                <a:lnTo>
                  <a:pt x="122188" y="15779"/>
                </a:lnTo>
                <a:close/>
                <a:moveTo>
                  <a:pt x="126291" y="15779"/>
                </a:moveTo>
                <a:lnTo>
                  <a:pt x="129593" y="19115"/>
                </a:lnTo>
                <a:lnTo>
                  <a:pt x="129593" y="23785"/>
                </a:lnTo>
                <a:lnTo>
                  <a:pt x="128059" y="25319"/>
                </a:lnTo>
                <a:lnTo>
                  <a:pt x="128059" y="19748"/>
                </a:lnTo>
                <a:lnTo>
                  <a:pt x="124122" y="15779"/>
                </a:lnTo>
                <a:lnTo>
                  <a:pt x="126291" y="15779"/>
                </a:lnTo>
                <a:close/>
                <a:moveTo>
                  <a:pt x="129760" y="15779"/>
                </a:moveTo>
                <a:lnTo>
                  <a:pt x="132061" y="18081"/>
                </a:lnTo>
                <a:lnTo>
                  <a:pt x="132061" y="21316"/>
                </a:lnTo>
                <a:lnTo>
                  <a:pt x="130394" y="23017"/>
                </a:lnTo>
                <a:lnTo>
                  <a:pt x="130394" y="18948"/>
                </a:lnTo>
                <a:lnTo>
                  <a:pt x="130260" y="18648"/>
                </a:lnTo>
                <a:lnTo>
                  <a:pt x="127391" y="15779"/>
                </a:lnTo>
                <a:lnTo>
                  <a:pt x="129760" y="15779"/>
                </a:lnTo>
                <a:close/>
                <a:moveTo>
                  <a:pt x="132862" y="10242"/>
                </a:moveTo>
                <a:lnTo>
                  <a:pt x="134163" y="11576"/>
                </a:lnTo>
                <a:lnTo>
                  <a:pt x="134163" y="13577"/>
                </a:lnTo>
                <a:lnTo>
                  <a:pt x="132729" y="15012"/>
                </a:lnTo>
                <a:lnTo>
                  <a:pt x="130894" y="15012"/>
                </a:lnTo>
                <a:lnTo>
                  <a:pt x="132862" y="13044"/>
                </a:lnTo>
                <a:close/>
                <a:moveTo>
                  <a:pt x="149707" y="15779"/>
                </a:moveTo>
                <a:lnTo>
                  <a:pt x="146739" y="18781"/>
                </a:lnTo>
                <a:lnTo>
                  <a:pt x="146739" y="23017"/>
                </a:lnTo>
                <a:lnTo>
                  <a:pt x="145037" y="21316"/>
                </a:lnTo>
                <a:lnTo>
                  <a:pt x="145037" y="18081"/>
                </a:lnTo>
                <a:lnTo>
                  <a:pt x="147339" y="15779"/>
                </a:lnTo>
                <a:lnTo>
                  <a:pt x="149707" y="15779"/>
                </a:lnTo>
                <a:close/>
                <a:moveTo>
                  <a:pt x="153010" y="15779"/>
                </a:moveTo>
                <a:lnTo>
                  <a:pt x="149040" y="19748"/>
                </a:lnTo>
                <a:lnTo>
                  <a:pt x="149040" y="25319"/>
                </a:lnTo>
                <a:lnTo>
                  <a:pt x="147506" y="23785"/>
                </a:lnTo>
                <a:lnTo>
                  <a:pt x="147506" y="19115"/>
                </a:lnTo>
                <a:lnTo>
                  <a:pt x="150842" y="15779"/>
                </a:lnTo>
                <a:lnTo>
                  <a:pt x="153010" y="15779"/>
                </a:lnTo>
                <a:close/>
                <a:moveTo>
                  <a:pt x="157079" y="15779"/>
                </a:moveTo>
                <a:lnTo>
                  <a:pt x="160382" y="19115"/>
                </a:lnTo>
                <a:lnTo>
                  <a:pt x="160382" y="23785"/>
                </a:lnTo>
                <a:lnTo>
                  <a:pt x="158847" y="25319"/>
                </a:lnTo>
                <a:lnTo>
                  <a:pt x="158847" y="19748"/>
                </a:lnTo>
                <a:lnTo>
                  <a:pt x="154911" y="15779"/>
                </a:lnTo>
                <a:lnTo>
                  <a:pt x="157079" y="15779"/>
                </a:lnTo>
                <a:close/>
                <a:moveTo>
                  <a:pt x="160548" y="15779"/>
                </a:moveTo>
                <a:lnTo>
                  <a:pt x="162850" y="18081"/>
                </a:lnTo>
                <a:lnTo>
                  <a:pt x="162850" y="21316"/>
                </a:lnTo>
                <a:lnTo>
                  <a:pt x="161182" y="23017"/>
                </a:lnTo>
                <a:lnTo>
                  <a:pt x="161182" y="18781"/>
                </a:lnTo>
                <a:lnTo>
                  <a:pt x="158180" y="15779"/>
                </a:lnTo>
                <a:lnTo>
                  <a:pt x="160548" y="15779"/>
                </a:lnTo>
                <a:close/>
                <a:moveTo>
                  <a:pt x="163651" y="10242"/>
                </a:moveTo>
                <a:lnTo>
                  <a:pt x="164952" y="11576"/>
                </a:lnTo>
                <a:lnTo>
                  <a:pt x="164952" y="13577"/>
                </a:lnTo>
                <a:lnTo>
                  <a:pt x="163551" y="15012"/>
                </a:lnTo>
                <a:lnTo>
                  <a:pt x="161683" y="15012"/>
                </a:lnTo>
                <a:lnTo>
                  <a:pt x="163651" y="13044"/>
                </a:lnTo>
                <a:close/>
                <a:moveTo>
                  <a:pt x="180496" y="15779"/>
                </a:moveTo>
                <a:lnTo>
                  <a:pt x="177627" y="18648"/>
                </a:lnTo>
                <a:lnTo>
                  <a:pt x="177527" y="18948"/>
                </a:lnTo>
                <a:lnTo>
                  <a:pt x="177527" y="23017"/>
                </a:lnTo>
                <a:lnTo>
                  <a:pt x="175826" y="21316"/>
                </a:lnTo>
                <a:lnTo>
                  <a:pt x="175826" y="18081"/>
                </a:lnTo>
                <a:lnTo>
                  <a:pt x="178128" y="15779"/>
                </a:lnTo>
                <a:lnTo>
                  <a:pt x="180496" y="15779"/>
                </a:lnTo>
                <a:close/>
                <a:moveTo>
                  <a:pt x="183798" y="15779"/>
                </a:moveTo>
                <a:lnTo>
                  <a:pt x="179829" y="19748"/>
                </a:lnTo>
                <a:lnTo>
                  <a:pt x="179829" y="25319"/>
                </a:lnTo>
                <a:lnTo>
                  <a:pt x="178294" y="23785"/>
                </a:lnTo>
                <a:lnTo>
                  <a:pt x="178294" y="19115"/>
                </a:lnTo>
                <a:lnTo>
                  <a:pt x="181630" y="15779"/>
                </a:lnTo>
                <a:lnTo>
                  <a:pt x="183798" y="15779"/>
                </a:lnTo>
                <a:close/>
                <a:moveTo>
                  <a:pt x="187868" y="15779"/>
                </a:moveTo>
                <a:lnTo>
                  <a:pt x="191170" y="19115"/>
                </a:lnTo>
                <a:lnTo>
                  <a:pt x="191170" y="23785"/>
                </a:lnTo>
                <a:lnTo>
                  <a:pt x="189636" y="25319"/>
                </a:lnTo>
                <a:lnTo>
                  <a:pt x="189636" y="19748"/>
                </a:lnTo>
                <a:lnTo>
                  <a:pt x="185700" y="15779"/>
                </a:lnTo>
                <a:lnTo>
                  <a:pt x="187868" y="15779"/>
                </a:lnTo>
                <a:close/>
                <a:moveTo>
                  <a:pt x="191337" y="15779"/>
                </a:moveTo>
                <a:lnTo>
                  <a:pt x="193639" y="18081"/>
                </a:lnTo>
                <a:lnTo>
                  <a:pt x="193639" y="21316"/>
                </a:lnTo>
                <a:lnTo>
                  <a:pt x="191971" y="23017"/>
                </a:lnTo>
                <a:lnTo>
                  <a:pt x="191971" y="18948"/>
                </a:lnTo>
                <a:lnTo>
                  <a:pt x="191837" y="18648"/>
                </a:lnTo>
                <a:lnTo>
                  <a:pt x="188969" y="15779"/>
                </a:lnTo>
                <a:lnTo>
                  <a:pt x="191337" y="15779"/>
                </a:lnTo>
                <a:close/>
                <a:moveTo>
                  <a:pt x="194439" y="10242"/>
                </a:moveTo>
                <a:lnTo>
                  <a:pt x="195740" y="11576"/>
                </a:lnTo>
                <a:lnTo>
                  <a:pt x="195740" y="13577"/>
                </a:lnTo>
                <a:lnTo>
                  <a:pt x="194339" y="15012"/>
                </a:lnTo>
                <a:lnTo>
                  <a:pt x="192471" y="15012"/>
                </a:lnTo>
                <a:lnTo>
                  <a:pt x="194439" y="13044"/>
                </a:lnTo>
                <a:close/>
                <a:moveTo>
                  <a:pt x="211285" y="15779"/>
                </a:moveTo>
                <a:lnTo>
                  <a:pt x="208316" y="18781"/>
                </a:lnTo>
                <a:lnTo>
                  <a:pt x="208316" y="23017"/>
                </a:lnTo>
                <a:lnTo>
                  <a:pt x="206615" y="21316"/>
                </a:lnTo>
                <a:lnTo>
                  <a:pt x="206615" y="18081"/>
                </a:lnTo>
                <a:lnTo>
                  <a:pt x="208916" y="15779"/>
                </a:lnTo>
                <a:lnTo>
                  <a:pt x="211285" y="15779"/>
                </a:lnTo>
                <a:close/>
                <a:moveTo>
                  <a:pt x="214587" y="15779"/>
                </a:moveTo>
                <a:lnTo>
                  <a:pt x="210618" y="19748"/>
                </a:lnTo>
                <a:lnTo>
                  <a:pt x="210618" y="25319"/>
                </a:lnTo>
                <a:lnTo>
                  <a:pt x="209083" y="23785"/>
                </a:lnTo>
                <a:lnTo>
                  <a:pt x="209083" y="19115"/>
                </a:lnTo>
                <a:lnTo>
                  <a:pt x="212419" y="15779"/>
                </a:lnTo>
                <a:lnTo>
                  <a:pt x="214587" y="15779"/>
                </a:lnTo>
                <a:close/>
                <a:moveTo>
                  <a:pt x="218657" y="15779"/>
                </a:moveTo>
                <a:lnTo>
                  <a:pt x="221959" y="19115"/>
                </a:lnTo>
                <a:lnTo>
                  <a:pt x="221959" y="23785"/>
                </a:lnTo>
                <a:lnTo>
                  <a:pt x="220425" y="25319"/>
                </a:lnTo>
                <a:lnTo>
                  <a:pt x="220425" y="19748"/>
                </a:lnTo>
                <a:lnTo>
                  <a:pt x="216488" y="15779"/>
                </a:lnTo>
                <a:lnTo>
                  <a:pt x="218657" y="15779"/>
                </a:lnTo>
                <a:close/>
                <a:moveTo>
                  <a:pt x="222126" y="15779"/>
                </a:moveTo>
                <a:lnTo>
                  <a:pt x="224427" y="18081"/>
                </a:lnTo>
                <a:lnTo>
                  <a:pt x="224427" y="21316"/>
                </a:lnTo>
                <a:lnTo>
                  <a:pt x="222760" y="23017"/>
                </a:lnTo>
                <a:lnTo>
                  <a:pt x="222760" y="18781"/>
                </a:lnTo>
                <a:lnTo>
                  <a:pt x="219757" y="15779"/>
                </a:lnTo>
                <a:lnTo>
                  <a:pt x="222126" y="15779"/>
                </a:lnTo>
                <a:close/>
                <a:moveTo>
                  <a:pt x="225228" y="10242"/>
                </a:moveTo>
                <a:lnTo>
                  <a:pt x="226529" y="11576"/>
                </a:lnTo>
                <a:lnTo>
                  <a:pt x="226529" y="13577"/>
                </a:lnTo>
                <a:lnTo>
                  <a:pt x="225128" y="15012"/>
                </a:lnTo>
                <a:lnTo>
                  <a:pt x="223260" y="15012"/>
                </a:lnTo>
                <a:lnTo>
                  <a:pt x="225228" y="13044"/>
                </a:lnTo>
                <a:close/>
                <a:moveTo>
                  <a:pt x="234635" y="14011"/>
                </a:moveTo>
                <a:lnTo>
                  <a:pt x="235635" y="15012"/>
                </a:lnTo>
                <a:lnTo>
                  <a:pt x="231866" y="15012"/>
                </a:lnTo>
                <a:lnTo>
                  <a:pt x="234535" y="12343"/>
                </a:lnTo>
                <a:lnTo>
                  <a:pt x="234535" y="13744"/>
                </a:lnTo>
                <a:close/>
                <a:moveTo>
                  <a:pt x="234635" y="75588"/>
                </a:moveTo>
                <a:lnTo>
                  <a:pt x="235635" y="76589"/>
                </a:lnTo>
                <a:lnTo>
                  <a:pt x="231866" y="76589"/>
                </a:lnTo>
                <a:lnTo>
                  <a:pt x="234535" y="73920"/>
                </a:lnTo>
                <a:lnTo>
                  <a:pt x="234535" y="75321"/>
                </a:lnTo>
                <a:close/>
                <a:moveTo>
                  <a:pt x="234535" y="109413"/>
                </a:moveTo>
                <a:lnTo>
                  <a:pt x="234535" y="110814"/>
                </a:lnTo>
                <a:lnTo>
                  <a:pt x="231899" y="108178"/>
                </a:lnTo>
                <a:lnTo>
                  <a:pt x="235635" y="108178"/>
                </a:lnTo>
                <a:lnTo>
                  <a:pt x="234635" y="109146"/>
                </a:lnTo>
                <a:close/>
                <a:moveTo>
                  <a:pt x="227229" y="109146"/>
                </a:moveTo>
                <a:lnTo>
                  <a:pt x="226229" y="108178"/>
                </a:lnTo>
                <a:lnTo>
                  <a:pt x="229965" y="108178"/>
                </a:lnTo>
                <a:lnTo>
                  <a:pt x="227330" y="110814"/>
                </a:lnTo>
                <a:lnTo>
                  <a:pt x="227330" y="109413"/>
                </a:lnTo>
                <a:close/>
                <a:moveTo>
                  <a:pt x="227330" y="104743"/>
                </a:moveTo>
                <a:lnTo>
                  <a:pt x="229965" y="107378"/>
                </a:lnTo>
                <a:lnTo>
                  <a:pt x="226229" y="107378"/>
                </a:lnTo>
                <a:lnTo>
                  <a:pt x="227330" y="106277"/>
                </a:lnTo>
                <a:lnTo>
                  <a:pt x="227330" y="104743"/>
                </a:lnTo>
                <a:close/>
                <a:moveTo>
                  <a:pt x="227897" y="104175"/>
                </a:moveTo>
                <a:lnTo>
                  <a:pt x="229264" y="104175"/>
                </a:lnTo>
                <a:lnTo>
                  <a:pt x="229431" y="104175"/>
                </a:lnTo>
                <a:lnTo>
                  <a:pt x="230532" y="103075"/>
                </a:lnTo>
                <a:lnTo>
                  <a:pt x="230532" y="106811"/>
                </a:lnTo>
                <a:close/>
                <a:moveTo>
                  <a:pt x="230532" y="108712"/>
                </a:moveTo>
                <a:lnTo>
                  <a:pt x="230532" y="112448"/>
                </a:lnTo>
                <a:lnTo>
                  <a:pt x="229431" y="111381"/>
                </a:lnTo>
                <a:lnTo>
                  <a:pt x="227897" y="111381"/>
                </a:lnTo>
                <a:close/>
                <a:moveTo>
                  <a:pt x="231332" y="108712"/>
                </a:moveTo>
                <a:lnTo>
                  <a:pt x="233968" y="111381"/>
                </a:lnTo>
                <a:lnTo>
                  <a:pt x="232567" y="111381"/>
                </a:lnTo>
                <a:lnTo>
                  <a:pt x="232300" y="111481"/>
                </a:lnTo>
                <a:lnTo>
                  <a:pt x="231332" y="112448"/>
                </a:lnTo>
                <a:lnTo>
                  <a:pt x="231332" y="108712"/>
                </a:lnTo>
                <a:close/>
                <a:moveTo>
                  <a:pt x="231866" y="107378"/>
                </a:moveTo>
                <a:lnTo>
                  <a:pt x="234535" y="104743"/>
                </a:lnTo>
                <a:lnTo>
                  <a:pt x="234535" y="106277"/>
                </a:lnTo>
                <a:lnTo>
                  <a:pt x="235635" y="107378"/>
                </a:lnTo>
                <a:close/>
                <a:moveTo>
                  <a:pt x="231332" y="106811"/>
                </a:moveTo>
                <a:lnTo>
                  <a:pt x="231332" y="103075"/>
                </a:lnTo>
                <a:lnTo>
                  <a:pt x="232300" y="104042"/>
                </a:lnTo>
                <a:lnTo>
                  <a:pt x="232567" y="104175"/>
                </a:lnTo>
                <a:lnTo>
                  <a:pt x="233968" y="104175"/>
                </a:lnTo>
                <a:close/>
                <a:moveTo>
                  <a:pt x="230532" y="101941"/>
                </a:moveTo>
                <a:lnTo>
                  <a:pt x="229097" y="103375"/>
                </a:lnTo>
                <a:lnTo>
                  <a:pt x="227096" y="103375"/>
                </a:lnTo>
                <a:lnTo>
                  <a:pt x="225762" y="102074"/>
                </a:lnTo>
                <a:lnTo>
                  <a:pt x="228397" y="102074"/>
                </a:lnTo>
                <a:lnTo>
                  <a:pt x="228564" y="102074"/>
                </a:lnTo>
                <a:lnTo>
                  <a:pt x="230532" y="100106"/>
                </a:lnTo>
                <a:lnTo>
                  <a:pt x="230532" y="101941"/>
                </a:lnTo>
                <a:close/>
                <a:moveTo>
                  <a:pt x="228230" y="101273"/>
                </a:moveTo>
                <a:lnTo>
                  <a:pt x="224995" y="101273"/>
                </a:lnTo>
                <a:lnTo>
                  <a:pt x="223327" y="99606"/>
                </a:lnTo>
                <a:lnTo>
                  <a:pt x="227363" y="99606"/>
                </a:lnTo>
                <a:lnTo>
                  <a:pt x="227530" y="99606"/>
                </a:lnTo>
                <a:lnTo>
                  <a:pt x="230532" y="96603"/>
                </a:lnTo>
                <a:lnTo>
                  <a:pt x="230532" y="98972"/>
                </a:lnTo>
                <a:close/>
                <a:moveTo>
                  <a:pt x="227229" y="98805"/>
                </a:moveTo>
                <a:lnTo>
                  <a:pt x="222526" y="98805"/>
                </a:lnTo>
                <a:lnTo>
                  <a:pt x="220992" y="97271"/>
                </a:lnTo>
                <a:lnTo>
                  <a:pt x="226429" y="97271"/>
                </a:lnTo>
                <a:lnTo>
                  <a:pt x="226596" y="97271"/>
                </a:lnTo>
                <a:lnTo>
                  <a:pt x="230532" y="93334"/>
                </a:lnTo>
                <a:lnTo>
                  <a:pt x="230532" y="95503"/>
                </a:lnTo>
                <a:close/>
                <a:moveTo>
                  <a:pt x="203746" y="109413"/>
                </a:moveTo>
                <a:lnTo>
                  <a:pt x="203746" y="110814"/>
                </a:lnTo>
                <a:lnTo>
                  <a:pt x="201077" y="108178"/>
                </a:lnTo>
                <a:lnTo>
                  <a:pt x="204847" y="108178"/>
                </a:lnTo>
                <a:lnTo>
                  <a:pt x="203846" y="109146"/>
                </a:lnTo>
                <a:close/>
                <a:moveTo>
                  <a:pt x="196407" y="109146"/>
                </a:moveTo>
                <a:lnTo>
                  <a:pt x="195440" y="108178"/>
                </a:lnTo>
                <a:lnTo>
                  <a:pt x="199176" y="108178"/>
                </a:lnTo>
                <a:lnTo>
                  <a:pt x="196541" y="110814"/>
                </a:lnTo>
                <a:lnTo>
                  <a:pt x="196541" y="109413"/>
                </a:lnTo>
                <a:close/>
                <a:moveTo>
                  <a:pt x="192538" y="99606"/>
                </a:moveTo>
                <a:lnTo>
                  <a:pt x="196741" y="99606"/>
                </a:lnTo>
                <a:lnTo>
                  <a:pt x="199743" y="96603"/>
                </a:lnTo>
                <a:lnTo>
                  <a:pt x="199743" y="98972"/>
                </a:lnTo>
                <a:lnTo>
                  <a:pt x="197441" y="101273"/>
                </a:lnTo>
                <a:lnTo>
                  <a:pt x="194206" y="101273"/>
                </a:lnTo>
                <a:close/>
                <a:moveTo>
                  <a:pt x="190203" y="97271"/>
                </a:moveTo>
                <a:lnTo>
                  <a:pt x="195807" y="97271"/>
                </a:lnTo>
                <a:lnTo>
                  <a:pt x="199743" y="93334"/>
                </a:lnTo>
                <a:lnTo>
                  <a:pt x="199743" y="95503"/>
                </a:lnTo>
                <a:lnTo>
                  <a:pt x="196441" y="98805"/>
                </a:lnTo>
                <a:lnTo>
                  <a:pt x="191737" y="98805"/>
                </a:lnTo>
                <a:close/>
                <a:moveTo>
                  <a:pt x="177761" y="98805"/>
                </a:moveTo>
                <a:lnTo>
                  <a:pt x="173057" y="98805"/>
                </a:lnTo>
                <a:lnTo>
                  <a:pt x="169755" y="95503"/>
                </a:lnTo>
                <a:lnTo>
                  <a:pt x="169755" y="93334"/>
                </a:lnTo>
                <a:lnTo>
                  <a:pt x="173691" y="97271"/>
                </a:lnTo>
                <a:lnTo>
                  <a:pt x="179262" y="97271"/>
                </a:lnTo>
                <a:close/>
                <a:moveTo>
                  <a:pt x="175292" y="101273"/>
                </a:moveTo>
                <a:lnTo>
                  <a:pt x="172023" y="101273"/>
                </a:lnTo>
                <a:lnTo>
                  <a:pt x="169755" y="98972"/>
                </a:lnTo>
                <a:lnTo>
                  <a:pt x="169755" y="96603"/>
                </a:lnTo>
                <a:lnTo>
                  <a:pt x="172724" y="99606"/>
                </a:lnTo>
                <a:lnTo>
                  <a:pt x="176960" y="99606"/>
                </a:lnTo>
                <a:close/>
                <a:moveTo>
                  <a:pt x="173191" y="103375"/>
                </a:moveTo>
                <a:lnTo>
                  <a:pt x="171156" y="103375"/>
                </a:lnTo>
                <a:lnTo>
                  <a:pt x="169755" y="101941"/>
                </a:lnTo>
                <a:lnTo>
                  <a:pt x="169755" y="100106"/>
                </a:lnTo>
                <a:lnTo>
                  <a:pt x="171723" y="102074"/>
                </a:lnTo>
                <a:lnTo>
                  <a:pt x="174492" y="102074"/>
                </a:lnTo>
                <a:close/>
                <a:moveTo>
                  <a:pt x="172957" y="109413"/>
                </a:moveTo>
                <a:lnTo>
                  <a:pt x="172957" y="110814"/>
                </a:lnTo>
                <a:lnTo>
                  <a:pt x="170289" y="108178"/>
                </a:lnTo>
                <a:lnTo>
                  <a:pt x="174025" y="108178"/>
                </a:lnTo>
                <a:lnTo>
                  <a:pt x="173057" y="109146"/>
                </a:lnTo>
                <a:close/>
                <a:moveTo>
                  <a:pt x="165619" y="109146"/>
                </a:moveTo>
                <a:lnTo>
                  <a:pt x="164651" y="108178"/>
                </a:lnTo>
                <a:lnTo>
                  <a:pt x="168387" y="108178"/>
                </a:lnTo>
                <a:lnTo>
                  <a:pt x="165752" y="110814"/>
                </a:lnTo>
                <a:lnTo>
                  <a:pt x="165752" y="109413"/>
                </a:lnTo>
                <a:close/>
                <a:moveTo>
                  <a:pt x="161749" y="99606"/>
                </a:moveTo>
                <a:lnTo>
                  <a:pt x="165786" y="99606"/>
                </a:lnTo>
                <a:lnTo>
                  <a:pt x="165952" y="99606"/>
                </a:lnTo>
                <a:lnTo>
                  <a:pt x="168954" y="96603"/>
                </a:lnTo>
                <a:lnTo>
                  <a:pt x="168954" y="98972"/>
                </a:lnTo>
                <a:lnTo>
                  <a:pt x="166653" y="101273"/>
                </a:lnTo>
                <a:lnTo>
                  <a:pt x="163417" y="101273"/>
                </a:lnTo>
                <a:close/>
                <a:moveTo>
                  <a:pt x="159414" y="97271"/>
                </a:moveTo>
                <a:lnTo>
                  <a:pt x="164852" y="97271"/>
                </a:lnTo>
                <a:lnTo>
                  <a:pt x="164985" y="97271"/>
                </a:lnTo>
                <a:lnTo>
                  <a:pt x="168954" y="93334"/>
                </a:lnTo>
                <a:lnTo>
                  <a:pt x="168954" y="95503"/>
                </a:lnTo>
                <a:lnTo>
                  <a:pt x="165619" y="98805"/>
                </a:lnTo>
                <a:lnTo>
                  <a:pt x="160949" y="98805"/>
                </a:lnTo>
                <a:close/>
                <a:moveTo>
                  <a:pt x="142135" y="109413"/>
                </a:moveTo>
                <a:lnTo>
                  <a:pt x="142135" y="110814"/>
                </a:lnTo>
                <a:lnTo>
                  <a:pt x="139500" y="108178"/>
                </a:lnTo>
                <a:lnTo>
                  <a:pt x="143236" y="108178"/>
                </a:lnTo>
                <a:lnTo>
                  <a:pt x="142269" y="109146"/>
                </a:lnTo>
                <a:close/>
                <a:moveTo>
                  <a:pt x="134830" y="109146"/>
                </a:moveTo>
                <a:lnTo>
                  <a:pt x="133863" y="108178"/>
                </a:lnTo>
                <a:lnTo>
                  <a:pt x="137599" y="108178"/>
                </a:lnTo>
                <a:lnTo>
                  <a:pt x="134964" y="110814"/>
                </a:lnTo>
                <a:lnTo>
                  <a:pt x="134964" y="109413"/>
                </a:lnTo>
                <a:close/>
                <a:moveTo>
                  <a:pt x="130927" y="99606"/>
                </a:moveTo>
                <a:lnTo>
                  <a:pt x="135164" y="99606"/>
                </a:lnTo>
                <a:lnTo>
                  <a:pt x="138166" y="96603"/>
                </a:lnTo>
                <a:lnTo>
                  <a:pt x="138166" y="98972"/>
                </a:lnTo>
                <a:lnTo>
                  <a:pt x="135864" y="101273"/>
                </a:lnTo>
                <a:lnTo>
                  <a:pt x="132629" y="101273"/>
                </a:lnTo>
                <a:close/>
                <a:moveTo>
                  <a:pt x="128626" y="97271"/>
                </a:moveTo>
                <a:lnTo>
                  <a:pt x="134196" y="97271"/>
                </a:lnTo>
                <a:lnTo>
                  <a:pt x="138166" y="93334"/>
                </a:lnTo>
                <a:lnTo>
                  <a:pt x="138166" y="95503"/>
                </a:lnTo>
                <a:lnTo>
                  <a:pt x="134830" y="98805"/>
                </a:lnTo>
                <a:lnTo>
                  <a:pt x="130160" y="98805"/>
                </a:lnTo>
                <a:close/>
                <a:moveTo>
                  <a:pt x="116150" y="98805"/>
                </a:moveTo>
                <a:lnTo>
                  <a:pt x="111480" y="98805"/>
                </a:lnTo>
                <a:lnTo>
                  <a:pt x="108144" y="95503"/>
                </a:lnTo>
                <a:lnTo>
                  <a:pt x="108144" y="93334"/>
                </a:lnTo>
                <a:lnTo>
                  <a:pt x="112114" y="97271"/>
                </a:lnTo>
                <a:lnTo>
                  <a:pt x="117685" y="97271"/>
                </a:lnTo>
                <a:close/>
                <a:moveTo>
                  <a:pt x="113682" y="101273"/>
                </a:moveTo>
                <a:lnTo>
                  <a:pt x="110446" y="101273"/>
                </a:lnTo>
                <a:lnTo>
                  <a:pt x="108144" y="98972"/>
                </a:lnTo>
                <a:lnTo>
                  <a:pt x="108144" y="96603"/>
                </a:lnTo>
                <a:lnTo>
                  <a:pt x="111147" y="99606"/>
                </a:lnTo>
                <a:lnTo>
                  <a:pt x="115383" y="99606"/>
                </a:lnTo>
                <a:close/>
                <a:moveTo>
                  <a:pt x="111580" y="103375"/>
                </a:moveTo>
                <a:lnTo>
                  <a:pt x="109579" y="103375"/>
                </a:lnTo>
                <a:lnTo>
                  <a:pt x="108144" y="101941"/>
                </a:lnTo>
                <a:lnTo>
                  <a:pt x="108144" y="100106"/>
                </a:lnTo>
                <a:lnTo>
                  <a:pt x="110112" y="102074"/>
                </a:lnTo>
                <a:lnTo>
                  <a:pt x="112914" y="102074"/>
                </a:lnTo>
                <a:close/>
                <a:moveTo>
                  <a:pt x="111347" y="109413"/>
                </a:moveTo>
                <a:lnTo>
                  <a:pt x="111347" y="110814"/>
                </a:lnTo>
                <a:lnTo>
                  <a:pt x="108711" y="108178"/>
                </a:lnTo>
                <a:lnTo>
                  <a:pt x="112447" y="108178"/>
                </a:lnTo>
                <a:lnTo>
                  <a:pt x="111480" y="109146"/>
                </a:lnTo>
                <a:close/>
                <a:moveTo>
                  <a:pt x="104041" y="109146"/>
                </a:moveTo>
                <a:lnTo>
                  <a:pt x="103074" y="108178"/>
                </a:lnTo>
                <a:lnTo>
                  <a:pt x="106810" y="108178"/>
                </a:lnTo>
                <a:lnTo>
                  <a:pt x="104175" y="110814"/>
                </a:lnTo>
                <a:lnTo>
                  <a:pt x="104175" y="109413"/>
                </a:lnTo>
                <a:close/>
                <a:moveTo>
                  <a:pt x="100139" y="99606"/>
                </a:moveTo>
                <a:lnTo>
                  <a:pt x="104208" y="99606"/>
                </a:lnTo>
                <a:lnTo>
                  <a:pt x="104375" y="99606"/>
                </a:lnTo>
                <a:lnTo>
                  <a:pt x="107377" y="96603"/>
                </a:lnTo>
                <a:lnTo>
                  <a:pt x="107377" y="98972"/>
                </a:lnTo>
                <a:lnTo>
                  <a:pt x="105076" y="101273"/>
                </a:lnTo>
                <a:lnTo>
                  <a:pt x="101807" y="101273"/>
                </a:lnTo>
                <a:close/>
                <a:moveTo>
                  <a:pt x="97837" y="97271"/>
                </a:moveTo>
                <a:lnTo>
                  <a:pt x="103241" y="97271"/>
                </a:lnTo>
                <a:lnTo>
                  <a:pt x="103408" y="97271"/>
                </a:lnTo>
                <a:lnTo>
                  <a:pt x="107344" y="93334"/>
                </a:lnTo>
                <a:lnTo>
                  <a:pt x="107344" y="95503"/>
                </a:lnTo>
                <a:lnTo>
                  <a:pt x="104041" y="98805"/>
                </a:lnTo>
                <a:lnTo>
                  <a:pt x="99371" y="98805"/>
                </a:lnTo>
                <a:close/>
                <a:moveTo>
                  <a:pt x="80558" y="109413"/>
                </a:moveTo>
                <a:lnTo>
                  <a:pt x="80558" y="110814"/>
                </a:lnTo>
                <a:lnTo>
                  <a:pt x="77923" y="108178"/>
                </a:lnTo>
                <a:lnTo>
                  <a:pt x="81659" y="108178"/>
                </a:lnTo>
                <a:lnTo>
                  <a:pt x="80691" y="109146"/>
                </a:lnTo>
                <a:close/>
                <a:moveTo>
                  <a:pt x="73253" y="109146"/>
                </a:moveTo>
                <a:lnTo>
                  <a:pt x="72285" y="108178"/>
                </a:lnTo>
                <a:lnTo>
                  <a:pt x="76021" y="108178"/>
                </a:lnTo>
                <a:lnTo>
                  <a:pt x="73386" y="110814"/>
                </a:lnTo>
                <a:lnTo>
                  <a:pt x="73386" y="109413"/>
                </a:lnTo>
                <a:close/>
                <a:moveTo>
                  <a:pt x="69350" y="99606"/>
                </a:moveTo>
                <a:lnTo>
                  <a:pt x="73586" y="99606"/>
                </a:lnTo>
                <a:lnTo>
                  <a:pt x="76589" y="96603"/>
                </a:lnTo>
                <a:lnTo>
                  <a:pt x="76589" y="98972"/>
                </a:lnTo>
                <a:lnTo>
                  <a:pt x="74287" y="101273"/>
                </a:lnTo>
                <a:lnTo>
                  <a:pt x="71018" y="101273"/>
                </a:lnTo>
                <a:close/>
                <a:moveTo>
                  <a:pt x="67048" y="97271"/>
                </a:moveTo>
                <a:lnTo>
                  <a:pt x="72619" y="97271"/>
                </a:lnTo>
                <a:lnTo>
                  <a:pt x="76589" y="93334"/>
                </a:lnTo>
                <a:lnTo>
                  <a:pt x="76589" y="95503"/>
                </a:lnTo>
                <a:lnTo>
                  <a:pt x="73253" y="98805"/>
                </a:lnTo>
                <a:lnTo>
                  <a:pt x="68583" y="98805"/>
                </a:lnTo>
                <a:close/>
                <a:moveTo>
                  <a:pt x="54573" y="98805"/>
                </a:moveTo>
                <a:lnTo>
                  <a:pt x="49903" y="98805"/>
                </a:lnTo>
                <a:lnTo>
                  <a:pt x="46567" y="95503"/>
                </a:lnTo>
                <a:lnTo>
                  <a:pt x="46567" y="93334"/>
                </a:lnTo>
                <a:lnTo>
                  <a:pt x="50537" y="97271"/>
                </a:lnTo>
                <a:lnTo>
                  <a:pt x="56107" y="97271"/>
                </a:lnTo>
                <a:close/>
                <a:moveTo>
                  <a:pt x="52104" y="101273"/>
                </a:moveTo>
                <a:lnTo>
                  <a:pt x="48869" y="101273"/>
                </a:lnTo>
                <a:lnTo>
                  <a:pt x="46567" y="98972"/>
                </a:lnTo>
                <a:lnTo>
                  <a:pt x="46567" y="96603"/>
                </a:lnTo>
                <a:lnTo>
                  <a:pt x="49569" y="99606"/>
                </a:lnTo>
                <a:lnTo>
                  <a:pt x="53806" y="99606"/>
                </a:lnTo>
                <a:close/>
                <a:moveTo>
                  <a:pt x="50003" y="103375"/>
                </a:moveTo>
                <a:lnTo>
                  <a:pt x="48001" y="103375"/>
                </a:lnTo>
                <a:lnTo>
                  <a:pt x="46567" y="101941"/>
                </a:lnTo>
                <a:lnTo>
                  <a:pt x="46567" y="100106"/>
                </a:lnTo>
                <a:lnTo>
                  <a:pt x="48535" y="102074"/>
                </a:lnTo>
                <a:lnTo>
                  <a:pt x="51337" y="102074"/>
                </a:lnTo>
                <a:close/>
                <a:moveTo>
                  <a:pt x="49769" y="109413"/>
                </a:moveTo>
                <a:lnTo>
                  <a:pt x="49769" y="110814"/>
                </a:lnTo>
                <a:lnTo>
                  <a:pt x="47134" y="108178"/>
                </a:lnTo>
                <a:lnTo>
                  <a:pt x="50870" y="108178"/>
                </a:lnTo>
                <a:lnTo>
                  <a:pt x="49903" y="109146"/>
                </a:lnTo>
                <a:close/>
                <a:moveTo>
                  <a:pt x="42464" y="109146"/>
                </a:moveTo>
                <a:lnTo>
                  <a:pt x="41497" y="108178"/>
                </a:lnTo>
                <a:lnTo>
                  <a:pt x="45233" y="108178"/>
                </a:lnTo>
                <a:lnTo>
                  <a:pt x="42564" y="110814"/>
                </a:lnTo>
                <a:lnTo>
                  <a:pt x="42564" y="109413"/>
                </a:lnTo>
                <a:close/>
                <a:moveTo>
                  <a:pt x="38561" y="99606"/>
                </a:moveTo>
                <a:lnTo>
                  <a:pt x="42631" y="99606"/>
                </a:lnTo>
                <a:lnTo>
                  <a:pt x="42798" y="99606"/>
                </a:lnTo>
                <a:lnTo>
                  <a:pt x="45800" y="96603"/>
                </a:lnTo>
                <a:lnTo>
                  <a:pt x="45800" y="98972"/>
                </a:lnTo>
                <a:lnTo>
                  <a:pt x="43498" y="101273"/>
                </a:lnTo>
                <a:lnTo>
                  <a:pt x="40229" y="101273"/>
                </a:lnTo>
                <a:close/>
                <a:moveTo>
                  <a:pt x="36260" y="97271"/>
                </a:moveTo>
                <a:lnTo>
                  <a:pt x="41664" y="97271"/>
                </a:lnTo>
                <a:lnTo>
                  <a:pt x="41830" y="97271"/>
                </a:lnTo>
                <a:lnTo>
                  <a:pt x="45767" y="93334"/>
                </a:lnTo>
                <a:lnTo>
                  <a:pt x="45767" y="95503"/>
                </a:lnTo>
                <a:lnTo>
                  <a:pt x="42464" y="98805"/>
                </a:lnTo>
                <a:lnTo>
                  <a:pt x="37761" y="98805"/>
                </a:lnTo>
                <a:close/>
                <a:moveTo>
                  <a:pt x="18981" y="109413"/>
                </a:moveTo>
                <a:lnTo>
                  <a:pt x="18981" y="110814"/>
                </a:lnTo>
                <a:lnTo>
                  <a:pt x="16346" y="108178"/>
                </a:lnTo>
                <a:lnTo>
                  <a:pt x="20082" y="108178"/>
                </a:lnTo>
                <a:lnTo>
                  <a:pt x="19114" y="109146"/>
                </a:lnTo>
                <a:close/>
                <a:moveTo>
                  <a:pt x="11675" y="109146"/>
                </a:moveTo>
                <a:lnTo>
                  <a:pt x="10675" y="108178"/>
                </a:lnTo>
                <a:lnTo>
                  <a:pt x="14444" y="108178"/>
                </a:lnTo>
                <a:lnTo>
                  <a:pt x="11776" y="110814"/>
                </a:lnTo>
                <a:lnTo>
                  <a:pt x="11776" y="109413"/>
                </a:lnTo>
                <a:close/>
                <a:moveTo>
                  <a:pt x="15778" y="103075"/>
                </a:moveTo>
                <a:lnTo>
                  <a:pt x="16879" y="104175"/>
                </a:lnTo>
                <a:lnTo>
                  <a:pt x="17046" y="104175"/>
                </a:lnTo>
                <a:lnTo>
                  <a:pt x="18414" y="104175"/>
                </a:lnTo>
                <a:lnTo>
                  <a:pt x="15778" y="106811"/>
                </a:lnTo>
                <a:close/>
                <a:moveTo>
                  <a:pt x="14978" y="106811"/>
                </a:moveTo>
                <a:lnTo>
                  <a:pt x="12343" y="104175"/>
                </a:lnTo>
                <a:lnTo>
                  <a:pt x="13744" y="104175"/>
                </a:lnTo>
                <a:lnTo>
                  <a:pt x="14011" y="104042"/>
                </a:lnTo>
                <a:lnTo>
                  <a:pt x="14978" y="103075"/>
                </a:lnTo>
                <a:close/>
                <a:moveTo>
                  <a:pt x="14978" y="101941"/>
                </a:moveTo>
                <a:lnTo>
                  <a:pt x="13577" y="103375"/>
                </a:lnTo>
                <a:lnTo>
                  <a:pt x="11542" y="103375"/>
                </a:lnTo>
                <a:lnTo>
                  <a:pt x="10241" y="102074"/>
                </a:lnTo>
                <a:lnTo>
                  <a:pt x="13010" y="102074"/>
                </a:lnTo>
                <a:lnTo>
                  <a:pt x="14978" y="100106"/>
                </a:lnTo>
                <a:lnTo>
                  <a:pt x="14978" y="101941"/>
                </a:lnTo>
                <a:close/>
                <a:moveTo>
                  <a:pt x="11776" y="104743"/>
                </a:moveTo>
                <a:lnTo>
                  <a:pt x="14411" y="107378"/>
                </a:lnTo>
                <a:lnTo>
                  <a:pt x="10675" y="107378"/>
                </a:lnTo>
                <a:lnTo>
                  <a:pt x="11776" y="106277"/>
                </a:lnTo>
                <a:lnTo>
                  <a:pt x="11776" y="104743"/>
                </a:lnTo>
                <a:close/>
                <a:moveTo>
                  <a:pt x="14978" y="108712"/>
                </a:moveTo>
                <a:lnTo>
                  <a:pt x="14978" y="112448"/>
                </a:lnTo>
                <a:lnTo>
                  <a:pt x="14011" y="111481"/>
                </a:lnTo>
                <a:lnTo>
                  <a:pt x="13744" y="111381"/>
                </a:lnTo>
                <a:lnTo>
                  <a:pt x="12343" y="111381"/>
                </a:lnTo>
                <a:close/>
                <a:moveTo>
                  <a:pt x="15778" y="108712"/>
                </a:moveTo>
                <a:lnTo>
                  <a:pt x="18414" y="111381"/>
                </a:lnTo>
                <a:lnTo>
                  <a:pt x="16879" y="111381"/>
                </a:lnTo>
                <a:lnTo>
                  <a:pt x="15778" y="112448"/>
                </a:lnTo>
                <a:close/>
                <a:moveTo>
                  <a:pt x="16346" y="107378"/>
                </a:moveTo>
                <a:lnTo>
                  <a:pt x="18981" y="104743"/>
                </a:lnTo>
                <a:lnTo>
                  <a:pt x="18981" y="106277"/>
                </a:lnTo>
                <a:lnTo>
                  <a:pt x="20082" y="107378"/>
                </a:lnTo>
                <a:close/>
                <a:moveTo>
                  <a:pt x="19214" y="103375"/>
                </a:moveTo>
                <a:lnTo>
                  <a:pt x="17213" y="103375"/>
                </a:lnTo>
                <a:lnTo>
                  <a:pt x="15778" y="101941"/>
                </a:lnTo>
                <a:lnTo>
                  <a:pt x="15778" y="100106"/>
                </a:lnTo>
                <a:lnTo>
                  <a:pt x="17747" y="102074"/>
                </a:lnTo>
                <a:lnTo>
                  <a:pt x="17913" y="102074"/>
                </a:lnTo>
                <a:lnTo>
                  <a:pt x="20515" y="102074"/>
                </a:lnTo>
                <a:close/>
                <a:moveTo>
                  <a:pt x="21316" y="101273"/>
                </a:moveTo>
                <a:lnTo>
                  <a:pt x="18080" y="101273"/>
                </a:lnTo>
                <a:lnTo>
                  <a:pt x="15778" y="98972"/>
                </a:lnTo>
                <a:lnTo>
                  <a:pt x="15778" y="96603"/>
                </a:lnTo>
                <a:lnTo>
                  <a:pt x="18781" y="99606"/>
                </a:lnTo>
                <a:lnTo>
                  <a:pt x="18914" y="99606"/>
                </a:lnTo>
                <a:lnTo>
                  <a:pt x="22984" y="99606"/>
                </a:lnTo>
                <a:close/>
                <a:moveTo>
                  <a:pt x="23784" y="98805"/>
                </a:moveTo>
                <a:lnTo>
                  <a:pt x="19081" y="98805"/>
                </a:lnTo>
                <a:lnTo>
                  <a:pt x="15778" y="95503"/>
                </a:lnTo>
                <a:lnTo>
                  <a:pt x="15778" y="93334"/>
                </a:lnTo>
                <a:lnTo>
                  <a:pt x="19715" y="97271"/>
                </a:lnTo>
                <a:lnTo>
                  <a:pt x="19881" y="97271"/>
                </a:lnTo>
                <a:lnTo>
                  <a:pt x="25319" y="97271"/>
                </a:lnTo>
                <a:close/>
                <a:moveTo>
                  <a:pt x="11675" y="47568"/>
                </a:moveTo>
                <a:lnTo>
                  <a:pt x="10675" y="46568"/>
                </a:lnTo>
                <a:lnTo>
                  <a:pt x="14444" y="46568"/>
                </a:lnTo>
                <a:lnTo>
                  <a:pt x="11776" y="49236"/>
                </a:lnTo>
                <a:lnTo>
                  <a:pt x="11776" y="47835"/>
                </a:lnTo>
                <a:close/>
                <a:moveTo>
                  <a:pt x="11776" y="13744"/>
                </a:moveTo>
                <a:lnTo>
                  <a:pt x="11776" y="12343"/>
                </a:lnTo>
                <a:lnTo>
                  <a:pt x="14411" y="15012"/>
                </a:lnTo>
                <a:lnTo>
                  <a:pt x="10675" y="15012"/>
                </a:lnTo>
                <a:lnTo>
                  <a:pt x="11675" y="14011"/>
                </a:lnTo>
                <a:close/>
                <a:moveTo>
                  <a:pt x="19114" y="14011"/>
                </a:moveTo>
                <a:lnTo>
                  <a:pt x="20082" y="15012"/>
                </a:lnTo>
                <a:lnTo>
                  <a:pt x="16346" y="15012"/>
                </a:lnTo>
                <a:lnTo>
                  <a:pt x="18981" y="12343"/>
                </a:lnTo>
                <a:lnTo>
                  <a:pt x="18981" y="13744"/>
                </a:lnTo>
                <a:close/>
                <a:moveTo>
                  <a:pt x="18981" y="18447"/>
                </a:moveTo>
                <a:lnTo>
                  <a:pt x="16346" y="15779"/>
                </a:lnTo>
                <a:lnTo>
                  <a:pt x="20082" y="15779"/>
                </a:lnTo>
                <a:lnTo>
                  <a:pt x="18981" y="16880"/>
                </a:lnTo>
                <a:lnTo>
                  <a:pt x="18981" y="18447"/>
                </a:lnTo>
                <a:close/>
                <a:moveTo>
                  <a:pt x="18414" y="18981"/>
                </a:moveTo>
                <a:lnTo>
                  <a:pt x="17046" y="18981"/>
                </a:lnTo>
                <a:lnTo>
                  <a:pt x="16879" y="18981"/>
                </a:lnTo>
                <a:lnTo>
                  <a:pt x="15778" y="20082"/>
                </a:lnTo>
                <a:lnTo>
                  <a:pt x="15778" y="16346"/>
                </a:lnTo>
                <a:close/>
                <a:moveTo>
                  <a:pt x="15778" y="14445"/>
                </a:moveTo>
                <a:lnTo>
                  <a:pt x="15778" y="10709"/>
                </a:lnTo>
                <a:lnTo>
                  <a:pt x="16879" y="11776"/>
                </a:lnTo>
                <a:lnTo>
                  <a:pt x="18414" y="11776"/>
                </a:lnTo>
                <a:close/>
                <a:moveTo>
                  <a:pt x="14978" y="14445"/>
                </a:moveTo>
                <a:lnTo>
                  <a:pt x="12343" y="11776"/>
                </a:lnTo>
                <a:lnTo>
                  <a:pt x="13744" y="11776"/>
                </a:lnTo>
                <a:lnTo>
                  <a:pt x="14011" y="11676"/>
                </a:lnTo>
                <a:lnTo>
                  <a:pt x="14978" y="10709"/>
                </a:lnTo>
                <a:close/>
                <a:moveTo>
                  <a:pt x="14444" y="15779"/>
                </a:moveTo>
                <a:lnTo>
                  <a:pt x="11776" y="18414"/>
                </a:lnTo>
                <a:lnTo>
                  <a:pt x="11776" y="16880"/>
                </a:lnTo>
                <a:lnTo>
                  <a:pt x="10675" y="15779"/>
                </a:lnTo>
                <a:close/>
                <a:moveTo>
                  <a:pt x="14978" y="16346"/>
                </a:moveTo>
                <a:lnTo>
                  <a:pt x="14978" y="20082"/>
                </a:lnTo>
                <a:lnTo>
                  <a:pt x="14011" y="19115"/>
                </a:lnTo>
                <a:lnTo>
                  <a:pt x="13744" y="18981"/>
                </a:lnTo>
                <a:lnTo>
                  <a:pt x="12343" y="18981"/>
                </a:lnTo>
                <a:close/>
                <a:moveTo>
                  <a:pt x="15778" y="21216"/>
                </a:moveTo>
                <a:lnTo>
                  <a:pt x="17213" y="19782"/>
                </a:lnTo>
                <a:lnTo>
                  <a:pt x="19214" y="19782"/>
                </a:lnTo>
                <a:lnTo>
                  <a:pt x="20515" y="21083"/>
                </a:lnTo>
                <a:lnTo>
                  <a:pt x="17913" y="21083"/>
                </a:lnTo>
                <a:lnTo>
                  <a:pt x="17747" y="21083"/>
                </a:lnTo>
                <a:lnTo>
                  <a:pt x="15778" y="23051"/>
                </a:lnTo>
                <a:close/>
                <a:moveTo>
                  <a:pt x="18080" y="21883"/>
                </a:moveTo>
                <a:lnTo>
                  <a:pt x="21316" y="21883"/>
                </a:lnTo>
                <a:lnTo>
                  <a:pt x="23017" y="23551"/>
                </a:lnTo>
                <a:lnTo>
                  <a:pt x="18947" y="23551"/>
                </a:lnTo>
                <a:lnTo>
                  <a:pt x="18781" y="23551"/>
                </a:lnTo>
                <a:lnTo>
                  <a:pt x="15778" y="26553"/>
                </a:lnTo>
                <a:lnTo>
                  <a:pt x="15778" y="24185"/>
                </a:lnTo>
                <a:close/>
                <a:moveTo>
                  <a:pt x="19081" y="24352"/>
                </a:moveTo>
                <a:lnTo>
                  <a:pt x="23784" y="24352"/>
                </a:lnTo>
                <a:lnTo>
                  <a:pt x="25319" y="25886"/>
                </a:lnTo>
                <a:lnTo>
                  <a:pt x="19881" y="25886"/>
                </a:lnTo>
                <a:lnTo>
                  <a:pt x="19748" y="25886"/>
                </a:lnTo>
                <a:lnTo>
                  <a:pt x="15778" y="29822"/>
                </a:lnTo>
                <a:lnTo>
                  <a:pt x="15778" y="27654"/>
                </a:lnTo>
                <a:close/>
                <a:moveTo>
                  <a:pt x="42564" y="13744"/>
                </a:moveTo>
                <a:lnTo>
                  <a:pt x="42564" y="12343"/>
                </a:lnTo>
                <a:lnTo>
                  <a:pt x="45233" y="15012"/>
                </a:lnTo>
                <a:lnTo>
                  <a:pt x="41497" y="15012"/>
                </a:lnTo>
                <a:lnTo>
                  <a:pt x="42464" y="14011"/>
                </a:lnTo>
                <a:close/>
                <a:moveTo>
                  <a:pt x="49903" y="14011"/>
                </a:moveTo>
                <a:lnTo>
                  <a:pt x="50870" y="15012"/>
                </a:lnTo>
                <a:lnTo>
                  <a:pt x="47134" y="15012"/>
                </a:lnTo>
                <a:lnTo>
                  <a:pt x="49769" y="12343"/>
                </a:lnTo>
                <a:lnTo>
                  <a:pt x="49769" y="13744"/>
                </a:lnTo>
                <a:close/>
                <a:moveTo>
                  <a:pt x="53772" y="23551"/>
                </a:moveTo>
                <a:lnTo>
                  <a:pt x="49569" y="23551"/>
                </a:lnTo>
                <a:lnTo>
                  <a:pt x="46567" y="26553"/>
                </a:lnTo>
                <a:lnTo>
                  <a:pt x="46567" y="24185"/>
                </a:lnTo>
                <a:lnTo>
                  <a:pt x="48869" y="21883"/>
                </a:lnTo>
                <a:lnTo>
                  <a:pt x="52104" y="21883"/>
                </a:lnTo>
                <a:close/>
                <a:moveTo>
                  <a:pt x="56107" y="25886"/>
                </a:moveTo>
                <a:lnTo>
                  <a:pt x="50537" y="25886"/>
                </a:lnTo>
                <a:lnTo>
                  <a:pt x="46567" y="29822"/>
                </a:lnTo>
                <a:lnTo>
                  <a:pt x="46567" y="27654"/>
                </a:lnTo>
                <a:lnTo>
                  <a:pt x="49903" y="24352"/>
                </a:lnTo>
                <a:lnTo>
                  <a:pt x="54573" y="24352"/>
                </a:lnTo>
                <a:close/>
                <a:moveTo>
                  <a:pt x="68583" y="24352"/>
                </a:moveTo>
                <a:lnTo>
                  <a:pt x="73253" y="24352"/>
                </a:lnTo>
                <a:lnTo>
                  <a:pt x="76555" y="27654"/>
                </a:lnTo>
                <a:lnTo>
                  <a:pt x="76555" y="29822"/>
                </a:lnTo>
                <a:lnTo>
                  <a:pt x="72619" y="25886"/>
                </a:lnTo>
                <a:lnTo>
                  <a:pt x="67048" y="25886"/>
                </a:lnTo>
                <a:close/>
                <a:moveTo>
                  <a:pt x="71018" y="21883"/>
                </a:moveTo>
                <a:lnTo>
                  <a:pt x="74287" y="21883"/>
                </a:lnTo>
                <a:lnTo>
                  <a:pt x="76589" y="24185"/>
                </a:lnTo>
                <a:lnTo>
                  <a:pt x="76589" y="26553"/>
                </a:lnTo>
                <a:lnTo>
                  <a:pt x="73586" y="23551"/>
                </a:lnTo>
                <a:lnTo>
                  <a:pt x="69350" y="23551"/>
                </a:lnTo>
                <a:close/>
                <a:moveTo>
                  <a:pt x="73153" y="19782"/>
                </a:moveTo>
                <a:lnTo>
                  <a:pt x="75154" y="19782"/>
                </a:lnTo>
                <a:lnTo>
                  <a:pt x="76555" y="21216"/>
                </a:lnTo>
                <a:lnTo>
                  <a:pt x="76555" y="23051"/>
                </a:lnTo>
                <a:lnTo>
                  <a:pt x="74587" y="21083"/>
                </a:lnTo>
                <a:lnTo>
                  <a:pt x="71818" y="21083"/>
                </a:lnTo>
                <a:close/>
                <a:moveTo>
                  <a:pt x="73386" y="13744"/>
                </a:moveTo>
                <a:lnTo>
                  <a:pt x="73386" y="12343"/>
                </a:lnTo>
                <a:lnTo>
                  <a:pt x="76021" y="15012"/>
                </a:lnTo>
                <a:lnTo>
                  <a:pt x="72285" y="15012"/>
                </a:lnTo>
                <a:lnTo>
                  <a:pt x="73253" y="14011"/>
                </a:lnTo>
                <a:close/>
                <a:moveTo>
                  <a:pt x="80691" y="14011"/>
                </a:moveTo>
                <a:lnTo>
                  <a:pt x="81659" y="15012"/>
                </a:lnTo>
                <a:lnTo>
                  <a:pt x="77923" y="15012"/>
                </a:lnTo>
                <a:lnTo>
                  <a:pt x="80558" y="12343"/>
                </a:lnTo>
                <a:lnTo>
                  <a:pt x="80558" y="13744"/>
                </a:lnTo>
                <a:close/>
                <a:moveTo>
                  <a:pt x="84561" y="23551"/>
                </a:moveTo>
                <a:lnTo>
                  <a:pt x="80525" y="23551"/>
                </a:lnTo>
                <a:lnTo>
                  <a:pt x="80358" y="23551"/>
                </a:lnTo>
                <a:lnTo>
                  <a:pt x="77356" y="26553"/>
                </a:lnTo>
                <a:lnTo>
                  <a:pt x="77356" y="24185"/>
                </a:lnTo>
                <a:lnTo>
                  <a:pt x="79657" y="21883"/>
                </a:lnTo>
                <a:lnTo>
                  <a:pt x="82893" y="21883"/>
                </a:lnTo>
                <a:close/>
                <a:moveTo>
                  <a:pt x="86896" y="25886"/>
                </a:moveTo>
                <a:lnTo>
                  <a:pt x="81492" y="25886"/>
                </a:lnTo>
                <a:lnTo>
                  <a:pt x="81325" y="25886"/>
                </a:lnTo>
                <a:lnTo>
                  <a:pt x="77356" y="29822"/>
                </a:lnTo>
                <a:lnTo>
                  <a:pt x="77356" y="27654"/>
                </a:lnTo>
                <a:lnTo>
                  <a:pt x="80691" y="24352"/>
                </a:lnTo>
                <a:lnTo>
                  <a:pt x="85361" y="24352"/>
                </a:lnTo>
                <a:close/>
                <a:moveTo>
                  <a:pt x="104175" y="13744"/>
                </a:moveTo>
                <a:lnTo>
                  <a:pt x="104175" y="12343"/>
                </a:lnTo>
                <a:lnTo>
                  <a:pt x="106810" y="15012"/>
                </a:lnTo>
                <a:lnTo>
                  <a:pt x="103074" y="15012"/>
                </a:lnTo>
                <a:lnTo>
                  <a:pt x="104041" y="14011"/>
                </a:lnTo>
                <a:close/>
                <a:moveTo>
                  <a:pt x="111480" y="14011"/>
                </a:moveTo>
                <a:lnTo>
                  <a:pt x="112447" y="15012"/>
                </a:lnTo>
                <a:lnTo>
                  <a:pt x="108711" y="15012"/>
                </a:lnTo>
                <a:lnTo>
                  <a:pt x="111347" y="12343"/>
                </a:lnTo>
                <a:lnTo>
                  <a:pt x="111347" y="13744"/>
                </a:lnTo>
                <a:close/>
                <a:moveTo>
                  <a:pt x="115383" y="23551"/>
                </a:moveTo>
                <a:lnTo>
                  <a:pt x="111147" y="23551"/>
                </a:lnTo>
                <a:lnTo>
                  <a:pt x="108144" y="26553"/>
                </a:lnTo>
                <a:lnTo>
                  <a:pt x="108144" y="24185"/>
                </a:lnTo>
                <a:lnTo>
                  <a:pt x="110446" y="21883"/>
                </a:lnTo>
                <a:lnTo>
                  <a:pt x="113682" y="21883"/>
                </a:lnTo>
                <a:close/>
                <a:moveTo>
                  <a:pt x="117685" y="25886"/>
                </a:moveTo>
                <a:lnTo>
                  <a:pt x="112114" y="25886"/>
                </a:lnTo>
                <a:lnTo>
                  <a:pt x="108144" y="29822"/>
                </a:lnTo>
                <a:lnTo>
                  <a:pt x="108144" y="27654"/>
                </a:lnTo>
                <a:lnTo>
                  <a:pt x="111480" y="24352"/>
                </a:lnTo>
                <a:lnTo>
                  <a:pt x="116150" y="24352"/>
                </a:lnTo>
                <a:close/>
                <a:moveTo>
                  <a:pt x="130160" y="24352"/>
                </a:moveTo>
                <a:lnTo>
                  <a:pt x="134830" y="24352"/>
                </a:lnTo>
                <a:lnTo>
                  <a:pt x="138166" y="27654"/>
                </a:lnTo>
                <a:lnTo>
                  <a:pt x="138166" y="29822"/>
                </a:lnTo>
                <a:lnTo>
                  <a:pt x="134196" y="25886"/>
                </a:lnTo>
                <a:lnTo>
                  <a:pt x="128626" y="25886"/>
                </a:lnTo>
                <a:close/>
                <a:moveTo>
                  <a:pt x="132629" y="21883"/>
                </a:moveTo>
                <a:lnTo>
                  <a:pt x="135864" y="21883"/>
                </a:lnTo>
                <a:lnTo>
                  <a:pt x="138166" y="24185"/>
                </a:lnTo>
                <a:lnTo>
                  <a:pt x="138166" y="26553"/>
                </a:lnTo>
                <a:lnTo>
                  <a:pt x="135164" y="23551"/>
                </a:lnTo>
                <a:lnTo>
                  <a:pt x="130927" y="23551"/>
                </a:lnTo>
                <a:close/>
                <a:moveTo>
                  <a:pt x="134730" y="19782"/>
                </a:moveTo>
                <a:lnTo>
                  <a:pt x="136731" y="19782"/>
                </a:lnTo>
                <a:lnTo>
                  <a:pt x="138166" y="21216"/>
                </a:lnTo>
                <a:lnTo>
                  <a:pt x="138166" y="23051"/>
                </a:lnTo>
                <a:lnTo>
                  <a:pt x="136198" y="21083"/>
                </a:lnTo>
                <a:lnTo>
                  <a:pt x="133396" y="21083"/>
                </a:lnTo>
                <a:close/>
                <a:moveTo>
                  <a:pt x="134964" y="13744"/>
                </a:moveTo>
                <a:lnTo>
                  <a:pt x="134964" y="12343"/>
                </a:lnTo>
                <a:lnTo>
                  <a:pt x="137599" y="15012"/>
                </a:lnTo>
                <a:lnTo>
                  <a:pt x="133863" y="15012"/>
                </a:lnTo>
                <a:lnTo>
                  <a:pt x="134830" y="14011"/>
                </a:lnTo>
                <a:close/>
                <a:moveTo>
                  <a:pt x="142269" y="14011"/>
                </a:moveTo>
                <a:lnTo>
                  <a:pt x="143236" y="15012"/>
                </a:lnTo>
                <a:lnTo>
                  <a:pt x="139500" y="15012"/>
                </a:lnTo>
                <a:lnTo>
                  <a:pt x="142135" y="12343"/>
                </a:lnTo>
                <a:lnTo>
                  <a:pt x="142135" y="13744"/>
                </a:lnTo>
                <a:close/>
                <a:moveTo>
                  <a:pt x="146172" y="23551"/>
                </a:moveTo>
                <a:lnTo>
                  <a:pt x="142102" y="23551"/>
                </a:lnTo>
                <a:lnTo>
                  <a:pt x="141935" y="23551"/>
                </a:lnTo>
                <a:lnTo>
                  <a:pt x="138933" y="26553"/>
                </a:lnTo>
                <a:lnTo>
                  <a:pt x="138933" y="24185"/>
                </a:lnTo>
                <a:lnTo>
                  <a:pt x="141235" y="21883"/>
                </a:lnTo>
                <a:lnTo>
                  <a:pt x="144504" y="21883"/>
                </a:lnTo>
                <a:close/>
                <a:moveTo>
                  <a:pt x="148473" y="25886"/>
                </a:moveTo>
                <a:lnTo>
                  <a:pt x="143069" y="25886"/>
                </a:lnTo>
                <a:lnTo>
                  <a:pt x="142903" y="25886"/>
                </a:lnTo>
                <a:lnTo>
                  <a:pt x="138966" y="29822"/>
                </a:lnTo>
                <a:lnTo>
                  <a:pt x="138966" y="27654"/>
                </a:lnTo>
                <a:lnTo>
                  <a:pt x="142269" y="24352"/>
                </a:lnTo>
                <a:lnTo>
                  <a:pt x="146972" y="24352"/>
                </a:lnTo>
                <a:close/>
                <a:moveTo>
                  <a:pt x="165752" y="13744"/>
                </a:moveTo>
                <a:lnTo>
                  <a:pt x="165752" y="12343"/>
                </a:lnTo>
                <a:lnTo>
                  <a:pt x="168387" y="15012"/>
                </a:lnTo>
                <a:lnTo>
                  <a:pt x="164651" y="15012"/>
                </a:lnTo>
                <a:lnTo>
                  <a:pt x="165619" y="14011"/>
                </a:lnTo>
                <a:close/>
                <a:moveTo>
                  <a:pt x="173057" y="14011"/>
                </a:moveTo>
                <a:lnTo>
                  <a:pt x="174025" y="15012"/>
                </a:lnTo>
                <a:lnTo>
                  <a:pt x="170289" y="15012"/>
                </a:lnTo>
                <a:lnTo>
                  <a:pt x="172957" y="12343"/>
                </a:lnTo>
                <a:lnTo>
                  <a:pt x="172957" y="13744"/>
                </a:lnTo>
                <a:close/>
                <a:moveTo>
                  <a:pt x="176960" y="23551"/>
                </a:moveTo>
                <a:lnTo>
                  <a:pt x="172724" y="23551"/>
                </a:lnTo>
                <a:lnTo>
                  <a:pt x="169722" y="26553"/>
                </a:lnTo>
                <a:lnTo>
                  <a:pt x="169722" y="24185"/>
                </a:lnTo>
                <a:lnTo>
                  <a:pt x="172023" y="21883"/>
                </a:lnTo>
                <a:lnTo>
                  <a:pt x="175292" y="21883"/>
                </a:lnTo>
                <a:close/>
                <a:moveTo>
                  <a:pt x="179262" y="25886"/>
                </a:moveTo>
                <a:lnTo>
                  <a:pt x="173691" y="25886"/>
                </a:lnTo>
                <a:lnTo>
                  <a:pt x="169755" y="29822"/>
                </a:lnTo>
                <a:lnTo>
                  <a:pt x="169755" y="27654"/>
                </a:lnTo>
                <a:lnTo>
                  <a:pt x="173057" y="24352"/>
                </a:lnTo>
                <a:lnTo>
                  <a:pt x="177727" y="24352"/>
                </a:lnTo>
                <a:close/>
                <a:moveTo>
                  <a:pt x="191737" y="24352"/>
                </a:moveTo>
                <a:lnTo>
                  <a:pt x="196441" y="24352"/>
                </a:lnTo>
                <a:lnTo>
                  <a:pt x="199743" y="27654"/>
                </a:lnTo>
                <a:lnTo>
                  <a:pt x="199743" y="29822"/>
                </a:lnTo>
                <a:lnTo>
                  <a:pt x="195807" y="25886"/>
                </a:lnTo>
                <a:lnTo>
                  <a:pt x="190203" y="25886"/>
                </a:lnTo>
                <a:close/>
                <a:moveTo>
                  <a:pt x="194206" y="21883"/>
                </a:moveTo>
                <a:lnTo>
                  <a:pt x="197441" y="21883"/>
                </a:lnTo>
                <a:lnTo>
                  <a:pt x="199743" y="24185"/>
                </a:lnTo>
                <a:lnTo>
                  <a:pt x="199743" y="26553"/>
                </a:lnTo>
                <a:lnTo>
                  <a:pt x="196741" y="23551"/>
                </a:lnTo>
                <a:lnTo>
                  <a:pt x="192538" y="23551"/>
                </a:lnTo>
                <a:close/>
                <a:moveTo>
                  <a:pt x="196307" y="19782"/>
                </a:moveTo>
                <a:lnTo>
                  <a:pt x="198309" y="19782"/>
                </a:lnTo>
                <a:lnTo>
                  <a:pt x="199743" y="21216"/>
                </a:lnTo>
                <a:lnTo>
                  <a:pt x="199743" y="23051"/>
                </a:lnTo>
                <a:lnTo>
                  <a:pt x="197775" y="21083"/>
                </a:lnTo>
                <a:lnTo>
                  <a:pt x="195006" y="21083"/>
                </a:lnTo>
                <a:close/>
                <a:moveTo>
                  <a:pt x="196541" y="13744"/>
                </a:moveTo>
                <a:lnTo>
                  <a:pt x="196541" y="12343"/>
                </a:lnTo>
                <a:lnTo>
                  <a:pt x="199176" y="15012"/>
                </a:lnTo>
                <a:lnTo>
                  <a:pt x="195440" y="15012"/>
                </a:lnTo>
                <a:lnTo>
                  <a:pt x="196407" y="14011"/>
                </a:lnTo>
                <a:close/>
                <a:moveTo>
                  <a:pt x="203846" y="14011"/>
                </a:moveTo>
                <a:lnTo>
                  <a:pt x="204847" y="15012"/>
                </a:lnTo>
                <a:lnTo>
                  <a:pt x="201077" y="15012"/>
                </a:lnTo>
                <a:lnTo>
                  <a:pt x="203746" y="12343"/>
                </a:lnTo>
                <a:lnTo>
                  <a:pt x="203746" y="13744"/>
                </a:lnTo>
                <a:close/>
                <a:moveTo>
                  <a:pt x="207749" y="23551"/>
                </a:moveTo>
                <a:lnTo>
                  <a:pt x="203679" y="23551"/>
                </a:lnTo>
                <a:lnTo>
                  <a:pt x="203512" y="23551"/>
                </a:lnTo>
                <a:lnTo>
                  <a:pt x="200544" y="26553"/>
                </a:lnTo>
                <a:lnTo>
                  <a:pt x="200544" y="24185"/>
                </a:lnTo>
                <a:lnTo>
                  <a:pt x="202812" y="21883"/>
                </a:lnTo>
                <a:lnTo>
                  <a:pt x="206081" y="21883"/>
                </a:lnTo>
                <a:close/>
                <a:moveTo>
                  <a:pt x="210084" y="25886"/>
                </a:moveTo>
                <a:lnTo>
                  <a:pt x="204647" y="25886"/>
                </a:lnTo>
                <a:lnTo>
                  <a:pt x="204480" y="25886"/>
                </a:lnTo>
                <a:lnTo>
                  <a:pt x="200544" y="29822"/>
                </a:lnTo>
                <a:lnTo>
                  <a:pt x="200544" y="27654"/>
                </a:lnTo>
                <a:lnTo>
                  <a:pt x="203846" y="24352"/>
                </a:lnTo>
                <a:lnTo>
                  <a:pt x="208549" y="24352"/>
                </a:lnTo>
                <a:close/>
                <a:moveTo>
                  <a:pt x="224427" y="40263"/>
                </a:moveTo>
                <a:lnTo>
                  <a:pt x="224427" y="43499"/>
                </a:lnTo>
                <a:lnTo>
                  <a:pt x="222126" y="45800"/>
                </a:lnTo>
                <a:lnTo>
                  <a:pt x="219757" y="45800"/>
                </a:lnTo>
                <a:lnTo>
                  <a:pt x="222760" y="42798"/>
                </a:lnTo>
                <a:lnTo>
                  <a:pt x="222760" y="38562"/>
                </a:lnTo>
                <a:close/>
                <a:moveTo>
                  <a:pt x="226529" y="42365"/>
                </a:moveTo>
                <a:lnTo>
                  <a:pt x="226529" y="44366"/>
                </a:lnTo>
                <a:lnTo>
                  <a:pt x="225128" y="45800"/>
                </a:lnTo>
                <a:lnTo>
                  <a:pt x="223260" y="45800"/>
                </a:lnTo>
                <a:lnTo>
                  <a:pt x="225228" y="43832"/>
                </a:lnTo>
                <a:lnTo>
                  <a:pt x="225228" y="41030"/>
                </a:lnTo>
                <a:close/>
                <a:moveTo>
                  <a:pt x="222760" y="53806"/>
                </a:moveTo>
                <a:lnTo>
                  <a:pt x="222760" y="49570"/>
                </a:lnTo>
                <a:lnTo>
                  <a:pt x="219757" y="46568"/>
                </a:lnTo>
                <a:lnTo>
                  <a:pt x="222126" y="46568"/>
                </a:lnTo>
                <a:lnTo>
                  <a:pt x="224427" y="48869"/>
                </a:lnTo>
                <a:lnTo>
                  <a:pt x="224427" y="52105"/>
                </a:lnTo>
                <a:close/>
                <a:moveTo>
                  <a:pt x="220425" y="56108"/>
                </a:moveTo>
                <a:lnTo>
                  <a:pt x="220425" y="50537"/>
                </a:lnTo>
                <a:lnTo>
                  <a:pt x="216488" y="46568"/>
                </a:lnTo>
                <a:lnTo>
                  <a:pt x="218657" y="46568"/>
                </a:lnTo>
                <a:lnTo>
                  <a:pt x="221959" y="49903"/>
                </a:lnTo>
                <a:lnTo>
                  <a:pt x="221959" y="54573"/>
                </a:lnTo>
                <a:close/>
                <a:moveTo>
                  <a:pt x="224427" y="71052"/>
                </a:moveTo>
                <a:lnTo>
                  <a:pt x="224427" y="74287"/>
                </a:lnTo>
                <a:lnTo>
                  <a:pt x="222126" y="76589"/>
                </a:lnTo>
                <a:lnTo>
                  <a:pt x="219757" y="76589"/>
                </a:lnTo>
                <a:lnTo>
                  <a:pt x="222760" y="73587"/>
                </a:lnTo>
                <a:lnTo>
                  <a:pt x="222760" y="69351"/>
                </a:lnTo>
                <a:close/>
                <a:moveTo>
                  <a:pt x="226529" y="73153"/>
                </a:moveTo>
                <a:lnTo>
                  <a:pt x="226529" y="75155"/>
                </a:lnTo>
                <a:lnTo>
                  <a:pt x="225128" y="76589"/>
                </a:lnTo>
                <a:lnTo>
                  <a:pt x="223260" y="76589"/>
                </a:lnTo>
                <a:lnTo>
                  <a:pt x="225228" y="74621"/>
                </a:lnTo>
                <a:lnTo>
                  <a:pt x="225228" y="71819"/>
                </a:lnTo>
                <a:close/>
                <a:moveTo>
                  <a:pt x="222760" y="84595"/>
                </a:moveTo>
                <a:lnTo>
                  <a:pt x="222760" y="80358"/>
                </a:lnTo>
                <a:lnTo>
                  <a:pt x="219757" y="77356"/>
                </a:lnTo>
                <a:lnTo>
                  <a:pt x="222126" y="77356"/>
                </a:lnTo>
                <a:lnTo>
                  <a:pt x="224427" y="79658"/>
                </a:lnTo>
                <a:lnTo>
                  <a:pt x="224427" y="82894"/>
                </a:lnTo>
                <a:close/>
                <a:moveTo>
                  <a:pt x="220425" y="86896"/>
                </a:moveTo>
                <a:lnTo>
                  <a:pt x="220425" y="81326"/>
                </a:lnTo>
                <a:lnTo>
                  <a:pt x="216488" y="77356"/>
                </a:lnTo>
                <a:lnTo>
                  <a:pt x="218657" y="77356"/>
                </a:lnTo>
                <a:lnTo>
                  <a:pt x="221959" y="80692"/>
                </a:lnTo>
                <a:lnTo>
                  <a:pt x="221959" y="85362"/>
                </a:lnTo>
                <a:close/>
                <a:moveTo>
                  <a:pt x="200544" y="103075"/>
                </a:moveTo>
                <a:lnTo>
                  <a:pt x="201644" y="104175"/>
                </a:lnTo>
                <a:lnTo>
                  <a:pt x="201778" y="104175"/>
                </a:lnTo>
                <a:lnTo>
                  <a:pt x="203179" y="104175"/>
                </a:lnTo>
                <a:lnTo>
                  <a:pt x="200544" y="106811"/>
                </a:lnTo>
                <a:close/>
                <a:moveTo>
                  <a:pt x="199743" y="106811"/>
                </a:moveTo>
                <a:lnTo>
                  <a:pt x="197108" y="104175"/>
                </a:lnTo>
                <a:lnTo>
                  <a:pt x="198476" y="104175"/>
                </a:lnTo>
                <a:lnTo>
                  <a:pt x="198776" y="104042"/>
                </a:lnTo>
                <a:lnTo>
                  <a:pt x="199743" y="103075"/>
                </a:lnTo>
                <a:lnTo>
                  <a:pt x="199743" y="106811"/>
                </a:lnTo>
                <a:close/>
                <a:moveTo>
                  <a:pt x="168954" y="106811"/>
                </a:moveTo>
                <a:lnTo>
                  <a:pt x="166319" y="104175"/>
                </a:lnTo>
                <a:lnTo>
                  <a:pt x="167687" y="104175"/>
                </a:lnTo>
                <a:lnTo>
                  <a:pt x="167854" y="104175"/>
                </a:lnTo>
                <a:lnTo>
                  <a:pt x="168954" y="103075"/>
                </a:lnTo>
                <a:close/>
                <a:moveTo>
                  <a:pt x="138933" y="103075"/>
                </a:moveTo>
                <a:lnTo>
                  <a:pt x="140034" y="104175"/>
                </a:lnTo>
                <a:lnTo>
                  <a:pt x="140201" y="104175"/>
                </a:lnTo>
                <a:lnTo>
                  <a:pt x="141602" y="104175"/>
                </a:lnTo>
                <a:lnTo>
                  <a:pt x="138933" y="106811"/>
                </a:lnTo>
                <a:close/>
                <a:moveTo>
                  <a:pt x="138166" y="106811"/>
                </a:moveTo>
                <a:lnTo>
                  <a:pt x="135531" y="104175"/>
                </a:lnTo>
                <a:lnTo>
                  <a:pt x="136898" y="104175"/>
                </a:lnTo>
                <a:lnTo>
                  <a:pt x="137165" y="104042"/>
                </a:lnTo>
                <a:lnTo>
                  <a:pt x="138166" y="103075"/>
                </a:lnTo>
                <a:lnTo>
                  <a:pt x="138166" y="106811"/>
                </a:lnTo>
                <a:close/>
                <a:moveTo>
                  <a:pt x="107377" y="106811"/>
                </a:moveTo>
                <a:lnTo>
                  <a:pt x="104709" y="104175"/>
                </a:lnTo>
                <a:lnTo>
                  <a:pt x="106110" y="104175"/>
                </a:lnTo>
                <a:lnTo>
                  <a:pt x="106276" y="104175"/>
                </a:lnTo>
                <a:lnTo>
                  <a:pt x="107377" y="103075"/>
                </a:lnTo>
                <a:lnTo>
                  <a:pt x="107377" y="106811"/>
                </a:lnTo>
                <a:close/>
                <a:moveTo>
                  <a:pt x="77356" y="103075"/>
                </a:moveTo>
                <a:lnTo>
                  <a:pt x="78457" y="104175"/>
                </a:lnTo>
                <a:lnTo>
                  <a:pt x="78623" y="104175"/>
                </a:lnTo>
                <a:lnTo>
                  <a:pt x="79991" y="104175"/>
                </a:lnTo>
                <a:lnTo>
                  <a:pt x="77356" y="106811"/>
                </a:lnTo>
                <a:lnTo>
                  <a:pt x="77356" y="103075"/>
                </a:lnTo>
                <a:close/>
                <a:moveTo>
                  <a:pt x="76589" y="106811"/>
                </a:moveTo>
                <a:lnTo>
                  <a:pt x="73920" y="104175"/>
                </a:lnTo>
                <a:lnTo>
                  <a:pt x="75321" y="104175"/>
                </a:lnTo>
                <a:lnTo>
                  <a:pt x="75588" y="104042"/>
                </a:lnTo>
                <a:lnTo>
                  <a:pt x="76555" y="103075"/>
                </a:lnTo>
                <a:lnTo>
                  <a:pt x="76555" y="106811"/>
                </a:lnTo>
                <a:close/>
                <a:moveTo>
                  <a:pt x="45767" y="106811"/>
                </a:moveTo>
                <a:lnTo>
                  <a:pt x="43131" y="104175"/>
                </a:lnTo>
                <a:lnTo>
                  <a:pt x="44532" y="104175"/>
                </a:lnTo>
                <a:lnTo>
                  <a:pt x="44699" y="104175"/>
                </a:lnTo>
                <a:lnTo>
                  <a:pt x="45767" y="103075"/>
                </a:lnTo>
                <a:close/>
                <a:moveTo>
                  <a:pt x="21883" y="82927"/>
                </a:moveTo>
                <a:lnTo>
                  <a:pt x="21883" y="79658"/>
                </a:lnTo>
                <a:lnTo>
                  <a:pt x="24184" y="77356"/>
                </a:lnTo>
                <a:lnTo>
                  <a:pt x="26553" y="77356"/>
                </a:lnTo>
                <a:lnTo>
                  <a:pt x="23551" y="80358"/>
                </a:lnTo>
                <a:lnTo>
                  <a:pt x="23551" y="84595"/>
                </a:lnTo>
                <a:close/>
                <a:moveTo>
                  <a:pt x="19781" y="80792"/>
                </a:moveTo>
                <a:lnTo>
                  <a:pt x="19781" y="78791"/>
                </a:lnTo>
                <a:lnTo>
                  <a:pt x="21182" y="77356"/>
                </a:lnTo>
                <a:lnTo>
                  <a:pt x="23050" y="77356"/>
                </a:lnTo>
                <a:lnTo>
                  <a:pt x="21082" y="79324"/>
                </a:lnTo>
                <a:lnTo>
                  <a:pt x="21082" y="82126"/>
                </a:lnTo>
                <a:close/>
                <a:moveTo>
                  <a:pt x="23551" y="69351"/>
                </a:moveTo>
                <a:lnTo>
                  <a:pt x="23551" y="73587"/>
                </a:lnTo>
                <a:lnTo>
                  <a:pt x="26553" y="76589"/>
                </a:lnTo>
                <a:lnTo>
                  <a:pt x="24184" y="76589"/>
                </a:lnTo>
                <a:lnTo>
                  <a:pt x="21883" y="74287"/>
                </a:lnTo>
                <a:lnTo>
                  <a:pt x="21883" y="71052"/>
                </a:lnTo>
                <a:close/>
                <a:moveTo>
                  <a:pt x="25886" y="67049"/>
                </a:moveTo>
                <a:lnTo>
                  <a:pt x="25886" y="72620"/>
                </a:lnTo>
                <a:lnTo>
                  <a:pt x="29822" y="76589"/>
                </a:lnTo>
                <a:lnTo>
                  <a:pt x="27654" y="76589"/>
                </a:lnTo>
                <a:lnTo>
                  <a:pt x="24351" y="73253"/>
                </a:lnTo>
                <a:lnTo>
                  <a:pt x="24351" y="68583"/>
                </a:lnTo>
                <a:close/>
                <a:moveTo>
                  <a:pt x="21883" y="52105"/>
                </a:moveTo>
                <a:lnTo>
                  <a:pt x="21883" y="48869"/>
                </a:lnTo>
                <a:lnTo>
                  <a:pt x="24184" y="46568"/>
                </a:lnTo>
                <a:lnTo>
                  <a:pt x="26553" y="46568"/>
                </a:lnTo>
                <a:lnTo>
                  <a:pt x="23551" y="49570"/>
                </a:lnTo>
                <a:lnTo>
                  <a:pt x="23551" y="53806"/>
                </a:lnTo>
                <a:close/>
                <a:moveTo>
                  <a:pt x="19781" y="50003"/>
                </a:moveTo>
                <a:lnTo>
                  <a:pt x="19781" y="48002"/>
                </a:lnTo>
                <a:lnTo>
                  <a:pt x="21182" y="46568"/>
                </a:lnTo>
                <a:lnTo>
                  <a:pt x="23050" y="46568"/>
                </a:lnTo>
                <a:lnTo>
                  <a:pt x="21082" y="48536"/>
                </a:lnTo>
                <a:lnTo>
                  <a:pt x="21082" y="51338"/>
                </a:lnTo>
                <a:close/>
                <a:moveTo>
                  <a:pt x="23551" y="38562"/>
                </a:moveTo>
                <a:lnTo>
                  <a:pt x="23551" y="42798"/>
                </a:lnTo>
                <a:lnTo>
                  <a:pt x="26553" y="45800"/>
                </a:lnTo>
                <a:lnTo>
                  <a:pt x="24184" y="45800"/>
                </a:lnTo>
                <a:lnTo>
                  <a:pt x="21883" y="43499"/>
                </a:lnTo>
                <a:lnTo>
                  <a:pt x="21883" y="40230"/>
                </a:lnTo>
                <a:close/>
                <a:moveTo>
                  <a:pt x="25886" y="36260"/>
                </a:moveTo>
                <a:lnTo>
                  <a:pt x="25886" y="41831"/>
                </a:lnTo>
                <a:lnTo>
                  <a:pt x="29822" y="45800"/>
                </a:lnTo>
                <a:lnTo>
                  <a:pt x="27654" y="45800"/>
                </a:lnTo>
                <a:lnTo>
                  <a:pt x="24351" y="42465"/>
                </a:lnTo>
                <a:lnTo>
                  <a:pt x="24351" y="37795"/>
                </a:lnTo>
                <a:close/>
                <a:moveTo>
                  <a:pt x="45767" y="20082"/>
                </a:moveTo>
                <a:lnTo>
                  <a:pt x="44699" y="18981"/>
                </a:lnTo>
                <a:lnTo>
                  <a:pt x="44532" y="18981"/>
                </a:lnTo>
                <a:lnTo>
                  <a:pt x="43131" y="18981"/>
                </a:lnTo>
                <a:lnTo>
                  <a:pt x="45767" y="16346"/>
                </a:lnTo>
                <a:close/>
                <a:moveTo>
                  <a:pt x="46567" y="16346"/>
                </a:moveTo>
                <a:lnTo>
                  <a:pt x="49202" y="18981"/>
                </a:lnTo>
                <a:lnTo>
                  <a:pt x="47835" y="18981"/>
                </a:lnTo>
                <a:lnTo>
                  <a:pt x="47568" y="19115"/>
                </a:lnTo>
                <a:lnTo>
                  <a:pt x="46567" y="20082"/>
                </a:lnTo>
                <a:lnTo>
                  <a:pt x="46567" y="16346"/>
                </a:lnTo>
                <a:close/>
                <a:moveTo>
                  <a:pt x="77356" y="16346"/>
                </a:moveTo>
                <a:lnTo>
                  <a:pt x="80024" y="18981"/>
                </a:lnTo>
                <a:lnTo>
                  <a:pt x="78623" y="18981"/>
                </a:lnTo>
                <a:lnTo>
                  <a:pt x="78457" y="18981"/>
                </a:lnTo>
                <a:lnTo>
                  <a:pt x="77356" y="20082"/>
                </a:lnTo>
                <a:lnTo>
                  <a:pt x="77356" y="16346"/>
                </a:lnTo>
                <a:close/>
                <a:moveTo>
                  <a:pt x="107377" y="20082"/>
                </a:moveTo>
                <a:lnTo>
                  <a:pt x="106276" y="18981"/>
                </a:lnTo>
                <a:lnTo>
                  <a:pt x="106110" y="18981"/>
                </a:lnTo>
                <a:lnTo>
                  <a:pt x="104709" y="18981"/>
                </a:lnTo>
                <a:lnTo>
                  <a:pt x="107377" y="16346"/>
                </a:lnTo>
                <a:lnTo>
                  <a:pt x="107377" y="20082"/>
                </a:lnTo>
                <a:close/>
                <a:moveTo>
                  <a:pt x="108144" y="16346"/>
                </a:moveTo>
                <a:lnTo>
                  <a:pt x="110813" y="18981"/>
                </a:lnTo>
                <a:lnTo>
                  <a:pt x="109412" y="18981"/>
                </a:lnTo>
                <a:lnTo>
                  <a:pt x="109145" y="19115"/>
                </a:lnTo>
                <a:lnTo>
                  <a:pt x="108144" y="20082"/>
                </a:lnTo>
                <a:lnTo>
                  <a:pt x="108144" y="16346"/>
                </a:lnTo>
                <a:close/>
                <a:moveTo>
                  <a:pt x="138933" y="16346"/>
                </a:moveTo>
                <a:lnTo>
                  <a:pt x="141602" y="18981"/>
                </a:lnTo>
                <a:lnTo>
                  <a:pt x="140201" y="18981"/>
                </a:lnTo>
                <a:lnTo>
                  <a:pt x="140034" y="18981"/>
                </a:lnTo>
                <a:lnTo>
                  <a:pt x="138933" y="20082"/>
                </a:lnTo>
                <a:close/>
                <a:moveTo>
                  <a:pt x="168954" y="20082"/>
                </a:moveTo>
                <a:lnTo>
                  <a:pt x="167854" y="18981"/>
                </a:lnTo>
                <a:lnTo>
                  <a:pt x="167687" y="18981"/>
                </a:lnTo>
                <a:lnTo>
                  <a:pt x="166319" y="18981"/>
                </a:lnTo>
                <a:lnTo>
                  <a:pt x="168954" y="16346"/>
                </a:lnTo>
                <a:close/>
                <a:moveTo>
                  <a:pt x="169755" y="16346"/>
                </a:moveTo>
                <a:lnTo>
                  <a:pt x="172390" y="18981"/>
                </a:lnTo>
                <a:lnTo>
                  <a:pt x="170989" y="18981"/>
                </a:lnTo>
                <a:lnTo>
                  <a:pt x="170722" y="19115"/>
                </a:lnTo>
                <a:lnTo>
                  <a:pt x="169755" y="20082"/>
                </a:lnTo>
                <a:lnTo>
                  <a:pt x="169755" y="16346"/>
                </a:lnTo>
                <a:close/>
                <a:moveTo>
                  <a:pt x="200544" y="16346"/>
                </a:moveTo>
                <a:lnTo>
                  <a:pt x="203179" y="18981"/>
                </a:lnTo>
                <a:lnTo>
                  <a:pt x="201778" y="18981"/>
                </a:lnTo>
                <a:lnTo>
                  <a:pt x="201644" y="18981"/>
                </a:lnTo>
                <a:lnTo>
                  <a:pt x="200544" y="20082"/>
                </a:lnTo>
                <a:close/>
                <a:moveTo>
                  <a:pt x="219757" y="96170"/>
                </a:moveTo>
                <a:lnTo>
                  <a:pt x="218457" y="94902"/>
                </a:lnTo>
                <a:lnTo>
                  <a:pt x="218457" y="93568"/>
                </a:lnTo>
                <a:lnTo>
                  <a:pt x="219290" y="92767"/>
                </a:lnTo>
                <a:lnTo>
                  <a:pt x="221092" y="92767"/>
                </a:lnTo>
                <a:lnTo>
                  <a:pt x="219757" y="94102"/>
                </a:lnTo>
                <a:lnTo>
                  <a:pt x="219757" y="96170"/>
                </a:lnTo>
                <a:close/>
                <a:moveTo>
                  <a:pt x="215521" y="95403"/>
                </a:moveTo>
                <a:lnTo>
                  <a:pt x="214654" y="94502"/>
                </a:lnTo>
                <a:lnTo>
                  <a:pt x="213386" y="94502"/>
                </a:lnTo>
                <a:lnTo>
                  <a:pt x="213386" y="93434"/>
                </a:lnTo>
                <a:lnTo>
                  <a:pt x="213286" y="93134"/>
                </a:lnTo>
                <a:lnTo>
                  <a:pt x="212486" y="92367"/>
                </a:lnTo>
                <a:lnTo>
                  <a:pt x="213286" y="91600"/>
                </a:lnTo>
                <a:lnTo>
                  <a:pt x="213386" y="91333"/>
                </a:lnTo>
                <a:lnTo>
                  <a:pt x="213386" y="90232"/>
                </a:lnTo>
                <a:lnTo>
                  <a:pt x="214654" y="90232"/>
                </a:lnTo>
                <a:lnTo>
                  <a:pt x="215521" y="89332"/>
                </a:lnTo>
                <a:lnTo>
                  <a:pt x="216422" y="90232"/>
                </a:lnTo>
                <a:lnTo>
                  <a:pt x="217689" y="90232"/>
                </a:lnTo>
                <a:lnTo>
                  <a:pt x="217689" y="91333"/>
                </a:lnTo>
                <a:lnTo>
                  <a:pt x="217789" y="91600"/>
                </a:lnTo>
                <a:lnTo>
                  <a:pt x="218557" y="92367"/>
                </a:lnTo>
                <a:lnTo>
                  <a:pt x="217789" y="93134"/>
                </a:lnTo>
                <a:lnTo>
                  <a:pt x="217689" y="93434"/>
                </a:lnTo>
                <a:lnTo>
                  <a:pt x="217689" y="94502"/>
                </a:lnTo>
                <a:lnTo>
                  <a:pt x="216422" y="94502"/>
                </a:lnTo>
                <a:close/>
                <a:moveTo>
                  <a:pt x="211318" y="96170"/>
                </a:moveTo>
                <a:lnTo>
                  <a:pt x="211318" y="94135"/>
                </a:lnTo>
                <a:lnTo>
                  <a:pt x="209950" y="92767"/>
                </a:lnTo>
                <a:lnTo>
                  <a:pt x="211785" y="92767"/>
                </a:lnTo>
                <a:lnTo>
                  <a:pt x="212586" y="93601"/>
                </a:lnTo>
                <a:lnTo>
                  <a:pt x="212586" y="94902"/>
                </a:lnTo>
                <a:close/>
                <a:moveTo>
                  <a:pt x="188969" y="96170"/>
                </a:moveTo>
                <a:lnTo>
                  <a:pt x="187668" y="94902"/>
                </a:lnTo>
                <a:lnTo>
                  <a:pt x="187668" y="93568"/>
                </a:lnTo>
                <a:lnTo>
                  <a:pt x="188502" y="92767"/>
                </a:lnTo>
                <a:lnTo>
                  <a:pt x="190303" y="92767"/>
                </a:lnTo>
                <a:lnTo>
                  <a:pt x="188969" y="94102"/>
                </a:lnTo>
                <a:lnTo>
                  <a:pt x="188969" y="96170"/>
                </a:lnTo>
                <a:close/>
                <a:moveTo>
                  <a:pt x="184732" y="95403"/>
                </a:moveTo>
                <a:lnTo>
                  <a:pt x="183865" y="94502"/>
                </a:lnTo>
                <a:lnTo>
                  <a:pt x="182598" y="94502"/>
                </a:lnTo>
                <a:lnTo>
                  <a:pt x="182598" y="93434"/>
                </a:lnTo>
                <a:lnTo>
                  <a:pt x="182464" y="93134"/>
                </a:lnTo>
                <a:lnTo>
                  <a:pt x="181697" y="92367"/>
                </a:lnTo>
                <a:lnTo>
                  <a:pt x="182464" y="91600"/>
                </a:lnTo>
                <a:lnTo>
                  <a:pt x="182598" y="91333"/>
                </a:lnTo>
                <a:lnTo>
                  <a:pt x="182598" y="90232"/>
                </a:lnTo>
                <a:lnTo>
                  <a:pt x="183865" y="90232"/>
                </a:lnTo>
                <a:lnTo>
                  <a:pt x="184732" y="89332"/>
                </a:lnTo>
                <a:lnTo>
                  <a:pt x="185633" y="90232"/>
                </a:lnTo>
                <a:lnTo>
                  <a:pt x="186901" y="90232"/>
                </a:lnTo>
                <a:lnTo>
                  <a:pt x="186901" y="91333"/>
                </a:lnTo>
                <a:lnTo>
                  <a:pt x="187001" y="91600"/>
                </a:lnTo>
                <a:lnTo>
                  <a:pt x="187768" y="92367"/>
                </a:lnTo>
                <a:lnTo>
                  <a:pt x="187001" y="93134"/>
                </a:lnTo>
                <a:lnTo>
                  <a:pt x="186901" y="93434"/>
                </a:lnTo>
                <a:lnTo>
                  <a:pt x="186901" y="94502"/>
                </a:lnTo>
                <a:lnTo>
                  <a:pt x="185633" y="94502"/>
                </a:lnTo>
                <a:close/>
                <a:moveTo>
                  <a:pt x="180529" y="96170"/>
                </a:moveTo>
                <a:lnTo>
                  <a:pt x="180529" y="94135"/>
                </a:lnTo>
                <a:lnTo>
                  <a:pt x="179162" y="92767"/>
                </a:lnTo>
                <a:lnTo>
                  <a:pt x="180996" y="92767"/>
                </a:lnTo>
                <a:lnTo>
                  <a:pt x="181797" y="93601"/>
                </a:lnTo>
                <a:lnTo>
                  <a:pt x="181797" y="94902"/>
                </a:lnTo>
                <a:close/>
                <a:moveTo>
                  <a:pt x="158180" y="96170"/>
                </a:moveTo>
                <a:lnTo>
                  <a:pt x="156879" y="94902"/>
                </a:lnTo>
                <a:lnTo>
                  <a:pt x="156879" y="93568"/>
                </a:lnTo>
                <a:lnTo>
                  <a:pt x="157713" y="92767"/>
                </a:lnTo>
                <a:lnTo>
                  <a:pt x="159514" y="92767"/>
                </a:lnTo>
                <a:lnTo>
                  <a:pt x="158180" y="94102"/>
                </a:lnTo>
                <a:lnTo>
                  <a:pt x="158180" y="96170"/>
                </a:lnTo>
                <a:close/>
                <a:moveTo>
                  <a:pt x="153944" y="95403"/>
                </a:moveTo>
                <a:lnTo>
                  <a:pt x="153076" y="94502"/>
                </a:lnTo>
                <a:lnTo>
                  <a:pt x="151809" y="94502"/>
                </a:lnTo>
                <a:lnTo>
                  <a:pt x="151809" y="93434"/>
                </a:lnTo>
                <a:lnTo>
                  <a:pt x="151675" y="93134"/>
                </a:lnTo>
                <a:lnTo>
                  <a:pt x="150908" y="92367"/>
                </a:lnTo>
                <a:lnTo>
                  <a:pt x="151675" y="91600"/>
                </a:lnTo>
                <a:lnTo>
                  <a:pt x="151809" y="91333"/>
                </a:lnTo>
                <a:lnTo>
                  <a:pt x="151809" y="90232"/>
                </a:lnTo>
                <a:lnTo>
                  <a:pt x="153076" y="90232"/>
                </a:lnTo>
                <a:lnTo>
                  <a:pt x="153944" y="89332"/>
                </a:lnTo>
                <a:lnTo>
                  <a:pt x="154844" y="90232"/>
                </a:lnTo>
                <a:lnTo>
                  <a:pt x="156112" y="90232"/>
                </a:lnTo>
                <a:lnTo>
                  <a:pt x="156112" y="91333"/>
                </a:lnTo>
                <a:lnTo>
                  <a:pt x="156212" y="91600"/>
                </a:lnTo>
                <a:lnTo>
                  <a:pt x="156979" y="92367"/>
                </a:lnTo>
                <a:lnTo>
                  <a:pt x="156212" y="93134"/>
                </a:lnTo>
                <a:lnTo>
                  <a:pt x="156112" y="93434"/>
                </a:lnTo>
                <a:lnTo>
                  <a:pt x="156112" y="94502"/>
                </a:lnTo>
                <a:lnTo>
                  <a:pt x="154844" y="94502"/>
                </a:lnTo>
                <a:close/>
                <a:moveTo>
                  <a:pt x="149741" y="96170"/>
                </a:moveTo>
                <a:lnTo>
                  <a:pt x="149741" y="94135"/>
                </a:lnTo>
                <a:lnTo>
                  <a:pt x="148373" y="92767"/>
                </a:lnTo>
                <a:lnTo>
                  <a:pt x="150208" y="92767"/>
                </a:lnTo>
                <a:lnTo>
                  <a:pt x="151008" y="93601"/>
                </a:lnTo>
                <a:lnTo>
                  <a:pt x="151008" y="94902"/>
                </a:lnTo>
                <a:close/>
                <a:moveTo>
                  <a:pt x="127391" y="96170"/>
                </a:moveTo>
                <a:lnTo>
                  <a:pt x="126091" y="94902"/>
                </a:lnTo>
                <a:lnTo>
                  <a:pt x="126091" y="93568"/>
                </a:lnTo>
                <a:lnTo>
                  <a:pt x="126924" y="92767"/>
                </a:lnTo>
                <a:lnTo>
                  <a:pt x="128726" y="92767"/>
                </a:lnTo>
                <a:lnTo>
                  <a:pt x="127391" y="94102"/>
                </a:lnTo>
                <a:lnTo>
                  <a:pt x="127391" y="96170"/>
                </a:lnTo>
                <a:close/>
                <a:moveTo>
                  <a:pt x="123155" y="95403"/>
                </a:moveTo>
                <a:lnTo>
                  <a:pt x="122254" y="94502"/>
                </a:lnTo>
                <a:lnTo>
                  <a:pt x="121020" y="94502"/>
                </a:lnTo>
                <a:lnTo>
                  <a:pt x="121020" y="93434"/>
                </a:lnTo>
                <a:lnTo>
                  <a:pt x="120887" y="93134"/>
                </a:lnTo>
                <a:lnTo>
                  <a:pt x="120120" y="92367"/>
                </a:lnTo>
                <a:lnTo>
                  <a:pt x="120887" y="91600"/>
                </a:lnTo>
                <a:lnTo>
                  <a:pt x="121020" y="91333"/>
                </a:lnTo>
                <a:lnTo>
                  <a:pt x="121020" y="90232"/>
                </a:lnTo>
                <a:lnTo>
                  <a:pt x="122254" y="90232"/>
                </a:lnTo>
                <a:lnTo>
                  <a:pt x="123155" y="89332"/>
                </a:lnTo>
                <a:lnTo>
                  <a:pt x="124056" y="90232"/>
                </a:lnTo>
                <a:lnTo>
                  <a:pt x="125290" y="90232"/>
                </a:lnTo>
                <a:lnTo>
                  <a:pt x="125290" y="91333"/>
                </a:lnTo>
                <a:lnTo>
                  <a:pt x="125423" y="91600"/>
                </a:lnTo>
                <a:lnTo>
                  <a:pt x="126191" y="92367"/>
                </a:lnTo>
                <a:lnTo>
                  <a:pt x="125423" y="93134"/>
                </a:lnTo>
                <a:lnTo>
                  <a:pt x="125290" y="93434"/>
                </a:lnTo>
                <a:lnTo>
                  <a:pt x="125290" y="94502"/>
                </a:lnTo>
                <a:lnTo>
                  <a:pt x="124056" y="94502"/>
                </a:lnTo>
                <a:close/>
                <a:moveTo>
                  <a:pt x="118952" y="96170"/>
                </a:moveTo>
                <a:lnTo>
                  <a:pt x="118952" y="94135"/>
                </a:lnTo>
                <a:lnTo>
                  <a:pt x="117584" y="92767"/>
                </a:lnTo>
                <a:lnTo>
                  <a:pt x="119386" y="92767"/>
                </a:lnTo>
                <a:lnTo>
                  <a:pt x="120220" y="93601"/>
                </a:lnTo>
                <a:lnTo>
                  <a:pt x="120220" y="94902"/>
                </a:lnTo>
                <a:close/>
                <a:moveTo>
                  <a:pt x="96569" y="96170"/>
                </a:moveTo>
                <a:lnTo>
                  <a:pt x="95302" y="94902"/>
                </a:lnTo>
                <a:lnTo>
                  <a:pt x="95302" y="93568"/>
                </a:lnTo>
                <a:lnTo>
                  <a:pt x="96136" y="92767"/>
                </a:lnTo>
                <a:lnTo>
                  <a:pt x="97937" y="92767"/>
                </a:lnTo>
                <a:lnTo>
                  <a:pt x="96569" y="94102"/>
                </a:lnTo>
                <a:lnTo>
                  <a:pt x="96569" y="96170"/>
                </a:lnTo>
                <a:close/>
                <a:moveTo>
                  <a:pt x="92366" y="95403"/>
                </a:moveTo>
                <a:lnTo>
                  <a:pt x="91466" y="94502"/>
                </a:lnTo>
                <a:lnTo>
                  <a:pt x="90232" y="94502"/>
                </a:lnTo>
                <a:lnTo>
                  <a:pt x="90232" y="93434"/>
                </a:lnTo>
                <a:lnTo>
                  <a:pt x="90098" y="93134"/>
                </a:lnTo>
                <a:lnTo>
                  <a:pt x="89331" y="92367"/>
                </a:lnTo>
                <a:lnTo>
                  <a:pt x="90098" y="91600"/>
                </a:lnTo>
                <a:lnTo>
                  <a:pt x="90232" y="91333"/>
                </a:lnTo>
                <a:lnTo>
                  <a:pt x="90232" y="90232"/>
                </a:lnTo>
                <a:lnTo>
                  <a:pt x="91466" y="90232"/>
                </a:lnTo>
                <a:lnTo>
                  <a:pt x="92366" y="89332"/>
                </a:lnTo>
                <a:lnTo>
                  <a:pt x="93267" y="90232"/>
                </a:lnTo>
                <a:lnTo>
                  <a:pt x="94501" y="90232"/>
                </a:lnTo>
                <a:lnTo>
                  <a:pt x="94501" y="91333"/>
                </a:lnTo>
                <a:lnTo>
                  <a:pt x="94635" y="91600"/>
                </a:lnTo>
                <a:lnTo>
                  <a:pt x="95402" y="92367"/>
                </a:lnTo>
                <a:lnTo>
                  <a:pt x="94635" y="93134"/>
                </a:lnTo>
                <a:lnTo>
                  <a:pt x="94501" y="93434"/>
                </a:lnTo>
                <a:lnTo>
                  <a:pt x="94501" y="94502"/>
                </a:lnTo>
                <a:lnTo>
                  <a:pt x="93267" y="94502"/>
                </a:lnTo>
                <a:close/>
                <a:moveTo>
                  <a:pt x="88130" y="96170"/>
                </a:moveTo>
                <a:lnTo>
                  <a:pt x="88130" y="94135"/>
                </a:lnTo>
                <a:lnTo>
                  <a:pt x="86796" y="92767"/>
                </a:lnTo>
                <a:lnTo>
                  <a:pt x="88597" y="92767"/>
                </a:lnTo>
                <a:lnTo>
                  <a:pt x="89431" y="93601"/>
                </a:lnTo>
                <a:lnTo>
                  <a:pt x="89431" y="94902"/>
                </a:lnTo>
                <a:close/>
                <a:moveTo>
                  <a:pt x="65781" y="96170"/>
                </a:moveTo>
                <a:lnTo>
                  <a:pt x="64513" y="94902"/>
                </a:lnTo>
                <a:lnTo>
                  <a:pt x="64513" y="93568"/>
                </a:lnTo>
                <a:lnTo>
                  <a:pt x="65347" y="92767"/>
                </a:lnTo>
                <a:lnTo>
                  <a:pt x="67148" y="92767"/>
                </a:lnTo>
                <a:lnTo>
                  <a:pt x="65781" y="94102"/>
                </a:lnTo>
                <a:close/>
                <a:moveTo>
                  <a:pt x="61578" y="95403"/>
                </a:moveTo>
                <a:lnTo>
                  <a:pt x="60677" y="94502"/>
                </a:lnTo>
                <a:lnTo>
                  <a:pt x="59410" y="94502"/>
                </a:lnTo>
                <a:lnTo>
                  <a:pt x="59410" y="93434"/>
                </a:lnTo>
                <a:lnTo>
                  <a:pt x="59310" y="93134"/>
                </a:lnTo>
                <a:lnTo>
                  <a:pt x="58542" y="92367"/>
                </a:lnTo>
                <a:lnTo>
                  <a:pt x="59310" y="91600"/>
                </a:lnTo>
                <a:lnTo>
                  <a:pt x="59410" y="91333"/>
                </a:lnTo>
                <a:lnTo>
                  <a:pt x="59410" y="90232"/>
                </a:lnTo>
                <a:lnTo>
                  <a:pt x="60677" y="90232"/>
                </a:lnTo>
                <a:lnTo>
                  <a:pt x="61578" y="89332"/>
                </a:lnTo>
                <a:lnTo>
                  <a:pt x="62445" y="90232"/>
                </a:lnTo>
                <a:lnTo>
                  <a:pt x="63713" y="90232"/>
                </a:lnTo>
                <a:lnTo>
                  <a:pt x="63713" y="91333"/>
                </a:lnTo>
                <a:lnTo>
                  <a:pt x="63846" y="91600"/>
                </a:lnTo>
                <a:lnTo>
                  <a:pt x="64613" y="92367"/>
                </a:lnTo>
                <a:lnTo>
                  <a:pt x="63846" y="93134"/>
                </a:lnTo>
                <a:lnTo>
                  <a:pt x="63713" y="93434"/>
                </a:lnTo>
                <a:lnTo>
                  <a:pt x="63713" y="94502"/>
                </a:lnTo>
                <a:lnTo>
                  <a:pt x="62445" y="94502"/>
                </a:lnTo>
                <a:close/>
                <a:moveTo>
                  <a:pt x="57341" y="96170"/>
                </a:moveTo>
                <a:lnTo>
                  <a:pt x="57341" y="94135"/>
                </a:lnTo>
                <a:lnTo>
                  <a:pt x="56007" y="92767"/>
                </a:lnTo>
                <a:lnTo>
                  <a:pt x="57808" y="92767"/>
                </a:lnTo>
                <a:lnTo>
                  <a:pt x="58642" y="93601"/>
                </a:lnTo>
                <a:lnTo>
                  <a:pt x="58642" y="94902"/>
                </a:lnTo>
                <a:close/>
                <a:moveTo>
                  <a:pt x="34992" y="96170"/>
                </a:moveTo>
                <a:lnTo>
                  <a:pt x="33725" y="94902"/>
                </a:lnTo>
                <a:lnTo>
                  <a:pt x="33725" y="93568"/>
                </a:lnTo>
                <a:lnTo>
                  <a:pt x="34525" y="92767"/>
                </a:lnTo>
                <a:lnTo>
                  <a:pt x="36360" y="92767"/>
                </a:lnTo>
                <a:lnTo>
                  <a:pt x="34992" y="94102"/>
                </a:lnTo>
                <a:close/>
                <a:moveTo>
                  <a:pt x="30789" y="95403"/>
                </a:moveTo>
                <a:lnTo>
                  <a:pt x="29889" y="94502"/>
                </a:lnTo>
                <a:lnTo>
                  <a:pt x="28621" y="94502"/>
                </a:lnTo>
                <a:lnTo>
                  <a:pt x="28621" y="93434"/>
                </a:lnTo>
                <a:lnTo>
                  <a:pt x="28521" y="93134"/>
                </a:lnTo>
                <a:lnTo>
                  <a:pt x="27754" y="92367"/>
                </a:lnTo>
                <a:lnTo>
                  <a:pt x="28521" y="91600"/>
                </a:lnTo>
                <a:lnTo>
                  <a:pt x="28621" y="91333"/>
                </a:lnTo>
                <a:lnTo>
                  <a:pt x="28621" y="90232"/>
                </a:lnTo>
                <a:lnTo>
                  <a:pt x="29889" y="90232"/>
                </a:lnTo>
                <a:lnTo>
                  <a:pt x="30789" y="89332"/>
                </a:lnTo>
                <a:lnTo>
                  <a:pt x="31656" y="90232"/>
                </a:lnTo>
                <a:lnTo>
                  <a:pt x="32924" y="90232"/>
                </a:lnTo>
                <a:lnTo>
                  <a:pt x="32924" y="91333"/>
                </a:lnTo>
                <a:lnTo>
                  <a:pt x="33057" y="91600"/>
                </a:lnTo>
                <a:lnTo>
                  <a:pt x="33825" y="92367"/>
                </a:lnTo>
                <a:lnTo>
                  <a:pt x="33057" y="93134"/>
                </a:lnTo>
                <a:lnTo>
                  <a:pt x="32924" y="93434"/>
                </a:lnTo>
                <a:lnTo>
                  <a:pt x="32924" y="94502"/>
                </a:lnTo>
                <a:lnTo>
                  <a:pt x="31656" y="94502"/>
                </a:lnTo>
                <a:close/>
                <a:moveTo>
                  <a:pt x="26553" y="96170"/>
                </a:moveTo>
                <a:lnTo>
                  <a:pt x="26553" y="94135"/>
                </a:lnTo>
                <a:lnTo>
                  <a:pt x="25219" y="92767"/>
                </a:lnTo>
                <a:lnTo>
                  <a:pt x="27020" y="92767"/>
                </a:lnTo>
                <a:lnTo>
                  <a:pt x="27854" y="93601"/>
                </a:lnTo>
                <a:lnTo>
                  <a:pt x="27854" y="94902"/>
                </a:lnTo>
                <a:close/>
                <a:moveTo>
                  <a:pt x="26553" y="26987"/>
                </a:moveTo>
                <a:lnTo>
                  <a:pt x="27854" y="28254"/>
                </a:lnTo>
                <a:lnTo>
                  <a:pt x="27854" y="29555"/>
                </a:lnTo>
                <a:lnTo>
                  <a:pt x="27020" y="30389"/>
                </a:lnTo>
                <a:lnTo>
                  <a:pt x="25219" y="30389"/>
                </a:lnTo>
                <a:lnTo>
                  <a:pt x="26553" y="29055"/>
                </a:lnTo>
                <a:lnTo>
                  <a:pt x="26553" y="26987"/>
                </a:lnTo>
                <a:close/>
                <a:moveTo>
                  <a:pt x="30789" y="27754"/>
                </a:moveTo>
                <a:lnTo>
                  <a:pt x="31656" y="28655"/>
                </a:lnTo>
                <a:lnTo>
                  <a:pt x="32924" y="28655"/>
                </a:lnTo>
                <a:lnTo>
                  <a:pt x="32924" y="29722"/>
                </a:lnTo>
                <a:lnTo>
                  <a:pt x="33057" y="30022"/>
                </a:lnTo>
                <a:lnTo>
                  <a:pt x="33825" y="30790"/>
                </a:lnTo>
                <a:lnTo>
                  <a:pt x="33057" y="31557"/>
                </a:lnTo>
                <a:lnTo>
                  <a:pt x="32924" y="31824"/>
                </a:lnTo>
                <a:lnTo>
                  <a:pt x="32924" y="32924"/>
                </a:lnTo>
                <a:lnTo>
                  <a:pt x="31656" y="32924"/>
                </a:lnTo>
                <a:lnTo>
                  <a:pt x="30789" y="33825"/>
                </a:lnTo>
                <a:lnTo>
                  <a:pt x="29889" y="32924"/>
                </a:lnTo>
                <a:lnTo>
                  <a:pt x="28621" y="32924"/>
                </a:lnTo>
                <a:lnTo>
                  <a:pt x="28621" y="31824"/>
                </a:lnTo>
                <a:lnTo>
                  <a:pt x="28521" y="31557"/>
                </a:lnTo>
                <a:lnTo>
                  <a:pt x="27754" y="30790"/>
                </a:lnTo>
                <a:lnTo>
                  <a:pt x="28521" y="30022"/>
                </a:lnTo>
                <a:lnTo>
                  <a:pt x="28621" y="29722"/>
                </a:lnTo>
                <a:lnTo>
                  <a:pt x="28621" y="28655"/>
                </a:lnTo>
                <a:lnTo>
                  <a:pt x="29889" y="28655"/>
                </a:lnTo>
                <a:close/>
                <a:moveTo>
                  <a:pt x="34992" y="26987"/>
                </a:moveTo>
                <a:lnTo>
                  <a:pt x="34992" y="29022"/>
                </a:lnTo>
                <a:lnTo>
                  <a:pt x="36360" y="30389"/>
                </a:lnTo>
                <a:lnTo>
                  <a:pt x="34525" y="30389"/>
                </a:lnTo>
                <a:lnTo>
                  <a:pt x="33725" y="29555"/>
                </a:lnTo>
                <a:lnTo>
                  <a:pt x="33725" y="28254"/>
                </a:lnTo>
                <a:close/>
                <a:moveTo>
                  <a:pt x="57341" y="26987"/>
                </a:moveTo>
                <a:lnTo>
                  <a:pt x="58642" y="28254"/>
                </a:lnTo>
                <a:lnTo>
                  <a:pt x="58642" y="29555"/>
                </a:lnTo>
                <a:lnTo>
                  <a:pt x="57808" y="30389"/>
                </a:lnTo>
                <a:lnTo>
                  <a:pt x="56007" y="30389"/>
                </a:lnTo>
                <a:lnTo>
                  <a:pt x="57341" y="29055"/>
                </a:lnTo>
                <a:close/>
                <a:moveTo>
                  <a:pt x="61578" y="27754"/>
                </a:moveTo>
                <a:lnTo>
                  <a:pt x="62445" y="28655"/>
                </a:lnTo>
                <a:lnTo>
                  <a:pt x="63713" y="28655"/>
                </a:lnTo>
                <a:lnTo>
                  <a:pt x="63713" y="29722"/>
                </a:lnTo>
                <a:lnTo>
                  <a:pt x="63846" y="30022"/>
                </a:lnTo>
                <a:lnTo>
                  <a:pt x="64613" y="30790"/>
                </a:lnTo>
                <a:lnTo>
                  <a:pt x="63846" y="31557"/>
                </a:lnTo>
                <a:lnTo>
                  <a:pt x="63713" y="31824"/>
                </a:lnTo>
                <a:lnTo>
                  <a:pt x="63713" y="32924"/>
                </a:lnTo>
                <a:lnTo>
                  <a:pt x="62445" y="32924"/>
                </a:lnTo>
                <a:lnTo>
                  <a:pt x="61578" y="33825"/>
                </a:lnTo>
                <a:lnTo>
                  <a:pt x="60677" y="32924"/>
                </a:lnTo>
                <a:lnTo>
                  <a:pt x="59410" y="32924"/>
                </a:lnTo>
                <a:lnTo>
                  <a:pt x="59410" y="31824"/>
                </a:lnTo>
                <a:lnTo>
                  <a:pt x="59310" y="31557"/>
                </a:lnTo>
                <a:lnTo>
                  <a:pt x="58542" y="30790"/>
                </a:lnTo>
                <a:lnTo>
                  <a:pt x="59310" y="30022"/>
                </a:lnTo>
                <a:lnTo>
                  <a:pt x="59410" y="29722"/>
                </a:lnTo>
                <a:lnTo>
                  <a:pt x="59410" y="28655"/>
                </a:lnTo>
                <a:lnTo>
                  <a:pt x="60677" y="28655"/>
                </a:lnTo>
                <a:close/>
                <a:moveTo>
                  <a:pt x="65781" y="26987"/>
                </a:moveTo>
                <a:lnTo>
                  <a:pt x="65781" y="29022"/>
                </a:lnTo>
                <a:lnTo>
                  <a:pt x="67148" y="30389"/>
                </a:lnTo>
                <a:lnTo>
                  <a:pt x="65347" y="30389"/>
                </a:lnTo>
                <a:lnTo>
                  <a:pt x="64513" y="29555"/>
                </a:lnTo>
                <a:lnTo>
                  <a:pt x="64513" y="28254"/>
                </a:lnTo>
                <a:close/>
                <a:moveTo>
                  <a:pt x="88130" y="26987"/>
                </a:moveTo>
                <a:lnTo>
                  <a:pt x="89431" y="28254"/>
                </a:lnTo>
                <a:lnTo>
                  <a:pt x="89431" y="29555"/>
                </a:lnTo>
                <a:lnTo>
                  <a:pt x="88597" y="30389"/>
                </a:lnTo>
                <a:lnTo>
                  <a:pt x="86796" y="30389"/>
                </a:lnTo>
                <a:lnTo>
                  <a:pt x="88130" y="29055"/>
                </a:lnTo>
                <a:lnTo>
                  <a:pt x="88130" y="26987"/>
                </a:lnTo>
                <a:close/>
                <a:moveTo>
                  <a:pt x="92366" y="27754"/>
                </a:moveTo>
                <a:lnTo>
                  <a:pt x="93267" y="28655"/>
                </a:lnTo>
                <a:lnTo>
                  <a:pt x="94501" y="28655"/>
                </a:lnTo>
                <a:lnTo>
                  <a:pt x="94501" y="29722"/>
                </a:lnTo>
                <a:lnTo>
                  <a:pt x="94635" y="30022"/>
                </a:lnTo>
                <a:lnTo>
                  <a:pt x="95402" y="30790"/>
                </a:lnTo>
                <a:lnTo>
                  <a:pt x="94635" y="31557"/>
                </a:lnTo>
                <a:lnTo>
                  <a:pt x="94501" y="31824"/>
                </a:lnTo>
                <a:lnTo>
                  <a:pt x="94501" y="32924"/>
                </a:lnTo>
                <a:lnTo>
                  <a:pt x="93267" y="32924"/>
                </a:lnTo>
                <a:lnTo>
                  <a:pt x="92366" y="33825"/>
                </a:lnTo>
                <a:lnTo>
                  <a:pt x="91466" y="32924"/>
                </a:lnTo>
                <a:lnTo>
                  <a:pt x="90232" y="32924"/>
                </a:lnTo>
                <a:lnTo>
                  <a:pt x="90232" y="31824"/>
                </a:lnTo>
                <a:lnTo>
                  <a:pt x="90098" y="31557"/>
                </a:lnTo>
                <a:lnTo>
                  <a:pt x="89331" y="30790"/>
                </a:lnTo>
                <a:lnTo>
                  <a:pt x="90098" y="30022"/>
                </a:lnTo>
                <a:lnTo>
                  <a:pt x="90232" y="29722"/>
                </a:lnTo>
                <a:lnTo>
                  <a:pt x="90232" y="28655"/>
                </a:lnTo>
                <a:lnTo>
                  <a:pt x="91466" y="28655"/>
                </a:lnTo>
                <a:close/>
                <a:moveTo>
                  <a:pt x="96569" y="26987"/>
                </a:moveTo>
                <a:lnTo>
                  <a:pt x="96569" y="29022"/>
                </a:lnTo>
                <a:lnTo>
                  <a:pt x="97937" y="30389"/>
                </a:lnTo>
                <a:lnTo>
                  <a:pt x="96136" y="30389"/>
                </a:lnTo>
                <a:lnTo>
                  <a:pt x="95302" y="29555"/>
                </a:lnTo>
                <a:lnTo>
                  <a:pt x="95302" y="28254"/>
                </a:lnTo>
                <a:close/>
                <a:moveTo>
                  <a:pt x="118952" y="26987"/>
                </a:moveTo>
                <a:lnTo>
                  <a:pt x="120220" y="28254"/>
                </a:lnTo>
                <a:lnTo>
                  <a:pt x="120220" y="29555"/>
                </a:lnTo>
                <a:lnTo>
                  <a:pt x="119386" y="30389"/>
                </a:lnTo>
                <a:lnTo>
                  <a:pt x="117584" y="30389"/>
                </a:lnTo>
                <a:lnTo>
                  <a:pt x="118952" y="29055"/>
                </a:lnTo>
                <a:lnTo>
                  <a:pt x="118952" y="26987"/>
                </a:lnTo>
                <a:close/>
                <a:moveTo>
                  <a:pt x="123155" y="27754"/>
                </a:moveTo>
                <a:lnTo>
                  <a:pt x="124056" y="28655"/>
                </a:lnTo>
                <a:lnTo>
                  <a:pt x="125290" y="28655"/>
                </a:lnTo>
                <a:lnTo>
                  <a:pt x="125290" y="29722"/>
                </a:lnTo>
                <a:lnTo>
                  <a:pt x="125423" y="30022"/>
                </a:lnTo>
                <a:lnTo>
                  <a:pt x="126191" y="30790"/>
                </a:lnTo>
                <a:lnTo>
                  <a:pt x="125423" y="31557"/>
                </a:lnTo>
                <a:lnTo>
                  <a:pt x="125290" y="31824"/>
                </a:lnTo>
                <a:lnTo>
                  <a:pt x="125290" y="32924"/>
                </a:lnTo>
                <a:lnTo>
                  <a:pt x="124056" y="32924"/>
                </a:lnTo>
                <a:lnTo>
                  <a:pt x="123155" y="33825"/>
                </a:lnTo>
                <a:lnTo>
                  <a:pt x="122254" y="32924"/>
                </a:lnTo>
                <a:lnTo>
                  <a:pt x="121020" y="32924"/>
                </a:lnTo>
                <a:lnTo>
                  <a:pt x="121020" y="31857"/>
                </a:lnTo>
                <a:lnTo>
                  <a:pt x="120887" y="31557"/>
                </a:lnTo>
                <a:lnTo>
                  <a:pt x="120120" y="30790"/>
                </a:lnTo>
                <a:lnTo>
                  <a:pt x="120887" y="30022"/>
                </a:lnTo>
                <a:lnTo>
                  <a:pt x="121020" y="29722"/>
                </a:lnTo>
                <a:lnTo>
                  <a:pt x="121020" y="28655"/>
                </a:lnTo>
                <a:lnTo>
                  <a:pt x="122254" y="28655"/>
                </a:lnTo>
                <a:close/>
                <a:moveTo>
                  <a:pt x="127391" y="26987"/>
                </a:moveTo>
                <a:lnTo>
                  <a:pt x="127391" y="29022"/>
                </a:lnTo>
                <a:lnTo>
                  <a:pt x="128726" y="30389"/>
                </a:lnTo>
                <a:lnTo>
                  <a:pt x="126924" y="30389"/>
                </a:lnTo>
                <a:lnTo>
                  <a:pt x="126091" y="29555"/>
                </a:lnTo>
                <a:lnTo>
                  <a:pt x="126091" y="28254"/>
                </a:lnTo>
                <a:close/>
                <a:moveTo>
                  <a:pt x="149741" y="26987"/>
                </a:moveTo>
                <a:lnTo>
                  <a:pt x="151008" y="28254"/>
                </a:lnTo>
                <a:lnTo>
                  <a:pt x="151008" y="29555"/>
                </a:lnTo>
                <a:lnTo>
                  <a:pt x="150174" y="30389"/>
                </a:lnTo>
                <a:lnTo>
                  <a:pt x="148373" y="30389"/>
                </a:lnTo>
                <a:lnTo>
                  <a:pt x="149741" y="29055"/>
                </a:lnTo>
                <a:lnTo>
                  <a:pt x="149741" y="26987"/>
                </a:lnTo>
                <a:close/>
                <a:moveTo>
                  <a:pt x="153944" y="27754"/>
                </a:moveTo>
                <a:lnTo>
                  <a:pt x="154844" y="28655"/>
                </a:lnTo>
                <a:lnTo>
                  <a:pt x="156112" y="28655"/>
                </a:lnTo>
                <a:lnTo>
                  <a:pt x="156112" y="29722"/>
                </a:lnTo>
                <a:lnTo>
                  <a:pt x="156212" y="30022"/>
                </a:lnTo>
                <a:lnTo>
                  <a:pt x="156979" y="30790"/>
                </a:lnTo>
                <a:lnTo>
                  <a:pt x="156212" y="31557"/>
                </a:lnTo>
                <a:lnTo>
                  <a:pt x="156112" y="31824"/>
                </a:lnTo>
                <a:lnTo>
                  <a:pt x="156112" y="32924"/>
                </a:lnTo>
                <a:lnTo>
                  <a:pt x="154844" y="32924"/>
                </a:lnTo>
                <a:lnTo>
                  <a:pt x="153944" y="33825"/>
                </a:lnTo>
                <a:lnTo>
                  <a:pt x="153076" y="32924"/>
                </a:lnTo>
                <a:lnTo>
                  <a:pt x="151809" y="32924"/>
                </a:lnTo>
                <a:lnTo>
                  <a:pt x="151809" y="31824"/>
                </a:lnTo>
                <a:lnTo>
                  <a:pt x="151675" y="31557"/>
                </a:lnTo>
                <a:lnTo>
                  <a:pt x="150908" y="30790"/>
                </a:lnTo>
                <a:lnTo>
                  <a:pt x="151675" y="30022"/>
                </a:lnTo>
                <a:lnTo>
                  <a:pt x="151809" y="29722"/>
                </a:lnTo>
                <a:lnTo>
                  <a:pt x="151809" y="28655"/>
                </a:lnTo>
                <a:lnTo>
                  <a:pt x="153076" y="28655"/>
                </a:lnTo>
                <a:close/>
                <a:moveTo>
                  <a:pt x="158180" y="26987"/>
                </a:moveTo>
                <a:lnTo>
                  <a:pt x="158180" y="29022"/>
                </a:lnTo>
                <a:lnTo>
                  <a:pt x="159514" y="30389"/>
                </a:lnTo>
                <a:lnTo>
                  <a:pt x="157713" y="30389"/>
                </a:lnTo>
                <a:lnTo>
                  <a:pt x="156879" y="29555"/>
                </a:lnTo>
                <a:lnTo>
                  <a:pt x="156879" y="28254"/>
                </a:lnTo>
                <a:close/>
                <a:moveTo>
                  <a:pt x="180529" y="26987"/>
                </a:moveTo>
                <a:lnTo>
                  <a:pt x="181797" y="28254"/>
                </a:lnTo>
                <a:lnTo>
                  <a:pt x="181797" y="29555"/>
                </a:lnTo>
                <a:lnTo>
                  <a:pt x="180963" y="30389"/>
                </a:lnTo>
                <a:lnTo>
                  <a:pt x="179162" y="30389"/>
                </a:lnTo>
                <a:lnTo>
                  <a:pt x="180529" y="29055"/>
                </a:lnTo>
                <a:lnTo>
                  <a:pt x="180529" y="26987"/>
                </a:lnTo>
                <a:close/>
                <a:moveTo>
                  <a:pt x="184732" y="27754"/>
                </a:moveTo>
                <a:lnTo>
                  <a:pt x="185633" y="28655"/>
                </a:lnTo>
                <a:lnTo>
                  <a:pt x="186901" y="28655"/>
                </a:lnTo>
                <a:lnTo>
                  <a:pt x="186901" y="29722"/>
                </a:lnTo>
                <a:lnTo>
                  <a:pt x="187001" y="30022"/>
                </a:lnTo>
                <a:lnTo>
                  <a:pt x="187768" y="30790"/>
                </a:lnTo>
                <a:lnTo>
                  <a:pt x="187001" y="31557"/>
                </a:lnTo>
                <a:lnTo>
                  <a:pt x="186901" y="31824"/>
                </a:lnTo>
                <a:lnTo>
                  <a:pt x="186901" y="32924"/>
                </a:lnTo>
                <a:lnTo>
                  <a:pt x="185633" y="32924"/>
                </a:lnTo>
                <a:lnTo>
                  <a:pt x="184732" y="33825"/>
                </a:lnTo>
                <a:lnTo>
                  <a:pt x="183865" y="32924"/>
                </a:lnTo>
                <a:lnTo>
                  <a:pt x="182598" y="32924"/>
                </a:lnTo>
                <a:lnTo>
                  <a:pt x="182598" y="31824"/>
                </a:lnTo>
                <a:lnTo>
                  <a:pt x="182464" y="31557"/>
                </a:lnTo>
                <a:lnTo>
                  <a:pt x="181697" y="30790"/>
                </a:lnTo>
                <a:lnTo>
                  <a:pt x="182464" y="30022"/>
                </a:lnTo>
                <a:lnTo>
                  <a:pt x="182598" y="29722"/>
                </a:lnTo>
                <a:lnTo>
                  <a:pt x="182598" y="28655"/>
                </a:lnTo>
                <a:lnTo>
                  <a:pt x="183865" y="28655"/>
                </a:lnTo>
                <a:close/>
                <a:moveTo>
                  <a:pt x="188969" y="26987"/>
                </a:moveTo>
                <a:lnTo>
                  <a:pt x="188969" y="29022"/>
                </a:lnTo>
                <a:lnTo>
                  <a:pt x="190303" y="30389"/>
                </a:lnTo>
                <a:lnTo>
                  <a:pt x="188502" y="30389"/>
                </a:lnTo>
                <a:lnTo>
                  <a:pt x="187668" y="29555"/>
                </a:lnTo>
                <a:lnTo>
                  <a:pt x="187668" y="28254"/>
                </a:lnTo>
                <a:close/>
                <a:moveTo>
                  <a:pt x="211318" y="26987"/>
                </a:moveTo>
                <a:lnTo>
                  <a:pt x="212586" y="28254"/>
                </a:lnTo>
                <a:lnTo>
                  <a:pt x="212586" y="29555"/>
                </a:lnTo>
                <a:lnTo>
                  <a:pt x="211785" y="30389"/>
                </a:lnTo>
                <a:lnTo>
                  <a:pt x="209950" y="30389"/>
                </a:lnTo>
                <a:lnTo>
                  <a:pt x="211318" y="29055"/>
                </a:lnTo>
                <a:lnTo>
                  <a:pt x="211318" y="26987"/>
                </a:lnTo>
                <a:close/>
                <a:moveTo>
                  <a:pt x="215521" y="27754"/>
                </a:moveTo>
                <a:lnTo>
                  <a:pt x="216422" y="28655"/>
                </a:lnTo>
                <a:lnTo>
                  <a:pt x="217689" y="28655"/>
                </a:lnTo>
                <a:lnTo>
                  <a:pt x="217689" y="29722"/>
                </a:lnTo>
                <a:lnTo>
                  <a:pt x="217789" y="30022"/>
                </a:lnTo>
                <a:lnTo>
                  <a:pt x="218557" y="30790"/>
                </a:lnTo>
                <a:lnTo>
                  <a:pt x="217789" y="31557"/>
                </a:lnTo>
                <a:lnTo>
                  <a:pt x="217689" y="31824"/>
                </a:lnTo>
                <a:lnTo>
                  <a:pt x="217689" y="32924"/>
                </a:lnTo>
                <a:lnTo>
                  <a:pt x="216422" y="32924"/>
                </a:lnTo>
                <a:lnTo>
                  <a:pt x="215521" y="33825"/>
                </a:lnTo>
                <a:lnTo>
                  <a:pt x="214654" y="32924"/>
                </a:lnTo>
                <a:lnTo>
                  <a:pt x="213386" y="32924"/>
                </a:lnTo>
                <a:lnTo>
                  <a:pt x="213386" y="31824"/>
                </a:lnTo>
                <a:lnTo>
                  <a:pt x="213286" y="31557"/>
                </a:lnTo>
                <a:lnTo>
                  <a:pt x="212486" y="30790"/>
                </a:lnTo>
                <a:lnTo>
                  <a:pt x="213286" y="30022"/>
                </a:lnTo>
                <a:lnTo>
                  <a:pt x="213386" y="29722"/>
                </a:lnTo>
                <a:lnTo>
                  <a:pt x="213386" y="28655"/>
                </a:lnTo>
                <a:lnTo>
                  <a:pt x="214654" y="28655"/>
                </a:lnTo>
                <a:close/>
                <a:moveTo>
                  <a:pt x="218056" y="89432"/>
                </a:moveTo>
                <a:lnTo>
                  <a:pt x="216755" y="89432"/>
                </a:lnTo>
                <a:lnTo>
                  <a:pt x="215921" y="88598"/>
                </a:lnTo>
                <a:lnTo>
                  <a:pt x="215921" y="86796"/>
                </a:lnTo>
                <a:lnTo>
                  <a:pt x="217156" y="88031"/>
                </a:lnTo>
                <a:lnTo>
                  <a:pt x="217456" y="88164"/>
                </a:lnTo>
                <a:lnTo>
                  <a:pt x="219324" y="88164"/>
                </a:lnTo>
                <a:close/>
                <a:moveTo>
                  <a:pt x="211785" y="91967"/>
                </a:moveTo>
                <a:lnTo>
                  <a:pt x="209950" y="91967"/>
                </a:lnTo>
                <a:lnTo>
                  <a:pt x="211318" y="90632"/>
                </a:lnTo>
                <a:lnTo>
                  <a:pt x="211318" y="88564"/>
                </a:lnTo>
                <a:lnTo>
                  <a:pt x="212586" y="89865"/>
                </a:lnTo>
                <a:lnTo>
                  <a:pt x="212586" y="91166"/>
                </a:lnTo>
                <a:close/>
                <a:moveTo>
                  <a:pt x="188502" y="91967"/>
                </a:moveTo>
                <a:lnTo>
                  <a:pt x="187668" y="91166"/>
                </a:lnTo>
                <a:lnTo>
                  <a:pt x="187668" y="89865"/>
                </a:lnTo>
                <a:lnTo>
                  <a:pt x="188969" y="88564"/>
                </a:lnTo>
                <a:lnTo>
                  <a:pt x="188969" y="90632"/>
                </a:lnTo>
                <a:lnTo>
                  <a:pt x="190303" y="91967"/>
                </a:lnTo>
                <a:lnTo>
                  <a:pt x="188502" y="91967"/>
                </a:lnTo>
                <a:close/>
                <a:moveTo>
                  <a:pt x="180996" y="91967"/>
                </a:moveTo>
                <a:lnTo>
                  <a:pt x="179162" y="91967"/>
                </a:lnTo>
                <a:lnTo>
                  <a:pt x="180529" y="90632"/>
                </a:lnTo>
                <a:lnTo>
                  <a:pt x="180529" y="88564"/>
                </a:lnTo>
                <a:lnTo>
                  <a:pt x="181797" y="89865"/>
                </a:lnTo>
                <a:lnTo>
                  <a:pt x="181797" y="91166"/>
                </a:lnTo>
                <a:close/>
                <a:moveTo>
                  <a:pt x="157713" y="91967"/>
                </a:moveTo>
                <a:lnTo>
                  <a:pt x="156879" y="91166"/>
                </a:lnTo>
                <a:lnTo>
                  <a:pt x="156879" y="89865"/>
                </a:lnTo>
                <a:lnTo>
                  <a:pt x="158180" y="88564"/>
                </a:lnTo>
                <a:lnTo>
                  <a:pt x="158180" y="90632"/>
                </a:lnTo>
                <a:lnTo>
                  <a:pt x="159514" y="91967"/>
                </a:lnTo>
                <a:lnTo>
                  <a:pt x="157713" y="91967"/>
                </a:lnTo>
                <a:close/>
                <a:moveTo>
                  <a:pt x="150174" y="91967"/>
                </a:moveTo>
                <a:lnTo>
                  <a:pt x="148373" y="91967"/>
                </a:lnTo>
                <a:lnTo>
                  <a:pt x="149741" y="90632"/>
                </a:lnTo>
                <a:lnTo>
                  <a:pt x="149741" y="88564"/>
                </a:lnTo>
                <a:lnTo>
                  <a:pt x="151008" y="89865"/>
                </a:lnTo>
                <a:lnTo>
                  <a:pt x="151008" y="91166"/>
                </a:lnTo>
                <a:close/>
                <a:moveTo>
                  <a:pt x="126924" y="91967"/>
                </a:moveTo>
                <a:lnTo>
                  <a:pt x="126091" y="91166"/>
                </a:lnTo>
                <a:lnTo>
                  <a:pt x="126091" y="89865"/>
                </a:lnTo>
                <a:lnTo>
                  <a:pt x="127358" y="88564"/>
                </a:lnTo>
                <a:lnTo>
                  <a:pt x="127358" y="90632"/>
                </a:lnTo>
                <a:lnTo>
                  <a:pt x="128726" y="91967"/>
                </a:lnTo>
                <a:lnTo>
                  <a:pt x="126924" y="91967"/>
                </a:lnTo>
                <a:close/>
                <a:moveTo>
                  <a:pt x="119386" y="91967"/>
                </a:moveTo>
                <a:lnTo>
                  <a:pt x="117584" y="91967"/>
                </a:lnTo>
                <a:lnTo>
                  <a:pt x="118952" y="90632"/>
                </a:lnTo>
                <a:lnTo>
                  <a:pt x="118952" y="88564"/>
                </a:lnTo>
                <a:lnTo>
                  <a:pt x="120220" y="89865"/>
                </a:lnTo>
                <a:lnTo>
                  <a:pt x="120220" y="91166"/>
                </a:lnTo>
                <a:close/>
                <a:moveTo>
                  <a:pt x="96136" y="91967"/>
                </a:moveTo>
                <a:lnTo>
                  <a:pt x="95302" y="91166"/>
                </a:lnTo>
                <a:lnTo>
                  <a:pt x="95302" y="89865"/>
                </a:lnTo>
                <a:lnTo>
                  <a:pt x="96569" y="88564"/>
                </a:lnTo>
                <a:lnTo>
                  <a:pt x="96569" y="90632"/>
                </a:lnTo>
                <a:lnTo>
                  <a:pt x="97937" y="91967"/>
                </a:lnTo>
                <a:lnTo>
                  <a:pt x="96136" y="91967"/>
                </a:lnTo>
                <a:close/>
                <a:moveTo>
                  <a:pt x="88597" y="91967"/>
                </a:moveTo>
                <a:lnTo>
                  <a:pt x="86796" y="91967"/>
                </a:lnTo>
                <a:lnTo>
                  <a:pt x="88130" y="90632"/>
                </a:lnTo>
                <a:lnTo>
                  <a:pt x="88130" y="88564"/>
                </a:lnTo>
                <a:lnTo>
                  <a:pt x="89431" y="89865"/>
                </a:lnTo>
                <a:lnTo>
                  <a:pt x="89431" y="91166"/>
                </a:lnTo>
                <a:close/>
                <a:moveTo>
                  <a:pt x="65347" y="91967"/>
                </a:moveTo>
                <a:lnTo>
                  <a:pt x="64513" y="91166"/>
                </a:lnTo>
                <a:lnTo>
                  <a:pt x="64513" y="89865"/>
                </a:lnTo>
                <a:lnTo>
                  <a:pt x="65781" y="88564"/>
                </a:lnTo>
                <a:lnTo>
                  <a:pt x="65781" y="90632"/>
                </a:lnTo>
                <a:lnTo>
                  <a:pt x="67148" y="91967"/>
                </a:lnTo>
                <a:lnTo>
                  <a:pt x="65347" y="91967"/>
                </a:lnTo>
                <a:close/>
                <a:moveTo>
                  <a:pt x="57808" y="91967"/>
                </a:moveTo>
                <a:lnTo>
                  <a:pt x="56007" y="91967"/>
                </a:lnTo>
                <a:lnTo>
                  <a:pt x="57341" y="90632"/>
                </a:lnTo>
                <a:lnTo>
                  <a:pt x="57341" y="88564"/>
                </a:lnTo>
                <a:lnTo>
                  <a:pt x="58642" y="89865"/>
                </a:lnTo>
                <a:lnTo>
                  <a:pt x="58642" y="91166"/>
                </a:lnTo>
                <a:close/>
                <a:moveTo>
                  <a:pt x="34525" y="91967"/>
                </a:moveTo>
                <a:lnTo>
                  <a:pt x="33725" y="91166"/>
                </a:lnTo>
                <a:lnTo>
                  <a:pt x="33725" y="89865"/>
                </a:lnTo>
                <a:lnTo>
                  <a:pt x="34992" y="88564"/>
                </a:lnTo>
                <a:lnTo>
                  <a:pt x="34992" y="90632"/>
                </a:lnTo>
                <a:lnTo>
                  <a:pt x="36360" y="91967"/>
                </a:lnTo>
                <a:lnTo>
                  <a:pt x="34525" y="91967"/>
                </a:lnTo>
                <a:close/>
                <a:moveTo>
                  <a:pt x="28254" y="89432"/>
                </a:moveTo>
                <a:lnTo>
                  <a:pt x="26986" y="88164"/>
                </a:lnTo>
                <a:lnTo>
                  <a:pt x="28854" y="88164"/>
                </a:lnTo>
                <a:lnTo>
                  <a:pt x="29155" y="88031"/>
                </a:lnTo>
                <a:lnTo>
                  <a:pt x="30389" y="86796"/>
                </a:lnTo>
                <a:lnTo>
                  <a:pt x="30389" y="88598"/>
                </a:lnTo>
                <a:lnTo>
                  <a:pt x="29555" y="89432"/>
                </a:lnTo>
                <a:lnTo>
                  <a:pt x="28254" y="89432"/>
                </a:lnTo>
                <a:close/>
                <a:moveTo>
                  <a:pt x="28254" y="33725"/>
                </a:moveTo>
                <a:lnTo>
                  <a:pt x="29555" y="33725"/>
                </a:lnTo>
                <a:lnTo>
                  <a:pt x="30389" y="34559"/>
                </a:lnTo>
                <a:lnTo>
                  <a:pt x="30389" y="36360"/>
                </a:lnTo>
                <a:lnTo>
                  <a:pt x="29155" y="35126"/>
                </a:lnTo>
                <a:lnTo>
                  <a:pt x="28854" y="34993"/>
                </a:lnTo>
                <a:lnTo>
                  <a:pt x="26986" y="34993"/>
                </a:lnTo>
                <a:close/>
                <a:moveTo>
                  <a:pt x="34525" y="31190"/>
                </a:moveTo>
                <a:lnTo>
                  <a:pt x="36360" y="31190"/>
                </a:lnTo>
                <a:lnTo>
                  <a:pt x="34992" y="32524"/>
                </a:lnTo>
                <a:lnTo>
                  <a:pt x="34992" y="34592"/>
                </a:lnTo>
                <a:lnTo>
                  <a:pt x="33725" y="33291"/>
                </a:lnTo>
                <a:lnTo>
                  <a:pt x="33725" y="31990"/>
                </a:lnTo>
                <a:close/>
                <a:moveTo>
                  <a:pt x="57808" y="31190"/>
                </a:moveTo>
                <a:lnTo>
                  <a:pt x="58642" y="31990"/>
                </a:lnTo>
                <a:lnTo>
                  <a:pt x="58642" y="33291"/>
                </a:lnTo>
                <a:lnTo>
                  <a:pt x="57341" y="34592"/>
                </a:lnTo>
                <a:lnTo>
                  <a:pt x="57341" y="32524"/>
                </a:lnTo>
                <a:lnTo>
                  <a:pt x="56007" y="31190"/>
                </a:lnTo>
                <a:lnTo>
                  <a:pt x="57808" y="31190"/>
                </a:lnTo>
                <a:close/>
                <a:moveTo>
                  <a:pt x="65347" y="31190"/>
                </a:moveTo>
                <a:lnTo>
                  <a:pt x="67148" y="31190"/>
                </a:lnTo>
                <a:lnTo>
                  <a:pt x="65781" y="32524"/>
                </a:lnTo>
                <a:lnTo>
                  <a:pt x="65781" y="34592"/>
                </a:lnTo>
                <a:lnTo>
                  <a:pt x="64513" y="33291"/>
                </a:lnTo>
                <a:lnTo>
                  <a:pt x="64513" y="31990"/>
                </a:lnTo>
                <a:close/>
                <a:moveTo>
                  <a:pt x="88597" y="31190"/>
                </a:moveTo>
                <a:lnTo>
                  <a:pt x="89431" y="31990"/>
                </a:lnTo>
                <a:lnTo>
                  <a:pt x="89431" y="33291"/>
                </a:lnTo>
                <a:lnTo>
                  <a:pt x="88130" y="34592"/>
                </a:lnTo>
                <a:lnTo>
                  <a:pt x="88130" y="32524"/>
                </a:lnTo>
                <a:lnTo>
                  <a:pt x="86796" y="31190"/>
                </a:lnTo>
                <a:lnTo>
                  <a:pt x="88597" y="31190"/>
                </a:lnTo>
                <a:close/>
                <a:moveTo>
                  <a:pt x="96136" y="31190"/>
                </a:moveTo>
                <a:lnTo>
                  <a:pt x="97937" y="31190"/>
                </a:lnTo>
                <a:lnTo>
                  <a:pt x="96569" y="32524"/>
                </a:lnTo>
                <a:lnTo>
                  <a:pt x="96569" y="34592"/>
                </a:lnTo>
                <a:lnTo>
                  <a:pt x="95302" y="33291"/>
                </a:lnTo>
                <a:lnTo>
                  <a:pt x="95302" y="31990"/>
                </a:lnTo>
                <a:close/>
                <a:moveTo>
                  <a:pt x="119386" y="31190"/>
                </a:moveTo>
                <a:lnTo>
                  <a:pt x="120220" y="31990"/>
                </a:lnTo>
                <a:lnTo>
                  <a:pt x="120220" y="33291"/>
                </a:lnTo>
                <a:lnTo>
                  <a:pt x="118952" y="34592"/>
                </a:lnTo>
                <a:lnTo>
                  <a:pt x="118952" y="32524"/>
                </a:lnTo>
                <a:lnTo>
                  <a:pt x="117584" y="31190"/>
                </a:lnTo>
                <a:lnTo>
                  <a:pt x="119386" y="31190"/>
                </a:lnTo>
                <a:close/>
                <a:moveTo>
                  <a:pt x="126924" y="31190"/>
                </a:moveTo>
                <a:lnTo>
                  <a:pt x="128726" y="31190"/>
                </a:lnTo>
                <a:lnTo>
                  <a:pt x="127391" y="32524"/>
                </a:lnTo>
                <a:lnTo>
                  <a:pt x="127391" y="34592"/>
                </a:lnTo>
                <a:lnTo>
                  <a:pt x="126091" y="33291"/>
                </a:lnTo>
                <a:lnTo>
                  <a:pt x="126091" y="31990"/>
                </a:lnTo>
                <a:close/>
                <a:moveTo>
                  <a:pt x="150174" y="31190"/>
                </a:moveTo>
                <a:lnTo>
                  <a:pt x="151008" y="31990"/>
                </a:lnTo>
                <a:lnTo>
                  <a:pt x="151008" y="33291"/>
                </a:lnTo>
                <a:lnTo>
                  <a:pt x="149741" y="34592"/>
                </a:lnTo>
                <a:lnTo>
                  <a:pt x="149741" y="32524"/>
                </a:lnTo>
                <a:lnTo>
                  <a:pt x="148373" y="31190"/>
                </a:lnTo>
                <a:lnTo>
                  <a:pt x="150174" y="31190"/>
                </a:lnTo>
                <a:close/>
                <a:moveTo>
                  <a:pt x="157713" y="31190"/>
                </a:moveTo>
                <a:lnTo>
                  <a:pt x="159514" y="31190"/>
                </a:lnTo>
                <a:lnTo>
                  <a:pt x="158180" y="32524"/>
                </a:lnTo>
                <a:lnTo>
                  <a:pt x="158180" y="34592"/>
                </a:lnTo>
                <a:lnTo>
                  <a:pt x="156879" y="33291"/>
                </a:lnTo>
                <a:lnTo>
                  <a:pt x="156879" y="31990"/>
                </a:lnTo>
                <a:close/>
                <a:moveTo>
                  <a:pt x="180996" y="31190"/>
                </a:moveTo>
                <a:lnTo>
                  <a:pt x="181797" y="31990"/>
                </a:lnTo>
                <a:lnTo>
                  <a:pt x="181797" y="33291"/>
                </a:lnTo>
                <a:lnTo>
                  <a:pt x="180529" y="34592"/>
                </a:lnTo>
                <a:lnTo>
                  <a:pt x="180529" y="32524"/>
                </a:lnTo>
                <a:lnTo>
                  <a:pt x="179162" y="31190"/>
                </a:lnTo>
                <a:lnTo>
                  <a:pt x="180996" y="31190"/>
                </a:lnTo>
                <a:close/>
                <a:moveTo>
                  <a:pt x="188502" y="31190"/>
                </a:moveTo>
                <a:lnTo>
                  <a:pt x="190303" y="31190"/>
                </a:lnTo>
                <a:lnTo>
                  <a:pt x="188969" y="32524"/>
                </a:lnTo>
                <a:lnTo>
                  <a:pt x="188969" y="34592"/>
                </a:lnTo>
                <a:lnTo>
                  <a:pt x="187668" y="33291"/>
                </a:lnTo>
                <a:lnTo>
                  <a:pt x="187668" y="31990"/>
                </a:lnTo>
                <a:close/>
                <a:moveTo>
                  <a:pt x="211785" y="31190"/>
                </a:moveTo>
                <a:lnTo>
                  <a:pt x="212586" y="31990"/>
                </a:lnTo>
                <a:lnTo>
                  <a:pt x="212586" y="33291"/>
                </a:lnTo>
                <a:lnTo>
                  <a:pt x="211318" y="34592"/>
                </a:lnTo>
                <a:lnTo>
                  <a:pt x="211318" y="32524"/>
                </a:lnTo>
                <a:lnTo>
                  <a:pt x="209950" y="31190"/>
                </a:lnTo>
                <a:lnTo>
                  <a:pt x="211785" y="31190"/>
                </a:lnTo>
                <a:close/>
                <a:moveTo>
                  <a:pt x="215121" y="57809"/>
                </a:moveTo>
                <a:lnTo>
                  <a:pt x="214320" y="58643"/>
                </a:lnTo>
                <a:lnTo>
                  <a:pt x="213019" y="58643"/>
                </a:lnTo>
                <a:lnTo>
                  <a:pt x="211718" y="57375"/>
                </a:lnTo>
                <a:lnTo>
                  <a:pt x="213620" y="57375"/>
                </a:lnTo>
                <a:lnTo>
                  <a:pt x="213887" y="57242"/>
                </a:lnTo>
                <a:lnTo>
                  <a:pt x="215121" y="56008"/>
                </a:lnTo>
                <a:close/>
                <a:moveTo>
                  <a:pt x="31189" y="65348"/>
                </a:moveTo>
                <a:lnTo>
                  <a:pt x="31990" y="64514"/>
                </a:lnTo>
                <a:lnTo>
                  <a:pt x="33291" y="64514"/>
                </a:lnTo>
                <a:lnTo>
                  <a:pt x="34592" y="65815"/>
                </a:lnTo>
                <a:lnTo>
                  <a:pt x="32691" y="65815"/>
                </a:lnTo>
                <a:lnTo>
                  <a:pt x="32424" y="65915"/>
                </a:lnTo>
                <a:lnTo>
                  <a:pt x="31156" y="67149"/>
                </a:lnTo>
                <a:lnTo>
                  <a:pt x="31156" y="65348"/>
                </a:lnTo>
                <a:close/>
                <a:moveTo>
                  <a:pt x="210618" y="86896"/>
                </a:moveTo>
                <a:lnTo>
                  <a:pt x="209083" y="85362"/>
                </a:lnTo>
                <a:lnTo>
                  <a:pt x="209083" y="80692"/>
                </a:lnTo>
                <a:lnTo>
                  <a:pt x="212419" y="77356"/>
                </a:lnTo>
                <a:lnTo>
                  <a:pt x="214587" y="77356"/>
                </a:lnTo>
                <a:lnTo>
                  <a:pt x="210618" y="81326"/>
                </a:lnTo>
                <a:lnTo>
                  <a:pt x="210618" y="86896"/>
                </a:lnTo>
                <a:close/>
                <a:moveTo>
                  <a:pt x="189636" y="86896"/>
                </a:moveTo>
                <a:lnTo>
                  <a:pt x="189636" y="81326"/>
                </a:lnTo>
                <a:lnTo>
                  <a:pt x="185700" y="77356"/>
                </a:lnTo>
                <a:lnTo>
                  <a:pt x="187868" y="77356"/>
                </a:lnTo>
                <a:lnTo>
                  <a:pt x="191170" y="80692"/>
                </a:lnTo>
                <a:lnTo>
                  <a:pt x="191170" y="85362"/>
                </a:lnTo>
                <a:close/>
                <a:moveTo>
                  <a:pt x="179829" y="86896"/>
                </a:moveTo>
                <a:lnTo>
                  <a:pt x="178294" y="85362"/>
                </a:lnTo>
                <a:lnTo>
                  <a:pt x="178294" y="80692"/>
                </a:lnTo>
                <a:lnTo>
                  <a:pt x="181630" y="77356"/>
                </a:lnTo>
                <a:lnTo>
                  <a:pt x="183798" y="77356"/>
                </a:lnTo>
                <a:lnTo>
                  <a:pt x="179829" y="81326"/>
                </a:lnTo>
                <a:lnTo>
                  <a:pt x="179829" y="86896"/>
                </a:lnTo>
                <a:close/>
                <a:moveTo>
                  <a:pt x="158847" y="86896"/>
                </a:moveTo>
                <a:lnTo>
                  <a:pt x="158847" y="81326"/>
                </a:lnTo>
                <a:lnTo>
                  <a:pt x="154911" y="77356"/>
                </a:lnTo>
                <a:lnTo>
                  <a:pt x="157079" y="77356"/>
                </a:lnTo>
                <a:lnTo>
                  <a:pt x="160382" y="80692"/>
                </a:lnTo>
                <a:lnTo>
                  <a:pt x="160382" y="85362"/>
                </a:lnTo>
                <a:close/>
                <a:moveTo>
                  <a:pt x="149040" y="86896"/>
                </a:moveTo>
                <a:lnTo>
                  <a:pt x="147506" y="85362"/>
                </a:lnTo>
                <a:lnTo>
                  <a:pt x="147506" y="80692"/>
                </a:lnTo>
                <a:lnTo>
                  <a:pt x="150842" y="77356"/>
                </a:lnTo>
                <a:lnTo>
                  <a:pt x="152976" y="77356"/>
                </a:lnTo>
                <a:lnTo>
                  <a:pt x="149040" y="81326"/>
                </a:lnTo>
                <a:lnTo>
                  <a:pt x="149040" y="86896"/>
                </a:lnTo>
                <a:close/>
                <a:moveTo>
                  <a:pt x="128059" y="86896"/>
                </a:moveTo>
                <a:lnTo>
                  <a:pt x="128059" y="81326"/>
                </a:lnTo>
                <a:lnTo>
                  <a:pt x="124122" y="77356"/>
                </a:lnTo>
                <a:lnTo>
                  <a:pt x="126291" y="77356"/>
                </a:lnTo>
                <a:lnTo>
                  <a:pt x="129593" y="80692"/>
                </a:lnTo>
                <a:lnTo>
                  <a:pt x="129593" y="85362"/>
                </a:lnTo>
                <a:close/>
                <a:moveTo>
                  <a:pt x="118252" y="86896"/>
                </a:moveTo>
                <a:lnTo>
                  <a:pt x="116717" y="85362"/>
                </a:lnTo>
                <a:lnTo>
                  <a:pt x="116717" y="80692"/>
                </a:lnTo>
                <a:lnTo>
                  <a:pt x="120053" y="77356"/>
                </a:lnTo>
                <a:lnTo>
                  <a:pt x="122188" y="77356"/>
                </a:lnTo>
                <a:lnTo>
                  <a:pt x="118252" y="81326"/>
                </a:lnTo>
                <a:close/>
                <a:moveTo>
                  <a:pt x="97270" y="86896"/>
                </a:moveTo>
                <a:lnTo>
                  <a:pt x="97270" y="81326"/>
                </a:lnTo>
                <a:lnTo>
                  <a:pt x="93334" y="77356"/>
                </a:lnTo>
                <a:lnTo>
                  <a:pt x="95469" y="77356"/>
                </a:lnTo>
                <a:lnTo>
                  <a:pt x="98804" y="80692"/>
                </a:lnTo>
                <a:lnTo>
                  <a:pt x="98804" y="85362"/>
                </a:lnTo>
                <a:close/>
                <a:moveTo>
                  <a:pt x="87463" y="86896"/>
                </a:moveTo>
                <a:lnTo>
                  <a:pt x="85929" y="85362"/>
                </a:lnTo>
                <a:lnTo>
                  <a:pt x="85929" y="80692"/>
                </a:lnTo>
                <a:lnTo>
                  <a:pt x="89231" y="77356"/>
                </a:lnTo>
                <a:lnTo>
                  <a:pt x="91399" y="77356"/>
                </a:lnTo>
                <a:lnTo>
                  <a:pt x="87463" y="81326"/>
                </a:lnTo>
                <a:close/>
                <a:moveTo>
                  <a:pt x="66481" y="86896"/>
                </a:moveTo>
                <a:lnTo>
                  <a:pt x="66481" y="81326"/>
                </a:lnTo>
                <a:lnTo>
                  <a:pt x="62545" y="77356"/>
                </a:lnTo>
                <a:lnTo>
                  <a:pt x="64713" y="77356"/>
                </a:lnTo>
                <a:lnTo>
                  <a:pt x="68016" y="80692"/>
                </a:lnTo>
                <a:lnTo>
                  <a:pt x="68016" y="85362"/>
                </a:lnTo>
                <a:close/>
                <a:moveTo>
                  <a:pt x="56674" y="86896"/>
                </a:moveTo>
                <a:lnTo>
                  <a:pt x="55140" y="85362"/>
                </a:lnTo>
                <a:lnTo>
                  <a:pt x="55140" y="80692"/>
                </a:lnTo>
                <a:lnTo>
                  <a:pt x="58442" y="77356"/>
                </a:lnTo>
                <a:lnTo>
                  <a:pt x="60610" y="77356"/>
                </a:lnTo>
                <a:lnTo>
                  <a:pt x="56674" y="81326"/>
                </a:lnTo>
                <a:close/>
                <a:moveTo>
                  <a:pt x="35693" y="86896"/>
                </a:moveTo>
                <a:lnTo>
                  <a:pt x="35693" y="81326"/>
                </a:lnTo>
                <a:lnTo>
                  <a:pt x="31723" y="77356"/>
                </a:lnTo>
                <a:lnTo>
                  <a:pt x="33891" y="77356"/>
                </a:lnTo>
                <a:lnTo>
                  <a:pt x="37227" y="80692"/>
                </a:lnTo>
                <a:lnTo>
                  <a:pt x="37227" y="85362"/>
                </a:lnTo>
                <a:close/>
                <a:moveTo>
                  <a:pt x="35693" y="36260"/>
                </a:moveTo>
                <a:lnTo>
                  <a:pt x="37227" y="37795"/>
                </a:lnTo>
                <a:lnTo>
                  <a:pt x="37227" y="42465"/>
                </a:lnTo>
                <a:lnTo>
                  <a:pt x="33891" y="45800"/>
                </a:lnTo>
                <a:lnTo>
                  <a:pt x="31723" y="45800"/>
                </a:lnTo>
                <a:lnTo>
                  <a:pt x="35693" y="41831"/>
                </a:lnTo>
                <a:lnTo>
                  <a:pt x="35693" y="36260"/>
                </a:lnTo>
                <a:close/>
                <a:moveTo>
                  <a:pt x="56674" y="36260"/>
                </a:moveTo>
                <a:lnTo>
                  <a:pt x="56674" y="41831"/>
                </a:lnTo>
                <a:lnTo>
                  <a:pt x="60610" y="45800"/>
                </a:lnTo>
                <a:lnTo>
                  <a:pt x="58442" y="45800"/>
                </a:lnTo>
                <a:lnTo>
                  <a:pt x="55140" y="42465"/>
                </a:lnTo>
                <a:lnTo>
                  <a:pt x="55140" y="37795"/>
                </a:lnTo>
                <a:close/>
                <a:moveTo>
                  <a:pt x="66481" y="36260"/>
                </a:moveTo>
                <a:lnTo>
                  <a:pt x="68016" y="37795"/>
                </a:lnTo>
                <a:lnTo>
                  <a:pt x="68016" y="42465"/>
                </a:lnTo>
                <a:lnTo>
                  <a:pt x="64680" y="45800"/>
                </a:lnTo>
                <a:lnTo>
                  <a:pt x="62512" y="45800"/>
                </a:lnTo>
                <a:lnTo>
                  <a:pt x="66481" y="41831"/>
                </a:lnTo>
                <a:lnTo>
                  <a:pt x="66481" y="36260"/>
                </a:lnTo>
                <a:close/>
                <a:moveTo>
                  <a:pt x="87463" y="36260"/>
                </a:moveTo>
                <a:lnTo>
                  <a:pt x="87463" y="41831"/>
                </a:lnTo>
                <a:lnTo>
                  <a:pt x="91399" y="45800"/>
                </a:lnTo>
                <a:lnTo>
                  <a:pt x="89231" y="45800"/>
                </a:lnTo>
                <a:lnTo>
                  <a:pt x="85929" y="42465"/>
                </a:lnTo>
                <a:lnTo>
                  <a:pt x="85929" y="37795"/>
                </a:lnTo>
                <a:close/>
                <a:moveTo>
                  <a:pt x="97270" y="36260"/>
                </a:moveTo>
                <a:lnTo>
                  <a:pt x="98804" y="37795"/>
                </a:lnTo>
                <a:lnTo>
                  <a:pt x="98804" y="42465"/>
                </a:lnTo>
                <a:lnTo>
                  <a:pt x="95469" y="45800"/>
                </a:lnTo>
                <a:lnTo>
                  <a:pt x="93334" y="45800"/>
                </a:lnTo>
                <a:lnTo>
                  <a:pt x="97270" y="41831"/>
                </a:lnTo>
                <a:close/>
                <a:moveTo>
                  <a:pt x="118252" y="36260"/>
                </a:moveTo>
                <a:lnTo>
                  <a:pt x="118252" y="41831"/>
                </a:lnTo>
                <a:lnTo>
                  <a:pt x="122188" y="45800"/>
                </a:lnTo>
                <a:lnTo>
                  <a:pt x="120053" y="45800"/>
                </a:lnTo>
                <a:lnTo>
                  <a:pt x="116717" y="42465"/>
                </a:lnTo>
                <a:lnTo>
                  <a:pt x="116717" y="37795"/>
                </a:lnTo>
                <a:close/>
                <a:moveTo>
                  <a:pt x="128059" y="36260"/>
                </a:moveTo>
                <a:lnTo>
                  <a:pt x="129593" y="37795"/>
                </a:lnTo>
                <a:lnTo>
                  <a:pt x="129593" y="42465"/>
                </a:lnTo>
                <a:lnTo>
                  <a:pt x="126291" y="45800"/>
                </a:lnTo>
                <a:lnTo>
                  <a:pt x="124122" y="45800"/>
                </a:lnTo>
                <a:lnTo>
                  <a:pt x="128059" y="41831"/>
                </a:lnTo>
                <a:lnTo>
                  <a:pt x="128059" y="36260"/>
                </a:lnTo>
                <a:close/>
                <a:moveTo>
                  <a:pt x="149040" y="36260"/>
                </a:moveTo>
                <a:lnTo>
                  <a:pt x="149040" y="41831"/>
                </a:lnTo>
                <a:lnTo>
                  <a:pt x="153010" y="45800"/>
                </a:lnTo>
                <a:lnTo>
                  <a:pt x="150842" y="45800"/>
                </a:lnTo>
                <a:lnTo>
                  <a:pt x="147506" y="42465"/>
                </a:lnTo>
                <a:lnTo>
                  <a:pt x="147506" y="37795"/>
                </a:lnTo>
                <a:close/>
                <a:moveTo>
                  <a:pt x="158847" y="36260"/>
                </a:moveTo>
                <a:lnTo>
                  <a:pt x="160382" y="37795"/>
                </a:lnTo>
                <a:lnTo>
                  <a:pt x="160382" y="42465"/>
                </a:lnTo>
                <a:lnTo>
                  <a:pt x="157079" y="45800"/>
                </a:lnTo>
                <a:lnTo>
                  <a:pt x="154911" y="45800"/>
                </a:lnTo>
                <a:lnTo>
                  <a:pt x="158847" y="41831"/>
                </a:lnTo>
                <a:lnTo>
                  <a:pt x="158847" y="36260"/>
                </a:lnTo>
                <a:close/>
                <a:moveTo>
                  <a:pt x="179829" y="36260"/>
                </a:moveTo>
                <a:lnTo>
                  <a:pt x="179829" y="41831"/>
                </a:lnTo>
                <a:lnTo>
                  <a:pt x="183798" y="45800"/>
                </a:lnTo>
                <a:lnTo>
                  <a:pt x="181630" y="45800"/>
                </a:lnTo>
                <a:lnTo>
                  <a:pt x="178294" y="42465"/>
                </a:lnTo>
                <a:lnTo>
                  <a:pt x="178294" y="37795"/>
                </a:lnTo>
                <a:close/>
                <a:moveTo>
                  <a:pt x="189636" y="36260"/>
                </a:moveTo>
                <a:lnTo>
                  <a:pt x="191170" y="37795"/>
                </a:lnTo>
                <a:lnTo>
                  <a:pt x="191170" y="42465"/>
                </a:lnTo>
                <a:lnTo>
                  <a:pt x="187868" y="45800"/>
                </a:lnTo>
                <a:lnTo>
                  <a:pt x="185700" y="45800"/>
                </a:lnTo>
                <a:lnTo>
                  <a:pt x="189636" y="41831"/>
                </a:lnTo>
                <a:lnTo>
                  <a:pt x="189636" y="36260"/>
                </a:lnTo>
                <a:close/>
                <a:moveTo>
                  <a:pt x="208549" y="68016"/>
                </a:moveTo>
                <a:lnTo>
                  <a:pt x="203846" y="68016"/>
                </a:lnTo>
                <a:lnTo>
                  <a:pt x="200544" y="64714"/>
                </a:lnTo>
                <a:lnTo>
                  <a:pt x="200544" y="62546"/>
                </a:lnTo>
                <a:lnTo>
                  <a:pt x="204480" y="66482"/>
                </a:lnTo>
                <a:lnTo>
                  <a:pt x="210084" y="66482"/>
                </a:lnTo>
                <a:close/>
                <a:moveTo>
                  <a:pt x="208916" y="76589"/>
                </a:moveTo>
                <a:lnTo>
                  <a:pt x="206648" y="74287"/>
                </a:lnTo>
                <a:lnTo>
                  <a:pt x="206648" y="71052"/>
                </a:lnTo>
                <a:lnTo>
                  <a:pt x="208316" y="69351"/>
                </a:lnTo>
                <a:lnTo>
                  <a:pt x="208316" y="73587"/>
                </a:lnTo>
                <a:lnTo>
                  <a:pt x="211285" y="76589"/>
                </a:lnTo>
                <a:lnTo>
                  <a:pt x="208916" y="76589"/>
                </a:lnTo>
                <a:close/>
                <a:moveTo>
                  <a:pt x="205848" y="82126"/>
                </a:moveTo>
                <a:lnTo>
                  <a:pt x="204513" y="80792"/>
                </a:lnTo>
                <a:lnTo>
                  <a:pt x="204513" y="78791"/>
                </a:lnTo>
                <a:lnTo>
                  <a:pt x="205948" y="77356"/>
                </a:lnTo>
                <a:lnTo>
                  <a:pt x="207816" y="77356"/>
                </a:lnTo>
                <a:lnTo>
                  <a:pt x="205848" y="79324"/>
                </a:lnTo>
                <a:close/>
                <a:moveTo>
                  <a:pt x="188969" y="76589"/>
                </a:moveTo>
                <a:lnTo>
                  <a:pt x="191971" y="73587"/>
                </a:lnTo>
                <a:lnTo>
                  <a:pt x="191971" y="69351"/>
                </a:lnTo>
                <a:lnTo>
                  <a:pt x="193639" y="71052"/>
                </a:lnTo>
                <a:lnTo>
                  <a:pt x="193639" y="74287"/>
                </a:lnTo>
                <a:lnTo>
                  <a:pt x="191337" y="76589"/>
                </a:lnTo>
                <a:close/>
                <a:moveTo>
                  <a:pt x="185700" y="76589"/>
                </a:moveTo>
                <a:lnTo>
                  <a:pt x="189636" y="72620"/>
                </a:lnTo>
                <a:lnTo>
                  <a:pt x="189636" y="67049"/>
                </a:lnTo>
                <a:lnTo>
                  <a:pt x="191170" y="68583"/>
                </a:lnTo>
                <a:lnTo>
                  <a:pt x="191170" y="73253"/>
                </a:lnTo>
                <a:lnTo>
                  <a:pt x="187868" y="76589"/>
                </a:lnTo>
                <a:lnTo>
                  <a:pt x="185700" y="76589"/>
                </a:lnTo>
                <a:close/>
                <a:moveTo>
                  <a:pt x="181630" y="76589"/>
                </a:moveTo>
                <a:lnTo>
                  <a:pt x="178294" y="73253"/>
                </a:lnTo>
                <a:lnTo>
                  <a:pt x="178294" y="68583"/>
                </a:lnTo>
                <a:lnTo>
                  <a:pt x="179829" y="67049"/>
                </a:lnTo>
                <a:lnTo>
                  <a:pt x="179829" y="72620"/>
                </a:lnTo>
                <a:lnTo>
                  <a:pt x="183798" y="76589"/>
                </a:lnTo>
                <a:lnTo>
                  <a:pt x="181630" y="76589"/>
                </a:lnTo>
                <a:close/>
                <a:moveTo>
                  <a:pt x="178128" y="76589"/>
                </a:moveTo>
                <a:lnTo>
                  <a:pt x="175826" y="74287"/>
                </a:lnTo>
                <a:lnTo>
                  <a:pt x="175826" y="71052"/>
                </a:lnTo>
                <a:lnTo>
                  <a:pt x="177527" y="69351"/>
                </a:lnTo>
                <a:lnTo>
                  <a:pt x="177527" y="73587"/>
                </a:lnTo>
                <a:lnTo>
                  <a:pt x="180496" y="76589"/>
                </a:lnTo>
                <a:lnTo>
                  <a:pt x="178128" y="76589"/>
                </a:lnTo>
                <a:close/>
                <a:moveTo>
                  <a:pt x="175059" y="82126"/>
                </a:moveTo>
                <a:lnTo>
                  <a:pt x="173725" y="80792"/>
                </a:lnTo>
                <a:lnTo>
                  <a:pt x="173725" y="78791"/>
                </a:lnTo>
                <a:lnTo>
                  <a:pt x="175159" y="77356"/>
                </a:lnTo>
                <a:lnTo>
                  <a:pt x="177027" y="77356"/>
                </a:lnTo>
                <a:lnTo>
                  <a:pt x="175059" y="79324"/>
                </a:lnTo>
                <a:close/>
                <a:moveTo>
                  <a:pt x="158180" y="76589"/>
                </a:moveTo>
                <a:lnTo>
                  <a:pt x="161182" y="73587"/>
                </a:lnTo>
                <a:lnTo>
                  <a:pt x="161182" y="69351"/>
                </a:lnTo>
                <a:lnTo>
                  <a:pt x="162850" y="71052"/>
                </a:lnTo>
                <a:lnTo>
                  <a:pt x="162850" y="74287"/>
                </a:lnTo>
                <a:lnTo>
                  <a:pt x="160548" y="76589"/>
                </a:lnTo>
                <a:close/>
                <a:moveTo>
                  <a:pt x="154911" y="76589"/>
                </a:moveTo>
                <a:lnTo>
                  <a:pt x="158847" y="72620"/>
                </a:lnTo>
                <a:lnTo>
                  <a:pt x="158847" y="67049"/>
                </a:lnTo>
                <a:lnTo>
                  <a:pt x="160382" y="68583"/>
                </a:lnTo>
                <a:lnTo>
                  <a:pt x="160382" y="73253"/>
                </a:lnTo>
                <a:lnTo>
                  <a:pt x="157079" y="76589"/>
                </a:lnTo>
                <a:lnTo>
                  <a:pt x="154911" y="76589"/>
                </a:lnTo>
                <a:close/>
                <a:moveTo>
                  <a:pt x="150842" y="76589"/>
                </a:moveTo>
                <a:lnTo>
                  <a:pt x="147506" y="73253"/>
                </a:lnTo>
                <a:lnTo>
                  <a:pt x="147506" y="68583"/>
                </a:lnTo>
                <a:lnTo>
                  <a:pt x="149040" y="67049"/>
                </a:lnTo>
                <a:lnTo>
                  <a:pt x="149040" y="72620"/>
                </a:lnTo>
                <a:lnTo>
                  <a:pt x="153010" y="76589"/>
                </a:lnTo>
                <a:lnTo>
                  <a:pt x="150842" y="76589"/>
                </a:lnTo>
                <a:close/>
                <a:moveTo>
                  <a:pt x="147339" y="76589"/>
                </a:moveTo>
                <a:lnTo>
                  <a:pt x="145037" y="74287"/>
                </a:lnTo>
                <a:lnTo>
                  <a:pt x="145037" y="71052"/>
                </a:lnTo>
                <a:lnTo>
                  <a:pt x="146739" y="69351"/>
                </a:lnTo>
                <a:lnTo>
                  <a:pt x="146739" y="73587"/>
                </a:lnTo>
                <a:lnTo>
                  <a:pt x="149707" y="76589"/>
                </a:lnTo>
                <a:lnTo>
                  <a:pt x="147339" y="76589"/>
                </a:lnTo>
                <a:close/>
                <a:moveTo>
                  <a:pt x="144270" y="82126"/>
                </a:moveTo>
                <a:lnTo>
                  <a:pt x="142936" y="80792"/>
                </a:lnTo>
                <a:lnTo>
                  <a:pt x="142936" y="78791"/>
                </a:lnTo>
                <a:lnTo>
                  <a:pt x="144370" y="77356"/>
                </a:lnTo>
                <a:lnTo>
                  <a:pt x="146238" y="77356"/>
                </a:lnTo>
                <a:lnTo>
                  <a:pt x="144270" y="79324"/>
                </a:lnTo>
                <a:close/>
                <a:moveTo>
                  <a:pt x="127391" y="76589"/>
                </a:moveTo>
                <a:lnTo>
                  <a:pt x="130394" y="73587"/>
                </a:lnTo>
                <a:lnTo>
                  <a:pt x="130394" y="69351"/>
                </a:lnTo>
                <a:lnTo>
                  <a:pt x="132061" y="71052"/>
                </a:lnTo>
                <a:lnTo>
                  <a:pt x="132061" y="74287"/>
                </a:lnTo>
                <a:lnTo>
                  <a:pt x="129760" y="76589"/>
                </a:lnTo>
                <a:close/>
                <a:moveTo>
                  <a:pt x="124122" y="76589"/>
                </a:moveTo>
                <a:lnTo>
                  <a:pt x="128059" y="72620"/>
                </a:lnTo>
                <a:lnTo>
                  <a:pt x="128059" y="67049"/>
                </a:lnTo>
                <a:lnTo>
                  <a:pt x="129593" y="68583"/>
                </a:lnTo>
                <a:lnTo>
                  <a:pt x="129593" y="73253"/>
                </a:lnTo>
                <a:lnTo>
                  <a:pt x="126291" y="76589"/>
                </a:lnTo>
                <a:lnTo>
                  <a:pt x="124122" y="76589"/>
                </a:lnTo>
                <a:close/>
                <a:moveTo>
                  <a:pt x="120053" y="76589"/>
                </a:moveTo>
                <a:lnTo>
                  <a:pt x="116717" y="73253"/>
                </a:lnTo>
                <a:lnTo>
                  <a:pt x="116717" y="68583"/>
                </a:lnTo>
                <a:lnTo>
                  <a:pt x="118252" y="67049"/>
                </a:lnTo>
                <a:lnTo>
                  <a:pt x="118252" y="72620"/>
                </a:lnTo>
                <a:lnTo>
                  <a:pt x="122188" y="76589"/>
                </a:lnTo>
                <a:lnTo>
                  <a:pt x="120053" y="76589"/>
                </a:lnTo>
                <a:close/>
                <a:moveTo>
                  <a:pt x="116550" y="76589"/>
                </a:moveTo>
                <a:lnTo>
                  <a:pt x="114249" y="74287"/>
                </a:lnTo>
                <a:lnTo>
                  <a:pt x="114249" y="71052"/>
                </a:lnTo>
                <a:lnTo>
                  <a:pt x="115950" y="69351"/>
                </a:lnTo>
                <a:lnTo>
                  <a:pt x="115950" y="73587"/>
                </a:lnTo>
                <a:lnTo>
                  <a:pt x="118919" y="76589"/>
                </a:lnTo>
                <a:lnTo>
                  <a:pt x="116550" y="76589"/>
                </a:lnTo>
                <a:close/>
                <a:moveTo>
                  <a:pt x="113482" y="82126"/>
                </a:moveTo>
                <a:lnTo>
                  <a:pt x="112147" y="80792"/>
                </a:lnTo>
                <a:lnTo>
                  <a:pt x="112147" y="78791"/>
                </a:lnTo>
                <a:lnTo>
                  <a:pt x="113582" y="77356"/>
                </a:lnTo>
                <a:lnTo>
                  <a:pt x="115450" y="77356"/>
                </a:lnTo>
                <a:lnTo>
                  <a:pt x="113482" y="79324"/>
                </a:lnTo>
                <a:close/>
                <a:moveTo>
                  <a:pt x="96603" y="76589"/>
                </a:moveTo>
                <a:lnTo>
                  <a:pt x="99605" y="73587"/>
                </a:lnTo>
                <a:lnTo>
                  <a:pt x="99605" y="69351"/>
                </a:lnTo>
                <a:lnTo>
                  <a:pt x="101273" y="71052"/>
                </a:lnTo>
                <a:lnTo>
                  <a:pt x="101273" y="74287"/>
                </a:lnTo>
                <a:lnTo>
                  <a:pt x="98971" y="76589"/>
                </a:lnTo>
                <a:close/>
                <a:moveTo>
                  <a:pt x="93334" y="76589"/>
                </a:moveTo>
                <a:lnTo>
                  <a:pt x="97270" y="72620"/>
                </a:lnTo>
                <a:lnTo>
                  <a:pt x="97270" y="67049"/>
                </a:lnTo>
                <a:lnTo>
                  <a:pt x="98804" y="68583"/>
                </a:lnTo>
                <a:lnTo>
                  <a:pt x="98804" y="73253"/>
                </a:lnTo>
                <a:lnTo>
                  <a:pt x="95469" y="76589"/>
                </a:lnTo>
                <a:lnTo>
                  <a:pt x="93334" y="76589"/>
                </a:lnTo>
                <a:close/>
                <a:moveTo>
                  <a:pt x="89231" y="76589"/>
                </a:moveTo>
                <a:lnTo>
                  <a:pt x="85929" y="73253"/>
                </a:lnTo>
                <a:lnTo>
                  <a:pt x="85929" y="68583"/>
                </a:lnTo>
                <a:lnTo>
                  <a:pt x="87463" y="67049"/>
                </a:lnTo>
                <a:lnTo>
                  <a:pt x="87463" y="72620"/>
                </a:lnTo>
                <a:lnTo>
                  <a:pt x="91399" y="76589"/>
                </a:lnTo>
                <a:lnTo>
                  <a:pt x="89231" y="76589"/>
                </a:lnTo>
                <a:close/>
                <a:moveTo>
                  <a:pt x="85762" y="76589"/>
                </a:moveTo>
                <a:lnTo>
                  <a:pt x="83460" y="74287"/>
                </a:lnTo>
                <a:lnTo>
                  <a:pt x="83460" y="71052"/>
                </a:lnTo>
                <a:lnTo>
                  <a:pt x="85128" y="69351"/>
                </a:lnTo>
                <a:lnTo>
                  <a:pt x="85128" y="73587"/>
                </a:lnTo>
                <a:lnTo>
                  <a:pt x="88130" y="76589"/>
                </a:lnTo>
                <a:lnTo>
                  <a:pt x="85762" y="76589"/>
                </a:lnTo>
                <a:close/>
                <a:moveTo>
                  <a:pt x="82660" y="82126"/>
                </a:moveTo>
                <a:lnTo>
                  <a:pt x="81359" y="80792"/>
                </a:lnTo>
                <a:lnTo>
                  <a:pt x="81359" y="78791"/>
                </a:lnTo>
                <a:lnTo>
                  <a:pt x="82793" y="77356"/>
                </a:lnTo>
                <a:lnTo>
                  <a:pt x="84628" y="77356"/>
                </a:lnTo>
                <a:lnTo>
                  <a:pt x="82660" y="79324"/>
                </a:lnTo>
                <a:close/>
                <a:moveTo>
                  <a:pt x="65814" y="76589"/>
                </a:moveTo>
                <a:lnTo>
                  <a:pt x="68816" y="73587"/>
                </a:lnTo>
                <a:lnTo>
                  <a:pt x="68816" y="69351"/>
                </a:lnTo>
                <a:lnTo>
                  <a:pt x="70484" y="71052"/>
                </a:lnTo>
                <a:lnTo>
                  <a:pt x="70484" y="74287"/>
                </a:lnTo>
                <a:lnTo>
                  <a:pt x="68183" y="76589"/>
                </a:lnTo>
                <a:close/>
                <a:moveTo>
                  <a:pt x="62512" y="76589"/>
                </a:moveTo>
                <a:lnTo>
                  <a:pt x="66481" y="72620"/>
                </a:lnTo>
                <a:lnTo>
                  <a:pt x="66481" y="67049"/>
                </a:lnTo>
                <a:lnTo>
                  <a:pt x="68016" y="68583"/>
                </a:lnTo>
                <a:lnTo>
                  <a:pt x="68016" y="73253"/>
                </a:lnTo>
                <a:lnTo>
                  <a:pt x="64680" y="76589"/>
                </a:lnTo>
                <a:lnTo>
                  <a:pt x="62512" y="76589"/>
                </a:lnTo>
                <a:close/>
                <a:moveTo>
                  <a:pt x="58442" y="76589"/>
                </a:moveTo>
                <a:lnTo>
                  <a:pt x="55140" y="73253"/>
                </a:lnTo>
                <a:lnTo>
                  <a:pt x="55140" y="68583"/>
                </a:lnTo>
                <a:lnTo>
                  <a:pt x="56674" y="67049"/>
                </a:lnTo>
                <a:lnTo>
                  <a:pt x="56674" y="72620"/>
                </a:lnTo>
                <a:lnTo>
                  <a:pt x="60610" y="76589"/>
                </a:lnTo>
                <a:lnTo>
                  <a:pt x="58442" y="76589"/>
                </a:lnTo>
                <a:close/>
                <a:moveTo>
                  <a:pt x="54973" y="76589"/>
                </a:moveTo>
                <a:lnTo>
                  <a:pt x="52671" y="74287"/>
                </a:lnTo>
                <a:lnTo>
                  <a:pt x="52671" y="71052"/>
                </a:lnTo>
                <a:lnTo>
                  <a:pt x="54339" y="69351"/>
                </a:lnTo>
                <a:lnTo>
                  <a:pt x="54339" y="73587"/>
                </a:lnTo>
                <a:lnTo>
                  <a:pt x="57341" y="76589"/>
                </a:lnTo>
                <a:lnTo>
                  <a:pt x="54973" y="76589"/>
                </a:lnTo>
                <a:close/>
                <a:moveTo>
                  <a:pt x="51871" y="82126"/>
                </a:moveTo>
                <a:lnTo>
                  <a:pt x="50570" y="80792"/>
                </a:lnTo>
                <a:lnTo>
                  <a:pt x="50570" y="78791"/>
                </a:lnTo>
                <a:lnTo>
                  <a:pt x="51971" y="77356"/>
                </a:lnTo>
                <a:lnTo>
                  <a:pt x="53839" y="77356"/>
                </a:lnTo>
                <a:lnTo>
                  <a:pt x="51871" y="79324"/>
                </a:lnTo>
                <a:close/>
                <a:moveTo>
                  <a:pt x="35026" y="76589"/>
                </a:moveTo>
                <a:lnTo>
                  <a:pt x="37994" y="73587"/>
                </a:lnTo>
                <a:lnTo>
                  <a:pt x="37994" y="69351"/>
                </a:lnTo>
                <a:lnTo>
                  <a:pt x="39696" y="71052"/>
                </a:lnTo>
                <a:lnTo>
                  <a:pt x="39696" y="74287"/>
                </a:lnTo>
                <a:lnTo>
                  <a:pt x="37394" y="76589"/>
                </a:lnTo>
                <a:close/>
                <a:moveTo>
                  <a:pt x="37761" y="55140"/>
                </a:moveTo>
                <a:lnTo>
                  <a:pt x="42464" y="55140"/>
                </a:lnTo>
                <a:lnTo>
                  <a:pt x="45767" y="58443"/>
                </a:lnTo>
                <a:lnTo>
                  <a:pt x="45767" y="60611"/>
                </a:lnTo>
                <a:lnTo>
                  <a:pt x="41830" y="56675"/>
                </a:lnTo>
                <a:lnTo>
                  <a:pt x="36226" y="56675"/>
                </a:lnTo>
                <a:close/>
                <a:moveTo>
                  <a:pt x="37394" y="46568"/>
                </a:moveTo>
                <a:lnTo>
                  <a:pt x="39696" y="48869"/>
                </a:lnTo>
                <a:lnTo>
                  <a:pt x="39696" y="52105"/>
                </a:lnTo>
                <a:lnTo>
                  <a:pt x="37994" y="53806"/>
                </a:lnTo>
                <a:lnTo>
                  <a:pt x="37994" y="49570"/>
                </a:lnTo>
                <a:lnTo>
                  <a:pt x="35026" y="46568"/>
                </a:lnTo>
                <a:close/>
                <a:moveTo>
                  <a:pt x="40463" y="41030"/>
                </a:moveTo>
                <a:lnTo>
                  <a:pt x="41797" y="42365"/>
                </a:lnTo>
                <a:lnTo>
                  <a:pt x="41797" y="44366"/>
                </a:lnTo>
                <a:lnTo>
                  <a:pt x="40363" y="45800"/>
                </a:lnTo>
                <a:lnTo>
                  <a:pt x="38495" y="45800"/>
                </a:lnTo>
                <a:lnTo>
                  <a:pt x="40463" y="43832"/>
                </a:lnTo>
                <a:close/>
                <a:moveTo>
                  <a:pt x="57341" y="46568"/>
                </a:moveTo>
                <a:lnTo>
                  <a:pt x="54339" y="49570"/>
                </a:lnTo>
                <a:lnTo>
                  <a:pt x="54339" y="53806"/>
                </a:lnTo>
                <a:lnTo>
                  <a:pt x="52671" y="52105"/>
                </a:lnTo>
                <a:lnTo>
                  <a:pt x="52671" y="48869"/>
                </a:lnTo>
                <a:lnTo>
                  <a:pt x="54973" y="46568"/>
                </a:lnTo>
                <a:close/>
                <a:moveTo>
                  <a:pt x="60610" y="46568"/>
                </a:moveTo>
                <a:lnTo>
                  <a:pt x="56674" y="50537"/>
                </a:lnTo>
                <a:lnTo>
                  <a:pt x="56674" y="56108"/>
                </a:lnTo>
                <a:lnTo>
                  <a:pt x="55140" y="54573"/>
                </a:lnTo>
                <a:lnTo>
                  <a:pt x="55140" y="49903"/>
                </a:lnTo>
                <a:lnTo>
                  <a:pt x="58442" y="46568"/>
                </a:lnTo>
                <a:close/>
                <a:moveTo>
                  <a:pt x="64680" y="46568"/>
                </a:moveTo>
                <a:lnTo>
                  <a:pt x="68016" y="49903"/>
                </a:lnTo>
                <a:lnTo>
                  <a:pt x="68016" y="54573"/>
                </a:lnTo>
                <a:lnTo>
                  <a:pt x="66481" y="56108"/>
                </a:lnTo>
                <a:lnTo>
                  <a:pt x="66481" y="50537"/>
                </a:lnTo>
                <a:lnTo>
                  <a:pt x="62545" y="46568"/>
                </a:lnTo>
                <a:close/>
                <a:moveTo>
                  <a:pt x="68183" y="46568"/>
                </a:moveTo>
                <a:lnTo>
                  <a:pt x="70484" y="48869"/>
                </a:lnTo>
                <a:lnTo>
                  <a:pt x="70484" y="52105"/>
                </a:lnTo>
                <a:lnTo>
                  <a:pt x="68783" y="53806"/>
                </a:lnTo>
                <a:lnTo>
                  <a:pt x="68783" y="49570"/>
                </a:lnTo>
                <a:lnTo>
                  <a:pt x="65814" y="46568"/>
                </a:lnTo>
                <a:close/>
                <a:moveTo>
                  <a:pt x="71251" y="41030"/>
                </a:moveTo>
                <a:lnTo>
                  <a:pt x="72586" y="42365"/>
                </a:lnTo>
                <a:lnTo>
                  <a:pt x="72586" y="44366"/>
                </a:lnTo>
                <a:lnTo>
                  <a:pt x="71151" y="45800"/>
                </a:lnTo>
                <a:lnTo>
                  <a:pt x="69283" y="45800"/>
                </a:lnTo>
                <a:lnTo>
                  <a:pt x="71251" y="43832"/>
                </a:lnTo>
                <a:lnTo>
                  <a:pt x="71251" y="41030"/>
                </a:lnTo>
                <a:close/>
                <a:moveTo>
                  <a:pt x="88130" y="46568"/>
                </a:moveTo>
                <a:lnTo>
                  <a:pt x="85128" y="49570"/>
                </a:lnTo>
                <a:lnTo>
                  <a:pt x="85128" y="53806"/>
                </a:lnTo>
                <a:lnTo>
                  <a:pt x="83460" y="52105"/>
                </a:lnTo>
                <a:lnTo>
                  <a:pt x="83460" y="48869"/>
                </a:lnTo>
                <a:lnTo>
                  <a:pt x="85762" y="46568"/>
                </a:lnTo>
                <a:close/>
                <a:moveTo>
                  <a:pt x="91399" y="46568"/>
                </a:moveTo>
                <a:lnTo>
                  <a:pt x="87463" y="50537"/>
                </a:lnTo>
                <a:lnTo>
                  <a:pt x="87463" y="56108"/>
                </a:lnTo>
                <a:lnTo>
                  <a:pt x="85929" y="54573"/>
                </a:lnTo>
                <a:lnTo>
                  <a:pt x="85929" y="49903"/>
                </a:lnTo>
                <a:lnTo>
                  <a:pt x="89231" y="46568"/>
                </a:lnTo>
                <a:close/>
                <a:moveTo>
                  <a:pt x="95469" y="46568"/>
                </a:moveTo>
                <a:lnTo>
                  <a:pt x="98804" y="49903"/>
                </a:lnTo>
                <a:lnTo>
                  <a:pt x="98804" y="54573"/>
                </a:lnTo>
                <a:lnTo>
                  <a:pt x="97270" y="56108"/>
                </a:lnTo>
                <a:lnTo>
                  <a:pt x="97270" y="50537"/>
                </a:lnTo>
                <a:lnTo>
                  <a:pt x="93334" y="46568"/>
                </a:lnTo>
                <a:close/>
                <a:moveTo>
                  <a:pt x="98971" y="46568"/>
                </a:moveTo>
                <a:lnTo>
                  <a:pt x="101273" y="48869"/>
                </a:lnTo>
                <a:lnTo>
                  <a:pt x="101273" y="52105"/>
                </a:lnTo>
                <a:lnTo>
                  <a:pt x="99572" y="53806"/>
                </a:lnTo>
                <a:lnTo>
                  <a:pt x="99572" y="49570"/>
                </a:lnTo>
                <a:lnTo>
                  <a:pt x="96603" y="46568"/>
                </a:lnTo>
                <a:close/>
                <a:moveTo>
                  <a:pt x="102040" y="41030"/>
                </a:moveTo>
                <a:lnTo>
                  <a:pt x="103374" y="42365"/>
                </a:lnTo>
                <a:lnTo>
                  <a:pt x="103374" y="44366"/>
                </a:lnTo>
                <a:lnTo>
                  <a:pt x="101940" y="45800"/>
                </a:lnTo>
                <a:lnTo>
                  <a:pt x="100072" y="45800"/>
                </a:lnTo>
                <a:lnTo>
                  <a:pt x="102040" y="43832"/>
                </a:lnTo>
                <a:close/>
                <a:moveTo>
                  <a:pt x="118919" y="46568"/>
                </a:moveTo>
                <a:lnTo>
                  <a:pt x="115917" y="49570"/>
                </a:lnTo>
                <a:lnTo>
                  <a:pt x="115917" y="53806"/>
                </a:lnTo>
                <a:lnTo>
                  <a:pt x="114249" y="52105"/>
                </a:lnTo>
                <a:lnTo>
                  <a:pt x="114249" y="48869"/>
                </a:lnTo>
                <a:lnTo>
                  <a:pt x="116550" y="46568"/>
                </a:lnTo>
                <a:close/>
                <a:moveTo>
                  <a:pt x="122188" y="46568"/>
                </a:moveTo>
                <a:lnTo>
                  <a:pt x="118252" y="50537"/>
                </a:lnTo>
                <a:lnTo>
                  <a:pt x="118252" y="56108"/>
                </a:lnTo>
                <a:lnTo>
                  <a:pt x="116717" y="54573"/>
                </a:lnTo>
                <a:lnTo>
                  <a:pt x="116717" y="49903"/>
                </a:lnTo>
                <a:lnTo>
                  <a:pt x="120053" y="46568"/>
                </a:lnTo>
                <a:close/>
                <a:moveTo>
                  <a:pt x="126291" y="46568"/>
                </a:moveTo>
                <a:lnTo>
                  <a:pt x="129593" y="49903"/>
                </a:lnTo>
                <a:lnTo>
                  <a:pt x="129593" y="54573"/>
                </a:lnTo>
                <a:lnTo>
                  <a:pt x="128059" y="56108"/>
                </a:lnTo>
                <a:lnTo>
                  <a:pt x="128059" y="50537"/>
                </a:lnTo>
                <a:lnTo>
                  <a:pt x="124122" y="46568"/>
                </a:lnTo>
                <a:close/>
                <a:moveTo>
                  <a:pt x="129760" y="46568"/>
                </a:moveTo>
                <a:lnTo>
                  <a:pt x="132061" y="48869"/>
                </a:lnTo>
                <a:lnTo>
                  <a:pt x="132061" y="52105"/>
                </a:lnTo>
                <a:lnTo>
                  <a:pt x="130394" y="53806"/>
                </a:lnTo>
                <a:lnTo>
                  <a:pt x="130394" y="49570"/>
                </a:lnTo>
                <a:lnTo>
                  <a:pt x="127391" y="46568"/>
                </a:lnTo>
                <a:close/>
                <a:moveTo>
                  <a:pt x="132862" y="41030"/>
                </a:moveTo>
                <a:lnTo>
                  <a:pt x="134163" y="42365"/>
                </a:lnTo>
                <a:lnTo>
                  <a:pt x="134163" y="44366"/>
                </a:lnTo>
                <a:lnTo>
                  <a:pt x="132729" y="45800"/>
                </a:lnTo>
                <a:lnTo>
                  <a:pt x="130894" y="45800"/>
                </a:lnTo>
                <a:lnTo>
                  <a:pt x="132862" y="43832"/>
                </a:lnTo>
                <a:close/>
                <a:moveTo>
                  <a:pt x="149707" y="46568"/>
                </a:moveTo>
                <a:lnTo>
                  <a:pt x="146739" y="49570"/>
                </a:lnTo>
                <a:lnTo>
                  <a:pt x="146739" y="53806"/>
                </a:lnTo>
                <a:lnTo>
                  <a:pt x="145037" y="52105"/>
                </a:lnTo>
                <a:lnTo>
                  <a:pt x="145037" y="48869"/>
                </a:lnTo>
                <a:lnTo>
                  <a:pt x="147339" y="46568"/>
                </a:lnTo>
                <a:close/>
                <a:moveTo>
                  <a:pt x="153010" y="46568"/>
                </a:moveTo>
                <a:lnTo>
                  <a:pt x="149040" y="50537"/>
                </a:lnTo>
                <a:lnTo>
                  <a:pt x="149040" y="56108"/>
                </a:lnTo>
                <a:lnTo>
                  <a:pt x="147506" y="54573"/>
                </a:lnTo>
                <a:lnTo>
                  <a:pt x="147506" y="49903"/>
                </a:lnTo>
                <a:lnTo>
                  <a:pt x="150842" y="46568"/>
                </a:lnTo>
                <a:close/>
                <a:moveTo>
                  <a:pt x="157079" y="46568"/>
                </a:moveTo>
                <a:lnTo>
                  <a:pt x="160382" y="49903"/>
                </a:lnTo>
                <a:lnTo>
                  <a:pt x="160382" y="54573"/>
                </a:lnTo>
                <a:lnTo>
                  <a:pt x="158847" y="56108"/>
                </a:lnTo>
                <a:lnTo>
                  <a:pt x="158847" y="50537"/>
                </a:lnTo>
                <a:lnTo>
                  <a:pt x="154911" y="46568"/>
                </a:lnTo>
                <a:close/>
                <a:moveTo>
                  <a:pt x="160548" y="46568"/>
                </a:moveTo>
                <a:lnTo>
                  <a:pt x="162850" y="48869"/>
                </a:lnTo>
                <a:lnTo>
                  <a:pt x="162850" y="52105"/>
                </a:lnTo>
                <a:lnTo>
                  <a:pt x="161182" y="53806"/>
                </a:lnTo>
                <a:lnTo>
                  <a:pt x="161182" y="49570"/>
                </a:lnTo>
                <a:lnTo>
                  <a:pt x="158180" y="46568"/>
                </a:lnTo>
                <a:close/>
                <a:moveTo>
                  <a:pt x="163651" y="41030"/>
                </a:moveTo>
                <a:lnTo>
                  <a:pt x="164952" y="42365"/>
                </a:lnTo>
                <a:lnTo>
                  <a:pt x="164952" y="44366"/>
                </a:lnTo>
                <a:lnTo>
                  <a:pt x="163551" y="45800"/>
                </a:lnTo>
                <a:lnTo>
                  <a:pt x="161683" y="45800"/>
                </a:lnTo>
                <a:lnTo>
                  <a:pt x="163651" y="43832"/>
                </a:lnTo>
                <a:close/>
                <a:moveTo>
                  <a:pt x="180496" y="46568"/>
                </a:moveTo>
                <a:lnTo>
                  <a:pt x="177494" y="49570"/>
                </a:lnTo>
                <a:lnTo>
                  <a:pt x="177494" y="53806"/>
                </a:lnTo>
                <a:lnTo>
                  <a:pt x="175826" y="52105"/>
                </a:lnTo>
                <a:lnTo>
                  <a:pt x="175826" y="48869"/>
                </a:lnTo>
                <a:lnTo>
                  <a:pt x="178128" y="46568"/>
                </a:lnTo>
                <a:close/>
                <a:moveTo>
                  <a:pt x="183798" y="46568"/>
                </a:moveTo>
                <a:lnTo>
                  <a:pt x="179829" y="50537"/>
                </a:lnTo>
                <a:lnTo>
                  <a:pt x="179829" y="56108"/>
                </a:lnTo>
                <a:lnTo>
                  <a:pt x="178294" y="54573"/>
                </a:lnTo>
                <a:lnTo>
                  <a:pt x="178294" y="49903"/>
                </a:lnTo>
                <a:lnTo>
                  <a:pt x="181630" y="46568"/>
                </a:lnTo>
                <a:close/>
                <a:moveTo>
                  <a:pt x="187868" y="46568"/>
                </a:moveTo>
                <a:lnTo>
                  <a:pt x="191170" y="49903"/>
                </a:lnTo>
                <a:lnTo>
                  <a:pt x="191170" y="54573"/>
                </a:lnTo>
                <a:lnTo>
                  <a:pt x="189636" y="56108"/>
                </a:lnTo>
                <a:lnTo>
                  <a:pt x="189636" y="50537"/>
                </a:lnTo>
                <a:lnTo>
                  <a:pt x="185700" y="46568"/>
                </a:lnTo>
                <a:close/>
                <a:moveTo>
                  <a:pt x="191337" y="46568"/>
                </a:moveTo>
                <a:lnTo>
                  <a:pt x="193639" y="48869"/>
                </a:lnTo>
                <a:lnTo>
                  <a:pt x="193639" y="52105"/>
                </a:lnTo>
                <a:lnTo>
                  <a:pt x="191971" y="53806"/>
                </a:lnTo>
                <a:lnTo>
                  <a:pt x="191971" y="49570"/>
                </a:lnTo>
                <a:lnTo>
                  <a:pt x="188969" y="46568"/>
                </a:lnTo>
                <a:close/>
                <a:moveTo>
                  <a:pt x="194439" y="41030"/>
                </a:moveTo>
                <a:lnTo>
                  <a:pt x="195740" y="42365"/>
                </a:lnTo>
                <a:lnTo>
                  <a:pt x="195740" y="44366"/>
                </a:lnTo>
                <a:lnTo>
                  <a:pt x="194339" y="45800"/>
                </a:lnTo>
                <a:lnTo>
                  <a:pt x="192471" y="45800"/>
                </a:lnTo>
                <a:lnTo>
                  <a:pt x="194439" y="43832"/>
                </a:lnTo>
                <a:close/>
                <a:moveTo>
                  <a:pt x="203979" y="72586"/>
                </a:moveTo>
                <a:lnTo>
                  <a:pt x="201945" y="72586"/>
                </a:lnTo>
                <a:lnTo>
                  <a:pt x="200544" y="71152"/>
                </a:lnTo>
                <a:lnTo>
                  <a:pt x="200544" y="69317"/>
                </a:lnTo>
                <a:lnTo>
                  <a:pt x="202512" y="71285"/>
                </a:lnTo>
                <a:lnTo>
                  <a:pt x="205280" y="71285"/>
                </a:lnTo>
                <a:close/>
                <a:moveTo>
                  <a:pt x="203846" y="75588"/>
                </a:moveTo>
                <a:lnTo>
                  <a:pt x="204847" y="76589"/>
                </a:lnTo>
                <a:lnTo>
                  <a:pt x="201077" y="76589"/>
                </a:lnTo>
                <a:lnTo>
                  <a:pt x="203746" y="73920"/>
                </a:lnTo>
                <a:lnTo>
                  <a:pt x="203746" y="75321"/>
                </a:lnTo>
                <a:close/>
                <a:moveTo>
                  <a:pt x="203746" y="80025"/>
                </a:moveTo>
                <a:lnTo>
                  <a:pt x="201077" y="77356"/>
                </a:lnTo>
                <a:lnTo>
                  <a:pt x="204847" y="77356"/>
                </a:lnTo>
                <a:lnTo>
                  <a:pt x="203746" y="78457"/>
                </a:lnTo>
                <a:lnTo>
                  <a:pt x="203746" y="80025"/>
                </a:lnTo>
                <a:close/>
                <a:moveTo>
                  <a:pt x="192538" y="68817"/>
                </a:moveTo>
                <a:lnTo>
                  <a:pt x="196741" y="68817"/>
                </a:lnTo>
                <a:lnTo>
                  <a:pt x="199743" y="65815"/>
                </a:lnTo>
                <a:lnTo>
                  <a:pt x="199743" y="68183"/>
                </a:lnTo>
                <a:lnTo>
                  <a:pt x="197441" y="70485"/>
                </a:lnTo>
                <a:lnTo>
                  <a:pt x="194206" y="70485"/>
                </a:lnTo>
                <a:close/>
                <a:moveTo>
                  <a:pt x="190203" y="66482"/>
                </a:moveTo>
                <a:lnTo>
                  <a:pt x="195807" y="66482"/>
                </a:lnTo>
                <a:lnTo>
                  <a:pt x="199743" y="62546"/>
                </a:lnTo>
                <a:lnTo>
                  <a:pt x="199743" y="64714"/>
                </a:lnTo>
                <a:lnTo>
                  <a:pt x="196441" y="68016"/>
                </a:lnTo>
                <a:lnTo>
                  <a:pt x="191737" y="68016"/>
                </a:lnTo>
                <a:close/>
                <a:moveTo>
                  <a:pt x="177761" y="68016"/>
                </a:moveTo>
                <a:lnTo>
                  <a:pt x="173057" y="68016"/>
                </a:lnTo>
                <a:lnTo>
                  <a:pt x="169755" y="64714"/>
                </a:lnTo>
                <a:lnTo>
                  <a:pt x="169755" y="62546"/>
                </a:lnTo>
                <a:lnTo>
                  <a:pt x="173691" y="66482"/>
                </a:lnTo>
                <a:lnTo>
                  <a:pt x="179262" y="66482"/>
                </a:lnTo>
                <a:close/>
                <a:moveTo>
                  <a:pt x="175292" y="70485"/>
                </a:moveTo>
                <a:lnTo>
                  <a:pt x="172023" y="70485"/>
                </a:lnTo>
                <a:lnTo>
                  <a:pt x="169755" y="68183"/>
                </a:lnTo>
                <a:lnTo>
                  <a:pt x="169755" y="65815"/>
                </a:lnTo>
                <a:lnTo>
                  <a:pt x="172724" y="68817"/>
                </a:lnTo>
                <a:lnTo>
                  <a:pt x="176960" y="68817"/>
                </a:lnTo>
                <a:close/>
                <a:moveTo>
                  <a:pt x="173191" y="72586"/>
                </a:moveTo>
                <a:lnTo>
                  <a:pt x="171156" y="72586"/>
                </a:lnTo>
                <a:lnTo>
                  <a:pt x="169755" y="71152"/>
                </a:lnTo>
                <a:lnTo>
                  <a:pt x="169755" y="69317"/>
                </a:lnTo>
                <a:lnTo>
                  <a:pt x="171723" y="71285"/>
                </a:lnTo>
                <a:lnTo>
                  <a:pt x="174492" y="71285"/>
                </a:lnTo>
                <a:close/>
                <a:moveTo>
                  <a:pt x="173057" y="75588"/>
                </a:moveTo>
                <a:lnTo>
                  <a:pt x="174025" y="76589"/>
                </a:lnTo>
                <a:lnTo>
                  <a:pt x="170289" y="76589"/>
                </a:lnTo>
                <a:lnTo>
                  <a:pt x="172957" y="73920"/>
                </a:lnTo>
                <a:lnTo>
                  <a:pt x="172957" y="75321"/>
                </a:lnTo>
                <a:close/>
                <a:moveTo>
                  <a:pt x="172957" y="80025"/>
                </a:moveTo>
                <a:lnTo>
                  <a:pt x="170289" y="77356"/>
                </a:lnTo>
                <a:lnTo>
                  <a:pt x="174025" y="77356"/>
                </a:lnTo>
                <a:lnTo>
                  <a:pt x="172957" y="78457"/>
                </a:lnTo>
                <a:lnTo>
                  <a:pt x="172957" y="80025"/>
                </a:lnTo>
                <a:close/>
                <a:moveTo>
                  <a:pt x="161749" y="68817"/>
                </a:moveTo>
                <a:lnTo>
                  <a:pt x="165786" y="68817"/>
                </a:lnTo>
                <a:lnTo>
                  <a:pt x="166086" y="68683"/>
                </a:lnTo>
                <a:lnTo>
                  <a:pt x="168954" y="65815"/>
                </a:lnTo>
                <a:lnTo>
                  <a:pt x="168954" y="68183"/>
                </a:lnTo>
                <a:lnTo>
                  <a:pt x="166653" y="70485"/>
                </a:lnTo>
                <a:lnTo>
                  <a:pt x="163417" y="70485"/>
                </a:lnTo>
                <a:close/>
                <a:moveTo>
                  <a:pt x="159414" y="66482"/>
                </a:moveTo>
                <a:lnTo>
                  <a:pt x="164985" y="66482"/>
                </a:lnTo>
                <a:lnTo>
                  <a:pt x="168954" y="62546"/>
                </a:lnTo>
                <a:lnTo>
                  <a:pt x="168954" y="64714"/>
                </a:lnTo>
                <a:lnTo>
                  <a:pt x="165619" y="68016"/>
                </a:lnTo>
                <a:lnTo>
                  <a:pt x="160949" y="68016"/>
                </a:lnTo>
                <a:close/>
                <a:moveTo>
                  <a:pt x="146939" y="68016"/>
                </a:moveTo>
                <a:lnTo>
                  <a:pt x="142269" y="68016"/>
                </a:lnTo>
                <a:lnTo>
                  <a:pt x="138933" y="64714"/>
                </a:lnTo>
                <a:lnTo>
                  <a:pt x="138933" y="62546"/>
                </a:lnTo>
                <a:lnTo>
                  <a:pt x="142903" y="66482"/>
                </a:lnTo>
                <a:lnTo>
                  <a:pt x="148473" y="66482"/>
                </a:lnTo>
                <a:close/>
                <a:moveTo>
                  <a:pt x="144504" y="70485"/>
                </a:moveTo>
                <a:lnTo>
                  <a:pt x="141235" y="70485"/>
                </a:lnTo>
                <a:lnTo>
                  <a:pt x="138933" y="68183"/>
                </a:lnTo>
                <a:lnTo>
                  <a:pt x="138933" y="65815"/>
                </a:lnTo>
                <a:lnTo>
                  <a:pt x="141835" y="68683"/>
                </a:lnTo>
                <a:lnTo>
                  <a:pt x="142102" y="68817"/>
                </a:lnTo>
                <a:lnTo>
                  <a:pt x="146172" y="68817"/>
                </a:lnTo>
                <a:close/>
                <a:moveTo>
                  <a:pt x="142369" y="72586"/>
                </a:moveTo>
                <a:lnTo>
                  <a:pt x="140367" y="72586"/>
                </a:lnTo>
                <a:lnTo>
                  <a:pt x="138933" y="71152"/>
                </a:lnTo>
                <a:lnTo>
                  <a:pt x="138933" y="69317"/>
                </a:lnTo>
                <a:lnTo>
                  <a:pt x="140901" y="71285"/>
                </a:lnTo>
                <a:lnTo>
                  <a:pt x="143703" y="71285"/>
                </a:lnTo>
                <a:close/>
                <a:moveTo>
                  <a:pt x="142269" y="75588"/>
                </a:moveTo>
                <a:lnTo>
                  <a:pt x="143236" y="76589"/>
                </a:lnTo>
                <a:lnTo>
                  <a:pt x="139500" y="76589"/>
                </a:lnTo>
                <a:lnTo>
                  <a:pt x="142135" y="73920"/>
                </a:lnTo>
                <a:lnTo>
                  <a:pt x="142135" y="75321"/>
                </a:lnTo>
                <a:close/>
                <a:moveTo>
                  <a:pt x="142135" y="80025"/>
                </a:moveTo>
                <a:lnTo>
                  <a:pt x="139500" y="77356"/>
                </a:lnTo>
                <a:lnTo>
                  <a:pt x="143236" y="77356"/>
                </a:lnTo>
                <a:lnTo>
                  <a:pt x="142135" y="78457"/>
                </a:lnTo>
                <a:lnTo>
                  <a:pt x="142135" y="80025"/>
                </a:lnTo>
                <a:close/>
                <a:moveTo>
                  <a:pt x="130927" y="68817"/>
                </a:moveTo>
                <a:lnTo>
                  <a:pt x="135164" y="68817"/>
                </a:lnTo>
                <a:lnTo>
                  <a:pt x="138166" y="65815"/>
                </a:lnTo>
                <a:lnTo>
                  <a:pt x="138166" y="68183"/>
                </a:lnTo>
                <a:lnTo>
                  <a:pt x="135864" y="70485"/>
                </a:lnTo>
                <a:lnTo>
                  <a:pt x="132629" y="70485"/>
                </a:lnTo>
                <a:close/>
                <a:moveTo>
                  <a:pt x="128626" y="66482"/>
                </a:moveTo>
                <a:lnTo>
                  <a:pt x="134196" y="66482"/>
                </a:lnTo>
                <a:lnTo>
                  <a:pt x="138166" y="62546"/>
                </a:lnTo>
                <a:lnTo>
                  <a:pt x="138166" y="64714"/>
                </a:lnTo>
                <a:lnTo>
                  <a:pt x="134830" y="68016"/>
                </a:lnTo>
                <a:lnTo>
                  <a:pt x="130160" y="68016"/>
                </a:lnTo>
                <a:close/>
                <a:moveTo>
                  <a:pt x="116150" y="68016"/>
                </a:moveTo>
                <a:lnTo>
                  <a:pt x="111480" y="68016"/>
                </a:lnTo>
                <a:lnTo>
                  <a:pt x="108144" y="64714"/>
                </a:lnTo>
                <a:lnTo>
                  <a:pt x="108144" y="62546"/>
                </a:lnTo>
                <a:lnTo>
                  <a:pt x="112114" y="66482"/>
                </a:lnTo>
                <a:lnTo>
                  <a:pt x="117685" y="66482"/>
                </a:lnTo>
                <a:close/>
                <a:moveTo>
                  <a:pt x="113682" y="70485"/>
                </a:moveTo>
                <a:lnTo>
                  <a:pt x="110446" y="70485"/>
                </a:lnTo>
                <a:lnTo>
                  <a:pt x="108144" y="68183"/>
                </a:lnTo>
                <a:lnTo>
                  <a:pt x="108144" y="65815"/>
                </a:lnTo>
                <a:lnTo>
                  <a:pt x="111147" y="68817"/>
                </a:lnTo>
                <a:lnTo>
                  <a:pt x="115383" y="68817"/>
                </a:lnTo>
                <a:close/>
                <a:moveTo>
                  <a:pt x="111580" y="72586"/>
                </a:moveTo>
                <a:lnTo>
                  <a:pt x="109579" y="72586"/>
                </a:lnTo>
                <a:lnTo>
                  <a:pt x="108144" y="71152"/>
                </a:lnTo>
                <a:lnTo>
                  <a:pt x="108144" y="69317"/>
                </a:lnTo>
                <a:lnTo>
                  <a:pt x="110112" y="71285"/>
                </a:lnTo>
                <a:lnTo>
                  <a:pt x="112914" y="71285"/>
                </a:lnTo>
                <a:close/>
                <a:moveTo>
                  <a:pt x="111480" y="75588"/>
                </a:moveTo>
                <a:lnTo>
                  <a:pt x="112447" y="76589"/>
                </a:lnTo>
                <a:lnTo>
                  <a:pt x="108711" y="76589"/>
                </a:lnTo>
                <a:lnTo>
                  <a:pt x="111347" y="73920"/>
                </a:lnTo>
                <a:lnTo>
                  <a:pt x="111347" y="75321"/>
                </a:lnTo>
                <a:close/>
                <a:moveTo>
                  <a:pt x="111347" y="80025"/>
                </a:moveTo>
                <a:lnTo>
                  <a:pt x="108711" y="77356"/>
                </a:lnTo>
                <a:lnTo>
                  <a:pt x="112447" y="77356"/>
                </a:lnTo>
                <a:lnTo>
                  <a:pt x="111347" y="78457"/>
                </a:lnTo>
                <a:close/>
                <a:moveTo>
                  <a:pt x="100139" y="68817"/>
                </a:moveTo>
                <a:lnTo>
                  <a:pt x="104208" y="68817"/>
                </a:lnTo>
                <a:lnTo>
                  <a:pt x="104475" y="68683"/>
                </a:lnTo>
                <a:lnTo>
                  <a:pt x="107377" y="65815"/>
                </a:lnTo>
                <a:lnTo>
                  <a:pt x="107377" y="68183"/>
                </a:lnTo>
                <a:lnTo>
                  <a:pt x="105076" y="70485"/>
                </a:lnTo>
                <a:lnTo>
                  <a:pt x="101807" y="70485"/>
                </a:lnTo>
                <a:close/>
                <a:moveTo>
                  <a:pt x="97837" y="66482"/>
                </a:moveTo>
                <a:lnTo>
                  <a:pt x="103408" y="66482"/>
                </a:lnTo>
                <a:lnTo>
                  <a:pt x="107377" y="62546"/>
                </a:lnTo>
                <a:lnTo>
                  <a:pt x="107377" y="64714"/>
                </a:lnTo>
                <a:lnTo>
                  <a:pt x="104041" y="68016"/>
                </a:lnTo>
                <a:lnTo>
                  <a:pt x="99371" y="68016"/>
                </a:lnTo>
                <a:close/>
                <a:moveTo>
                  <a:pt x="85361" y="68016"/>
                </a:moveTo>
                <a:lnTo>
                  <a:pt x="80691" y="68016"/>
                </a:lnTo>
                <a:lnTo>
                  <a:pt x="77356" y="64714"/>
                </a:lnTo>
                <a:lnTo>
                  <a:pt x="77356" y="62546"/>
                </a:lnTo>
                <a:lnTo>
                  <a:pt x="81325" y="66482"/>
                </a:lnTo>
                <a:lnTo>
                  <a:pt x="86896" y="66482"/>
                </a:lnTo>
                <a:close/>
                <a:moveTo>
                  <a:pt x="82893" y="70485"/>
                </a:moveTo>
                <a:lnTo>
                  <a:pt x="79657" y="70485"/>
                </a:lnTo>
                <a:lnTo>
                  <a:pt x="77356" y="68183"/>
                </a:lnTo>
                <a:lnTo>
                  <a:pt x="77356" y="65815"/>
                </a:lnTo>
                <a:lnTo>
                  <a:pt x="80224" y="68683"/>
                </a:lnTo>
                <a:lnTo>
                  <a:pt x="80525" y="68817"/>
                </a:lnTo>
                <a:lnTo>
                  <a:pt x="84594" y="68817"/>
                </a:lnTo>
                <a:close/>
                <a:moveTo>
                  <a:pt x="80792" y="72586"/>
                </a:moveTo>
                <a:lnTo>
                  <a:pt x="78790" y="72586"/>
                </a:lnTo>
                <a:lnTo>
                  <a:pt x="77356" y="71152"/>
                </a:lnTo>
                <a:lnTo>
                  <a:pt x="77356" y="69317"/>
                </a:lnTo>
                <a:lnTo>
                  <a:pt x="79324" y="71285"/>
                </a:lnTo>
                <a:lnTo>
                  <a:pt x="82126" y="71285"/>
                </a:lnTo>
                <a:close/>
                <a:moveTo>
                  <a:pt x="80691" y="75588"/>
                </a:moveTo>
                <a:lnTo>
                  <a:pt x="81659" y="76589"/>
                </a:lnTo>
                <a:lnTo>
                  <a:pt x="77923" y="76589"/>
                </a:lnTo>
                <a:lnTo>
                  <a:pt x="80558" y="73920"/>
                </a:lnTo>
                <a:lnTo>
                  <a:pt x="80558" y="75321"/>
                </a:lnTo>
                <a:close/>
                <a:moveTo>
                  <a:pt x="80558" y="80025"/>
                </a:moveTo>
                <a:lnTo>
                  <a:pt x="77923" y="77356"/>
                </a:lnTo>
                <a:lnTo>
                  <a:pt x="81659" y="77356"/>
                </a:lnTo>
                <a:lnTo>
                  <a:pt x="80558" y="78457"/>
                </a:lnTo>
                <a:close/>
                <a:moveTo>
                  <a:pt x="69350" y="68817"/>
                </a:moveTo>
                <a:lnTo>
                  <a:pt x="73586" y="68817"/>
                </a:lnTo>
                <a:lnTo>
                  <a:pt x="76589" y="65815"/>
                </a:lnTo>
                <a:lnTo>
                  <a:pt x="76589" y="68183"/>
                </a:lnTo>
                <a:lnTo>
                  <a:pt x="74287" y="70485"/>
                </a:lnTo>
                <a:lnTo>
                  <a:pt x="71018" y="70485"/>
                </a:lnTo>
                <a:close/>
                <a:moveTo>
                  <a:pt x="67048" y="66482"/>
                </a:moveTo>
                <a:lnTo>
                  <a:pt x="72619" y="66482"/>
                </a:lnTo>
                <a:lnTo>
                  <a:pt x="76589" y="62546"/>
                </a:lnTo>
                <a:lnTo>
                  <a:pt x="76589" y="64714"/>
                </a:lnTo>
                <a:lnTo>
                  <a:pt x="73253" y="68016"/>
                </a:lnTo>
                <a:lnTo>
                  <a:pt x="68583" y="68016"/>
                </a:lnTo>
                <a:close/>
                <a:moveTo>
                  <a:pt x="54573" y="68016"/>
                </a:moveTo>
                <a:lnTo>
                  <a:pt x="49903" y="68016"/>
                </a:lnTo>
                <a:lnTo>
                  <a:pt x="46567" y="64714"/>
                </a:lnTo>
                <a:lnTo>
                  <a:pt x="46567" y="62546"/>
                </a:lnTo>
                <a:lnTo>
                  <a:pt x="50537" y="66482"/>
                </a:lnTo>
                <a:lnTo>
                  <a:pt x="56107" y="66482"/>
                </a:lnTo>
                <a:close/>
                <a:moveTo>
                  <a:pt x="52104" y="70485"/>
                </a:moveTo>
                <a:lnTo>
                  <a:pt x="48869" y="70485"/>
                </a:lnTo>
                <a:lnTo>
                  <a:pt x="46567" y="68183"/>
                </a:lnTo>
                <a:lnTo>
                  <a:pt x="46567" y="65815"/>
                </a:lnTo>
                <a:lnTo>
                  <a:pt x="49569" y="68817"/>
                </a:lnTo>
                <a:lnTo>
                  <a:pt x="53806" y="68817"/>
                </a:lnTo>
                <a:close/>
                <a:moveTo>
                  <a:pt x="50003" y="72586"/>
                </a:moveTo>
                <a:lnTo>
                  <a:pt x="48001" y="72586"/>
                </a:lnTo>
                <a:lnTo>
                  <a:pt x="46567" y="71152"/>
                </a:lnTo>
                <a:lnTo>
                  <a:pt x="46567" y="69317"/>
                </a:lnTo>
                <a:lnTo>
                  <a:pt x="48535" y="71285"/>
                </a:lnTo>
                <a:lnTo>
                  <a:pt x="51337" y="71285"/>
                </a:lnTo>
                <a:close/>
                <a:moveTo>
                  <a:pt x="49903" y="75588"/>
                </a:moveTo>
                <a:lnTo>
                  <a:pt x="50870" y="76589"/>
                </a:lnTo>
                <a:lnTo>
                  <a:pt x="47134" y="76589"/>
                </a:lnTo>
                <a:lnTo>
                  <a:pt x="49769" y="73920"/>
                </a:lnTo>
                <a:lnTo>
                  <a:pt x="49769" y="75321"/>
                </a:lnTo>
                <a:close/>
                <a:moveTo>
                  <a:pt x="49769" y="80025"/>
                </a:moveTo>
                <a:lnTo>
                  <a:pt x="47134" y="77356"/>
                </a:lnTo>
                <a:lnTo>
                  <a:pt x="50870" y="77356"/>
                </a:lnTo>
                <a:lnTo>
                  <a:pt x="49769" y="78457"/>
                </a:lnTo>
                <a:close/>
                <a:moveTo>
                  <a:pt x="38561" y="68817"/>
                </a:moveTo>
                <a:lnTo>
                  <a:pt x="42631" y="68817"/>
                </a:lnTo>
                <a:lnTo>
                  <a:pt x="42898" y="68683"/>
                </a:lnTo>
                <a:lnTo>
                  <a:pt x="45800" y="65815"/>
                </a:lnTo>
                <a:lnTo>
                  <a:pt x="45800" y="68183"/>
                </a:lnTo>
                <a:lnTo>
                  <a:pt x="43498" y="70485"/>
                </a:lnTo>
                <a:lnTo>
                  <a:pt x="40229" y="70485"/>
                </a:lnTo>
                <a:close/>
                <a:moveTo>
                  <a:pt x="42364" y="50570"/>
                </a:moveTo>
                <a:lnTo>
                  <a:pt x="44366" y="50570"/>
                </a:lnTo>
                <a:lnTo>
                  <a:pt x="45767" y="52005"/>
                </a:lnTo>
                <a:lnTo>
                  <a:pt x="45767" y="53873"/>
                </a:lnTo>
                <a:lnTo>
                  <a:pt x="43798" y="51905"/>
                </a:lnTo>
                <a:lnTo>
                  <a:pt x="41030" y="51905"/>
                </a:lnTo>
                <a:close/>
                <a:moveTo>
                  <a:pt x="42464" y="47568"/>
                </a:moveTo>
                <a:lnTo>
                  <a:pt x="41497" y="46568"/>
                </a:lnTo>
                <a:lnTo>
                  <a:pt x="45233" y="46568"/>
                </a:lnTo>
                <a:lnTo>
                  <a:pt x="42564" y="49236"/>
                </a:lnTo>
                <a:lnTo>
                  <a:pt x="42564" y="47835"/>
                </a:lnTo>
                <a:close/>
                <a:moveTo>
                  <a:pt x="42564" y="43132"/>
                </a:moveTo>
                <a:lnTo>
                  <a:pt x="45233" y="45800"/>
                </a:lnTo>
                <a:lnTo>
                  <a:pt x="41497" y="45800"/>
                </a:lnTo>
                <a:lnTo>
                  <a:pt x="42564" y="44700"/>
                </a:lnTo>
                <a:lnTo>
                  <a:pt x="42564" y="43132"/>
                </a:lnTo>
                <a:close/>
                <a:moveTo>
                  <a:pt x="53806" y="54340"/>
                </a:moveTo>
                <a:lnTo>
                  <a:pt x="49569" y="54340"/>
                </a:lnTo>
                <a:lnTo>
                  <a:pt x="46567" y="57342"/>
                </a:lnTo>
                <a:lnTo>
                  <a:pt x="46567" y="54974"/>
                </a:lnTo>
                <a:lnTo>
                  <a:pt x="48869" y="52672"/>
                </a:lnTo>
                <a:lnTo>
                  <a:pt x="52104" y="52672"/>
                </a:lnTo>
                <a:close/>
                <a:moveTo>
                  <a:pt x="56107" y="56675"/>
                </a:moveTo>
                <a:lnTo>
                  <a:pt x="50537" y="56675"/>
                </a:lnTo>
                <a:lnTo>
                  <a:pt x="46567" y="60611"/>
                </a:lnTo>
                <a:lnTo>
                  <a:pt x="46567" y="58476"/>
                </a:lnTo>
                <a:lnTo>
                  <a:pt x="49903" y="55140"/>
                </a:lnTo>
                <a:lnTo>
                  <a:pt x="54573" y="55140"/>
                </a:lnTo>
                <a:close/>
                <a:moveTo>
                  <a:pt x="68583" y="55140"/>
                </a:moveTo>
                <a:lnTo>
                  <a:pt x="73253" y="55140"/>
                </a:lnTo>
                <a:lnTo>
                  <a:pt x="76555" y="58443"/>
                </a:lnTo>
                <a:lnTo>
                  <a:pt x="76555" y="60611"/>
                </a:lnTo>
                <a:lnTo>
                  <a:pt x="72619" y="56675"/>
                </a:lnTo>
                <a:lnTo>
                  <a:pt x="67048" y="56675"/>
                </a:lnTo>
                <a:close/>
                <a:moveTo>
                  <a:pt x="71018" y="52672"/>
                </a:moveTo>
                <a:lnTo>
                  <a:pt x="74287" y="52672"/>
                </a:lnTo>
                <a:lnTo>
                  <a:pt x="76589" y="54974"/>
                </a:lnTo>
                <a:lnTo>
                  <a:pt x="76589" y="57342"/>
                </a:lnTo>
                <a:lnTo>
                  <a:pt x="73586" y="54340"/>
                </a:lnTo>
                <a:lnTo>
                  <a:pt x="69350" y="54340"/>
                </a:lnTo>
                <a:close/>
                <a:moveTo>
                  <a:pt x="73153" y="50570"/>
                </a:moveTo>
                <a:lnTo>
                  <a:pt x="75154" y="50570"/>
                </a:lnTo>
                <a:lnTo>
                  <a:pt x="76555" y="52005"/>
                </a:lnTo>
                <a:lnTo>
                  <a:pt x="76555" y="53873"/>
                </a:lnTo>
                <a:lnTo>
                  <a:pt x="74587" y="51905"/>
                </a:lnTo>
                <a:lnTo>
                  <a:pt x="71818" y="51905"/>
                </a:lnTo>
                <a:close/>
                <a:moveTo>
                  <a:pt x="73253" y="47568"/>
                </a:moveTo>
                <a:lnTo>
                  <a:pt x="72285" y="46568"/>
                </a:lnTo>
                <a:lnTo>
                  <a:pt x="76021" y="46568"/>
                </a:lnTo>
                <a:lnTo>
                  <a:pt x="73386" y="49236"/>
                </a:lnTo>
                <a:lnTo>
                  <a:pt x="73386" y="47835"/>
                </a:lnTo>
                <a:close/>
                <a:moveTo>
                  <a:pt x="73386" y="43132"/>
                </a:moveTo>
                <a:lnTo>
                  <a:pt x="76021" y="45800"/>
                </a:lnTo>
                <a:lnTo>
                  <a:pt x="72285" y="45800"/>
                </a:lnTo>
                <a:lnTo>
                  <a:pt x="73386" y="44700"/>
                </a:lnTo>
                <a:close/>
                <a:moveTo>
                  <a:pt x="84561" y="54340"/>
                </a:moveTo>
                <a:lnTo>
                  <a:pt x="80525" y="54340"/>
                </a:lnTo>
                <a:lnTo>
                  <a:pt x="80224" y="54473"/>
                </a:lnTo>
                <a:lnTo>
                  <a:pt x="77356" y="57342"/>
                </a:lnTo>
                <a:lnTo>
                  <a:pt x="77356" y="54974"/>
                </a:lnTo>
                <a:lnTo>
                  <a:pt x="79657" y="52672"/>
                </a:lnTo>
                <a:lnTo>
                  <a:pt x="82893" y="52672"/>
                </a:lnTo>
                <a:close/>
                <a:moveTo>
                  <a:pt x="86896" y="56675"/>
                </a:moveTo>
                <a:lnTo>
                  <a:pt x="81325" y="56675"/>
                </a:lnTo>
                <a:lnTo>
                  <a:pt x="77356" y="60611"/>
                </a:lnTo>
                <a:lnTo>
                  <a:pt x="77356" y="58476"/>
                </a:lnTo>
                <a:lnTo>
                  <a:pt x="80691" y="55140"/>
                </a:lnTo>
                <a:lnTo>
                  <a:pt x="85361" y="55140"/>
                </a:lnTo>
                <a:close/>
                <a:moveTo>
                  <a:pt x="99371" y="55140"/>
                </a:moveTo>
                <a:lnTo>
                  <a:pt x="104041" y="55140"/>
                </a:lnTo>
                <a:lnTo>
                  <a:pt x="107377" y="58443"/>
                </a:lnTo>
                <a:lnTo>
                  <a:pt x="107377" y="60611"/>
                </a:lnTo>
                <a:lnTo>
                  <a:pt x="103408" y="56675"/>
                </a:lnTo>
                <a:lnTo>
                  <a:pt x="97837" y="56675"/>
                </a:lnTo>
                <a:close/>
                <a:moveTo>
                  <a:pt x="101840" y="52672"/>
                </a:moveTo>
                <a:lnTo>
                  <a:pt x="105076" y="52672"/>
                </a:lnTo>
                <a:lnTo>
                  <a:pt x="107377" y="54974"/>
                </a:lnTo>
                <a:lnTo>
                  <a:pt x="107377" y="57342"/>
                </a:lnTo>
                <a:lnTo>
                  <a:pt x="104508" y="54473"/>
                </a:lnTo>
                <a:lnTo>
                  <a:pt x="104208" y="54340"/>
                </a:lnTo>
                <a:lnTo>
                  <a:pt x="100139" y="54340"/>
                </a:lnTo>
                <a:close/>
                <a:moveTo>
                  <a:pt x="103941" y="50570"/>
                </a:moveTo>
                <a:lnTo>
                  <a:pt x="105943" y="50570"/>
                </a:lnTo>
                <a:lnTo>
                  <a:pt x="107377" y="52005"/>
                </a:lnTo>
                <a:lnTo>
                  <a:pt x="107377" y="53873"/>
                </a:lnTo>
                <a:lnTo>
                  <a:pt x="105409" y="51905"/>
                </a:lnTo>
                <a:lnTo>
                  <a:pt x="102607" y="51905"/>
                </a:lnTo>
                <a:close/>
                <a:moveTo>
                  <a:pt x="104041" y="47568"/>
                </a:moveTo>
                <a:lnTo>
                  <a:pt x="103074" y="46568"/>
                </a:lnTo>
                <a:lnTo>
                  <a:pt x="106810" y="46568"/>
                </a:lnTo>
                <a:lnTo>
                  <a:pt x="104175" y="49236"/>
                </a:lnTo>
                <a:lnTo>
                  <a:pt x="104175" y="47835"/>
                </a:lnTo>
                <a:close/>
                <a:moveTo>
                  <a:pt x="104175" y="43132"/>
                </a:moveTo>
                <a:lnTo>
                  <a:pt x="106810" y="45800"/>
                </a:lnTo>
                <a:lnTo>
                  <a:pt x="103074" y="45800"/>
                </a:lnTo>
                <a:lnTo>
                  <a:pt x="104175" y="44700"/>
                </a:lnTo>
                <a:close/>
                <a:moveTo>
                  <a:pt x="115383" y="54340"/>
                </a:moveTo>
                <a:lnTo>
                  <a:pt x="111147" y="54340"/>
                </a:lnTo>
                <a:lnTo>
                  <a:pt x="108144" y="57342"/>
                </a:lnTo>
                <a:lnTo>
                  <a:pt x="108144" y="54974"/>
                </a:lnTo>
                <a:lnTo>
                  <a:pt x="110446" y="52672"/>
                </a:lnTo>
                <a:lnTo>
                  <a:pt x="113682" y="52672"/>
                </a:lnTo>
                <a:close/>
                <a:moveTo>
                  <a:pt x="117685" y="56675"/>
                </a:moveTo>
                <a:lnTo>
                  <a:pt x="112114" y="56675"/>
                </a:lnTo>
                <a:lnTo>
                  <a:pt x="108144" y="60611"/>
                </a:lnTo>
                <a:lnTo>
                  <a:pt x="108144" y="58476"/>
                </a:lnTo>
                <a:lnTo>
                  <a:pt x="111480" y="55140"/>
                </a:lnTo>
                <a:lnTo>
                  <a:pt x="116150" y="55140"/>
                </a:lnTo>
                <a:close/>
                <a:moveTo>
                  <a:pt x="130160" y="55140"/>
                </a:moveTo>
                <a:lnTo>
                  <a:pt x="134830" y="55140"/>
                </a:lnTo>
                <a:lnTo>
                  <a:pt x="138166" y="58443"/>
                </a:lnTo>
                <a:lnTo>
                  <a:pt x="138166" y="60611"/>
                </a:lnTo>
                <a:lnTo>
                  <a:pt x="134196" y="56675"/>
                </a:lnTo>
                <a:lnTo>
                  <a:pt x="128626" y="56675"/>
                </a:lnTo>
                <a:close/>
                <a:moveTo>
                  <a:pt x="132629" y="52672"/>
                </a:moveTo>
                <a:lnTo>
                  <a:pt x="135864" y="52672"/>
                </a:lnTo>
                <a:lnTo>
                  <a:pt x="138166" y="54974"/>
                </a:lnTo>
                <a:lnTo>
                  <a:pt x="138166" y="57342"/>
                </a:lnTo>
                <a:lnTo>
                  <a:pt x="135164" y="54340"/>
                </a:lnTo>
                <a:lnTo>
                  <a:pt x="130927" y="54340"/>
                </a:lnTo>
                <a:close/>
                <a:moveTo>
                  <a:pt x="134730" y="50570"/>
                </a:moveTo>
                <a:lnTo>
                  <a:pt x="136731" y="50570"/>
                </a:lnTo>
                <a:lnTo>
                  <a:pt x="138166" y="52005"/>
                </a:lnTo>
                <a:lnTo>
                  <a:pt x="138166" y="53873"/>
                </a:lnTo>
                <a:lnTo>
                  <a:pt x="136198" y="51905"/>
                </a:lnTo>
                <a:lnTo>
                  <a:pt x="133396" y="51905"/>
                </a:lnTo>
                <a:close/>
                <a:moveTo>
                  <a:pt x="134830" y="47568"/>
                </a:moveTo>
                <a:lnTo>
                  <a:pt x="133863" y="46568"/>
                </a:lnTo>
                <a:lnTo>
                  <a:pt x="137599" y="46568"/>
                </a:lnTo>
                <a:lnTo>
                  <a:pt x="134964" y="49236"/>
                </a:lnTo>
                <a:lnTo>
                  <a:pt x="134964" y="47835"/>
                </a:lnTo>
                <a:close/>
                <a:moveTo>
                  <a:pt x="134964" y="43132"/>
                </a:moveTo>
                <a:lnTo>
                  <a:pt x="137599" y="45800"/>
                </a:lnTo>
                <a:lnTo>
                  <a:pt x="133863" y="45800"/>
                </a:lnTo>
                <a:lnTo>
                  <a:pt x="134964" y="44700"/>
                </a:lnTo>
                <a:lnTo>
                  <a:pt x="134964" y="43132"/>
                </a:lnTo>
                <a:close/>
                <a:moveTo>
                  <a:pt x="146172" y="54340"/>
                </a:moveTo>
                <a:lnTo>
                  <a:pt x="142102" y="54340"/>
                </a:lnTo>
                <a:lnTo>
                  <a:pt x="141835" y="54473"/>
                </a:lnTo>
                <a:lnTo>
                  <a:pt x="138933" y="57342"/>
                </a:lnTo>
                <a:lnTo>
                  <a:pt x="138933" y="54974"/>
                </a:lnTo>
                <a:lnTo>
                  <a:pt x="141235" y="52672"/>
                </a:lnTo>
                <a:lnTo>
                  <a:pt x="144504" y="52672"/>
                </a:lnTo>
                <a:close/>
                <a:moveTo>
                  <a:pt x="148473" y="56675"/>
                </a:moveTo>
                <a:lnTo>
                  <a:pt x="142903" y="56675"/>
                </a:lnTo>
                <a:lnTo>
                  <a:pt x="138966" y="60611"/>
                </a:lnTo>
                <a:lnTo>
                  <a:pt x="138966" y="58476"/>
                </a:lnTo>
                <a:lnTo>
                  <a:pt x="142269" y="55140"/>
                </a:lnTo>
                <a:lnTo>
                  <a:pt x="146972" y="55140"/>
                </a:lnTo>
                <a:close/>
                <a:moveTo>
                  <a:pt x="160949" y="55140"/>
                </a:moveTo>
                <a:lnTo>
                  <a:pt x="165619" y="55140"/>
                </a:lnTo>
                <a:lnTo>
                  <a:pt x="168954" y="58443"/>
                </a:lnTo>
                <a:lnTo>
                  <a:pt x="168954" y="60611"/>
                </a:lnTo>
                <a:lnTo>
                  <a:pt x="164985" y="56675"/>
                </a:lnTo>
                <a:lnTo>
                  <a:pt x="159414" y="56675"/>
                </a:lnTo>
                <a:close/>
                <a:moveTo>
                  <a:pt x="163417" y="52672"/>
                </a:moveTo>
                <a:lnTo>
                  <a:pt x="166653" y="52672"/>
                </a:lnTo>
                <a:lnTo>
                  <a:pt x="168954" y="54974"/>
                </a:lnTo>
                <a:lnTo>
                  <a:pt x="168954" y="57342"/>
                </a:lnTo>
                <a:lnTo>
                  <a:pt x="166086" y="54473"/>
                </a:lnTo>
                <a:lnTo>
                  <a:pt x="165786" y="54340"/>
                </a:lnTo>
                <a:lnTo>
                  <a:pt x="161716" y="54340"/>
                </a:lnTo>
                <a:close/>
                <a:moveTo>
                  <a:pt x="165519" y="50570"/>
                </a:moveTo>
                <a:lnTo>
                  <a:pt x="167520" y="50570"/>
                </a:lnTo>
                <a:lnTo>
                  <a:pt x="168954" y="52005"/>
                </a:lnTo>
                <a:lnTo>
                  <a:pt x="168954" y="53873"/>
                </a:lnTo>
                <a:lnTo>
                  <a:pt x="166986" y="51905"/>
                </a:lnTo>
                <a:lnTo>
                  <a:pt x="164184" y="51905"/>
                </a:lnTo>
                <a:close/>
                <a:moveTo>
                  <a:pt x="165619" y="47568"/>
                </a:moveTo>
                <a:lnTo>
                  <a:pt x="164651" y="46568"/>
                </a:lnTo>
                <a:lnTo>
                  <a:pt x="168387" y="46568"/>
                </a:lnTo>
                <a:lnTo>
                  <a:pt x="165752" y="49236"/>
                </a:lnTo>
                <a:lnTo>
                  <a:pt x="165752" y="47835"/>
                </a:lnTo>
                <a:close/>
                <a:moveTo>
                  <a:pt x="165752" y="43132"/>
                </a:moveTo>
                <a:lnTo>
                  <a:pt x="168387" y="45800"/>
                </a:lnTo>
                <a:lnTo>
                  <a:pt x="164651" y="45800"/>
                </a:lnTo>
                <a:lnTo>
                  <a:pt x="165752" y="44700"/>
                </a:lnTo>
                <a:lnTo>
                  <a:pt x="165752" y="43132"/>
                </a:lnTo>
                <a:close/>
                <a:moveTo>
                  <a:pt x="176960" y="54340"/>
                </a:moveTo>
                <a:lnTo>
                  <a:pt x="172724" y="54340"/>
                </a:lnTo>
                <a:lnTo>
                  <a:pt x="169755" y="57342"/>
                </a:lnTo>
                <a:lnTo>
                  <a:pt x="169755" y="54974"/>
                </a:lnTo>
                <a:lnTo>
                  <a:pt x="172023" y="52672"/>
                </a:lnTo>
                <a:lnTo>
                  <a:pt x="175292" y="52672"/>
                </a:lnTo>
                <a:close/>
                <a:moveTo>
                  <a:pt x="179262" y="56675"/>
                </a:moveTo>
                <a:lnTo>
                  <a:pt x="173691" y="56675"/>
                </a:lnTo>
                <a:lnTo>
                  <a:pt x="169755" y="60611"/>
                </a:lnTo>
                <a:lnTo>
                  <a:pt x="169755" y="58476"/>
                </a:lnTo>
                <a:lnTo>
                  <a:pt x="173057" y="55140"/>
                </a:lnTo>
                <a:lnTo>
                  <a:pt x="177727" y="55140"/>
                </a:lnTo>
                <a:close/>
                <a:moveTo>
                  <a:pt x="191737" y="55140"/>
                </a:moveTo>
                <a:lnTo>
                  <a:pt x="196441" y="55140"/>
                </a:lnTo>
                <a:lnTo>
                  <a:pt x="199743" y="58443"/>
                </a:lnTo>
                <a:lnTo>
                  <a:pt x="199743" y="60611"/>
                </a:lnTo>
                <a:lnTo>
                  <a:pt x="195807" y="56675"/>
                </a:lnTo>
                <a:lnTo>
                  <a:pt x="190203" y="56675"/>
                </a:lnTo>
                <a:close/>
                <a:moveTo>
                  <a:pt x="194206" y="52672"/>
                </a:moveTo>
                <a:lnTo>
                  <a:pt x="197441" y="52672"/>
                </a:lnTo>
                <a:lnTo>
                  <a:pt x="199743" y="54974"/>
                </a:lnTo>
                <a:lnTo>
                  <a:pt x="199743" y="57342"/>
                </a:lnTo>
                <a:lnTo>
                  <a:pt x="196741" y="54340"/>
                </a:lnTo>
                <a:lnTo>
                  <a:pt x="192538" y="54340"/>
                </a:lnTo>
                <a:close/>
                <a:moveTo>
                  <a:pt x="196307" y="50570"/>
                </a:moveTo>
                <a:lnTo>
                  <a:pt x="198309" y="50570"/>
                </a:lnTo>
                <a:lnTo>
                  <a:pt x="199743" y="52005"/>
                </a:lnTo>
                <a:lnTo>
                  <a:pt x="199743" y="53873"/>
                </a:lnTo>
                <a:lnTo>
                  <a:pt x="197775" y="51905"/>
                </a:lnTo>
                <a:lnTo>
                  <a:pt x="195006" y="51905"/>
                </a:lnTo>
                <a:close/>
                <a:moveTo>
                  <a:pt x="196407" y="47568"/>
                </a:moveTo>
                <a:lnTo>
                  <a:pt x="195440" y="46568"/>
                </a:lnTo>
                <a:lnTo>
                  <a:pt x="199176" y="46568"/>
                </a:lnTo>
                <a:lnTo>
                  <a:pt x="196541" y="49236"/>
                </a:lnTo>
                <a:lnTo>
                  <a:pt x="196541" y="47835"/>
                </a:lnTo>
                <a:close/>
                <a:moveTo>
                  <a:pt x="196541" y="43132"/>
                </a:moveTo>
                <a:lnTo>
                  <a:pt x="199176" y="45800"/>
                </a:lnTo>
                <a:lnTo>
                  <a:pt x="195440" y="45800"/>
                </a:lnTo>
                <a:lnTo>
                  <a:pt x="196541" y="44700"/>
                </a:lnTo>
                <a:lnTo>
                  <a:pt x="196541" y="43132"/>
                </a:lnTo>
                <a:close/>
                <a:moveTo>
                  <a:pt x="200544" y="47135"/>
                </a:moveTo>
                <a:lnTo>
                  <a:pt x="203179" y="49770"/>
                </a:lnTo>
                <a:lnTo>
                  <a:pt x="201644" y="49770"/>
                </a:lnTo>
                <a:lnTo>
                  <a:pt x="200544" y="50871"/>
                </a:lnTo>
                <a:close/>
                <a:moveTo>
                  <a:pt x="200544" y="52005"/>
                </a:moveTo>
                <a:lnTo>
                  <a:pt x="201945" y="50570"/>
                </a:lnTo>
                <a:lnTo>
                  <a:pt x="203979" y="50570"/>
                </a:lnTo>
                <a:lnTo>
                  <a:pt x="205280" y="51905"/>
                </a:lnTo>
                <a:lnTo>
                  <a:pt x="202512" y="51905"/>
                </a:lnTo>
                <a:lnTo>
                  <a:pt x="200544" y="53873"/>
                </a:lnTo>
                <a:close/>
                <a:moveTo>
                  <a:pt x="203746" y="47835"/>
                </a:moveTo>
                <a:lnTo>
                  <a:pt x="203746" y="49203"/>
                </a:lnTo>
                <a:lnTo>
                  <a:pt x="201077" y="46568"/>
                </a:lnTo>
                <a:lnTo>
                  <a:pt x="204847" y="46568"/>
                </a:lnTo>
                <a:lnTo>
                  <a:pt x="203846" y="47568"/>
                </a:lnTo>
                <a:close/>
                <a:moveTo>
                  <a:pt x="201077" y="45800"/>
                </a:moveTo>
                <a:lnTo>
                  <a:pt x="203746" y="43132"/>
                </a:lnTo>
                <a:lnTo>
                  <a:pt x="203746" y="44700"/>
                </a:lnTo>
                <a:lnTo>
                  <a:pt x="204847" y="45800"/>
                </a:lnTo>
                <a:lnTo>
                  <a:pt x="201077" y="45800"/>
                </a:lnTo>
                <a:close/>
                <a:moveTo>
                  <a:pt x="200544" y="45233"/>
                </a:moveTo>
                <a:lnTo>
                  <a:pt x="200544" y="41497"/>
                </a:lnTo>
                <a:lnTo>
                  <a:pt x="201644" y="42598"/>
                </a:lnTo>
                <a:lnTo>
                  <a:pt x="201778" y="42598"/>
                </a:lnTo>
                <a:lnTo>
                  <a:pt x="203179" y="42598"/>
                </a:lnTo>
                <a:close/>
                <a:moveTo>
                  <a:pt x="199743" y="45233"/>
                </a:moveTo>
                <a:lnTo>
                  <a:pt x="197108" y="42598"/>
                </a:lnTo>
                <a:lnTo>
                  <a:pt x="198476" y="42598"/>
                </a:lnTo>
                <a:lnTo>
                  <a:pt x="198776" y="42465"/>
                </a:lnTo>
                <a:lnTo>
                  <a:pt x="199743" y="41497"/>
                </a:lnTo>
                <a:lnTo>
                  <a:pt x="199743" y="45233"/>
                </a:lnTo>
                <a:close/>
                <a:moveTo>
                  <a:pt x="199743" y="47135"/>
                </a:moveTo>
                <a:lnTo>
                  <a:pt x="199743" y="50871"/>
                </a:lnTo>
                <a:lnTo>
                  <a:pt x="198776" y="49903"/>
                </a:lnTo>
                <a:lnTo>
                  <a:pt x="198476" y="49770"/>
                </a:lnTo>
                <a:lnTo>
                  <a:pt x="197108" y="49770"/>
                </a:lnTo>
                <a:close/>
                <a:moveTo>
                  <a:pt x="168954" y="76022"/>
                </a:moveTo>
                <a:lnTo>
                  <a:pt x="166319" y="73387"/>
                </a:lnTo>
                <a:lnTo>
                  <a:pt x="167854" y="73387"/>
                </a:lnTo>
                <a:lnTo>
                  <a:pt x="168954" y="72286"/>
                </a:lnTo>
                <a:close/>
                <a:moveTo>
                  <a:pt x="138166" y="76022"/>
                </a:moveTo>
                <a:lnTo>
                  <a:pt x="135531" y="73387"/>
                </a:lnTo>
                <a:lnTo>
                  <a:pt x="136898" y="73387"/>
                </a:lnTo>
                <a:lnTo>
                  <a:pt x="137165" y="73253"/>
                </a:lnTo>
                <a:lnTo>
                  <a:pt x="138166" y="72286"/>
                </a:lnTo>
                <a:lnTo>
                  <a:pt x="138166" y="76022"/>
                </a:lnTo>
                <a:close/>
                <a:moveTo>
                  <a:pt x="107377" y="76022"/>
                </a:moveTo>
                <a:lnTo>
                  <a:pt x="104709" y="73387"/>
                </a:lnTo>
                <a:lnTo>
                  <a:pt x="106276" y="73387"/>
                </a:lnTo>
                <a:lnTo>
                  <a:pt x="107377" y="72286"/>
                </a:lnTo>
                <a:close/>
                <a:moveTo>
                  <a:pt x="76589" y="76022"/>
                </a:moveTo>
                <a:lnTo>
                  <a:pt x="73920" y="73387"/>
                </a:lnTo>
                <a:lnTo>
                  <a:pt x="75321" y="73387"/>
                </a:lnTo>
                <a:lnTo>
                  <a:pt x="75588" y="73253"/>
                </a:lnTo>
                <a:lnTo>
                  <a:pt x="76555" y="72286"/>
                </a:lnTo>
                <a:lnTo>
                  <a:pt x="76555" y="76022"/>
                </a:lnTo>
                <a:close/>
                <a:moveTo>
                  <a:pt x="77356" y="47135"/>
                </a:moveTo>
                <a:lnTo>
                  <a:pt x="80024" y="49770"/>
                </a:lnTo>
                <a:lnTo>
                  <a:pt x="78457" y="49770"/>
                </a:lnTo>
                <a:lnTo>
                  <a:pt x="77356" y="50871"/>
                </a:lnTo>
                <a:close/>
                <a:moveTo>
                  <a:pt x="108144" y="47135"/>
                </a:moveTo>
                <a:lnTo>
                  <a:pt x="110813" y="49770"/>
                </a:lnTo>
                <a:lnTo>
                  <a:pt x="109412" y="49770"/>
                </a:lnTo>
                <a:lnTo>
                  <a:pt x="109145" y="49903"/>
                </a:lnTo>
                <a:lnTo>
                  <a:pt x="108144" y="50871"/>
                </a:lnTo>
                <a:lnTo>
                  <a:pt x="108144" y="47135"/>
                </a:lnTo>
                <a:close/>
                <a:moveTo>
                  <a:pt x="138933" y="47135"/>
                </a:moveTo>
                <a:lnTo>
                  <a:pt x="141602" y="49770"/>
                </a:lnTo>
                <a:lnTo>
                  <a:pt x="140034" y="49770"/>
                </a:lnTo>
                <a:lnTo>
                  <a:pt x="138933" y="50871"/>
                </a:lnTo>
                <a:close/>
                <a:moveTo>
                  <a:pt x="169755" y="47135"/>
                </a:moveTo>
                <a:lnTo>
                  <a:pt x="172390" y="49770"/>
                </a:lnTo>
                <a:lnTo>
                  <a:pt x="170989" y="49770"/>
                </a:lnTo>
                <a:lnTo>
                  <a:pt x="170722" y="49903"/>
                </a:lnTo>
                <a:lnTo>
                  <a:pt x="169755" y="50871"/>
                </a:lnTo>
                <a:lnTo>
                  <a:pt x="169755" y="47135"/>
                </a:lnTo>
                <a:close/>
                <a:moveTo>
                  <a:pt x="188969" y="65381"/>
                </a:moveTo>
                <a:lnTo>
                  <a:pt x="187668" y="64080"/>
                </a:lnTo>
                <a:lnTo>
                  <a:pt x="187668" y="62779"/>
                </a:lnTo>
                <a:lnTo>
                  <a:pt x="188502" y="61979"/>
                </a:lnTo>
                <a:lnTo>
                  <a:pt x="190303" y="61979"/>
                </a:lnTo>
                <a:lnTo>
                  <a:pt x="188969" y="63313"/>
                </a:lnTo>
                <a:lnTo>
                  <a:pt x="188969" y="65381"/>
                </a:lnTo>
                <a:close/>
                <a:moveTo>
                  <a:pt x="184732" y="64614"/>
                </a:moveTo>
                <a:lnTo>
                  <a:pt x="183865" y="63713"/>
                </a:lnTo>
                <a:lnTo>
                  <a:pt x="182598" y="63713"/>
                </a:lnTo>
                <a:lnTo>
                  <a:pt x="182598" y="62646"/>
                </a:lnTo>
                <a:lnTo>
                  <a:pt x="182464" y="62346"/>
                </a:lnTo>
                <a:lnTo>
                  <a:pt x="181697" y="61578"/>
                </a:lnTo>
                <a:lnTo>
                  <a:pt x="182464" y="60811"/>
                </a:lnTo>
                <a:lnTo>
                  <a:pt x="182598" y="60544"/>
                </a:lnTo>
                <a:lnTo>
                  <a:pt x="182598" y="59443"/>
                </a:lnTo>
                <a:lnTo>
                  <a:pt x="183865" y="59443"/>
                </a:lnTo>
                <a:lnTo>
                  <a:pt x="184732" y="58543"/>
                </a:lnTo>
                <a:lnTo>
                  <a:pt x="185633" y="59443"/>
                </a:lnTo>
                <a:lnTo>
                  <a:pt x="186901" y="59443"/>
                </a:lnTo>
                <a:lnTo>
                  <a:pt x="186901" y="60544"/>
                </a:lnTo>
                <a:lnTo>
                  <a:pt x="187001" y="60811"/>
                </a:lnTo>
                <a:lnTo>
                  <a:pt x="187768" y="61578"/>
                </a:lnTo>
                <a:lnTo>
                  <a:pt x="187001" y="62346"/>
                </a:lnTo>
                <a:lnTo>
                  <a:pt x="186901" y="62646"/>
                </a:lnTo>
                <a:lnTo>
                  <a:pt x="186901" y="63713"/>
                </a:lnTo>
                <a:lnTo>
                  <a:pt x="185633" y="63713"/>
                </a:lnTo>
                <a:close/>
                <a:moveTo>
                  <a:pt x="180529" y="65381"/>
                </a:moveTo>
                <a:lnTo>
                  <a:pt x="180529" y="63313"/>
                </a:lnTo>
                <a:lnTo>
                  <a:pt x="179162" y="61979"/>
                </a:lnTo>
                <a:lnTo>
                  <a:pt x="180963" y="61979"/>
                </a:lnTo>
                <a:lnTo>
                  <a:pt x="181797" y="62813"/>
                </a:lnTo>
                <a:lnTo>
                  <a:pt x="181797" y="64113"/>
                </a:lnTo>
                <a:close/>
                <a:moveTo>
                  <a:pt x="158180" y="65381"/>
                </a:moveTo>
                <a:lnTo>
                  <a:pt x="156879" y="64080"/>
                </a:lnTo>
                <a:lnTo>
                  <a:pt x="156879" y="62779"/>
                </a:lnTo>
                <a:lnTo>
                  <a:pt x="157713" y="61979"/>
                </a:lnTo>
                <a:lnTo>
                  <a:pt x="159514" y="61979"/>
                </a:lnTo>
                <a:lnTo>
                  <a:pt x="158180" y="63313"/>
                </a:lnTo>
                <a:lnTo>
                  <a:pt x="158180" y="65381"/>
                </a:lnTo>
                <a:close/>
                <a:moveTo>
                  <a:pt x="153944" y="64614"/>
                </a:moveTo>
                <a:lnTo>
                  <a:pt x="153076" y="63713"/>
                </a:lnTo>
                <a:lnTo>
                  <a:pt x="151809" y="63713"/>
                </a:lnTo>
                <a:lnTo>
                  <a:pt x="151809" y="62646"/>
                </a:lnTo>
                <a:lnTo>
                  <a:pt x="151675" y="62346"/>
                </a:lnTo>
                <a:lnTo>
                  <a:pt x="150908" y="61578"/>
                </a:lnTo>
                <a:lnTo>
                  <a:pt x="151675" y="60811"/>
                </a:lnTo>
                <a:lnTo>
                  <a:pt x="151809" y="60544"/>
                </a:lnTo>
                <a:lnTo>
                  <a:pt x="151809" y="59443"/>
                </a:lnTo>
                <a:lnTo>
                  <a:pt x="153076" y="59443"/>
                </a:lnTo>
                <a:lnTo>
                  <a:pt x="153944" y="58543"/>
                </a:lnTo>
                <a:lnTo>
                  <a:pt x="154844" y="59443"/>
                </a:lnTo>
                <a:lnTo>
                  <a:pt x="156112" y="59443"/>
                </a:lnTo>
                <a:lnTo>
                  <a:pt x="156112" y="60544"/>
                </a:lnTo>
                <a:lnTo>
                  <a:pt x="156212" y="60811"/>
                </a:lnTo>
                <a:lnTo>
                  <a:pt x="156979" y="61578"/>
                </a:lnTo>
                <a:lnTo>
                  <a:pt x="156212" y="62346"/>
                </a:lnTo>
                <a:lnTo>
                  <a:pt x="156112" y="62646"/>
                </a:lnTo>
                <a:lnTo>
                  <a:pt x="156112" y="63713"/>
                </a:lnTo>
                <a:lnTo>
                  <a:pt x="154844" y="63713"/>
                </a:lnTo>
                <a:close/>
                <a:moveTo>
                  <a:pt x="149741" y="65381"/>
                </a:moveTo>
                <a:lnTo>
                  <a:pt x="149741" y="63313"/>
                </a:lnTo>
                <a:lnTo>
                  <a:pt x="148373" y="61979"/>
                </a:lnTo>
                <a:lnTo>
                  <a:pt x="150174" y="61979"/>
                </a:lnTo>
                <a:lnTo>
                  <a:pt x="151008" y="62813"/>
                </a:lnTo>
                <a:lnTo>
                  <a:pt x="151008" y="64113"/>
                </a:lnTo>
                <a:close/>
                <a:moveTo>
                  <a:pt x="127391" y="65381"/>
                </a:moveTo>
                <a:lnTo>
                  <a:pt x="126091" y="64080"/>
                </a:lnTo>
                <a:lnTo>
                  <a:pt x="126091" y="62779"/>
                </a:lnTo>
                <a:lnTo>
                  <a:pt x="126924" y="61979"/>
                </a:lnTo>
                <a:lnTo>
                  <a:pt x="128726" y="61979"/>
                </a:lnTo>
                <a:lnTo>
                  <a:pt x="127358" y="63313"/>
                </a:lnTo>
                <a:lnTo>
                  <a:pt x="127358" y="65381"/>
                </a:lnTo>
                <a:close/>
                <a:moveTo>
                  <a:pt x="123155" y="64614"/>
                </a:moveTo>
                <a:lnTo>
                  <a:pt x="122254" y="63713"/>
                </a:lnTo>
                <a:lnTo>
                  <a:pt x="121020" y="63713"/>
                </a:lnTo>
                <a:lnTo>
                  <a:pt x="121020" y="62646"/>
                </a:lnTo>
                <a:lnTo>
                  <a:pt x="120887" y="62346"/>
                </a:lnTo>
                <a:lnTo>
                  <a:pt x="120120" y="61578"/>
                </a:lnTo>
                <a:lnTo>
                  <a:pt x="120887" y="60811"/>
                </a:lnTo>
                <a:lnTo>
                  <a:pt x="121020" y="60544"/>
                </a:lnTo>
                <a:lnTo>
                  <a:pt x="121020" y="59443"/>
                </a:lnTo>
                <a:lnTo>
                  <a:pt x="122254" y="59443"/>
                </a:lnTo>
                <a:lnTo>
                  <a:pt x="123155" y="58543"/>
                </a:lnTo>
                <a:lnTo>
                  <a:pt x="124056" y="59443"/>
                </a:lnTo>
                <a:lnTo>
                  <a:pt x="125290" y="59443"/>
                </a:lnTo>
                <a:lnTo>
                  <a:pt x="125290" y="60544"/>
                </a:lnTo>
                <a:lnTo>
                  <a:pt x="125423" y="60811"/>
                </a:lnTo>
                <a:lnTo>
                  <a:pt x="126191" y="61578"/>
                </a:lnTo>
                <a:lnTo>
                  <a:pt x="125423" y="62346"/>
                </a:lnTo>
                <a:lnTo>
                  <a:pt x="125290" y="62646"/>
                </a:lnTo>
                <a:lnTo>
                  <a:pt x="125290" y="63713"/>
                </a:lnTo>
                <a:lnTo>
                  <a:pt x="124056" y="63713"/>
                </a:lnTo>
                <a:close/>
                <a:moveTo>
                  <a:pt x="118952" y="65381"/>
                </a:moveTo>
                <a:lnTo>
                  <a:pt x="118952" y="63313"/>
                </a:lnTo>
                <a:lnTo>
                  <a:pt x="117584" y="61979"/>
                </a:lnTo>
                <a:lnTo>
                  <a:pt x="119386" y="61979"/>
                </a:lnTo>
                <a:lnTo>
                  <a:pt x="120220" y="62813"/>
                </a:lnTo>
                <a:lnTo>
                  <a:pt x="120220" y="64113"/>
                </a:lnTo>
                <a:close/>
                <a:moveTo>
                  <a:pt x="96569" y="65381"/>
                </a:moveTo>
                <a:lnTo>
                  <a:pt x="95302" y="64080"/>
                </a:lnTo>
                <a:lnTo>
                  <a:pt x="95302" y="62779"/>
                </a:lnTo>
                <a:lnTo>
                  <a:pt x="96136" y="61979"/>
                </a:lnTo>
                <a:lnTo>
                  <a:pt x="97937" y="61979"/>
                </a:lnTo>
                <a:lnTo>
                  <a:pt x="96569" y="63313"/>
                </a:lnTo>
                <a:lnTo>
                  <a:pt x="96569" y="65381"/>
                </a:lnTo>
                <a:close/>
                <a:moveTo>
                  <a:pt x="92366" y="64614"/>
                </a:moveTo>
                <a:lnTo>
                  <a:pt x="91466" y="63713"/>
                </a:lnTo>
                <a:lnTo>
                  <a:pt x="90232" y="63713"/>
                </a:lnTo>
                <a:lnTo>
                  <a:pt x="90232" y="62646"/>
                </a:lnTo>
                <a:lnTo>
                  <a:pt x="90098" y="62346"/>
                </a:lnTo>
                <a:lnTo>
                  <a:pt x="89331" y="61578"/>
                </a:lnTo>
                <a:lnTo>
                  <a:pt x="90098" y="60811"/>
                </a:lnTo>
                <a:lnTo>
                  <a:pt x="90232" y="60544"/>
                </a:lnTo>
                <a:lnTo>
                  <a:pt x="90232" y="59443"/>
                </a:lnTo>
                <a:lnTo>
                  <a:pt x="91466" y="59443"/>
                </a:lnTo>
                <a:lnTo>
                  <a:pt x="92366" y="58543"/>
                </a:lnTo>
                <a:lnTo>
                  <a:pt x="93267" y="59443"/>
                </a:lnTo>
                <a:lnTo>
                  <a:pt x="94501" y="59443"/>
                </a:lnTo>
                <a:lnTo>
                  <a:pt x="94501" y="60544"/>
                </a:lnTo>
                <a:lnTo>
                  <a:pt x="94635" y="60811"/>
                </a:lnTo>
                <a:lnTo>
                  <a:pt x="95402" y="61578"/>
                </a:lnTo>
                <a:lnTo>
                  <a:pt x="94635" y="62346"/>
                </a:lnTo>
                <a:lnTo>
                  <a:pt x="94501" y="62646"/>
                </a:lnTo>
                <a:lnTo>
                  <a:pt x="94501" y="63713"/>
                </a:lnTo>
                <a:lnTo>
                  <a:pt x="93267" y="63713"/>
                </a:lnTo>
                <a:close/>
                <a:moveTo>
                  <a:pt x="88130" y="65381"/>
                </a:moveTo>
                <a:lnTo>
                  <a:pt x="88130" y="63313"/>
                </a:lnTo>
                <a:lnTo>
                  <a:pt x="86796" y="61979"/>
                </a:lnTo>
                <a:lnTo>
                  <a:pt x="88597" y="61979"/>
                </a:lnTo>
                <a:lnTo>
                  <a:pt x="89431" y="62813"/>
                </a:lnTo>
                <a:lnTo>
                  <a:pt x="89431" y="64113"/>
                </a:lnTo>
                <a:close/>
                <a:moveTo>
                  <a:pt x="65781" y="65381"/>
                </a:moveTo>
                <a:lnTo>
                  <a:pt x="64513" y="64080"/>
                </a:lnTo>
                <a:lnTo>
                  <a:pt x="64513" y="62779"/>
                </a:lnTo>
                <a:lnTo>
                  <a:pt x="65347" y="61979"/>
                </a:lnTo>
                <a:lnTo>
                  <a:pt x="67148" y="61979"/>
                </a:lnTo>
                <a:lnTo>
                  <a:pt x="65781" y="63313"/>
                </a:lnTo>
                <a:lnTo>
                  <a:pt x="65781" y="65381"/>
                </a:lnTo>
                <a:close/>
                <a:moveTo>
                  <a:pt x="61578" y="64614"/>
                </a:moveTo>
                <a:lnTo>
                  <a:pt x="60677" y="63713"/>
                </a:lnTo>
                <a:lnTo>
                  <a:pt x="59410" y="63713"/>
                </a:lnTo>
                <a:lnTo>
                  <a:pt x="59410" y="62646"/>
                </a:lnTo>
                <a:lnTo>
                  <a:pt x="59310" y="62346"/>
                </a:lnTo>
                <a:lnTo>
                  <a:pt x="58542" y="61578"/>
                </a:lnTo>
                <a:lnTo>
                  <a:pt x="59310" y="60811"/>
                </a:lnTo>
                <a:lnTo>
                  <a:pt x="59410" y="60544"/>
                </a:lnTo>
                <a:lnTo>
                  <a:pt x="59410" y="59443"/>
                </a:lnTo>
                <a:lnTo>
                  <a:pt x="60677" y="59443"/>
                </a:lnTo>
                <a:lnTo>
                  <a:pt x="61578" y="58543"/>
                </a:lnTo>
                <a:lnTo>
                  <a:pt x="62445" y="59443"/>
                </a:lnTo>
                <a:lnTo>
                  <a:pt x="63713" y="59443"/>
                </a:lnTo>
                <a:lnTo>
                  <a:pt x="63713" y="60544"/>
                </a:lnTo>
                <a:lnTo>
                  <a:pt x="63846" y="60811"/>
                </a:lnTo>
                <a:lnTo>
                  <a:pt x="64613" y="61578"/>
                </a:lnTo>
                <a:lnTo>
                  <a:pt x="63846" y="62346"/>
                </a:lnTo>
                <a:lnTo>
                  <a:pt x="63713" y="62646"/>
                </a:lnTo>
                <a:lnTo>
                  <a:pt x="63713" y="63713"/>
                </a:lnTo>
                <a:lnTo>
                  <a:pt x="62445" y="63713"/>
                </a:lnTo>
                <a:close/>
                <a:moveTo>
                  <a:pt x="57341" y="65381"/>
                </a:moveTo>
                <a:lnTo>
                  <a:pt x="57341" y="63313"/>
                </a:lnTo>
                <a:lnTo>
                  <a:pt x="56007" y="61979"/>
                </a:lnTo>
                <a:lnTo>
                  <a:pt x="57808" y="61979"/>
                </a:lnTo>
                <a:lnTo>
                  <a:pt x="58642" y="62813"/>
                </a:lnTo>
                <a:lnTo>
                  <a:pt x="58642" y="64113"/>
                </a:lnTo>
                <a:close/>
                <a:moveTo>
                  <a:pt x="57341" y="57776"/>
                </a:moveTo>
                <a:lnTo>
                  <a:pt x="58642" y="59077"/>
                </a:lnTo>
                <a:lnTo>
                  <a:pt x="58642" y="60377"/>
                </a:lnTo>
                <a:lnTo>
                  <a:pt x="57808" y="61178"/>
                </a:lnTo>
                <a:lnTo>
                  <a:pt x="56007" y="61178"/>
                </a:lnTo>
                <a:lnTo>
                  <a:pt x="57341" y="59844"/>
                </a:lnTo>
                <a:close/>
                <a:moveTo>
                  <a:pt x="65781" y="57776"/>
                </a:moveTo>
                <a:lnTo>
                  <a:pt x="65781" y="59844"/>
                </a:lnTo>
                <a:lnTo>
                  <a:pt x="67148" y="61178"/>
                </a:lnTo>
                <a:lnTo>
                  <a:pt x="65347" y="61178"/>
                </a:lnTo>
                <a:lnTo>
                  <a:pt x="64513" y="60344"/>
                </a:lnTo>
                <a:lnTo>
                  <a:pt x="64513" y="59043"/>
                </a:lnTo>
                <a:close/>
                <a:moveTo>
                  <a:pt x="88130" y="57776"/>
                </a:moveTo>
                <a:lnTo>
                  <a:pt x="89431" y="59077"/>
                </a:lnTo>
                <a:lnTo>
                  <a:pt x="89431" y="60377"/>
                </a:lnTo>
                <a:lnTo>
                  <a:pt x="88597" y="61178"/>
                </a:lnTo>
                <a:lnTo>
                  <a:pt x="86796" y="61178"/>
                </a:lnTo>
                <a:lnTo>
                  <a:pt x="88130" y="59844"/>
                </a:lnTo>
                <a:lnTo>
                  <a:pt x="88130" y="57776"/>
                </a:lnTo>
                <a:close/>
                <a:moveTo>
                  <a:pt x="96569" y="57776"/>
                </a:moveTo>
                <a:lnTo>
                  <a:pt x="96569" y="59844"/>
                </a:lnTo>
                <a:lnTo>
                  <a:pt x="97937" y="61178"/>
                </a:lnTo>
                <a:lnTo>
                  <a:pt x="96136" y="61178"/>
                </a:lnTo>
                <a:lnTo>
                  <a:pt x="95302" y="60377"/>
                </a:lnTo>
                <a:lnTo>
                  <a:pt x="95302" y="59077"/>
                </a:lnTo>
                <a:close/>
                <a:moveTo>
                  <a:pt x="118952" y="57776"/>
                </a:moveTo>
                <a:lnTo>
                  <a:pt x="120220" y="59077"/>
                </a:lnTo>
                <a:lnTo>
                  <a:pt x="120220" y="60377"/>
                </a:lnTo>
                <a:lnTo>
                  <a:pt x="119386" y="61178"/>
                </a:lnTo>
                <a:lnTo>
                  <a:pt x="117584" y="61178"/>
                </a:lnTo>
                <a:lnTo>
                  <a:pt x="118952" y="59844"/>
                </a:lnTo>
                <a:lnTo>
                  <a:pt x="118952" y="57776"/>
                </a:lnTo>
                <a:close/>
                <a:moveTo>
                  <a:pt x="127391" y="57776"/>
                </a:moveTo>
                <a:lnTo>
                  <a:pt x="127391" y="59844"/>
                </a:lnTo>
                <a:lnTo>
                  <a:pt x="128726" y="61178"/>
                </a:lnTo>
                <a:lnTo>
                  <a:pt x="126924" y="61178"/>
                </a:lnTo>
                <a:lnTo>
                  <a:pt x="126091" y="60344"/>
                </a:lnTo>
                <a:lnTo>
                  <a:pt x="126091" y="59043"/>
                </a:lnTo>
                <a:close/>
                <a:moveTo>
                  <a:pt x="149741" y="57776"/>
                </a:moveTo>
                <a:lnTo>
                  <a:pt x="151008" y="59077"/>
                </a:lnTo>
                <a:lnTo>
                  <a:pt x="151008" y="60377"/>
                </a:lnTo>
                <a:lnTo>
                  <a:pt x="150174" y="61178"/>
                </a:lnTo>
                <a:lnTo>
                  <a:pt x="148373" y="61178"/>
                </a:lnTo>
                <a:lnTo>
                  <a:pt x="149741" y="59844"/>
                </a:lnTo>
                <a:lnTo>
                  <a:pt x="149741" y="57776"/>
                </a:lnTo>
                <a:close/>
                <a:moveTo>
                  <a:pt x="158180" y="57776"/>
                </a:moveTo>
                <a:lnTo>
                  <a:pt x="158180" y="59844"/>
                </a:lnTo>
                <a:lnTo>
                  <a:pt x="159514" y="61178"/>
                </a:lnTo>
                <a:lnTo>
                  <a:pt x="157713" y="61178"/>
                </a:lnTo>
                <a:lnTo>
                  <a:pt x="156879" y="60344"/>
                </a:lnTo>
                <a:lnTo>
                  <a:pt x="156879" y="59043"/>
                </a:lnTo>
                <a:close/>
                <a:moveTo>
                  <a:pt x="180529" y="57776"/>
                </a:moveTo>
                <a:lnTo>
                  <a:pt x="181797" y="59077"/>
                </a:lnTo>
                <a:lnTo>
                  <a:pt x="181797" y="60377"/>
                </a:lnTo>
                <a:lnTo>
                  <a:pt x="180963" y="61178"/>
                </a:lnTo>
                <a:lnTo>
                  <a:pt x="179162" y="61178"/>
                </a:lnTo>
                <a:lnTo>
                  <a:pt x="180529" y="59844"/>
                </a:lnTo>
                <a:lnTo>
                  <a:pt x="180529" y="57776"/>
                </a:lnTo>
                <a:close/>
                <a:moveTo>
                  <a:pt x="188969" y="57776"/>
                </a:moveTo>
                <a:lnTo>
                  <a:pt x="188969" y="59844"/>
                </a:lnTo>
                <a:lnTo>
                  <a:pt x="190303" y="61178"/>
                </a:lnTo>
                <a:lnTo>
                  <a:pt x="188502" y="61178"/>
                </a:lnTo>
                <a:lnTo>
                  <a:pt x="187668" y="60344"/>
                </a:lnTo>
                <a:lnTo>
                  <a:pt x="187668" y="59043"/>
                </a:lnTo>
                <a:close/>
                <a:moveTo>
                  <a:pt x="191437" y="61178"/>
                </a:moveTo>
                <a:lnTo>
                  <a:pt x="189736" y="59510"/>
                </a:lnTo>
                <a:lnTo>
                  <a:pt x="189736" y="57475"/>
                </a:lnTo>
                <a:lnTo>
                  <a:pt x="195473" y="57475"/>
                </a:lnTo>
                <a:lnTo>
                  <a:pt x="199176" y="61178"/>
                </a:lnTo>
                <a:close/>
                <a:moveTo>
                  <a:pt x="187268" y="58643"/>
                </a:moveTo>
                <a:lnTo>
                  <a:pt x="185967" y="58643"/>
                </a:lnTo>
                <a:lnTo>
                  <a:pt x="185133" y="57809"/>
                </a:lnTo>
                <a:lnTo>
                  <a:pt x="185133" y="56008"/>
                </a:lnTo>
                <a:lnTo>
                  <a:pt x="186367" y="57242"/>
                </a:lnTo>
                <a:lnTo>
                  <a:pt x="186667" y="57375"/>
                </a:lnTo>
                <a:lnTo>
                  <a:pt x="188535" y="57375"/>
                </a:lnTo>
                <a:close/>
                <a:moveTo>
                  <a:pt x="184332" y="57809"/>
                </a:moveTo>
                <a:lnTo>
                  <a:pt x="183532" y="58643"/>
                </a:lnTo>
                <a:lnTo>
                  <a:pt x="182231" y="58643"/>
                </a:lnTo>
                <a:lnTo>
                  <a:pt x="180930" y="57375"/>
                </a:lnTo>
                <a:lnTo>
                  <a:pt x="182831" y="57375"/>
                </a:lnTo>
                <a:lnTo>
                  <a:pt x="183098" y="57242"/>
                </a:lnTo>
                <a:lnTo>
                  <a:pt x="184332" y="56008"/>
                </a:lnTo>
                <a:close/>
                <a:moveTo>
                  <a:pt x="179729" y="59510"/>
                </a:moveTo>
                <a:lnTo>
                  <a:pt x="178061" y="61178"/>
                </a:lnTo>
                <a:lnTo>
                  <a:pt x="170289" y="61178"/>
                </a:lnTo>
                <a:lnTo>
                  <a:pt x="174025" y="57475"/>
                </a:lnTo>
                <a:lnTo>
                  <a:pt x="179729" y="57475"/>
                </a:lnTo>
                <a:lnTo>
                  <a:pt x="179729" y="59510"/>
                </a:lnTo>
                <a:close/>
                <a:moveTo>
                  <a:pt x="160649" y="61178"/>
                </a:moveTo>
                <a:lnTo>
                  <a:pt x="158947" y="59510"/>
                </a:lnTo>
                <a:lnTo>
                  <a:pt x="158947" y="57475"/>
                </a:lnTo>
                <a:lnTo>
                  <a:pt x="164685" y="57475"/>
                </a:lnTo>
                <a:lnTo>
                  <a:pt x="168387" y="61178"/>
                </a:lnTo>
                <a:close/>
                <a:moveTo>
                  <a:pt x="156479" y="58643"/>
                </a:moveTo>
                <a:lnTo>
                  <a:pt x="155178" y="58643"/>
                </a:lnTo>
                <a:lnTo>
                  <a:pt x="154344" y="57809"/>
                </a:lnTo>
                <a:lnTo>
                  <a:pt x="154344" y="56008"/>
                </a:lnTo>
                <a:lnTo>
                  <a:pt x="155578" y="57242"/>
                </a:lnTo>
                <a:lnTo>
                  <a:pt x="155845" y="57375"/>
                </a:lnTo>
                <a:lnTo>
                  <a:pt x="157746" y="57375"/>
                </a:lnTo>
                <a:close/>
                <a:moveTo>
                  <a:pt x="153543" y="57809"/>
                </a:moveTo>
                <a:lnTo>
                  <a:pt x="152743" y="58643"/>
                </a:lnTo>
                <a:lnTo>
                  <a:pt x="151442" y="58643"/>
                </a:lnTo>
                <a:lnTo>
                  <a:pt x="150141" y="57375"/>
                </a:lnTo>
                <a:lnTo>
                  <a:pt x="152042" y="57375"/>
                </a:lnTo>
                <a:lnTo>
                  <a:pt x="152309" y="57242"/>
                </a:lnTo>
                <a:lnTo>
                  <a:pt x="153543" y="56008"/>
                </a:lnTo>
                <a:close/>
                <a:moveTo>
                  <a:pt x="148940" y="59510"/>
                </a:moveTo>
                <a:lnTo>
                  <a:pt x="147272" y="61178"/>
                </a:lnTo>
                <a:lnTo>
                  <a:pt x="139500" y="61178"/>
                </a:lnTo>
                <a:lnTo>
                  <a:pt x="143236" y="57475"/>
                </a:lnTo>
                <a:lnTo>
                  <a:pt x="148940" y="57475"/>
                </a:lnTo>
                <a:lnTo>
                  <a:pt x="148940" y="59510"/>
                </a:lnTo>
                <a:close/>
                <a:moveTo>
                  <a:pt x="129860" y="61178"/>
                </a:moveTo>
                <a:lnTo>
                  <a:pt x="128159" y="59510"/>
                </a:lnTo>
                <a:lnTo>
                  <a:pt x="128159" y="57475"/>
                </a:lnTo>
                <a:lnTo>
                  <a:pt x="133896" y="57475"/>
                </a:lnTo>
                <a:lnTo>
                  <a:pt x="137599" y="61178"/>
                </a:lnTo>
                <a:close/>
                <a:moveTo>
                  <a:pt x="125690" y="58643"/>
                </a:moveTo>
                <a:lnTo>
                  <a:pt x="124389" y="58643"/>
                </a:lnTo>
                <a:lnTo>
                  <a:pt x="123555" y="57809"/>
                </a:lnTo>
                <a:lnTo>
                  <a:pt x="123555" y="56008"/>
                </a:lnTo>
                <a:lnTo>
                  <a:pt x="124790" y="57242"/>
                </a:lnTo>
                <a:lnTo>
                  <a:pt x="125056" y="57375"/>
                </a:lnTo>
                <a:lnTo>
                  <a:pt x="126958" y="57375"/>
                </a:lnTo>
                <a:close/>
                <a:moveTo>
                  <a:pt x="122755" y="57809"/>
                </a:moveTo>
                <a:lnTo>
                  <a:pt x="121954" y="58643"/>
                </a:lnTo>
                <a:lnTo>
                  <a:pt x="120653" y="58643"/>
                </a:lnTo>
                <a:lnTo>
                  <a:pt x="119352" y="57375"/>
                </a:lnTo>
                <a:lnTo>
                  <a:pt x="121254" y="57375"/>
                </a:lnTo>
                <a:lnTo>
                  <a:pt x="121521" y="57242"/>
                </a:lnTo>
                <a:lnTo>
                  <a:pt x="122755" y="56008"/>
                </a:lnTo>
                <a:lnTo>
                  <a:pt x="122755" y="57809"/>
                </a:lnTo>
                <a:close/>
                <a:moveTo>
                  <a:pt x="118152" y="59510"/>
                </a:moveTo>
                <a:lnTo>
                  <a:pt x="116450" y="61178"/>
                </a:lnTo>
                <a:lnTo>
                  <a:pt x="108711" y="61178"/>
                </a:lnTo>
                <a:lnTo>
                  <a:pt x="112414" y="57475"/>
                </a:lnTo>
                <a:lnTo>
                  <a:pt x="118152" y="57475"/>
                </a:lnTo>
                <a:lnTo>
                  <a:pt x="118152" y="59510"/>
                </a:lnTo>
                <a:close/>
                <a:moveTo>
                  <a:pt x="99071" y="61178"/>
                </a:moveTo>
                <a:lnTo>
                  <a:pt x="97370" y="59510"/>
                </a:lnTo>
                <a:lnTo>
                  <a:pt x="97370" y="57475"/>
                </a:lnTo>
                <a:lnTo>
                  <a:pt x="103074" y="57475"/>
                </a:lnTo>
                <a:lnTo>
                  <a:pt x="106810" y="61178"/>
                </a:lnTo>
                <a:close/>
                <a:moveTo>
                  <a:pt x="94868" y="58643"/>
                </a:moveTo>
                <a:lnTo>
                  <a:pt x="93567" y="58643"/>
                </a:lnTo>
                <a:lnTo>
                  <a:pt x="92767" y="57809"/>
                </a:lnTo>
                <a:lnTo>
                  <a:pt x="92767" y="56008"/>
                </a:lnTo>
                <a:lnTo>
                  <a:pt x="94001" y="57242"/>
                </a:lnTo>
                <a:lnTo>
                  <a:pt x="94268" y="57375"/>
                </a:lnTo>
                <a:lnTo>
                  <a:pt x="96169" y="57375"/>
                </a:lnTo>
                <a:close/>
                <a:moveTo>
                  <a:pt x="91966" y="57809"/>
                </a:moveTo>
                <a:lnTo>
                  <a:pt x="91166" y="58643"/>
                </a:lnTo>
                <a:lnTo>
                  <a:pt x="89865" y="58643"/>
                </a:lnTo>
                <a:lnTo>
                  <a:pt x="88564" y="57375"/>
                </a:lnTo>
                <a:lnTo>
                  <a:pt x="90465" y="57375"/>
                </a:lnTo>
                <a:lnTo>
                  <a:pt x="90732" y="57242"/>
                </a:lnTo>
                <a:lnTo>
                  <a:pt x="91966" y="56008"/>
                </a:lnTo>
                <a:lnTo>
                  <a:pt x="91966" y="57809"/>
                </a:lnTo>
                <a:close/>
                <a:moveTo>
                  <a:pt x="87363" y="59510"/>
                </a:moveTo>
                <a:lnTo>
                  <a:pt x="85662" y="61178"/>
                </a:lnTo>
                <a:lnTo>
                  <a:pt x="77923" y="61178"/>
                </a:lnTo>
                <a:lnTo>
                  <a:pt x="81625" y="57475"/>
                </a:lnTo>
                <a:lnTo>
                  <a:pt x="87363" y="57475"/>
                </a:lnTo>
                <a:lnTo>
                  <a:pt x="87363" y="59510"/>
                </a:lnTo>
                <a:close/>
                <a:moveTo>
                  <a:pt x="68249" y="61178"/>
                </a:moveTo>
                <a:lnTo>
                  <a:pt x="66581" y="59510"/>
                </a:lnTo>
                <a:lnTo>
                  <a:pt x="66581" y="57475"/>
                </a:lnTo>
                <a:lnTo>
                  <a:pt x="72285" y="57475"/>
                </a:lnTo>
                <a:lnTo>
                  <a:pt x="76021" y="61178"/>
                </a:lnTo>
                <a:close/>
                <a:moveTo>
                  <a:pt x="64080" y="58643"/>
                </a:moveTo>
                <a:lnTo>
                  <a:pt x="62779" y="58643"/>
                </a:lnTo>
                <a:lnTo>
                  <a:pt x="61978" y="57809"/>
                </a:lnTo>
                <a:lnTo>
                  <a:pt x="61978" y="56008"/>
                </a:lnTo>
                <a:lnTo>
                  <a:pt x="63212" y="57242"/>
                </a:lnTo>
                <a:lnTo>
                  <a:pt x="63479" y="57375"/>
                </a:lnTo>
                <a:lnTo>
                  <a:pt x="65381" y="57375"/>
                </a:lnTo>
                <a:close/>
                <a:moveTo>
                  <a:pt x="61178" y="57809"/>
                </a:moveTo>
                <a:lnTo>
                  <a:pt x="60344" y="58643"/>
                </a:lnTo>
                <a:lnTo>
                  <a:pt x="59043" y="58643"/>
                </a:lnTo>
                <a:lnTo>
                  <a:pt x="57775" y="57375"/>
                </a:lnTo>
                <a:lnTo>
                  <a:pt x="59676" y="57375"/>
                </a:lnTo>
                <a:lnTo>
                  <a:pt x="59943" y="57242"/>
                </a:lnTo>
                <a:lnTo>
                  <a:pt x="61178" y="56008"/>
                </a:lnTo>
                <a:close/>
                <a:moveTo>
                  <a:pt x="56574" y="59510"/>
                </a:moveTo>
                <a:lnTo>
                  <a:pt x="54873" y="61178"/>
                </a:lnTo>
                <a:lnTo>
                  <a:pt x="47134" y="61178"/>
                </a:lnTo>
                <a:lnTo>
                  <a:pt x="50837" y="57475"/>
                </a:lnTo>
                <a:lnTo>
                  <a:pt x="56574" y="57475"/>
                </a:lnTo>
                <a:close/>
                <a:moveTo>
                  <a:pt x="54873" y="61979"/>
                </a:moveTo>
                <a:lnTo>
                  <a:pt x="56574" y="63646"/>
                </a:lnTo>
                <a:lnTo>
                  <a:pt x="56574" y="65681"/>
                </a:lnTo>
                <a:lnTo>
                  <a:pt x="50837" y="65681"/>
                </a:lnTo>
                <a:lnTo>
                  <a:pt x="47134" y="61979"/>
                </a:lnTo>
                <a:lnTo>
                  <a:pt x="54873" y="61979"/>
                </a:lnTo>
                <a:close/>
                <a:moveTo>
                  <a:pt x="59043" y="64514"/>
                </a:moveTo>
                <a:lnTo>
                  <a:pt x="60344" y="64514"/>
                </a:lnTo>
                <a:lnTo>
                  <a:pt x="61178" y="65348"/>
                </a:lnTo>
                <a:lnTo>
                  <a:pt x="61178" y="67149"/>
                </a:lnTo>
                <a:lnTo>
                  <a:pt x="59943" y="65915"/>
                </a:lnTo>
                <a:lnTo>
                  <a:pt x="59676" y="65781"/>
                </a:lnTo>
                <a:lnTo>
                  <a:pt x="57775" y="65781"/>
                </a:lnTo>
                <a:close/>
                <a:moveTo>
                  <a:pt x="61978" y="65348"/>
                </a:moveTo>
                <a:lnTo>
                  <a:pt x="62779" y="64514"/>
                </a:lnTo>
                <a:lnTo>
                  <a:pt x="64080" y="64514"/>
                </a:lnTo>
                <a:lnTo>
                  <a:pt x="65381" y="65815"/>
                </a:lnTo>
                <a:lnTo>
                  <a:pt x="63479" y="65815"/>
                </a:lnTo>
                <a:lnTo>
                  <a:pt x="63212" y="65915"/>
                </a:lnTo>
                <a:lnTo>
                  <a:pt x="61978" y="67149"/>
                </a:lnTo>
                <a:close/>
                <a:moveTo>
                  <a:pt x="66581" y="63646"/>
                </a:moveTo>
                <a:lnTo>
                  <a:pt x="68249" y="61979"/>
                </a:lnTo>
                <a:lnTo>
                  <a:pt x="76021" y="61979"/>
                </a:lnTo>
                <a:lnTo>
                  <a:pt x="72285" y="65681"/>
                </a:lnTo>
                <a:lnTo>
                  <a:pt x="66581" y="65681"/>
                </a:lnTo>
                <a:lnTo>
                  <a:pt x="66581" y="63646"/>
                </a:lnTo>
                <a:close/>
                <a:moveTo>
                  <a:pt x="85662" y="61979"/>
                </a:moveTo>
                <a:lnTo>
                  <a:pt x="87363" y="63646"/>
                </a:lnTo>
                <a:lnTo>
                  <a:pt x="87363" y="65681"/>
                </a:lnTo>
                <a:lnTo>
                  <a:pt x="81659" y="65681"/>
                </a:lnTo>
                <a:lnTo>
                  <a:pt x="77923" y="61979"/>
                </a:lnTo>
                <a:lnTo>
                  <a:pt x="85662" y="61979"/>
                </a:lnTo>
                <a:close/>
                <a:moveTo>
                  <a:pt x="89831" y="64514"/>
                </a:moveTo>
                <a:lnTo>
                  <a:pt x="91132" y="64514"/>
                </a:lnTo>
                <a:lnTo>
                  <a:pt x="91966" y="65348"/>
                </a:lnTo>
                <a:lnTo>
                  <a:pt x="91966" y="67149"/>
                </a:lnTo>
                <a:lnTo>
                  <a:pt x="90732" y="65915"/>
                </a:lnTo>
                <a:lnTo>
                  <a:pt x="90465" y="65781"/>
                </a:lnTo>
                <a:lnTo>
                  <a:pt x="88564" y="65781"/>
                </a:lnTo>
                <a:close/>
                <a:moveTo>
                  <a:pt x="92767" y="65348"/>
                </a:moveTo>
                <a:lnTo>
                  <a:pt x="93567" y="64514"/>
                </a:lnTo>
                <a:lnTo>
                  <a:pt x="94868" y="64514"/>
                </a:lnTo>
                <a:lnTo>
                  <a:pt x="96169" y="65815"/>
                </a:lnTo>
                <a:lnTo>
                  <a:pt x="94268" y="65815"/>
                </a:lnTo>
                <a:lnTo>
                  <a:pt x="94001" y="65915"/>
                </a:lnTo>
                <a:lnTo>
                  <a:pt x="92767" y="67149"/>
                </a:lnTo>
                <a:lnTo>
                  <a:pt x="92767" y="65348"/>
                </a:lnTo>
                <a:close/>
                <a:moveTo>
                  <a:pt x="97370" y="63646"/>
                </a:moveTo>
                <a:lnTo>
                  <a:pt x="99071" y="61979"/>
                </a:lnTo>
                <a:lnTo>
                  <a:pt x="106810" y="61979"/>
                </a:lnTo>
                <a:lnTo>
                  <a:pt x="103074" y="65681"/>
                </a:lnTo>
                <a:lnTo>
                  <a:pt x="97370" y="65681"/>
                </a:lnTo>
                <a:lnTo>
                  <a:pt x="97370" y="63646"/>
                </a:lnTo>
                <a:close/>
                <a:moveTo>
                  <a:pt x="116450" y="61979"/>
                </a:moveTo>
                <a:lnTo>
                  <a:pt x="118152" y="63646"/>
                </a:lnTo>
                <a:lnTo>
                  <a:pt x="118152" y="65681"/>
                </a:lnTo>
                <a:lnTo>
                  <a:pt x="112447" y="65681"/>
                </a:lnTo>
                <a:lnTo>
                  <a:pt x="108711" y="61979"/>
                </a:lnTo>
                <a:lnTo>
                  <a:pt x="116450" y="61979"/>
                </a:lnTo>
                <a:close/>
                <a:moveTo>
                  <a:pt x="120653" y="64514"/>
                </a:moveTo>
                <a:lnTo>
                  <a:pt x="121954" y="64514"/>
                </a:lnTo>
                <a:lnTo>
                  <a:pt x="122755" y="65348"/>
                </a:lnTo>
                <a:lnTo>
                  <a:pt x="122755" y="67149"/>
                </a:lnTo>
                <a:lnTo>
                  <a:pt x="121521" y="65915"/>
                </a:lnTo>
                <a:lnTo>
                  <a:pt x="121254" y="65781"/>
                </a:lnTo>
                <a:lnTo>
                  <a:pt x="119352" y="65781"/>
                </a:lnTo>
                <a:close/>
                <a:moveTo>
                  <a:pt x="123555" y="65348"/>
                </a:moveTo>
                <a:lnTo>
                  <a:pt x="124389" y="64514"/>
                </a:lnTo>
                <a:lnTo>
                  <a:pt x="125657" y="64514"/>
                </a:lnTo>
                <a:lnTo>
                  <a:pt x="126958" y="65815"/>
                </a:lnTo>
                <a:lnTo>
                  <a:pt x="125056" y="65815"/>
                </a:lnTo>
                <a:lnTo>
                  <a:pt x="124790" y="65915"/>
                </a:lnTo>
                <a:lnTo>
                  <a:pt x="123555" y="67149"/>
                </a:lnTo>
                <a:lnTo>
                  <a:pt x="123555" y="65348"/>
                </a:lnTo>
                <a:close/>
                <a:moveTo>
                  <a:pt x="128159" y="63646"/>
                </a:moveTo>
                <a:lnTo>
                  <a:pt x="129860" y="61979"/>
                </a:lnTo>
                <a:lnTo>
                  <a:pt x="137599" y="61979"/>
                </a:lnTo>
                <a:lnTo>
                  <a:pt x="133863" y="65681"/>
                </a:lnTo>
                <a:lnTo>
                  <a:pt x="128159" y="65681"/>
                </a:lnTo>
                <a:lnTo>
                  <a:pt x="128159" y="63646"/>
                </a:lnTo>
                <a:close/>
                <a:moveTo>
                  <a:pt x="147272" y="61979"/>
                </a:moveTo>
                <a:lnTo>
                  <a:pt x="148940" y="63646"/>
                </a:lnTo>
                <a:lnTo>
                  <a:pt x="148940" y="65681"/>
                </a:lnTo>
                <a:lnTo>
                  <a:pt x="143236" y="65681"/>
                </a:lnTo>
                <a:lnTo>
                  <a:pt x="139500" y="61979"/>
                </a:lnTo>
                <a:lnTo>
                  <a:pt x="147272" y="61979"/>
                </a:lnTo>
                <a:close/>
                <a:moveTo>
                  <a:pt x="151442" y="64514"/>
                </a:moveTo>
                <a:lnTo>
                  <a:pt x="152743" y="64514"/>
                </a:lnTo>
                <a:lnTo>
                  <a:pt x="153543" y="65348"/>
                </a:lnTo>
                <a:lnTo>
                  <a:pt x="153543" y="67149"/>
                </a:lnTo>
                <a:lnTo>
                  <a:pt x="152309" y="65915"/>
                </a:lnTo>
                <a:lnTo>
                  <a:pt x="152042" y="65781"/>
                </a:lnTo>
                <a:lnTo>
                  <a:pt x="150141" y="65781"/>
                </a:lnTo>
                <a:close/>
                <a:moveTo>
                  <a:pt x="154344" y="65348"/>
                </a:moveTo>
                <a:lnTo>
                  <a:pt x="155178" y="64514"/>
                </a:lnTo>
                <a:lnTo>
                  <a:pt x="156479" y="64514"/>
                </a:lnTo>
                <a:lnTo>
                  <a:pt x="157746" y="65815"/>
                </a:lnTo>
                <a:lnTo>
                  <a:pt x="155845" y="65815"/>
                </a:lnTo>
                <a:lnTo>
                  <a:pt x="155578" y="65915"/>
                </a:lnTo>
                <a:lnTo>
                  <a:pt x="154344" y="67149"/>
                </a:lnTo>
                <a:close/>
                <a:moveTo>
                  <a:pt x="158947" y="63646"/>
                </a:moveTo>
                <a:lnTo>
                  <a:pt x="160649" y="61979"/>
                </a:lnTo>
                <a:lnTo>
                  <a:pt x="168387" y="61979"/>
                </a:lnTo>
                <a:lnTo>
                  <a:pt x="164651" y="65681"/>
                </a:lnTo>
                <a:lnTo>
                  <a:pt x="158947" y="65681"/>
                </a:lnTo>
                <a:lnTo>
                  <a:pt x="158947" y="63646"/>
                </a:lnTo>
                <a:close/>
                <a:moveTo>
                  <a:pt x="178061" y="61979"/>
                </a:moveTo>
                <a:lnTo>
                  <a:pt x="179729" y="63646"/>
                </a:lnTo>
                <a:lnTo>
                  <a:pt x="179729" y="65681"/>
                </a:lnTo>
                <a:lnTo>
                  <a:pt x="174025" y="65681"/>
                </a:lnTo>
                <a:lnTo>
                  <a:pt x="170289" y="61979"/>
                </a:lnTo>
                <a:lnTo>
                  <a:pt x="178061" y="61979"/>
                </a:lnTo>
                <a:close/>
                <a:moveTo>
                  <a:pt x="182231" y="64514"/>
                </a:moveTo>
                <a:lnTo>
                  <a:pt x="183532" y="64514"/>
                </a:lnTo>
                <a:lnTo>
                  <a:pt x="184332" y="65348"/>
                </a:lnTo>
                <a:lnTo>
                  <a:pt x="184332" y="67149"/>
                </a:lnTo>
                <a:lnTo>
                  <a:pt x="183098" y="65915"/>
                </a:lnTo>
                <a:lnTo>
                  <a:pt x="182831" y="65781"/>
                </a:lnTo>
                <a:lnTo>
                  <a:pt x="180930" y="65781"/>
                </a:lnTo>
                <a:close/>
                <a:moveTo>
                  <a:pt x="185133" y="65348"/>
                </a:moveTo>
                <a:lnTo>
                  <a:pt x="185967" y="64514"/>
                </a:lnTo>
                <a:lnTo>
                  <a:pt x="187268" y="64514"/>
                </a:lnTo>
                <a:lnTo>
                  <a:pt x="188535" y="65815"/>
                </a:lnTo>
                <a:lnTo>
                  <a:pt x="186667" y="65815"/>
                </a:lnTo>
                <a:lnTo>
                  <a:pt x="186367" y="65915"/>
                </a:lnTo>
                <a:lnTo>
                  <a:pt x="185133" y="67149"/>
                </a:lnTo>
                <a:close/>
                <a:moveTo>
                  <a:pt x="189736" y="63646"/>
                </a:moveTo>
                <a:lnTo>
                  <a:pt x="191437" y="61979"/>
                </a:lnTo>
                <a:lnTo>
                  <a:pt x="199176" y="61979"/>
                </a:lnTo>
                <a:lnTo>
                  <a:pt x="195473" y="65681"/>
                </a:lnTo>
                <a:lnTo>
                  <a:pt x="189736" y="65681"/>
                </a:lnTo>
                <a:lnTo>
                  <a:pt x="189736" y="63646"/>
                </a:lnTo>
                <a:close/>
                <a:moveTo>
                  <a:pt x="188869" y="56575"/>
                </a:moveTo>
                <a:lnTo>
                  <a:pt x="186801" y="56575"/>
                </a:lnTo>
                <a:lnTo>
                  <a:pt x="185133" y="54874"/>
                </a:lnTo>
                <a:lnTo>
                  <a:pt x="185133" y="47135"/>
                </a:lnTo>
                <a:lnTo>
                  <a:pt x="188869" y="50871"/>
                </a:lnTo>
                <a:lnTo>
                  <a:pt x="188869" y="56575"/>
                </a:lnTo>
                <a:close/>
                <a:moveTo>
                  <a:pt x="184332" y="54874"/>
                </a:moveTo>
                <a:lnTo>
                  <a:pt x="182664" y="56575"/>
                </a:lnTo>
                <a:lnTo>
                  <a:pt x="180629" y="56575"/>
                </a:lnTo>
                <a:lnTo>
                  <a:pt x="180629" y="50871"/>
                </a:lnTo>
                <a:lnTo>
                  <a:pt x="184332" y="47135"/>
                </a:lnTo>
                <a:lnTo>
                  <a:pt x="184332" y="54874"/>
                </a:lnTo>
                <a:close/>
                <a:moveTo>
                  <a:pt x="171723" y="51905"/>
                </a:moveTo>
                <a:lnTo>
                  <a:pt x="169755" y="53873"/>
                </a:lnTo>
                <a:lnTo>
                  <a:pt x="169755" y="52005"/>
                </a:lnTo>
                <a:lnTo>
                  <a:pt x="171156" y="50570"/>
                </a:lnTo>
                <a:lnTo>
                  <a:pt x="173157" y="50570"/>
                </a:lnTo>
                <a:lnTo>
                  <a:pt x="174492" y="51905"/>
                </a:lnTo>
                <a:close/>
                <a:moveTo>
                  <a:pt x="172957" y="47835"/>
                </a:moveTo>
                <a:lnTo>
                  <a:pt x="172957" y="49203"/>
                </a:lnTo>
                <a:lnTo>
                  <a:pt x="170289" y="46568"/>
                </a:lnTo>
                <a:lnTo>
                  <a:pt x="174025" y="46568"/>
                </a:lnTo>
                <a:lnTo>
                  <a:pt x="173057" y="47568"/>
                </a:lnTo>
                <a:close/>
                <a:moveTo>
                  <a:pt x="170289" y="45800"/>
                </a:moveTo>
                <a:lnTo>
                  <a:pt x="172957" y="43132"/>
                </a:lnTo>
                <a:lnTo>
                  <a:pt x="172957" y="44700"/>
                </a:lnTo>
                <a:lnTo>
                  <a:pt x="174025" y="45800"/>
                </a:lnTo>
                <a:lnTo>
                  <a:pt x="170289" y="45800"/>
                </a:lnTo>
                <a:close/>
                <a:moveTo>
                  <a:pt x="169755" y="45233"/>
                </a:moveTo>
                <a:lnTo>
                  <a:pt x="169755" y="41497"/>
                </a:lnTo>
                <a:lnTo>
                  <a:pt x="170722" y="42465"/>
                </a:lnTo>
                <a:lnTo>
                  <a:pt x="170989" y="42598"/>
                </a:lnTo>
                <a:lnTo>
                  <a:pt x="172390" y="42598"/>
                </a:lnTo>
                <a:close/>
                <a:moveTo>
                  <a:pt x="168954" y="45233"/>
                </a:moveTo>
                <a:lnTo>
                  <a:pt x="166319" y="42598"/>
                </a:lnTo>
                <a:lnTo>
                  <a:pt x="167687" y="42598"/>
                </a:lnTo>
                <a:lnTo>
                  <a:pt x="167854" y="42598"/>
                </a:lnTo>
                <a:lnTo>
                  <a:pt x="168954" y="41497"/>
                </a:lnTo>
                <a:close/>
                <a:moveTo>
                  <a:pt x="168954" y="47135"/>
                </a:moveTo>
                <a:lnTo>
                  <a:pt x="168954" y="50871"/>
                </a:lnTo>
                <a:lnTo>
                  <a:pt x="167854" y="49770"/>
                </a:lnTo>
                <a:lnTo>
                  <a:pt x="166319" y="49770"/>
                </a:lnTo>
                <a:close/>
                <a:moveTo>
                  <a:pt x="158047" y="56575"/>
                </a:moveTo>
                <a:lnTo>
                  <a:pt x="156012" y="56575"/>
                </a:lnTo>
                <a:lnTo>
                  <a:pt x="154344" y="54874"/>
                </a:lnTo>
                <a:lnTo>
                  <a:pt x="154344" y="47135"/>
                </a:lnTo>
                <a:lnTo>
                  <a:pt x="158047" y="50871"/>
                </a:lnTo>
                <a:lnTo>
                  <a:pt x="158047" y="56575"/>
                </a:lnTo>
                <a:close/>
                <a:moveTo>
                  <a:pt x="153543" y="54874"/>
                </a:moveTo>
                <a:lnTo>
                  <a:pt x="151876" y="56575"/>
                </a:lnTo>
                <a:lnTo>
                  <a:pt x="149841" y="56575"/>
                </a:lnTo>
                <a:lnTo>
                  <a:pt x="149841" y="50871"/>
                </a:lnTo>
                <a:lnTo>
                  <a:pt x="153543" y="47135"/>
                </a:lnTo>
                <a:lnTo>
                  <a:pt x="153543" y="54874"/>
                </a:lnTo>
                <a:close/>
                <a:moveTo>
                  <a:pt x="140901" y="51905"/>
                </a:moveTo>
                <a:lnTo>
                  <a:pt x="138933" y="53873"/>
                </a:lnTo>
                <a:lnTo>
                  <a:pt x="138933" y="52005"/>
                </a:lnTo>
                <a:lnTo>
                  <a:pt x="140367" y="50570"/>
                </a:lnTo>
                <a:lnTo>
                  <a:pt x="142369" y="50570"/>
                </a:lnTo>
                <a:lnTo>
                  <a:pt x="143703" y="51905"/>
                </a:lnTo>
                <a:close/>
                <a:moveTo>
                  <a:pt x="142135" y="47835"/>
                </a:moveTo>
                <a:lnTo>
                  <a:pt x="142135" y="49203"/>
                </a:lnTo>
                <a:lnTo>
                  <a:pt x="139500" y="46568"/>
                </a:lnTo>
                <a:lnTo>
                  <a:pt x="143236" y="46568"/>
                </a:lnTo>
                <a:lnTo>
                  <a:pt x="142269" y="47568"/>
                </a:lnTo>
                <a:close/>
                <a:moveTo>
                  <a:pt x="139500" y="45800"/>
                </a:moveTo>
                <a:lnTo>
                  <a:pt x="142135" y="43132"/>
                </a:lnTo>
                <a:lnTo>
                  <a:pt x="142135" y="44700"/>
                </a:lnTo>
                <a:lnTo>
                  <a:pt x="143236" y="45800"/>
                </a:lnTo>
                <a:lnTo>
                  <a:pt x="139500" y="45800"/>
                </a:lnTo>
                <a:close/>
                <a:moveTo>
                  <a:pt x="138933" y="45233"/>
                </a:moveTo>
                <a:lnTo>
                  <a:pt x="138933" y="41497"/>
                </a:lnTo>
                <a:lnTo>
                  <a:pt x="140034" y="42598"/>
                </a:lnTo>
                <a:lnTo>
                  <a:pt x="140201" y="42598"/>
                </a:lnTo>
                <a:lnTo>
                  <a:pt x="141602" y="42598"/>
                </a:lnTo>
                <a:close/>
                <a:moveTo>
                  <a:pt x="138166" y="45233"/>
                </a:moveTo>
                <a:lnTo>
                  <a:pt x="135531" y="42598"/>
                </a:lnTo>
                <a:lnTo>
                  <a:pt x="136898" y="42598"/>
                </a:lnTo>
                <a:lnTo>
                  <a:pt x="137165" y="42465"/>
                </a:lnTo>
                <a:lnTo>
                  <a:pt x="138166" y="41497"/>
                </a:lnTo>
                <a:lnTo>
                  <a:pt x="138166" y="45233"/>
                </a:lnTo>
                <a:close/>
                <a:moveTo>
                  <a:pt x="138166" y="47135"/>
                </a:moveTo>
                <a:lnTo>
                  <a:pt x="138166" y="50871"/>
                </a:lnTo>
                <a:lnTo>
                  <a:pt x="137165" y="49903"/>
                </a:lnTo>
                <a:lnTo>
                  <a:pt x="136898" y="49770"/>
                </a:lnTo>
                <a:lnTo>
                  <a:pt x="135531" y="49770"/>
                </a:lnTo>
                <a:close/>
                <a:moveTo>
                  <a:pt x="127258" y="56575"/>
                </a:moveTo>
                <a:lnTo>
                  <a:pt x="125223" y="56575"/>
                </a:lnTo>
                <a:lnTo>
                  <a:pt x="123555" y="54874"/>
                </a:lnTo>
                <a:lnTo>
                  <a:pt x="123555" y="47135"/>
                </a:lnTo>
                <a:lnTo>
                  <a:pt x="127258" y="50871"/>
                </a:lnTo>
                <a:close/>
                <a:moveTo>
                  <a:pt x="122755" y="54874"/>
                </a:moveTo>
                <a:lnTo>
                  <a:pt x="121087" y="56575"/>
                </a:lnTo>
                <a:lnTo>
                  <a:pt x="119052" y="56575"/>
                </a:lnTo>
                <a:lnTo>
                  <a:pt x="119052" y="50871"/>
                </a:lnTo>
                <a:lnTo>
                  <a:pt x="122755" y="47135"/>
                </a:lnTo>
                <a:close/>
                <a:moveTo>
                  <a:pt x="110112" y="51905"/>
                </a:moveTo>
                <a:lnTo>
                  <a:pt x="108144" y="53873"/>
                </a:lnTo>
                <a:lnTo>
                  <a:pt x="108144" y="52005"/>
                </a:lnTo>
                <a:lnTo>
                  <a:pt x="109579" y="50570"/>
                </a:lnTo>
                <a:lnTo>
                  <a:pt x="111580" y="50570"/>
                </a:lnTo>
                <a:lnTo>
                  <a:pt x="112914" y="51905"/>
                </a:lnTo>
                <a:close/>
                <a:moveTo>
                  <a:pt x="111347" y="47835"/>
                </a:moveTo>
                <a:lnTo>
                  <a:pt x="111347" y="49203"/>
                </a:lnTo>
                <a:lnTo>
                  <a:pt x="108711" y="46568"/>
                </a:lnTo>
                <a:lnTo>
                  <a:pt x="112447" y="46568"/>
                </a:lnTo>
                <a:lnTo>
                  <a:pt x="111480" y="47568"/>
                </a:lnTo>
                <a:close/>
                <a:moveTo>
                  <a:pt x="108711" y="45800"/>
                </a:moveTo>
                <a:lnTo>
                  <a:pt x="111347" y="43132"/>
                </a:lnTo>
                <a:lnTo>
                  <a:pt x="111347" y="44700"/>
                </a:lnTo>
                <a:lnTo>
                  <a:pt x="112447" y="45800"/>
                </a:lnTo>
                <a:lnTo>
                  <a:pt x="108711" y="45800"/>
                </a:lnTo>
                <a:close/>
                <a:moveTo>
                  <a:pt x="108144" y="45233"/>
                </a:moveTo>
                <a:lnTo>
                  <a:pt x="108144" y="41497"/>
                </a:lnTo>
                <a:lnTo>
                  <a:pt x="109145" y="42465"/>
                </a:lnTo>
                <a:lnTo>
                  <a:pt x="109412" y="42598"/>
                </a:lnTo>
                <a:lnTo>
                  <a:pt x="110813" y="42598"/>
                </a:lnTo>
                <a:close/>
                <a:moveTo>
                  <a:pt x="107377" y="45233"/>
                </a:moveTo>
                <a:lnTo>
                  <a:pt x="104709" y="42598"/>
                </a:lnTo>
                <a:lnTo>
                  <a:pt x="106110" y="42598"/>
                </a:lnTo>
                <a:lnTo>
                  <a:pt x="106276" y="42598"/>
                </a:lnTo>
                <a:lnTo>
                  <a:pt x="107377" y="41497"/>
                </a:lnTo>
                <a:lnTo>
                  <a:pt x="107377" y="45233"/>
                </a:lnTo>
                <a:close/>
                <a:moveTo>
                  <a:pt x="107377" y="47135"/>
                </a:moveTo>
                <a:lnTo>
                  <a:pt x="107377" y="50871"/>
                </a:lnTo>
                <a:lnTo>
                  <a:pt x="106276" y="49770"/>
                </a:lnTo>
                <a:lnTo>
                  <a:pt x="104709" y="49770"/>
                </a:lnTo>
                <a:close/>
                <a:moveTo>
                  <a:pt x="96469" y="56575"/>
                </a:moveTo>
                <a:lnTo>
                  <a:pt x="94435" y="56575"/>
                </a:lnTo>
                <a:lnTo>
                  <a:pt x="92767" y="54874"/>
                </a:lnTo>
                <a:lnTo>
                  <a:pt x="92767" y="47135"/>
                </a:lnTo>
                <a:lnTo>
                  <a:pt x="96469" y="50871"/>
                </a:lnTo>
                <a:close/>
                <a:moveTo>
                  <a:pt x="91966" y="54874"/>
                </a:moveTo>
                <a:lnTo>
                  <a:pt x="90298" y="56575"/>
                </a:lnTo>
                <a:lnTo>
                  <a:pt x="88264" y="56575"/>
                </a:lnTo>
                <a:lnTo>
                  <a:pt x="88264" y="50871"/>
                </a:lnTo>
                <a:lnTo>
                  <a:pt x="91966" y="47135"/>
                </a:lnTo>
                <a:close/>
                <a:moveTo>
                  <a:pt x="79324" y="51905"/>
                </a:moveTo>
                <a:lnTo>
                  <a:pt x="77356" y="53873"/>
                </a:lnTo>
                <a:lnTo>
                  <a:pt x="77356" y="52005"/>
                </a:lnTo>
                <a:lnTo>
                  <a:pt x="78790" y="50570"/>
                </a:lnTo>
                <a:lnTo>
                  <a:pt x="80792" y="50570"/>
                </a:lnTo>
                <a:lnTo>
                  <a:pt x="82126" y="51905"/>
                </a:lnTo>
                <a:close/>
                <a:moveTo>
                  <a:pt x="80558" y="47835"/>
                </a:moveTo>
                <a:lnTo>
                  <a:pt x="80558" y="49203"/>
                </a:lnTo>
                <a:lnTo>
                  <a:pt x="77923" y="46568"/>
                </a:lnTo>
                <a:lnTo>
                  <a:pt x="81659" y="46568"/>
                </a:lnTo>
                <a:lnTo>
                  <a:pt x="80691" y="47568"/>
                </a:lnTo>
                <a:close/>
                <a:moveTo>
                  <a:pt x="77923" y="45800"/>
                </a:moveTo>
                <a:lnTo>
                  <a:pt x="80558" y="43132"/>
                </a:lnTo>
                <a:lnTo>
                  <a:pt x="80558" y="44700"/>
                </a:lnTo>
                <a:lnTo>
                  <a:pt x="81659" y="45800"/>
                </a:lnTo>
                <a:lnTo>
                  <a:pt x="77923" y="45800"/>
                </a:lnTo>
                <a:close/>
                <a:moveTo>
                  <a:pt x="77356" y="45233"/>
                </a:moveTo>
                <a:lnTo>
                  <a:pt x="77356" y="41497"/>
                </a:lnTo>
                <a:lnTo>
                  <a:pt x="78457" y="42598"/>
                </a:lnTo>
                <a:lnTo>
                  <a:pt x="78623" y="42598"/>
                </a:lnTo>
                <a:lnTo>
                  <a:pt x="79991" y="42598"/>
                </a:lnTo>
                <a:close/>
                <a:moveTo>
                  <a:pt x="76589" y="45233"/>
                </a:moveTo>
                <a:lnTo>
                  <a:pt x="73920" y="42598"/>
                </a:lnTo>
                <a:lnTo>
                  <a:pt x="75321" y="42598"/>
                </a:lnTo>
                <a:lnTo>
                  <a:pt x="75588" y="42465"/>
                </a:lnTo>
                <a:lnTo>
                  <a:pt x="76555" y="41497"/>
                </a:lnTo>
                <a:lnTo>
                  <a:pt x="76555" y="45233"/>
                </a:lnTo>
                <a:close/>
                <a:moveTo>
                  <a:pt x="76589" y="47135"/>
                </a:moveTo>
                <a:lnTo>
                  <a:pt x="76589" y="50871"/>
                </a:lnTo>
                <a:lnTo>
                  <a:pt x="75588" y="49903"/>
                </a:lnTo>
                <a:lnTo>
                  <a:pt x="75321" y="49770"/>
                </a:lnTo>
                <a:lnTo>
                  <a:pt x="73920" y="49770"/>
                </a:lnTo>
                <a:close/>
                <a:moveTo>
                  <a:pt x="65681" y="56575"/>
                </a:moveTo>
                <a:lnTo>
                  <a:pt x="63646" y="56575"/>
                </a:lnTo>
                <a:lnTo>
                  <a:pt x="61978" y="54874"/>
                </a:lnTo>
                <a:lnTo>
                  <a:pt x="61978" y="47135"/>
                </a:lnTo>
                <a:lnTo>
                  <a:pt x="65681" y="50871"/>
                </a:lnTo>
                <a:close/>
                <a:moveTo>
                  <a:pt x="61178" y="54874"/>
                </a:moveTo>
                <a:lnTo>
                  <a:pt x="59510" y="56575"/>
                </a:lnTo>
                <a:lnTo>
                  <a:pt x="57475" y="56575"/>
                </a:lnTo>
                <a:lnTo>
                  <a:pt x="57475" y="50871"/>
                </a:lnTo>
                <a:lnTo>
                  <a:pt x="61178" y="47135"/>
                </a:lnTo>
                <a:close/>
                <a:moveTo>
                  <a:pt x="48535" y="51905"/>
                </a:moveTo>
                <a:lnTo>
                  <a:pt x="46567" y="53873"/>
                </a:lnTo>
                <a:lnTo>
                  <a:pt x="46567" y="52005"/>
                </a:lnTo>
                <a:lnTo>
                  <a:pt x="48001" y="50570"/>
                </a:lnTo>
                <a:lnTo>
                  <a:pt x="50003" y="50570"/>
                </a:lnTo>
                <a:lnTo>
                  <a:pt x="51337" y="51905"/>
                </a:lnTo>
                <a:close/>
                <a:moveTo>
                  <a:pt x="46567" y="47135"/>
                </a:moveTo>
                <a:lnTo>
                  <a:pt x="49202" y="49770"/>
                </a:lnTo>
                <a:lnTo>
                  <a:pt x="47835" y="49770"/>
                </a:lnTo>
                <a:lnTo>
                  <a:pt x="47568" y="49903"/>
                </a:lnTo>
                <a:lnTo>
                  <a:pt x="46567" y="50871"/>
                </a:lnTo>
                <a:lnTo>
                  <a:pt x="46567" y="47135"/>
                </a:lnTo>
                <a:close/>
                <a:moveTo>
                  <a:pt x="49769" y="47835"/>
                </a:moveTo>
                <a:lnTo>
                  <a:pt x="49769" y="49203"/>
                </a:lnTo>
                <a:lnTo>
                  <a:pt x="47134" y="46568"/>
                </a:lnTo>
                <a:lnTo>
                  <a:pt x="50870" y="46568"/>
                </a:lnTo>
                <a:lnTo>
                  <a:pt x="49903" y="47568"/>
                </a:lnTo>
                <a:close/>
                <a:moveTo>
                  <a:pt x="47134" y="45800"/>
                </a:moveTo>
                <a:lnTo>
                  <a:pt x="49769" y="43132"/>
                </a:lnTo>
                <a:lnTo>
                  <a:pt x="49769" y="44700"/>
                </a:lnTo>
                <a:lnTo>
                  <a:pt x="50870" y="45800"/>
                </a:lnTo>
                <a:lnTo>
                  <a:pt x="47134" y="45800"/>
                </a:lnTo>
                <a:close/>
                <a:moveTo>
                  <a:pt x="46567" y="45233"/>
                </a:moveTo>
                <a:lnTo>
                  <a:pt x="46567" y="41497"/>
                </a:lnTo>
                <a:lnTo>
                  <a:pt x="47534" y="42465"/>
                </a:lnTo>
                <a:lnTo>
                  <a:pt x="47835" y="42598"/>
                </a:lnTo>
                <a:lnTo>
                  <a:pt x="49202" y="42598"/>
                </a:lnTo>
                <a:close/>
                <a:moveTo>
                  <a:pt x="45767" y="45233"/>
                </a:moveTo>
                <a:lnTo>
                  <a:pt x="43131" y="42598"/>
                </a:lnTo>
                <a:lnTo>
                  <a:pt x="44532" y="42598"/>
                </a:lnTo>
                <a:lnTo>
                  <a:pt x="44699" y="42598"/>
                </a:lnTo>
                <a:lnTo>
                  <a:pt x="45767" y="41497"/>
                </a:lnTo>
                <a:close/>
                <a:moveTo>
                  <a:pt x="45767" y="47135"/>
                </a:moveTo>
                <a:lnTo>
                  <a:pt x="45767" y="50871"/>
                </a:lnTo>
                <a:lnTo>
                  <a:pt x="44699" y="49770"/>
                </a:lnTo>
                <a:lnTo>
                  <a:pt x="43131" y="49770"/>
                </a:lnTo>
                <a:close/>
                <a:moveTo>
                  <a:pt x="45767" y="76022"/>
                </a:moveTo>
                <a:lnTo>
                  <a:pt x="43131" y="73387"/>
                </a:lnTo>
                <a:lnTo>
                  <a:pt x="44699" y="73387"/>
                </a:lnTo>
                <a:lnTo>
                  <a:pt x="45767" y="72286"/>
                </a:lnTo>
                <a:close/>
                <a:moveTo>
                  <a:pt x="43798" y="71285"/>
                </a:moveTo>
                <a:lnTo>
                  <a:pt x="45767" y="69317"/>
                </a:lnTo>
                <a:lnTo>
                  <a:pt x="45767" y="71152"/>
                </a:lnTo>
                <a:lnTo>
                  <a:pt x="44366" y="72586"/>
                </a:lnTo>
                <a:lnTo>
                  <a:pt x="42364" y="72586"/>
                </a:lnTo>
                <a:lnTo>
                  <a:pt x="41030" y="71285"/>
                </a:lnTo>
                <a:close/>
                <a:moveTo>
                  <a:pt x="42564" y="75321"/>
                </a:moveTo>
                <a:lnTo>
                  <a:pt x="42564" y="73954"/>
                </a:lnTo>
                <a:lnTo>
                  <a:pt x="45233" y="76589"/>
                </a:lnTo>
                <a:lnTo>
                  <a:pt x="41497" y="76589"/>
                </a:lnTo>
                <a:lnTo>
                  <a:pt x="42464" y="75588"/>
                </a:lnTo>
                <a:close/>
                <a:moveTo>
                  <a:pt x="45233" y="77356"/>
                </a:moveTo>
                <a:lnTo>
                  <a:pt x="42564" y="80025"/>
                </a:lnTo>
                <a:lnTo>
                  <a:pt x="42564" y="78457"/>
                </a:lnTo>
                <a:lnTo>
                  <a:pt x="41497" y="77356"/>
                </a:lnTo>
                <a:close/>
                <a:moveTo>
                  <a:pt x="45767" y="77923"/>
                </a:moveTo>
                <a:lnTo>
                  <a:pt x="45767" y="81659"/>
                </a:lnTo>
                <a:lnTo>
                  <a:pt x="44699" y="80559"/>
                </a:lnTo>
                <a:lnTo>
                  <a:pt x="44532" y="80559"/>
                </a:lnTo>
                <a:lnTo>
                  <a:pt x="43131" y="80559"/>
                </a:lnTo>
                <a:close/>
                <a:moveTo>
                  <a:pt x="46567" y="77923"/>
                </a:moveTo>
                <a:lnTo>
                  <a:pt x="49202" y="80559"/>
                </a:lnTo>
                <a:lnTo>
                  <a:pt x="47835" y="80559"/>
                </a:lnTo>
                <a:lnTo>
                  <a:pt x="47568" y="80692"/>
                </a:lnTo>
                <a:lnTo>
                  <a:pt x="46567" y="81659"/>
                </a:lnTo>
                <a:lnTo>
                  <a:pt x="46567" y="77923"/>
                </a:lnTo>
                <a:close/>
                <a:moveTo>
                  <a:pt x="46567" y="76022"/>
                </a:moveTo>
                <a:lnTo>
                  <a:pt x="46567" y="72286"/>
                </a:lnTo>
                <a:lnTo>
                  <a:pt x="47534" y="73253"/>
                </a:lnTo>
                <a:lnTo>
                  <a:pt x="47835" y="73387"/>
                </a:lnTo>
                <a:lnTo>
                  <a:pt x="49202" y="73387"/>
                </a:lnTo>
                <a:close/>
                <a:moveTo>
                  <a:pt x="57475" y="66582"/>
                </a:moveTo>
                <a:lnTo>
                  <a:pt x="59510" y="66582"/>
                </a:lnTo>
                <a:lnTo>
                  <a:pt x="61178" y="68283"/>
                </a:lnTo>
                <a:lnTo>
                  <a:pt x="61178" y="76022"/>
                </a:lnTo>
                <a:lnTo>
                  <a:pt x="57475" y="72286"/>
                </a:lnTo>
                <a:close/>
                <a:moveTo>
                  <a:pt x="61978" y="68283"/>
                </a:moveTo>
                <a:lnTo>
                  <a:pt x="63646" y="66582"/>
                </a:lnTo>
                <a:lnTo>
                  <a:pt x="65681" y="66582"/>
                </a:lnTo>
                <a:lnTo>
                  <a:pt x="65681" y="72286"/>
                </a:lnTo>
                <a:lnTo>
                  <a:pt x="61978" y="76022"/>
                </a:lnTo>
                <a:close/>
                <a:moveTo>
                  <a:pt x="74620" y="71285"/>
                </a:moveTo>
                <a:lnTo>
                  <a:pt x="76589" y="69317"/>
                </a:lnTo>
                <a:lnTo>
                  <a:pt x="76589" y="71152"/>
                </a:lnTo>
                <a:lnTo>
                  <a:pt x="75154" y="72586"/>
                </a:lnTo>
                <a:lnTo>
                  <a:pt x="73153" y="72586"/>
                </a:lnTo>
                <a:lnTo>
                  <a:pt x="71818" y="71285"/>
                </a:lnTo>
                <a:close/>
                <a:moveTo>
                  <a:pt x="73386" y="75321"/>
                </a:moveTo>
                <a:lnTo>
                  <a:pt x="73386" y="73954"/>
                </a:lnTo>
                <a:lnTo>
                  <a:pt x="76021" y="76589"/>
                </a:lnTo>
                <a:lnTo>
                  <a:pt x="72285" y="76589"/>
                </a:lnTo>
                <a:lnTo>
                  <a:pt x="73253" y="75588"/>
                </a:lnTo>
                <a:close/>
                <a:moveTo>
                  <a:pt x="76021" y="77356"/>
                </a:moveTo>
                <a:lnTo>
                  <a:pt x="73386" y="80025"/>
                </a:lnTo>
                <a:lnTo>
                  <a:pt x="73386" y="78457"/>
                </a:lnTo>
                <a:lnTo>
                  <a:pt x="72285" y="77356"/>
                </a:lnTo>
                <a:close/>
                <a:moveTo>
                  <a:pt x="76589" y="77923"/>
                </a:moveTo>
                <a:lnTo>
                  <a:pt x="76589" y="81659"/>
                </a:lnTo>
                <a:lnTo>
                  <a:pt x="75588" y="80692"/>
                </a:lnTo>
                <a:lnTo>
                  <a:pt x="75321" y="80559"/>
                </a:lnTo>
                <a:lnTo>
                  <a:pt x="73920" y="80559"/>
                </a:lnTo>
                <a:close/>
                <a:moveTo>
                  <a:pt x="77356" y="77923"/>
                </a:moveTo>
                <a:lnTo>
                  <a:pt x="80024" y="80559"/>
                </a:lnTo>
                <a:lnTo>
                  <a:pt x="78623" y="80559"/>
                </a:lnTo>
                <a:lnTo>
                  <a:pt x="78457" y="80559"/>
                </a:lnTo>
                <a:lnTo>
                  <a:pt x="77356" y="81659"/>
                </a:lnTo>
                <a:lnTo>
                  <a:pt x="77356" y="77923"/>
                </a:lnTo>
                <a:close/>
                <a:moveTo>
                  <a:pt x="77356" y="76022"/>
                </a:moveTo>
                <a:lnTo>
                  <a:pt x="77356" y="72286"/>
                </a:lnTo>
                <a:lnTo>
                  <a:pt x="78457" y="73387"/>
                </a:lnTo>
                <a:lnTo>
                  <a:pt x="80024" y="73387"/>
                </a:lnTo>
                <a:close/>
                <a:moveTo>
                  <a:pt x="88264" y="66582"/>
                </a:moveTo>
                <a:lnTo>
                  <a:pt x="90298" y="66582"/>
                </a:lnTo>
                <a:lnTo>
                  <a:pt x="91966" y="68283"/>
                </a:lnTo>
                <a:lnTo>
                  <a:pt x="91966" y="76022"/>
                </a:lnTo>
                <a:lnTo>
                  <a:pt x="88264" y="72286"/>
                </a:lnTo>
                <a:close/>
                <a:moveTo>
                  <a:pt x="92767" y="68283"/>
                </a:moveTo>
                <a:lnTo>
                  <a:pt x="94435" y="66582"/>
                </a:lnTo>
                <a:lnTo>
                  <a:pt x="96469" y="66582"/>
                </a:lnTo>
                <a:lnTo>
                  <a:pt x="96469" y="72286"/>
                </a:lnTo>
                <a:lnTo>
                  <a:pt x="92767" y="76022"/>
                </a:lnTo>
                <a:close/>
                <a:moveTo>
                  <a:pt x="105409" y="71285"/>
                </a:moveTo>
                <a:lnTo>
                  <a:pt x="107377" y="69317"/>
                </a:lnTo>
                <a:lnTo>
                  <a:pt x="107377" y="71152"/>
                </a:lnTo>
                <a:lnTo>
                  <a:pt x="105943" y="72586"/>
                </a:lnTo>
                <a:lnTo>
                  <a:pt x="103941" y="72586"/>
                </a:lnTo>
                <a:lnTo>
                  <a:pt x="102607" y="71285"/>
                </a:lnTo>
                <a:close/>
                <a:moveTo>
                  <a:pt x="104175" y="75321"/>
                </a:moveTo>
                <a:lnTo>
                  <a:pt x="104175" y="73954"/>
                </a:lnTo>
                <a:lnTo>
                  <a:pt x="106810" y="76589"/>
                </a:lnTo>
                <a:lnTo>
                  <a:pt x="103074" y="76589"/>
                </a:lnTo>
                <a:lnTo>
                  <a:pt x="104041" y="75588"/>
                </a:lnTo>
                <a:close/>
                <a:moveTo>
                  <a:pt x="106810" y="77356"/>
                </a:moveTo>
                <a:lnTo>
                  <a:pt x="104175" y="80025"/>
                </a:lnTo>
                <a:lnTo>
                  <a:pt x="104175" y="78457"/>
                </a:lnTo>
                <a:lnTo>
                  <a:pt x="103074" y="77356"/>
                </a:lnTo>
                <a:close/>
                <a:moveTo>
                  <a:pt x="107377" y="77923"/>
                </a:moveTo>
                <a:lnTo>
                  <a:pt x="107377" y="81659"/>
                </a:lnTo>
                <a:lnTo>
                  <a:pt x="106276" y="80559"/>
                </a:lnTo>
                <a:lnTo>
                  <a:pt x="106110" y="80559"/>
                </a:lnTo>
                <a:lnTo>
                  <a:pt x="104709" y="80559"/>
                </a:lnTo>
                <a:close/>
                <a:moveTo>
                  <a:pt x="108144" y="77923"/>
                </a:moveTo>
                <a:lnTo>
                  <a:pt x="110813" y="80559"/>
                </a:lnTo>
                <a:lnTo>
                  <a:pt x="109412" y="80559"/>
                </a:lnTo>
                <a:lnTo>
                  <a:pt x="109145" y="80692"/>
                </a:lnTo>
                <a:lnTo>
                  <a:pt x="108144" y="81659"/>
                </a:lnTo>
                <a:lnTo>
                  <a:pt x="108144" y="77923"/>
                </a:lnTo>
                <a:close/>
                <a:moveTo>
                  <a:pt x="108144" y="76022"/>
                </a:moveTo>
                <a:lnTo>
                  <a:pt x="108144" y="72286"/>
                </a:lnTo>
                <a:lnTo>
                  <a:pt x="109145" y="73253"/>
                </a:lnTo>
                <a:lnTo>
                  <a:pt x="109412" y="73387"/>
                </a:lnTo>
                <a:lnTo>
                  <a:pt x="110813" y="73387"/>
                </a:lnTo>
                <a:close/>
                <a:moveTo>
                  <a:pt x="119052" y="66582"/>
                </a:moveTo>
                <a:lnTo>
                  <a:pt x="121087" y="66582"/>
                </a:lnTo>
                <a:lnTo>
                  <a:pt x="122755" y="68283"/>
                </a:lnTo>
                <a:lnTo>
                  <a:pt x="122755" y="76022"/>
                </a:lnTo>
                <a:lnTo>
                  <a:pt x="119052" y="72286"/>
                </a:lnTo>
                <a:close/>
                <a:moveTo>
                  <a:pt x="123555" y="68283"/>
                </a:moveTo>
                <a:lnTo>
                  <a:pt x="125223" y="66582"/>
                </a:lnTo>
                <a:lnTo>
                  <a:pt x="127258" y="66582"/>
                </a:lnTo>
                <a:lnTo>
                  <a:pt x="127258" y="72286"/>
                </a:lnTo>
                <a:lnTo>
                  <a:pt x="123555" y="76022"/>
                </a:lnTo>
                <a:lnTo>
                  <a:pt x="123555" y="68283"/>
                </a:lnTo>
                <a:close/>
                <a:moveTo>
                  <a:pt x="136198" y="71285"/>
                </a:moveTo>
                <a:lnTo>
                  <a:pt x="138166" y="69317"/>
                </a:lnTo>
                <a:lnTo>
                  <a:pt x="138166" y="71152"/>
                </a:lnTo>
                <a:lnTo>
                  <a:pt x="136731" y="72586"/>
                </a:lnTo>
                <a:lnTo>
                  <a:pt x="134730" y="72586"/>
                </a:lnTo>
                <a:lnTo>
                  <a:pt x="133396" y="71285"/>
                </a:lnTo>
                <a:close/>
                <a:moveTo>
                  <a:pt x="134964" y="75321"/>
                </a:moveTo>
                <a:lnTo>
                  <a:pt x="134964" y="73954"/>
                </a:lnTo>
                <a:lnTo>
                  <a:pt x="137599" y="76589"/>
                </a:lnTo>
                <a:lnTo>
                  <a:pt x="133863" y="76589"/>
                </a:lnTo>
                <a:lnTo>
                  <a:pt x="134830" y="75588"/>
                </a:lnTo>
                <a:close/>
                <a:moveTo>
                  <a:pt x="137599" y="77356"/>
                </a:moveTo>
                <a:lnTo>
                  <a:pt x="134964" y="80025"/>
                </a:lnTo>
                <a:lnTo>
                  <a:pt x="134964" y="78457"/>
                </a:lnTo>
                <a:lnTo>
                  <a:pt x="133863" y="77356"/>
                </a:lnTo>
                <a:close/>
                <a:moveTo>
                  <a:pt x="138166" y="77923"/>
                </a:moveTo>
                <a:lnTo>
                  <a:pt x="138166" y="81659"/>
                </a:lnTo>
                <a:lnTo>
                  <a:pt x="137165" y="80692"/>
                </a:lnTo>
                <a:lnTo>
                  <a:pt x="136898" y="80559"/>
                </a:lnTo>
                <a:lnTo>
                  <a:pt x="135531" y="80559"/>
                </a:lnTo>
                <a:close/>
                <a:moveTo>
                  <a:pt x="138933" y="77923"/>
                </a:moveTo>
                <a:lnTo>
                  <a:pt x="141602" y="80559"/>
                </a:lnTo>
                <a:lnTo>
                  <a:pt x="140201" y="80559"/>
                </a:lnTo>
                <a:lnTo>
                  <a:pt x="140034" y="80559"/>
                </a:lnTo>
                <a:lnTo>
                  <a:pt x="138933" y="81659"/>
                </a:lnTo>
                <a:close/>
                <a:moveTo>
                  <a:pt x="138933" y="76022"/>
                </a:moveTo>
                <a:lnTo>
                  <a:pt x="138933" y="72286"/>
                </a:lnTo>
                <a:lnTo>
                  <a:pt x="140034" y="73387"/>
                </a:lnTo>
                <a:lnTo>
                  <a:pt x="141602" y="73387"/>
                </a:lnTo>
                <a:close/>
                <a:moveTo>
                  <a:pt x="149841" y="66582"/>
                </a:moveTo>
                <a:lnTo>
                  <a:pt x="151876" y="66582"/>
                </a:lnTo>
                <a:lnTo>
                  <a:pt x="153543" y="68283"/>
                </a:lnTo>
                <a:lnTo>
                  <a:pt x="153543" y="76022"/>
                </a:lnTo>
                <a:lnTo>
                  <a:pt x="149841" y="72286"/>
                </a:lnTo>
                <a:lnTo>
                  <a:pt x="149841" y="66582"/>
                </a:lnTo>
                <a:close/>
                <a:moveTo>
                  <a:pt x="154344" y="68283"/>
                </a:moveTo>
                <a:lnTo>
                  <a:pt x="156012" y="66582"/>
                </a:lnTo>
                <a:lnTo>
                  <a:pt x="158047" y="66582"/>
                </a:lnTo>
                <a:lnTo>
                  <a:pt x="158047" y="72286"/>
                </a:lnTo>
                <a:lnTo>
                  <a:pt x="154344" y="76022"/>
                </a:lnTo>
                <a:lnTo>
                  <a:pt x="154344" y="68283"/>
                </a:lnTo>
                <a:close/>
                <a:moveTo>
                  <a:pt x="166986" y="71285"/>
                </a:moveTo>
                <a:lnTo>
                  <a:pt x="168954" y="69317"/>
                </a:lnTo>
                <a:lnTo>
                  <a:pt x="168954" y="71152"/>
                </a:lnTo>
                <a:lnTo>
                  <a:pt x="167520" y="72586"/>
                </a:lnTo>
                <a:lnTo>
                  <a:pt x="165519" y="72586"/>
                </a:lnTo>
                <a:lnTo>
                  <a:pt x="164184" y="71285"/>
                </a:lnTo>
                <a:close/>
                <a:moveTo>
                  <a:pt x="165752" y="75321"/>
                </a:moveTo>
                <a:lnTo>
                  <a:pt x="165752" y="73954"/>
                </a:lnTo>
                <a:lnTo>
                  <a:pt x="168387" y="76589"/>
                </a:lnTo>
                <a:lnTo>
                  <a:pt x="164651" y="76589"/>
                </a:lnTo>
                <a:lnTo>
                  <a:pt x="165619" y="75588"/>
                </a:lnTo>
                <a:close/>
                <a:moveTo>
                  <a:pt x="168387" y="77356"/>
                </a:moveTo>
                <a:lnTo>
                  <a:pt x="165752" y="80025"/>
                </a:lnTo>
                <a:lnTo>
                  <a:pt x="165752" y="78457"/>
                </a:lnTo>
                <a:lnTo>
                  <a:pt x="164651" y="77356"/>
                </a:lnTo>
                <a:close/>
                <a:moveTo>
                  <a:pt x="168954" y="77923"/>
                </a:moveTo>
                <a:lnTo>
                  <a:pt x="168954" y="81659"/>
                </a:lnTo>
                <a:lnTo>
                  <a:pt x="167854" y="80559"/>
                </a:lnTo>
                <a:lnTo>
                  <a:pt x="167687" y="80559"/>
                </a:lnTo>
                <a:lnTo>
                  <a:pt x="166319" y="80559"/>
                </a:lnTo>
                <a:close/>
                <a:moveTo>
                  <a:pt x="169755" y="77923"/>
                </a:moveTo>
                <a:lnTo>
                  <a:pt x="172390" y="80559"/>
                </a:lnTo>
                <a:lnTo>
                  <a:pt x="170989" y="80559"/>
                </a:lnTo>
                <a:lnTo>
                  <a:pt x="170722" y="80692"/>
                </a:lnTo>
                <a:lnTo>
                  <a:pt x="169755" y="81659"/>
                </a:lnTo>
                <a:lnTo>
                  <a:pt x="169755" y="77923"/>
                </a:lnTo>
                <a:close/>
                <a:moveTo>
                  <a:pt x="169755" y="76022"/>
                </a:moveTo>
                <a:lnTo>
                  <a:pt x="169755" y="72286"/>
                </a:lnTo>
                <a:lnTo>
                  <a:pt x="170722" y="73253"/>
                </a:lnTo>
                <a:lnTo>
                  <a:pt x="170989" y="73387"/>
                </a:lnTo>
                <a:lnTo>
                  <a:pt x="172390" y="73387"/>
                </a:lnTo>
                <a:close/>
                <a:moveTo>
                  <a:pt x="180629" y="66582"/>
                </a:moveTo>
                <a:lnTo>
                  <a:pt x="182664" y="66582"/>
                </a:lnTo>
                <a:lnTo>
                  <a:pt x="184332" y="68283"/>
                </a:lnTo>
                <a:lnTo>
                  <a:pt x="184332" y="76022"/>
                </a:lnTo>
                <a:lnTo>
                  <a:pt x="180629" y="72286"/>
                </a:lnTo>
                <a:lnTo>
                  <a:pt x="180629" y="66582"/>
                </a:lnTo>
                <a:close/>
                <a:moveTo>
                  <a:pt x="185133" y="68283"/>
                </a:moveTo>
                <a:lnTo>
                  <a:pt x="186801" y="66582"/>
                </a:lnTo>
                <a:lnTo>
                  <a:pt x="188835" y="66582"/>
                </a:lnTo>
                <a:lnTo>
                  <a:pt x="188835" y="72286"/>
                </a:lnTo>
                <a:lnTo>
                  <a:pt x="185133" y="76022"/>
                </a:lnTo>
                <a:lnTo>
                  <a:pt x="185133" y="68283"/>
                </a:lnTo>
                <a:close/>
                <a:moveTo>
                  <a:pt x="197775" y="71285"/>
                </a:moveTo>
                <a:lnTo>
                  <a:pt x="199743" y="69317"/>
                </a:lnTo>
                <a:lnTo>
                  <a:pt x="199743" y="71152"/>
                </a:lnTo>
                <a:lnTo>
                  <a:pt x="198309" y="72586"/>
                </a:lnTo>
                <a:lnTo>
                  <a:pt x="196307" y="72586"/>
                </a:lnTo>
                <a:lnTo>
                  <a:pt x="194973" y="71285"/>
                </a:lnTo>
                <a:close/>
                <a:moveTo>
                  <a:pt x="199743" y="76022"/>
                </a:moveTo>
                <a:lnTo>
                  <a:pt x="197108" y="73387"/>
                </a:lnTo>
                <a:lnTo>
                  <a:pt x="198476" y="73387"/>
                </a:lnTo>
                <a:lnTo>
                  <a:pt x="198776" y="73253"/>
                </a:lnTo>
                <a:lnTo>
                  <a:pt x="199743" y="72286"/>
                </a:lnTo>
                <a:lnTo>
                  <a:pt x="199743" y="76022"/>
                </a:lnTo>
                <a:close/>
                <a:moveTo>
                  <a:pt x="196541" y="75321"/>
                </a:moveTo>
                <a:lnTo>
                  <a:pt x="196541" y="73954"/>
                </a:lnTo>
                <a:lnTo>
                  <a:pt x="199176" y="76589"/>
                </a:lnTo>
                <a:lnTo>
                  <a:pt x="195440" y="76589"/>
                </a:lnTo>
                <a:lnTo>
                  <a:pt x="196407" y="75588"/>
                </a:lnTo>
                <a:close/>
                <a:moveTo>
                  <a:pt x="199176" y="77356"/>
                </a:moveTo>
                <a:lnTo>
                  <a:pt x="196541" y="80025"/>
                </a:lnTo>
                <a:lnTo>
                  <a:pt x="196541" y="78457"/>
                </a:lnTo>
                <a:lnTo>
                  <a:pt x="195440" y="77356"/>
                </a:lnTo>
                <a:close/>
                <a:moveTo>
                  <a:pt x="199743" y="77923"/>
                </a:moveTo>
                <a:lnTo>
                  <a:pt x="199743" y="81659"/>
                </a:lnTo>
                <a:lnTo>
                  <a:pt x="198776" y="80692"/>
                </a:lnTo>
                <a:lnTo>
                  <a:pt x="198476" y="80559"/>
                </a:lnTo>
                <a:lnTo>
                  <a:pt x="197108" y="80559"/>
                </a:lnTo>
                <a:close/>
                <a:moveTo>
                  <a:pt x="200544" y="77923"/>
                </a:moveTo>
                <a:lnTo>
                  <a:pt x="203179" y="80559"/>
                </a:lnTo>
                <a:lnTo>
                  <a:pt x="201778" y="80559"/>
                </a:lnTo>
                <a:lnTo>
                  <a:pt x="201644" y="80559"/>
                </a:lnTo>
                <a:lnTo>
                  <a:pt x="200544" y="81659"/>
                </a:lnTo>
                <a:close/>
                <a:moveTo>
                  <a:pt x="200544" y="76022"/>
                </a:moveTo>
                <a:lnTo>
                  <a:pt x="200544" y="72286"/>
                </a:lnTo>
                <a:lnTo>
                  <a:pt x="201644" y="73387"/>
                </a:lnTo>
                <a:lnTo>
                  <a:pt x="203179" y="73387"/>
                </a:lnTo>
                <a:close/>
                <a:moveTo>
                  <a:pt x="200544" y="54974"/>
                </a:moveTo>
                <a:lnTo>
                  <a:pt x="202812" y="52672"/>
                </a:lnTo>
                <a:lnTo>
                  <a:pt x="206081" y="52672"/>
                </a:lnTo>
                <a:lnTo>
                  <a:pt x="207749" y="54373"/>
                </a:lnTo>
                <a:lnTo>
                  <a:pt x="203679" y="54373"/>
                </a:lnTo>
                <a:lnTo>
                  <a:pt x="203412" y="54473"/>
                </a:lnTo>
                <a:lnTo>
                  <a:pt x="200544" y="57342"/>
                </a:lnTo>
                <a:close/>
                <a:moveTo>
                  <a:pt x="205848" y="51338"/>
                </a:moveTo>
                <a:lnTo>
                  <a:pt x="204513" y="50003"/>
                </a:lnTo>
                <a:lnTo>
                  <a:pt x="204513" y="48002"/>
                </a:lnTo>
                <a:lnTo>
                  <a:pt x="205948" y="46568"/>
                </a:lnTo>
                <a:lnTo>
                  <a:pt x="207816" y="46568"/>
                </a:lnTo>
                <a:lnTo>
                  <a:pt x="205848" y="48536"/>
                </a:lnTo>
                <a:close/>
                <a:moveTo>
                  <a:pt x="205948" y="45800"/>
                </a:moveTo>
                <a:lnTo>
                  <a:pt x="204513" y="44366"/>
                </a:lnTo>
                <a:lnTo>
                  <a:pt x="204513" y="42365"/>
                </a:lnTo>
                <a:lnTo>
                  <a:pt x="205848" y="41030"/>
                </a:lnTo>
                <a:lnTo>
                  <a:pt x="205848" y="43832"/>
                </a:lnTo>
                <a:lnTo>
                  <a:pt x="207816" y="45800"/>
                </a:lnTo>
                <a:lnTo>
                  <a:pt x="205948" y="45800"/>
                </a:lnTo>
                <a:close/>
                <a:moveTo>
                  <a:pt x="203979" y="41797"/>
                </a:moveTo>
                <a:lnTo>
                  <a:pt x="201945" y="41797"/>
                </a:lnTo>
                <a:lnTo>
                  <a:pt x="200544" y="40363"/>
                </a:lnTo>
                <a:lnTo>
                  <a:pt x="200544" y="38495"/>
                </a:lnTo>
                <a:lnTo>
                  <a:pt x="202512" y="40463"/>
                </a:lnTo>
                <a:lnTo>
                  <a:pt x="202645" y="40463"/>
                </a:lnTo>
                <a:lnTo>
                  <a:pt x="205280" y="40463"/>
                </a:lnTo>
                <a:close/>
                <a:moveTo>
                  <a:pt x="199743" y="40363"/>
                </a:moveTo>
                <a:lnTo>
                  <a:pt x="198309" y="41797"/>
                </a:lnTo>
                <a:lnTo>
                  <a:pt x="196307" y="41797"/>
                </a:lnTo>
                <a:lnTo>
                  <a:pt x="194973" y="40463"/>
                </a:lnTo>
                <a:lnTo>
                  <a:pt x="197775" y="40463"/>
                </a:lnTo>
                <a:lnTo>
                  <a:pt x="199743" y="38495"/>
                </a:lnTo>
                <a:lnTo>
                  <a:pt x="199743" y="40363"/>
                </a:lnTo>
                <a:close/>
                <a:moveTo>
                  <a:pt x="194339" y="46568"/>
                </a:moveTo>
                <a:lnTo>
                  <a:pt x="195740" y="48002"/>
                </a:lnTo>
                <a:lnTo>
                  <a:pt x="195740" y="50003"/>
                </a:lnTo>
                <a:lnTo>
                  <a:pt x="194439" y="51338"/>
                </a:lnTo>
                <a:lnTo>
                  <a:pt x="194439" y="48536"/>
                </a:lnTo>
                <a:lnTo>
                  <a:pt x="192471" y="46568"/>
                </a:lnTo>
                <a:lnTo>
                  <a:pt x="194339" y="46568"/>
                </a:lnTo>
                <a:close/>
                <a:moveTo>
                  <a:pt x="175059" y="48536"/>
                </a:moveTo>
                <a:lnTo>
                  <a:pt x="175059" y="51338"/>
                </a:lnTo>
                <a:lnTo>
                  <a:pt x="173725" y="50003"/>
                </a:lnTo>
                <a:lnTo>
                  <a:pt x="173725" y="48002"/>
                </a:lnTo>
                <a:lnTo>
                  <a:pt x="175159" y="46568"/>
                </a:lnTo>
                <a:lnTo>
                  <a:pt x="177027" y="46568"/>
                </a:lnTo>
                <a:close/>
                <a:moveTo>
                  <a:pt x="175159" y="45800"/>
                </a:moveTo>
                <a:lnTo>
                  <a:pt x="173725" y="44366"/>
                </a:lnTo>
                <a:lnTo>
                  <a:pt x="173725" y="42365"/>
                </a:lnTo>
                <a:lnTo>
                  <a:pt x="175059" y="41030"/>
                </a:lnTo>
                <a:lnTo>
                  <a:pt x="175059" y="43832"/>
                </a:lnTo>
                <a:lnTo>
                  <a:pt x="177027" y="45800"/>
                </a:lnTo>
                <a:lnTo>
                  <a:pt x="175159" y="45800"/>
                </a:lnTo>
                <a:close/>
                <a:moveTo>
                  <a:pt x="173191" y="41797"/>
                </a:moveTo>
                <a:lnTo>
                  <a:pt x="171156" y="41797"/>
                </a:lnTo>
                <a:lnTo>
                  <a:pt x="169755" y="40363"/>
                </a:lnTo>
                <a:lnTo>
                  <a:pt x="169755" y="38495"/>
                </a:lnTo>
                <a:lnTo>
                  <a:pt x="171723" y="40463"/>
                </a:lnTo>
                <a:lnTo>
                  <a:pt x="174492" y="40463"/>
                </a:lnTo>
                <a:close/>
                <a:moveTo>
                  <a:pt x="168954" y="40363"/>
                </a:moveTo>
                <a:lnTo>
                  <a:pt x="167520" y="41797"/>
                </a:lnTo>
                <a:lnTo>
                  <a:pt x="165519" y="41797"/>
                </a:lnTo>
                <a:lnTo>
                  <a:pt x="164184" y="40463"/>
                </a:lnTo>
                <a:lnTo>
                  <a:pt x="166820" y="40463"/>
                </a:lnTo>
                <a:lnTo>
                  <a:pt x="166986" y="40463"/>
                </a:lnTo>
                <a:lnTo>
                  <a:pt x="168954" y="38495"/>
                </a:lnTo>
                <a:lnTo>
                  <a:pt x="168954" y="40363"/>
                </a:lnTo>
                <a:close/>
                <a:moveTo>
                  <a:pt x="163517" y="46568"/>
                </a:moveTo>
                <a:lnTo>
                  <a:pt x="164952" y="48002"/>
                </a:lnTo>
                <a:lnTo>
                  <a:pt x="164952" y="50003"/>
                </a:lnTo>
                <a:lnTo>
                  <a:pt x="163651" y="51338"/>
                </a:lnTo>
                <a:lnTo>
                  <a:pt x="163651" y="48536"/>
                </a:lnTo>
                <a:lnTo>
                  <a:pt x="161649" y="46568"/>
                </a:lnTo>
                <a:lnTo>
                  <a:pt x="163517" y="46568"/>
                </a:lnTo>
                <a:close/>
                <a:moveTo>
                  <a:pt x="144270" y="48536"/>
                </a:moveTo>
                <a:lnTo>
                  <a:pt x="144270" y="51338"/>
                </a:lnTo>
                <a:lnTo>
                  <a:pt x="142936" y="50003"/>
                </a:lnTo>
                <a:lnTo>
                  <a:pt x="142936" y="48002"/>
                </a:lnTo>
                <a:lnTo>
                  <a:pt x="144370" y="46568"/>
                </a:lnTo>
                <a:lnTo>
                  <a:pt x="146238" y="46568"/>
                </a:lnTo>
                <a:close/>
                <a:moveTo>
                  <a:pt x="144370" y="45800"/>
                </a:moveTo>
                <a:lnTo>
                  <a:pt x="142936" y="44366"/>
                </a:lnTo>
                <a:lnTo>
                  <a:pt x="142936" y="42365"/>
                </a:lnTo>
                <a:lnTo>
                  <a:pt x="144270" y="41030"/>
                </a:lnTo>
                <a:lnTo>
                  <a:pt x="144270" y="43832"/>
                </a:lnTo>
                <a:lnTo>
                  <a:pt x="146238" y="45800"/>
                </a:lnTo>
                <a:lnTo>
                  <a:pt x="144370" y="45800"/>
                </a:lnTo>
                <a:close/>
                <a:moveTo>
                  <a:pt x="142369" y="41797"/>
                </a:moveTo>
                <a:lnTo>
                  <a:pt x="140367" y="41797"/>
                </a:lnTo>
                <a:lnTo>
                  <a:pt x="138933" y="40363"/>
                </a:lnTo>
                <a:lnTo>
                  <a:pt x="138933" y="38495"/>
                </a:lnTo>
                <a:lnTo>
                  <a:pt x="140901" y="40463"/>
                </a:lnTo>
                <a:lnTo>
                  <a:pt x="141068" y="40463"/>
                </a:lnTo>
                <a:lnTo>
                  <a:pt x="143703" y="40463"/>
                </a:lnTo>
                <a:close/>
                <a:moveTo>
                  <a:pt x="138166" y="40363"/>
                </a:moveTo>
                <a:lnTo>
                  <a:pt x="136731" y="41797"/>
                </a:lnTo>
                <a:lnTo>
                  <a:pt x="134730" y="41797"/>
                </a:lnTo>
                <a:lnTo>
                  <a:pt x="133396" y="40463"/>
                </a:lnTo>
                <a:lnTo>
                  <a:pt x="136198" y="40463"/>
                </a:lnTo>
                <a:lnTo>
                  <a:pt x="138166" y="38495"/>
                </a:lnTo>
                <a:close/>
                <a:moveTo>
                  <a:pt x="132729" y="46568"/>
                </a:moveTo>
                <a:lnTo>
                  <a:pt x="134163" y="48002"/>
                </a:lnTo>
                <a:lnTo>
                  <a:pt x="134163" y="50003"/>
                </a:lnTo>
                <a:lnTo>
                  <a:pt x="132862" y="51338"/>
                </a:lnTo>
                <a:lnTo>
                  <a:pt x="132862" y="48536"/>
                </a:lnTo>
                <a:lnTo>
                  <a:pt x="130894" y="46568"/>
                </a:lnTo>
                <a:lnTo>
                  <a:pt x="132729" y="46568"/>
                </a:lnTo>
                <a:close/>
                <a:moveTo>
                  <a:pt x="113482" y="48536"/>
                </a:moveTo>
                <a:lnTo>
                  <a:pt x="113482" y="51338"/>
                </a:lnTo>
                <a:lnTo>
                  <a:pt x="112147" y="50003"/>
                </a:lnTo>
                <a:lnTo>
                  <a:pt x="112147" y="48002"/>
                </a:lnTo>
                <a:lnTo>
                  <a:pt x="113582" y="46568"/>
                </a:lnTo>
                <a:lnTo>
                  <a:pt x="115450" y="46568"/>
                </a:lnTo>
                <a:close/>
                <a:moveTo>
                  <a:pt x="113582" y="45800"/>
                </a:moveTo>
                <a:lnTo>
                  <a:pt x="112147" y="44366"/>
                </a:lnTo>
                <a:lnTo>
                  <a:pt x="112147" y="42365"/>
                </a:lnTo>
                <a:lnTo>
                  <a:pt x="113482" y="41030"/>
                </a:lnTo>
                <a:lnTo>
                  <a:pt x="113482" y="43832"/>
                </a:lnTo>
                <a:lnTo>
                  <a:pt x="115450" y="45800"/>
                </a:lnTo>
                <a:lnTo>
                  <a:pt x="113582" y="45800"/>
                </a:lnTo>
                <a:close/>
                <a:moveTo>
                  <a:pt x="111580" y="41797"/>
                </a:moveTo>
                <a:lnTo>
                  <a:pt x="109579" y="41797"/>
                </a:lnTo>
                <a:lnTo>
                  <a:pt x="108144" y="40363"/>
                </a:lnTo>
                <a:lnTo>
                  <a:pt x="108144" y="38495"/>
                </a:lnTo>
                <a:lnTo>
                  <a:pt x="110112" y="40463"/>
                </a:lnTo>
                <a:lnTo>
                  <a:pt x="112914" y="40463"/>
                </a:lnTo>
                <a:close/>
                <a:moveTo>
                  <a:pt x="107377" y="40363"/>
                </a:moveTo>
                <a:lnTo>
                  <a:pt x="105943" y="41797"/>
                </a:lnTo>
                <a:lnTo>
                  <a:pt x="103941" y="41797"/>
                </a:lnTo>
                <a:lnTo>
                  <a:pt x="102607" y="40463"/>
                </a:lnTo>
                <a:lnTo>
                  <a:pt x="105242" y="40463"/>
                </a:lnTo>
                <a:lnTo>
                  <a:pt x="105376" y="40463"/>
                </a:lnTo>
                <a:lnTo>
                  <a:pt x="107344" y="38495"/>
                </a:lnTo>
                <a:lnTo>
                  <a:pt x="107344" y="40363"/>
                </a:lnTo>
                <a:close/>
                <a:moveTo>
                  <a:pt x="101940" y="46568"/>
                </a:moveTo>
                <a:lnTo>
                  <a:pt x="103374" y="48002"/>
                </a:lnTo>
                <a:lnTo>
                  <a:pt x="103374" y="50003"/>
                </a:lnTo>
                <a:lnTo>
                  <a:pt x="102040" y="51338"/>
                </a:lnTo>
                <a:lnTo>
                  <a:pt x="102040" y="48536"/>
                </a:lnTo>
                <a:lnTo>
                  <a:pt x="100072" y="46568"/>
                </a:lnTo>
                <a:lnTo>
                  <a:pt x="101940" y="46568"/>
                </a:lnTo>
                <a:close/>
                <a:moveTo>
                  <a:pt x="82660" y="48536"/>
                </a:moveTo>
                <a:lnTo>
                  <a:pt x="82660" y="51338"/>
                </a:lnTo>
                <a:lnTo>
                  <a:pt x="81359" y="50003"/>
                </a:lnTo>
                <a:lnTo>
                  <a:pt x="81359" y="48002"/>
                </a:lnTo>
                <a:lnTo>
                  <a:pt x="82793" y="46568"/>
                </a:lnTo>
                <a:lnTo>
                  <a:pt x="84628" y="46568"/>
                </a:lnTo>
                <a:close/>
                <a:moveTo>
                  <a:pt x="82793" y="45800"/>
                </a:moveTo>
                <a:lnTo>
                  <a:pt x="81359" y="44366"/>
                </a:lnTo>
                <a:lnTo>
                  <a:pt x="81359" y="42365"/>
                </a:lnTo>
                <a:lnTo>
                  <a:pt x="82660" y="41030"/>
                </a:lnTo>
                <a:lnTo>
                  <a:pt x="82660" y="43832"/>
                </a:lnTo>
                <a:lnTo>
                  <a:pt x="84628" y="45800"/>
                </a:lnTo>
                <a:lnTo>
                  <a:pt x="82793" y="45800"/>
                </a:lnTo>
                <a:close/>
                <a:moveTo>
                  <a:pt x="80792" y="41797"/>
                </a:moveTo>
                <a:lnTo>
                  <a:pt x="78790" y="41797"/>
                </a:lnTo>
                <a:lnTo>
                  <a:pt x="77356" y="40363"/>
                </a:lnTo>
                <a:lnTo>
                  <a:pt x="77356" y="38495"/>
                </a:lnTo>
                <a:lnTo>
                  <a:pt x="79324" y="40463"/>
                </a:lnTo>
                <a:lnTo>
                  <a:pt x="79491" y="40463"/>
                </a:lnTo>
                <a:lnTo>
                  <a:pt x="82092" y="40463"/>
                </a:lnTo>
                <a:close/>
                <a:moveTo>
                  <a:pt x="76589" y="40363"/>
                </a:moveTo>
                <a:lnTo>
                  <a:pt x="75154" y="41797"/>
                </a:lnTo>
                <a:lnTo>
                  <a:pt x="73153" y="41797"/>
                </a:lnTo>
                <a:lnTo>
                  <a:pt x="71818" y="40463"/>
                </a:lnTo>
                <a:lnTo>
                  <a:pt x="74620" y="40463"/>
                </a:lnTo>
                <a:lnTo>
                  <a:pt x="76589" y="38495"/>
                </a:lnTo>
                <a:close/>
                <a:moveTo>
                  <a:pt x="71151" y="46568"/>
                </a:moveTo>
                <a:lnTo>
                  <a:pt x="72586" y="48002"/>
                </a:lnTo>
                <a:lnTo>
                  <a:pt x="72586" y="50003"/>
                </a:lnTo>
                <a:lnTo>
                  <a:pt x="71251" y="51338"/>
                </a:lnTo>
                <a:lnTo>
                  <a:pt x="71251" y="48536"/>
                </a:lnTo>
                <a:lnTo>
                  <a:pt x="69283" y="46568"/>
                </a:lnTo>
                <a:lnTo>
                  <a:pt x="71151" y="46568"/>
                </a:lnTo>
                <a:close/>
                <a:moveTo>
                  <a:pt x="51871" y="48536"/>
                </a:moveTo>
                <a:lnTo>
                  <a:pt x="51871" y="51338"/>
                </a:lnTo>
                <a:lnTo>
                  <a:pt x="50570" y="50003"/>
                </a:lnTo>
                <a:lnTo>
                  <a:pt x="50570" y="48002"/>
                </a:lnTo>
                <a:lnTo>
                  <a:pt x="51971" y="46568"/>
                </a:lnTo>
                <a:lnTo>
                  <a:pt x="53839" y="46568"/>
                </a:lnTo>
                <a:close/>
                <a:moveTo>
                  <a:pt x="51971" y="45800"/>
                </a:moveTo>
                <a:lnTo>
                  <a:pt x="50570" y="44366"/>
                </a:lnTo>
                <a:lnTo>
                  <a:pt x="50570" y="42365"/>
                </a:lnTo>
                <a:lnTo>
                  <a:pt x="51871" y="41030"/>
                </a:lnTo>
                <a:lnTo>
                  <a:pt x="51871" y="43832"/>
                </a:lnTo>
                <a:lnTo>
                  <a:pt x="53839" y="45800"/>
                </a:lnTo>
                <a:lnTo>
                  <a:pt x="51971" y="45800"/>
                </a:lnTo>
                <a:close/>
                <a:moveTo>
                  <a:pt x="50003" y="41797"/>
                </a:moveTo>
                <a:lnTo>
                  <a:pt x="48001" y="41797"/>
                </a:lnTo>
                <a:lnTo>
                  <a:pt x="46567" y="40363"/>
                </a:lnTo>
                <a:lnTo>
                  <a:pt x="46567" y="38495"/>
                </a:lnTo>
                <a:lnTo>
                  <a:pt x="48535" y="40463"/>
                </a:lnTo>
                <a:lnTo>
                  <a:pt x="51337" y="40463"/>
                </a:lnTo>
                <a:close/>
                <a:moveTo>
                  <a:pt x="45767" y="40363"/>
                </a:moveTo>
                <a:lnTo>
                  <a:pt x="44366" y="41797"/>
                </a:lnTo>
                <a:lnTo>
                  <a:pt x="42364" y="41797"/>
                </a:lnTo>
                <a:lnTo>
                  <a:pt x="41030" y="40463"/>
                </a:lnTo>
                <a:lnTo>
                  <a:pt x="43665" y="40463"/>
                </a:lnTo>
                <a:lnTo>
                  <a:pt x="43798" y="40463"/>
                </a:lnTo>
                <a:lnTo>
                  <a:pt x="45767" y="38495"/>
                </a:lnTo>
                <a:close/>
                <a:moveTo>
                  <a:pt x="40363" y="46568"/>
                </a:moveTo>
                <a:lnTo>
                  <a:pt x="41797" y="48002"/>
                </a:lnTo>
                <a:lnTo>
                  <a:pt x="41797" y="50003"/>
                </a:lnTo>
                <a:lnTo>
                  <a:pt x="40463" y="51338"/>
                </a:lnTo>
                <a:lnTo>
                  <a:pt x="40463" y="48536"/>
                </a:lnTo>
                <a:lnTo>
                  <a:pt x="38495" y="46568"/>
                </a:lnTo>
                <a:lnTo>
                  <a:pt x="40363" y="46568"/>
                </a:lnTo>
                <a:close/>
                <a:moveTo>
                  <a:pt x="40229" y="52672"/>
                </a:moveTo>
                <a:lnTo>
                  <a:pt x="43498" y="52672"/>
                </a:lnTo>
                <a:lnTo>
                  <a:pt x="45767" y="54974"/>
                </a:lnTo>
                <a:lnTo>
                  <a:pt x="45767" y="57342"/>
                </a:lnTo>
                <a:lnTo>
                  <a:pt x="42898" y="54473"/>
                </a:lnTo>
                <a:lnTo>
                  <a:pt x="42631" y="54340"/>
                </a:lnTo>
                <a:lnTo>
                  <a:pt x="38561" y="54340"/>
                </a:lnTo>
                <a:close/>
                <a:moveTo>
                  <a:pt x="45767" y="64714"/>
                </a:moveTo>
                <a:lnTo>
                  <a:pt x="42464" y="68016"/>
                </a:lnTo>
                <a:lnTo>
                  <a:pt x="37761" y="68016"/>
                </a:lnTo>
                <a:lnTo>
                  <a:pt x="36226" y="66482"/>
                </a:lnTo>
                <a:lnTo>
                  <a:pt x="41830" y="66482"/>
                </a:lnTo>
                <a:lnTo>
                  <a:pt x="45767" y="62546"/>
                </a:lnTo>
                <a:lnTo>
                  <a:pt x="45767" y="64714"/>
                </a:lnTo>
                <a:close/>
                <a:moveTo>
                  <a:pt x="40463" y="74621"/>
                </a:moveTo>
                <a:lnTo>
                  <a:pt x="40463" y="71819"/>
                </a:lnTo>
                <a:lnTo>
                  <a:pt x="41797" y="73153"/>
                </a:lnTo>
                <a:lnTo>
                  <a:pt x="41797" y="75155"/>
                </a:lnTo>
                <a:lnTo>
                  <a:pt x="40363" y="76589"/>
                </a:lnTo>
                <a:lnTo>
                  <a:pt x="38495" y="76589"/>
                </a:lnTo>
                <a:close/>
                <a:moveTo>
                  <a:pt x="40363" y="77356"/>
                </a:moveTo>
                <a:lnTo>
                  <a:pt x="41797" y="78791"/>
                </a:lnTo>
                <a:lnTo>
                  <a:pt x="41797" y="80792"/>
                </a:lnTo>
                <a:lnTo>
                  <a:pt x="40463" y="82126"/>
                </a:lnTo>
                <a:lnTo>
                  <a:pt x="40463" y="79324"/>
                </a:lnTo>
                <a:lnTo>
                  <a:pt x="38495" y="77356"/>
                </a:lnTo>
                <a:close/>
                <a:moveTo>
                  <a:pt x="42364" y="81359"/>
                </a:moveTo>
                <a:lnTo>
                  <a:pt x="44366" y="81359"/>
                </a:lnTo>
                <a:lnTo>
                  <a:pt x="45767" y="82794"/>
                </a:lnTo>
                <a:lnTo>
                  <a:pt x="45767" y="84662"/>
                </a:lnTo>
                <a:lnTo>
                  <a:pt x="43798" y="82693"/>
                </a:lnTo>
                <a:lnTo>
                  <a:pt x="43665" y="82693"/>
                </a:lnTo>
                <a:lnTo>
                  <a:pt x="41030" y="82693"/>
                </a:lnTo>
                <a:close/>
                <a:moveTo>
                  <a:pt x="46567" y="82794"/>
                </a:moveTo>
                <a:lnTo>
                  <a:pt x="48001" y="81359"/>
                </a:lnTo>
                <a:lnTo>
                  <a:pt x="50003" y="81359"/>
                </a:lnTo>
                <a:lnTo>
                  <a:pt x="51337" y="82693"/>
                </a:lnTo>
                <a:lnTo>
                  <a:pt x="48535" y="82693"/>
                </a:lnTo>
                <a:lnTo>
                  <a:pt x="46567" y="84662"/>
                </a:lnTo>
                <a:lnTo>
                  <a:pt x="46567" y="82794"/>
                </a:lnTo>
                <a:close/>
                <a:moveTo>
                  <a:pt x="51971" y="76589"/>
                </a:moveTo>
                <a:lnTo>
                  <a:pt x="50570" y="75155"/>
                </a:lnTo>
                <a:lnTo>
                  <a:pt x="50570" y="73153"/>
                </a:lnTo>
                <a:lnTo>
                  <a:pt x="51871" y="71819"/>
                </a:lnTo>
                <a:lnTo>
                  <a:pt x="51871" y="74621"/>
                </a:lnTo>
                <a:lnTo>
                  <a:pt x="53839" y="76589"/>
                </a:lnTo>
                <a:close/>
                <a:moveTo>
                  <a:pt x="71251" y="74621"/>
                </a:moveTo>
                <a:lnTo>
                  <a:pt x="71251" y="71819"/>
                </a:lnTo>
                <a:lnTo>
                  <a:pt x="72586" y="73153"/>
                </a:lnTo>
                <a:lnTo>
                  <a:pt x="72586" y="75155"/>
                </a:lnTo>
                <a:lnTo>
                  <a:pt x="71151" y="76589"/>
                </a:lnTo>
                <a:lnTo>
                  <a:pt x="69283" y="76589"/>
                </a:lnTo>
                <a:close/>
                <a:moveTo>
                  <a:pt x="71151" y="77356"/>
                </a:moveTo>
                <a:lnTo>
                  <a:pt x="72586" y="78791"/>
                </a:lnTo>
                <a:lnTo>
                  <a:pt x="72586" y="80792"/>
                </a:lnTo>
                <a:lnTo>
                  <a:pt x="71251" y="82126"/>
                </a:lnTo>
                <a:lnTo>
                  <a:pt x="71251" y="79324"/>
                </a:lnTo>
                <a:lnTo>
                  <a:pt x="69283" y="77356"/>
                </a:lnTo>
                <a:close/>
                <a:moveTo>
                  <a:pt x="73153" y="81359"/>
                </a:moveTo>
                <a:lnTo>
                  <a:pt x="75154" y="81359"/>
                </a:lnTo>
                <a:lnTo>
                  <a:pt x="76555" y="82794"/>
                </a:lnTo>
                <a:lnTo>
                  <a:pt x="76555" y="84662"/>
                </a:lnTo>
                <a:lnTo>
                  <a:pt x="74587" y="82693"/>
                </a:lnTo>
                <a:lnTo>
                  <a:pt x="71818" y="82693"/>
                </a:lnTo>
                <a:close/>
                <a:moveTo>
                  <a:pt x="77356" y="82794"/>
                </a:moveTo>
                <a:lnTo>
                  <a:pt x="78790" y="81359"/>
                </a:lnTo>
                <a:lnTo>
                  <a:pt x="80792" y="81359"/>
                </a:lnTo>
                <a:lnTo>
                  <a:pt x="82126" y="82693"/>
                </a:lnTo>
                <a:lnTo>
                  <a:pt x="79491" y="82693"/>
                </a:lnTo>
                <a:lnTo>
                  <a:pt x="79324" y="82693"/>
                </a:lnTo>
                <a:lnTo>
                  <a:pt x="77356" y="84662"/>
                </a:lnTo>
                <a:lnTo>
                  <a:pt x="77356" y="82794"/>
                </a:lnTo>
                <a:close/>
                <a:moveTo>
                  <a:pt x="82793" y="76589"/>
                </a:moveTo>
                <a:lnTo>
                  <a:pt x="81359" y="75155"/>
                </a:lnTo>
                <a:lnTo>
                  <a:pt x="81359" y="73153"/>
                </a:lnTo>
                <a:lnTo>
                  <a:pt x="82660" y="71819"/>
                </a:lnTo>
                <a:lnTo>
                  <a:pt x="82660" y="74621"/>
                </a:lnTo>
                <a:lnTo>
                  <a:pt x="84628" y="76589"/>
                </a:lnTo>
                <a:close/>
                <a:moveTo>
                  <a:pt x="102040" y="74621"/>
                </a:moveTo>
                <a:lnTo>
                  <a:pt x="102040" y="71819"/>
                </a:lnTo>
                <a:lnTo>
                  <a:pt x="103374" y="73153"/>
                </a:lnTo>
                <a:lnTo>
                  <a:pt x="103374" y="75155"/>
                </a:lnTo>
                <a:lnTo>
                  <a:pt x="101940" y="76589"/>
                </a:lnTo>
                <a:lnTo>
                  <a:pt x="100072" y="76589"/>
                </a:lnTo>
                <a:close/>
                <a:moveTo>
                  <a:pt x="101940" y="77356"/>
                </a:moveTo>
                <a:lnTo>
                  <a:pt x="103374" y="78791"/>
                </a:lnTo>
                <a:lnTo>
                  <a:pt x="103374" y="80792"/>
                </a:lnTo>
                <a:lnTo>
                  <a:pt x="102040" y="82126"/>
                </a:lnTo>
                <a:lnTo>
                  <a:pt x="102040" y="79324"/>
                </a:lnTo>
                <a:lnTo>
                  <a:pt x="100072" y="77356"/>
                </a:lnTo>
                <a:close/>
                <a:moveTo>
                  <a:pt x="103941" y="81359"/>
                </a:moveTo>
                <a:lnTo>
                  <a:pt x="105943" y="81359"/>
                </a:lnTo>
                <a:lnTo>
                  <a:pt x="107377" y="82794"/>
                </a:lnTo>
                <a:lnTo>
                  <a:pt x="107377" y="84662"/>
                </a:lnTo>
                <a:lnTo>
                  <a:pt x="105409" y="82693"/>
                </a:lnTo>
                <a:lnTo>
                  <a:pt x="105242" y="82693"/>
                </a:lnTo>
                <a:lnTo>
                  <a:pt x="102607" y="82693"/>
                </a:lnTo>
                <a:close/>
                <a:moveTo>
                  <a:pt x="108144" y="82794"/>
                </a:moveTo>
                <a:lnTo>
                  <a:pt x="109579" y="81359"/>
                </a:lnTo>
                <a:lnTo>
                  <a:pt x="111580" y="81359"/>
                </a:lnTo>
                <a:lnTo>
                  <a:pt x="112914" y="82693"/>
                </a:lnTo>
                <a:lnTo>
                  <a:pt x="110112" y="82693"/>
                </a:lnTo>
                <a:lnTo>
                  <a:pt x="108144" y="84662"/>
                </a:lnTo>
                <a:close/>
                <a:moveTo>
                  <a:pt x="113582" y="76589"/>
                </a:moveTo>
                <a:lnTo>
                  <a:pt x="112147" y="75155"/>
                </a:lnTo>
                <a:lnTo>
                  <a:pt x="112147" y="73153"/>
                </a:lnTo>
                <a:lnTo>
                  <a:pt x="113482" y="71819"/>
                </a:lnTo>
                <a:lnTo>
                  <a:pt x="113482" y="74621"/>
                </a:lnTo>
                <a:lnTo>
                  <a:pt x="115450" y="76589"/>
                </a:lnTo>
                <a:close/>
                <a:moveTo>
                  <a:pt x="132862" y="74621"/>
                </a:moveTo>
                <a:lnTo>
                  <a:pt x="132862" y="71819"/>
                </a:lnTo>
                <a:lnTo>
                  <a:pt x="134163" y="73153"/>
                </a:lnTo>
                <a:lnTo>
                  <a:pt x="134163" y="75155"/>
                </a:lnTo>
                <a:lnTo>
                  <a:pt x="132729" y="76589"/>
                </a:lnTo>
                <a:lnTo>
                  <a:pt x="130894" y="76589"/>
                </a:lnTo>
                <a:close/>
                <a:moveTo>
                  <a:pt x="132729" y="77356"/>
                </a:moveTo>
                <a:lnTo>
                  <a:pt x="134163" y="78791"/>
                </a:lnTo>
                <a:lnTo>
                  <a:pt x="134163" y="80792"/>
                </a:lnTo>
                <a:lnTo>
                  <a:pt x="132862" y="82126"/>
                </a:lnTo>
                <a:lnTo>
                  <a:pt x="132862" y="79324"/>
                </a:lnTo>
                <a:lnTo>
                  <a:pt x="130894" y="77356"/>
                </a:lnTo>
                <a:close/>
                <a:moveTo>
                  <a:pt x="134730" y="81359"/>
                </a:moveTo>
                <a:lnTo>
                  <a:pt x="136731" y="81359"/>
                </a:lnTo>
                <a:lnTo>
                  <a:pt x="138166" y="82794"/>
                </a:lnTo>
                <a:lnTo>
                  <a:pt x="138166" y="84662"/>
                </a:lnTo>
                <a:lnTo>
                  <a:pt x="136198" y="82693"/>
                </a:lnTo>
                <a:lnTo>
                  <a:pt x="133396" y="82693"/>
                </a:lnTo>
                <a:close/>
                <a:moveTo>
                  <a:pt x="138933" y="82794"/>
                </a:moveTo>
                <a:lnTo>
                  <a:pt x="140367" y="81359"/>
                </a:lnTo>
                <a:lnTo>
                  <a:pt x="142369" y="81359"/>
                </a:lnTo>
                <a:lnTo>
                  <a:pt x="143703" y="82693"/>
                </a:lnTo>
                <a:lnTo>
                  <a:pt x="141068" y="82693"/>
                </a:lnTo>
                <a:lnTo>
                  <a:pt x="140934" y="82693"/>
                </a:lnTo>
                <a:lnTo>
                  <a:pt x="138966" y="84662"/>
                </a:lnTo>
                <a:lnTo>
                  <a:pt x="138966" y="82794"/>
                </a:lnTo>
                <a:close/>
                <a:moveTo>
                  <a:pt x="144370" y="76589"/>
                </a:moveTo>
                <a:lnTo>
                  <a:pt x="142936" y="75155"/>
                </a:lnTo>
                <a:lnTo>
                  <a:pt x="142936" y="73153"/>
                </a:lnTo>
                <a:lnTo>
                  <a:pt x="144270" y="71819"/>
                </a:lnTo>
                <a:lnTo>
                  <a:pt x="144270" y="74621"/>
                </a:lnTo>
                <a:lnTo>
                  <a:pt x="146238" y="76589"/>
                </a:lnTo>
                <a:close/>
                <a:moveTo>
                  <a:pt x="163651" y="74621"/>
                </a:moveTo>
                <a:lnTo>
                  <a:pt x="163651" y="71819"/>
                </a:lnTo>
                <a:lnTo>
                  <a:pt x="164952" y="73153"/>
                </a:lnTo>
                <a:lnTo>
                  <a:pt x="164952" y="75155"/>
                </a:lnTo>
                <a:lnTo>
                  <a:pt x="163551" y="76589"/>
                </a:lnTo>
                <a:lnTo>
                  <a:pt x="161683" y="76589"/>
                </a:lnTo>
                <a:close/>
                <a:moveTo>
                  <a:pt x="163517" y="77356"/>
                </a:moveTo>
                <a:lnTo>
                  <a:pt x="164952" y="78791"/>
                </a:lnTo>
                <a:lnTo>
                  <a:pt x="164952" y="80792"/>
                </a:lnTo>
                <a:lnTo>
                  <a:pt x="163651" y="82126"/>
                </a:lnTo>
                <a:lnTo>
                  <a:pt x="163651" y="79324"/>
                </a:lnTo>
                <a:lnTo>
                  <a:pt x="161649" y="77356"/>
                </a:lnTo>
                <a:close/>
                <a:moveTo>
                  <a:pt x="165519" y="81359"/>
                </a:moveTo>
                <a:lnTo>
                  <a:pt x="167520" y="81359"/>
                </a:lnTo>
                <a:lnTo>
                  <a:pt x="168954" y="82794"/>
                </a:lnTo>
                <a:lnTo>
                  <a:pt x="168954" y="84662"/>
                </a:lnTo>
                <a:lnTo>
                  <a:pt x="166986" y="82693"/>
                </a:lnTo>
                <a:lnTo>
                  <a:pt x="166820" y="82693"/>
                </a:lnTo>
                <a:lnTo>
                  <a:pt x="164218" y="82693"/>
                </a:lnTo>
                <a:close/>
                <a:moveTo>
                  <a:pt x="169755" y="82794"/>
                </a:moveTo>
                <a:lnTo>
                  <a:pt x="171156" y="81359"/>
                </a:lnTo>
                <a:lnTo>
                  <a:pt x="173191" y="81359"/>
                </a:lnTo>
                <a:lnTo>
                  <a:pt x="174492" y="82693"/>
                </a:lnTo>
                <a:lnTo>
                  <a:pt x="171723" y="82693"/>
                </a:lnTo>
                <a:lnTo>
                  <a:pt x="169755" y="84662"/>
                </a:lnTo>
                <a:lnTo>
                  <a:pt x="169755" y="82794"/>
                </a:lnTo>
                <a:close/>
                <a:moveTo>
                  <a:pt x="175159" y="76589"/>
                </a:moveTo>
                <a:lnTo>
                  <a:pt x="173725" y="75155"/>
                </a:lnTo>
                <a:lnTo>
                  <a:pt x="173725" y="73153"/>
                </a:lnTo>
                <a:lnTo>
                  <a:pt x="175059" y="71819"/>
                </a:lnTo>
                <a:lnTo>
                  <a:pt x="175059" y="74621"/>
                </a:lnTo>
                <a:lnTo>
                  <a:pt x="177027" y="76589"/>
                </a:lnTo>
                <a:close/>
                <a:moveTo>
                  <a:pt x="194439" y="74621"/>
                </a:moveTo>
                <a:lnTo>
                  <a:pt x="194439" y="71819"/>
                </a:lnTo>
                <a:lnTo>
                  <a:pt x="195740" y="73153"/>
                </a:lnTo>
                <a:lnTo>
                  <a:pt x="195740" y="75155"/>
                </a:lnTo>
                <a:lnTo>
                  <a:pt x="194339" y="76589"/>
                </a:lnTo>
                <a:lnTo>
                  <a:pt x="192471" y="76589"/>
                </a:lnTo>
                <a:close/>
                <a:moveTo>
                  <a:pt x="194339" y="77356"/>
                </a:moveTo>
                <a:lnTo>
                  <a:pt x="195740" y="78791"/>
                </a:lnTo>
                <a:lnTo>
                  <a:pt x="195740" y="80792"/>
                </a:lnTo>
                <a:lnTo>
                  <a:pt x="194439" y="82126"/>
                </a:lnTo>
                <a:lnTo>
                  <a:pt x="194439" y="79324"/>
                </a:lnTo>
                <a:lnTo>
                  <a:pt x="192471" y="77356"/>
                </a:lnTo>
                <a:close/>
                <a:moveTo>
                  <a:pt x="196307" y="81359"/>
                </a:moveTo>
                <a:lnTo>
                  <a:pt x="198309" y="81359"/>
                </a:lnTo>
                <a:lnTo>
                  <a:pt x="199743" y="82794"/>
                </a:lnTo>
                <a:lnTo>
                  <a:pt x="199743" y="84662"/>
                </a:lnTo>
                <a:lnTo>
                  <a:pt x="197775" y="82693"/>
                </a:lnTo>
                <a:lnTo>
                  <a:pt x="195006" y="82693"/>
                </a:lnTo>
                <a:close/>
                <a:moveTo>
                  <a:pt x="200544" y="82794"/>
                </a:moveTo>
                <a:lnTo>
                  <a:pt x="201945" y="81359"/>
                </a:lnTo>
                <a:lnTo>
                  <a:pt x="203979" y="81359"/>
                </a:lnTo>
                <a:lnTo>
                  <a:pt x="205280" y="82693"/>
                </a:lnTo>
                <a:lnTo>
                  <a:pt x="202679" y="82693"/>
                </a:lnTo>
                <a:lnTo>
                  <a:pt x="202512" y="82693"/>
                </a:lnTo>
                <a:lnTo>
                  <a:pt x="200544" y="84662"/>
                </a:lnTo>
                <a:lnTo>
                  <a:pt x="200544" y="82794"/>
                </a:lnTo>
                <a:close/>
                <a:moveTo>
                  <a:pt x="205948" y="76589"/>
                </a:moveTo>
                <a:lnTo>
                  <a:pt x="204513" y="75155"/>
                </a:lnTo>
                <a:lnTo>
                  <a:pt x="204513" y="73153"/>
                </a:lnTo>
                <a:lnTo>
                  <a:pt x="205848" y="71819"/>
                </a:lnTo>
                <a:lnTo>
                  <a:pt x="205848" y="74588"/>
                </a:lnTo>
                <a:lnTo>
                  <a:pt x="207816" y="76556"/>
                </a:lnTo>
                <a:lnTo>
                  <a:pt x="205948" y="76556"/>
                </a:lnTo>
                <a:close/>
                <a:moveTo>
                  <a:pt x="206081" y="70485"/>
                </a:moveTo>
                <a:lnTo>
                  <a:pt x="202812" y="70485"/>
                </a:lnTo>
                <a:lnTo>
                  <a:pt x="200544" y="68183"/>
                </a:lnTo>
                <a:lnTo>
                  <a:pt x="200544" y="65815"/>
                </a:lnTo>
                <a:lnTo>
                  <a:pt x="203412" y="68683"/>
                </a:lnTo>
                <a:lnTo>
                  <a:pt x="203679" y="68817"/>
                </a:lnTo>
                <a:lnTo>
                  <a:pt x="207749" y="68817"/>
                </a:lnTo>
                <a:close/>
                <a:moveTo>
                  <a:pt x="200544" y="58476"/>
                </a:moveTo>
                <a:lnTo>
                  <a:pt x="203846" y="55140"/>
                </a:lnTo>
                <a:lnTo>
                  <a:pt x="208549" y="55140"/>
                </a:lnTo>
                <a:lnTo>
                  <a:pt x="210084" y="56675"/>
                </a:lnTo>
                <a:lnTo>
                  <a:pt x="204480" y="56675"/>
                </a:lnTo>
                <a:lnTo>
                  <a:pt x="200544" y="60611"/>
                </a:lnTo>
                <a:close/>
                <a:moveTo>
                  <a:pt x="208316" y="53806"/>
                </a:moveTo>
                <a:lnTo>
                  <a:pt x="206615" y="52105"/>
                </a:lnTo>
                <a:lnTo>
                  <a:pt x="206615" y="48869"/>
                </a:lnTo>
                <a:lnTo>
                  <a:pt x="208916" y="46568"/>
                </a:lnTo>
                <a:lnTo>
                  <a:pt x="211285" y="46568"/>
                </a:lnTo>
                <a:lnTo>
                  <a:pt x="208316" y="49570"/>
                </a:lnTo>
                <a:lnTo>
                  <a:pt x="208316" y="53806"/>
                </a:lnTo>
                <a:close/>
                <a:moveTo>
                  <a:pt x="208916" y="45800"/>
                </a:moveTo>
                <a:lnTo>
                  <a:pt x="206648" y="43499"/>
                </a:lnTo>
                <a:lnTo>
                  <a:pt x="206648" y="40230"/>
                </a:lnTo>
                <a:lnTo>
                  <a:pt x="208316" y="38562"/>
                </a:lnTo>
                <a:lnTo>
                  <a:pt x="208316" y="42798"/>
                </a:lnTo>
                <a:lnTo>
                  <a:pt x="211285" y="45800"/>
                </a:lnTo>
                <a:close/>
                <a:moveTo>
                  <a:pt x="206081" y="39696"/>
                </a:moveTo>
                <a:lnTo>
                  <a:pt x="202812" y="39696"/>
                </a:lnTo>
                <a:lnTo>
                  <a:pt x="200544" y="37394"/>
                </a:lnTo>
                <a:lnTo>
                  <a:pt x="200544" y="35026"/>
                </a:lnTo>
                <a:lnTo>
                  <a:pt x="203512" y="38028"/>
                </a:lnTo>
                <a:lnTo>
                  <a:pt x="203679" y="38028"/>
                </a:lnTo>
                <a:lnTo>
                  <a:pt x="207749" y="38028"/>
                </a:lnTo>
                <a:close/>
                <a:moveTo>
                  <a:pt x="199743" y="37394"/>
                </a:moveTo>
                <a:lnTo>
                  <a:pt x="197441" y="39696"/>
                </a:lnTo>
                <a:lnTo>
                  <a:pt x="194206" y="39696"/>
                </a:lnTo>
                <a:lnTo>
                  <a:pt x="192538" y="37995"/>
                </a:lnTo>
                <a:lnTo>
                  <a:pt x="196741" y="37995"/>
                </a:lnTo>
                <a:lnTo>
                  <a:pt x="199743" y="35026"/>
                </a:lnTo>
                <a:close/>
                <a:moveTo>
                  <a:pt x="193639" y="40263"/>
                </a:moveTo>
                <a:lnTo>
                  <a:pt x="193639" y="43499"/>
                </a:lnTo>
                <a:lnTo>
                  <a:pt x="191337" y="45800"/>
                </a:lnTo>
                <a:lnTo>
                  <a:pt x="188969" y="45800"/>
                </a:lnTo>
                <a:lnTo>
                  <a:pt x="191837" y="42932"/>
                </a:lnTo>
                <a:lnTo>
                  <a:pt x="191971" y="42631"/>
                </a:lnTo>
                <a:lnTo>
                  <a:pt x="191971" y="38562"/>
                </a:lnTo>
                <a:close/>
                <a:moveTo>
                  <a:pt x="177627" y="42932"/>
                </a:moveTo>
                <a:lnTo>
                  <a:pt x="180496" y="45800"/>
                </a:lnTo>
                <a:lnTo>
                  <a:pt x="178128" y="45800"/>
                </a:lnTo>
                <a:lnTo>
                  <a:pt x="175826" y="43499"/>
                </a:lnTo>
                <a:lnTo>
                  <a:pt x="175826" y="40230"/>
                </a:lnTo>
                <a:lnTo>
                  <a:pt x="177527" y="38562"/>
                </a:lnTo>
                <a:lnTo>
                  <a:pt x="177527" y="42631"/>
                </a:lnTo>
                <a:close/>
                <a:moveTo>
                  <a:pt x="175292" y="39696"/>
                </a:moveTo>
                <a:lnTo>
                  <a:pt x="172023" y="39696"/>
                </a:lnTo>
                <a:lnTo>
                  <a:pt x="169755" y="37394"/>
                </a:lnTo>
                <a:lnTo>
                  <a:pt x="169755" y="35026"/>
                </a:lnTo>
                <a:lnTo>
                  <a:pt x="172724" y="38028"/>
                </a:lnTo>
                <a:lnTo>
                  <a:pt x="176960" y="38028"/>
                </a:lnTo>
                <a:close/>
                <a:moveTo>
                  <a:pt x="168954" y="37394"/>
                </a:moveTo>
                <a:lnTo>
                  <a:pt x="166653" y="39696"/>
                </a:lnTo>
                <a:lnTo>
                  <a:pt x="163417" y="39696"/>
                </a:lnTo>
                <a:lnTo>
                  <a:pt x="161716" y="37995"/>
                </a:lnTo>
                <a:lnTo>
                  <a:pt x="165786" y="37995"/>
                </a:lnTo>
                <a:lnTo>
                  <a:pt x="165952" y="37995"/>
                </a:lnTo>
                <a:lnTo>
                  <a:pt x="168954" y="35026"/>
                </a:lnTo>
                <a:close/>
                <a:moveTo>
                  <a:pt x="162850" y="40263"/>
                </a:moveTo>
                <a:lnTo>
                  <a:pt x="162850" y="43499"/>
                </a:lnTo>
                <a:lnTo>
                  <a:pt x="160548" y="45800"/>
                </a:lnTo>
                <a:lnTo>
                  <a:pt x="158180" y="45800"/>
                </a:lnTo>
                <a:lnTo>
                  <a:pt x="161182" y="42798"/>
                </a:lnTo>
                <a:lnTo>
                  <a:pt x="161182" y="38562"/>
                </a:lnTo>
                <a:close/>
                <a:moveTo>
                  <a:pt x="149707" y="45800"/>
                </a:moveTo>
                <a:lnTo>
                  <a:pt x="147339" y="45800"/>
                </a:lnTo>
                <a:lnTo>
                  <a:pt x="145037" y="43499"/>
                </a:lnTo>
                <a:lnTo>
                  <a:pt x="145037" y="40230"/>
                </a:lnTo>
                <a:lnTo>
                  <a:pt x="146739" y="38562"/>
                </a:lnTo>
                <a:lnTo>
                  <a:pt x="146739" y="42798"/>
                </a:lnTo>
                <a:close/>
                <a:moveTo>
                  <a:pt x="144504" y="39696"/>
                </a:moveTo>
                <a:lnTo>
                  <a:pt x="141235" y="39696"/>
                </a:lnTo>
                <a:lnTo>
                  <a:pt x="138933" y="37394"/>
                </a:lnTo>
                <a:lnTo>
                  <a:pt x="138933" y="35026"/>
                </a:lnTo>
                <a:lnTo>
                  <a:pt x="141935" y="38028"/>
                </a:lnTo>
                <a:lnTo>
                  <a:pt x="142102" y="38028"/>
                </a:lnTo>
                <a:lnTo>
                  <a:pt x="146172" y="38028"/>
                </a:lnTo>
                <a:close/>
                <a:moveTo>
                  <a:pt x="138166" y="37394"/>
                </a:moveTo>
                <a:lnTo>
                  <a:pt x="135864" y="39696"/>
                </a:lnTo>
                <a:lnTo>
                  <a:pt x="132629" y="39696"/>
                </a:lnTo>
                <a:lnTo>
                  <a:pt x="130927" y="37995"/>
                </a:lnTo>
                <a:lnTo>
                  <a:pt x="135164" y="37995"/>
                </a:lnTo>
                <a:lnTo>
                  <a:pt x="138166" y="35026"/>
                </a:lnTo>
                <a:close/>
                <a:moveTo>
                  <a:pt x="132061" y="40263"/>
                </a:moveTo>
                <a:lnTo>
                  <a:pt x="132061" y="43499"/>
                </a:lnTo>
                <a:lnTo>
                  <a:pt x="129760" y="45800"/>
                </a:lnTo>
                <a:lnTo>
                  <a:pt x="127391" y="45800"/>
                </a:lnTo>
                <a:lnTo>
                  <a:pt x="130260" y="42932"/>
                </a:lnTo>
                <a:lnTo>
                  <a:pt x="130394" y="42631"/>
                </a:lnTo>
                <a:lnTo>
                  <a:pt x="130394" y="38562"/>
                </a:lnTo>
                <a:close/>
                <a:moveTo>
                  <a:pt x="116050" y="42932"/>
                </a:moveTo>
                <a:lnTo>
                  <a:pt x="118919" y="45800"/>
                </a:lnTo>
                <a:lnTo>
                  <a:pt x="116550" y="45800"/>
                </a:lnTo>
                <a:lnTo>
                  <a:pt x="114249" y="43499"/>
                </a:lnTo>
                <a:lnTo>
                  <a:pt x="114249" y="40230"/>
                </a:lnTo>
                <a:lnTo>
                  <a:pt x="115917" y="38562"/>
                </a:lnTo>
                <a:lnTo>
                  <a:pt x="115917" y="42631"/>
                </a:lnTo>
                <a:close/>
                <a:moveTo>
                  <a:pt x="113682" y="39696"/>
                </a:moveTo>
                <a:lnTo>
                  <a:pt x="110446" y="39696"/>
                </a:lnTo>
                <a:lnTo>
                  <a:pt x="108144" y="37394"/>
                </a:lnTo>
                <a:lnTo>
                  <a:pt x="108144" y="35026"/>
                </a:lnTo>
                <a:lnTo>
                  <a:pt x="111147" y="38028"/>
                </a:lnTo>
                <a:lnTo>
                  <a:pt x="115383" y="38028"/>
                </a:lnTo>
                <a:close/>
                <a:moveTo>
                  <a:pt x="107377" y="37394"/>
                </a:moveTo>
                <a:lnTo>
                  <a:pt x="105076" y="39696"/>
                </a:lnTo>
                <a:lnTo>
                  <a:pt x="101840" y="39696"/>
                </a:lnTo>
                <a:lnTo>
                  <a:pt x="100139" y="37995"/>
                </a:lnTo>
                <a:lnTo>
                  <a:pt x="104208" y="37995"/>
                </a:lnTo>
                <a:lnTo>
                  <a:pt x="104375" y="37995"/>
                </a:lnTo>
                <a:lnTo>
                  <a:pt x="107377" y="35026"/>
                </a:lnTo>
                <a:lnTo>
                  <a:pt x="107377" y="37394"/>
                </a:lnTo>
                <a:close/>
                <a:moveTo>
                  <a:pt x="101273" y="40263"/>
                </a:moveTo>
                <a:lnTo>
                  <a:pt x="101273" y="43499"/>
                </a:lnTo>
                <a:lnTo>
                  <a:pt x="98971" y="45800"/>
                </a:lnTo>
                <a:lnTo>
                  <a:pt x="96603" y="45800"/>
                </a:lnTo>
                <a:lnTo>
                  <a:pt x="99605" y="42798"/>
                </a:lnTo>
                <a:lnTo>
                  <a:pt x="99605" y="38562"/>
                </a:lnTo>
                <a:close/>
                <a:moveTo>
                  <a:pt x="88130" y="45800"/>
                </a:moveTo>
                <a:lnTo>
                  <a:pt x="85762" y="45800"/>
                </a:lnTo>
                <a:lnTo>
                  <a:pt x="83460" y="43499"/>
                </a:lnTo>
                <a:lnTo>
                  <a:pt x="83460" y="40230"/>
                </a:lnTo>
                <a:lnTo>
                  <a:pt x="85128" y="38562"/>
                </a:lnTo>
                <a:lnTo>
                  <a:pt x="85128" y="42798"/>
                </a:lnTo>
                <a:close/>
                <a:moveTo>
                  <a:pt x="82893" y="39696"/>
                </a:moveTo>
                <a:lnTo>
                  <a:pt x="79657" y="39696"/>
                </a:lnTo>
                <a:lnTo>
                  <a:pt x="77356" y="37394"/>
                </a:lnTo>
                <a:lnTo>
                  <a:pt x="77356" y="35026"/>
                </a:lnTo>
                <a:lnTo>
                  <a:pt x="80358" y="38028"/>
                </a:lnTo>
                <a:lnTo>
                  <a:pt x="80525" y="38028"/>
                </a:lnTo>
                <a:lnTo>
                  <a:pt x="84594" y="38028"/>
                </a:lnTo>
                <a:close/>
                <a:moveTo>
                  <a:pt x="76589" y="37394"/>
                </a:moveTo>
                <a:lnTo>
                  <a:pt x="74287" y="39696"/>
                </a:lnTo>
                <a:lnTo>
                  <a:pt x="71018" y="39696"/>
                </a:lnTo>
                <a:lnTo>
                  <a:pt x="69350" y="37995"/>
                </a:lnTo>
                <a:lnTo>
                  <a:pt x="73586" y="37995"/>
                </a:lnTo>
                <a:lnTo>
                  <a:pt x="76589" y="35026"/>
                </a:lnTo>
                <a:close/>
                <a:moveTo>
                  <a:pt x="70484" y="40263"/>
                </a:moveTo>
                <a:lnTo>
                  <a:pt x="70484" y="43499"/>
                </a:lnTo>
                <a:lnTo>
                  <a:pt x="68183" y="45800"/>
                </a:lnTo>
                <a:lnTo>
                  <a:pt x="65814" y="45800"/>
                </a:lnTo>
                <a:lnTo>
                  <a:pt x="68683" y="42932"/>
                </a:lnTo>
                <a:lnTo>
                  <a:pt x="68816" y="42631"/>
                </a:lnTo>
                <a:lnTo>
                  <a:pt x="68816" y="38562"/>
                </a:lnTo>
                <a:close/>
                <a:moveTo>
                  <a:pt x="54473" y="42932"/>
                </a:moveTo>
                <a:lnTo>
                  <a:pt x="57341" y="45800"/>
                </a:lnTo>
                <a:lnTo>
                  <a:pt x="54973" y="45800"/>
                </a:lnTo>
                <a:lnTo>
                  <a:pt x="52671" y="43499"/>
                </a:lnTo>
                <a:lnTo>
                  <a:pt x="52671" y="40230"/>
                </a:lnTo>
                <a:lnTo>
                  <a:pt x="54339" y="38562"/>
                </a:lnTo>
                <a:lnTo>
                  <a:pt x="54339" y="42631"/>
                </a:lnTo>
                <a:close/>
                <a:moveTo>
                  <a:pt x="52104" y="39696"/>
                </a:moveTo>
                <a:lnTo>
                  <a:pt x="48869" y="39696"/>
                </a:lnTo>
                <a:lnTo>
                  <a:pt x="46567" y="37394"/>
                </a:lnTo>
                <a:lnTo>
                  <a:pt x="46567" y="35026"/>
                </a:lnTo>
                <a:lnTo>
                  <a:pt x="49569" y="38028"/>
                </a:lnTo>
                <a:lnTo>
                  <a:pt x="53806" y="38028"/>
                </a:lnTo>
                <a:close/>
                <a:moveTo>
                  <a:pt x="45767" y="37394"/>
                </a:moveTo>
                <a:lnTo>
                  <a:pt x="43498" y="39696"/>
                </a:lnTo>
                <a:lnTo>
                  <a:pt x="40229" y="39696"/>
                </a:lnTo>
                <a:lnTo>
                  <a:pt x="38561" y="37995"/>
                </a:lnTo>
                <a:lnTo>
                  <a:pt x="42631" y="37995"/>
                </a:lnTo>
                <a:lnTo>
                  <a:pt x="42798" y="37995"/>
                </a:lnTo>
                <a:lnTo>
                  <a:pt x="45767" y="35026"/>
                </a:lnTo>
                <a:close/>
                <a:moveTo>
                  <a:pt x="39696" y="40263"/>
                </a:moveTo>
                <a:lnTo>
                  <a:pt x="39696" y="43499"/>
                </a:lnTo>
                <a:lnTo>
                  <a:pt x="37394" y="45800"/>
                </a:lnTo>
                <a:lnTo>
                  <a:pt x="35026" y="45800"/>
                </a:lnTo>
                <a:lnTo>
                  <a:pt x="37994" y="42798"/>
                </a:lnTo>
                <a:lnTo>
                  <a:pt x="37994" y="38562"/>
                </a:lnTo>
                <a:close/>
                <a:moveTo>
                  <a:pt x="33891" y="46568"/>
                </a:moveTo>
                <a:lnTo>
                  <a:pt x="37227" y="49903"/>
                </a:lnTo>
                <a:lnTo>
                  <a:pt x="37227" y="54573"/>
                </a:lnTo>
                <a:lnTo>
                  <a:pt x="35693" y="56108"/>
                </a:lnTo>
                <a:lnTo>
                  <a:pt x="35693" y="50537"/>
                </a:lnTo>
                <a:lnTo>
                  <a:pt x="31723" y="46568"/>
                </a:lnTo>
                <a:close/>
                <a:moveTo>
                  <a:pt x="35793" y="57475"/>
                </a:moveTo>
                <a:lnTo>
                  <a:pt x="41497" y="57475"/>
                </a:lnTo>
                <a:lnTo>
                  <a:pt x="45233" y="61178"/>
                </a:lnTo>
                <a:lnTo>
                  <a:pt x="37461" y="61178"/>
                </a:lnTo>
                <a:lnTo>
                  <a:pt x="35793" y="59510"/>
                </a:lnTo>
                <a:close/>
                <a:moveTo>
                  <a:pt x="45233" y="61979"/>
                </a:moveTo>
                <a:lnTo>
                  <a:pt x="41497" y="65681"/>
                </a:lnTo>
                <a:lnTo>
                  <a:pt x="35793" y="65681"/>
                </a:lnTo>
                <a:lnTo>
                  <a:pt x="35793" y="63646"/>
                </a:lnTo>
                <a:lnTo>
                  <a:pt x="37461" y="61979"/>
                </a:lnTo>
                <a:close/>
                <a:moveTo>
                  <a:pt x="35693" y="67049"/>
                </a:moveTo>
                <a:lnTo>
                  <a:pt x="37227" y="68583"/>
                </a:lnTo>
                <a:lnTo>
                  <a:pt x="37227" y="73253"/>
                </a:lnTo>
                <a:lnTo>
                  <a:pt x="33891" y="76589"/>
                </a:lnTo>
                <a:lnTo>
                  <a:pt x="31723" y="76589"/>
                </a:lnTo>
                <a:lnTo>
                  <a:pt x="35693" y="72620"/>
                </a:lnTo>
                <a:lnTo>
                  <a:pt x="35693" y="67049"/>
                </a:lnTo>
                <a:close/>
                <a:moveTo>
                  <a:pt x="35026" y="77356"/>
                </a:moveTo>
                <a:lnTo>
                  <a:pt x="37394" y="77356"/>
                </a:lnTo>
                <a:lnTo>
                  <a:pt x="39696" y="79658"/>
                </a:lnTo>
                <a:lnTo>
                  <a:pt x="39696" y="82927"/>
                </a:lnTo>
                <a:lnTo>
                  <a:pt x="37994" y="84595"/>
                </a:lnTo>
                <a:lnTo>
                  <a:pt x="37994" y="80358"/>
                </a:lnTo>
                <a:close/>
                <a:moveTo>
                  <a:pt x="40229" y="83461"/>
                </a:moveTo>
                <a:lnTo>
                  <a:pt x="43498" y="83461"/>
                </a:lnTo>
                <a:lnTo>
                  <a:pt x="45767" y="85762"/>
                </a:lnTo>
                <a:lnTo>
                  <a:pt x="45767" y="88131"/>
                </a:lnTo>
                <a:lnTo>
                  <a:pt x="42798" y="85129"/>
                </a:lnTo>
                <a:lnTo>
                  <a:pt x="42631" y="85129"/>
                </a:lnTo>
                <a:lnTo>
                  <a:pt x="38561" y="85129"/>
                </a:lnTo>
                <a:close/>
                <a:moveTo>
                  <a:pt x="46567" y="85762"/>
                </a:moveTo>
                <a:lnTo>
                  <a:pt x="48869" y="83461"/>
                </a:lnTo>
                <a:lnTo>
                  <a:pt x="52104" y="83461"/>
                </a:lnTo>
                <a:lnTo>
                  <a:pt x="53806" y="85162"/>
                </a:lnTo>
                <a:lnTo>
                  <a:pt x="49569" y="85162"/>
                </a:lnTo>
                <a:lnTo>
                  <a:pt x="46567" y="88131"/>
                </a:lnTo>
                <a:close/>
                <a:moveTo>
                  <a:pt x="52671" y="82927"/>
                </a:moveTo>
                <a:lnTo>
                  <a:pt x="52671" y="79658"/>
                </a:lnTo>
                <a:lnTo>
                  <a:pt x="54973" y="77356"/>
                </a:lnTo>
                <a:lnTo>
                  <a:pt x="57341" y="77356"/>
                </a:lnTo>
                <a:lnTo>
                  <a:pt x="54473" y="80258"/>
                </a:lnTo>
                <a:lnTo>
                  <a:pt x="54339" y="80525"/>
                </a:lnTo>
                <a:lnTo>
                  <a:pt x="54339" y="84595"/>
                </a:lnTo>
                <a:close/>
                <a:moveTo>
                  <a:pt x="68683" y="80258"/>
                </a:moveTo>
                <a:lnTo>
                  <a:pt x="65814" y="77356"/>
                </a:lnTo>
                <a:lnTo>
                  <a:pt x="68183" y="77356"/>
                </a:lnTo>
                <a:lnTo>
                  <a:pt x="70484" y="79658"/>
                </a:lnTo>
                <a:lnTo>
                  <a:pt x="70484" y="82927"/>
                </a:lnTo>
                <a:lnTo>
                  <a:pt x="68783" y="84595"/>
                </a:lnTo>
                <a:lnTo>
                  <a:pt x="68783" y="80525"/>
                </a:lnTo>
                <a:close/>
                <a:moveTo>
                  <a:pt x="71018" y="83461"/>
                </a:moveTo>
                <a:lnTo>
                  <a:pt x="74287" y="83461"/>
                </a:lnTo>
                <a:lnTo>
                  <a:pt x="76589" y="85762"/>
                </a:lnTo>
                <a:lnTo>
                  <a:pt x="76589" y="88131"/>
                </a:lnTo>
                <a:lnTo>
                  <a:pt x="73586" y="85129"/>
                </a:lnTo>
                <a:lnTo>
                  <a:pt x="69350" y="85129"/>
                </a:lnTo>
                <a:close/>
                <a:moveTo>
                  <a:pt x="77356" y="85762"/>
                </a:moveTo>
                <a:lnTo>
                  <a:pt x="79657" y="83461"/>
                </a:lnTo>
                <a:lnTo>
                  <a:pt x="82893" y="83461"/>
                </a:lnTo>
                <a:lnTo>
                  <a:pt x="84594" y="85162"/>
                </a:lnTo>
                <a:lnTo>
                  <a:pt x="80525" y="85162"/>
                </a:lnTo>
                <a:lnTo>
                  <a:pt x="80358" y="85162"/>
                </a:lnTo>
                <a:lnTo>
                  <a:pt x="77356" y="88131"/>
                </a:lnTo>
                <a:lnTo>
                  <a:pt x="77356" y="85762"/>
                </a:lnTo>
                <a:close/>
                <a:moveTo>
                  <a:pt x="83460" y="82927"/>
                </a:moveTo>
                <a:lnTo>
                  <a:pt x="83460" y="79658"/>
                </a:lnTo>
                <a:lnTo>
                  <a:pt x="85762" y="77356"/>
                </a:lnTo>
                <a:lnTo>
                  <a:pt x="88130" y="77356"/>
                </a:lnTo>
                <a:lnTo>
                  <a:pt x="85128" y="80358"/>
                </a:lnTo>
                <a:lnTo>
                  <a:pt x="85128" y="84595"/>
                </a:lnTo>
                <a:close/>
                <a:moveTo>
                  <a:pt x="96603" y="77356"/>
                </a:moveTo>
                <a:lnTo>
                  <a:pt x="98971" y="77356"/>
                </a:lnTo>
                <a:lnTo>
                  <a:pt x="101273" y="79658"/>
                </a:lnTo>
                <a:lnTo>
                  <a:pt x="101273" y="82927"/>
                </a:lnTo>
                <a:lnTo>
                  <a:pt x="99572" y="84595"/>
                </a:lnTo>
                <a:lnTo>
                  <a:pt x="99572" y="80358"/>
                </a:lnTo>
                <a:close/>
                <a:moveTo>
                  <a:pt x="101840" y="83461"/>
                </a:moveTo>
                <a:lnTo>
                  <a:pt x="105076" y="83461"/>
                </a:lnTo>
                <a:lnTo>
                  <a:pt x="107377" y="85762"/>
                </a:lnTo>
                <a:lnTo>
                  <a:pt x="107377" y="88131"/>
                </a:lnTo>
                <a:lnTo>
                  <a:pt x="104375" y="85129"/>
                </a:lnTo>
                <a:lnTo>
                  <a:pt x="104208" y="85129"/>
                </a:lnTo>
                <a:lnTo>
                  <a:pt x="100139" y="85129"/>
                </a:lnTo>
                <a:close/>
                <a:moveTo>
                  <a:pt x="108144" y="85762"/>
                </a:moveTo>
                <a:lnTo>
                  <a:pt x="110446" y="83461"/>
                </a:lnTo>
                <a:lnTo>
                  <a:pt x="113682" y="83461"/>
                </a:lnTo>
                <a:lnTo>
                  <a:pt x="115383" y="85162"/>
                </a:lnTo>
                <a:lnTo>
                  <a:pt x="111147" y="85162"/>
                </a:lnTo>
                <a:lnTo>
                  <a:pt x="108144" y="88131"/>
                </a:lnTo>
                <a:close/>
                <a:moveTo>
                  <a:pt x="114249" y="82927"/>
                </a:moveTo>
                <a:lnTo>
                  <a:pt x="114249" y="79658"/>
                </a:lnTo>
                <a:lnTo>
                  <a:pt x="116550" y="77356"/>
                </a:lnTo>
                <a:lnTo>
                  <a:pt x="118919" y="77356"/>
                </a:lnTo>
                <a:lnTo>
                  <a:pt x="116050" y="80258"/>
                </a:lnTo>
                <a:lnTo>
                  <a:pt x="115917" y="80525"/>
                </a:lnTo>
                <a:lnTo>
                  <a:pt x="115917" y="84595"/>
                </a:lnTo>
                <a:close/>
                <a:moveTo>
                  <a:pt x="130260" y="80258"/>
                </a:moveTo>
                <a:lnTo>
                  <a:pt x="127391" y="77356"/>
                </a:lnTo>
                <a:lnTo>
                  <a:pt x="129760" y="77356"/>
                </a:lnTo>
                <a:lnTo>
                  <a:pt x="132061" y="79658"/>
                </a:lnTo>
                <a:lnTo>
                  <a:pt x="132061" y="82927"/>
                </a:lnTo>
                <a:lnTo>
                  <a:pt x="130394" y="84595"/>
                </a:lnTo>
                <a:lnTo>
                  <a:pt x="130394" y="80525"/>
                </a:lnTo>
                <a:close/>
                <a:moveTo>
                  <a:pt x="132629" y="83461"/>
                </a:moveTo>
                <a:lnTo>
                  <a:pt x="135864" y="83461"/>
                </a:lnTo>
                <a:lnTo>
                  <a:pt x="138166" y="85762"/>
                </a:lnTo>
                <a:lnTo>
                  <a:pt x="138166" y="88131"/>
                </a:lnTo>
                <a:lnTo>
                  <a:pt x="135164" y="85129"/>
                </a:lnTo>
                <a:lnTo>
                  <a:pt x="130927" y="85129"/>
                </a:lnTo>
                <a:close/>
                <a:moveTo>
                  <a:pt x="138933" y="85762"/>
                </a:moveTo>
                <a:lnTo>
                  <a:pt x="141235" y="83461"/>
                </a:lnTo>
                <a:lnTo>
                  <a:pt x="144504" y="83461"/>
                </a:lnTo>
                <a:lnTo>
                  <a:pt x="146172" y="85162"/>
                </a:lnTo>
                <a:lnTo>
                  <a:pt x="142102" y="85162"/>
                </a:lnTo>
                <a:lnTo>
                  <a:pt x="141935" y="85162"/>
                </a:lnTo>
                <a:lnTo>
                  <a:pt x="138933" y="88131"/>
                </a:lnTo>
                <a:close/>
                <a:moveTo>
                  <a:pt x="145037" y="82927"/>
                </a:moveTo>
                <a:lnTo>
                  <a:pt x="145037" y="79658"/>
                </a:lnTo>
                <a:lnTo>
                  <a:pt x="147339" y="77356"/>
                </a:lnTo>
                <a:lnTo>
                  <a:pt x="149707" y="77356"/>
                </a:lnTo>
                <a:lnTo>
                  <a:pt x="146705" y="80358"/>
                </a:lnTo>
                <a:lnTo>
                  <a:pt x="146705" y="84595"/>
                </a:lnTo>
                <a:close/>
                <a:moveTo>
                  <a:pt x="158180" y="77356"/>
                </a:moveTo>
                <a:lnTo>
                  <a:pt x="160548" y="77356"/>
                </a:lnTo>
                <a:lnTo>
                  <a:pt x="162850" y="79658"/>
                </a:lnTo>
                <a:lnTo>
                  <a:pt x="162850" y="82927"/>
                </a:lnTo>
                <a:lnTo>
                  <a:pt x="161182" y="84595"/>
                </a:lnTo>
                <a:lnTo>
                  <a:pt x="161182" y="80358"/>
                </a:lnTo>
                <a:close/>
                <a:moveTo>
                  <a:pt x="163417" y="83461"/>
                </a:moveTo>
                <a:lnTo>
                  <a:pt x="166653" y="83461"/>
                </a:lnTo>
                <a:lnTo>
                  <a:pt x="168954" y="85762"/>
                </a:lnTo>
                <a:lnTo>
                  <a:pt x="168954" y="88131"/>
                </a:lnTo>
                <a:lnTo>
                  <a:pt x="165952" y="85129"/>
                </a:lnTo>
                <a:lnTo>
                  <a:pt x="165786" y="85129"/>
                </a:lnTo>
                <a:lnTo>
                  <a:pt x="161716" y="85129"/>
                </a:lnTo>
                <a:close/>
                <a:moveTo>
                  <a:pt x="169755" y="85762"/>
                </a:moveTo>
                <a:lnTo>
                  <a:pt x="172023" y="83461"/>
                </a:lnTo>
                <a:lnTo>
                  <a:pt x="175292" y="83461"/>
                </a:lnTo>
                <a:lnTo>
                  <a:pt x="176960" y="85162"/>
                </a:lnTo>
                <a:lnTo>
                  <a:pt x="172724" y="85162"/>
                </a:lnTo>
                <a:lnTo>
                  <a:pt x="169755" y="88131"/>
                </a:lnTo>
                <a:close/>
                <a:moveTo>
                  <a:pt x="175826" y="82927"/>
                </a:moveTo>
                <a:lnTo>
                  <a:pt x="175826" y="79658"/>
                </a:lnTo>
                <a:lnTo>
                  <a:pt x="178128" y="77356"/>
                </a:lnTo>
                <a:lnTo>
                  <a:pt x="180496" y="77356"/>
                </a:lnTo>
                <a:lnTo>
                  <a:pt x="177627" y="80258"/>
                </a:lnTo>
                <a:lnTo>
                  <a:pt x="177527" y="80525"/>
                </a:lnTo>
                <a:lnTo>
                  <a:pt x="177527" y="84595"/>
                </a:lnTo>
                <a:close/>
                <a:moveTo>
                  <a:pt x="191837" y="80258"/>
                </a:moveTo>
                <a:lnTo>
                  <a:pt x="188969" y="77356"/>
                </a:lnTo>
                <a:lnTo>
                  <a:pt x="191337" y="77356"/>
                </a:lnTo>
                <a:lnTo>
                  <a:pt x="193639" y="79658"/>
                </a:lnTo>
                <a:lnTo>
                  <a:pt x="193639" y="82927"/>
                </a:lnTo>
                <a:lnTo>
                  <a:pt x="191971" y="84595"/>
                </a:lnTo>
                <a:lnTo>
                  <a:pt x="191971" y="80525"/>
                </a:lnTo>
                <a:close/>
                <a:moveTo>
                  <a:pt x="194206" y="83461"/>
                </a:moveTo>
                <a:lnTo>
                  <a:pt x="197441" y="83461"/>
                </a:lnTo>
                <a:lnTo>
                  <a:pt x="199743" y="85762"/>
                </a:lnTo>
                <a:lnTo>
                  <a:pt x="199743" y="88131"/>
                </a:lnTo>
                <a:lnTo>
                  <a:pt x="196741" y="85129"/>
                </a:lnTo>
                <a:lnTo>
                  <a:pt x="192538" y="85129"/>
                </a:lnTo>
                <a:close/>
                <a:moveTo>
                  <a:pt x="200544" y="85762"/>
                </a:moveTo>
                <a:lnTo>
                  <a:pt x="202812" y="83461"/>
                </a:lnTo>
                <a:lnTo>
                  <a:pt x="206081" y="83461"/>
                </a:lnTo>
                <a:lnTo>
                  <a:pt x="207749" y="85162"/>
                </a:lnTo>
                <a:lnTo>
                  <a:pt x="203679" y="85162"/>
                </a:lnTo>
                <a:lnTo>
                  <a:pt x="203512" y="85162"/>
                </a:lnTo>
                <a:lnTo>
                  <a:pt x="200544" y="88131"/>
                </a:lnTo>
                <a:close/>
                <a:moveTo>
                  <a:pt x="206648" y="82927"/>
                </a:moveTo>
                <a:lnTo>
                  <a:pt x="206648" y="79658"/>
                </a:lnTo>
                <a:lnTo>
                  <a:pt x="208916" y="77356"/>
                </a:lnTo>
                <a:lnTo>
                  <a:pt x="211285" y="77356"/>
                </a:lnTo>
                <a:lnTo>
                  <a:pt x="208316" y="80358"/>
                </a:lnTo>
                <a:lnTo>
                  <a:pt x="208316" y="84595"/>
                </a:lnTo>
                <a:close/>
                <a:moveTo>
                  <a:pt x="212419" y="76589"/>
                </a:moveTo>
                <a:lnTo>
                  <a:pt x="209083" y="73253"/>
                </a:lnTo>
                <a:lnTo>
                  <a:pt x="209083" y="68583"/>
                </a:lnTo>
                <a:lnTo>
                  <a:pt x="210618" y="67049"/>
                </a:lnTo>
                <a:lnTo>
                  <a:pt x="210618" y="72620"/>
                </a:lnTo>
                <a:lnTo>
                  <a:pt x="214587" y="76589"/>
                </a:lnTo>
                <a:lnTo>
                  <a:pt x="212419" y="76589"/>
                </a:lnTo>
                <a:close/>
                <a:moveTo>
                  <a:pt x="210518" y="65681"/>
                </a:moveTo>
                <a:lnTo>
                  <a:pt x="204813" y="65681"/>
                </a:lnTo>
                <a:lnTo>
                  <a:pt x="201077" y="61979"/>
                </a:lnTo>
                <a:lnTo>
                  <a:pt x="208850" y="61979"/>
                </a:lnTo>
                <a:lnTo>
                  <a:pt x="210518" y="63646"/>
                </a:lnTo>
                <a:lnTo>
                  <a:pt x="210518" y="65681"/>
                </a:lnTo>
                <a:close/>
                <a:moveTo>
                  <a:pt x="201077" y="61178"/>
                </a:moveTo>
                <a:lnTo>
                  <a:pt x="204813" y="57475"/>
                </a:lnTo>
                <a:lnTo>
                  <a:pt x="210518" y="57475"/>
                </a:lnTo>
                <a:lnTo>
                  <a:pt x="210518" y="59510"/>
                </a:lnTo>
                <a:lnTo>
                  <a:pt x="208850" y="61178"/>
                </a:lnTo>
                <a:close/>
                <a:moveTo>
                  <a:pt x="210618" y="56108"/>
                </a:moveTo>
                <a:lnTo>
                  <a:pt x="209083" y="54573"/>
                </a:lnTo>
                <a:lnTo>
                  <a:pt x="209083" y="49903"/>
                </a:lnTo>
                <a:lnTo>
                  <a:pt x="212419" y="46568"/>
                </a:lnTo>
                <a:lnTo>
                  <a:pt x="214587" y="46568"/>
                </a:lnTo>
                <a:lnTo>
                  <a:pt x="210618" y="50537"/>
                </a:lnTo>
                <a:lnTo>
                  <a:pt x="210618" y="56108"/>
                </a:lnTo>
                <a:close/>
                <a:moveTo>
                  <a:pt x="212419" y="45800"/>
                </a:moveTo>
                <a:lnTo>
                  <a:pt x="209083" y="42465"/>
                </a:lnTo>
                <a:lnTo>
                  <a:pt x="209083" y="37795"/>
                </a:lnTo>
                <a:lnTo>
                  <a:pt x="210618" y="36260"/>
                </a:lnTo>
                <a:lnTo>
                  <a:pt x="210618" y="41831"/>
                </a:lnTo>
                <a:lnTo>
                  <a:pt x="214587" y="45800"/>
                </a:lnTo>
                <a:close/>
                <a:moveTo>
                  <a:pt x="208549" y="37228"/>
                </a:moveTo>
                <a:lnTo>
                  <a:pt x="203846" y="37228"/>
                </a:lnTo>
                <a:lnTo>
                  <a:pt x="200544" y="33892"/>
                </a:lnTo>
                <a:lnTo>
                  <a:pt x="200544" y="31757"/>
                </a:lnTo>
                <a:lnTo>
                  <a:pt x="204480" y="35693"/>
                </a:lnTo>
                <a:lnTo>
                  <a:pt x="204647" y="35693"/>
                </a:lnTo>
                <a:lnTo>
                  <a:pt x="210084" y="35693"/>
                </a:lnTo>
                <a:close/>
                <a:moveTo>
                  <a:pt x="199743" y="33892"/>
                </a:moveTo>
                <a:lnTo>
                  <a:pt x="196441" y="37228"/>
                </a:lnTo>
                <a:lnTo>
                  <a:pt x="191737" y="37228"/>
                </a:lnTo>
                <a:lnTo>
                  <a:pt x="190203" y="35693"/>
                </a:lnTo>
                <a:lnTo>
                  <a:pt x="195807" y="35693"/>
                </a:lnTo>
                <a:lnTo>
                  <a:pt x="199743" y="31757"/>
                </a:lnTo>
                <a:close/>
                <a:moveTo>
                  <a:pt x="188869" y="41497"/>
                </a:moveTo>
                <a:lnTo>
                  <a:pt x="185133" y="45233"/>
                </a:lnTo>
                <a:lnTo>
                  <a:pt x="185133" y="37494"/>
                </a:lnTo>
                <a:lnTo>
                  <a:pt x="186801" y="35793"/>
                </a:lnTo>
                <a:lnTo>
                  <a:pt x="188835" y="35793"/>
                </a:lnTo>
                <a:lnTo>
                  <a:pt x="188835" y="41497"/>
                </a:lnTo>
                <a:close/>
                <a:moveTo>
                  <a:pt x="184332" y="45233"/>
                </a:moveTo>
                <a:lnTo>
                  <a:pt x="180629" y="41497"/>
                </a:lnTo>
                <a:lnTo>
                  <a:pt x="180629" y="35793"/>
                </a:lnTo>
                <a:lnTo>
                  <a:pt x="182664" y="35793"/>
                </a:lnTo>
                <a:lnTo>
                  <a:pt x="184332" y="37461"/>
                </a:lnTo>
                <a:lnTo>
                  <a:pt x="184332" y="45233"/>
                </a:lnTo>
                <a:close/>
                <a:moveTo>
                  <a:pt x="177761" y="37228"/>
                </a:moveTo>
                <a:lnTo>
                  <a:pt x="173057" y="37228"/>
                </a:lnTo>
                <a:lnTo>
                  <a:pt x="169755" y="33892"/>
                </a:lnTo>
                <a:lnTo>
                  <a:pt x="169755" y="31757"/>
                </a:lnTo>
                <a:lnTo>
                  <a:pt x="173691" y="35693"/>
                </a:lnTo>
                <a:lnTo>
                  <a:pt x="179262" y="35693"/>
                </a:lnTo>
                <a:close/>
                <a:moveTo>
                  <a:pt x="168954" y="33892"/>
                </a:moveTo>
                <a:lnTo>
                  <a:pt x="165619" y="37228"/>
                </a:lnTo>
                <a:lnTo>
                  <a:pt x="160949" y="37228"/>
                </a:lnTo>
                <a:lnTo>
                  <a:pt x="159414" y="35693"/>
                </a:lnTo>
                <a:lnTo>
                  <a:pt x="164852" y="35693"/>
                </a:lnTo>
                <a:lnTo>
                  <a:pt x="164985" y="35693"/>
                </a:lnTo>
                <a:lnTo>
                  <a:pt x="168954" y="31757"/>
                </a:lnTo>
                <a:close/>
                <a:moveTo>
                  <a:pt x="158047" y="41497"/>
                </a:moveTo>
                <a:lnTo>
                  <a:pt x="154344" y="45233"/>
                </a:lnTo>
                <a:lnTo>
                  <a:pt x="154344" y="37494"/>
                </a:lnTo>
                <a:lnTo>
                  <a:pt x="156012" y="35793"/>
                </a:lnTo>
                <a:lnTo>
                  <a:pt x="158047" y="35793"/>
                </a:lnTo>
                <a:lnTo>
                  <a:pt x="158047" y="41497"/>
                </a:lnTo>
                <a:close/>
                <a:moveTo>
                  <a:pt x="153543" y="45233"/>
                </a:moveTo>
                <a:lnTo>
                  <a:pt x="149841" y="41497"/>
                </a:lnTo>
                <a:lnTo>
                  <a:pt x="149841" y="35793"/>
                </a:lnTo>
                <a:lnTo>
                  <a:pt x="151876" y="35793"/>
                </a:lnTo>
                <a:lnTo>
                  <a:pt x="153543" y="37461"/>
                </a:lnTo>
                <a:lnTo>
                  <a:pt x="153543" y="45233"/>
                </a:lnTo>
                <a:close/>
                <a:moveTo>
                  <a:pt x="146939" y="37228"/>
                </a:moveTo>
                <a:lnTo>
                  <a:pt x="142269" y="37228"/>
                </a:lnTo>
                <a:lnTo>
                  <a:pt x="138933" y="33892"/>
                </a:lnTo>
                <a:lnTo>
                  <a:pt x="138933" y="31757"/>
                </a:lnTo>
                <a:lnTo>
                  <a:pt x="142903" y="35693"/>
                </a:lnTo>
                <a:lnTo>
                  <a:pt x="143069" y="35693"/>
                </a:lnTo>
                <a:lnTo>
                  <a:pt x="148473" y="35693"/>
                </a:lnTo>
                <a:close/>
                <a:moveTo>
                  <a:pt x="138166" y="33892"/>
                </a:moveTo>
                <a:lnTo>
                  <a:pt x="134830" y="37228"/>
                </a:lnTo>
                <a:lnTo>
                  <a:pt x="130160" y="37228"/>
                </a:lnTo>
                <a:lnTo>
                  <a:pt x="128626" y="35693"/>
                </a:lnTo>
                <a:lnTo>
                  <a:pt x="134196" y="35693"/>
                </a:lnTo>
                <a:lnTo>
                  <a:pt x="138166" y="31757"/>
                </a:lnTo>
                <a:close/>
                <a:moveTo>
                  <a:pt x="127258" y="41497"/>
                </a:moveTo>
                <a:lnTo>
                  <a:pt x="123555" y="45233"/>
                </a:lnTo>
                <a:lnTo>
                  <a:pt x="123555" y="37494"/>
                </a:lnTo>
                <a:lnTo>
                  <a:pt x="125223" y="35793"/>
                </a:lnTo>
                <a:lnTo>
                  <a:pt x="127258" y="35793"/>
                </a:lnTo>
                <a:close/>
                <a:moveTo>
                  <a:pt x="122755" y="45233"/>
                </a:moveTo>
                <a:lnTo>
                  <a:pt x="119052" y="41497"/>
                </a:lnTo>
                <a:lnTo>
                  <a:pt x="119052" y="35793"/>
                </a:lnTo>
                <a:lnTo>
                  <a:pt x="121087" y="35793"/>
                </a:lnTo>
                <a:lnTo>
                  <a:pt x="122755" y="37461"/>
                </a:lnTo>
                <a:close/>
                <a:moveTo>
                  <a:pt x="116150" y="37228"/>
                </a:moveTo>
                <a:lnTo>
                  <a:pt x="111480" y="37228"/>
                </a:lnTo>
                <a:lnTo>
                  <a:pt x="108144" y="33892"/>
                </a:lnTo>
                <a:lnTo>
                  <a:pt x="108144" y="31757"/>
                </a:lnTo>
                <a:lnTo>
                  <a:pt x="112114" y="35693"/>
                </a:lnTo>
                <a:lnTo>
                  <a:pt x="117685" y="35693"/>
                </a:lnTo>
                <a:close/>
                <a:moveTo>
                  <a:pt x="107377" y="33892"/>
                </a:moveTo>
                <a:lnTo>
                  <a:pt x="104041" y="37228"/>
                </a:lnTo>
                <a:lnTo>
                  <a:pt x="99371" y="37228"/>
                </a:lnTo>
                <a:lnTo>
                  <a:pt x="97837" y="35693"/>
                </a:lnTo>
                <a:lnTo>
                  <a:pt x="103241" y="35693"/>
                </a:lnTo>
                <a:lnTo>
                  <a:pt x="103408" y="35693"/>
                </a:lnTo>
                <a:lnTo>
                  <a:pt x="107377" y="31757"/>
                </a:lnTo>
                <a:close/>
                <a:moveTo>
                  <a:pt x="96469" y="41497"/>
                </a:moveTo>
                <a:lnTo>
                  <a:pt x="92767" y="45233"/>
                </a:lnTo>
                <a:lnTo>
                  <a:pt x="92767" y="37494"/>
                </a:lnTo>
                <a:lnTo>
                  <a:pt x="94435" y="35793"/>
                </a:lnTo>
                <a:lnTo>
                  <a:pt x="96469" y="35793"/>
                </a:lnTo>
                <a:close/>
                <a:moveTo>
                  <a:pt x="91966" y="45233"/>
                </a:moveTo>
                <a:lnTo>
                  <a:pt x="88264" y="41497"/>
                </a:lnTo>
                <a:lnTo>
                  <a:pt x="88264" y="35793"/>
                </a:lnTo>
                <a:lnTo>
                  <a:pt x="90298" y="35793"/>
                </a:lnTo>
                <a:lnTo>
                  <a:pt x="91966" y="37461"/>
                </a:lnTo>
                <a:close/>
                <a:moveTo>
                  <a:pt x="85361" y="37228"/>
                </a:moveTo>
                <a:lnTo>
                  <a:pt x="80691" y="37228"/>
                </a:lnTo>
                <a:lnTo>
                  <a:pt x="77356" y="33892"/>
                </a:lnTo>
                <a:lnTo>
                  <a:pt x="77356" y="31757"/>
                </a:lnTo>
                <a:lnTo>
                  <a:pt x="81325" y="35693"/>
                </a:lnTo>
                <a:lnTo>
                  <a:pt x="81492" y="35693"/>
                </a:lnTo>
                <a:lnTo>
                  <a:pt x="86896" y="35693"/>
                </a:lnTo>
                <a:close/>
                <a:moveTo>
                  <a:pt x="76589" y="33892"/>
                </a:moveTo>
                <a:lnTo>
                  <a:pt x="73253" y="37228"/>
                </a:lnTo>
                <a:lnTo>
                  <a:pt x="68583" y="37228"/>
                </a:lnTo>
                <a:lnTo>
                  <a:pt x="67048" y="35693"/>
                </a:lnTo>
                <a:lnTo>
                  <a:pt x="72619" y="35693"/>
                </a:lnTo>
                <a:lnTo>
                  <a:pt x="76589" y="31757"/>
                </a:lnTo>
                <a:close/>
                <a:moveTo>
                  <a:pt x="65681" y="41497"/>
                </a:moveTo>
                <a:lnTo>
                  <a:pt x="61978" y="45233"/>
                </a:lnTo>
                <a:lnTo>
                  <a:pt x="61978" y="37494"/>
                </a:lnTo>
                <a:lnTo>
                  <a:pt x="63646" y="35793"/>
                </a:lnTo>
                <a:lnTo>
                  <a:pt x="65681" y="35793"/>
                </a:lnTo>
                <a:close/>
                <a:moveTo>
                  <a:pt x="61178" y="45233"/>
                </a:moveTo>
                <a:lnTo>
                  <a:pt x="57475" y="41497"/>
                </a:lnTo>
                <a:lnTo>
                  <a:pt x="57475" y="35793"/>
                </a:lnTo>
                <a:lnTo>
                  <a:pt x="59510" y="35793"/>
                </a:lnTo>
                <a:lnTo>
                  <a:pt x="61178" y="37461"/>
                </a:lnTo>
                <a:close/>
                <a:moveTo>
                  <a:pt x="54573" y="37228"/>
                </a:moveTo>
                <a:lnTo>
                  <a:pt x="49903" y="37228"/>
                </a:lnTo>
                <a:lnTo>
                  <a:pt x="46567" y="33892"/>
                </a:lnTo>
                <a:lnTo>
                  <a:pt x="46567" y="31757"/>
                </a:lnTo>
                <a:lnTo>
                  <a:pt x="50537" y="35693"/>
                </a:lnTo>
                <a:lnTo>
                  <a:pt x="56107" y="35693"/>
                </a:lnTo>
                <a:close/>
                <a:moveTo>
                  <a:pt x="45767" y="33892"/>
                </a:moveTo>
                <a:lnTo>
                  <a:pt x="42464" y="37228"/>
                </a:lnTo>
                <a:lnTo>
                  <a:pt x="37761" y="37228"/>
                </a:lnTo>
                <a:lnTo>
                  <a:pt x="36226" y="35693"/>
                </a:lnTo>
                <a:lnTo>
                  <a:pt x="41664" y="35693"/>
                </a:lnTo>
                <a:lnTo>
                  <a:pt x="41830" y="35693"/>
                </a:lnTo>
                <a:lnTo>
                  <a:pt x="45767" y="31757"/>
                </a:lnTo>
                <a:lnTo>
                  <a:pt x="45767" y="33892"/>
                </a:lnTo>
                <a:close/>
                <a:moveTo>
                  <a:pt x="34892" y="41497"/>
                </a:moveTo>
                <a:lnTo>
                  <a:pt x="31189" y="45233"/>
                </a:lnTo>
                <a:lnTo>
                  <a:pt x="31189" y="37494"/>
                </a:lnTo>
                <a:lnTo>
                  <a:pt x="32857" y="35793"/>
                </a:lnTo>
                <a:lnTo>
                  <a:pt x="34892" y="35793"/>
                </a:lnTo>
                <a:close/>
                <a:moveTo>
                  <a:pt x="34892" y="50871"/>
                </a:moveTo>
                <a:lnTo>
                  <a:pt x="34892" y="56575"/>
                </a:lnTo>
                <a:lnTo>
                  <a:pt x="32857" y="56575"/>
                </a:lnTo>
                <a:lnTo>
                  <a:pt x="31189" y="54874"/>
                </a:lnTo>
                <a:lnTo>
                  <a:pt x="31189" y="47135"/>
                </a:lnTo>
                <a:close/>
                <a:moveTo>
                  <a:pt x="32424" y="57242"/>
                </a:moveTo>
                <a:lnTo>
                  <a:pt x="32691" y="57375"/>
                </a:lnTo>
                <a:lnTo>
                  <a:pt x="34592" y="57375"/>
                </a:lnTo>
                <a:lnTo>
                  <a:pt x="33291" y="58643"/>
                </a:lnTo>
                <a:lnTo>
                  <a:pt x="31990" y="58643"/>
                </a:lnTo>
                <a:lnTo>
                  <a:pt x="31189" y="57809"/>
                </a:lnTo>
                <a:lnTo>
                  <a:pt x="31189" y="56008"/>
                </a:lnTo>
                <a:close/>
                <a:moveTo>
                  <a:pt x="33725" y="59077"/>
                </a:moveTo>
                <a:lnTo>
                  <a:pt x="34992" y="57776"/>
                </a:lnTo>
                <a:lnTo>
                  <a:pt x="34992" y="59844"/>
                </a:lnTo>
                <a:lnTo>
                  <a:pt x="36360" y="61178"/>
                </a:lnTo>
                <a:lnTo>
                  <a:pt x="34525" y="61178"/>
                </a:lnTo>
                <a:lnTo>
                  <a:pt x="33725" y="60377"/>
                </a:lnTo>
                <a:close/>
                <a:moveTo>
                  <a:pt x="34525" y="61979"/>
                </a:moveTo>
                <a:lnTo>
                  <a:pt x="36360" y="61979"/>
                </a:lnTo>
                <a:lnTo>
                  <a:pt x="34992" y="63313"/>
                </a:lnTo>
                <a:lnTo>
                  <a:pt x="34992" y="65381"/>
                </a:lnTo>
                <a:lnTo>
                  <a:pt x="33725" y="64080"/>
                </a:lnTo>
                <a:lnTo>
                  <a:pt x="33725" y="62779"/>
                </a:lnTo>
                <a:close/>
                <a:moveTo>
                  <a:pt x="32857" y="66582"/>
                </a:moveTo>
                <a:lnTo>
                  <a:pt x="34892" y="66582"/>
                </a:lnTo>
                <a:lnTo>
                  <a:pt x="34892" y="72286"/>
                </a:lnTo>
                <a:lnTo>
                  <a:pt x="31189" y="76022"/>
                </a:lnTo>
                <a:lnTo>
                  <a:pt x="31189" y="68250"/>
                </a:lnTo>
                <a:close/>
                <a:moveTo>
                  <a:pt x="34892" y="81659"/>
                </a:moveTo>
                <a:lnTo>
                  <a:pt x="34892" y="87363"/>
                </a:lnTo>
                <a:lnTo>
                  <a:pt x="32857" y="87363"/>
                </a:lnTo>
                <a:lnTo>
                  <a:pt x="31189" y="85696"/>
                </a:lnTo>
                <a:lnTo>
                  <a:pt x="31189" y="77923"/>
                </a:lnTo>
                <a:close/>
                <a:moveTo>
                  <a:pt x="37761" y="85929"/>
                </a:moveTo>
                <a:lnTo>
                  <a:pt x="42464" y="85929"/>
                </a:lnTo>
                <a:lnTo>
                  <a:pt x="45767" y="89265"/>
                </a:lnTo>
                <a:lnTo>
                  <a:pt x="45767" y="91400"/>
                </a:lnTo>
                <a:lnTo>
                  <a:pt x="41830" y="87464"/>
                </a:lnTo>
                <a:lnTo>
                  <a:pt x="41664" y="87464"/>
                </a:lnTo>
                <a:lnTo>
                  <a:pt x="36260" y="87464"/>
                </a:lnTo>
                <a:close/>
                <a:moveTo>
                  <a:pt x="46567" y="89265"/>
                </a:moveTo>
                <a:lnTo>
                  <a:pt x="49903" y="85929"/>
                </a:lnTo>
                <a:lnTo>
                  <a:pt x="54573" y="85929"/>
                </a:lnTo>
                <a:lnTo>
                  <a:pt x="56107" y="87464"/>
                </a:lnTo>
                <a:lnTo>
                  <a:pt x="50537" y="87464"/>
                </a:lnTo>
                <a:lnTo>
                  <a:pt x="46567" y="91400"/>
                </a:lnTo>
                <a:close/>
                <a:moveTo>
                  <a:pt x="57475" y="81659"/>
                </a:moveTo>
                <a:lnTo>
                  <a:pt x="61178" y="77923"/>
                </a:lnTo>
                <a:lnTo>
                  <a:pt x="61178" y="85696"/>
                </a:lnTo>
                <a:lnTo>
                  <a:pt x="59510" y="87363"/>
                </a:lnTo>
                <a:lnTo>
                  <a:pt x="57475" y="87363"/>
                </a:lnTo>
                <a:close/>
                <a:moveTo>
                  <a:pt x="61978" y="77923"/>
                </a:moveTo>
                <a:lnTo>
                  <a:pt x="65681" y="81659"/>
                </a:lnTo>
                <a:lnTo>
                  <a:pt x="65681" y="87363"/>
                </a:lnTo>
                <a:lnTo>
                  <a:pt x="63646" y="87363"/>
                </a:lnTo>
                <a:lnTo>
                  <a:pt x="61978" y="85662"/>
                </a:lnTo>
                <a:close/>
                <a:moveTo>
                  <a:pt x="68583" y="85929"/>
                </a:moveTo>
                <a:lnTo>
                  <a:pt x="73253" y="85929"/>
                </a:lnTo>
                <a:lnTo>
                  <a:pt x="76555" y="89265"/>
                </a:lnTo>
                <a:lnTo>
                  <a:pt x="76555" y="91400"/>
                </a:lnTo>
                <a:lnTo>
                  <a:pt x="72619" y="87464"/>
                </a:lnTo>
                <a:lnTo>
                  <a:pt x="67048" y="87464"/>
                </a:lnTo>
                <a:close/>
                <a:moveTo>
                  <a:pt x="77356" y="89265"/>
                </a:moveTo>
                <a:lnTo>
                  <a:pt x="80691" y="85929"/>
                </a:lnTo>
                <a:lnTo>
                  <a:pt x="85361" y="85929"/>
                </a:lnTo>
                <a:lnTo>
                  <a:pt x="86896" y="87464"/>
                </a:lnTo>
                <a:lnTo>
                  <a:pt x="81492" y="87464"/>
                </a:lnTo>
                <a:lnTo>
                  <a:pt x="81325" y="87464"/>
                </a:lnTo>
                <a:lnTo>
                  <a:pt x="77356" y="91400"/>
                </a:lnTo>
                <a:close/>
                <a:moveTo>
                  <a:pt x="88264" y="81659"/>
                </a:moveTo>
                <a:lnTo>
                  <a:pt x="91966" y="77923"/>
                </a:lnTo>
                <a:lnTo>
                  <a:pt x="91966" y="85696"/>
                </a:lnTo>
                <a:lnTo>
                  <a:pt x="90298" y="87363"/>
                </a:lnTo>
                <a:lnTo>
                  <a:pt x="88264" y="87363"/>
                </a:lnTo>
                <a:close/>
                <a:moveTo>
                  <a:pt x="92767" y="77923"/>
                </a:moveTo>
                <a:lnTo>
                  <a:pt x="96469" y="81659"/>
                </a:lnTo>
                <a:lnTo>
                  <a:pt x="96469" y="87363"/>
                </a:lnTo>
                <a:lnTo>
                  <a:pt x="94435" y="87363"/>
                </a:lnTo>
                <a:lnTo>
                  <a:pt x="92767" y="85662"/>
                </a:lnTo>
                <a:close/>
                <a:moveTo>
                  <a:pt x="99371" y="85929"/>
                </a:moveTo>
                <a:lnTo>
                  <a:pt x="104041" y="85929"/>
                </a:lnTo>
                <a:lnTo>
                  <a:pt x="107377" y="89265"/>
                </a:lnTo>
                <a:lnTo>
                  <a:pt x="107377" y="91400"/>
                </a:lnTo>
                <a:lnTo>
                  <a:pt x="103408" y="87464"/>
                </a:lnTo>
                <a:lnTo>
                  <a:pt x="103241" y="87464"/>
                </a:lnTo>
                <a:lnTo>
                  <a:pt x="97837" y="87464"/>
                </a:lnTo>
                <a:close/>
                <a:moveTo>
                  <a:pt x="108144" y="89265"/>
                </a:moveTo>
                <a:lnTo>
                  <a:pt x="111480" y="85929"/>
                </a:lnTo>
                <a:lnTo>
                  <a:pt x="116150" y="85929"/>
                </a:lnTo>
                <a:lnTo>
                  <a:pt x="117685" y="87464"/>
                </a:lnTo>
                <a:lnTo>
                  <a:pt x="112114" y="87464"/>
                </a:lnTo>
                <a:lnTo>
                  <a:pt x="108144" y="91400"/>
                </a:lnTo>
                <a:lnTo>
                  <a:pt x="108144" y="89265"/>
                </a:lnTo>
                <a:close/>
                <a:moveTo>
                  <a:pt x="119052" y="81659"/>
                </a:moveTo>
                <a:lnTo>
                  <a:pt x="122755" y="77923"/>
                </a:lnTo>
                <a:lnTo>
                  <a:pt x="122755" y="85696"/>
                </a:lnTo>
                <a:lnTo>
                  <a:pt x="121087" y="87363"/>
                </a:lnTo>
                <a:lnTo>
                  <a:pt x="119052" y="87363"/>
                </a:lnTo>
                <a:close/>
                <a:moveTo>
                  <a:pt x="123555" y="77923"/>
                </a:moveTo>
                <a:lnTo>
                  <a:pt x="127258" y="81659"/>
                </a:lnTo>
                <a:lnTo>
                  <a:pt x="127258" y="87363"/>
                </a:lnTo>
                <a:lnTo>
                  <a:pt x="125223" y="87363"/>
                </a:lnTo>
                <a:lnTo>
                  <a:pt x="123555" y="85662"/>
                </a:lnTo>
                <a:lnTo>
                  <a:pt x="123555" y="77923"/>
                </a:lnTo>
                <a:close/>
                <a:moveTo>
                  <a:pt x="130160" y="85929"/>
                </a:moveTo>
                <a:lnTo>
                  <a:pt x="134830" y="85929"/>
                </a:lnTo>
                <a:lnTo>
                  <a:pt x="138166" y="89265"/>
                </a:lnTo>
                <a:lnTo>
                  <a:pt x="138166" y="91400"/>
                </a:lnTo>
                <a:lnTo>
                  <a:pt x="134196" y="87464"/>
                </a:lnTo>
                <a:lnTo>
                  <a:pt x="128626" y="87464"/>
                </a:lnTo>
                <a:close/>
                <a:moveTo>
                  <a:pt x="138933" y="89265"/>
                </a:moveTo>
                <a:lnTo>
                  <a:pt x="142269" y="85929"/>
                </a:lnTo>
                <a:lnTo>
                  <a:pt x="146939" y="85929"/>
                </a:lnTo>
                <a:lnTo>
                  <a:pt x="148473" y="87464"/>
                </a:lnTo>
                <a:lnTo>
                  <a:pt x="143069" y="87464"/>
                </a:lnTo>
                <a:lnTo>
                  <a:pt x="142903" y="87464"/>
                </a:lnTo>
                <a:lnTo>
                  <a:pt x="138933" y="91400"/>
                </a:lnTo>
                <a:close/>
                <a:moveTo>
                  <a:pt x="149841" y="81659"/>
                </a:moveTo>
                <a:lnTo>
                  <a:pt x="153543" y="77923"/>
                </a:lnTo>
                <a:lnTo>
                  <a:pt x="153543" y="85696"/>
                </a:lnTo>
                <a:lnTo>
                  <a:pt x="151876" y="87363"/>
                </a:lnTo>
                <a:lnTo>
                  <a:pt x="149841" y="87363"/>
                </a:lnTo>
                <a:lnTo>
                  <a:pt x="149841" y="81659"/>
                </a:lnTo>
                <a:close/>
                <a:moveTo>
                  <a:pt x="154344" y="77923"/>
                </a:moveTo>
                <a:lnTo>
                  <a:pt x="158047" y="81659"/>
                </a:lnTo>
                <a:lnTo>
                  <a:pt x="158047" y="87363"/>
                </a:lnTo>
                <a:lnTo>
                  <a:pt x="156012" y="87363"/>
                </a:lnTo>
                <a:lnTo>
                  <a:pt x="154344" y="85662"/>
                </a:lnTo>
                <a:lnTo>
                  <a:pt x="154344" y="77923"/>
                </a:lnTo>
                <a:close/>
                <a:moveTo>
                  <a:pt x="160949" y="85929"/>
                </a:moveTo>
                <a:lnTo>
                  <a:pt x="165619" y="85929"/>
                </a:lnTo>
                <a:lnTo>
                  <a:pt x="168954" y="89265"/>
                </a:lnTo>
                <a:lnTo>
                  <a:pt x="168954" y="91400"/>
                </a:lnTo>
                <a:lnTo>
                  <a:pt x="164985" y="87464"/>
                </a:lnTo>
                <a:lnTo>
                  <a:pt x="164852" y="87464"/>
                </a:lnTo>
                <a:lnTo>
                  <a:pt x="159414" y="87464"/>
                </a:lnTo>
                <a:close/>
                <a:moveTo>
                  <a:pt x="169755" y="89265"/>
                </a:moveTo>
                <a:lnTo>
                  <a:pt x="173057" y="85929"/>
                </a:lnTo>
                <a:lnTo>
                  <a:pt x="177761" y="85929"/>
                </a:lnTo>
                <a:lnTo>
                  <a:pt x="179262" y="87464"/>
                </a:lnTo>
                <a:lnTo>
                  <a:pt x="173691" y="87464"/>
                </a:lnTo>
                <a:lnTo>
                  <a:pt x="169755" y="91400"/>
                </a:lnTo>
                <a:close/>
                <a:moveTo>
                  <a:pt x="180629" y="81659"/>
                </a:moveTo>
                <a:lnTo>
                  <a:pt x="184332" y="77923"/>
                </a:lnTo>
                <a:lnTo>
                  <a:pt x="184332" y="85696"/>
                </a:lnTo>
                <a:lnTo>
                  <a:pt x="182664" y="87363"/>
                </a:lnTo>
                <a:lnTo>
                  <a:pt x="180629" y="87363"/>
                </a:lnTo>
                <a:lnTo>
                  <a:pt x="180629" y="81659"/>
                </a:lnTo>
                <a:close/>
                <a:moveTo>
                  <a:pt x="185133" y="77923"/>
                </a:moveTo>
                <a:lnTo>
                  <a:pt x="188869" y="81659"/>
                </a:lnTo>
                <a:lnTo>
                  <a:pt x="188869" y="87363"/>
                </a:lnTo>
                <a:lnTo>
                  <a:pt x="186801" y="87363"/>
                </a:lnTo>
                <a:lnTo>
                  <a:pt x="185133" y="85662"/>
                </a:lnTo>
                <a:lnTo>
                  <a:pt x="185133" y="77923"/>
                </a:lnTo>
                <a:close/>
                <a:moveTo>
                  <a:pt x="191737" y="85929"/>
                </a:moveTo>
                <a:lnTo>
                  <a:pt x="196441" y="85929"/>
                </a:lnTo>
                <a:lnTo>
                  <a:pt x="199743" y="89265"/>
                </a:lnTo>
                <a:lnTo>
                  <a:pt x="199743" y="91400"/>
                </a:lnTo>
                <a:lnTo>
                  <a:pt x="195807" y="87464"/>
                </a:lnTo>
                <a:lnTo>
                  <a:pt x="190203" y="87464"/>
                </a:lnTo>
                <a:close/>
                <a:moveTo>
                  <a:pt x="200544" y="89265"/>
                </a:moveTo>
                <a:lnTo>
                  <a:pt x="203846" y="85929"/>
                </a:lnTo>
                <a:lnTo>
                  <a:pt x="208549" y="85929"/>
                </a:lnTo>
                <a:lnTo>
                  <a:pt x="210084" y="87464"/>
                </a:lnTo>
                <a:lnTo>
                  <a:pt x="204647" y="87464"/>
                </a:lnTo>
                <a:lnTo>
                  <a:pt x="204480" y="87464"/>
                </a:lnTo>
                <a:lnTo>
                  <a:pt x="200544" y="91400"/>
                </a:lnTo>
                <a:close/>
                <a:moveTo>
                  <a:pt x="211418" y="81659"/>
                </a:moveTo>
                <a:lnTo>
                  <a:pt x="215154" y="77923"/>
                </a:lnTo>
                <a:lnTo>
                  <a:pt x="215154" y="85696"/>
                </a:lnTo>
                <a:lnTo>
                  <a:pt x="213453" y="87363"/>
                </a:lnTo>
                <a:lnTo>
                  <a:pt x="211418" y="87363"/>
                </a:lnTo>
                <a:lnTo>
                  <a:pt x="211418" y="81659"/>
                </a:lnTo>
                <a:close/>
                <a:moveTo>
                  <a:pt x="211418" y="72286"/>
                </a:moveTo>
                <a:lnTo>
                  <a:pt x="211418" y="66582"/>
                </a:lnTo>
                <a:lnTo>
                  <a:pt x="213453" y="66582"/>
                </a:lnTo>
                <a:lnTo>
                  <a:pt x="215154" y="68283"/>
                </a:lnTo>
                <a:lnTo>
                  <a:pt x="215154" y="76022"/>
                </a:lnTo>
                <a:close/>
                <a:moveTo>
                  <a:pt x="213887" y="65915"/>
                </a:moveTo>
                <a:lnTo>
                  <a:pt x="213620" y="65815"/>
                </a:lnTo>
                <a:lnTo>
                  <a:pt x="211718" y="65815"/>
                </a:lnTo>
                <a:lnTo>
                  <a:pt x="213019" y="64514"/>
                </a:lnTo>
                <a:lnTo>
                  <a:pt x="214320" y="64514"/>
                </a:lnTo>
                <a:lnTo>
                  <a:pt x="215154" y="65348"/>
                </a:lnTo>
                <a:lnTo>
                  <a:pt x="215154" y="67149"/>
                </a:lnTo>
                <a:close/>
                <a:moveTo>
                  <a:pt x="212586" y="64113"/>
                </a:moveTo>
                <a:lnTo>
                  <a:pt x="211318" y="65381"/>
                </a:lnTo>
                <a:lnTo>
                  <a:pt x="211318" y="63346"/>
                </a:lnTo>
                <a:lnTo>
                  <a:pt x="209950" y="61979"/>
                </a:lnTo>
                <a:lnTo>
                  <a:pt x="211785" y="61979"/>
                </a:lnTo>
                <a:lnTo>
                  <a:pt x="212586" y="62813"/>
                </a:lnTo>
                <a:lnTo>
                  <a:pt x="212586" y="64113"/>
                </a:lnTo>
                <a:close/>
                <a:moveTo>
                  <a:pt x="211785" y="61178"/>
                </a:moveTo>
                <a:lnTo>
                  <a:pt x="209950" y="61178"/>
                </a:lnTo>
                <a:lnTo>
                  <a:pt x="211318" y="59844"/>
                </a:lnTo>
                <a:lnTo>
                  <a:pt x="211318" y="57776"/>
                </a:lnTo>
                <a:lnTo>
                  <a:pt x="212586" y="59077"/>
                </a:lnTo>
                <a:lnTo>
                  <a:pt x="212586" y="60377"/>
                </a:lnTo>
                <a:close/>
                <a:moveTo>
                  <a:pt x="213453" y="56575"/>
                </a:moveTo>
                <a:lnTo>
                  <a:pt x="211418" y="56575"/>
                </a:lnTo>
                <a:lnTo>
                  <a:pt x="211418" y="50871"/>
                </a:lnTo>
                <a:lnTo>
                  <a:pt x="215154" y="47135"/>
                </a:lnTo>
                <a:lnTo>
                  <a:pt x="215154" y="54874"/>
                </a:lnTo>
                <a:close/>
                <a:moveTo>
                  <a:pt x="211418" y="41497"/>
                </a:moveTo>
                <a:lnTo>
                  <a:pt x="211418" y="35793"/>
                </a:lnTo>
                <a:lnTo>
                  <a:pt x="213453" y="35793"/>
                </a:lnTo>
                <a:lnTo>
                  <a:pt x="215154" y="37494"/>
                </a:lnTo>
                <a:lnTo>
                  <a:pt x="215154" y="45233"/>
                </a:lnTo>
                <a:close/>
                <a:moveTo>
                  <a:pt x="213887" y="35126"/>
                </a:moveTo>
                <a:lnTo>
                  <a:pt x="213620" y="34993"/>
                </a:lnTo>
                <a:lnTo>
                  <a:pt x="211718" y="34993"/>
                </a:lnTo>
                <a:lnTo>
                  <a:pt x="213019" y="33725"/>
                </a:lnTo>
                <a:lnTo>
                  <a:pt x="214320" y="33725"/>
                </a:lnTo>
                <a:lnTo>
                  <a:pt x="215154" y="34559"/>
                </a:lnTo>
                <a:lnTo>
                  <a:pt x="215154" y="36360"/>
                </a:lnTo>
                <a:close/>
                <a:moveTo>
                  <a:pt x="210518" y="32858"/>
                </a:moveTo>
                <a:lnTo>
                  <a:pt x="210518" y="34893"/>
                </a:lnTo>
                <a:lnTo>
                  <a:pt x="204813" y="34893"/>
                </a:lnTo>
                <a:lnTo>
                  <a:pt x="201077" y="31190"/>
                </a:lnTo>
                <a:lnTo>
                  <a:pt x="208850" y="31190"/>
                </a:lnTo>
                <a:close/>
                <a:moveTo>
                  <a:pt x="195473" y="34893"/>
                </a:moveTo>
                <a:lnTo>
                  <a:pt x="189736" y="34893"/>
                </a:lnTo>
                <a:lnTo>
                  <a:pt x="189736" y="32858"/>
                </a:lnTo>
                <a:lnTo>
                  <a:pt x="191437" y="31190"/>
                </a:lnTo>
                <a:lnTo>
                  <a:pt x="199176" y="31190"/>
                </a:lnTo>
                <a:close/>
                <a:moveTo>
                  <a:pt x="187268" y="33725"/>
                </a:moveTo>
                <a:lnTo>
                  <a:pt x="188535" y="34993"/>
                </a:lnTo>
                <a:lnTo>
                  <a:pt x="186667" y="34993"/>
                </a:lnTo>
                <a:lnTo>
                  <a:pt x="186367" y="35126"/>
                </a:lnTo>
                <a:lnTo>
                  <a:pt x="185133" y="36360"/>
                </a:lnTo>
                <a:lnTo>
                  <a:pt x="185133" y="34559"/>
                </a:lnTo>
                <a:lnTo>
                  <a:pt x="185967" y="33725"/>
                </a:lnTo>
                <a:lnTo>
                  <a:pt x="187268" y="33725"/>
                </a:lnTo>
                <a:close/>
                <a:moveTo>
                  <a:pt x="184332" y="36360"/>
                </a:moveTo>
                <a:lnTo>
                  <a:pt x="183098" y="35126"/>
                </a:lnTo>
                <a:lnTo>
                  <a:pt x="182831" y="34993"/>
                </a:lnTo>
                <a:lnTo>
                  <a:pt x="180930" y="34993"/>
                </a:lnTo>
                <a:lnTo>
                  <a:pt x="182231" y="33725"/>
                </a:lnTo>
                <a:lnTo>
                  <a:pt x="183532" y="33725"/>
                </a:lnTo>
                <a:lnTo>
                  <a:pt x="184332" y="34559"/>
                </a:lnTo>
                <a:close/>
                <a:moveTo>
                  <a:pt x="179729" y="32858"/>
                </a:moveTo>
                <a:lnTo>
                  <a:pt x="179729" y="34893"/>
                </a:lnTo>
                <a:lnTo>
                  <a:pt x="174025" y="34893"/>
                </a:lnTo>
                <a:lnTo>
                  <a:pt x="170289" y="31190"/>
                </a:lnTo>
                <a:lnTo>
                  <a:pt x="178061" y="31190"/>
                </a:lnTo>
                <a:close/>
                <a:moveTo>
                  <a:pt x="164685" y="34893"/>
                </a:moveTo>
                <a:lnTo>
                  <a:pt x="158947" y="34893"/>
                </a:lnTo>
                <a:lnTo>
                  <a:pt x="158947" y="32858"/>
                </a:lnTo>
                <a:lnTo>
                  <a:pt x="160649" y="31190"/>
                </a:lnTo>
                <a:lnTo>
                  <a:pt x="168387" y="31190"/>
                </a:lnTo>
                <a:close/>
                <a:moveTo>
                  <a:pt x="156479" y="33725"/>
                </a:moveTo>
                <a:lnTo>
                  <a:pt x="157746" y="34993"/>
                </a:lnTo>
                <a:lnTo>
                  <a:pt x="155878" y="34993"/>
                </a:lnTo>
                <a:lnTo>
                  <a:pt x="155578" y="35126"/>
                </a:lnTo>
                <a:lnTo>
                  <a:pt x="154344" y="36360"/>
                </a:lnTo>
                <a:lnTo>
                  <a:pt x="154344" y="34559"/>
                </a:lnTo>
                <a:lnTo>
                  <a:pt x="155178" y="33725"/>
                </a:lnTo>
                <a:lnTo>
                  <a:pt x="156479" y="33725"/>
                </a:lnTo>
                <a:close/>
                <a:moveTo>
                  <a:pt x="153543" y="36360"/>
                </a:moveTo>
                <a:lnTo>
                  <a:pt x="152309" y="35126"/>
                </a:lnTo>
                <a:lnTo>
                  <a:pt x="152042" y="34993"/>
                </a:lnTo>
                <a:lnTo>
                  <a:pt x="150141" y="34993"/>
                </a:lnTo>
                <a:lnTo>
                  <a:pt x="151442" y="33725"/>
                </a:lnTo>
                <a:lnTo>
                  <a:pt x="152743" y="33725"/>
                </a:lnTo>
                <a:lnTo>
                  <a:pt x="153543" y="34559"/>
                </a:lnTo>
                <a:close/>
                <a:moveTo>
                  <a:pt x="148940" y="32858"/>
                </a:moveTo>
                <a:lnTo>
                  <a:pt x="148940" y="34893"/>
                </a:lnTo>
                <a:lnTo>
                  <a:pt x="143236" y="34893"/>
                </a:lnTo>
                <a:lnTo>
                  <a:pt x="139500" y="31190"/>
                </a:lnTo>
                <a:lnTo>
                  <a:pt x="147239" y="31190"/>
                </a:lnTo>
                <a:close/>
                <a:moveTo>
                  <a:pt x="133896" y="34893"/>
                </a:moveTo>
                <a:lnTo>
                  <a:pt x="128159" y="34893"/>
                </a:lnTo>
                <a:lnTo>
                  <a:pt x="128159" y="32858"/>
                </a:lnTo>
                <a:lnTo>
                  <a:pt x="129860" y="31190"/>
                </a:lnTo>
                <a:lnTo>
                  <a:pt x="137599" y="31190"/>
                </a:lnTo>
                <a:close/>
                <a:moveTo>
                  <a:pt x="125690" y="33725"/>
                </a:moveTo>
                <a:lnTo>
                  <a:pt x="126958" y="34993"/>
                </a:lnTo>
                <a:lnTo>
                  <a:pt x="125056" y="34993"/>
                </a:lnTo>
                <a:lnTo>
                  <a:pt x="124790" y="35126"/>
                </a:lnTo>
                <a:lnTo>
                  <a:pt x="123555" y="36360"/>
                </a:lnTo>
                <a:lnTo>
                  <a:pt x="123555" y="34559"/>
                </a:lnTo>
                <a:lnTo>
                  <a:pt x="124389" y="33725"/>
                </a:lnTo>
                <a:lnTo>
                  <a:pt x="125690" y="33725"/>
                </a:lnTo>
                <a:close/>
                <a:moveTo>
                  <a:pt x="122755" y="36360"/>
                </a:moveTo>
                <a:lnTo>
                  <a:pt x="121521" y="35126"/>
                </a:lnTo>
                <a:lnTo>
                  <a:pt x="121254" y="34993"/>
                </a:lnTo>
                <a:lnTo>
                  <a:pt x="119352" y="34993"/>
                </a:lnTo>
                <a:lnTo>
                  <a:pt x="120653" y="33725"/>
                </a:lnTo>
                <a:lnTo>
                  <a:pt x="121954" y="33725"/>
                </a:lnTo>
                <a:lnTo>
                  <a:pt x="122755" y="34559"/>
                </a:lnTo>
                <a:lnTo>
                  <a:pt x="122755" y="36360"/>
                </a:lnTo>
                <a:close/>
                <a:moveTo>
                  <a:pt x="118152" y="32858"/>
                </a:moveTo>
                <a:lnTo>
                  <a:pt x="118152" y="34893"/>
                </a:lnTo>
                <a:lnTo>
                  <a:pt x="112447" y="34893"/>
                </a:lnTo>
                <a:lnTo>
                  <a:pt x="108711" y="31190"/>
                </a:lnTo>
                <a:lnTo>
                  <a:pt x="116450" y="31190"/>
                </a:lnTo>
                <a:close/>
                <a:moveTo>
                  <a:pt x="103074" y="34893"/>
                </a:moveTo>
                <a:lnTo>
                  <a:pt x="97370" y="34893"/>
                </a:lnTo>
                <a:lnTo>
                  <a:pt x="97370" y="32858"/>
                </a:lnTo>
                <a:lnTo>
                  <a:pt x="99071" y="31190"/>
                </a:lnTo>
                <a:lnTo>
                  <a:pt x="106810" y="31190"/>
                </a:lnTo>
                <a:close/>
                <a:moveTo>
                  <a:pt x="94868" y="33725"/>
                </a:moveTo>
                <a:lnTo>
                  <a:pt x="96169" y="34993"/>
                </a:lnTo>
                <a:lnTo>
                  <a:pt x="94268" y="34993"/>
                </a:lnTo>
                <a:lnTo>
                  <a:pt x="94001" y="35126"/>
                </a:lnTo>
                <a:lnTo>
                  <a:pt x="92767" y="36360"/>
                </a:lnTo>
                <a:lnTo>
                  <a:pt x="92767" y="34559"/>
                </a:lnTo>
                <a:lnTo>
                  <a:pt x="93567" y="33725"/>
                </a:lnTo>
                <a:lnTo>
                  <a:pt x="94868" y="33725"/>
                </a:lnTo>
                <a:close/>
                <a:moveTo>
                  <a:pt x="91966" y="36360"/>
                </a:moveTo>
                <a:lnTo>
                  <a:pt x="90732" y="35126"/>
                </a:lnTo>
                <a:lnTo>
                  <a:pt x="90465" y="34993"/>
                </a:lnTo>
                <a:lnTo>
                  <a:pt x="88564" y="34993"/>
                </a:lnTo>
                <a:lnTo>
                  <a:pt x="89865" y="33725"/>
                </a:lnTo>
                <a:lnTo>
                  <a:pt x="91166" y="33725"/>
                </a:lnTo>
                <a:lnTo>
                  <a:pt x="91966" y="34559"/>
                </a:lnTo>
                <a:lnTo>
                  <a:pt x="91966" y="36360"/>
                </a:lnTo>
                <a:close/>
                <a:moveTo>
                  <a:pt x="87363" y="32858"/>
                </a:moveTo>
                <a:lnTo>
                  <a:pt x="87363" y="34893"/>
                </a:lnTo>
                <a:lnTo>
                  <a:pt x="81659" y="34893"/>
                </a:lnTo>
                <a:lnTo>
                  <a:pt x="77923" y="31190"/>
                </a:lnTo>
                <a:lnTo>
                  <a:pt x="85662" y="31190"/>
                </a:lnTo>
                <a:close/>
                <a:moveTo>
                  <a:pt x="72285" y="34893"/>
                </a:moveTo>
                <a:lnTo>
                  <a:pt x="66581" y="34893"/>
                </a:lnTo>
                <a:lnTo>
                  <a:pt x="66581" y="32858"/>
                </a:lnTo>
                <a:lnTo>
                  <a:pt x="68249" y="31190"/>
                </a:lnTo>
                <a:lnTo>
                  <a:pt x="76021" y="31190"/>
                </a:lnTo>
                <a:close/>
                <a:moveTo>
                  <a:pt x="64080" y="33725"/>
                </a:moveTo>
                <a:lnTo>
                  <a:pt x="65381" y="34993"/>
                </a:lnTo>
                <a:lnTo>
                  <a:pt x="63479" y="34993"/>
                </a:lnTo>
                <a:lnTo>
                  <a:pt x="63212" y="35126"/>
                </a:lnTo>
                <a:lnTo>
                  <a:pt x="61978" y="36360"/>
                </a:lnTo>
                <a:lnTo>
                  <a:pt x="61978" y="34559"/>
                </a:lnTo>
                <a:lnTo>
                  <a:pt x="62779" y="33725"/>
                </a:lnTo>
                <a:lnTo>
                  <a:pt x="64080" y="33725"/>
                </a:lnTo>
                <a:close/>
                <a:moveTo>
                  <a:pt x="61178" y="36360"/>
                </a:moveTo>
                <a:lnTo>
                  <a:pt x="59943" y="35126"/>
                </a:lnTo>
                <a:lnTo>
                  <a:pt x="59676" y="34993"/>
                </a:lnTo>
                <a:lnTo>
                  <a:pt x="57775" y="34993"/>
                </a:lnTo>
                <a:lnTo>
                  <a:pt x="59043" y="33725"/>
                </a:lnTo>
                <a:lnTo>
                  <a:pt x="60344" y="33725"/>
                </a:lnTo>
                <a:lnTo>
                  <a:pt x="61178" y="34559"/>
                </a:lnTo>
                <a:close/>
                <a:moveTo>
                  <a:pt x="56574" y="32858"/>
                </a:moveTo>
                <a:lnTo>
                  <a:pt x="56574" y="34893"/>
                </a:lnTo>
                <a:lnTo>
                  <a:pt x="50837" y="34893"/>
                </a:lnTo>
                <a:lnTo>
                  <a:pt x="47134" y="31190"/>
                </a:lnTo>
                <a:lnTo>
                  <a:pt x="54873" y="31190"/>
                </a:lnTo>
                <a:close/>
                <a:moveTo>
                  <a:pt x="41497" y="34893"/>
                </a:moveTo>
                <a:lnTo>
                  <a:pt x="35793" y="34893"/>
                </a:lnTo>
                <a:lnTo>
                  <a:pt x="35793" y="32858"/>
                </a:lnTo>
                <a:lnTo>
                  <a:pt x="37461" y="31190"/>
                </a:lnTo>
                <a:lnTo>
                  <a:pt x="45233" y="31190"/>
                </a:lnTo>
                <a:close/>
                <a:moveTo>
                  <a:pt x="33291" y="33725"/>
                </a:moveTo>
                <a:lnTo>
                  <a:pt x="34592" y="34993"/>
                </a:lnTo>
                <a:lnTo>
                  <a:pt x="32691" y="34993"/>
                </a:lnTo>
                <a:lnTo>
                  <a:pt x="32424" y="35126"/>
                </a:lnTo>
                <a:lnTo>
                  <a:pt x="31189" y="36360"/>
                </a:lnTo>
                <a:lnTo>
                  <a:pt x="31189" y="34559"/>
                </a:lnTo>
                <a:lnTo>
                  <a:pt x="31990" y="33725"/>
                </a:lnTo>
                <a:lnTo>
                  <a:pt x="33291" y="33725"/>
                </a:lnTo>
                <a:close/>
                <a:moveTo>
                  <a:pt x="30389" y="57809"/>
                </a:moveTo>
                <a:lnTo>
                  <a:pt x="29555" y="58643"/>
                </a:lnTo>
                <a:lnTo>
                  <a:pt x="28254" y="58643"/>
                </a:lnTo>
                <a:lnTo>
                  <a:pt x="26986" y="57375"/>
                </a:lnTo>
                <a:lnTo>
                  <a:pt x="28854" y="57375"/>
                </a:lnTo>
                <a:lnTo>
                  <a:pt x="29155" y="57242"/>
                </a:lnTo>
                <a:lnTo>
                  <a:pt x="30389" y="56008"/>
                </a:lnTo>
                <a:lnTo>
                  <a:pt x="30389" y="57809"/>
                </a:lnTo>
                <a:close/>
                <a:moveTo>
                  <a:pt x="28521" y="60811"/>
                </a:moveTo>
                <a:lnTo>
                  <a:pt x="28621" y="60511"/>
                </a:lnTo>
                <a:lnTo>
                  <a:pt x="28621" y="59443"/>
                </a:lnTo>
                <a:lnTo>
                  <a:pt x="29889" y="59443"/>
                </a:lnTo>
                <a:lnTo>
                  <a:pt x="30789" y="58543"/>
                </a:lnTo>
                <a:lnTo>
                  <a:pt x="31656" y="59443"/>
                </a:lnTo>
                <a:lnTo>
                  <a:pt x="32924" y="59443"/>
                </a:lnTo>
                <a:lnTo>
                  <a:pt x="32924" y="60511"/>
                </a:lnTo>
                <a:lnTo>
                  <a:pt x="33057" y="60811"/>
                </a:lnTo>
                <a:lnTo>
                  <a:pt x="33825" y="61578"/>
                </a:lnTo>
                <a:lnTo>
                  <a:pt x="33057" y="62346"/>
                </a:lnTo>
                <a:lnTo>
                  <a:pt x="32924" y="62612"/>
                </a:lnTo>
                <a:lnTo>
                  <a:pt x="32924" y="63713"/>
                </a:lnTo>
                <a:lnTo>
                  <a:pt x="31656" y="63713"/>
                </a:lnTo>
                <a:lnTo>
                  <a:pt x="30789" y="64614"/>
                </a:lnTo>
                <a:lnTo>
                  <a:pt x="29889" y="63713"/>
                </a:lnTo>
                <a:lnTo>
                  <a:pt x="28621" y="63713"/>
                </a:lnTo>
                <a:lnTo>
                  <a:pt x="28621" y="62612"/>
                </a:lnTo>
                <a:lnTo>
                  <a:pt x="28521" y="62346"/>
                </a:lnTo>
                <a:lnTo>
                  <a:pt x="27754" y="61578"/>
                </a:lnTo>
                <a:close/>
                <a:moveTo>
                  <a:pt x="28254" y="64514"/>
                </a:moveTo>
                <a:lnTo>
                  <a:pt x="29555" y="64514"/>
                </a:lnTo>
                <a:lnTo>
                  <a:pt x="30389" y="65348"/>
                </a:lnTo>
                <a:lnTo>
                  <a:pt x="30389" y="67149"/>
                </a:lnTo>
                <a:lnTo>
                  <a:pt x="29155" y="65915"/>
                </a:lnTo>
                <a:lnTo>
                  <a:pt x="28854" y="65781"/>
                </a:lnTo>
                <a:lnTo>
                  <a:pt x="26986" y="65781"/>
                </a:lnTo>
                <a:close/>
                <a:moveTo>
                  <a:pt x="31189" y="86796"/>
                </a:moveTo>
                <a:lnTo>
                  <a:pt x="32424" y="88031"/>
                </a:lnTo>
                <a:lnTo>
                  <a:pt x="32691" y="88164"/>
                </a:lnTo>
                <a:lnTo>
                  <a:pt x="34592" y="88164"/>
                </a:lnTo>
                <a:lnTo>
                  <a:pt x="33291" y="89432"/>
                </a:lnTo>
                <a:lnTo>
                  <a:pt x="31990" y="89432"/>
                </a:lnTo>
                <a:lnTo>
                  <a:pt x="31189" y="88631"/>
                </a:lnTo>
                <a:lnTo>
                  <a:pt x="31189" y="86796"/>
                </a:lnTo>
                <a:close/>
                <a:moveTo>
                  <a:pt x="35793" y="90299"/>
                </a:moveTo>
                <a:lnTo>
                  <a:pt x="35793" y="88264"/>
                </a:lnTo>
                <a:lnTo>
                  <a:pt x="41497" y="88264"/>
                </a:lnTo>
                <a:lnTo>
                  <a:pt x="45233" y="91967"/>
                </a:lnTo>
                <a:lnTo>
                  <a:pt x="37461" y="91967"/>
                </a:lnTo>
                <a:close/>
                <a:moveTo>
                  <a:pt x="50837" y="88264"/>
                </a:moveTo>
                <a:lnTo>
                  <a:pt x="56574" y="88264"/>
                </a:lnTo>
                <a:lnTo>
                  <a:pt x="56574" y="90299"/>
                </a:lnTo>
                <a:lnTo>
                  <a:pt x="54873" y="91967"/>
                </a:lnTo>
                <a:lnTo>
                  <a:pt x="47134" y="91967"/>
                </a:lnTo>
                <a:close/>
                <a:moveTo>
                  <a:pt x="59043" y="89432"/>
                </a:moveTo>
                <a:lnTo>
                  <a:pt x="57775" y="88164"/>
                </a:lnTo>
                <a:lnTo>
                  <a:pt x="59676" y="88164"/>
                </a:lnTo>
                <a:lnTo>
                  <a:pt x="59943" y="88031"/>
                </a:lnTo>
                <a:lnTo>
                  <a:pt x="61178" y="86796"/>
                </a:lnTo>
                <a:lnTo>
                  <a:pt x="61178" y="88598"/>
                </a:lnTo>
                <a:lnTo>
                  <a:pt x="60344" y="89432"/>
                </a:lnTo>
                <a:lnTo>
                  <a:pt x="59043" y="89432"/>
                </a:lnTo>
                <a:close/>
                <a:moveTo>
                  <a:pt x="61978" y="86796"/>
                </a:moveTo>
                <a:lnTo>
                  <a:pt x="63212" y="88031"/>
                </a:lnTo>
                <a:lnTo>
                  <a:pt x="63479" y="88164"/>
                </a:lnTo>
                <a:lnTo>
                  <a:pt x="65381" y="88164"/>
                </a:lnTo>
                <a:lnTo>
                  <a:pt x="64080" y="89432"/>
                </a:lnTo>
                <a:lnTo>
                  <a:pt x="62779" y="89432"/>
                </a:lnTo>
                <a:lnTo>
                  <a:pt x="61978" y="88631"/>
                </a:lnTo>
                <a:close/>
                <a:moveTo>
                  <a:pt x="66581" y="90299"/>
                </a:moveTo>
                <a:lnTo>
                  <a:pt x="66581" y="88264"/>
                </a:lnTo>
                <a:lnTo>
                  <a:pt x="72285" y="88264"/>
                </a:lnTo>
                <a:lnTo>
                  <a:pt x="76021" y="91967"/>
                </a:lnTo>
                <a:lnTo>
                  <a:pt x="68249" y="91967"/>
                </a:lnTo>
                <a:close/>
                <a:moveTo>
                  <a:pt x="81659" y="88264"/>
                </a:moveTo>
                <a:lnTo>
                  <a:pt x="87363" y="88264"/>
                </a:lnTo>
                <a:lnTo>
                  <a:pt x="87363" y="90299"/>
                </a:lnTo>
                <a:lnTo>
                  <a:pt x="85662" y="91967"/>
                </a:lnTo>
                <a:lnTo>
                  <a:pt x="77923" y="91967"/>
                </a:lnTo>
                <a:close/>
                <a:moveTo>
                  <a:pt x="89831" y="89432"/>
                </a:moveTo>
                <a:lnTo>
                  <a:pt x="88564" y="88164"/>
                </a:lnTo>
                <a:lnTo>
                  <a:pt x="90465" y="88164"/>
                </a:lnTo>
                <a:lnTo>
                  <a:pt x="90732" y="88031"/>
                </a:lnTo>
                <a:lnTo>
                  <a:pt x="91966" y="86796"/>
                </a:lnTo>
                <a:lnTo>
                  <a:pt x="91966" y="88598"/>
                </a:lnTo>
                <a:lnTo>
                  <a:pt x="91132" y="89432"/>
                </a:lnTo>
                <a:lnTo>
                  <a:pt x="89831" y="89432"/>
                </a:lnTo>
                <a:close/>
                <a:moveTo>
                  <a:pt x="92767" y="86796"/>
                </a:moveTo>
                <a:lnTo>
                  <a:pt x="94001" y="88031"/>
                </a:lnTo>
                <a:lnTo>
                  <a:pt x="94268" y="88164"/>
                </a:lnTo>
                <a:lnTo>
                  <a:pt x="96169" y="88164"/>
                </a:lnTo>
                <a:lnTo>
                  <a:pt x="94868" y="89432"/>
                </a:lnTo>
                <a:lnTo>
                  <a:pt x="93567" y="89432"/>
                </a:lnTo>
                <a:lnTo>
                  <a:pt x="92767" y="88631"/>
                </a:lnTo>
                <a:lnTo>
                  <a:pt x="92767" y="86796"/>
                </a:lnTo>
                <a:close/>
                <a:moveTo>
                  <a:pt x="97370" y="90299"/>
                </a:moveTo>
                <a:lnTo>
                  <a:pt x="97370" y="88264"/>
                </a:lnTo>
                <a:lnTo>
                  <a:pt x="103074" y="88264"/>
                </a:lnTo>
                <a:lnTo>
                  <a:pt x="106810" y="91967"/>
                </a:lnTo>
                <a:lnTo>
                  <a:pt x="99071" y="91967"/>
                </a:lnTo>
                <a:close/>
                <a:moveTo>
                  <a:pt x="112447" y="88264"/>
                </a:moveTo>
                <a:lnTo>
                  <a:pt x="118152" y="88264"/>
                </a:lnTo>
                <a:lnTo>
                  <a:pt x="118152" y="90299"/>
                </a:lnTo>
                <a:lnTo>
                  <a:pt x="116450" y="91967"/>
                </a:lnTo>
                <a:lnTo>
                  <a:pt x="108711" y="91967"/>
                </a:lnTo>
                <a:close/>
                <a:moveTo>
                  <a:pt x="120653" y="89432"/>
                </a:moveTo>
                <a:lnTo>
                  <a:pt x="119352" y="88164"/>
                </a:lnTo>
                <a:lnTo>
                  <a:pt x="121254" y="88164"/>
                </a:lnTo>
                <a:lnTo>
                  <a:pt x="121521" y="88031"/>
                </a:lnTo>
                <a:lnTo>
                  <a:pt x="122755" y="86796"/>
                </a:lnTo>
                <a:lnTo>
                  <a:pt x="122755" y="88598"/>
                </a:lnTo>
                <a:lnTo>
                  <a:pt x="121954" y="89432"/>
                </a:lnTo>
                <a:lnTo>
                  <a:pt x="120653" y="89432"/>
                </a:lnTo>
                <a:close/>
                <a:moveTo>
                  <a:pt x="123555" y="86796"/>
                </a:moveTo>
                <a:lnTo>
                  <a:pt x="124790" y="88031"/>
                </a:lnTo>
                <a:lnTo>
                  <a:pt x="125056" y="88164"/>
                </a:lnTo>
                <a:lnTo>
                  <a:pt x="126958" y="88164"/>
                </a:lnTo>
                <a:lnTo>
                  <a:pt x="125657" y="89432"/>
                </a:lnTo>
                <a:lnTo>
                  <a:pt x="124356" y="89432"/>
                </a:lnTo>
                <a:lnTo>
                  <a:pt x="123555" y="88631"/>
                </a:lnTo>
                <a:lnTo>
                  <a:pt x="123555" y="86796"/>
                </a:lnTo>
                <a:close/>
                <a:moveTo>
                  <a:pt x="128159" y="90299"/>
                </a:moveTo>
                <a:lnTo>
                  <a:pt x="128159" y="88264"/>
                </a:lnTo>
                <a:lnTo>
                  <a:pt x="133863" y="88264"/>
                </a:lnTo>
                <a:lnTo>
                  <a:pt x="137599" y="91967"/>
                </a:lnTo>
                <a:lnTo>
                  <a:pt x="129860" y="91967"/>
                </a:lnTo>
                <a:close/>
                <a:moveTo>
                  <a:pt x="143236" y="88264"/>
                </a:moveTo>
                <a:lnTo>
                  <a:pt x="148940" y="88264"/>
                </a:lnTo>
                <a:lnTo>
                  <a:pt x="148940" y="90299"/>
                </a:lnTo>
                <a:lnTo>
                  <a:pt x="147272" y="91967"/>
                </a:lnTo>
                <a:lnTo>
                  <a:pt x="139500" y="91967"/>
                </a:lnTo>
                <a:close/>
                <a:moveTo>
                  <a:pt x="151442" y="89432"/>
                </a:moveTo>
                <a:lnTo>
                  <a:pt x="150141" y="88164"/>
                </a:lnTo>
                <a:lnTo>
                  <a:pt x="152042" y="88164"/>
                </a:lnTo>
                <a:lnTo>
                  <a:pt x="152309" y="88031"/>
                </a:lnTo>
                <a:lnTo>
                  <a:pt x="153543" y="86796"/>
                </a:lnTo>
                <a:lnTo>
                  <a:pt x="153543" y="88598"/>
                </a:lnTo>
                <a:lnTo>
                  <a:pt x="152743" y="89432"/>
                </a:lnTo>
                <a:lnTo>
                  <a:pt x="151442" y="89432"/>
                </a:lnTo>
                <a:close/>
                <a:moveTo>
                  <a:pt x="154344" y="86796"/>
                </a:moveTo>
                <a:lnTo>
                  <a:pt x="155578" y="88031"/>
                </a:lnTo>
                <a:lnTo>
                  <a:pt x="155845" y="88164"/>
                </a:lnTo>
                <a:lnTo>
                  <a:pt x="157746" y="88164"/>
                </a:lnTo>
                <a:lnTo>
                  <a:pt x="156479" y="89432"/>
                </a:lnTo>
                <a:lnTo>
                  <a:pt x="155178" y="89432"/>
                </a:lnTo>
                <a:lnTo>
                  <a:pt x="154344" y="88631"/>
                </a:lnTo>
                <a:close/>
                <a:moveTo>
                  <a:pt x="158947" y="90299"/>
                </a:moveTo>
                <a:lnTo>
                  <a:pt x="158947" y="88264"/>
                </a:lnTo>
                <a:lnTo>
                  <a:pt x="164685" y="88264"/>
                </a:lnTo>
                <a:lnTo>
                  <a:pt x="168387" y="91967"/>
                </a:lnTo>
                <a:lnTo>
                  <a:pt x="160649" y="91967"/>
                </a:lnTo>
                <a:close/>
                <a:moveTo>
                  <a:pt x="174025" y="88264"/>
                </a:moveTo>
                <a:lnTo>
                  <a:pt x="179729" y="88264"/>
                </a:lnTo>
                <a:lnTo>
                  <a:pt x="179729" y="90299"/>
                </a:lnTo>
                <a:lnTo>
                  <a:pt x="178061" y="91967"/>
                </a:lnTo>
                <a:lnTo>
                  <a:pt x="170289" y="91967"/>
                </a:lnTo>
                <a:close/>
                <a:moveTo>
                  <a:pt x="182231" y="89432"/>
                </a:moveTo>
                <a:lnTo>
                  <a:pt x="180930" y="88164"/>
                </a:lnTo>
                <a:lnTo>
                  <a:pt x="182831" y="88164"/>
                </a:lnTo>
                <a:lnTo>
                  <a:pt x="183098" y="88031"/>
                </a:lnTo>
                <a:lnTo>
                  <a:pt x="184332" y="86796"/>
                </a:lnTo>
                <a:lnTo>
                  <a:pt x="184332" y="88598"/>
                </a:lnTo>
                <a:lnTo>
                  <a:pt x="183532" y="89432"/>
                </a:lnTo>
                <a:lnTo>
                  <a:pt x="182231" y="89432"/>
                </a:lnTo>
                <a:close/>
                <a:moveTo>
                  <a:pt x="185133" y="86796"/>
                </a:moveTo>
                <a:lnTo>
                  <a:pt x="186367" y="88031"/>
                </a:lnTo>
                <a:lnTo>
                  <a:pt x="186667" y="88164"/>
                </a:lnTo>
                <a:lnTo>
                  <a:pt x="188535" y="88164"/>
                </a:lnTo>
                <a:lnTo>
                  <a:pt x="187268" y="89432"/>
                </a:lnTo>
                <a:lnTo>
                  <a:pt x="185967" y="89432"/>
                </a:lnTo>
                <a:lnTo>
                  <a:pt x="185133" y="88631"/>
                </a:lnTo>
                <a:close/>
                <a:moveTo>
                  <a:pt x="189736" y="90299"/>
                </a:moveTo>
                <a:lnTo>
                  <a:pt x="189736" y="88264"/>
                </a:lnTo>
                <a:lnTo>
                  <a:pt x="195473" y="88264"/>
                </a:lnTo>
                <a:lnTo>
                  <a:pt x="199176" y="91967"/>
                </a:lnTo>
                <a:lnTo>
                  <a:pt x="191437" y="91967"/>
                </a:lnTo>
                <a:close/>
                <a:moveTo>
                  <a:pt x="204813" y="88264"/>
                </a:moveTo>
                <a:lnTo>
                  <a:pt x="210518" y="88264"/>
                </a:lnTo>
                <a:lnTo>
                  <a:pt x="210518" y="90299"/>
                </a:lnTo>
                <a:lnTo>
                  <a:pt x="208850" y="91967"/>
                </a:lnTo>
                <a:lnTo>
                  <a:pt x="201077" y="91967"/>
                </a:lnTo>
                <a:close/>
                <a:moveTo>
                  <a:pt x="213019" y="89432"/>
                </a:moveTo>
                <a:lnTo>
                  <a:pt x="211718" y="88164"/>
                </a:lnTo>
                <a:lnTo>
                  <a:pt x="213620" y="88164"/>
                </a:lnTo>
                <a:lnTo>
                  <a:pt x="213887" y="88031"/>
                </a:lnTo>
                <a:lnTo>
                  <a:pt x="215121" y="86796"/>
                </a:lnTo>
                <a:lnTo>
                  <a:pt x="215121" y="88598"/>
                </a:lnTo>
                <a:lnTo>
                  <a:pt x="214320" y="89432"/>
                </a:lnTo>
                <a:lnTo>
                  <a:pt x="213019" y="89432"/>
                </a:lnTo>
                <a:close/>
                <a:moveTo>
                  <a:pt x="215921" y="65348"/>
                </a:moveTo>
                <a:lnTo>
                  <a:pt x="216755" y="64514"/>
                </a:lnTo>
                <a:lnTo>
                  <a:pt x="218056" y="64514"/>
                </a:lnTo>
                <a:lnTo>
                  <a:pt x="219324" y="65815"/>
                </a:lnTo>
                <a:lnTo>
                  <a:pt x="217456" y="65815"/>
                </a:lnTo>
                <a:lnTo>
                  <a:pt x="217156" y="65915"/>
                </a:lnTo>
                <a:lnTo>
                  <a:pt x="215921" y="67149"/>
                </a:lnTo>
                <a:close/>
                <a:moveTo>
                  <a:pt x="217789" y="62346"/>
                </a:moveTo>
                <a:lnTo>
                  <a:pt x="217689" y="62646"/>
                </a:lnTo>
                <a:lnTo>
                  <a:pt x="217689" y="63713"/>
                </a:lnTo>
                <a:lnTo>
                  <a:pt x="216422" y="63713"/>
                </a:lnTo>
                <a:lnTo>
                  <a:pt x="215521" y="64614"/>
                </a:lnTo>
                <a:lnTo>
                  <a:pt x="214654" y="63713"/>
                </a:lnTo>
                <a:lnTo>
                  <a:pt x="213386" y="63713"/>
                </a:lnTo>
                <a:lnTo>
                  <a:pt x="213386" y="62646"/>
                </a:lnTo>
                <a:lnTo>
                  <a:pt x="213286" y="62346"/>
                </a:lnTo>
                <a:lnTo>
                  <a:pt x="212486" y="61578"/>
                </a:lnTo>
                <a:lnTo>
                  <a:pt x="213286" y="60811"/>
                </a:lnTo>
                <a:lnTo>
                  <a:pt x="213386" y="60544"/>
                </a:lnTo>
                <a:lnTo>
                  <a:pt x="213386" y="59443"/>
                </a:lnTo>
                <a:lnTo>
                  <a:pt x="214654" y="59443"/>
                </a:lnTo>
                <a:lnTo>
                  <a:pt x="215521" y="58543"/>
                </a:lnTo>
                <a:lnTo>
                  <a:pt x="216422" y="59443"/>
                </a:lnTo>
                <a:lnTo>
                  <a:pt x="217689" y="59443"/>
                </a:lnTo>
                <a:lnTo>
                  <a:pt x="217689" y="60544"/>
                </a:lnTo>
                <a:lnTo>
                  <a:pt x="217789" y="60811"/>
                </a:lnTo>
                <a:lnTo>
                  <a:pt x="218557" y="61578"/>
                </a:lnTo>
                <a:close/>
                <a:moveTo>
                  <a:pt x="218056" y="58643"/>
                </a:moveTo>
                <a:lnTo>
                  <a:pt x="216755" y="58643"/>
                </a:lnTo>
                <a:lnTo>
                  <a:pt x="215921" y="57809"/>
                </a:lnTo>
                <a:lnTo>
                  <a:pt x="215921" y="56008"/>
                </a:lnTo>
                <a:lnTo>
                  <a:pt x="217156" y="57242"/>
                </a:lnTo>
                <a:lnTo>
                  <a:pt x="217456" y="57375"/>
                </a:lnTo>
                <a:lnTo>
                  <a:pt x="219324" y="57375"/>
                </a:lnTo>
                <a:close/>
                <a:moveTo>
                  <a:pt x="215921" y="34559"/>
                </a:moveTo>
                <a:lnTo>
                  <a:pt x="216755" y="33725"/>
                </a:lnTo>
                <a:lnTo>
                  <a:pt x="218056" y="33725"/>
                </a:lnTo>
                <a:lnTo>
                  <a:pt x="219324" y="34993"/>
                </a:lnTo>
                <a:lnTo>
                  <a:pt x="217456" y="34993"/>
                </a:lnTo>
                <a:lnTo>
                  <a:pt x="217156" y="35126"/>
                </a:lnTo>
                <a:lnTo>
                  <a:pt x="215921" y="36360"/>
                </a:lnTo>
                <a:close/>
                <a:moveTo>
                  <a:pt x="27020" y="31190"/>
                </a:moveTo>
                <a:lnTo>
                  <a:pt x="27854" y="31990"/>
                </a:lnTo>
                <a:lnTo>
                  <a:pt x="27854" y="33291"/>
                </a:lnTo>
                <a:lnTo>
                  <a:pt x="26553" y="34592"/>
                </a:lnTo>
                <a:lnTo>
                  <a:pt x="26553" y="32524"/>
                </a:lnTo>
                <a:lnTo>
                  <a:pt x="25219" y="31190"/>
                </a:lnTo>
                <a:lnTo>
                  <a:pt x="27020" y="31190"/>
                </a:lnTo>
                <a:close/>
                <a:moveTo>
                  <a:pt x="26653" y="35793"/>
                </a:moveTo>
                <a:lnTo>
                  <a:pt x="28721" y="35793"/>
                </a:lnTo>
                <a:lnTo>
                  <a:pt x="30389" y="37494"/>
                </a:lnTo>
                <a:lnTo>
                  <a:pt x="30389" y="45233"/>
                </a:lnTo>
                <a:lnTo>
                  <a:pt x="26653" y="41497"/>
                </a:lnTo>
                <a:lnTo>
                  <a:pt x="26653" y="35793"/>
                </a:lnTo>
                <a:close/>
                <a:moveTo>
                  <a:pt x="30389" y="54874"/>
                </a:moveTo>
                <a:lnTo>
                  <a:pt x="28721" y="56575"/>
                </a:lnTo>
                <a:lnTo>
                  <a:pt x="26653" y="56575"/>
                </a:lnTo>
                <a:lnTo>
                  <a:pt x="26653" y="50871"/>
                </a:lnTo>
                <a:lnTo>
                  <a:pt x="30389" y="47135"/>
                </a:lnTo>
                <a:lnTo>
                  <a:pt x="30389" y="54874"/>
                </a:lnTo>
                <a:close/>
                <a:moveTo>
                  <a:pt x="26553" y="57776"/>
                </a:moveTo>
                <a:lnTo>
                  <a:pt x="27854" y="59077"/>
                </a:lnTo>
                <a:lnTo>
                  <a:pt x="27854" y="60377"/>
                </a:lnTo>
                <a:lnTo>
                  <a:pt x="27020" y="61178"/>
                </a:lnTo>
                <a:lnTo>
                  <a:pt x="25219" y="61178"/>
                </a:lnTo>
                <a:lnTo>
                  <a:pt x="26553" y="59844"/>
                </a:lnTo>
                <a:lnTo>
                  <a:pt x="26553" y="57776"/>
                </a:lnTo>
                <a:close/>
                <a:moveTo>
                  <a:pt x="27020" y="61979"/>
                </a:moveTo>
                <a:lnTo>
                  <a:pt x="27854" y="62813"/>
                </a:lnTo>
                <a:lnTo>
                  <a:pt x="27854" y="64113"/>
                </a:lnTo>
                <a:lnTo>
                  <a:pt x="26553" y="65381"/>
                </a:lnTo>
                <a:lnTo>
                  <a:pt x="26553" y="63346"/>
                </a:lnTo>
                <a:lnTo>
                  <a:pt x="25185" y="61979"/>
                </a:lnTo>
                <a:lnTo>
                  <a:pt x="27020" y="61979"/>
                </a:lnTo>
                <a:close/>
                <a:moveTo>
                  <a:pt x="26653" y="66582"/>
                </a:moveTo>
                <a:lnTo>
                  <a:pt x="28721" y="66582"/>
                </a:lnTo>
                <a:lnTo>
                  <a:pt x="30389" y="68283"/>
                </a:lnTo>
                <a:lnTo>
                  <a:pt x="30389" y="76022"/>
                </a:lnTo>
                <a:lnTo>
                  <a:pt x="26653" y="72286"/>
                </a:lnTo>
                <a:lnTo>
                  <a:pt x="26653" y="66582"/>
                </a:lnTo>
                <a:close/>
                <a:moveTo>
                  <a:pt x="30389" y="85696"/>
                </a:moveTo>
                <a:lnTo>
                  <a:pt x="28721" y="87363"/>
                </a:lnTo>
                <a:lnTo>
                  <a:pt x="26653" y="87363"/>
                </a:lnTo>
                <a:lnTo>
                  <a:pt x="26653" y="81659"/>
                </a:lnTo>
                <a:lnTo>
                  <a:pt x="30389" y="77923"/>
                </a:lnTo>
                <a:lnTo>
                  <a:pt x="30389" y="85696"/>
                </a:lnTo>
                <a:close/>
                <a:moveTo>
                  <a:pt x="26553" y="88564"/>
                </a:moveTo>
                <a:lnTo>
                  <a:pt x="27854" y="89865"/>
                </a:lnTo>
                <a:lnTo>
                  <a:pt x="27854" y="91166"/>
                </a:lnTo>
                <a:lnTo>
                  <a:pt x="27020" y="91967"/>
                </a:lnTo>
                <a:lnTo>
                  <a:pt x="25219" y="91967"/>
                </a:lnTo>
                <a:lnTo>
                  <a:pt x="26553" y="90632"/>
                </a:lnTo>
                <a:lnTo>
                  <a:pt x="26553" y="88564"/>
                </a:lnTo>
                <a:close/>
                <a:moveTo>
                  <a:pt x="219290" y="91967"/>
                </a:moveTo>
                <a:lnTo>
                  <a:pt x="218457" y="91166"/>
                </a:lnTo>
                <a:lnTo>
                  <a:pt x="218457" y="89865"/>
                </a:lnTo>
                <a:lnTo>
                  <a:pt x="219757" y="88564"/>
                </a:lnTo>
                <a:lnTo>
                  <a:pt x="219757" y="90632"/>
                </a:lnTo>
                <a:lnTo>
                  <a:pt x="221092" y="91967"/>
                </a:lnTo>
                <a:lnTo>
                  <a:pt x="219290" y="91967"/>
                </a:lnTo>
                <a:close/>
                <a:moveTo>
                  <a:pt x="219657" y="87363"/>
                </a:moveTo>
                <a:lnTo>
                  <a:pt x="217623" y="87363"/>
                </a:lnTo>
                <a:lnTo>
                  <a:pt x="215921" y="85696"/>
                </a:lnTo>
                <a:lnTo>
                  <a:pt x="215921" y="77923"/>
                </a:lnTo>
                <a:lnTo>
                  <a:pt x="219657" y="81659"/>
                </a:lnTo>
                <a:lnTo>
                  <a:pt x="219657" y="87363"/>
                </a:lnTo>
                <a:close/>
                <a:moveTo>
                  <a:pt x="215921" y="68283"/>
                </a:moveTo>
                <a:lnTo>
                  <a:pt x="217623" y="66582"/>
                </a:lnTo>
                <a:lnTo>
                  <a:pt x="219657" y="66582"/>
                </a:lnTo>
                <a:lnTo>
                  <a:pt x="219657" y="72286"/>
                </a:lnTo>
                <a:lnTo>
                  <a:pt x="215921" y="76022"/>
                </a:lnTo>
                <a:lnTo>
                  <a:pt x="215921" y="68283"/>
                </a:lnTo>
                <a:close/>
                <a:moveTo>
                  <a:pt x="219757" y="65381"/>
                </a:moveTo>
                <a:lnTo>
                  <a:pt x="218457" y="64080"/>
                </a:lnTo>
                <a:lnTo>
                  <a:pt x="218457" y="62779"/>
                </a:lnTo>
                <a:lnTo>
                  <a:pt x="219290" y="61979"/>
                </a:lnTo>
                <a:lnTo>
                  <a:pt x="221092" y="61979"/>
                </a:lnTo>
                <a:lnTo>
                  <a:pt x="219757" y="63313"/>
                </a:lnTo>
                <a:lnTo>
                  <a:pt x="219757" y="65381"/>
                </a:lnTo>
                <a:close/>
                <a:moveTo>
                  <a:pt x="219290" y="61178"/>
                </a:moveTo>
                <a:lnTo>
                  <a:pt x="218457" y="60377"/>
                </a:lnTo>
                <a:lnTo>
                  <a:pt x="218457" y="59077"/>
                </a:lnTo>
                <a:lnTo>
                  <a:pt x="219757" y="57776"/>
                </a:lnTo>
                <a:lnTo>
                  <a:pt x="219757" y="59844"/>
                </a:lnTo>
                <a:lnTo>
                  <a:pt x="221092" y="61178"/>
                </a:lnTo>
                <a:lnTo>
                  <a:pt x="219290" y="61178"/>
                </a:lnTo>
                <a:close/>
                <a:moveTo>
                  <a:pt x="219657" y="56575"/>
                </a:moveTo>
                <a:lnTo>
                  <a:pt x="217623" y="56575"/>
                </a:lnTo>
                <a:lnTo>
                  <a:pt x="215921" y="54874"/>
                </a:lnTo>
                <a:lnTo>
                  <a:pt x="215921" y="47135"/>
                </a:lnTo>
                <a:lnTo>
                  <a:pt x="219657" y="50871"/>
                </a:lnTo>
                <a:lnTo>
                  <a:pt x="219657" y="56575"/>
                </a:lnTo>
                <a:close/>
                <a:moveTo>
                  <a:pt x="215921" y="37494"/>
                </a:moveTo>
                <a:lnTo>
                  <a:pt x="217623" y="35793"/>
                </a:lnTo>
                <a:lnTo>
                  <a:pt x="219657" y="35793"/>
                </a:lnTo>
                <a:lnTo>
                  <a:pt x="219657" y="41497"/>
                </a:lnTo>
                <a:lnTo>
                  <a:pt x="215921" y="45233"/>
                </a:lnTo>
                <a:lnTo>
                  <a:pt x="215921" y="37494"/>
                </a:lnTo>
                <a:close/>
                <a:moveTo>
                  <a:pt x="219757" y="34592"/>
                </a:moveTo>
                <a:lnTo>
                  <a:pt x="218457" y="33291"/>
                </a:lnTo>
                <a:lnTo>
                  <a:pt x="218457" y="31990"/>
                </a:lnTo>
                <a:lnTo>
                  <a:pt x="219290" y="31190"/>
                </a:lnTo>
                <a:lnTo>
                  <a:pt x="221092" y="31190"/>
                </a:lnTo>
                <a:lnTo>
                  <a:pt x="219757" y="32524"/>
                </a:lnTo>
                <a:lnTo>
                  <a:pt x="219757" y="34592"/>
                </a:lnTo>
                <a:close/>
                <a:moveTo>
                  <a:pt x="219290" y="30389"/>
                </a:moveTo>
                <a:lnTo>
                  <a:pt x="218457" y="29555"/>
                </a:lnTo>
                <a:lnTo>
                  <a:pt x="218457" y="28254"/>
                </a:lnTo>
                <a:lnTo>
                  <a:pt x="219757" y="26987"/>
                </a:lnTo>
                <a:lnTo>
                  <a:pt x="219757" y="29022"/>
                </a:lnTo>
                <a:lnTo>
                  <a:pt x="221092" y="30389"/>
                </a:lnTo>
                <a:lnTo>
                  <a:pt x="219290" y="30389"/>
                </a:lnTo>
                <a:close/>
                <a:moveTo>
                  <a:pt x="218056" y="27854"/>
                </a:moveTo>
                <a:lnTo>
                  <a:pt x="216755" y="27854"/>
                </a:lnTo>
                <a:lnTo>
                  <a:pt x="215921" y="27020"/>
                </a:lnTo>
                <a:lnTo>
                  <a:pt x="215921" y="25219"/>
                </a:lnTo>
                <a:lnTo>
                  <a:pt x="217156" y="26453"/>
                </a:lnTo>
                <a:lnTo>
                  <a:pt x="217456" y="26553"/>
                </a:lnTo>
                <a:lnTo>
                  <a:pt x="219324" y="26553"/>
                </a:lnTo>
                <a:close/>
                <a:moveTo>
                  <a:pt x="215121" y="27020"/>
                </a:moveTo>
                <a:lnTo>
                  <a:pt x="214320" y="27854"/>
                </a:lnTo>
                <a:lnTo>
                  <a:pt x="213019" y="27854"/>
                </a:lnTo>
                <a:lnTo>
                  <a:pt x="211718" y="26553"/>
                </a:lnTo>
                <a:lnTo>
                  <a:pt x="213620" y="26553"/>
                </a:lnTo>
                <a:lnTo>
                  <a:pt x="213887" y="26453"/>
                </a:lnTo>
                <a:lnTo>
                  <a:pt x="215121" y="25219"/>
                </a:lnTo>
                <a:close/>
                <a:moveTo>
                  <a:pt x="210518" y="28721"/>
                </a:moveTo>
                <a:lnTo>
                  <a:pt x="208850" y="30389"/>
                </a:lnTo>
                <a:lnTo>
                  <a:pt x="201077" y="30389"/>
                </a:lnTo>
                <a:lnTo>
                  <a:pt x="204813" y="26687"/>
                </a:lnTo>
                <a:lnTo>
                  <a:pt x="210518" y="26687"/>
                </a:lnTo>
                <a:lnTo>
                  <a:pt x="210518" y="28721"/>
                </a:lnTo>
                <a:close/>
                <a:moveTo>
                  <a:pt x="191437" y="30389"/>
                </a:moveTo>
                <a:lnTo>
                  <a:pt x="189736" y="28721"/>
                </a:lnTo>
                <a:lnTo>
                  <a:pt x="189736" y="26687"/>
                </a:lnTo>
                <a:lnTo>
                  <a:pt x="195473" y="26687"/>
                </a:lnTo>
                <a:lnTo>
                  <a:pt x="199176" y="30389"/>
                </a:lnTo>
                <a:lnTo>
                  <a:pt x="191437" y="30389"/>
                </a:lnTo>
                <a:close/>
                <a:moveTo>
                  <a:pt x="187268" y="27854"/>
                </a:moveTo>
                <a:lnTo>
                  <a:pt x="185967" y="27854"/>
                </a:lnTo>
                <a:lnTo>
                  <a:pt x="185133" y="27020"/>
                </a:lnTo>
                <a:lnTo>
                  <a:pt x="185133" y="25219"/>
                </a:lnTo>
                <a:lnTo>
                  <a:pt x="186367" y="26453"/>
                </a:lnTo>
                <a:lnTo>
                  <a:pt x="186667" y="26553"/>
                </a:lnTo>
                <a:lnTo>
                  <a:pt x="188535" y="26553"/>
                </a:lnTo>
                <a:close/>
                <a:moveTo>
                  <a:pt x="184332" y="27020"/>
                </a:moveTo>
                <a:lnTo>
                  <a:pt x="183532" y="27854"/>
                </a:lnTo>
                <a:lnTo>
                  <a:pt x="182231" y="27854"/>
                </a:lnTo>
                <a:lnTo>
                  <a:pt x="180930" y="26553"/>
                </a:lnTo>
                <a:lnTo>
                  <a:pt x="182831" y="26553"/>
                </a:lnTo>
                <a:lnTo>
                  <a:pt x="183098" y="26453"/>
                </a:lnTo>
                <a:lnTo>
                  <a:pt x="184332" y="25219"/>
                </a:lnTo>
                <a:close/>
                <a:moveTo>
                  <a:pt x="179729" y="28721"/>
                </a:moveTo>
                <a:lnTo>
                  <a:pt x="178061" y="30389"/>
                </a:lnTo>
                <a:lnTo>
                  <a:pt x="170289" y="30389"/>
                </a:lnTo>
                <a:lnTo>
                  <a:pt x="174025" y="26687"/>
                </a:lnTo>
                <a:lnTo>
                  <a:pt x="179729" y="26687"/>
                </a:lnTo>
                <a:lnTo>
                  <a:pt x="179729" y="28721"/>
                </a:lnTo>
                <a:close/>
                <a:moveTo>
                  <a:pt x="160649" y="30389"/>
                </a:moveTo>
                <a:lnTo>
                  <a:pt x="158947" y="28721"/>
                </a:lnTo>
                <a:lnTo>
                  <a:pt x="158947" y="26687"/>
                </a:lnTo>
                <a:lnTo>
                  <a:pt x="164685" y="26687"/>
                </a:lnTo>
                <a:lnTo>
                  <a:pt x="168387" y="30389"/>
                </a:lnTo>
                <a:lnTo>
                  <a:pt x="160649" y="30389"/>
                </a:lnTo>
                <a:close/>
                <a:moveTo>
                  <a:pt x="156479" y="27854"/>
                </a:moveTo>
                <a:lnTo>
                  <a:pt x="155178" y="27854"/>
                </a:lnTo>
                <a:lnTo>
                  <a:pt x="154344" y="27020"/>
                </a:lnTo>
                <a:lnTo>
                  <a:pt x="154344" y="25219"/>
                </a:lnTo>
                <a:lnTo>
                  <a:pt x="155578" y="26453"/>
                </a:lnTo>
                <a:lnTo>
                  <a:pt x="155878" y="26553"/>
                </a:lnTo>
                <a:lnTo>
                  <a:pt x="157746" y="26553"/>
                </a:lnTo>
                <a:close/>
                <a:moveTo>
                  <a:pt x="153543" y="27020"/>
                </a:moveTo>
                <a:lnTo>
                  <a:pt x="152743" y="27854"/>
                </a:lnTo>
                <a:lnTo>
                  <a:pt x="151442" y="27854"/>
                </a:lnTo>
                <a:lnTo>
                  <a:pt x="150141" y="26553"/>
                </a:lnTo>
                <a:lnTo>
                  <a:pt x="152042" y="26553"/>
                </a:lnTo>
                <a:lnTo>
                  <a:pt x="152309" y="26453"/>
                </a:lnTo>
                <a:lnTo>
                  <a:pt x="153543" y="25219"/>
                </a:lnTo>
                <a:close/>
                <a:moveTo>
                  <a:pt x="148940" y="28721"/>
                </a:moveTo>
                <a:lnTo>
                  <a:pt x="147272" y="30389"/>
                </a:lnTo>
                <a:lnTo>
                  <a:pt x="139500" y="30389"/>
                </a:lnTo>
                <a:lnTo>
                  <a:pt x="143236" y="26687"/>
                </a:lnTo>
                <a:lnTo>
                  <a:pt x="148940" y="26687"/>
                </a:lnTo>
                <a:lnTo>
                  <a:pt x="148940" y="28721"/>
                </a:lnTo>
                <a:close/>
                <a:moveTo>
                  <a:pt x="129860" y="30389"/>
                </a:moveTo>
                <a:lnTo>
                  <a:pt x="128159" y="28721"/>
                </a:lnTo>
                <a:lnTo>
                  <a:pt x="128159" y="26687"/>
                </a:lnTo>
                <a:lnTo>
                  <a:pt x="133896" y="26687"/>
                </a:lnTo>
                <a:lnTo>
                  <a:pt x="137599" y="30389"/>
                </a:lnTo>
                <a:lnTo>
                  <a:pt x="129860" y="30389"/>
                </a:lnTo>
                <a:close/>
                <a:moveTo>
                  <a:pt x="125690" y="27854"/>
                </a:moveTo>
                <a:lnTo>
                  <a:pt x="124389" y="27854"/>
                </a:lnTo>
                <a:lnTo>
                  <a:pt x="123555" y="27020"/>
                </a:lnTo>
                <a:lnTo>
                  <a:pt x="123555" y="25219"/>
                </a:lnTo>
                <a:lnTo>
                  <a:pt x="124790" y="26453"/>
                </a:lnTo>
                <a:lnTo>
                  <a:pt x="125056" y="26553"/>
                </a:lnTo>
                <a:lnTo>
                  <a:pt x="126958" y="26553"/>
                </a:lnTo>
                <a:close/>
                <a:moveTo>
                  <a:pt x="122755" y="27020"/>
                </a:moveTo>
                <a:lnTo>
                  <a:pt x="121954" y="27854"/>
                </a:lnTo>
                <a:lnTo>
                  <a:pt x="120653" y="27854"/>
                </a:lnTo>
                <a:lnTo>
                  <a:pt x="119352" y="26553"/>
                </a:lnTo>
                <a:lnTo>
                  <a:pt x="121254" y="26553"/>
                </a:lnTo>
                <a:lnTo>
                  <a:pt x="121521" y="26453"/>
                </a:lnTo>
                <a:lnTo>
                  <a:pt x="122755" y="25219"/>
                </a:lnTo>
                <a:lnTo>
                  <a:pt x="122755" y="27020"/>
                </a:lnTo>
                <a:close/>
                <a:moveTo>
                  <a:pt x="118152" y="28721"/>
                </a:moveTo>
                <a:lnTo>
                  <a:pt x="116450" y="30389"/>
                </a:lnTo>
                <a:lnTo>
                  <a:pt x="108711" y="30389"/>
                </a:lnTo>
                <a:lnTo>
                  <a:pt x="112414" y="26687"/>
                </a:lnTo>
                <a:lnTo>
                  <a:pt x="118152" y="26687"/>
                </a:lnTo>
                <a:lnTo>
                  <a:pt x="118152" y="28721"/>
                </a:lnTo>
                <a:close/>
                <a:moveTo>
                  <a:pt x="99071" y="30389"/>
                </a:moveTo>
                <a:lnTo>
                  <a:pt x="97370" y="28721"/>
                </a:lnTo>
                <a:lnTo>
                  <a:pt x="97370" y="26687"/>
                </a:lnTo>
                <a:lnTo>
                  <a:pt x="103074" y="26687"/>
                </a:lnTo>
                <a:lnTo>
                  <a:pt x="106810" y="30389"/>
                </a:lnTo>
                <a:lnTo>
                  <a:pt x="99071" y="30389"/>
                </a:lnTo>
                <a:close/>
                <a:moveTo>
                  <a:pt x="94868" y="27854"/>
                </a:moveTo>
                <a:lnTo>
                  <a:pt x="93567" y="27854"/>
                </a:lnTo>
                <a:lnTo>
                  <a:pt x="92767" y="27020"/>
                </a:lnTo>
                <a:lnTo>
                  <a:pt x="92767" y="25219"/>
                </a:lnTo>
                <a:lnTo>
                  <a:pt x="94001" y="26453"/>
                </a:lnTo>
                <a:lnTo>
                  <a:pt x="94268" y="26587"/>
                </a:lnTo>
                <a:lnTo>
                  <a:pt x="96169" y="26587"/>
                </a:lnTo>
                <a:close/>
                <a:moveTo>
                  <a:pt x="91966" y="27020"/>
                </a:moveTo>
                <a:lnTo>
                  <a:pt x="91166" y="27854"/>
                </a:lnTo>
                <a:lnTo>
                  <a:pt x="89865" y="27854"/>
                </a:lnTo>
                <a:lnTo>
                  <a:pt x="88564" y="26553"/>
                </a:lnTo>
                <a:lnTo>
                  <a:pt x="90465" y="26553"/>
                </a:lnTo>
                <a:lnTo>
                  <a:pt x="90732" y="26453"/>
                </a:lnTo>
                <a:lnTo>
                  <a:pt x="91966" y="25219"/>
                </a:lnTo>
                <a:lnTo>
                  <a:pt x="91966" y="27020"/>
                </a:lnTo>
                <a:close/>
                <a:moveTo>
                  <a:pt x="87363" y="28721"/>
                </a:moveTo>
                <a:lnTo>
                  <a:pt x="85662" y="30389"/>
                </a:lnTo>
                <a:lnTo>
                  <a:pt x="77923" y="30389"/>
                </a:lnTo>
                <a:lnTo>
                  <a:pt x="81625" y="26687"/>
                </a:lnTo>
                <a:lnTo>
                  <a:pt x="87363" y="26687"/>
                </a:lnTo>
                <a:lnTo>
                  <a:pt x="87363" y="28721"/>
                </a:lnTo>
                <a:close/>
                <a:moveTo>
                  <a:pt x="68249" y="30389"/>
                </a:moveTo>
                <a:lnTo>
                  <a:pt x="66581" y="28721"/>
                </a:lnTo>
                <a:lnTo>
                  <a:pt x="66581" y="26687"/>
                </a:lnTo>
                <a:lnTo>
                  <a:pt x="72285" y="26687"/>
                </a:lnTo>
                <a:lnTo>
                  <a:pt x="76021" y="30389"/>
                </a:lnTo>
                <a:lnTo>
                  <a:pt x="68249" y="30389"/>
                </a:lnTo>
                <a:close/>
                <a:moveTo>
                  <a:pt x="64080" y="27854"/>
                </a:moveTo>
                <a:lnTo>
                  <a:pt x="62779" y="27854"/>
                </a:lnTo>
                <a:lnTo>
                  <a:pt x="61978" y="27020"/>
                </a:lnTo>
                <a:lnTo>
                  <a:pt x="61978" y="25219"/>
                </a:lnTo>
                <a:lnTo>
                  <a:pt x="63212" y="26453"/>
                </a:lnTo>
                <a:lnTo>
                  <a:pt x="63479" y="26553"/>
                </a:lnTo>
                <a:lnTo>
                  <a:pt x="65381" y="26553"/>
                </a:lnTo>
                <a:close/>
                <a:moveTo>
                  <a:pt x="61178" y="27020"/>
                </a:moveTo>
                <a:lnTo>
                  <a:pt x="60344" y="27854"/>
                </a:lnTo>
                <a:lnTo>
                  <a:pt x="59043" y="27854"/>
                </a:lnTo>
                <a:lnTo>
                  <a:pt x="57775" y="26553"/>
                </a:lnTo>
                <a:lnTo>
                  <a:pt x="59676" y="26553"/>
                </a:lnTo>
                <a:lnTo>
                  <a:pt x="59943" y="26453"/>
                </a:lnTo>
                <a:lnTo>
                  <a:pt x="61178" y="25219"/>
                </a:lnTo>
                <a:close/>
                <a:moveTo>
                  <a:pt x="56574" y="28721"/>
                </a:moveTo>
                <a:lnTo>
                  <a:pt x="54873" y="30389"/>
                </a:lnTo>
                <a:lnTo>
                  <a:pt x="47134" y="30389"/>
                </a:lnTo>
                <a:lnTo>
                  <a:pt x="50837" y="26687"/>
                </a:lnTo>
                <a:lnTo>
                  <a:pt x="56574" y="26687"/>
                </a:lnTo>
                <a:close/>
                <a:moveTo>
                  <a:pt x="37461" y="30389"/>
                </a:moveTo>
                <a:lnTo>
                  <a:pt x="35793" y="28721"/>
                </a:lnTo>
                <a:lnTo>
                  <a:pt x="35793" y="26687"/>
                </a:lnTo>
                <a:lnTo>
                  <a:pt x="41497" y="26687"/>
                </a:lnTo>
                <a:lnTo>
                  <a:pt x="45233" y="30389"/>
                </a:lnTo>
                <a:lnTo>
                  <a:pt x="37461" y="30389"/>
                </a:lnTo>
                <a:close/>
                <a:moveTo>
                  <a:pt x="33291" y="27854"/>
                </a:moveTo>
                <a:lnTo>
                  <a:pt x="31990" y="27854"/>
                </a:lnTo>
                <a:lnTo>
                  <a:pt x="31189" y="27020"/>
                </a:lnTo>
                <a:lnTo>
                  <a:pt x="31189" y="25219"/>
                </a:lnTo>
                <a:lnTo>
                  <a:pt x="32424" y="26453"/>
                </a:lnTo>
                <a:lnTo>
                  <a:pt x="32691" y="26553"/>
                </a:lnTo>
                <a:lnTo>
                  <a:pt x="34592" y="26553"/>
                </a:lnTo>
                <a:close/>
                <a:moveTo>
                  <a:pt x="30389" y="27020"/>
                </a:moveTo>
                <a:lnTo>
                  <a:pt x="29555" y="27854"/>
                </a:lnTo>
                <a:lnTo>
                  <a:pt x="28254" y="27854"/>
                </a:lnTo>
                <a:lnTo>
                  <a:pt x="26986" y="26553"/>
                </a:lnTo>
                <a:lnTo>
                  <a:pt x="28854" y="26553"/>
                </a:lnTo>
                <a:lnTo>
                  <a:pt x="29155" y="26453"/>
                </a:lnTo>
                <a:lnTo>
                  <a:pt x="30389" y="25219"/>
                </a:lnTo>
                <a:lnTo>
                  <a:pt x="30389" y="27020"/>
                </a:lnTo>
                <a:close/>
                <a:moveTo>
                  <a:pt x="25786" y="28721"/>
                </a:moveTo>
                <a:lnTo>
                  <a:pt x="24084" y="30389"/>
                </a:lnTo>
                <a:lnTo>
                  <a:pt x="16346" y="30389"/>
                </a:lnTo>
                <a:lnTo>
                  <a:pt x="20048" y="26687"/>
                </a:lnTo>
                <a:lnTo>
                  <a:pt x="25752" y="26687"/>
                </a:lnTo>
                <a:lnTo>
                  <a:pt x="25752" y="28721"/>
                </a:lnTo>
                <a:close/>
                <a:moveTo>
                  <a:pt x="24084" y="31190"/>
                </a:moveTo>
                <a:lnTo>
                  <a:pt x="25786" y="32858"/>
                </a:lnTo>
                <a:lnTo>
                  <a:pt x="25786" y="34893"/>
                </a:lnTo>
                <a:lnTo>
                  <a:pt x="20048" y="34893"/>
                </a:lnTo>
                <a:lnTo>
                  <a:pt x="16346" y="31190"/>
                </a:lnTo>
                <a:close/>
                <a:moveTo>
                  <a:pt x="23050" y="45800"/>
                </a:moveTo>
                <a:lnTo>
                  <a:pt x="21182" y="45800"/>
                </a:lnTo>
                <a:lnTo>
                  <a:pt x="19781" y="44366"/>
                </a:lnTo>
                <a:lnTo>
                  <a:pt x="19781" y="42365"/>
                </a:lnTo>
                <a:lnTo>
                  <a:pt x="21082" y="41030"/>
                </a:lnTo>
                <a:lnTo>
                  <a:pt x="21082" y="43832"/>
                </a:lnTo>
                <a:close/>
                <a:moveTo>
                  <a:pt x="18981" y="43132"/>
                </a:moveTo>
                <a:lnTo>
                  <a:pt x="18981" y="44700"/>
                </a:lnTo>
                <a:lnTo>
                  <a:pt x="20082" y="45800"/>
                </a:lnTo>
                <a:lnTo>
                  <a:pt x="16346" y="45800"/>
                </a:lnTo>
                <a:close/>
                <a:moveTo>
                  <a:pt x="15778" y="45233"/>
                </a:moveTo>
                <a:lnTo>
                  <a:pt x="15778" y="41497"/>
                </a:lnTo>
                <a:lnTo>
                  <a:pt x="16879" y="42598"/>
                </a:lnTo>
                <a:lnTo>
                  <a:pt x="17046" y="42598"/>
                </a:lnTo>
                <a:lnTo>
                  <a:pt x="18414" y="42598"/>
                </a:lnTo>
                <a:close/>
                <a:moveTo>
                  <a:pt x="19214" y="41797"/>
                </a:moveTo>
                <a:lnTo>
                  <a:pt x="17213" y="41797"/>
                </a:lnTo>
                <a:lnTo>
                  <a:pt x="15778" y="40363"/>
                </a:lnTo>
                <a:lnTo>
                  <a:pt x="15778" y="38495"/>
                </a:lnTo>
                <a:lnTo>
                  <a:pt x="17747" y="40463"/>
                </a:lnTo>
                <a:lnTo>
                  <a:pt x="17913" y="40463"/>
                </a:lnTo>
                <a:lnTo>
                  <a:pt x="20515" y="40463"/>
                </a:lnTo>
                <a:close/>
                <a:moveTo>
                  <a:pt x="14978" y="45233"/>
                </a:moveTo>
                <a:lnTo>
                  <a:pt x="12343" y="42598"/>
                </a:lnTo>
                <a:lnTo>
                  <a:pt x="13744" y="42598"/>
                </a:lnTo>
                <a:lnTo>
                  <a:pt x="14011" y="42465"/>
                </a:lnTo>
                <a:lnTo>
                  <a:pt x="14978" y="41497"/>
                </a:lnTo>
                <a:close/>
                <a:moveTo>
                  <a:pt x="16346" y="46568"/>
                </a:moveTo>
                <a:lnTo>
                  <a:pt x="20082" y="46568"/>
                </a:lnTo>
                <a:lnTo>
                  <a:pt x="19114" y="47568"/>
                </a:lnTo>
                <a:lnTo>
                  <a:pt x="18981" y="47835"/>
                </a:lnTo>
                <a:lnTo>
                  <a:pt x="18981" y="49203"/>
                </a:lnTo>
                <a:close/>
                <a:moveTo>
                  <a:pt x="18414" y="49770"/>
                </a:moveTo>
                <a:lnTo>
                  <a:pt x="16879" y="49770"/>
                </a:lnTo>
                <a:lnTo>
                  <a:pt x="15778" y="50871"/>
                </a:lnTo>
                <a:lnTo>
                  <a:pt x="15778" y="47135"/>
                </a:lnTo>
                <a:close/>
                <a:moveTo>
                  <a:pt x="24351" y="49903"/>
                </a:moveTo>
                <a:lnTo>
                  <a:pt x="27654" y="46568"/>
                </a:lnTo>
                <a:lnTo>
                  <a:pt x="29822" y="46568"/>
                </a:lnTo>
                <a:lnTo>
                  <a:pt x="25886" y="50537"/>
                </a:lnTo>
                <a:lnTo>
                  <a:pt x="25886" y="56108"/>
                </a:lnTo>
                <a:lnTo>
                  <a:pt x="24351" y="54573"/>
                </a:lnTo>
                <a:lnTo>
                  <a:pt x="24351" y="49903"/>
                </a:lnTo>
                <a:close/>
                <a:moveTo>
                  <a:pt x="25786" y="59510"/>
                </a:moveTo>
                <a:lnTo>
                  <a:pt x="24084" y="61178"/>
                </a:lnTo>
                <a:lnTo>
                  <a:pt x="16346" y="61178"/>
                </a:lnTo>
                <a:lnTo>
                  <a:pt x="20048" y="57475"/>
                </a:lnTo>
                <a:lnTo>
                  <a:pt x="25752" y="57475"/>
                </a:lnTo>
                <a:lnTo>
                  <a:pt x="25752" y="59510"/>
                </a:lnTo>
                <a:close/>
                <a:moveTo>
                  <a:pt x="24084" y="61979"/>
                </a:moveTo>
                <a:lnTo>
                  <a:pt x="25786" y="63646"/>
                </a:lnTo>
                <a:lnTo>
                  <a:pt x="25786" y="65681"/>
                </a:lnTo>
                <a:lnTo>
                  <a:pt x="20048" y="65681"/>
                </a:lnTo>
                <a:lnTo>
                  <a:pt x="16346" y="61979"/>
                </a:lnTo>
                <a:lnTo>
                  <a:pt x="24084" y="61979"/>
                </a:lnTo>
                <a:close/>
                <a:moveTo>
                  <a:pt x="23050" y="76589"/>
                </a:moveTo>
                <a:lnTo>
                  <a:pt x="21182" y="76589"/>
                </a:lnTo>
                <a:lnTo>
                  <a:pt x="19781" y="75155"/>
                </a:lnTo>
                <a:lnTo>
                  <a:pt x="19781" y="73153"/>
                </a:lnTo>
                <a:lnTo>
                  <a:pt x="21082" y="71819"/>
                </a:lnTo>
                <a:lnTo>
                  <a:pt x="21082" y="74621"/>
                </a:lnTo>
                <a:close/>
                <a:moveTo>
                  <a:pt x="18981" y="73920"/>
                </a:moveTo>
                <a:lnTo>
                  <a:pt x="18981" y="75321"/>
                </a:lnTo>
                <a:lnTo>
                  <a:pt x="19114" y="75588"/>
                </a:lnTo>
                <a:lnTo>
                  <a:pt x="20082" y="76589"/>
                </a:lnTo>
                <a:lnTo>
                  <a:pt x="16346" y="76589"/>
                </a:lnTo>
                <a:close/>
                <a:moveTo>
                  <a:pt x="15778" y="76022"/>
                </a:moveTo>
                <a:lnTo>
                  <a:pt x="15778" y="72286"/>
                </a:lnTo>
                <a:lnTo>
                  <a:pt x="16879" y="73387"/>
                </a:lnTo>
                <a:lnTo>
                  <a:pt x="18414" y="73387"/>
                </a:lnTo>
                <a:close/>
                <a:moveTo>
                  <a:pt x="19214" y="72586"/>
                </a:moveTo>
                <a:lnTo>
                  <a:pt x="17213" y="72586"/>
                </a:lnTo>
                <a:lnTo>
                  <a:pt x="15778" y="71152"/>
                </a:lnTo>
                <a:lnTo>
                  <a:pt x="15778" y="69317"/>
                </a:lnTo>
                <a:lnTo>
                  <a:pt x="17747" y="71285"/>
                </a:lnTo>
                <a:lnTo>
                  <a:pt x="20515" y="71285"/>
                </a:lnTo>
                <a:close/>
                <a:moveTo>
                  <a:pt x="14978" y="76022"/>
                </a:moveTo>
                <a:lnTo>
                  <a:pt x="12343" y="73387"/>
                </a:lnTo>
                <a:lnTo>
                  <a:pt x="13744" y="73387"/>
                </a:lnTo>
                <a:lnTo>
                  <a:pt x="14011" y="73253"/>
                </a:lnTo>
                <a:lnTo>
                  <a:pt x="14978" y="72286"/>
                </a:lnTo>
                <a:close/>
                <a:moveTo>
                  <a:pt x="16346" y="77356"/>
                </a:moveTo>
                <a:lnTo>
                  <a:pt x="20082" y="77356"/>
                </a:lnTo>
                <a:lnTo>
                  <a:pt x="18981" y="78457"/>
                </a:lnTo>
                <a:lnTo>
                  <a:pt x="18981" y="80025"/>
                </a:lnTo>
                <a:close/>
                <a:moveTo>
                  <a:pt x="18414" y="80559"/>
                </a:moveTo>
                <a:lnTo>
                  <a:pt x="17046" y="80559"/>
                </a:lnTo>
                <a:lnTo>
                  <a:pt x="16879" y="80559"/>
                </a:lnTo>
                <a:lnTo>
                  <a:pt x="15778" y="81659"/>
                </a:lnTo>
                <a:lnTo>
                  <a:pt x="15778" y="77923"/>
                </a:lnTo>
                <a:close/>
                <a:moveTo>
                  <a:pt x="24351" y="80692"/>
                </a:moveTo>
                <a:lnTo>
                  <a:pt x="27654" y="77356"/>
                </a:lnTo>
                <a:lnTo>
                  <a:pt x="29822" y="77356"/>
                </a:lnTo>
                <a:lnTo>
                  <a:pt x="25886" y="81326"/>
                </a:lnTo>
                <a:lnTo>
                  <a:pt x="25886" y="86896"/>
                </a:lnTo>
                <a:lnTo>
                  <a:pt x="24351" y="85362"/>
                </a:lnTo>
                <a:lnTo>
                  <a:pt x="24351" y="80692"/>
                </a:lnTo>
                <a:close/>
                <a:moveTo>
                  <a:pt x="25786" y="90299"/>
                </a:moveTo>
                <a:lnTo>
                  <a:pt x="24084" y="91967"/>
                </a:lnTo>
                <a:lnTo>
                  <a:pt x="16346" y="91967"/>
                </a:lnTo>
                <a:lnTo>
                  <a:pt x="20048" y="88264"/>
                </a:lnTo>
                <a:lnTo>
                  <a:pt x="25752" y="88264"/>
                </a:lnTo>
                <a:lnTo>
                  <a:pt x="25752" y="90299"/>
                </a:lnTo>
                <a:close/>
                <a:moveTo>
                  <a:pt x="24084" y="92767"/>
                </a:moveTo>
                <a:lnTo>
                  <a:pt x="25786" y="94435"/>
                </a:lnTo>
                <a:lnTo>
                  <a:pt x="25786" y="96470"/>
                </a:lnTo>
                <a:lnTo>
                  <a:pt x="20048" y="96470"/>
                </a:lnTo>
                <a:lnTo>
                  <a:pt x="16346" y="92767"/>
                </a:lnTo>
                <a:close/>
                <a:moveTo>
                  <a:pt x="28254" y="95302"/>
                </a:moveTo>
                <a:lnTo>
                  <a:pt x="29555" y="95302"/>
                </a:lnTo>
                <a:lnTo>
                  <a:pt x="30389" y="96136"/>
                </a:lnTo>
                <a:lnTo>
                  <a:pt x="30389" y="97938"/>
                </a:lnTo>
                <a:lnTo>
                  <a:pt x="29155" y="96703"/>
                </a:lnTo>
                <a:lnTo>
                  <a:pt x="28854" y="96603"/>
                </a:lnTo>
                <a:lnTo>
                  <a:pt x="26986" y="96603"/>
                </a:lnTo>
                <a:close/>
                <a:moveTo>
                  <a:pt x="31189" y="96136"/>
                </a:moveTo>
                <a:lnTo>
                  <a:pt x="31990" y="95302"/>
                </a:lnTo>
                <a:lnTo>
                  <a:pt x="33291" y="95302"/>
                </a:lnTo>
                <a:lnTo>
                  <a:pt x="34592" y="96603"/>
                </a:lnTo>
                <a:lnTo>
                  <a:pt x="32691" y="96603"/>
                </a:lnTo>
                <a:lnTo>
                  <a:pt x="32424" y="96703"/>
                </a:lnTo>
                <a:lnTo>
                  <a:pt x="31156" y="97938"/>
                </a:lnTo>
                <a:lnTo>
                  <a:pt x="31156" y="96136"/>
                </a:lnTo>
                <a:close/>
                <a:moveTo>
                  <a:pt x="35793" y="94435"/>
                </a:moveTo>
                <a:lnTo>
                  <a:pt x="37461" y="92767"/>
                </a:lnTo>
                <a:lnTo>
                  <a:pt x="45233" y="92767"/>
                </a:lnTo>
                <a:lnTo>
                  <a:pt x="41497" y="96470"/>
                </a:lnTo>
                <a:lnTo>
                  <a:pt x="35793" y="96470"/>
                </a:lnTo>
                <a:close/>
                <a:moveTo>
                  <a:pt x="54873" y="92767"/>
                </a:moveTo>
                <a:lnTo>
                  <a:pt x="56574" y="94435"/>
                </a:lnTo>
                <a:lnTo>
                  <a:pt x="56574" y="96470"/>
                </a:lnTo>
                <a:lnTo>
                  <a:pt x="50837" y="96470"/>
                </a:lnTo>
                <a:lnTo>
                  <a:pt x="47134" y="92767"/>
                </a:lnTo>
                <a:close/>
                <a:moveTo>
                  <a:pt x="59043" y="95302"/>
                </a:moveTo>
                <a:lnTo>
                  <a:pt x="60344" y="95302"/>
                </a:lnTo>
                <a:lnTo>
                  <a:pt x="61178" y="96136"/>
                </a:lnTo>
                <a:lnTo>
                  <a:pt x="61178" y="97938"/>
                </a:lnTo>
                <a:lnTo>
                  <a:pt x="59943" y="96703"/>
                </a:lnTo>
                <a:lnTo>
                  <a:pt x="59676" y="96603"/>
                </a:lnTo>
                <a:lnTo>
                  <a:pt x="57775" y="96603"/>
                </a:lnTo>
                <a:close/>
                <a:moveTo>
                  <a:pt x="61978" y="96136"/>
                </a:moveTo>
                <a:lnTo>
                  <a:pt x="62779" y="95302"/>
                </a:lnTo>
                <a:lnTo>
                  <a:pt x="64080" y="95302"/>
                </a:lnTo>
                <a:lnTo>
                  <a:pt x="65381" y="96603"/>
                </a:lnTo>
                <a:lnTo>
                  <a:pt x="63479" y="96603"/>
                </a:lnTo>
                <a:lnTo>
                  <a:pt x="63212" y="96703"/>
                </a:lnTo>
                <a:lnTo>
                  <a:pt x="61978" y="97938"/>
                </a:lnTo>
                <a:close/>
                <a:moveTo>
                  <a:pt x="66581" y="94435"/>
                </a:moveTo>
                <a:lnTo>
                  <a:pt x="68249" y="92767"/>
                </a:lnTo>
                <a:lnTo>
                  <a:pt x="76021" y="92767"/>
                </a:lnTo>
                <a:lnTo>
                  <a:pt x="72285" y="96470"/>
                </a:lnTo>
                <a:lnTo>
                  <a:pt x="66581" y="96470"/>
                </a:lnTo>
                <a:lnTo>
                  <a:pt x="66581" y="94435"/>
                </a:lnTo>
                <a:close/>
                <a:moveTo>
                  <a:pt x="85662" y="92767"/>
                </a:moveTo>
                <a:lnTo>
                  <a:pt x="87363" y="94435"/>
                </a:lnTo>
                <a:lnTo>
                  <a:pt x="87363" y="96470"/>
                </a:lnTo>
                <a:lnTo>
                  <a:pt x="81659" y="96470"/>
                </a:lnTo>
                <a:lnTo>
                  <a:pt x="77923" y="92767"/>
                </a:lnTo>
                <a:close/>
                <a:moveTo>
                  <a:pt x="89831" y="95302"/>
                </a:moveTo>
                <a:lnTo>
                  <a:pt x="91132" y="95302"/>
                </a:lnTo>
                <a:lnTo>
                  <a:pt x="91966" y="96136"/>
                </a:lnTo>
                <a:lnTo>
                  <a:pt x="91966" y="97938"/>
                </a:lnTo>
                <a:lnTo>
                  <a:pt x="90732" y="96703"/>
                </a:lnTo>
                <a:lnTo>
                  <a:pt x="90465" y="96603"/>
                </a:lnTo>
                <a:lnTo>
                  <a:pt x="88564" y="96603"/>
                </a:lnTo>
                <a:close/>
                <a:moveTo>
                  <a:pt x="92767" y="96136"/>
                </a:moveTo>
                <a:lnTo>
                  <a:pt x="93567" y="95302"/>
                </a:lnTo>
                <a:lnTo>
                  <a:pt x="94868" y="95302"/>
                </a:lnTo>
                <a:lnTo>
                  <a:pt x="96169" y="96603"/>
                </a:lnTo>
                <a:lnTo>
                  <a:pt x="94268" y="96603"/>
                </a:lnTo>
                <a:lnTo>
                  <a:pt x="94001" y="96703"/>
                </a:lnTo>
                <a:lnTo>
                  <a:pt x="92767" y="97938"/>
                </a:lnTo>
                <a:lnTo>
                  <a:pt x="92767" y="96136"/>
                </a:lnTo>
                <a:close/>
                <a:moveTo>
                  <a:pt x="97370" y="94435"/>
                </a:moveTo>
                <a:lnTo>
                  <a:pt x="99071" y="92767"/>
                </a:lnTo>
                <a:lnTo>
                  <a:pt x="106810" y="92767"/>
                </a:lnTo>
                <a:lnTo>
                  <a:pt x="103074" y="96470"/>
                </a:lnTo>
                <a:lnTo>
                  <a:pt x="97370" y="96470"/>
                </a:lnTo>
                <a:lnTo>
                  <a:pt x="97370" y="94435"/>
                </a:lnTo>
                <a:close/>
                <a:moveTo>
                  <a:pt x="116450" y="92767"/>
                </a:moveTo>
                <a:lnTo>
                  <a:pt x="118152" y="94435"/>
                </a:lnTo>
                <a:lnTo>
                  <a:pt x="118152" y="96470"/>
                </a:lnTo>
                <a:lnTo>
                  <a:pt x="112447" y="96470"/>
                </a:lnTo>
                <a:lnTo>
                  <a:pt x="108711" y="92767"/>
                </a:lnTo>
                <a:close/>
                <a:moveTo>
                  <a:pt x="120653" y="95302"/>
                </a:moveTo>
                <a:lnTo>
                  <a:pt x="121954" y="95302"/>
                </a:lnTo>
                <a:lnTo>
                  <a:pt x="122755" y="96136"/>
                </a:lnTo>
                <a:lnTo>
                  <a:pt x="122755" y="97938"/>
                </a:lnTo>
                <a:lnTo>
                  <a:pt x="121521" y="96703"/>
                </a:lnTo>
                <a:lnTo>
                  <a:pt x="121254" y="96603"/>
                </a:lnTo>
                <a:lnTo>
                  <a:pt x="119352" y="96603"/>
                </a:lnTo>
                <a:close/>
                <a:moveTo>
                  <a:pt x="123555" y="96136"/>
                </a:moveTo>
                <a:lnTo>
                  <a:pt x="124389" y="95302"/>
                </a:lnTo>
                <a:lnTo>
                  <a:pt x="125657" y="95302"/>
                </a:lnTo>
                <a:lnTo>
                  <a:pt x="126958" y="96603"/>
                </a:lnTo>
                <a:lnTo>
                  <a:pt x="125056" y="96603"/>
                </a:lnTo>
                <a:lnTo>
                  <a:pt x="124790" y="96703"/>
                </a:lnTo>
                <a:lnTo>
                  <a:pt x="123555" y="97938"/>
                </a:lnTo>
                <a:lnTo>
                  <a:pt x="123555" y="96136"/>
                </a:lnTo>
                <a:close/>
                <a:moveTo>
                  <a:pt x="128159" y="94435"/>
                </a:moveTo>
                <a:lnTo>
                  <a:pt x="129860" y="92767"/>
                </a:lnTo>
                <a:lnTo>
                  <a:pt x="137599" y="92767"/>
                </a:lnTo>
                <a:lnTo>
                  <a:pt x="133863" y="96470"/>
                </a:lnTo>
                <a:lnTo>
                  <a:pt x="128159" y="96470"/>
                </a:lnTo>
                <a:lnTo>
                  <a:pt x="128159" y="94435"/>
                </a:lnTo>
                <a:close/>
                <a:moveTo>
                  <a:pt x="147272" y="92767"/>
                </a:moveTo>
                <a:lnTo>
                  <a:pt x="148940" y="94435"/>
                </a:lnTo>
                <a:lnTo>
                  <a:pt x="148940" y="96470"/>
                </a:lnTo>
                <a:lnTo>
                  <a:pt x="143236" y="96470"/>
                </a:lnTo>
                <a:lnTo>
                  <a:pt x="139500" y="92767"/>
                </a:lnTo>
                <a:close/>
                <a:moveTo>
                  <a:pt x="151442" y="95302"/>
                </a:moveTo>
                <a:lnTo>
                  <a:pt x="152743" y="95302"/>
                </a:lnTo>
                <a:lnTo>
                  <a:pt x="153543" y="96136"/>
                </a:lnTo>
                <a:lnTo>
                  <a:pt x="153543" y="97938"/>
                </a:lnTo>
                <a:lnTo>
                  <a:pt x="152309" y="96703"/>
                </a:lnTo>
                <a:lnTo>
                  <a:pt x="152042" y="96603"/>
                </a:lnTo>
                <a:lnTo>
                  <a:pt x="150141" y="96603"/>
                </a:lnTo>
                <a:close/>
                <a:moveTo>
                  <a:pt x="154344" y="96136"/>
                </a:moveTo>
                <a:lnTo>
                  <a:pt x="155178" y="95302"/>
                </a:lnTo>
                <a:lnTo>
                  <a:pt x="156479" y="95302"/>
                </a:lnTo>
                <a:lnTo>
                  <a:pt x="157746" y="96603"/>
                </a:lnTo>
                <a:lnTo>
                  <a:pt x="155845" y="96603"/>
                </a:lnTo>
                <a:lnTo>
                  <a:pt x="155578" y="96703"/>
                </a:lnTo>
                <a:lnTo>
                  <a:pt x="154344" y="97938"/>
                </a:lnTo>
                <a:close/>
                <a:moveTo>
                  <a:pt x="158947" y="94435"/>
                </a:moveTo>
                <a:lnTo>
                  <a:pt x="160649" y="92767"/>
                </a:lnTo>
                <a:lnTo>
                  <a:pt x="168387" y="92767"/>
                </a:lnTo>
                <a:lnTo>
                  <a:pt x="164651" y="96470"/>
                </a:lnTo>
                <a:lnTo>
                  <a:pt x="158947" y="96470"/>
                </a:lnTo>
                <a:lnTo>
                  <a:pt x="158947" y="94435"/>
                </a:lnTo>
                <a:close/>
                <a:moveTo>
                  <a:pt x="178061" y="92767"/>
                </a:moveTo>
                <a:lnTo>
                  <a:pt x="179729" y="94435"/>
                </a:lnTo>
                <a:lnTo>
                  <a:pt x="179729" y="96470"/>
                </a:lnTo>
                <a:lnTo>
                  <a:pt x="174025" y="96470"/>
                </a:lnTo>
                <a:lnTo>
                  <a:pt x="170289" y="92767"/>
                </a:lnTo>
                <a:close/>
                <a:moveTo>
                  <a:pt x="182231" y="95302"/>
                </a:moveTo>
                <a:lnTo>
                  <a:pt x="183532" y="95302"/>
                </a:lnTo>
                <a:lnTo>
                  <a:pt x="184332" y="96136"/>
                </a:lnTo>
                <a:lnTo>
                  <a:pt x="184332" y="97938"/>
                </a:lnTo>
                <a:lnTo>
                  <a:pt x="183098" y="96703"/>
                </a:lnTo>
                <a:lnTo>
                  <a:pt x="182831" y="96603"/>
                </a:lnTo>
                <a:lnTo>
                  <a:pt x="180930" y="96603"/>
                </a:lnTo>
                <a:close/>
                <a:moveTo>
                  <a:pt x="185133" y="96136"/>
                </a:moveTo>
                <a:lnTo>
                  <a:pt x="185967" y="95302"/>
                </a:lnTo>
                <a:lnTo>
                  <a:pt x="187268" y="95302"/>
                </a:lnTo>
                <a:lnTo>
                  <a:pt x="188535" y="96603"/>
                </a:lnTo>
                <a:lnTo>
                  <a:pt x="186667" y="96603"/>
                </a:lnTo>
                <a:lnTo>
                  <a:pt x="186367" y="96703"/>
                </a:lnTo>
                <a:lnTo>
                  <a:pt x="185133" y="97938"/>
                </a:lnTo>
                <a:close/>
                <a:moveTo>
                  <a:pt x="189736" y="94435"/>
                </a:moveTo>
                <a:lnTo>
                  <a:pt x="191437" y="92767"/>
                </a:lnTo>
                <a:lnTo>
                  <a:pt x="199176" y="92767"/>
                </a:lnTo>
                <a:lnTo>
                  <a:pt x="195473" y="96470"/>
                </a:lnTo>
                <a:lnTo>
                  <a:pt x="189736" y="96470"/>
                </a:lnTo>
                <a:lnTo>
                  <a:pt x="189736" y="94435"/>
                </a:lnTo>
                <a:close/>
                <a:moveTo>
                  <a:pt x="208850" y="92767"/>
                </a:moveTo>
                <a:lnTo>
                  <a:pt x="210518" y="94435"/>
                </a:lnTo>
                <a:lnTo>
                  <a:pt x="210518" y="96470"/>
                </a:lnTo>
                <a:lnTo>
                  <a:pt x="204813" y="96470"/>
                </a:lnTo>
                <a:lnTo>
                  <a:pt x="201077" y="92767"/>
                </a:lnTo>
                <a:close/>
                <a:moveTo>
                  <a:pt x="213019" y="95302"/>
                </a:moveTo>
                <a:lnTo>
                  <a:pt x="214320" y="95302"/>
                </a:lnTo>
                <a:lnTo>
                  <a:pt x="215121" y="96136"/>
                </a:lnTo>
                <a:lnTo>
                  <a:pt x="215121" y="97938"/>
                </a:lnTo>
                <a:lnTo>
                  <a:pt x="213887" y="96703"/>
                </a:lnTo>
                <a:lnTo>
                  <a:pt x="213620" y="96603"/>
                </a:lnTo>
                <a:lnTo>
                  <a:pt x="211718" y="96603"/>
                </a:lnTo>
                <a:close/>
                <a:moveTo>
                  <a:pt x="215921" y="96136"/>
                </a:moveTo>
                <a:lnTo>
                  <a:pt x="216755" y="95302"/>
                </a:lnTo>
                <a:lnTo>
                  <a:pt x="218056" y="95302"/>
                </a:lnTo>
                <a:lnTo>
                  <a:pt x="219324" y="96603"/>
                </a:lnTo>
                <a:lnTo>
                  <a:pt x="217456" y="96603"/>
                </a:lnTo>
                <a:lnTo>
                  <a:pt x="217156" y="96703"/>
                </a:lnTo>
                <a:lnTo>
                  <a:pt x="215921" y="97938"/>
                </a:lnTo>
                <a:close/>
                <a:moveTo>
                  <a:pt x="220558" y="94435"/>
                </a:moveTo>
                <a:lnTo>
                  <a:pt x="222226" y="92767"/>
                </a:lnTo>
                <a:lnTo>
                  <a:pt x="229965" y="92767"/>
                </a:lnTo>
                <a:lnTo>
                  <a:pt x="226262" y="96470"/>
                </a:lnTo>
                <a:lnTo>
                  <a:pt x="220525" y="96470"/>
                </a:lnTo>
                <a:lnTo>
                  <a:pt x="220525" y="94435"/>
                </a:lnTo>
                <a:close/>
                <a:moveTo>
                  <a:pt x="222226" y="91967"/>
                </a:moveTo>
                <a:lnTo>
                  <a:pt x="220558" y="90299"/>
                </a:lnTo>
                <a:lnTo>
                  <a:pt x="220558" y="88264"/>
                </a:lnTo>
                <a:lnTo>
                  <a:pt x="226262" y="88264"/>
                </a:lnTo>
                <a:lnTo>
                  <a:pt x="229965" y="91967"/>
                </a:lnTo>
                <a:close/>
                <a:moveTo>
                  <a:pt x="223260" y="77356"/>
                </a:moveTo>
                <a:lnTo>
                  <a:pt x="225128" y="77356"/>
                </a:lnTo>
                <a:lnTo>
                  <a:pt x="226529" y="78791"/>
                </a:lnTo>
                <a:lnTo>
                  <a:pt x="226529" y="80792"/>
                </a:lnTo>
                <a:lnTo>
                  <a:pt x="225228" y="82126"/>
                </a:lnTo>
                <a:lnTo>
                  <a:pt x="225228" y="79324"/>
                </a:lnTo>
                <a:close/>
                <a:moveTo>
                  <a:pt x="227330" y="80025"/>
                </a:moveTo>
                <a:lnTo>
                  <a:pt x="227330" y="78457"/>
                </a:lnTo>
                <a:lnTo>
                  <a:pt x="226229" y="77356"/>
                </a:lnTo>
                <a:lnTo>
                  <a:pt x="229965" y="77356"/>
                </a:lnTo>
                <a:close/>
                <a:moveTo>
                  <a:pt x="230532" y="77923"/>
                </a:moveTo>
                <a:lnTo>
                  <a:pt x="230532" y="81659"/>
                </a:lnTo>
                <a:lnTo>
                  <a:pt x="229431" y="80559"/>
                </a:lnTo>
                <a:lnTo>
                  <a:pt x="229264" y="80559"/>
                </a:lnTo>
                <a:lnTo>
                  <a:pt x="227897" y="80559"/>
                </a:lnTo>
                <a:close/>
                <a:moveTo>
                  <a:pt x="227096" y="81359"/>
                </a:moveTo>
                <a:lnTo>
                  <a:pt x="229097" y="81359"/>
                </a:lnTo>
                <a:lnTo>
                  <a:pt x="230532" y="82794"/>
                </a:lnTo>
                <a:lnTo>
                  <a:pt x="230532" y="84662"/>
                </a:lnTo>
                <a:lnTo>
                  <a:pt x="228564" y="82693"/>
                </a:lnTo>
                <a:lnTo>
                  <a:pt x="228397" y="82693"/>
                </a:lnTo>
                <a:lnTo>
                  <a:pt x="225795" y="82693"/>
                </a:lnTo>
                <a:close/>
                <a:moveTo>
                  <a:pt x="231332" y="77923"/>
                </a:moveTo>
                <a:lnTo>
                  <a:pt x="233968" y="80559"/>
                </a:lnTo>
                <a:lnTo>
                  <a:pt x="232567" y="80559"/>
                </a:lnTo>
                <a:lnTo>
                  <a:pt x="232300" y="80692"/>
                </a:lnTo>
                <a:lnTo>
                  <a:pt x="231332" y="81659"/>
                </a:lnTo>
                <a:lnTo>
                  <a:pt x="231332" y="77923"/>
                </a:lnTo>
                <a:close/>
                <a:moveTo>
                  <a:pt x="229965" y="76589"/>
                </a:moveTo>
                <a:lnTo>
                  <a:pt x="226229" y="76589"/>
                </a:lnTo>
                <a:lnTo>
                  <a:pt x="227229" y="75588"/>
                </a:lnTo>
                <a:lnTo>
                  <a:pt x="227330" y="75321"/>
                </a:lnTo>
                <a:lnTo>
                  <a:pt x="227330" y="73920"/>
                </a:lnTo>
                <a:close/>
                <a:moveTo>
                  <a:pt x="227897" y="73387"/>
                </a:moveTo>
                <a:lnTo>
                  <a:pt x="229431" y="73387"/>
                </a:lnTo>
                <a:lnTo>
                  <a:pt x="230532" y="72286"/>
                </a:lnTo>
                <a:lnTo>
                  <a:pt x="230532" y="76022"/>
                </a:lnTo>
                <a:close/>
                <a:moveTo>
                  <a:pt x="221959" y="73253"/>
                </a:moveTo>
                <a:lnTo>
                  <a:pt x="218657" y="76589"/>
                </a:lnTo>
                <a:lnTo>
                  <a:pt x="216488" y="76589"/>
                </a:lnTo>
                <a:lnTo>
                  <a:pt x="220425" y="72620"/>
                </a:lnTo>
                <a:lnTo>
                  <a:pt x="220425" y="67049"/>
                </a:lnTo>
                <a:lnTo>
                  <a:pt x="221959" y="68583"/>
                </a:lnTo>
                <a:lnTo>
                  <a:pt x="221959" y="73253"/>
                </a:lnTo>
                <a:close/>
                <a:moveTo>
                  <a:pt x="220558" y="63646"/>
                </a:moveTo>
                <a:lnTo>
                  <a:pt x="222226" y="61979"/>
                </a:lnTo>
                <a:lnTo>
                  <a:pt x="229965" y="61979"/>
                </a:lnTo>
                <a:lnTo>
                  <a:pt x="226262" y="65681"/>
                </a:lnTo>
                <a:lnTo>
                  <a:pt x="220525" y="65681"/>
                </a:lnTo>
                <a:lnTo>
                  <a:pt x="220525" y="63646"/>
                </a:lnTo>
                <a:close/>
                <a:moveTo>
                  <a:pt x="222226" y="61178"/>
                </a:moveTo>
                <a:lnTo>
                  <a:pt x="220558" y="59510"/>
                </a:lnTo>
                <a:lnTo>
                  <a:pt x="220558" y="57475"/>
                </a:lnTo>
                <a:lnTo>
                  <a:pt x="226262" y="57475"/>
                </a:lnTo>
                <a:lnTo>
                  <a:pt x="229965" y="61178"/>
                </a:lnTo>
                <a:close/>
                <a:moveTo>
                  <a:pt x="223260" y="46568"/>
                </a:moveTo>
                <a:lnTo>
                  <a:pt x="225128" y="46568"/>
                </a:lnTo>
                <a:lnTo>
                  <a:pt x="226529" y="48002"/>
                </a:lnTo>
                <a:lnTo>
                  <a:pt x="226529" y="50003"/>
                </a:lnTo>
                <a:lnTo>
                  <a:pt x="225228" y="51338"/>
                </a:lnTo>
                <a:lnTo>
                  <a:pt x="225228" y="48536"/>
                </a:lnTo>
                <a:close/>
                <a:moveTo>
                  <a:pt x="227330" y="49236"/>
                </a:moveTo>
                <a:lnTo>
                  <a:pt x="227330" y="47835"/>
                </a:lnTo>
                <a:lnTo>
                  <a:pt x="227229" y="47568"/>
                </a:lnTo>
                <a:lnTo>
                  <a:pt x="226229" y="46568"/>
                </a:lnTo>
                <a:lnTo>
                  <a:pt x="229965" y="46568"/>
                </a:lnTo>
                <a:close/>
                <a:moveTo>
                  <a:pt x="230532" y="47135"/>
                </a:moveTo>
                <a:lnTo>
                  <a:pt x="230532" y="50871"/>
                </a:lnTo>
                <a:lnTo>
                  <a:pt x="229431" y="49770"/>
                </a:lnTo>
                <a:lnTo>
                  <a:pt x="227897" y="49770"/>
                </a:lnTo>
                <a:close/>
                <a:moveTo>
                  <a:pt x="227096" y="50570"/>
                </a:moveTo>
                <a:lnTo>
                  <a:pt x="229097" y="50570"/>
                </a:lnTo>
                <a:lnTo>
                  <a:pt x="230532" y="52005"/>
                </a:lnTo>
                <a:lnTo>
                  <a:pt x="230532" y="53873"/>
                </a:lnTo>
                <a:lnTo>
                  <a:pt x="228564" y="51905"/>
                </a:lnTo>
                <a:lnTo>
                  <a:pt x="225762" y="51905"/>
                </a:lnTo>
                <a:close/>
                <a:moveTo>
                  <a:pt x="231332" y="47135"/>
                </a:moveTo>
                <a:lnTo>
                  <a:pt x="233968" y="49770"/>
                </a:lnTo>
                <a:lnTo>
                  <a:pt x="232567" y="49770"/>
                </a:lnTo>
                <a:lnTo>
                  <a:pt x="232300" y="49903"/>
                </a:lnTo>
                <a:lnTo>
                  <a:pt x="231332" y="50871"/>
                </a:lnTo>
                <a:lnTo>
                  <a:pt x="231332" y="47135"/>
                </a:lnTo>
                <a:close/>
                <a:moveTo>
                  <a:pt x="229965" y="45800"/>
                </a:moveTo>
                <a:lnTo>
                  <a:pt x="226229" y="45800"/>
                </a:lnTo>
                <a:lnTo>
                  <a:pt x="227330" y="44700"/>
                </a:lnTo>
                <a:lnTo>
                  <a:pt x="227330" y="43132"/>
                </a:lnTo>
                <a:close/>
                <a:moveTo>
                  <a:pt x="227897" y="42598"/>
                </a:moveTo>
                <a:lnTo>
                  <a:pt x="229264" y="42598"/>
                </a:lnTo>
                <a:lnTo>
                  <a:pt x="229431" y="42598"/>
                </a:lnTo>
                <a:lnTo>
                  <a:pt x="230532" y="41497"/>
                </a:lnTo>
                <a:lnTo>
                  <a:pt x="230532" y="45233"/>
                </a:lnTo>
                <a:close/>
                <a:moveTo>
                  <a:pt x="221959" y="42465"/>
                </a:moveTo>
                <a:lnTo>
                  <a:pt x="218657" y="45800"/>
                </a:lnTo>
                <a:lnTo>
                  <a:pt x="216488" y="45800"/>
                </a:lnTo>
                <a:lnTo>
                  <a:pt x="220425" y="41831"/>
                </a:lnTo>
                <a:lnTo>
                  <a:pt x="220425" y="36260"/>
                </a:lnTo>
                <a:lnTo>
                  <a:pt x="221959" y="37795"/>
                </a:lnTo>
                <a:lnTo>
                  <a:pt x="221959" y="42465"/>
                </a:lnTo>
                <a:close/>
                <a:moveTo>
                  <a:pt x="220558" y="32858"/>
                </a:moveTo>
                <a:lnTo>
                  <a:pt x="222226" y="31190"/>
                </a:lnTo>
                <a:lnTo>
                  <a:pt x="229965" y="31190"/>
                </a:lnTo>
                <a:lnTo>
                  <a:pt x="226262" y="34893"/>
                </a:lnTo>
                <a:lnTo>
                  <a:pt x="220525" y="34893"/>
                </a:lnTo>
                <a:lnTo>
                  <a:pt x="220525" y="32858"/>
                </a:lnTo>
                <a:close/>
                <a:moveTo>
                  <a:pt x="222226" y="30389"/>
                </a:moveTo>
                <a:lnTo>
                  <a:pt x="220558" y="28721"/>
                </a:lnTo>
                <a:lnTo>
                  <a:pt x="220558" y="26687"/>
                </a:lnTo>
                <a:lnTo>
                  <a:pt x="226262" y="26687"/>
                </a:lnTo>
                <a:lnTo>
                  <a:pt x="229965" y="30389"/>
                </a:lnTo>
                <a:lnTo>
                  <a:pt x="222226" y="30389"/>
                </a:lnTo>
                <a:close/>
                <a:moveTo>
                  <a:pt x="219657" y="25786"/>
                </a:moveTo>
                <a:lnTo>
                  <a:pt x="217623" y="25786"/>
                </a:lnTo>
                <a:lnTo>
                  <a:pt x="215921" y="24085"/>
                </a:lnTo>
                <a:lnTo>
                  <a:pt x="215921" y="16346"/>
                </a:lnTo>
                <a:lnTo>
                  <a:pt x="219657" y="20049"/>
                </a:lnTo>
                <a:lnTo>
                  <a:pt x="219657" y="25786"/>
                </a:lnTo>
                <a:close/>
                <a:moveTo>
                  <a:pt x="215121" y="24085"/>
                </a:moveTo>
                <a:lnTo>
                  <a:pt x="213453" y="25786"/>
                </a:lnTo>
                <a:lnTo>
                  <a:pt x="211418" y="25786"/>
                </a:lnTo>
                <a:lnTo>
                  <a:pt x="211418" y="20049"/>
                </a:lnTo>
                <a:lnTo>
                  <a:pt x="215121" y="16346"/>
                </a:lnTo>
                <a:lnTo>
                  <a:pt x="215121" y="24085"/>
                </a:lnTo>
                <a:close/>
                <a:moveTo>
                  <a:pt x="202679" y="21083"/>
                </a:moveTo>
                <a:lnTo>
                  <a:pt x="202512" y="21083"/>
                </a:lnTo>
                <a:lnTo>
                  <a:pt x="200544" y="23051"/>
                </a:lnTo>
                <a:lnTo>
                  <a:pt x="200544" y="21216"/>
                </a:lnTo>
                <a:lnTo>
                  <a:pt x="201945" y="19782"/>
                </a:lnTo>
                <a:lnTo>
                  <a:pt x="203979" y="19782"/>
                </a:lnTo>
                <a:lnTo>
                  <a:pt x="205280" y="21083"/>
                </a:lnTo>
                <a:close/>
                <a:moveTo>
                  <a:pt x="203746" y="18447"/>
                </a:moveTo>
                <a:lnTo>
                  <a:pt x="201077" y="15779"/>
                </a:lnTo>
                <a:lnTo>
                  <a:pt x="204847" y="15779"/>
                </a:lnTo>
                <a:lnTo>
                  <a:pt x="203746" y="16880"/>
                </a:lnTo>
                <a:lnTo>
                  <a:pt x="203746" y="18447"/>
                </a:lnTo>
                <a:close/>
                <a:moveTo>
                  <a:pt x="200544" y="14445"/>
                </a:moveTo>
                <a:lnTo>
                  <a:pt x="200544" y="10709"/>
                </a:lnTo>
                <a:lnTo>
                  <a:pt x="201644" y="11776"/>
                </a:lnTo>
                <a:lnTo>
                  <a:pt x="203179" y="11776"/>
                </a:lnTo>
                <a:close/>
                <a:moveTo>
                  <a:pt x="199743" y="14445"/>
                </a:moveTo>
                <a:lnTo>
                  <a:pt x="197108" y="11776"/>
                </a:lnTo>
                <a:lnTo>
                  <a:pt x="198476" y="11776"/>
                </a:lnTo>
                <a:lnTo>
                  <a:pt x="198776" y="11676"/>
                </a:lnTo>
                <a:lnTo>
                  <a:pt x="199743" y="10709"/>
                </a:lnTo>
                <a:lnTo>
                  <a:pt x="199743" y="14445"/>
                </a:lnTo>
                <a:close/>
                <a:moveTo>
                  <a:pt x="199176" y="15779"/>
                </a:moveTo>
                <a:lnTo>
                  <a:pt x="196541" y="18414"/>
                </a:lnTo>
                <a:lnTo>
                  <a:pt x="196541" y="16880"/>
                </a:lnTo>
                <a:lnTo>
                  <a:pt x="195440" y="15779"/>
                </a:lnTo>
                <a:close/>
                <a:moveTo>
                  <a:pt x="199743" y="16346"/>
                </a:moveTo>
                <a:lnTo>
                  <a:pt x="199743" y="20082"/>
                </a:lnTo>
                <a:lnTo>
                  <a:pt x="198776" y="19115"/>
                </a:lnTo>
                <a:lnTo>
                  <a:pt x="198476" y="18981"/>
                </a:lnTo>
                <a:lnTo>
                  <a:pt x="197108" y="18981"/>
                </a:lnTo>
                <a:close/>
                <a:moveTo>
                  <a:pt x="188869" y="25786"/>
                </a:moveTo>
                <a:lnTo>
                  <a:pt x="186801" y="25786"/>
                </a:lnTo>
                <a:lnTo>
                  <a:pt x="185133" y="24085"/>
                </a:lnTo>
                <a:lnTo>
                  <a:pt x="185133" y="16346"/>
                </a:lnTo>
                <a:lnTo>
                  <a:pt x="188869" y="20049"/>
                </a:lnTo>
                <a:lnTo>
                  <a:pt x="188869" y="25786"/>
                </a:lnTo>
                <a:close/>
                <a:moveTo>
                  <a:pt x="184332" y="24085"/>
                </a:moveTo>
                <a:lnTo>
                  <a:pt x="182664" y="25786"/>
                </a:lnTo>
                <a:lnTo>
                  <a:pt x="180629" y="25786"/>
                </a:lnTo>
                <a:lnTo>
                  <a:pt x="180629" y="20049"/>
                </a:lnTo>
                <a:lnTo>
                  <a:pt x="184332" y="16346"/>
                </a:lnTo>
                <a:lnTo>
                  <a:pt x="184332" y="24085"/>
                </a:lnTo>
                <a:close/>
                <a:moveTo>
                  <a:pt x="171723" y="21083"/>
                </a:moveTo>
                <a:lnTo>
                  <a:pt x="169755" y="23051"/>
                </a:lnTo>
                <a:lnTo>
                  <a:pt x="169755" y="21216"/>
                </a:lnTo>
                <a:lnTo>
                  <a:pt x="171156" y="19782"/>
                </a:lnTo>
                <a:lnTo>
                  <a:pt x="173157" y="19782"/>
                </a:lnTo>
                <a:lnTo>
                  <a:pt x="174492" y="21083"/>
                </a:lnTo>
                <a:close/>
                <a:moveTo>
                  <a:pt x="172957" y="18447"/>
                </a:moveTo>
                <a:lnTo>
                  <a:pt x="170289" y="15779"/>
                </a:lnTo>
                <a:lnTo>
                  <a:pt x="174025" y="15779"/>
                </a:lnTo>
                <a:lnTo>
                  <a:pt x="172957" y="16880"/>
                </a:lnTo>
                <a:lnTo>
                  <a:pt x="172957" y="18447"/>
                </a:lnTo>
                <a:close/>
                <a:moveTo>
                  <a:pt x="169755" y="14445"/>
                </a:moveTo>
                <a:lnTo>
                  <a:pt x="169755" y="10709"/>
                </a:lnTo>
                <a:lnTo>
                  <a:pt x="170722" y="11676"/>
                </a:lnTo>
                <a:lnTo>
                  <a:pt x="170989" y="11809"/>
                </a:lnTo>
                <a:lnTo>
                  <a:pt x="172390" y="11809"/>
                </a:lnTo>
                <a:close/>
                <a:moveTo>
                  <a:pt x="168954" y="14445"/>
                </a:moveTo>
                <a:lnTo>
                  <a:pt x="166319" y="11776"/>
                </a:lnTo>
                <a:lnTo>
                  <a:pt x="167854" y="11776"/>
                </a:lnTo>
                <a:lnTo>
                  <a:pt x="168954" y="10709"/>
                </a:lnTo>
                <a:close/>
                <a:moveTo>
                  <a:pt x="168387" y="15779"/>
                </a:moveTo>
                <a:lnTo>
                  <a:pt x="165752" y="18414"/>
                </a:lnTo>
                <a:lnTo>
                  <a:pt x="165752" y="16880"/>
                </a:lnTo>
                <a:lnTo>
                  <a:pt x="164651" y="15779"/>
                </a:lnTo>
                <a:close/>
                <a:moveTo>
                  <a:pt x="165519" y="19782"/>
                </a:moveTo>
                <a:lnTo>
                  <a:pt x="167520" y="19782"/>
                </a:lnTo>
                <a:lnTo>
                  <a:pt x="168954" y="21216"/>
                </a:lnTo>
                <a:lnTo>
                  <a:pt x="168954" y="23051"/>
                </a:lnTo>
                <a:lnTo>
                  <a:pt x="166986" y="21083"/>
                </a:lnTo>
                <a:lnTo>
                  <a:pt x="166820" y="21083"/>
                </a:lnTo>
                <a:lnTo>
                  <a:pt x="164218" y="21083"/>
                </a:lnTo>
                <a:close/>
                <a:moveTo>
                  <a:pt x="163417" y="21883"/>
                </a:moveTo>
                <a:lnTo>
                  <a:pt x="166653" y="21883"/>
                </a:lnTo>
                <a:lnTo>
                  <a:pt x="168954" y="24185"/>
                </a:lnTo>
                <a:lnTo>
                  <a:pt x="168954" y="26553"/>
                </a:lnTo>
                <a:lnTo>
                  <a:pt x="165952" y="23551"/>
                </a:lnTo>
                <a:lnTo>
                  <a:pt x="165786" y="23551"/>
                </a:lnTo>
                <a:lnTo>
                  <a:pt x="161716" y="23551"/>
                </a:lnTo>
                <a:close/>
                <a:moveTo>
                  <a:pt x="160949" y="24352"/>
                </a:moveTo>
                <a:lnTo>
                  <a:pt x="165619" y="24352"/>
                </a:lnTo>
                <a:lnTo>
                  <a:pt x="168954" y="27654"/>
                </a:lnTo>
                <a:lnTo>
                  <a:pt x="168954" y="29822"/>
                </a:lnTo>
                <a:lnTo>
                  <a:pt x="164985" y="25886"/>
                </a:lnTo>
                <a:lnTo>
                  <a:pt x="164852" y="25886"/>
                </a:lnTo>
                <a:lnTo>
                  <a:pt x="159414" y="25886"/>
                </a:lnTo>
                <a:close/>
                <a:moveTo>
                  <a:pt x="158047" y="25786"/>
                </a:moveTo>
                <a:lnTo>
                  <a:pt x="156012" y="25786"/>
                </a:lnTo>
                <a:lnTo>
                  <a:pt x="154344" y="24085"/>
                </a:lnTo>
                <a:lnTo>
                  <a:pt x="154344" y="16346"/>
                </a:lnTo>
                <a:lnTo>
                  <a:pt x="158047" y="20049"/>
                </a:lnTo>
                <a:lnTo>
                  <a:pt x="158047" y="25786"/>
                </a:lnTo>
                <a:close/>
                <a:moveTo>
                  <a:pt x="153543" y="24085"/>
                </a:moveTo>
                <a:lnTo>
                  <a:pt x="151876" y="25786"/>
                </a:lnTo>
                <a:lnTo>
                  <a:pt x="149841" y="25786"/>
                </a:lnTo>
                <a:lnTo>
                  <a:pt x="149841" y="20049"/>
                </a:lnTo>
                <a:lnTo>
                  <a:pt x="153543" y="16346"/>
                </a:lnTo>
                <a:lnTo>
                  <a:pt x="153543" y="24085"/>
                </a:lnTo>
                <a:close/>
                <a:moveTo>
                  <a:pt x="141068" y="21083"/>
                </a:moveTo>
                <a:lnTo>
                  <a:pt x="140901" y="21083"/>
                </a:lnTo>
                <a:lnTo>
                  <a:pt x="138933" y="23051"/>
                </a:lnTo>
                <a:lnTo>
                  <a:pt x="138933" y="21216"/>
                </a:lnTo>
                <a:lnTo>
                  <a:pt x="140367" y="19782"/>
                </a:lnTo>
                <a:lnTo>
                  <a:pt x="142369" y="19782"/>
                </a:lnTo>
                <a:lnTo>
                  <a:pt x="143703" y="21083"/>
                </a:lnTo>
                <a:close/>
                <a:moveTo>
                  <a:pt x="142135" y="18447"/>
                </a:moveTo>
                <a:lnTo>
                  <a:pt x="139500" y="15779"/>
                </a:lnTo>
                <a:lnTo>
                  <a:pt x="143236" y="15779"/>
                </a:lnTo>
                <a:lnTo>
                  <a:pt x="142135" y="16880"/>
                </a:lnTo>
                <a:lnTo>
                  <a:pt x="142135" y="18447"/>
                </a:lnTo>
                <a:close/>
                <a:moveTo>
                  <a:pt x="138933" y="14445"/>
                </a:moveTo>
                <a:lnTo>
                  <a:pt x="138933" y="10709"/>
                </a:lnTo>
                <a:lnTo>
                  <a:pt x="140034" y="11776"/>
                </a:lnTo>
                <a:lnTo>
                  <a:pt x="141602" y="11776"/>
                </a:lnTo>
                <a:close/>
                <a:moveTo>
                  <a:pt x="138166" y="14445"/>
                </a:moveTo>
                <a:lnTo>
                  <a:pt x="135531" y="11776"/>
                </a:lnTo>
                <a:lnTo>
                  <a:pt x="136898" y="11776"/>
                </a:lnTo>
                <a:lnTo>
                  <a:pt x="137165" y="11676"/>
                </a:lnTo>
                <a:lnTo>
                  <a:pt x="138166" y="10709"/>
                </a:lnTo>
                <a:lnTo>
                  <a:pt x="138166" y="14445"/>
                </a:lnTo>
                <a:close/>
                <a:moveTo>
                  <a:pt x="137599" y="15779"/>
                </a:moveTo>
                <a:lnTo>
                  <a:pt x="134964" y="18414"/>
                </a:lnTo>
                <a:lnTo>
                  <a:pt x="134964" y="16880"/>
                </a:lnTo>
                <a:lnTo>
                  <a:pt x="133863" y="15779"/>
                </a:lnTo>
                <a:close/>
                <a:moveTo>
                  <a:pt x="138166" y="16346"/>
                </a:moveTo>
                <a:lnTo>
                  <a:pt x="138166" y="20082"/>
                </a:lnTo>
                <a:lnTo>
                  <a:pt x="137165" y="19115"/>
                </a:lnTo>
                <a:lnTo>
                  <a:pt x="136898" y="18981"/>
                </a:lnTo>
                <a:lnTo>
                  <a:pt x="135531" y="18981"/>
                </a:lnTo>
                <a:close/>
                <a:moveTo>
                  <a:pt x="127258" y="25786"/>
                </a:moveTo>
                <a:lnTo>
                  <a:pt x="125223" y="25786"/>
                </a:lnTo>
                <a:lnTo>
                  <a:pt x="123555" y="24085"/>
                </a:lnTo>
                <a:lnTo>
                  <a:pt x="123555" y="16346"/>
                </a:lnTo>
                <a:lnTo>
                  <a:pt x="127258" y="20049"/>
                </a:lnTo>
                <a:close/>
                <a:moveTo>
                  <a:pt x="122755" y="24085"/>
                </a:moveTo>
                <a:lnTo>
                  <a:pt x="121087" y="25786"/>
                </a:lnTo>
                <a:lnTo>
                  <a:pt x="119052" y="25786"/>
                </a:lnTo>
                <a:lnTo>
                  <a:pt x="119052" y="20049"/>
                </a:lnTo>
                <a:lnTo>
                  <a:pt x="122755" y="16346"/>
                </a:lnTo>
                <a:close/>
                <a:moveTo>
                  <a:pt x="110112" y="21083"/>
                </a:moveTo>
                <a:lnTo>
                  <a:pt x="108144" y="23051"/>
                </a:lnTo>
                <a:lnTo>
                  <a:pt x="108144" y="21216"/>
                </a:lnTo>
                <a:lnTo>
                  <a:pt x="109579" y="19782"/>
                </a:lnTo>
                <a:lnTo>
                  <a:pt x="111580" y="19782"/>
                </a:lnTo>
                <a:lnTo>
                  <a:pt x="112914" y="21083"/>
                </a:lnTo>
                <a:close/>
                <a:moveTo>
                  <a:pt x="111347" y="18447"/>
                </a:moveTo>
                <a:lnTo>
                  <a:pt x="108711" y="15779"/>
                </a:lnTo>
                <a:lnTo>
                  <a:pt x="112447" y="15779"/>
                </a:lnTo>
                <a:lnTo>
                  <a:pt x="111347" y="16880"/>
                </a:lnTo>
                <a:close/>
                <a:moveTo>
                  <a:pt x="108144" y="14445"/>
                </a:moveTo>
                <a:lnTo>
                  <a:pt x="108144" y="10709"/>
                </a:lnTo>
                <a:lnTo>
                  <a:pt x="109145" y="11676"/>
                </a:lnTo>
                <a:lnTo>
                  <a:pt x="109412" y="11809"/>
                </a:lnTo>
                <a:lnTo>
                  <a:pt x="110813" y="11809"/>
                </a:lnTo>
                <a:close/>
                <a:moveTo>
                  <a:pt x="107377" y="14445"/>
                </a:moveTo>
                <a:lnTo>
                  <a:pt x="104709" y="11776"/>
                </a:lnTo>
                <a:lnTo>
                  <a:pt x="106276" y="11776"/>
                </a:lnTo>
                <a:lnTo>
                  <a:pt x="107377" y="10709"/>
                </a:lnTo>
                <a:close/>
                <a:moveTo>
                  <a:pt x="106810" y="15779"/>
                </a:moveTo>
                <a:lnTo>
                  <a:pt x="104175" y="18414"/>
                </a:lnTo>
                <a:lnTo>
                  <a:pt x="104175" y="16880"/>
                </a:lnTo>
                <a:lnTo>
                  <a:pt x="103074" y="15779"/>
                </a:lnTo>
                <a:close/>
                <a:moveTo>
                  <a:pt x="103941" y="19782"/>
                </a:moveTo>
                <a:lnTo>
                  <a:pt x="105943" y="19782"/>
                </a:lnTo>
                <a:lnTo>
                  <a:pt x="107344" y="21216"/>
                </a:lnTo>
                <a:lnTo>
                  <a:pt x="107344" y="23051"/>
                </a:lnTo>
                <a:lnTo>
                  <a:pt x="105376" y="21083"/>
                </a:lnTo>
                <a:lnTo>
                  <a:pt x="105242" y="21083"/>
                </a:lnTo>
                <a:lnTo>
                  <a:pt x="102607" y="21083"/>
                </a:lnTo>
                <a:close/>
                <a:moveTo>
                  <a:pt x="101840" y="21883"/>
                </a:moveTo>
                <a:lnTo>
                  <a:pt x="105076" y="21883"/>
                </a:lnTo>
                <a:lnTo>
                  <a:pt x="107377" y="24185"/>
                </a:lnTo>
                <a:lnTo>
                  <a:pt x="107377" y="26553"/>
                </a:lnTo>
                <a:lnTo>
                  <a:pt x="104375" y="23551"/>
                </a:lnTo>
                <a:lnTo>
                  <a:pt x="104208" y="23551"/>
                </a:lnTo>
                <a:lnTo>
                  <a:pt x="100139" y="23551"/>
                </a:lnTo>
                <a:close/>
                <a:moveTo>
                  <a:pt x="99371" y="24352"/>
                </a:moveTo>
                <a:lnTo>
                  <a:pt x="104041" y="24352"/>
                </a:lnTo>
                <a:lnTo>
                  <a:pt x="107377" y="27654"/>
                </a:lnTo>
                <a:lnTo>
                  <a:pt x="107377" y="29822"/>
                </a:lnTo>
                <a:lnTo>
                  <a:pt x="103408" y="25886"/>
                </a:lnTo>
                <a:lnTo>
                  <a:pt x="103241" y="25886"/>
                </a:lnTo>
                <a:lnTo>
                  <a:pt x="97837" y="25886"/>
                </a:lnTo>
                <a:close/>
                <a:moveTo>
                  <a:pt x="96469" y="25786"/>
                </a:moveTo>
                <a:lnTo>
                  <a:pt x="94435" y="25786"/>
                </a:lnTo>
                <a:lnTo>
                  <a:pt x="92767" y="24085"/>
                </a:lnTo>
                <a:lnTo>
                  <a:pt x="92767" y="16346"/>
                </a:lnTo>
                <a:lnTo>
                  <a:pt x="96469" y="20082"/>
                </a:lnTo>
                <a:close/>
                <a:moveTo>
                  <a:pt x="91966" y="24085"/>
                </a:moveTo>
                <a:lnTo>
                  <a:pt x="90298" y="25786"/>
                </a:lnTo>
                <a:lnTo>
                  <a:pt x="88264" y="25786"/>
                </a:lnTo>
                <a:lnTo>
                  <a:pt x="88264" y="20049"/>
                </a:lnTo>
                <a:lnTo>
                  <a:pt x="91966" y="16346"/>
                </a:lnTo>
                <a:close/>
                <a:moveTo>
                  <a:pt x="79491" y="21083"/>
                </a:moveTo>
                <a:lnTo>
                  <a:pt x="79324" y="21083"/>
                </a:lnTo>
                <a:lnTo>
                  <a:pt x="77356" y="23051"/>
                </a:lnTo>
                <a:lnTo>
                  <a:pt x="77356" y="21216"/>
                </a:lnTo>
                <a:lnTo>
                  <a:pt x="78790" y="19782"/>
                </a:lnTo>
                <a:lnTo>
                  <a:pt x="80792" y="19782"/>
                </a:lnTo>
                <a:lnTo>
                  <a:pt x="82126" y="21083"/>
                </a:lnTo>
                <a:close/>
                <a:moveTo>
                  <a:pt x="80558" y="18447"/>
                </a:moveTo>
                <a:lnTo>
                  <a:pt x="77923" y="15779"/>
                </a:lnTo>
                <a:lnTo>
                  <a:pt x="81659" y="15779"/>
                </a:lnTo>
                <a:lnTo>
                  <a:pt x="80558" y="16880"/>
                </a:lnTo>
                <a:close/>
                <a:moveTo>
                  <a:pt x="77356" y="14445"/>
                </a:moveTo>
                <a:lnTo>
                  <a:pt x="77356" y="10709"/>
                </a:lnTo>
                <a:lnTo>
                  <a:pt x="78457" y="11776"/>
                </a:lnTo>
                <a:lnTo>
                  <a:pt x="80024" y="11776"/>
                </a:lnTo>
                <a:close/>
                <a:moveTo>
                  <a:pt x="76589" y="14445"/>
                </a:moveTo>
                <a:lnTo>
                  <a:pt x="73920" y="11776"/>
                </a:lnTo>
                <a:lnTo>
                  <a:pt x="75321" y="11776"/>
                </a:lnTo>
                <a:lnTo>
                  <a:pt x="75588" y="11676"/>
                </a:lnTo>
                <a:lnTo>
                  <a:pt x="76555" y="10709"/>
                </a:lnTo>
                <a:lnTo>
                  <a:pt x="76555" y="14445"/>
                </a:lnTo>
                <a:close/>
                <a:moveTo>
                  <a:pt x="76021" y="15779"/>
                </a:moveTo>
                <a:lnTo>
                  <a:pt x="73386" y="18414"/>
                </a:lnTo>
                <a:lnTo>
                  <a:pt x="73386" y="16880"/>
                </a:lnTo>
                <a:lnTo>
                  <a:pt x="72285" y="15779"/>
                </a:lnTo>
                <a:close/>
                <a:moveTo>
                  <a:pt x="76589" y="16346"/>
                </a:moveTo>
                <a:lnTo>
                  <a:pt x="76589" y="20082"/>
                </a:lnTo>
                <a:lnTo>
                  <a:pt x="75588" y="19115"/>
                </a:lnTo>
                <a:lnTo>
                  <a:pt x="75321" y="18981"/>
                </a:lnTo>
                <a:lnTo>
                  <a:pt x="73920" y="18981"/>
                </a:lnTo>
                <a:close/>
                <a:moveTo>
                  <a:pt x="65681" y="25786"/>
                </a:moveTo>
                <a:lnTo>
                  <a:pt x="63646" y="25786"/>
                </a:lnTo>
                <a:lnTo>
                  <a:pt x="61978" y="24085"/>
                </a:lnTo>
                <a:lnTo>
                  <a:pt x="61978" y="16346"/>
                </a:lnTo>
                <a:lnTo>
                  <a:pt x="65681" y="20049"/>
                </a:lnTo>
                <a:close/>
                <a:moveTo>
                  <a:pt x="61178" y="24085"/>
                </a:moveTo>
                <a:lnTo>
                  <a:pt x="59510" y="25786"/>
                </a:lnTo>
                <a:lnTo>
                  <a:pt x="57475" y="25786"/>
                </a:lnTo>
                <a:lnTo>
                  <a:pt x="57475" y="20049"/>
                </a:lnTo>
                <a:lnTo>
                  <a:pt x="61178" y="16346"/>
                </a:lnTo>
                <a:close/>
                <a:moveTo>
                  <a:pt x="48535" y="21083"/>
                </a:moveTo>
                <a:lnTo>
                  <a:pt x="46567" y="23051"/>
                </a:lnTo>
                <a:lnTo>
                  <a:pt x="46567" y="21216"/>
                </a:lnTo>
                <a:lnTo>
                  <a:pt x="48001" y="19782"/>
                </a:lnTo>
                <a:lnTo>
                  <a:pt x="50003" y="19782"/>
                </a:lnTo>
                <a:lnTo>
                  <a:pt x="51337" y="21083"/>
                </a:lnTo>
                <a:close/>
                <a:moveTo>
                  <a:pt x="49769" y="18447"/>
                </a:moveTo>
                <a:lnTo>
                  <a:pt x="47134" y="15779"/>
                </a:lnTo>
                <a:lnTo>
                  <a:pt x="50870" y="15779"/>
                </a:lnTo>
                <a:lnTo>
                  <a:pt x="49769" y="16880"/>
                </a:lnTo>
                <a:close/>
                <a:moveTo>
                  <a:pt x="46567" y="14445"/>
                </a:moveTo>
                <a:lnTo>
                  <a:pt x="46567" y="10709"/>
                </a:lnTo>
                <a:lnTo>
                  <a:pt x="47534" y="11676"/>
                </a:lnTo>
                <a:lnTo>
                  <a:pt x="47835" y="11809"/>
                </a:lnTo>
                <a:lnTo>
                  <a:pt x="49202" y="11809"/>
                </a:lnTo>
                <a:close/>
                <a:moveTo>
                  <a:pt x="45767" y="14445"/>
                </a:moveTo>
                <a:lnTo>
                  <a:pt x="43131" y="11776"/>
                </a:lnTo>
                <a:lnTo>
                  <a:pt x="44699" y="11776"/>
                </a:lnTo>
                <a:lnTo>
                  <a:pt x="45767" y="10709"/>
                </a:lnTo>
                <a:close/>
                <a:moveTo>
                  <a:pt x="45233" y="15779"/>
                </a:moveTo>
                <a:lnTo>
                  <a:pt x="42564" y="18414"/>
                </a:lnTo>
                <a:lnTo>
                  <a:pt x="42564" y="16880"/>
                </a:lnTo>
                <a:lnTo>
                  <a:pt x="41497" y="15779"/>
                </a:lnTo>
                <a:close/>
                <a:moveTo>
                  <a:pt x="42364" y="19782"/>
                </a:moveTo>
                <a:lnTo>
                  <a:pt x="44366" y="19782"/>
                </a:lnTo>
                <a:lnTo>
                  <a:pt x="45767" y="21216"/>
                </a:lnTo>
                <a:lnTo>
                  <a:pt x="45767" y="23051"/>
                </a:lnTo>
                <a:lnTo>
                  <a:pt x="43798" y="21083"/>
                </a:lnTo>
                <a:lnTo>
                  <a:pt x="43665" y="21083"/>
                </a:lnTo>
                <a:lnTo>
                  <a:pt x="41030" y="21083"/>
                </a:lnTo>
                <a:close/>
                <a:moveTo>
                  <a:pt x="40229" y="21883"/>
                </a:moveTo>
                <a:lnTo>
                  <a:pt x="43498" y="21883"/>
                </a:lnTo>
                <a:lnTo>
                  <a:pt x="45767" y="24185"/>
                </a:lnTo>
                <a:lnTo>
                  <a:pt x="45767" y="26553"/>
                </a:lnTo>
                <a:lnTo>
                  <a:pt x="42798" y="23551"/>
                </a:lnTo>
                <a:lnTo>
                  <a:pt x="42631" y="23551"/>
                </a:lnTo>
                <a:lnTo>
                  <a:pt x="38561" y="23551"/>
                </a:lnTo>
                <a:close/>
                <a:moveTo>
                  <a:pt x="37761" y="24352"/>
                </a:moveTo>
                <a:lnTo>
                  <a:pt x="42464" y="24352"/>
                </a:lnTo>
                <a:lnTo>
                  <a:pt x="45767" y="27654"/>
                </a:lnTo>
                <a:lnTo>
                  <a:pt x="45767" y="29822"/>
                </a:lnTo>
                <a:lnTo>
                  <a:pt x="41830" y="25886"/>
                </a:lnTo>
                <a:lnTo>
                  <a:pt x="41664" y="25886"/>
                </a:lnTo>
                <a:lnTo>
                  <a:pt x="36260" y="25886"/>
                </a:lnTo>
                <a:close/>
                <a:moveTo>
                  <a:pt x="34892" y="25786"/>
                </a:moveTo>
                <a:lnTo>
                  <a:pt x="32857" y="25786"/>
                </a:lnTo>
                <a:lnTo>
                  <a:pt x="31189" y="24085"/>
                </a:lnTo>
                <a:lnTo>
                  <a:pt x="31189" y="16346"/>
                </a:lnTo>
                <a:lnTo>
                  <a:pt x="34892" y="20049"/>
                </a:lnTo>
                <a:close/>
                <a:moveTo>
                  <a:pt x="30389" y="24085"/>
                </a:moveTo>
                <a:lnTo>
                  <a:pt x="28721" y="25786"/>
                </a:lnTo>
                <a:lnTo>
                  <a:pt x="26653" y="25786"/>
                </a:lnTo>
                <a:lnTo>
                  <a:pt x="26653" y="20049"/>
                </a:lnTo>
                <a:lnTo>
                  <a:pt x="30389" y="16346"/>
                </a:lnTo>
                <a:lnTo>
                  <a:pt x="30389" y="24085"/>
                </a:lnTo>
                <a:close/>
                <a:moveTo>
                  <a:pt x="19748" y="35693"/>
                </a:moveTo>
                <a:lnTo>
                  <a:pt x="19881" y="35693"/>
                </a:lnTo>
                <a:lnTo>
                  <a:pt x="25319" y="35693"/>
                </a:lnTo>
                <a:lnTo>
                  <a:pt x="23784" y="37228"/>
                </a:lnTo>
                <a:lnTo>
                  <a:pt x="19081" y="37228"/>
                </a:lnTo>
                <a:lnTo>
                  <a:pt x="15778" y="33892"/>
                </a:lnTo>
                <a:lnTo>
                  <a:pt x="15778" y="31757"/>
                </a:lnTo>
                <a:close/>
                <a:moveTo>
                  <a:pt x="18781" y="38028"/>
                </a:moveTo>
                <a:lnTo>
                  <a:pt x="18947" y="38028"/>
                </a:lnTo>
                <a:lnTo>
                  <a:pt x="22984" y="38028"/>
                </a:lnTo>
                <a:lnTo>
                  <a:pt x="21316" y="39696"/>
                </a:lnTo>
                <a:lnTo>
                  <a:pt x="18080" y="39696"/>
                </a:lnTo>
                <a:lnTo>
                  <a:pt x="15778" y="37394"/>
                </a:lnTo>
                <a:lnTo>
                  <a:pt x="15778" y="35026"/>
                </a:lnTo>
                <a:close/>
                <a:moveTo>
                  <a:pt x="14978" y="40363"/>
                </a:moveTo>
                <a:lnTo>
                  <a:pt x="13577" y="41797"/>
                </a:lnTo>
                <a:lnTo>
                  <a:pt x="11542" y="41797"/>
                </a:lnTo>
                <a:lnTo>
                  <a:pt x="10241" y="40463"/>
                </a:lnTo>
                <a:lnTo>
                  <a:pt x="13010" y="40463"/>
                </a:lnTo>
                <a:lnTo>
                  <a:pt x="14978" y="38495"/>
                </a:lnTo>
                <a:lnTo>
                  <a:pt x="14978" y="40363"/>
                </a:lnTo>
                <a:close/>
                <a:moveTo>
                  <a:pt x="11776" y="43132"/>
                </a:moveTo>
                <a:lnTo>
                  <a:pt x="14411" y="45800"/>
                </a:lnTo>
                <a:lnTo>
                  <a:pt x="10675" y="45800"/>
                </a:lnTo>
                <a:lnTo>
                  <a:pt x="11776" y="44700"/>
                </a:lnTo>
                <a:lnTo>
                  <a:pt x="11776" y="43132"/>
                </a:lnTo>
                <a:close/>
                <a:moveTo>
                  <a:pt x="14978" y="47135"/>
                </a:moveTo>
                <a:lnTo>
                  <a:pt x="14978" y="50871"/>
                </a:lnTo>
                <a:lnTo>
                  <a:pt x="14011" y="49903"/>
                </a:lnTo>
                <a:lnTo>
                  <a:pt x="13744" y="49770"/>
                </a:lnTo>
                <a:lnTo>
                  <a:pt x="12343" y="49770"/>
                </a:lnTo>
                <a:close/>
                <a:moveTo>
                  <a:pt x="15778" y="52005"/>
                </a:moveTo>
                <a:lnTo>
                  <a:pt x="17213" y="50570"/>
                </a:lnTo>
                <a:lnTo>
                  <a:pt x="19214" y="50570"/>
                </a:lnTo>
                <a:lnTo>
                  <a:pt x="20549" y="51905"/>
                </a:lnTo>
                <a:lnTo>
                  <a:pt x="17747" y="51905"/>
                </a:lnTo>
                <a:lnTo>
                  <a:pt x="15778" y="53873"/>
                </a:lnTo>
                <a:close/>
                <a:moveTo>
                  <a:pt x="18080" y="52672"/>
                </a:moveTo>
                <a:lnTo>
                  <a:pt x="21316" y="52672"/>
                </a:lnTo>
                <a:lnTo>
                  <a:pt x="23017" y="54340"/>
                </a:lnTo>
                <a:lnTo>
                  <a:pt x="18947" y="54340"/>
                </a:lnTo>
                <a:lnTo>
                  <a:pt x="18647" y="54473"/>
                </a:lnTo>
                <a:lnTo>
                  <a:pt x="15778" y="57342"/>
                </a:lnTo>
                <a:lnTo>
                  <a:pt x="15778" y="54974"/>
                </a:lnTo>
                <a:close/>
                <a:moveTo>
                  <a:pt x="19081" y="55140"/>
                </a:moveTo>
                <a:lnTo>
                  <a:pt x="23784" y="55140"/>
                </a:lnTo>
                <a:lnTo>
                  <a:pt x="25319" y="56675"/>
                </a:lnTo>
                <a:lnTo>
                  <a:pt x="19748" y="56675"/>
                </a:lnTo>
                <a:lnTo>
                  <a:pt x="15778" y="60611"/>
                </a:lnTo>
                <a:lnTo>
                  <a:pt x="15778" y="58443"/>
                </a:lnTo>
                <a:close/>
                <a:moveTo>
                  <a:pt x="19748" y="66482"/>
                </a:moveTo>
                <a:lnTo>
                  <a:pt x="25319" y="66482"/>
                </a:lnTo>
                <a:lnTo>
                  <a:pt x="23784" y="68016"/>
                </a:lnTo>
                <a:lnTo>
                  <a:pt x="19081" y="68016"/>
                </a:lnTo>
                <a:lnTo>
                  <a:pt x="15778" y="64714"/>
                </a:lnTo>
                <a:lnTo>
                  <a:pt x="15778" y="62546"/>
                </a:lnTo>
                <a:close/>
                <a:moveTo>
                  <a:pt x="18647" y="68683"/>
                </a:moveTo>
                <a:lnTo>
                  <a:pt x="18947" y="68817"/>
                </a:lnTo>
                <a:lnTo>
                  <a:pt x="22984" y="68817"/>
                </a:lnTo>
                <a:lnTo>
                  <a:pt x="21316" y="70485"/>
                </a:lnTo>
                <a:lnTo>
                  <a:pt x="18080" y="70485"/>
                </a:lnTo>
                <a:lnTo>
                  <a:pt x="15778" y="68183"/>
                </a:lnTo>
                <a:lnTo>
                  <a:pt x="15778" y="65815"/>
                </a:lnTo>
                <a:close/>
                <a:moveTo>
                  <a:pt x="14978" y="71152"/>
                </a:moveTo>
                <a:lnTo>
                  <a:pt x="13577" y="72586"/>
                </a:lnTo>
                <a:lnTo>
                  <a:pt x="11542" y="72586"/>
                </a:lnTo>
                <a:lnTo>
                  <a:pt x="10241" y="71285"/>
                </a:lnTo>
                <a:lnTo>
                  <a:pt x="13010" y="71285"/>
                </a:lnTo>
                <a:lnTo>
                  <a:pt x="14978" y="69317"/>
                </a:lnTo>
                <a:lnTo>
                  <a:pt x="14978" y="71152"/>
                </a:lnTo>
                <a:close/>
                <a:moveTo>
                  <a:pt x="11776" y="75321"/>
                </a:moveTo>
                <a:lnTo>
                  <a:pt x="11776" y="73954"/>
                </a:lnTo>
                <a:lnTo>
                  <a:pt x="14411" y="76589"/>
                </a:lnTo>
                <a:lnTo>
                  <a:pt x="10675" y="76589"/>
                </a:lnTo>
                <a:lnTo>
                  <a:pt x="11675" y="75588"/>
                </a:lnTo>
                <a:close/>
                <a:moveTo>
                  <a:pt x="14444" y="77356"/>
                </a:moveTo>
                <a:lnTo>
                  <a:pt x="11776" y="80025"/>
                </a:lnTo>
                <a:lnTo>
                  <a:pt x="11776" y="78457"/>
                </a:lnTo>
                <a:lnTo>
                  <a:pt x="10675" y="77356"/>
                </a:lnTo>
                <a:close/>
                <a:moveTo>
                  <a:pt x="14978" y="77923"/>
                </a:moveTo>
                <a:lnTo>
                  <a:pt x="14978" y="81659"/>
                </a:lnTo>
                <a:lnTo>
                  <a:pt x="14011" y="80692"/>
                </a:lnTo>
                <a:lnTo>
                  <a:pt x="13744" y="80559"/>
                </a:lnTo>
                <a:lnTo>
                  <a:pt x="12343" y="80559"/>
                </a:lnTo>
                <a:close/>
                <a:moveTo>
                  <a:pt x="15778" y="82794"/>
                </a:moveTo>
                <a:lnTo>
                  <a:pt x="17213" y="81359"/>
                </a:lnTo>
                <a:lnTo>
                  <a:pt x="19214" y="81359"/>
                </a:lnTo>
                <a:lnTo>
                  <a:pt x="20549" y="82693"/>
                </a:lnTo>
                <a:lnTo>
                  <a:pt x="17913" y="82693"/>
                </a:lnTo>
                <a:lnTo>
                  <a:pt x="17747" y="82693"/>
                </a:lnTo>
                <a:lnTo>
                  <a:pt x="15778" y="84662"/>
                </a:lnTo>
                <a:close/>
                <a:moveTo>
                  <a:pt x="18080" y="83461"/>
                </a:moveTo>
                <a:lnTo>
                  <a:pt x="21316" y="83461"/>
                </a:lnTo>
                <a:lnTo>
                  <a:pt x="23017" y="85162"/>
                </a:lnTo>
                <a:lnTo>
                  <a:pt x="18947" y="85162"/>
                </a:lnTo>
                <a:lnTo>
                  <a:pt x="18781" y="85162"/>
                </a:lnTo>
                <a:lnTo>
                  <a:pt x="15778" y="88131"/>
                </a:lnTo>
                <a:lnTo>
                  <a:pt x="15778" y="85762"/>
                </a:lnTo>
                <a:close/>
                <a:moveTo>
                  <a:pt x="19081" y="85929"/>
                </a:moveTo>
                <a:lnTo>
                  <a:pt x="23784" y="85929"/>
                </a:lnTo>
                <a:lnTo>
                  <a:pt x="25319" y="87464"/>
                </a:lnTo>
                <a:lnTo>
                  <a:pt x="19881" y="87464"/>
                </a:lnTo>
                <a:lnTo>
                  <a:pt x="19748" y="87464"/>
                </a:lnTo>
                <a:lnTo>
                  <a:pt x="15778" y="91400"/>
                </a:lnTo>
                <a:lnTo>
                  <a:pt x="15778" y="89265"/>
                </a:lnTo>
                <a:close/>
                <a:moveTo>
                  <a:pt x="26653" y="97371"/>
                </a:moveTo>
                <a:lnTo>
                  <a:pt x="28721" y="97371"/>
                </a:lnTo>
                <a:lnTo>
                  <a:pt x="30389" y="99072"/>
                </a:lnTo>
                <a:lnTo>
                  <a:pt x="30389" y="106811"/>
                </a:lnTo>
                <a:lnTo>
                  <a:pt x="26653" y="103108"/>
                </a:lnTo>
                <a:lnTo>
                  <a:pt x="26653" y="97371"/>
                </a:lnTo>
                <a:close/>
                <a:moveTo>
                  <a:pt x="31189" y="99072"/>
                </a:moveTo>
                <a:lnTo>
                  <a:pt x="32857" y="97371"/>
                </a:lnTo>
                <a:lnTo>
                  <a:pt x="34892" y="97371"/>
                </a:lnTo>
                <a:lnTo>
                  <a:pt x="34892" y="103108"/>
                </a:lnTo>
                <a:lnTo>
                  <a:pt x="31189" y="106811"/>
                </a:lnTo>
                <a:close/>
                <a:moveTo>
                  <a:pt x="43665" y="102074"/>
                </a:moveTo>
                <a:lnTo>
                  <a:pt x="43798" y="102074"/>
                </a:lnTo>
                <a:lnTo>
                  <a:pt x="45767" y="100106"/>
                </a:lnTo>
                <a:lnTo>
                  <a:pt x="45767" y="101974"/>
                </a:lnTo>
                <a:lnTo>
                  <a:pt x="44366" y="103375"/>
                </a:lnTo>
                <a:lnTo>
                  <a:pt x="42364" y="103375"/>
                </a:lnTo>
                <a:lnTo>
                  <a:pt x="41030" y="102074"/>
                </a:lnTo>
                <a:close/>
                <a:moveTo>
                  <a:pt x="42564" y="104743"/>
                </a:moveTo>
                <a:lnTo>
                  <a:pt x="45233" y="107378"/>
                </a:lnTo>
                <a:lnTo>
                  <a:pt x="41497" y="107378"/>
                </a:lnTo>
                <a:lnTo>
                  <a:pt x="42564" y="106277"/>
                </a:lnTo>
                <a:lnTo>
                  <a:pt x="42564" y="104743"/>
                </a:lnTo>
                <a:close/>
                <a:moveTo>
                  <a:pt x="45767" y="108712"/>
                </a:moveTo>
                <a:lnTo>
                  <a:pt x="45767" y="112448"/>
                </a:lnTo>
                <a:lnTo>
                  <a:pt x="44699" y="111381"/>
                </a:lnTo>
                <a:lnTo>
                  <a:pt x="43131" y="111381"/>
                </a:lnTo>
                <a:close/>
                <a:moveTo>
                  <a:pt x="46567" y="108712"/>
                </a:moveTo>
                <a:lnTo>
                  <a:pt x="49202" y="111381"/>
                </a:lnTo>
                <a:lnTo>
                  <a:pt x="47835" y="111381"/>
                </a:lnTo>
                <a:lnTo>
                  <a:pt x="47568" y="111481"/>
                </a:lnTo>
                <a:lnTo>
                  <a:pt x="46567" y="112448"/>
                </a:lnTo>
                <a:lnTo>
                  <a:pt x="46567" y="108712"/>
                </a:lnTo>
                <a:close/>
                <a:moveTo>
                  <a:pt x="47134" y="107378"/>
                </a:moveTo>
                <a:lnTo>
                  <a:pt x="49769" y="104743"/>
                </a:lnTo>
                <a:lnTo>
                  <a:pt x="49769" y="106277"/>
                </a:lnTo>
                <a:lnTo>
                  <a:pt x="50870" y="107378"/>
                </a:lnTo>
                <a:close/>
                <a:moveTo>
                  <a:pt x="46567" y="106811"/>
                </a:moveTo>
                <a:lnTo>
                  <a:pt x="46567" y="103075"/>
                </a:lnTo>
                <a:lnTo>
                  <a:pt x="47534" y="104042"/>
                </a:lnTo>
                <a:lnTo>
                  <a:pt x="47835" y="104175"/>
                </a:lnTo>
                <a:lnTo>
                  <a:pt x="49202" y="104175"/>
                </a:lnTo>
                <a:close/>
                <a:moveTo>
                  <a:pt x="57475" y="97371"/>
                </a:moveTo>
                <a:lnTo>
                  <a:pt x="59510" y="97371"/>
                </a:lnTo>
                <a:lnTo>
                  <a:pt x="61178" y="99072"/>
                </a:lnTo>
                <a:lnTo>
                  <a:pt x="61178" y="106811"/>
                </a:lnTo>
                <a:lnTo>
                  <a:pt x="57475" y="103108"/>
                </a:lnTo>
                <a:close/>
                <a:moveTo>
                  <a:pt x="61978" y="99072"/>
                </a:moveTo>
                <a:lnTo>
                  <a:pt x="63646" y="97371"/>
                </a:lnTo>
                <a:lnTo>
                  <a:pt x="65681" y="97371"/>
                </a:lnTo>
                <a:lnTo>
                  <a:pt x="65681" y="103108"/>
                </a:lnTo>
                <a:lnTo>
                  <a:pt x="61978" y="106811"/>
                </a:lnTo>
                <a:close/>
                <a:moveTo>
                  <a:pt x="74620" y="102074"/>
                </a:moveTo>
                <a:lnTo>
                  <a:pt x="76589" y="100106"/>
                </a:lnTo>
                <a:lnTo>
                  <a:pt x="76589" y="101974"/>
                </a:lnTo>
                <a:lnTo>
                  <a:pt x="75154" y="103375"/>
                </a:lnTo>
                <a:lnTo>
                  <a:pt x="73153" y="103375"/>
                </a:lnTo>
                <a:lnTo>
                  <a:pt x="71818" y="102074"/>
                </a:lnTo>
                <a:close/>
                <a:moveTo>
                  <a:pt x="73386" y="104743"/>
                </a:moveTo>
                <a:lnTo>
                  <a:pt x="76021" y="107378"/>
                </a:lnTo>
                <a:lnTo>
                  <a:pt x="72285" y="107378"/>
                </a:lnTo>
                <a:lnTo>
                  <a:pt x="73386" y="106277"/>
                </a:lnTo>
                <a:close/>
                <a:moveTo>
                  <a:pt x="76589" y="108712"/>
                </a:moveTo>
                <a:lnTo>
                  <a:pt x="76589" y="112448"/>
                </a:lnTo>
                <a:lnTo>
                  <a:pt x="75588" y="111481"/>
                </a:lnTo>
                <a:lnTo>
                  <a:pt x="75321" y="111381"/>
                </a:lnTo>
                <a:lnTo>
                  <a:pt x="73920" y="111381"/>
                </a:lnTo>
                <a:close/>
                <a:moveTo>
                  <a:pt x="77356" y="108712"/>
                </a:moveTo>
                <a:lnTo>
                  <a:pt x="80024" y="111381"/>
                </a:lnTo>
                <a:lnTo>
                  <a:pt x="78457" y="111381"/>
                </a:lnTo>
                <a:lnTo>
                  <a:pt x="77356" y="112448"/>
                </a:lnTo>
                <a:close/>
                <a:moveTo>
                  <a:pt x="77923" y="107378"/>
                </a:moveTo>
                <a:lnTo>
                  <a:pt x="80558" y="104743"/>
                </a:lnTo>
                <a:lnTo>
                  <a:pt x="80558" y="106277"/>
                </a:lnTo>
                <a:lnTo>
                  <a:pt x="81659" y="107378"/>
                </a:lnTo>
                <a:close/>
                <a:moveTo>
                  <a:pt x="80792" y="103375"/>
                </a:moveTo>
                <a:lnTo>
                  <a:pt x="78790" y="103375"/>
                </a:lnTo>
                <a:lnTo>
                  <a:pt x="77356" y="101941"/>
                </a:lnTo>
                <a:lnTo>
                  <a:pt x="77356" y="100106"/>
                </a:lnTo>
                <a:lnTo>
                  <a:pt x="79324" y="102074"/>
                </a:lnTo>
                <a:lnTo>
                  <a:pt x="79491" y="102074"/>
                </a:lnTo>
                <a:lnTo>
                  <a:pt x="82092" y="102074"/>
                </a:lnTo>
                <a:close/>
                <a:moveTo>
                  <a:pt x="82893" y="101273"/>
                </a:moveTo>
                <a:lnTo>
                  <a:pt x="79657" y="101273"/>
                </a:lnTo>
                <a:lnTo>
                  <a:pt x="77356" y="98972"/>
                </a:lnTo>
                <a:lnTo>
                  <a:pt x="77356" y="96603"/>
                </a:lnTo>
                <a:lnTo>
                  <a:pt x="80358" y="99606"/>
                </a:lnTo>
                <a:lnTo>
                  <a:pt x="80525" y="99606"/>
                </a:lnTo>
                <a:lnTo>
                  <a:pt x="84594" y="99606"/>
                </a:lnTo>
                <a:close/>
                <a:moveTo>
                  <a:pt x="85361" y="98805"/>
                </a:moveTo>
                <a:lnTo>
                  <a:pt x="80691" y="98805"/>
                </a:lnTo>
                <a:lnTo>
                  <a:pt x="77356" y="95503"/>
                </a:lnTo>
                <a:lnTo>
                  <a:pt x="77356" y="93334"/>
                </a:lnTo>
                <a:lnTo>
                  <a:pt x="81325" y="97271"/>
                </a:lnTo>
                <a:lnTo>
                  <a:pt x="81492" y="97271"/>
                </a:lnTo>
                <a:lnTo>
                  <a:pt x="86896" y="97271"/>
                </a:lnTo>
                <a:close/>
                <a:moveTo>
                  <a:pt x="88264" y="97371"/>
                </a:moveTo>
                <a:lnTo>
                  <a:pt x="90298" y="97371"/>
                </a:lnTo>
                <a:lnTo>
                  <a:pt x="91966" y="99072"/>
                </a:lnTo>
                <a:lnTo>
                  <a:pt x="91966" y="106811"/>
                </a:lnTo>
                <a:lnTo>
                  <a:pt x="88264" y="103108"/>
                </a:lnTo>
                <a:close/>
                <a:moveTo>
                  <a:pt x="92767" y="99072"/>
                </a:moveTo>
                <a:lnTo>
                  <a:pt x="94435" y="97371"/>
                </a:lnTo>
                <a:lnTo>
                  <a:pt x="96469" y="97371"/>
                </a:lnTo>
                <a:lnTo>
                  <a:pt x="96469" y="103108"/>
                </a:lnTo>
                <a:lnTo>
                  <a:pt x="92767" y="106811"/>
                </a:lnTo>
                <a:close/>
                <a:moveTo>
                  <a:pt x="105242" y="102074"/>
                </a:moveTo>
                <a:lnTo>
                  <a:pt x="105409" y="102074"/>
                </a:lnTo>
                <a:lnTo>
                  <a:pt x="107377" y="100106"/>
                </a:lnTo>
                <a:lnTo>
                  <a:pt x="107377" y="101974"/>
                </a:lnTo>
                <a:lnTo>
                  <a:pt x="105943" y="103375"/>
                </a:lnTo>
                <a:lnTo>
                  <a:pt x="103941" y="103375"/>
                </a:lnTo>
                <a:lnTo>
                  <a:pt x="102607" y="102074"/>
                </a:lnTo>
                <a:close/>
                <a:moveTo>
                  <a:pt x="104175" y="104743"/>
                </a:moveTo>
                <a:lnTo>
                  <a:pt x="106810" y="107378"/>
                </a:lnTo>
                <a:lnTo>
                  <a:pt x="103074" y="107378"/>
                </a:lnTo>
                <a:lnTo>
                  <a:pt x="104175" y="106277"/>
                </a:lnTo>
                <a:close/>
                <a:moveTo>
                  <a:pt x="107377" y="108712"/>
                </a:moveTo>
                <a:lnTo>
                  <a:pt x="107377" y="112448"/>
                </a:lnTo>
                <a:lnTo>
                  <a:pt x="106276" y="111381"/>
                </a:lnTo>
                <a:lnTo>
                  <a:pt x="104709" y="111381"/>
                </a:lnTo>
                <a:close/>
                <a:moveTo>
                  <a:pt x="108144" y="108712"/>
                </a:moveTo>
                <a:lnTo>
                  <a:pt x="110813" y="111381"/>
                </a:lnTo>
                <a:lnTo>
                  <a:pt x="109412" y="111381"/>
                </a:lnTo>
                <a:lnTo>
                  <a:pt x="109145" y="111481"/>
                </a:lnTo>
                <a:lnTo>
                  <a:pt x="108144" y="112448"/>
                </a:lnTo>
                <a:lnTo>
                  <a:pt x="108144" y="108712"/>
                </a:lnTo>
                <a:close/>
                <a:moveTo>
                  <a:pt x="108711" y="107378"/>
                </a:moveTo>
                <a:lnTo>
                  <a:pt x="111347" y="104743"/>
                </a:lnTo>
                <a:lnTo>
                  <a:pt x="111347" y="106277"/>
                </a:lnTo>
                <a:lnTo>
                  <a:pt x="112447" y="107378"/>
                </a:lnTo>
                <a:close/>
                <a:moveTo>
                  <a:pt x="108144" y="106811"/>
                </a:moveTo>
                <a:lnTo>
                  <a:pt x="108144" y="103075"/>
                </a:lnTo>
                <a:lnTo>
                  <a:pt x="109145" y="104042"/>
                </a:lnTo>
                <a:lnTo>
                  <a:pt x="109412" y="104175"/>
                </a:lnTo>
                <a:lnTo>
                  <a:pt x="110813" y="104175"/>
                </a:lnTo>
                <a:close/>
                <a:moveTo>
                  <a:pt x="119052" y="97371"/>
                </a:moveTo>
                <a:lnTo>
                  <a:pt x="121087" y="97371"/>
                </a:lnTo>
                <a:lnTo>
                  <a:pt x="122755" y="99072"/>
                </a:lnTo>
                <a:lnTo>
                  <a:pt x="122755" y="106811"/>
                </a:lnTo>
                <a:lnTo>
                  <a:pt x="119052" y="103108"/>
                </a:lnTo>
                <a:close/>
                <a:moveTo>
                  <a:pt x="123555" y="99072"/>
                </a:moveTo>
                <a:lnTo>
                  <a:pt x="125223" y="97371"/>
                </a:lnTo>
                <a:lnTo>
                  <a:pt x="127258" y="97371"/>
                </a:lnTo>
                <a:lnTo>
                  <a:pt x="127258" y="103108"/>
                </a:lnTo>
                <a:lnTo>
                  <a:pt x="123555" y="106811"/>
                </a:lnTo>
                <a:lnTo>
                  <a:pt x="123555" y="99072"/>
                </a:lnTo>
                <a:close/>
                <a:moveTo>
                  <a:pt x="136198" y="102074"/>
                </a:moveTo>
                <a:lnTo>
                  <a:pt x="138166" y="100106"/>
                </a:lnTo>
                <a:lnTo>
                  <a:pt x="138166" y="101974"/>
                </a:lnTo>
                <a:lnTo>
                  <a:pt x="136731" y="103375"/>
                </a:lnTo>
                <a:lnTo>
                  <a:pt x="134730" y="103375"/>
                </a:lnTo>
                <a:lnTo>
                  <a:pt x="133396" y="102074"/>
                </a:lnTo>
                <a:close/>
                <a:moveTo>
                  <a:pt x="134964" y="104743"/>
                </a:moveTo>
                <a:lnTo>
                  <a:pt x="137599" y="107378"/>
                </a:lnTo>
                <a:lnTo>
                  <a:pt x="133863" y="107378"/>
                </a:lnTo>
                <a:lnTo>
                  <a:pt x="134964" y="106277"/>
                </a:lnTo>
                <a:lnTo>
                  <a:pt x="134964" y="104743"/>
                </a:lnTo>
                <a:close/>
                <a:moveTo>
                  <a:pt x="138166" y="108712"/>
                </a:moveTo>
                <a:lnTo>
                  <a:pt x="138166" y="112448"/>
                </a:lnTo>
                <a:lnTo>
                  <a:pt x="137165" y="111481"/>
                </a:lnTo>
                <a:lnTo>
                  <a:pt x="136898" y="111381"/>
                </a:lnTo>
                <a:lnTo>
                  <a:pt x="135531" y="111381"/>
                </a:lnTo>
                <a:close/>
                <a:moveTo>
                  <a:pt x="138933" y="108712"/>
                </a:moveTo>
                <a:lnTo>
                  <a:pt x="141602" y="111381"/>
                </a:lnTo>
                <a:lnTo>
                  <a:pt x="140034" y="111381"/>
                </a:lnTo>
                <a:lnTo>
                  <a:pt x="138933" y="112448"/>
                </a:lnTo>
                <a:close/>
                <a:moveTo>
                  <a:pt x="139500" y="107378"/>
                </a:moveTo>
                <a:lnTo>
                  <a:pt x="142135" y="104743"/>
                </a:lnTo>
                <a:lnTo>
                  <a:pt x="142135" y="106277"/>
                </a:lnTo>
                <a:lnTo>
                  <a:pt x="143236" y="107378"/>
                </a:lnTo>
                <a:close/>
                <a:moveTo>
                  <a:pt x="142369" y="103375"/>
                </a:moveTo>
                <a:lnTo>
                  <a:pt x="140367" y="103375"/>
                </a:lnTo>
                <a:lnTo>
                  <a:pt x="138933" y="101941"/>
                </a:lnTo>
                <a:lnTo>
                  <a:pt x="138933" y="100106"/>
                </a:lnTo>
                <a:lnTo>
                  <a:pt x="140901" y="102074"/>
                </a:lnTo>
                <a:lnTo>
                  <a:pt x="141068" y="102074"/>
                </a:lnTo>
                <a:lnTo>
                  <a:pt x="143703" y="102074"/>
                </a:lnTo>
                <a:close/>
                <a:moveTo>
                  <a:pt x="144504" y="101273"/>
                </a:moveTo>
                <a:lnTo>
                  <a:pt x="141235" y="101273"/>
                </a:lnTo>
                <a:lnTo>
                  <a:pt x="138933" y="98972"/>
                </a:lnTo>
                <a:lnTo>
                  <a:pt x="138933" y="96603"/>
                </a:lnTo>
                <a:lnTo>
                  <a:pt x="141935" y="99606"/>
                </a:lnTo>
                <a:lnTo>
                  <a:pt x="142102" y="99606"/>
                </a:lnTo>
                <a:lnTo>
                  <a:pt x="146172" y="99606"/>
                </a:lnTo>
                <a:close/>
                <a:moveTo>
                  <a:pt x="146939" y="98805"/>
                </a:moveTo>
                <a:lnTo>
                  <a:pt x="142269" y="98805"/>
                </a:lnTo>
                <a:lnTo>
                  <a:pt x="138933" y="95503"/>
                </a:lnTo>
                <a:lnTo>
                  <a:pt x="138933" y="93334"/>
                </a:lnTo>
                <a:lnTo>
                  <a:pt x="142903" y="97271"/>
                </a:lnTo>
                <a:lnTo>
                  <a:pt x="143069" y="97271"/>
                </a:lnTo>
                <a:lnTo>
                  <a:pt x="148473" y="97271"/>
                </a:lnTo>
                <a:close/>
                <a:moveTo>
                  <a:pt x="149841" y="97371"/>
                </a:moveTo>
                <a:lnTo>
                  <a:pt x="151876" y="97371"/>
                </a:lnTo>
                <a:lnTo>
                  <a:pt x="153543" y="99072"/>
                </a:lnTo>
                <a:lnTo>
                  <a:pt x="153543" y="106811"/>
                </a:lnTo>
                <a:lnTo>
                  <a:pt x="149841" y="103108"/>
                </a:lnTo>
                <a:lnTo>
                  <a:pt x="149841" y="97371"/>
                </a:lnTo>
                <a:close/>
                <a:moveTo>
                  <a:pt x="154344" y="99072"/>
                </a:moveTo>
                <a:lnTo>
                  <a:pt x="156012" y="97371"/>
                </a:lnTo>
                <a:lnTo>
                  <a:pt x="158047" y="97371"/>
                </a:lnTo>
                <a:lnTo>
                  <a:pt x="158047" y="103108"/>
                </a:lnTo>
                <a:lnTo>
                  <a:pt x="154344" y="106811"/>
                </a:lnTo>
                <a:lnTo>
                  <a:pt x="154344" y="99072"/>
                </a:lnTo>
                <a:close/>
                <a:moveTo>
                  <a:pt x="166820" y="102074"/>
                </a:moveTo>
                <a:lnTo>
                  <a:pt x="166986" y="102074"/>
                </a:lnTo>
                <a:lnTo>
                  <a:pt x="168954" y="100106"/>
                </a:lnTo>
                <a:lnTo>
                  <a:pt x="168954" y="101974"/>
                </a:lnTo>
                <a:lnTo>
                  <a:pt x="167520" y="103375"/>
                </a:lnTo>
                <a:lnTo>
                  <a:pt x="165519" y="103375"/>
                </a:lnTo>
                <a:lnTo>
                  <a:pt x="164184" y="102074"/>
                </a:lnTo>
                <a:close/>
                <a:moveTo>
                  <a:pt x="165752" y="104743"/>
                </a:moveTo>
                <a:lnTo>
                  <a:pt x="168387" y="107378"/>
                </a:lnTo>
                <a:lnTo>
                  <a:pt x="164651" y="107378"/>
                </a:lnTo>
                <a:lnTo>
                  <a:pt x="165752" y="106277"/>
                </a:lnTo>
                <a:lnTo>
                  <a:pt x="165752" y="104743"/>
                </a:lnTo>
                <a:close/>
                <a:moveTo>
                  <a:pt x="168954" y="108712"/>
                </a:moveTo>
                <a:lnTo>
                  <a:pt x="168954" y="112448"/>
                </a:lnTo>
                <a:lnTo>
                  <a:pt x="167854" y="111381"/>
                </a:lnTo>
                <a:lnTo>
                  <a:pt x="166319" y="111381"/>
                </a:lnTo>
                <a:close/>
                <a:moveTo>
                  <a:pt x="169755" y="108712"/>
                </a:moveTo>
                <a:lnTo>
                  <a:pt x="172390" y="111381"/>
                </a:lnTo>
                <a:lnTo>
                  <a:pt x="170989" y="111381"/>
                </a:lnTo>
                <a:lnTo>
                  <a:pt x="170722" y="111481"/>
                </a:lnTo>
                <a:lnTo>
                  <a:pt x="169755" y="112448"/>
                </a:lnTo>
                <a:lnTo>
                  <a:pt x="169755" y="108712"/>
                </a:lnTo>
                <a:close/>
                <a:moveTo>
                  <a:pt x="170289" y="107378"/>
                </a:moveTo>
                <a:lnTo>
                  <a:pt x="172957" y="104743"/>
                </a:lnTo>
                <a:lnTo>
                  <a:pt x="172957" y="106277"/>
                </a:lnTo>
                <a:lnTo>
                  <a:pt x="174025" y="107378"/>
                </a:lnTo>
                <a:close/>
                <a:moveTo>
                  <a:pt x="169755" y="106811"/>
                </a:moveTo>
                <a:lnTo>
                  <a:pt x="169755" y="103075"/>
                </a:lnTo>
                <a:lnTo>
                  <a:pt x="170722" y="104042"/>
                </a:lnTo>
                <a:lnTo>
                  <a:pt x="170989" y="104175"/>
                </a:lnTo>
                <a:lnTo>
                  <a:pt x="172390" y="104175"/>
                </a:lnTo>
                <a:close/>
                <a:moveTo>
                  <a:pt x="180629" y="97371"/>
                </a:moveTo>
                <a:lnTo>
                  <a:pt x="182664" y="97371"/>
                </a:lnTo>
                <a:lnTo>
                  <a:pt x="184332" y="99072"/>
                </a:lnTo>
                <a:lnTo>
                  <a:pt x="184332" y="106811"/>
                </a:lnTo>
                <a:lnTo>
                  <a:pt x="180629" y="103108"/>
                </a:lnTo>
                <a:lnTo>
                  <a:pt x="180629" y="97371"/>
                </a:lnTo>
                <a:close/>
                <a:moveTo>
                  <a:pt x="185133" y="99072"/>
                </a:moveTo>
                <a:lnTo>
                  <a:pt x="186801" y="97371"/>
                </a:lnTo>
                <a:lnTo>
                  <a:pt x="188835" y="97371"/>
                </a:lnTo>
                <a:lnTo>
                  <a:pt x="188835" y="103108"/>
                </a:lnTo>
                <a:lnTo>
                  <a:pt x="185133" y="106811"/>
                </a:lnTo>
                <a:lnTo>
                  <a:pt x="185133" y="99072"/>
                </a:lnTo>
                <a:close/>
                <a:moveTo>
                  <a:pt x="197775" y="102074"/>
                </a:moveTo>
                <a:lnTo>
                  <a:pt x="199743" y="100106"/>
                </a:lnTo>
                <a:lnTo>
                  <a:pt x="199743" y="101974"/>
                </a:lnTo>
                <a:lnTo>
                  <a:pt x="198309" y="103375"/>
                </a:lnTo>
                <a:lnTo>
                  <a:pt x="196307" y="103375"/>
                </a:lnTo>
                <a:lnTo>
                  <a:pt x="194973" y="102074"/>
                </a:lnTo>
                <a:close/>
                <a:moveTo>
                  <a:pt x="196541" y="104743"/>
                </a:moveTo>
                <a:lnTo>
                  <a:pt x="199176" y="107378"/>
                </a:lnTo>
                <a:lnTo>
                  <a:pt x="195440" y="107378"/>
                </a:lnTo>
                <a:lnTo>
                  <a:pt x="196541" y="106277"/>
                </a:lnTo>
                <a:lnTo>
                  <a:pt x="196541" y="104743"/>
                </a:lnTo>
                <a:close/>
                <a:moveTo>
                  <a:pt x="199743" y="108712"/>
                </a:moveTo>
                <a:lnTo>
                  <a:pt x="199743" y="112448"/>
                </a:lnTo>
                <a:lnTo>
                  <a:pt x="198776" y="111481"/>
                </a:lnTo>
                <a:lnTo>
                  <a:pt x="198476" y="111381"/>
                </a:lnTo>
                <a:lnTo>
                  <a:pt x="197108" y="111381"/>
                </a:lnTo>
                <a:close/>
                <a:moveTo>
                  <a:pt x="200544" y="108712"/>
                </a:moveTo>
                <a:lnTo>
                  <a:pt x="203179" y="111381"/>
                </a:lnTo>
                <a:lnTo>
                  <a:pt x="201644" y="111381"/>
                </a:lnTo>
                <a:lnTo>
                  <a:pt x="200544" y="112448"/>
                </a:lnTo>
                <a:close/>
                <a:moveTo>
                  <a:pt x="201077" y="107378"/>
                </a:moveTo>
                <a:lnTo>
                  <a:pt x="203746" y="104743"/>
                </a:lnTo>
                <a:lnTo>
                  <a:pt x="203746" y="106277"/>
                </a:lnTo>
                <a:lnTo>
                  <a:pt x="204847" y="107378"/>
                </a:lnTo>
                <a:close/>
                <a:moveTo>
                  <a:pt x="203979" y="103375"/>
                </a:moveTo>
                <a:lnTo>
                  <a:pt x="201945" y="103375"/>
                </a:lnTo>
                <a:lnTo>
                  <a:pt x="200544" y="101941"/>
                </a:lnTo>
                <a:lnTo>
                  <a:pt x="200544" y="100106"/>
                </a:lnTo>
                <a:lnTo>
                  <a:pt x="202512" y="102074"/>
                </a:lnTo>
                <a:lnTo>
                  <a:pt x="202645" y="102074"/>
                </a:lnTo>
                <a:lnTo>
                  <a:pt x="205280" y="102074"/>
                </a:lnTo>
                <a:close/>
                <a:moveTo>
                  <a:pt x="206081" y="101273"/>
                </a:moveTo>
                <a:lnTo>
                  <a:pt x="202812" y="101273"/>
                </a:lnTo>
                <a:lnTo>
                  <a:pt x="200544" y="98972"/>
                </a:lnTo>
                <a:lnTo>
                  <a:pt x="200544" y="96603"/>
                </a:lnTo>
                <a:lnTo>
                  <a:pt x="203512" y="99606"/>
                </a:lnTo>
                <a:lnTo>
                  <a:pt x="203679" y="99606"/>
                </a:lnTo>
                <a:lnTo>
                  <a:pt x="207749" y="99606"/>
                </a:lnTo>
                <a:close/>
                <a:moveTo>
                  <a:pt x="208549" y="98805"/>
                </a:moveTo>
                <a:lnTo>
                  <a:pt x="203846" y="98805"/>
                </a:lnTo>
                <a:lnTo>
                  <a:pt x="200544" y="95503"/>
                </a:lnTo>
                <a:lnTo>
                  <a:pt x="200544" y="93334"/>
                </a:lnTo>
                <a:lnTo>
                  <a:pt x="204480" y="97271"/>
                </a:lnTo>
                <a:lnTo>
                  <a:pt x="204647" y="97271"/>
                </a:lnTo>
                <a:lnTo>
                  <a:pt x="210084" y="97271"/>
                </a:lnTo>
                <a:close/>
                <a:moveTo>
                  <a:pt x="211418" y="97371"/>
                </a:moveTo>
                <a:lnTo>
                  <a:pt x="213453" y="97371"/>
                </a:lnTo>
                <a:lnTo>
                  <a:pt x="215154" y="99072"/>
                </a:lnTo>
                <a:lnTo>
                  <a:pt x="215154" y="106811"/>
                </a:lnTo>
                <a:lnTo>
                  <a:pt x="211418" y="103108"/>
                </a:lnTo>
                <a:lnTo>
                  <a:pt x="211418" y="97371"/>
                </a:lnTo>
                <a:close/>
                <a:moveTo>
                  <a:pt x="215921" y="99072"/>
                </a:moveTo>
                <a:lnTo>
                  <a:pt x="217623" y="97371"/>
                </a:lnTo>
                <a:lnTo>
                  <a:pt x="219657" y="97371"/>
                </a:lnTo>
                <a:lnTo>
                  <a:pt x="219657" y="103108"/>
                </a:lnTo>
                <a:lnTo>
                  <a:pt x="215921" y="106811"/>
                </a:lnTo>
                <a:lnTo>
                  <a:pt x="215921" y="99072"/>
                </a:lnTo>
                <a:close/>
                <a:moveTo>
                  <a:pt x="226596" y="87464"/>
                </a:moveTo>
                <a:lnTo>
                  <a:pt x="226429" y="87464"/>
                </a:lnTo>
                <a:lnTo>
                  <a:pt x="220992" y="87464"/>
                </a:lnTo>
                <a:lnTo>
                  <a:pt x="222526" y="85929"/>
                </a:lnTo>
                <a:lnTo>
                  <a:pt x="227229" y="85929"/>
                </a:lnTo>
                <a:lnTo>
                  <a:pt x="230532" y="89265"/>
                </a:lnTo>
                <a:lnTo>
                  <a:pt x="230532" y="91400"/>
                </a:lnTo>
                <a:close/>
                <a:moveTo>
                  <a:pt x="227530" y="85162"/>
                </a:moveTo>
                <a:lnTo>
                  <a:pt x="227396" y="85162"/>
                </a:lnTo>
                <a:lnTo>
                  <a:pt x="223327" y="85162"/>
                </a:lnTo>
                <a:lnTo>
                  <a:pt x="224995" y="83461"/>
                </a:lnTo>
                <a:lnTo>
                  <a:pt x="228230" y="83461"/>
                </a:lnTo>
                <a:lnTo>
                  <a:pt x="230532" y="85762"/>
                </a:lnTo>
                <a:lnTo>
                  <a:pt x="230532" y="88131"/>
                </a:lnTo>
                <a:close/>
                <a:moveTo>
                  <a:pt x="231332" y="82794"/>
                </a:moveTo>
                <a:lnTo>
                  <a:pt x="232733" y="81359"/>
                </a:lnTo>
                <a:lnTo>
                  <a:pt x="234768" y="81359"/>
                </a:lnTo>
                <a:lnTo>
                  <a:pt x="236069" y="82693"/>
                </a:lnTo>
                <a:lnTo>
                  <a:pt x="233300" y="82693"/>
                </a:lnTo>
                <a:lnTo>
                  <a:pt x="231332" y="84662"/>
                </a:lnTo>
                <a:lnTo>
                  <a:pt x="231332" y="82794"/>
                </a:lnTo>
                <a:close/>
                <a:moveTo>
                  <a:pt x="234535" y="80025"/>
                </a:moveTo>
                <a:lnTo>
                  <a:pt x="231899" y="77356"/>
                </a:lnTo>
                <a:lnTo>
                  <a:pt x="235635" y="77356"/>
                </a:lnTo>
                <a:lnTo>
                  <a:pt x="234535" y="78457"/>
                </a:lnTo>
                <a:close/>
                <a:moveTo>
                  <a:pt x="231332" y="76022"/>
                </a:moveTo>
                <a:lnTo>
                  <a:pt x="231332" y="72286"/>
                </a:lnTo>
                <a:lnTo>
                  <a:pt x="232300" y="73253"/>
                </a:lnTo>
                <a:lnTo>
                  <a:pt x="232567" y="73387"/>
                </a:lnTo>
                <a:lnTo>
                  <a:pt x="233968" y="73387"/>
                </a:lnTo>
                <a:close/>
                <a:moveTo>
                  <a:pt x="230532" y="71152"/>
                </a:moveTo>
                <a:lnTo>
                  <a:pt x="229097" y="72586"/>
                </a:lnTo>
                <a:lnTo>
                  <a:pt x="227096" y="72586"/>
                </a:lnTo>
                <a:lnTo>
                  <a:pt x="225762" y="71285"/>
                </a:lnTo>
                <a:lnTo>
                  <a:pt x="228564" y="71285"/>
                </a:lnTo>
                <a:lnTo>
                  <a:pt x="230532" y="69317"/>
                </a:lnTo>
                <a:close/>
                <a:moveTo>
                  <a:pt x="228230" y="70485"/>
                </a:moveTo>
                <a:lnTo>
                  <a:pt x="224995" y="70485"/>
                </a:lnTo>
                <a:lnTo>
                  <a:pt x="223327" y="68783"/>
                </a:lnTo>
                <a:lnTo>
                  <a:pt x="227363" y="68783"/>
                </a:lnTo>
                <a:lnTo>
                  <a:pt x="227663" y="68683"/>
                </a:lnTo>
                <a:lnTo>
                  <a:pt x="230532" y="65815"/>
                </a:lnTo>
                <a:lnTo>
                  <a:pt x="230532" y="68183"/>
                </a:lnTo>
                <a:close/>
                <a:moveTo>
                  <a:pt x="227229" y="68016"/>
                </a:moveTo>
                <a:lnTo>
                  <a:pt x="222526" y="68016"/>
                </a:lnTo>
                <a:lnTo>
                  <a:pt x="220992" y="66482"/>
                </a:lnTo>
                <a:lnTo>
                  <a:pt x="226596" y="66482"/>
                </a:lnTo>
                <a:lnTo>
                  <a:pt x="230532" y="62546"/>
                </a:lnTo>
                <a:lnTo>
                  <a:pt x="230532" y="64714"/>
                </a:lnTo>
                <a:close/>
                <a:moveTo>
                  <a:pt x="226596" y="56675"/>
                </a:moveTo>
                <a:lnTo>
                  <a:pt x="220992" y="56675"/>
                </a:lnTo>
                <a:lnTo>
                  <a:pt x="222526" y="55140"/>
                </a:lnTo>
                <a:lnTo>
                  <a:pt x="227229" y="55140"/>
                </a:lnTo>
                <a:lnTo>
                  <a:pt x="230532" y="58476"/>
                </a:lnTo>
                <a:lnTo>
                  <a:pt x="230532" y="60611"/>
                </a:lnTo>
                <a:close/>
                <a:moveTo>
                  <a:pt x="227663" y="54473"/>
                </a:moveTo>
                <a:lnTo>
                  <a:pt x="227396" y="54340"/>
                </a:lnTo>
                <a:lnTo>
                  <a:pt x="223327" y="54340"/>
                </a:lnTo>
                <a:lnTo>
                  <a:pt x="224995" y="52672"/>
                </a:lnTo>
                <a:lnTo>
                  <a:pt x="228230" y="52672"/>
                </a:lnTo>
                <a:lnTo>
                  <a:pt x="230532" y="54974"/>
                </a:lnTo>
                <a:lnTo>
                  <a:pt x="230532" y="57342"/>
                </a:lnTo>
                <a:close/>
                <a:moveTo>
                  <a:pt x="231332" y="52005"/>
                </a:moveTo>
                <a:lnTo>
                  <a:pt x="232733" y="50570"/>
                </a:lnTo>
                <a:lnTo>
                  <a:pt x="234768" y="50570"/>
                </a:lnTo>
                <a:lnTo>
                  <a:pt x="236069" y="51905"/>
                </a:lnTo>
                <a:lnTo>
                  <a:pt x="233300" y="51905"/>
                </a:lnTo>
                <a:lnTo>
                  <a:pt x="231332" y="53873"/>
                </a:lnTo>
                <a:lnTo>
                  <a:pt x="231332" y="52005"/>
                </a:lnTo>
                <a:close/>
                <a:moveTo>
                  <a:pt x="234535" y="47835"/>
                </a:moveTo>
                <a:lnTo>
                  <a:pt x="234535" y="49203"/>
                </a:lnTo>
                <a:lnTo>
                  <a:pt x="231899" y="46568"/>
                </a:lnTo>
                <a:lnTo>
                  <a:pt x="235635" y="46568"/>
                </a:lnTo>
                <a:lnTo>
                  <a:pt x="234635" y="47568"/>
                </a:lnTo>
                <a:close/>
                <a:moveTo>
                  <a:pt x="231866" y="45800"/>
                </a:moveTo>
                <a:lnTo>
                  <a:pt x="234535" y="43132"/>
                </a:lnTo>
                <a:lnTo>
                  <a:pt x="234535" y="44700"/>
                </a:lnTo>
                <a:lnTo>
                  <a:pt x="235635" y="45800"/>
                </a:lnTo>
                <a:lnTo>
                  <a:pt x="231866" y="45800"/>
                </a:lnTo>
                <a:close/>
                <a:moveTo>
                  <a:pt x="231332" y="45233"/>
                </a:moveTo>
                <a:lnTo>
                  <a:pt x="231332" y="41497"/>
                </a:lnTo>
                <a:lnTo>
                  <a:pt x="232300" y="42465"/>
                </a:lnTo>
                <a:lnTo>
                  <a:pt x="232567" y="42598"/>
                </a:lnTo>
                <a:lnTo>
                  <a:pt x="233968" y="42598"/>
                </a:lnTo>
                <a:close/>
                <a:moveTo>
                  <a:pt x="230532" y="40363"/>
                </a:moveTo>
                <a:lnTo>
                  <a:pt x="229097" y="41797"/>
                </a:lnTo>
                <a:lnTo>
                  <a:pt x="227096" y="41797"/>
                </a:lnTo>
                <a:lnTo>
                  <a:pt x="225762" y="40463"/>
                </a:lnTo>
                <a:lnTo>
                  <a:pt x="228397" y="40463"/>
                </a:lnTo>
                <a:lnTo>
                  <a:pt x="228564" y="40463"/>
                </a:lnTo>
                <a:lnTo>
                  <a:pt x="230532" y="38495"/>
                </a:lnTo>
                <a:lnTo>
                  <a:pt x="230532" y="40363"/>
                </a:lnTo>
                <a:close/>
                <a:moveTo>
                  <a:pt x="228230" y="39696"/>
                </a:moveTo>
                <a:lnTo>
                  <a:pt x="224995" y="39696"/>
                </a:lnTo>
                <a:lnTo>
                  <a:pt x="223327" y="38028"/>
                </a:lnTo>
                <a:lnTo>
                  <a:pt x="227363" y="38028"/>
                </a:lnTo>
                <a:lnTo>
                  <a:pt x="227530" y="38028"/>
                </a:lnTo>
                <a:lnTo>
                  <a:pt x="230532" y="35026"/>
                </a:lnTo>
                <a:lnTo>
                  <a:pt x="230532" y="37394"/>
                </a:lnTo>
                <a:close/>
                <a:moveTo>
                  <a:pt x="227229" y="37228"/>
                </a:moveTo>
                <a:lnTo>
                  <a:pt x="222526" y="37228"/>
                </a:lnTo>
                <a:lnTo>
                  <a:pt x="220992" y="35693"/>
                </a:lnTo>
                <a:lnTo>
                  <a:pt x="226429" y="35693"/>
                </a:lnTo>
                <a:lnTo>
                  <a:pt x="226596" y="35693"/>
                </a:lnTo>
                <a:lnTo>
                  <a:pt x="230532" y="31757"/>
                </a:lnTo>
                <a:lnTo>
                  <a:pt x="230532" y="33892"/>
                </a:lnTo>
                <a:close/>
                <a:moveTo>
                  <a:pt x="226596" y="25886"/>
                </a:moveTo>
                <a:lnTo>
                  <a:pt x="226429" y="25886"/>
                </a:lnTo>
                <a:lnTo>
                  <a:pt x="220992" y="25886"/>
                </a:lnTo>
                <a:lnTo>
                  <a:pt x="222526" y="24352"/>
                </a:lnTo>
                <a:lnTo>
                  <a:pt x="227229" y="24352"/>
                </a:lnTo>
                <a:lnTo>
                  <a:pt x="230532" y="27654"/>
                </a:lnTo>
                <a:lnTo>
                  <a:pt x="230532" y="29822"/>
                </a:lnTo>
                <a:close/>
                <a:moveTo>
                  <a:pt x="227530" y="23551"/>
                </a:moveTo>
                <a:lnTo>
                  <a:pt x="227396" y="23551"/>
                </a:lnTo>
                <a:lnTo>
                  <a:pt x="223327" y="23551"/>
                </a:lnTo>
                <a:lnTo>
                  <a:pt x="224995" y="21883"/>
                </a:lnTo>
                <a:lnTo>
                  <a:pt x="228230" y="21883"/>
                </a:lnTo>
                <a:lnTo>
                  <a:pt x="230532" y="24185"/>
                </a:lnTo>
                <a:lnTo>
                  <a:pt x="230532" y="26553"/>
                </a:lnTo>
                <a:close/>
                <a:moveTo>
                  <a:pt x="227330" y="13744"/>
                </a:moveTo>
                <a:lnTo>
                  <a:pt x="227330" y="12343"/>
                </a:lnTo>
                <a:lnTo>
                  <a:pt x="229965" y="15012"/>
                </a:lnTo>
                <a:lnTo>
                  <a:pt x="226229" y="15012"/>
                </a:lnTo>
                <a:lnTo>
                  <a:pt x="227196" y="14011"/>
                </a:lnTo>
                <a:close/>
                <a:moveTo>
                  <a:pt x="230532" y="20082"/>
                </a:moveTo>
                <a:lnTo>
                  <a:pt x="229431" y="18981"/>
                </a:lnTo>
                <a:lnTo>
                  <a:pt x="229264" y="18981"/>
                </a:lnTo>
                <a:lnTo>
                  <a:pt x="227897" y="18981"/>
                </a:lnTo>
                <a:lnTo>
                  <a:pt x="230532" y="16346"/>
                </a:lnTo>
                <a:close/>
                <a:moveTo>
                  <a:pt x="231332" y="16346"/>
                </a:moveTo>
                <a:lnTo>
                  <a:pt x="233968" y="18981"/>
                </a:lnTo>
                <a:lnTo>
                  <a:pt x="232567" y="18981"/>
                </a:lnTo>
                <a:lnTo>
                  <a:pt x="232300" y="19115"/>
                </a:lnTo>
                <a:lnTo>
                  <a:pt x="231332" y="20082"/>
                </a:lnTo>
                <a:lnTo>
                  <a:pt x="231332" y="16346"/>
                </a:lnTo>
                <a:close/>
                <a:moveTo>
                  <a:pt x="227897" y="11776"/>
                </a:moveTo>
                <a:lnTo>
                  <a:pt x="229431" y="11776"/>
                </a:lnTo>
                <a:lnTo>
                  <a:pt x="230532" y="10709"/>
                </a:lnTo>
                <a:lnTo>
                  <a:pt x="230532" y="14445"/>
                </a:lnTo>
                <a:close/>
                <a:moveTo>
                  <a:pt x="229965" y="15779"/>
                </a:moveTo>
                <a:lnTo>
                  <a:pt x="227330" y="18414"/>
                </a:lnTo>
                <a:lnTo>
                  <a:pt x="227330" y="16880"/>
                </a:lnTo>
                <a:lnTo>
                  <a:pt x="226229" y="15779"/>
                </a:lnTo>
                <a:close/>
                <a:moveTo>
                  <a:pt x="227096" y="19782"/>
                </a:moveTo>
                <a:lnTo>
                  <a:pt x="229097" y="19782"/>
                </a:lnTo>
                <a:lnTo>
                  <a:pt x="230532" y="21216"/>
                </a:lnTo>
                <a:lnTo>
                  <a:pt x="230532" y="23051"/>
                </a:lnTo>
                <a:lnTo>
                  <a:pt x="228564" y="21083"/>
                </a:lnTo>
                <a:lnTo>
                  <a:pt x="228397" y="21083"/>
                </a:lnTo>
                <a:lnTo>
                  <a:pt x="225795" y="21083"/>
                </a:lnTo>
                <a:close/>
                <a:moveTo>
                  <a:pt x="231332" y="21216"/>
                </a:moveTo>
                <a:lnTo>
                  <a:pt x="232733" y="19782"/>
                </a:lnTo>
                <a:lnTo>
                  <a:pt x="234768" y="19782"/>
                </a:lnTo>
                <a:lnTo>
                  <a:pt x="236069" y="21083"/>
                </a:lnTo>
                <a:lnTo>
                  <a:pt x="233300" y="21083"/>
                </a:lnTo>
                <a:lnTo>
                  <a:pt x="231332" y="23051"/>
                </a:lnTo>
                <a:lnTo>
                  <a:pt x="231332" y="21216"/>
                </a:lnTo>
                <a:close/>
                <a:moveTo>
                  <a:pt x="234535" y="18447"/>
                </a:moveTo>
                <a:lnTo>
                  <a:pt x="231899" y="15779"/>
                </a:lnTo>
                <a:lnTo>
                  <a:pt x="235635" y="15779"/>
                </a:lnTo>
                <a:lnTo>
                  <a:pt x="234535" y="16880"/>
                </a:lnTo>
                <a:close/>
                <a:moveTo>
                  <a:pt x="231332" y="14445"/>
                </a:moveTo>
                <a:lnTo>
                  <a:pt x="231332" y="10709"/>
                </a:lnTo>
                <a:lnTo>
                  <a:pt x="232300" y="11676"/>
                </a:lnTo>
                <a:lnTo>
                  <a:pt x="232567" y="11809"/>
                </a:lnTo>
                <a:lnTo>
                  <a:pt x="233968" y="11809"/>
                </a:lnTo>
                <a:close/>
                <a:moveTo>
                  <a:pt x="230532" y="9574"/>
                </a:moveTo>
                <a:lnTo>
                  <a:pt x="229097" y="11009"/>
                </a:lnTo>
                <a:lnTo>
                  <a:pt x="227096" y="11009"/>
                </a:lnTo>
                <a:lnTo>
                  <a:pt x="225762" y="9675"/>
                </a:lnTo>
                <a:lnTo>
                  <a:pt x="228564" y="9675"/>
                </a:lnTo>
                <a:lnTo>
                  <a:pt x="230532" y="7706"/>
                </a:lnTo>
                <a:close/>
                <a:moveTo>
                  <a:pt x="225128" y="15779"/>
                </a:moveTo>
                <a:lnTo>
                  <a:pt x="226529" y="17213"/>
                </a:lnTo>
                <a:lnTo>
                  <a:pt x="226529" y="19215"/>
                </a:lnTo>
                <a:lnTo>
                  <a:pt x="225228" y="20549"/>
                </a:lnTo>
                <a:lnTo>
                  <a:pt x="225228" y="17747"/>
                </a:lnTo>
                <a:lnTo>
                  <a:pt x="223260" y="15779"/>
                </a:lnTo>
                <a:close/>
                <a:moveTo>
                  <a:pt x="205848" y="17747"/>
                </a:moveTo>
                <a:lnTo>
                  <a:pt x="205848" y="20516"/>
                </a:lnTo>
                <a:lnTo>
                  <a:pt x="204513" y="19215"/>
                </a:lnTo>
                <a:lnTo>
                  <a:pt x="204513" y="17213"/>
                </a:lnTo>
                <a:lnTo>
                  <a:pt x="205948" y="15779"/>
                </a:lnTo>
                <a:lnTo>
                  <a:pt x="207816" y="15779"/>
                </a:lnTo>
                <a:close/>
                <a:moveTo>
                  <a:pt x="205948" y="15012"/>
                </a:moveTo>
                <a:lnTo>
                  <a:pt x="204513" y="13577"/>
                </a:lnTo>
                <a:lnTo>
                  <a:pt x="204513" y="11576"/>
                </a:lnTo>
                <a:lnTo>
                  <a:pt x="205848" y="10242"/>
                </a:lnTo>
                <a:lnTo>
                  <a:pt x="205848" y="13010"/>
                </a:lnTo>
                <a:lnTo>
                  <a:pt x="207816" y="14978"/>
                </a:lnTo>
                <a:lnTo>
                  <a:pt x="205948" y="14978"/>
                </a:lnTo>
                <a:close/>
                <a:moveTo>
                  <a:pt x="203979" y="11009"/>
                </a:moveTo>
                <a:lnTo>
                  <a:pt x="201945" y="11009"/>
                </a:lnTo>
                <a:lnTo>
                  <a:pt x="200544" y="9574"/>
                </a:lnTo>
                <a:lnTo>
                  <a:pt x="200544" y="7706"/>
                </a:lnTo>
                <a:lnTo>
                  <a:pt x="202512" y="9675"/>
                </a:lnTo>
                <a:lnTo>
                  <a:pt x="205280" y="9675"/>
                </a:lnTo>
                <a:close/>
                <a:moveTo>
                  <a:pt x="199743" y="9574"/>
                </a:moveTo>
                <a:lnTo>
                  <a:pt x="198309" y="11009"/>
                </a:lnTo>
                <a:lnTo>
                  <a:pt x="196307" y="11009"/>
                </a:lnTo>
                <a:lnTo>
                  <a:pt x="194973" y="9675"/>
                </a:lnTo>
                <a:lnTo>
                  <a:pt x="197775" y="9675"/>
                </a:lnTo>
                <a:lnTo>
                  <a:pt x="199743" y="7706"/>
                </a:lnTo>
                <a:lnTo>
                  <a:pt x="199743" y="9574"/>
                </a:lnTo>
                <a:close/>
                <a:moveTo>
                  <a:pt x="194339" y="15779"/>
                </a:moveTo>
                <a:lnTo>
                  <a:pt x="195740" y="17213"/>
                </a:lnTo>
                <a:lnTo>
                  <a:pt x="195740" y="19215"/>
                </a:lnTo>
                <a:lnTo>
                  <a:pt x="194439" y="20549"/>
                </a:lnTo>
                <a:lnTo>
                  <a:pt x="194439" y="17747"/>
                </a:lnTo>
                <a:lnTo>
                  <a:pt x="192471" y="15779"/>
                </a:lnTo>
                <a:close/>
                <a:moveTo>
                  <a:pt x="175059" y="17747"/>
                </a:moveTo>
                <a:lnTo>
                  <a:pt x="175059" y="20549"/>
                </a:lnTo>
                <a:lnTo>
                  <a:pt x="173725" y="19215"/>
                </a:lnTo>
                <a:lnTo>
                  <a:pt x="173725" y="17213"/>
                </a:lnTo>
                <a:lnTo>
                  <a:pt x="175159" y="15779"/>
                </a:lnTo>
                <a:lnTo>
                  <a:pt x="177027" y="15779"/>
                </a:lnTo>
                <a:close/>
                <a:moveTo>
                  <a:pt x="175159" y="15012"/>
                </a:moveTo>
                <a:lnTo>
                  <a:pt x="173725" y="13577"/>
                </a:lnTo>
                <a:lnTo>
                  <a:pt x="173725" y="11576"/>
                </a:lnTo>
                <a:lnTo>
                  <a:pt x="175059" y="10242"/>
                </a:lnTo>
                <a:lnTo>
                  <a:pt x="175059" y="13010"/>
                </a:lnTo>
                <a:lnTo>
                  <a:pt x="177027" y="14978"/>
                </a:lnTo>
                <a:lnTo>
                  <a:pt x="175159" y="14978"/>
                </a:lnTo>
                <a:close/>
                <a:moveTo>
                  <a:pt x="173191" y="11009"/>
                </a:moveTo>
                <a:lnTo>
                  <a:pt x="171156" y="11009"/>
                </a:lnTo>
                <a:lnTo>
                  <a:pt x="169755" y="9574"/>
                </a:lnTo>
                <a:lnTo>
                  <a:pt x="169755" y="7706"/>
                </a:lnTo>
                <a:lnTo>
                  <a:pt x="171723" y="9675"/>
                </a:lnTo>
                <a:lnTo>
                  <a:pt x="174492" y="9675"/>
                </a:lnTo>
                <a:close/>
                <a:moveTo>
                  <a:pt x="168954" y="9574"/>
                </a:moveTo>
                <a:lnTo>
                  <a:pt x="167520" y="11009"/>
                </a:lnTo>
                <a:lnTo>
                  <a:pt x="165519" y="11009"/>
                </a:lnTo>
                <a:lnTo>
                  <a:pt x="164184" y="9675"/>
                </a:lnTo>
                <a:lnTo>
                  <a:pt x="166986" y="9675"/>
                </a:lnTo>
                <a:lnTo>
                  <a:pt x="168954" y="7706"/>
                </a:lnTo>
                <a:close/>
                <a:moveTo>
                  <a:pt x="163517" y="15779"/>
                </a:moveTo>
                <a:lnTo>
                  <a:pt x="164952" y="17213"/>
                </a:lnTo>
                <a:lnTo>
                  <a:pt x="164952" y="19215"/>
                </a:lnTo>
                <a:lnTo>
                  <a:pt x="163651" y="20549"/>
                </a:lnTo>
                <a:lnTo>
                  <a:pt x="163651" y="17747"/>
                </a:lnTo>
                <a:lnTo>
                  <a:pt x="161649" y="15779"/>
                </a:lnTo>
                <a:close/>
                <a:moveTo>
                  <a:pt x="144270" y="17747"/>
                </a:moveTo>
                <a:lnTo>
                  <a:pt x="144270" y="20549"/>
                </a:lnTo>
                <a:lnTo>
                  <a:pt x="142936" y="19215"/>
                </a:lnTo>
                <a:lnTo>
                  <a:pt x="142936" y="17213"/>
                </a:lnTo>
                <a:lnTo>
                  <a:pt x="144370" y="15779"/>
                </a:lnTo>
                <a:lnTo>
                  <a:pt x="146238" y="15779"/>
                </a:lnTo>
                <a:close/>
                <a:moveTo>
                  <a:pt x="144370" y="15012"/>
                </a:moveTo>
                <a:lnTo>
                  <a:pt x="142936" y="13577"/>
                </a:lnTo>
                <a:lnTo>
                  <a:pt x="142936" y="11576"/>
                </a:lnTo>
                <a:lnTo>
                  <a:pt x="144270" y="10242"/>
                </a:lnTo>
                <a:lnTo>
                  <a:pt x="144270" y="13010"/>
                </a:lnTo>
                <a:lnTo>
                  <a:pt x="146238" y="14978"/>
                </a:lnTo>
                <a:lnTo>
                  <a:pt x="144370" y="14978"/>
                </a:lnTo>
                <a:close/>
                <a:moveTo>
                  <a:pt x="142369" y="11009"/>
                </a:moveTo>
                <a:lnTo>
                  <a:pt x="140367" y="11009"/>
                </a:lnTo>
                <a:lnTo>
                  <a:pt x="138933" y="9574"/>
                </a:lnTo>
                <a:lnTo>
                  <a:pt x="138933" y="7706"/>
                </a:lnTo>
                <a:lnTo>
                  <a:pt x="140901" y="9675"/>
                </a:lnTo>
                <a:lnTo>
                  <a:pt x="143703" y="9675"/>
                </a:lnTo>
                <a:close/>
                <a:moveTo>
                  <a:pt x="138166" y="9574"/>
                </a:moveTo>
                <a:lnTo>
                  <a:pt x="136731" y="11009"/>
                </a:lnTo>
                <a:lnTo>
                  <a:pt x="134730" y="11009"/>
                </a:lnTo>
                <a:lnTo>
                  <a:pt x="133396" y="9675"/>
                </a:lnTo>
                <a:lnTo>
                  <a:pt x="136198" y="9675"/>
                </a:lnTo>
                <a:lnTo>
                  <a:pt x="138166" y="7706"/>
                </a:lnTo>
                <a:close/>
                <a:moveTo>
                  <a:pt x="132729" y="15779"/>
                </a:moveTo>
                <a:lnTo>
                  <a:pt x="134163" y="17213"/>
                </a:lnTo>
                <a:lnTo>
                  <a:pt x="134163" y="19215"/>
                </a:lnTo>
                <a:lnTo>
                  <a:pt x="132862" y="20549"/>
                </a:lnTo>
                <a:lnTo>
                  <a:pt x="132862" y="17747"/>
                </a:lnTo>
                <a:lnTo>
                  <a:pt x="130894" y="15779"/>
                </a:lnTo>
                <a:close/>
                <a:moveTo>
                  <a:pt x="113482" y="17747"/>
                </a:moveTo>
                <a:lnTo>
                  <a:pt x="113482" y="20549"/>
                </a:lnTo>
                <a:lnTo>
                  <a:pt x="112147" y="19215"/>
                </a:lnTo>
                <a:lnTo>
                  <a:pt x="112147" y="17213"/>
                </a:lnTo>
                <a:lnTo>
                  <a:pt x="113582" y="15779"/>
                </a:lnTo>
                <a:lnTo>
                  <a:pt x="115450" y="15779"/>
                </a:lnTo>
                <a:close/>
                <a:moveTo>
                  <a:pt x="113582" y="15012"/>
                </a:moveTo>
                <a:lnTo>
                  <a:pt x="112147" y="13577"/>
                </a:lnTo>
                <a:lnTo>
                  <a:pt x="112147" y="11576"/>
                </a:lnTo>
                <a:lnTo>
                  <a:pt x="113482" y="10242"/>
                </a:lnTo>
                <a:lnTo>
                  <a:pt x="113482" y="13010"/>
                </a:lnTo>
                <a:lnTo>
                  <a:pt x="115450" y="14978"/>
                </a:lnTo>
                <a:lnTo>
                  <a:pt x="113582" y="14978"/>
                </a:lnTo>
                <a:close/>
                <a:moveTo>
                  <a:pt x="111580" y="11009"/>
                </a:moveTo>
                <a:lnTo>
                  <a:pt x="109579" y="11009"/>
                </a:lnTo>
                <a:lnTo>
                  <a:pt x="108144" y="9574"/>
                </a:lnTo>
                <a:lnTo>
                  <a:pt x="108144" y="7706"/>
                </a:lnTo>
                <a:lnTo>
                  <a:pt x="110112" y="9675"/>
                </a:lnTo>
                <a:lnTo>
                  <a:pt x="112914" y="9675"/>
                </a:lnTo>
                <a:close/>
                <a:moveTo>
                  <a:pt x="107377" y="9574"/>
                </a:moveTo>
                <a:lnTo>
                  <a:pt x="105943" y="11009"/>
                </a:lnTo>
                <a:lnTo>
                  <a:pt x="103941" y="11009"/>
                </a:lnTo>
                <a:lnTo>
                  <a:pt x="102607" y="9675"/>
                </a:lnTo>
                <a:lnTo>
                  <a:pt x="105409" y="9675"/>
                </a:lnTo>
                <a:lnTo>
                  <a:pt x="107377" y="7706"/>
                </a:lnTo>
                <a:close/>
                <a:moveTo>
                  <a:pt x="101940" y="15779"/>
                </a:moveTo>
                <a:lnTo>
                  <a:pt x="103374" y="17213"/>
                </a:lnTo>
                <a:lnTo>
                  <a:pt x="103374" y="19215"/>
                </a:lnTo>
                <a:lnTo>
                  <a:pt x="102040" y="20549"/>
                </a:lnTo>
                <a:lnTo>
                  <a:pt x="102040" y="17747"/>
                </a:lnTo>
                <a:lnTo>
                  <a:pt x="100072" y="15779"/>
                </a:lnTo>
                <a:lnTo>
                  <a:pt x="101940" y="15779"/>
                </a:lnTo>
                <a:close/>
                <a:moveTo>
                  <a:pt x="82660" y="17747"/>
                </a:moveTo>
                <a:lnTo>
                  <a:pt x="82660" y="20549"/>
                </a:lnTo>
                <a:lnTo>
                  <a:pt x="81359" y="19215"/>
                </a:lnTo>
                <a:lnTo>
                  <a:pt x="81359" y="17213"/>
                </a:lnTo>
                <a:lnTo>
                  <a:pt x="82793" y="15779"/>
                </a:lnTo>
                <a:lnTo>
                  <a:pt x="84628" y="15779"/>
                </a:lnTo>
                <a:close/>
                <a:moveTo>
                  <a:pt x="82793" y="15012"/>
                </a:moveTo>
                <a:lnTo>
                  <a:pt x="81359" y="13577"/>
                </a:lnTo>
                <a:lnTo>
                  <a:pt x="81359" y="11576"/>
                </a:lnTo>
                <a:lnTo>
                  <a:pt x="82660" y="10242"/>
                </a:lnTo>
                <a:lnTo>
                  <a:pt x="82660" y="13010"/>
                </a:lnTo>
                <a:lnTo>
                  <a:pt x="84628" y="14978"/>
                </a:lnTo>
                <a:lnTo>
                  <a:pt x="82793" y="14978"/>
                </a:lnTo>
                <a:close/>
                <a:moveTo>
                  <a:pt x="80792" y="11009"/>
                </a:moveTo>
                <a:lnTo>
                  <a:pt x="78790" y="11009"/>
                </a:lnTo>
                <a:lnTo>
                  <a:pt x="77356" y="9574"/>
                </a:lnTo>
                <a:lnTo>
                  <a:pt x="77356" y="7706"/>
                </a:lnTo>
                <a:lnTo>
                  <a:pt x="79324" y="9675"/>
                </a:lnTo>
                <a:lnTo>
                  <a:pt x="82126" y="9675"/>
                </a:lnTo>
                <a:close/>
                <a:moveTo>
                  <a:pt x="76589" y="9574"/>
                </a:moveTo>
                <a:lnTo>
                  <a:pt x="75154" y="11009"/>
                </a:lnTo>
                <a:lnTo>
                  <a:pt x="73153" y="11009"/>
                </a:lnTo>
                <a:lnTo>
                  <a:pt x="71818" y="9675"/>
                </a:lnTo>
                <a:lnTo>
                  <a:pt x="74620" y="9675"/>
                </a:lnTo>
                <a:lnTo>
                  <a:pt x="76589" y="7706"/>
                </a:lnTo>
                <a:close/>
                <a:moveTo>
                  <a:pt x="71151" y="15779"/>
                </a:moveTo>
                <a:lnTo>
                  <a:pt x="72586" y="17213"/>
                </a:lnTo>
                <a:lnTo>
                  <a:pt x="72586" y="19215"/>
                </a:lnTo>
                <a:lnTo>
                  <a:pt x="71251" y="20549"/>
                </a:lnTo>
                <a:lnTo>
                  <a:pt x="71251" y="17747"/>
                </a:lnTo>
                <a:lnTo>
                  <a:pt x="69283" y="15779"/>
                </a:lnTo>
                <a:lnTo>
                  <a:pt x="71151" y="15779"/>
                </a:lnTo>
                <a:close/>
                <a:moveTo>
                  <a:pt x="51871" y="17747"/>
                </a:moveTo>
                <a:lnTo>
                  <a:pt x="51871" y="20549"/>
                </a:lnTo>
                <a:lnTo>
                  <a:pt x="50570" y="19215"/>
                </a:lnTo>
                <a:lnTo>
                  <a:pt x="50570" y="17213"/>
                </a:lnTo>
                <a:lnTo>
                  <a:pt x="51971" y="15779"/>
                </a:lnTo>
                <a:lnTo>
                  <a:pt x="53839" y="15779"/>
                </a:lnTo>
                <a:close/>
                <a:moveTo>
                  <a:pt x="51971" y="15012"/>
                </a:moveTo>
                <a:lnTo>
                  <a:pt x="50570" y="13577"/>
                </a:lnTo>
                <a:lnTo>
                  <a:pt x="50570" y="11576"/>
                </a:lnTo>
                <a:lnTo>
                  <a:pt x="51871" y="10242"/>
                </a:lnTo>
                <a:lnTo>
                  <a:pt x="51871" y="13010"/>
                </a:lnTo>
                <a:lnTo>
                  <a:pt x="53839" y="14978"/>
                </a:lnTo>
                <a:lnTo>
                  <a:pt x="51971" y="14978"/>
                </a:lnTo>
                <a:close/>
                <a:moveTo>
                  <a:pt x="50003" y="11009"/>
                </a:moveTo>
                <a:lnTo>
                  <a:pt x="48001" y="11009"/>
                </a:lnTo>
                <a:lnTo>
                  <a:pt x="46567" y="9574"/>
                </a:lnTo>
                <a:lnTo>
                  <a:pt x="46567" y="7706"/>
                </a:lnTo>
                <a:lnTo>
                  <a:pt x="48535" y="9675"/>
                </a:lnTo>
                <a:lnTo>
                  <a:pt x="51337" y="9675"/>
                </a:lnTo>
                <a:close/>
                <a:moveTo>
                  <a:pt x="45767" y="9574"/>
                </a:moveTo>
                <a:lnTo>
                  <a:pt x="44366" y="11009"/>
                </a:lnTo>
                <a:lnTo>
                  <a:pt x="42364" y="11009"/>
                </a:lnTo>
                <a:lnTo>
                  <a:pt x="41030" y="9675"/>
                </a:lnTo>
                <a:lnTo>
                  <a:pt x="43798" y="9675"/>
                </a:lnTo>
                <a:lnTo>
                  <a:pt x="45767" y="7706"/>
                </a:lnTo>
                <a:close/>
                <a:moveTo>
                  <a:pt x="40363" y="15779"/>
                </a:moveTo>
                <a:lnTo>
                  <a:pt x="41797" y="17213"/>
                </a:lnTo>
                <a:lnTo>
                  <a:pt x="41797" y="19215"/>
                </a:lnTo>
                <a:lnTo>
                  <a:pt x="40463" y="20549"/>
                </a:lnTo>
                <a:lnTo>
                  <a:pt x="40463" y="17747"/>
                </a:lnTo>
                <a:lnTo>
                  <a:pt x="38495" y="15779"/>
                </a:lnTo>
                <a:lnTo>
                  <a:pt x="40363" y="15779"/>
                </a:lnTo>
                <a:close/>
                <a:moveTo>
                  <a:pt x="21082" y="17747"/>
                </a:moveTo>
                <a:lnTo>
                  <a:pt x="21082" y="20549"/>
                </a:lnTo>
                <a:lnTo>
                  <a:pt x="19781" y="19215"/>
                </a:lnTo>
                <a:lnTo>
                  <a:pt x="19781" y="17213"/>
                </a:lnTo>
                <a:lnTo>
                  <a:pt x="21182" y="15779"/>
                </a:lnTo>
                <a:lnTo>
                  <a:pt x="23050" y="15779"/>
                </a:lnTo>
                <a:close/>
                <a:moveTo>
                  <a:pt x="21182" y="15012"/>
                </a:moveTo>
                <a:lnTo>
                  <a:pt x="19781" y="13577"/>
                </a:lnTo>
                <a:lnTo>
                  <a:pt x="19781" y="11576"/>
                </a:lnTo>
                <a:lnTo>
                  <a:pt x="21082" y="10242"/>
                </a:lnTo>
                <a:lnTo>
                  <a:pt x="21082" y="13010"/>
                </a:lnTo>
                <a:lnTo>
                  <a:pt x="23050" y="14978"/>
                </a:lnTo>
                <a:lnTo>
                  <a:pt x="21182" y="14978"/>
                </a:lnTo>
                <a:close/>
                <a:moveTo>
                  <a:pt x="19214" y="11009"/>
                </a:moveTo>
                <a:lnTo>
                  <a:pt x="17213" y="11009"/>
                </a:lnTo>
                <a:lnTo>
                  <a:pt x="15778" y="9574"/>
                </a:lnTo>
                <a:lnTo>
                  <a:pt x="15778" y="7706"/>
                </a:lnTo>
                <a:lnTo>
                  <a:pt x="17747" y="9675"/>
                </a:lnTo>
                <a:lnTo>
                  <a:pt x="20515" y="9675"/>
                </a:lnTo>
                <a:close/>
                <a:moveTo>
                  <a:pt x="14978" y="9574"/>
                </a:moveTo>
                <a:lnTo>
                  <a:pt x="13577" y="11009"/>
                </a:lnTo>
                <a:lnTo>
                  <a:pt x="11542" y="11009"/>
                </a:lnTo>
                <a:lnTo>
                  <a:pt x="10241" y="9675"/>
                </a:lnTo>
                <a:lnTo>
                  <a:pt x="13010" y="9675"/>
                </a:lnTo>
                <a:lnTo>
                  <a:pt x="14978" y="7706"/>
                </a:lnTo>
                <a:lnTo>
                  <a:pt x="14978" y="9574"/>
                </a:lnTo>
                <a:close/>
                <a:moveTo>
                  <a:pt x="9574" y="15779"/>
                </a:moveTo>
                <a:lnTo>
                  <a:pt x="11008" y="17213"/>
                </a:lnTo>
                <a:lnTo>
                  <a:pt x="11008" y="19215"/>
                </a:lnTo>
                <a:lnTo>
                  <a:pt x="9674" y="20549"/>
                </a:lnTo>
                <a:lnTo>
                  <a:pt x="9674" y="17747"/>
                </a:lnTo>
                <a:lnTo>
                  <a:pt x="7706" y="15779"/>
                </a:lnTo>
                <a:lnTo>
                  <a:pt x="9574" y="15779"/>
                </a:lnTo>
                <a:close/>
                <a:moveTo>
                  <a:pt x="11542" y="19782"/>
                </a:moveTo>
                <a:lnTo>
                  <a:pt x="13577" y="19782"/>
                </a:lnTo>
                <a:lnTo>
                  <a:pt x="14978" y="21216"/>
                </a:lnTo>
                <a:lnTo>
                  <a:pt x="14978" y="23051"/>
                </a:lnTo>
                <a:lnTo>
                  <a:pt x="13010" y="21083"/>
                </a:lnTo>
                <a:lnTo>
                  <a:pt x="10241" y="21083"/>
                </a:lnTo>
                <a:close/>
                <a:moveTo>
                  <a:pt x="14978" y="37394"/>
                </a:moveTo>
                <a:lnTo>
                  <a:pt x="12710" y="39696"/>
                </a:lnTo>
                <a:lnTo>
                  <a:pt x="9441" y="39696"/>
                </a:lnTo>
                <a:lnTo>
                  <a:pt x="7773" y="37995"/>
                </a:lnTo>
                <a:lnTo>
                  <a:pt x="12009" y="37995"/>
                </a:lnTo>
                <a:lnTo>
                  <a:pt x="14978" y="35026"/>
                </a:lnTo>
                <a:lnTo>
                  <a:pt x="14978" y="37394"/>
                </a:lnTo>
                <a:close/>
                <a:moveTo>
                  <a:pt x="9674" y="41030"/>
                </a:moveTo>
                <a:lnTo>
                  <a:pt x="11008" y="42365"/>
                </a:lnTo>
                <a:lnTo>
                  <a:pt x="11008" y="44366"/>
                </a:lnTo>
                <a:lnTo>
                  <a:pt x="9574" y="45800"/>
                </a:lnTo>
                <a:lnTo>
                  <a:pt x="7706" y="45800"/>
                </a:lnTo>
                <a:lnTo>
                  <a:pt x="9674" y="43832"/>
                </a:lnTo>
                <a:close/>
                <a:moveTo>
                  <a:pt x="9574" y="46568"/>
                </a:moveTo>
                <a:lnTo>
                  <a:pt x="11008" y="48002"/>
                </a:lnTo>
                <a:lnTo>
                  <a:pt x="11008" y="50003"/>
                </a:lnTo>
                <a:lnTo>
                  <a:pt x="9674" y="51338"/>
                </a:lnTo>
                <a:lnTo>
                  <a:pt x="9674" y="48536"/>
                </a:lnTo>
                <a:lnTo>
                  <a:pt x="7706" y="46568"/>
                </a:lnTo>
                <a:lnTo>
                  <a:pt x="9574" y="46568"/>
                </a:lnTo>
                <a:close/>
                <a:moveTo>
                  <a:pt x="11542" y="50570"/>
                </a:moveTo>
                <a:lnTo>
                  <a:pt x="13577" y="50570"/>
                </a:lnTo>
                <a:lnTo>
                  <a:pt x="14978" y="52005"/>
                </a:lnTo>
                <a:lnTo>
                  <a:pt x="14978" y="53873"/>
                </a:lnTo>
                <a:lnTo>
                  <a:pt x="13010" y="51905"/>
                </a:lnTo>
                <a:lnTo>
                  <a:pt x="10241" y="51905"/>
                </a:lnTo>
                <a:close/>
                <a:moveTo>
                  <a:pt x="14978" y="68183"/>
                </a:moveTo>
                <a:lnTo>
                  <a:pt x="12710" y="70485"/>
                </a:lnTo>
                <a:lnTo>
                  <a:pt x="9441" y="70485"/>
                </a:lnTo>
                <a:lnTo>
                  <a:pt x="7773" y="68783"/>
                </a:lnTo>
                <a:lnTo>
                  <a:pt x="12009" y="68783"/>
                </a:lnTo>
                <a:lnTo>
                  <a:pt x="14978" y="65815"/>
                </a:lnTo>
                <a:lnTo>
                  <a:pt x="14978" y="68183"/>
                </a:lnTo>
                <a:close/>
                <a:moveTo>
                  <a:pt x="9674" y="71819"/>
                </a:moveTo>
                <a:lnTo>
                  <a:pt x="11008" y="73153"/>
                </a:lnTo>
                <a:lnTo>
                  <a:pt x="11008" y="75155"/>
                </a:lnTo>
                <a:lnTo>
                  <a:pt x="9574" y="76589"/>
                </a:lnTo>
                <a:lnTo>
                  <a:pt x="7706" y="76589"/>
                </a:lnTo>
                <a:lnTo>
                  <a:pt x="9674" y="74621"/>
                </a:lnTo>
                <a:close/>
                <a:moveTo>
                  <a:pt x="9574" y="77356"/>
                </a:moveTo>
                <a:lnTo>
                  <a:pt x="11008" y="78791"/>
                </a:lnTo>
                <a:lnTo>
                  <a:pt x="11008" y="80792"/>
                </a:lnTo>
                <a:lnTo>
                  <a:pt x="9674" y="82126"/>
                </a:lnTo>
                <a:lnTo>
                  <a:pt x="9674" y="79324"/>
                </a:lnTo>
                <a:lnTo>
                  <a:pt x="7706" y="77356"/>
                </a:lnTo>
                <a:close/>
                <a:moveTo>
                  <a:pt x="11542" y="81359"/>
                </a:moveTo>
                <a:lnTo>
                  <a:pt x="13577" y="81359"/>
                </a:lnTo>
                <a:lnTo>
                  <a:pt x="14978" y="82794"/>
                </a:lnTo>
                <a:lnTo>
                  <a:pt x="14978" y="84662"/>
                </a:lnTo>
                <a:lnTo>
                  <a:pt x="13010" y="82693"/>
                </a:lnTo>
                <a:lnTo>
                  <a:pt x="10241" y="82693"/>
                </a:lnTo>
                <a:close/>
                <a:moveTo>
                  <a:pt x="14978" y="98972"/>
                </a:moveTo>
                <a:lnTo>
                  <a:pt x="12710" y="101273"/>
                </a:lnTo>
                <a:lnTo>
                  <a:pt x="9441" y="101273"/>
                </a:lnTo>
                <a:lnTo>
                  <a:pt x="7773" y="99606"/>
                </a:lnTo>
                <a:lnTo>
                  <a:pt x="12009" y="99606"/>
                </a:lnTo>
                <a:lnTo>
                  <a:pt x="14978" y="96603"/>
                </a:lnTo>
                <a:lnTo>
                  <a:pt x="14978" y="98972"/>
                </a:lnTo>
                <a:close/>
                <a:moveTo>
                  <a:pt x="9674" y="102608"/>
                </a:moveTo>
                <a:lnTo>
                  <a:pt x="11008" y="103942"/>
                </a:lnTo>
                <a:lnTo>
                  <a:pt x="11008" y="105943"/>
                </a:lnTo>
                <a:lnTo>
                  <a:pt x="9574" y="107378"/>
                </a:lnTo>
                <a:lnTo>
                  <a:pt x="7706" y="107378"/>
                </a:lnTo>
                <a:lnTo>
                  <a:pt x="9674" y="105410"/>
                </a:lnTo>
                <a:close/>
                <a:moveTo>
                  <a:pt x="9574" y="108178"/>
                </a:moveTo>
                <a:lnTo>
                  <a:pt x="11008" y="109579"/>
                </a:lnTo>
                <a:lnTo>
                  <a:pt x="11008" y="111614"/>
                </a:lnTo>
                <a:lnTo>
                  <a:pt x="9674" y="112915"/>
                </a:lnTo>
                <a:lnTo>
                  <a:pt x="9674" y="110146"/>
                </a:lnTo>
                <a:lnTo>
                  <a:pt x="7706" y="108178"/>
                </a:lnTo>
                <a:close/>
                <a:moveTo>
                  <a:pt x="11542" y="112148"/>
                </a:moveTo>
                <a:lnTo>
                  <a:pt x="13577" y="112148"/>
                </a:lnTo>
                <a:lnTo>
                  <a:pt x="14978" y="113582"/>
                </a:lnTo>
                <a:lnTo>
                  <a:pt x="14978" y="115450"/>
                </a:lnTo>
                <a:lnTo>
                  <a:pt x="13010" y="113482"/>
                </a:lnTo>
                <a:lnTo>
                  <a:pt x="10241" y="113482"/>
                </a:lnTo>
                <a:close/>
                <a:moveTo>
                  <a:pt x="15778" y="113582"/>
                </a:moveTo>
                <a:lnTo>
                  <a:pt x="17213" y="112148"/>
                </a:lnTo>
                <a:lnTo>
                  <a:pt x="19214" y="112148"/>
                </a:lnTo>
                <a:lnTo>
                  <a:pt x="20515" y="113482"/>
                </a:lnTo>
                <a:lnTo>
                  <a:pt x="17747" y="113482"/>
                </a:lnTo>
                <a:lnTo>
                  <a:pt x="15778" y="115450"/>
                </a:lnTo>
                <a:close/>
                <a:moveTo>
                  <a:pt x="21182" y="107378"/>
                </a:moveTo>
                <a:lnTo>
                  <a:pt x="19781" y="105943"/>
                </a:lnTo>
                <a:lnTo>
                  <a:pt x="19781" y="103942"/>
                </a:lnTo>
                <a:lnTo>
                  <a:pt x="21082" y="102608"/>
                </a:lnTo>
                <a:lnTo>
                  <a:pt x="21082" y="105410"/>
                </a:lnTo>
                <a:lnTo>
                  <a:pt x="23050" y="107378"/>
                </a:lnTo>
                <a:close/>
                <a:moveTo>
                  <a:pt x="40463" y="105410"/>
                </a:moveTo>
                <a:lnTo>
                  <a:pt x="40463" y="102608"/>
                </a:lnTo>
                <a:lnTo>
                  <a:pt x="41797" y="103942"/>
                </a:lnTo>
                <a:lnTo>
                  <a:pt x="41797" y="105943"/>
                </a:lnTo>
                <a:lnTo>
                  <a:pt x="40363" y="107378"/>
                </a:lnTo>
                <a:lnTo>
                  <a:pt x="38495" y="107378"/>
                </a:lnTo>
                <a:close/>
                <a:moveTo>
                  <a:pt x="40363" y="108178"/>
                </a:moveTo>
                <a:lnTo>
                  <a:pt x="41797" y="109579"/>
                </a:lnTo>
                <a:lnTo>
                  <a:pt x="41797" y="111614"/>
                </a:lnTo>
                <a:lnTo>
                  <a:pt x="40463" y="112915"/>
                </a:lnTo>
                <a:lnTo>
                  <a:pt x="40463" y="110146"/>
                </a:lnTo>
                <a:lnTo>
                  <a:pt x="38495" y="108178"/>
                </a:lnTo>
                <a:close/>
                <a:moveTo>
                  <a:pt x="42364" y="112148"/>
                </a:moveTo>
                <a:lnTo>
                  <a:pt x="44366" y="112148"/>
                </a:lnTo>
                <a:lnTo>
                  <a:pt x="45767" y="113582"/>
                </a:lnTo>
                <a:lnTo>
                  <a:pt x="45767" y="115450"/>
                </a:lnTo>
                <a:lnTo>
                  <a:pt x="43798" y="113482"/>
                </a:lnTo>
                <a:lnTo>
                  <a:pt x="41030" y="113482"/>
                </a:lnTo>
                <a:close/>
                <a:moveTo>
                  <a:pt x="46567" y="113582"/>
                </a:moveTo>
                <a:lnTo>
                  <a:pt x="48001" y="112148"/>
                </a:lnTo>
                <a:lnTo>
                  <a:pt x="50003" y="112148"/>
                </a:lnTo>
                <a:lnTo>
                  <a:pt x="51337" y="113482"/>
                </a:lnTo>
                <a:lnTo>
                  <a:pt x="48535" y="113482"/>
                </a:lnTo>
                <a:lnTo>
                  <a:pt x="46567" y="115450"/>
                </a:lnTo>
                <a:close/>
                <a:moveTo>
                  <a:pt x="51971" y="107378"/>
                </a:moveTo>
                <a:lnTo>
                  <a:pt x="50570" y="105943"/>
                </a:lnTo>
                <a:lnTo>
                  <a:pt x="50570" y="103942"/>
                </a:lnTo>
                <a:lnTo>
                  <a:pt x="51871" y="102608"/>
                </a:lnTo>
                <a:lnTo>
                  <a:pt x="51871" y="105410"/>
                </a:lnTo>
                <a:lnTo>
                  <a:pt x="53839" y="107378"/>
                </a:lnTo>
                <a:lnTo>
                  <a:pt x="51971" y="107378"/>
                </a:lnTo>
                <a:close/>
                <a:moveTo>
                  <a:pt x="71251" y="105410"/>
                </a:moveTo>
                <a:lnTo>
                  <a:pt x="71251" y="102608"/>
                </a:lnTo>
                <a:lnTo>
                  <a:pt x="72586" y="103942"/>
                </a:lnTo>
                <a:lnTo>
                  <a:pt x="72586" y="105943"/>
                </a:lnTo>
                <a:lnTo>
                  <a:pt x="71151" y="107378"/>
                </a:lnTo>
                <a:lnTo>
                  <a:pt x="69283" y="107378"/>
                </a:lnTo>
                <a:close/>
                <a:moveTo>
                  <a:pt x="71151" y="108178"/>
                </a:moveTo>
                <a:lnTo>
                  <a:pt x="72586" y="109579"/>
                </a:lnTo>
                <a:lnTo>
                  <a:pt x="72586" y="111614"/>
                </a:lnTo>
                <a:lnTo>
                  <a:pt x="71251" y="112915"/>
                </a:lnTo>
                <a:lnTo>
                  <a:pt x="71251" y="110146"/>
                </a:lnTo>
                <a:lnTo>
                  <a:pt x="69283" y="108178"/>
                </a:lnTo>
                <a:close/>
                <a:moveTo>
                  <a:pt x="73153" y="112148"/>
                </a:moveTo>
                <a:lnTo>
                  <a:pt x="75154" y="112148"/>
                </a:lnTo>
                <a:lnTo>
                  <a:pt x="76555" y="113582"/>
                </a:lnTo>
                <a:lnTo>
                  <a:pt x="76555" y="115450"/>
                </a:lnTo>
                <a:lnTo>
                  <a:pt x="74587" y="113482"/>
                </a:lnTo>
                <a:lnTo>
                  <a:pt x="71818" y="113482"/>
                </a:lnTo>
                <a:close/>
                <a:moveTo>
                  <a:pt x="77356" y="113582"/>
                </a:moveTo>
                <a:lnTo>
                  <a:pt x="78790" y="112148"/>
                </a:lnTo>
                <a:lnTo>
                  <a:pt x="80792" y="112148"/>
                </a:lnTo>
                <a:lnTo>
                  <a:pt x="82126" y="113482"/>
                </a:lnTo>
                <a:lnTo>
                  <a:pt x="79324" y="113482"/>
                </a:lnTo>
                <a:lnTo>
                  <a:pt x="77356" y="115450"/>
                </a:lnTo>
                <a:close/>
                <a:moveTo>
                  <a:pt x="82793" y="107378"/>
                </a:moveTo>
                <a:lnTo>
                  <a:pt x="81359" y="105943"/>
                </a:lnTo>
                <a:lnTo>
                  <a:pt x="81359" y="103942"/>
                </a:lnTo>
                <a:lnTo>
                  <a:pt x="82660" y="102608"/>
                </a:lnTo>
                <a:lnTo>
                  <a:pt x="82660" y="105410"/>
                </a:lnTo>
                <a:lnTo>
                  <a:pt x="84628" y="107378"/>
                </a:lnTo>
                <a:close/>
                <a:moveTo>
                  <a:pt x="102040" y="105410"/>
                </a:moveTo>
                <a:lnTo>
                  <a:pt x="102040" y="102608"/>
                </a:lnTo>
                <a:lnTo>
                  <a:pt x="103374" y="103942"/>
                </a:lnTo>
                <a:lnTo>
                  <a:pt x="103374" y="105943"/>
                </a:lnTo>
                <a:lnTo>
                  <a:pt x="101940" y="107378"/>
                </a:lnTo>
                <a:lnTo>
                  <a:pt x="100072" y="107378"/>
                </a:lnTo>
                <a:close/>
                <a:moveTo>
                  <a:pt x="101940" y="108178"/>
                </a:moveTo>
                <a:lnTo>
                  <a:pt x="103374" y="109579"/>
                </a:lnTo>
                <a:lnTo>
                  <a:pt x="103374" y="111614"/>
                </a:lnTo>
                <a:lnTo>
                  <a:pt x="102040" y="112915"/>
                </a:lnTo>
                <a:lnTo>
                  <a:pt x="102040" y="110146"/>
                </a:lnTo>
                <a:lnTo>
                  <a:pt x="100072" y="108178"/>
                </a:lnTo>
                <a:close/>
                <a:moveTo>
                  <a:pt x="103941" y="112148"/>
                </a:moveTo>
                <a:lnTo>
                  <a:pt x="105943" y="112148"/>
                </a:lnTo>
                <a:lnTo>
                  <a:pt x="107344" y="113582"/>
                </a:lnTo>
                <a:lnTo>
                  <a:pt x="107344" y="115450"/>
                </a:lnTo>
                <a:lnTo>
                  <a:pt x="105376" y="113482"/>
                </a:lnTo>
                <a:lnTo>
                  <a:pt x="102607" y="113482"/>
                </a:lnTo>
                <a:close/>
                <a:moveTo>
                  <a:pt x="108144" y="113582"/>
                </a:moveTo>
                <a:lnTo>
                  <a:pt x="109579" y="112148"/>
                </a:lnTo>
                <a:lnTo>
                  <a:pt x="111580" y="112148"/>
                </a:lnTo>
                <a:lnTo>
                  <a:pt x="112914" y="113482"/>
                </a:lnTo>
                <a:lnTo>
                  <a:pt x="110112" y="113482"/>
                </a:lnTo>
                <a:lnTo>
                  <a:pt x="108144" y="115450"/>
                </a:lnTo>
                <a:close/>
                <a:moveTo>
                  <a:pt x="113582" y="107378"/>
                </a:moveTo>
                <a:lnTo>
                  <a:pt x="112147" y="105943"/>
                </a:lnTo>
                <a:lnTo>
                  <a:pt x="112147" y="103942"/>
                </a:lnTo>
                <a:lnTo>
                  <a:pt x="113482" y="102608"/>
                </a:lnTo>
                <a:lnTo>
                  <a:pt x="113482" y="105410"/>
                </a:lnTo>
                <a:lnTo>
                  <a:pt x="115450" y="107378"/>
                </a:lnTo>
                <a:lnTo>
                  <a:pt x="113582" y="107378"/>
                </a:lnTo>
                <a:close/>
                <a:moveTo>
                  <a:pt x="132862" y="105410"/>
                </a:moveTo>
                <a:lnTo>
                  <a:pt x="132862" y="102608"/>
                </a:lnTo>
                <a:lnTo>
                  <a:pt x="134163" y="103942"/>
                </a:lnTo>
                <a:lnTo>
                  <a:pt x="134163" y="105943"/>
                </a:lnTo>
                <a:lnTo>
                  <a:pt x="132729" y="107378"/>
                </a:lnTo>
                <a:lnTo>
                  <a:pt x="130894" y="107378"/>
                </a:lnTo>
                <a:close/>
                <a:moveTo>
                  <a:pt x="132729" y="108178"/>
                </a:moveTo>
                <a:lnTo>
                  <a:pt x="134163" y="109579"/>
                </a:lnTo>
                <a:lnTo>
                  <a:pt x="134163" y="111614"/>
                </a:lnTo>
                <a:lnTo>
                  <a:pt x="132862" y="112915"/>
                </a:lnTo>
                <a:lnTo>
                  <a:pt x="132862" y="110146"/>
                </a:lnTo>
                <a:lnTo>
                  <a:pt x="130894" y="108178"/>
                </a:lnTo>
                <a:close/>
                <a:moveTo>
                  <a:pt x="134730" y="112148"/>
                </a:moveTo>
                <a:lnTo>
                  <a:pt x="136731" y="112148"/>
                </a:lnTo>
                <a:lnTo>
                  <a:pt x="138166" y="113582"/>
                </a:lnTo>
                <a:lnTo>
                  <a:pt x="138166" y="115450"/>
                </a:lnTo>
                <a:lnTo>
                  <a:pt x="136198" y="113482"/>
                </a:lnTo>
                <a:lnTo>
                  <a:pt x="133396" y="113482"/>
                </a:lnTo>
                <a:close/>
                <a:moveTo>
                  <a:pt x="138933" y="113582"/>
                </a:moveTo>
                <a:lnTo>
                  <a:pt x="140367" y="112148"/>
                </a:lnTo>
                <a:lnTo>
                  <a:pt x="142369" y="112148"/>
                </a:lnTo>
                <a:lnTo>
                  <a:pt x="143703" y="113482"/>
                </a:lnTo>
                <a:lnTo>
                  <a:pt x="140901" y="113482"/>
                </a:lnTo>
                <a:lnTo>
                  <a:pt x="138933" y="115450"/>
                </a:lnTo>
                <a:close/>
                <a:moveTo>
                  <a:pt x="144370" y="107378"/>
                </a:moveTo>
                <a:lnTo>
                  <a:pt x="142936" y="105943"/>
                </a:lnTo>
                <a:lnTo>
                  <a:pt x="142936" y="103942"/>
                </a:lnTo>
                <a:lnTo>
                  <a:pt x="144270" y="102608"/>
                </a:lnTo>
                <a:lnTo>
                  <a:pt x="144270" y="105410"/>
                </a:lnTo>
                <a:lnTo>
                  <a:pt x="146238" y="107378"/>
                </a:lnTo>
                <a:lnTo>
                  <a:pt x="144370" y="107378"/>
                </a:lnTo>
                <a:close/>
                <a:moveTo>
                  <a:pt x="163651" y="105410"/>
                </a:moveTo>
                <a:lnTo>
                  <a:pt x="163651" y="102608"/>
                </a:lnTo>
                <a:lnTo>
                  <a:pt x="164952" y="103942"/>
                </a:lnTo>
                <a:lnTo>
                  <a:pt x="164952" y="105943"/>
                </a:lnTo>
                <a:lnTo>
                  <a:pt x="163551" y="107378"/>
                </a:lnTo>
                <a:lnTo>
                  <a:pt x="161683" y="107378"/>
                </a:lnTo>
                <a:close/>
                <a:moveTo>
                  <a:pt x="163551" y="108178"/>
                </a:moveTo>
                <a:lnTo>
                  <a:pt x="164952" y="109579"/>
                </a:lnTo>
                <a:lnTo>
                  <a:pt x="164952" y="111614"/>
                </a:lnTo>
                <a:lnTo>
                  <a:pt x="163651" y="112915"/>
                </a:lnTo>
                <a:lnTo>
                  <a:pt x="163651" y="110146"/>
                </a:lnTo>
                <a:lnTo>
                  <a:pt x="161683" y="108178"/>
                </a:lnTo>
                <a:close/>
                <a:moveTo>
                  <a:pt x="165519" y="112148"/>
                </a:moveTo>
                <a:lnTo>
                  <a:pt x="167520" y="112148"/>
                </a:lnTo>
                <a:lnTo>
                  <a:pt x="168954" y="113582"/>
                </a:lnTo>
                <a:lnTo>
                  <a:pt x="168954" y="115450"/>
                </a:lnTo>
                <a:lnTo>
                  <a:pt x="166986" y="113482"/>
                </a:lnTo>
                <a:lnTo>
                  <a:pt x="164184" y="113482"/>
                </a:lnTo>
                <a:close/>
                <a:moveTo>
                  <a:pt x="169755" y="113582"/>
                </a:moveTo>
                <a:lnTo>
                  <a:pt x="171156" y="112148"/>
                </a:lnTo>
                <a:lnTo>
                  <a:pt x="173157" y="112148"/>
                </a:lnTo>
                <a:lnTo>
                  <a:pt x="174492" y="113482"/>
                </a:lnTo>
                <a:lnTo>
                  <a:pt x="171723" y="113482"/>
                </a:lnTo>
                <a:lnTo>
                  <a:pt x="169755" y="115450"/>
                </a:lnTo>
                <a:close/>
                <a:moveTo>
                  <a:pt x="175159" y="107378"/>
                </a:moveTo>
                <a:lnTo>
                  <a:pt x="173725" y="105943"/>
                </a:lnTo>
                <a:lnTo>
                  <a:pt x="173725" y="103942"/>
                </a:lnTo>
                <a:lnTo>
                  <a:pt x="175059" y="102608"/>
                </a:lnTo>
                <a:lnTo>
                  <a:pt x="175059" y="105410"/>
                </a:lnTo>
                <a:lnTo>
                  <a:pt x="177027" y="107378"/>
                </a:lnTo>
                <a:lnTo>
                  <a:pt x="175159" y="107378"/>
                </a:lnTo>
                <a:close/>
                <a:moveTo>
                  <a:pt x="194439" y="105410"/>
                </a:moveTo>
                <a:lnTo>
                  <a:pt x="194439" y="102608"/>
                </a:lnTo>
                <a:lnTo>
                  <a:pt x="195740" y="103942"/>
                </a:lnTo>
                <a:lnTo>
                  <a:pt x="195740" y="105943"/>
                </a:lnTo>
                <a:lnTo>
                  <a:pt x="194339" y="107378"/>
                </a:lnTo>
                <a:lnTo>
                  <a:pt x="192471" y="107378"/>
                </a:lnTo>
                <a:close/>
                <a:moveTo>
                  <a:pt x="194339" y="108178"/>
                </a:moveTo>
                <a:lnTo>
                  <a:pt x="195740" y="109579"/>
                </a:lnTo>
                <a:lnTo>
                  <a:pt x="195740" y="111614"/>
                </a:lnTo>
                <a:lnTo>
                  <a:pt x="194439" y="112915"/>
                </a:lnTo>
                <a:lnTo>
                  <a:pt x="194439" y="110146"/>
                </a:lnTo>
                <a:lnTo>
                  <a:pt x="192471" y="108178"/>
                </a:lnTo>
                <a:close/>
                <a:moveTo>
                  <a:pt x="196307" y="112148"/>
                </a:moveTo>
                <a:lnTo>
                  <a:pt x="198309" y="112148"/>
                </a:lnTo>
                <a:lnTo>
                  <a:pt x="199743" y="113582"/>
                </a:lnTo>
                <a:lnTo>
                  <a:pt x="199743" y="115450"/>
                </a:lnTo>
                <a:lnTo>
                  <a:pt x="197775" y="113482"/>
                </a:lnTo>
                <a:lnTo>
                  <a:pt x="195006" y="113482"/>
                </a:lnTo>
                <a:close/>
                <a:moveTo>
                  <a:pt x="200544" y="113582"/>
                </a:moveTo>
                <a:lnTo>
                  <a:pt x="201945" y="112148"/>
                </a:lnTo>
                <a:lnTo>
                  <a:pt x="203979" y="112148"/>
                </a:lnTo>
                <a:lnTo>
                  <a:pt x="205280" y="113482"/>
                </a:lnTo>
                <a:lnTo>
                  <a:pt x="202512" y="113482"/>
                </a:lnTo>
                <a:lnTo>
                  <a:pt x="200544" y="115450"/>
                </a:lnTo>
                <a:close/>
                <a:moveTo>
                  <a:pt x="205948" y="107378"/>
                </a:moveTo>
                <a:lnTo>
                  <a:pt x="204513" y="105943"/>
                </a:lnTo>
                <a:lnTo>
                  <a:pt x="204513" y="103942"/>
                </a:lnTo>
                <a:lnTo>
                  <a:pt x="205848" y="102608"/>
                </a:lnTo>
                <a:lnTo>
                  <a:pt x="205848" y="105410"/>
                </a:lnTo>
                <a:lnTo>
                  <a:pt x="207816" y="107378"/>
                </a:lnTo>
                <a:close/>
                <a:moveTo>
                  <a:pt x="225228" y="105410"/>
                </a:moveTo>
                <a:lnTo>
                  <a:pt x="225228" y="102608"/>
                </a:lnTo>
                <a:lnTo>
                  <a:pt x="226529" y="103942"/>
                </a:lnTo>
                <a:lnTo>
                  <a:pt x="226529" y="105943"/>
                </a:lnTo>
                <a:lnTo>
                  <a:pt x="225128" y="107378"/>
                </a:lnTo>
                <a:lnTo>
                  <a:pt x="223260" y="107378"/>
                </a:lnTo>
                <a:close/>
                <a:moveTo>
                  <a:pt x="225128" y="108178"/>
                </a:moveTo>
                <a:lnTo>
                  <a:pt x="226529" y="109579"/>
                </a:lnTo>
                <a:lnTo>
                  <a:pt x="226529" y="111614"/>
                </a:lnTo>
                <a:lnTo>
                  <a:pt x="225228" y="112915"/>
                </a:lnTo>
                <a:lnTo>
                  <a:pt x="225228" y="110146"/>
                </a:lnTo>
                <a:lnTo>
                  <a:pt x="223260" y="108178"/>
                </a:lnTo>
                <a:close/>
                <a:moveTo>
                  <a:pt x="227096" y="112148"/>
                </a:moveTo>
                <a:lnTo>
                  <a:pt x="229097" y="112148"/>
                </a:lnTo>
                <a:lnTo>
                  <a:pt x="230532" y="113582"/>
                </a:lnTo>
                <a:lnTo>
                  <a:pt x="230532" y="115450"/>
                </a:lnTo>
                <a:lnTo>
                  <a:pt x="228564" y="113482"/>
                </a:lnTo>
                <a:lnTo>
                  <a:pt x="225762" y="113482"/>
                </a:lnTo>
                <a:close/>
                <a:moveTo>
                  <a:pt x="231332" y="113582"/>
                </a:moveTo>
                <a:lnTo>
                  <a:pt x="232733" y="112148"/>
                </a:lnTo>
                <a:lnTo>
                  <a:pt x="234768" y="112148"/>
                </a:lnTo>
                <a:lnTo>
                  <a:pt x="236069" y="113482"/>
                </a:lnTo>
                <a:lnTo>
                  <a:pt x="233300" y="113482"/>
                </a:lnTo>
                <a:lnTo>
                  <a:pt x="231332" y="115450"/>
                </a:lnTo>
                <a:lnTo>
                  <a:pt x="231332" y="113582"/>
                </a:lnTo>
                <a:close/>
                <a:moveTo>
                  <a:pt x="236736" y="107378"/>
                </a:moveTo>
                <a:lnTo>
                  <a:pt x="235302" y="105943"/>
                </a:lnTo>
                <a:lnTo>
                  <a:pt x="235302" y="103942"/>
                </a:lnTo>
                <a:lnTo>
                  <a:pt x="236636" y="102608"/>
                </a:lnTo>
                <a:lnTo>
                  <a:pt x="236636" y="105410"/>
                </a:lnTo>
                <a:lnTo>
                  <a:pt x="238604" y="107378"/>
                </a:lnTo>
                <a:lnTo>
                  <a:pt x="236736" y="107378"/>
                </a:lnTo>
                <a:close/>
                <a:moveTo>
                  <a:pt x="234768" y="103375"/>
                </a:moveTo>
                <a:lnTo>
                  <a:pt x="232733" y="103375"/>
                </a:lnTo>
                <a:lnTo>
                  <a:pt x="231332" y="101941"/>
                </a:lnTo>
                <a:lnTo>
                  <a:pt x="231332" y="100106"/>
                </a:lnTo>
                <a:lnTo>
                  <a:pt x="233300" y="102074"/>
                </a:lnTo>
                <a:lnTo>
                  <a:pt x="236069" y="102074"/>
                </a:lnTo>
                <a:close/>
                <a:moveTo>
                  <a:pt x="231332" y="85762"/>
                </a:moveTo>
                <a:lnTo>
                  <a:pt x="233601" y="83461"/>
                </a:lnTo>
                <a:lnTo>
                  <a:pt x="236870" y="83461"/>
                </a:lnTo>
                <a:lnTo>
                  <a:pt x="238538" y="85162"/>
                </a:lnTo>
                <a:lnTo>
                  <a:pt x="234301" y="85162"/>
                </a:lnTo>
                <a:lnTo>
                  <a:pt x="231332" y="88131"/>
                </a:lnTo>
                <a:close/>
                <a:moveTo>
                  <a:pt x="236636" y="82126"/>
                </a:moveTo>
                <a:lnTo>
                  <a:pt x="235302" y="80792"/>
                </a:lnTo>
                <a:lnTo>
                  <a:pt x="235302" y="78791"/>
                </a:lnTo>
                <a:lnTo>
                  <a:pt x="236736" y="77356"/>
                </a:lnTo>
                <a:lnTo>
                  <a:pt x="238604" y="77356"/>
                </a:lnTo>
                <a:lnTo>
                  <a:pt x="236636" y="79324"/>
                </a:lnTo>
                <a:close/>
                <a:moveTo>
                  <a:pt x="236736" y="76589"/>
                </a:moveTo>
                <a:lnTo>
                  <a:pt x="235302" y="75155"/>
                </a:lnTo>
                <a:lnTo>
                  <a:pt x="235302" y="73153"/>
                </a:lnTo>
                <a:lnTo>
                  <a:pt x="236636" y="71819"/>
                </a:lnTo>
                <a:lnTo>
                  <a:pt x="236636" y="74621"/>
                </a:lnTo>
                <a:lnTo>
                  <a:pt x="238604" y="76589"/>
                </a:lnTo>
                <a:close/>
                <a:moveTo>
                  <a:pt x="234768" y="72586"/>
                </a:moveTo>
                <a:lnTo>
                  <a:pt x="232733" y="72586"/>
                </a:lnTo>
                <a:lnTo>
                  <a:pt x="231332" y="71152"/>
                </a:lnTo>
                <a:lnTo>
                  <a:pt x="231332" y="69317"/>
                </a:lnTo>
                <a:lnTo>
                  <a:pt x="233300" y="71285"/>
                </a:lnTo>
                <a:lnTo>
                  <a:pt x="236069" y="71285"/>
                </a:lnTo>
                <a:close/>
                <a:moveTo>
                  <a:pt x="231332" y="54974"/>
                </a:moveTo>
                <a:lnTo>
                  <a:pt x="233601" y="52672"/>
                </a:lnTo>
                <a:lnTo>
                  <a:pt x="236870" y="52672"/>
                </a:lnTo>
                <a:lnTo>
                  <a:pt x="238538" y="54373"/>
                </a:lnTo>
                <a:lnTo>
                  <a:pt x="234301" y="54373"/>
                </a:lnTo>
                <a:lnTo>
                  <a:pt x="231332" y="57342"/>
                </a:lnTo>
                <a:close/>
                <a:moveTo>
                  <a:pt x="236636" y="51338"/>
                </a:moveTo>
                <a:lnTo>
                  <a:pt x="235302" y="50003"/>
                </a:lnTo>
                <a:lnTo>
                  <a:pt x="235302" y="48002"/>
                </a:lnTo>
                <a:lnTo>
                  <a:pt x="236736" y="46568"/>
                </a:lnTo>
                <a:lnTo>
                  <a:pt x="238604" y="46568"/>
                </a:lnTo>
                <a:lnTo>
                  <a:pt x="236636" y="48536"/>
                </a:lnTo>
                <a:close/>
                <a:moveTo>
                  <a:pt x="236736" y="45800"/>
                </a:moveTo>
                <a:lnTo>
                  <a:pt x="235302" y="44366"/>
                </a:lnTo>
                <a:lnTo>
                  <a:pt x="235302" y="42365"/>
                </a:lnTo>
                <a:lnTo>
                  <a:pt x="236636" y="41030"/>
                </a:lnTo>
                <a:lnTo>
                  <a:pt x="236636" y="43832"/>
                </a:lnTo>
                <a:lnTo>
                  <a:pt x="238604" y="45800"/>
                </a:lnTo>
                <a:lnTo>
                  <a:pt x="236736" y="45800"/>
                </a:lnTo>
                <a:close/>
                <a:moveTo>
                  <a:pt x="234768" y="41797"/>
                </a:moveTo>
                <a:lnTo>
                  <a:pt x="232733" y="41797"/>
                </a:lnTo>
                <a:lnTo>
                  <a:pt x="231332" y="40363"/>
                </a:lnTo>
                <a:lnTo>
                  <a:pt x="231332" y="38495"/>
                </a:lnTo>
                <a:lnTo>
                  <a:pt x="233300" y="40463"/>
                </a:lnTo>
                <a:lnTo>
                  <a:pt x="236069" y="40463"/>
                </a:lnTo>
                <a:close/>
                <a:moveTo>
                  <a:pt x="231332" y="24185"/>
                </a:moveTo>
                <a:lnTo>
                  <a:pt x="233601" y="21883"/>
                </a:lnTo>
                <a:lnTo>
                  <a:pt x="236870" y="21883"/>
                </a:lnTo>
                <a:lnTo>
                  <a:pt x="238538" y="23551"/>
                </a:lnTo>
                <a:lnTo>
                  <a:pt x="234301" y="23551"/>
                </a:lnTo>
                <a:lnTo>
                  <a:pt x="231332" y="26553"/>
                </a:lnTo>
                <a:close/>
                <a:moveTo>
                  <a:pt x="236636" y="20549"/>
                </a:moveTo>
                <a:lnTo>
                  <a:pt x="235302" y="19215"/>
                </a:lnTo>
                <a:lnTo>
                  <a:pt x="235302" y="17213"/>
                </a:lnTo>
                <a:lnTo>
                  <a:pt x="236736" y="15779"/>
                </a:lnTo>
                <a:lnTo>
                  <a:pt x="238604" y="15779"/>
                </a:lnTo>
                <a:lnTo>
                  <a:pt x="236636" y="17747"/>
                </a:lnTo>
                <a:close/>
                <a:moveTo>
                  <a:pt x="236736" y="15012"/>
                </a:moveTo>
                <a:lnTo>
                  <a:pt x="235302" y="13577"/>
                </a:lnTo>
                <a:lnTo>
                  <a:pt x="235302" y="11576"/>
                </a:lnTo>
                <a:lnTo>
                  <a:pt x="236636" y="10242"/>
                </a:lnTo>
                <a:lnTo>
                  <a:pt x="236636" y="13010"/>
                </a:lnTo>
                <a:lnTo>
                  <a:pt x="238604" y="14978"/>
                </a:lnTo>
                <a:lnTo>
                  <a:pt x="236736" y="14978"/>
                </a:lnTo>
                <a:close/>
                <a:moveTo>
                  <a:pt x="234768" y="11009"/>
                </a:moveTo>
                <a:lnTo>
                  <a:pt x="232733" y="11009"/>
                </a:lnTo>
                <a:lnTo>
                  <a:pt x="231332" y="9574"/>
                </a:lnTo>
                <a:lnTo>
                  <a:pt x="231332" y="7706"/>
                </a:lnTo>
                <a:lnTo>
                  <a:pt x="233300" y="9675"/>
                </a:lnTo>
                <a:lnTo>
                  <a:pt x="236069" y="9675"/>
                </a:lnTo>
                <a:close/>
                <a:moveTo>
                  <a:pt x="230532" y="6606"/>
                </a:moveTo>
                <a:lnTo>
                  <a:pt x="228230" y="8874"/>
                </a:lnTo>
                <a:lnTo>
                  <a:pt x="224995" y="8874"/>
                </a:lnTo>
                <a:lnTo>
                  <a:pt x="223327" y="7206"/>
                </a:lnTo>
                <a:lnTo>
                  <a:pt x="227396" y="7206"/>
                </a:lnTo>
                <a:lnTo>
                  <a:pt x="227663" y="7106"/>
                </a:lnTo>
                <a:lnTo>
                  <a:pt x="230532" y="4237"/>
                </a:lnTo>
                <a:close/>
                <a:moveTo>
                  <a:pt x="224427" y="9441"/>
                </a:moveTo>
                <a:lnTo>
                  <a:pt x="224427" y="12710"/>
                </a:lnTo>
                <a:lnTo>
                  <a:pt x="222126" y="15012"/>
                </a:lnTo>
                <a:lnTo>
                  <a:pt x="219757" y="15012"/>
                </a:lnTo>
                <a:lnTo>
                  <a:pt x="222760" y="12010"/>
                </a:lnTo>
                <a:lnTo>
                  <a:pt x="222760" y="7773"/>
                </a:lnTo>
                <a:close/>
                <a:moveTo>
                  <a:pt x="211285" y="15012"/>
                </a:moveTo>
                <a:lnTo>
                  <a:pt x="208916" y="15012"/>
                </a:lnTo>
                <a:lnTo>
                  <a:pt x="206648" y="12710"/>
                </a:lnTo>
                <a:lnTo>
                  <a:pt x="206648" y="9441"/>
                </a:lnTo>
                <a:lnTo>
                  <a:pt x="208316" y="7773"/>
                </a:lnTo>
                <a:lnTo>
                  <a:pt x="208316" y="12010"/>
                </a:lnTo>
                <a:close/>
                <a:moveTo>
                  <a:pt x="206081" y="8907"/>
                </a:moveTo>
                <a:lnTo>
                  <a:pt x="202812" y="8907"/>
                </a:lnTo>
                <a:lnTo>
                  <a:pt x="200544" y="6606"/>
                </a:lnTo>
                <a:lnTo>
                  <a:pt x="200544" y="4237"/>
                </a:lnTo>
                <a:lnTo>
                  <a:pt x="203412" y="7106"/>
                </a:lnTo>
                <a:lnTo>
                  <a:pt x="203679" y="7206"/>
                </a:lnTo>
                <a:lnTo>
                  <a:pt x="207749" y="7206"/>
                </a:lnTo>
                <a:close/>
                <a:moveTo>
                  <a:pt x="199743" y="6606"/>
                </a:moveTo>
                <a:lnTo>
                  <a:pt x="197441" y="8874"/>
                </a:lnTo>
                <a:lnTo>
                  <a:pt x="194206" y="8874"/>
                </a:lnTo>
                <a:lnTo>
                  <a:pt x="192538" y="7206"/>
                </a:lnTo>
                <a:lnTo>
                  <a:pt x="196741" y="7206"/>
                </a:lnTo>
                <a:lnTo>
                  <a:pt x="199743" y="4237"/>
                </a:lnTo>
                <a:close/>
                <a:moveTo>
                  <a:pt x="193639" y="9441"/>
                </a:moveTo>
                <a:lnTo>
                  <a:pt x="193639" y="12710"/>
                </a:lnTo>
                <a:lnTo>
                  <a:pt x="191337" y="15012"/>
                </a:lnTo>
                <a:lnTo>
                  <a:pt x="188969" y="15012"/>
                </a:lnTo>
                <a:lnTo>
                  <a:pt x="191971" y="12010"/>
                </a:lnTo>
                <a:lnTo>
                  <a:pt x="191971" y="7773"/>
                </a:lnTo>
                <a:close/>
                <a:moveTo>
                  <a:pt x="180496" y="15012"/>
                </a:moveTo>
                <a:lnTo>
                  <a:pt x="178128" y="15012"/>
                </a:lnTo>
                <a:lnTo>
                  <a:pt x="175826" y="12710"/>
                </a:lnTo>
                <a:lnTo>
                  <a:pt x="175826" y="9441"/>
                </a:lnTo>
                <a:lnTo>
                  <a:pt x="177527" y="7773"/>
                </a:lnTo>
                <a:lnTo>
                  <a:pt x="177527" y="12010"/>
                </a:lnTo>
                <a:close/>
                <a:moveTo>
                  <a:pt x="175292" y="8907"/>
                </a:moveTo>
                <a:lnTo>
                  <a:pt x="172023" y="8907"/>
                </a:lnTo>
                <a:lnTo>
                  <a:pt x="169755" y="6606"/>
                </a:lnTo>
                <a:lnTo>
                  <a:pt x="169755" y="4237"/>
                </a:lnTo>
                <a:lnTo>
                  <a:pt x="172724" y="7206"/>
                </a:lnTo>
                <a:lnTo>
                  <a:pt x="176960" y="7206"/>
                </a:lnTo>
                <a:close/>
                <a:moveTo>
                  <a:pt x="168954" y="6606"/>
                </a:moveTo>
                <a:lnTo>
                  <a:pt x="166653" y="8874"/>
                </a:lnTo>
                <a:lnTo>
                  <a:pt x="163417" y="8874"/>
                </a:lnTo>
                <a:lnTo>
                  <a:pt x="161716" y="7206"/>
                </a:lnTo>
                <a:lnTo>
                  <a:pt x="165786" y="7206"/>
                </a:lnTo>
                <a:lnTo>
                  <a:pt x="166086" y="7106"/>
                </a:lnTo>
                <a:lnTo>
                  <a:pt x="168954" y="4237"/>
                </a:lnTo>
                <a:close/>
                <a:moveTo>
                  <a:pt x="162850" y="9441"/>
                </a:moveTo>
                <a:lnTo>
                  <a:pt x="162850" y="12710"/>
                </a:lnTo>
                <a:lnTo>
                  <a:pt x="160548" y="15012"/>
                </a:lnTo>
                <a:lnTo>
                  <a:pt x="158180" y="15012"/>
                </a:lnTo>
                <a:lnTo>
                  <a:pt x="161182" y="12010"/>
                </a:lnTo>
                <a:lnTo>
                  <a:pt x="161182" y="7773"/>
                </a:lnTo>
                <a:close/>
                <a:moveTo>
                  <a:pt x="149707" y="15012"/>
                </a:moveTo>
                <a:lnTo>
                  <a:pt x="147339" y="15012"/>
                </a:lnTo>
                <a:lnTo>
                  <a:pt x="145037" y="12710"/>
                </a:lnTo>
                <a:lnTo>
                  <a:pt x="145037" y="9441"/>
                </a:lnTo>
                <a:lnTo>
                  <a:pt x="146739" y="7773"/>
                </a:lnTo>
                <a:lnTo>
                  <a:pt x="146739" y="12010"/>
                </a:lnTo>
                <a:close/>
                <a:moveTo>
                  <a:pt x="144504" y="8907"/>
                </a:moveTo>
                <a:lnTo>
                  <a:pt x="141235" y="8907"/>
                </a:lnTo>
                <a:lnTo>
                  <a:pt x="138933" y="6606"/>
                </a:lnTo>
                <a:lnTo>
                  <a:pt x="138933" y="4237"/>
                </a:lnTo>
                <a:lnTo>
                  <a:pt x="141835" y="7106"/>
                </a:lnTo>
                <a:lnTo>
                  <a:pt x="142102" y="7206"/>
                </a:lnTo>
                <a:lnTo>
                  <a:pt x="146172" y="7206"/>
                </a:lnTo>
                <a:close/>
                <a:moveTo>
                  <a:pt x="138166" y="6606"/>
                </a:moveTo>
                <a:lnTo>
                  <a:pt x="135864" y="8874"/>
                </a:lnTo>
                <a:lnTo>
                  <a:pt x="132629" y="8874"/>
                </a:lnTo>
                <a:lnTo>
                  <a:pt x="130927" y="7206"/>
                </a:lnTo>
                <a:lnTo>
                  <a:pt x="135164" y="7206"/>
                </a:lnTo>
                <a:lnTo>
                  <a:pt x="138166" y="4237"/>
                </a:lnTo>
                <a:close/>
                <a:moveTo>
                  <a:pt x="132061" y="9441"/>
                </a:moveTo>
                <a:lnTo>
                  <a:pt x="132061" y="12710"/>
                </a:lnTo>
                <a:lnTo>
                  <a:pt x="129760" y="15012"/>
                </a:lnTo>
                <a:lnTo>
                  <a:pt x="127391" y="15012"/>
                </a:lnTo>
                <a:lnTo>
                  <a:pt x="130394" y="12010"/>
                </a:lnTo>
                <a:lnTo>
                  <a:pt x="130394" y="7773"/>
                </a:lnTo>
                <a:close/>
                <a:moveTo>
                  <a:pt x="118919" y="15012"/>
                </a:moveTo>
                <a:lnTo>
                  <a:pt x="116550" y="15012"/>
                </a:lnTo>
                <a:lnTo>
                  <a:pt x="114249" y="12710"/>
                </a:lnTo>
                <a:lnTo>
                  <a:pt x="114249" y="9441"/>
                </a:lnTo>
                <a:lnTo>
                  <a:pt x="115950" y="7773"/>
                </a:lnTo>
                <a:lnTo>
                  <a:pt x="115950" y="12010"/>
                </a:lnTo>
                <a:close/>
                <a:moveTo>
                  <a:pt x="113682" y="8907"/>
                </a:moveTo>
                <a:lnTo>
                  <a:pt x="110446" y="8907"/>
                </a:lnTo>
                <a:lnTo>
                  <a:pt x="108144" y="6606"/>
                </a:lnTo>
                <a:lnTo>
                  <a:pt x="108144" y="4237"/>
                </a:lnTo>
                <a:lnTo>
                  <a:pt x="111147" y="7206"/>
                </a:lnTo>
                <a:lnTo>
                  <a:pt x="115383" y="7206"/>
                </a:lnTo>
                <a:close/>
                <a:moveTo>
                  <a:pt x="107377" y="6606"/>
                </a:moveTo>
                <a:lnTo>
                  <a:pt x="105076" y="8874"/>
                </a:lnTo>
                <a:lnTo>
                  <a:pt x="101840" y="8874"/>
                </a:lnTo>
                <a:lnTo>
                  <a:pt x="100139" y="7206"/>
                </a:lnTo>
                <a:lnTo>
                  <a:pt x="104208" y="7206"/>
                </a:lnTo>
                <a:lnTo>
                  <a:pt x="104475" y="7106"/>
                </a:lnTo>
                <a:lnTo>
                  <a:pt x="107377" y="4237"/>
                </a:lnTo>
                <a:lnTo>
                  <a:pt x="107377" y="6606"/>
                </a:lnTo>
                <a:close/>
                <a:moveTo>
                  <a:pt x="101273" y="9441"/>
                </a:moveTo>
                <a:lnTo>
                  <a:pt x="101273" y="12710"/>
                </a:lnTo>
                <a:lnTo>
                  <a:pt x="98971" y="15012"/>
                </a:lnTo>
                <a:lnTo>
                  <a:pt x="96603" y="15012"/>
                </a:lnTo>
                <a:lnTo>
                  <a:pt x="99605" y="12010"/>
                </a:lnTo>
                <a:lnTo>
                  <a:pt x="99605" y="7773"/>
                </a:lnTo>
                <a:close/>
                <a:moveTo>
                  <a:pt x="88130" y="15012"/>
                </a:moveTo>
                <a:lnTo>
                  <a:pt x="85762" y="15012"/>
                </a:lnTo>
                <a:lnTo>
                  <a:pt x="83460" y="12710"/>
                </a:lnTo>
                <a:lnTo>
                  <a:pt x="83460" y="9441"/>
                </a:lnTo>
                <a:lnTo>
                  <a:pt x="85128" y="7773"/>
                </a:lnTo>
                <a:lnTo>
                  <a:pt x="85128" y="12010"/>
                </a:lnTo>
                <a:close/>
                <a:moveTo>
                  <a:pt x="82893" y="8907"/>
                </a:moveTo>
                <a:lnTo>
                  <a:pt x="79657" y="8907"/>
                </a:lnTo>
                <a:lnTo>
                  <a:pt x="77356" y="6606"/>
                </a:lnTo>
                <a:lnTo>
                  <a:pt x="77356" y="4237"/>
                </a:lnTo>
                <a:lnTo>
                  <a:pt x="80224" y="7106"/>
                </a:lnTo>
                <a:lnTo>
                  <a:pt x="80525" y="7206"/>
                </a:lnTo>
                <a:lnTo>
                  <a:pt x="84594" y="7206"/>
                </a:lnTo>
                <a:close/>
                <a:moveTo>
                  <a:pt x="76589" y="6606"/>
                </a:moveTo>
                <a:lnTo>
                  <a:pt x="74287" y="8874"/>
                </a:lnTo>
                <a:lnTo>
                  <a:pt x="71018" y="8874"/>
                </a:lnTo>
                <a:lnTo>
                  <a:pt x="69350" y="7206"/>
                </a:lnTo>
                <a:lnTo>
                  <a:pt x="73586" y="7206"/>
                </a:lnTo>
                <a:lnTo>
                  <a:pt x="76589" y="4237"/>
                </a:lnTo>
                <a:close/>
                <a:moveTo>
                  <a:pt x="70484" y="9441"/>
                </a:moveTo>
                <a:lnTo>
                  <a:pt x="70484" y="12710"/>
                </a:lnTo>
                <a:lnTo>
                  <a:pt x="68183" y="15012"/>
                </a:lnTo>
                <a:lnTo>
                  <a:pt x="65814" y="15012"/>
                </a:lnTo>
                <a:lnTo>
                  <a:pt x="68816" y="12010"/>
                </a:lnTo>
                <a:lnTo>
                  <a:pt x="68816" y="7773"/>
                </a:lnTo>
                <a:close/>
                <a:moveTo>
                  <a:pt x="57341" y="15012"/>
                </a:moveTo>
                <a:lnTo>
                  <a:pt x="54973" y="15012"/>
                </a:lnTo>
                <a:lnTo>
                  <a:pt x="52671" y="12710"/>
                </a:lnTo>
                <a:lnTo>
                  <a:pt x="52671" y="9441"/>
                </a:lnTo>
                <a:lnTo>
                  <a:pt x="54339" y="7773"/>
                </a:lnTo>
                <a:lnTo>
                  <a:pt x="54339" y="12010"/>
                </a:lnTo>
                <a:close/>
                <a:moveTo>
                  <a:pt x="52104" y="8907"/>
                </a:moveTo>
                <a:lnTo>
                  <a:pt x="48869" y="8907"/>
                </a:lnTo>
                <a:lnTo>
                  <a:pt x="46567" y="6606"/>
                </a:lnTo>
                <a:lnTo>
                  <a:pt x="46567" y="4237"/>
                </a:lnTo>
                <a:lnTo>
                  <a:pt x="49569" y="7206"/>
                </a:lnTo>
                <a:lnTo>
                  <a:pt x="53806" y="7206"/>
                </a:lnTo>
                <a:close/>
                <a:moveTo>
                  <a:pt x="45767" y="6606"/>
                </a:moveTo>
                <a:lnTo>
                  <a:pt x="43498" y="8874"/>
                </a:lnTo>
                <a:lnTo>
                  <a:pt x="40229" y="8874"/>
                </a:lnTo>
                <a:lnTo>
                  <a:pt x="38561" y="7206"/>
                </a:lnTo>
                <a:lnTo>
                  <a:pt x="42631" y="7206"/>
                </a:lnTo>
                <a:lnTo>
                  <a:pt x="42898" y="7106"/>
                </a:lnTo>
                <a:lnTo>
                  <a:pt x="45767" y="4237"/>
                </a:lnTo>
                <a:close/>
                <a:moveTo>
                  <a:pt x="39696" y="9441"/>
                </a:moveTo>
                <a:lnTo>
                  <a:pt x="39696" y="12710"/>
                </a:lnTo>
                <a:lnTo>
                  <a:pt x="37394" y="15012"/>
                </a:lnTo>
                <a:lnTo>
                  <a:pt x="35026" y="15012"/>
                </a:lnTo>
                <a:lnTo>
                  <a:pt x="37994" y="12010"/>
                </a:lnTo>
                <a:lnTo>
                  <a:pt x="37994" y="7773"/>
                </a:lnTo>
                <a:close/>
                <a:moveTo>
                  <a:pt x="26553" y="15012"/>
                </a:moveTo>
                <a:lnTo>
                  <a:pt x="24184" y="15012"/>
                </a:lnTo>
                <a:lnTo>
                  <a:pt x="21883" y="12710"/>
                </a:lnTo>
                <a:lnTo>
                  <a:pt x="21883" y="9441"/>
                </a:lnTo>
                <a:lnTo>
                  <a:pt x="23551" y="7773"/>
                </a:lnTo>
                <a:lnTo>
                  <a:pt x="23551" y="12010"/>
                </a:lnTo>
                <a:close/>
                <a:moveTo>
                  <a:pt x="21316" y="8907"/>
                </a:moveTo>
                <a:lnTo>
                  <a:pt x="18080" y="8907"/>
                </a:lnTo>
                <a:lnTo>
                  <a:pt x="15778" y="6606"/>
                </a:lnTo>
                <a:lnTo>
                  <a:pt x="15778" y="4237"/>
                </a:lnTo>
                <a:lnTo>
                  <a:pt x="18647" y="7106"/>
                </a:lnTo>
                <a:lnTo>
                  <a:pt x="18914" y="7206"/>
                </a:lnTo>
                <a:lnTo>
                  <a:pt x="22984" y="7206"/>
                </a:lnTo>
                <a:close/>
                <a:moveTo>
                  <a:pt x="14978" y="6606"/>
                </a:moveTo>
                <a:lnTo>
                  <a:pt x="12710" y="8874"/>
                </a:lnTo>
                <a:lnTo>
                  <a:pt x="9441" y="8874"/>
                </a:lnTo>
                <a:lnTo>
                  <a:pt x="7773" y="7206"/>
                </a:lnTo>
                <a:lnTo>
                  <a:pt x="12009" y="7206"/>
                </a:lnTo>
                <a:lnTo>
                  <a:pt x="14978" y="4237"/>
                </a:lnTo>
                <a:lnTo>
                  <a:pt x="14978" y="6606"/>
                </a:lnTo>
                <a:close/>
                <a:moveTo>
                  <a:pt x="9441" y="21883"/>
                </a:moveTo>
                <a:lnTo>
                  <a:pt x="12710" y="21883"/>
                </a:lnTo>
                <a:lnTo>
                  <a:pt x="14978" y="24185"/>
                </a:lnTo>
                <a:lnTo>
                  <a:pt x="14978" y="26553"/>
                </a:lnTo>
                <a:lnTo>
                  <a:pt x="12009" y="23551"/>
                </a:lnTo>
                <a:lnTo>
                  <a:pt x="7773" y="23551"/>
                </a:lnTo>
                <a:close/>
                <a:moveTo>
                  <a:pt x="14978" y="33892"/>
                </a:moveTo>
                <a:lnTo>
                  <a:pt x="11675" y="37228"/>
                </a:lnTo>
                <a:lnTo>
                  <a:pt x="6972" y="37228"/>
                </a:lnTo>
                <a:lnTo>
                  <a:pt x="5438" y="35693"/>
                </a:lnTo>
                <a:lnTo>
                  <a:pt x="11042" y="35693"/>
                </a:lnTo>
                <a:lnTo>
                  <a:pt x="14978" y="31757"/>
                </a:lnTo>
                <a:lnTo>
                  <a:pt x="14978" y="33892"/>
                </a:lnTo>
                <a:close/>
                <a:moveTo>
                  <a:pt x="7206" y="42631"/>
                </a:moveTo>
                <a:lnTo>
                  <a:pt x="7206" y="38562"/>
                </a:lnTo>
                <a:lnTo>
                  <a:pt x="8873" y="40230"/>
                </a:lnTo>
                <a:lnTo>
                  <a:pt x="8873" y="43499"/>
                </a:lnTo>
                <a:lnTo>
                  <a:pt x="6605" y="45800"/>
                </a:lnTo>
                <a:lnTo>
                  <a:pt x="4237" y="45800"/>
                </a:lnTo>
                <a:lnTo>
                  <a:pt x="7106" y="42932"/>
                </a:lnTo>
                <a:close/>
                <a:moveTo>
                  <a:pt x="6605" y="46568"/>
                </a:moveTo>
                <a:lnTo>
                  <a:pt x="8873" y="48869"/>
                </a:lnTo>
                <a:lnTo>
                  <a:pt x="8873" y="52105"/>
                </a:lnTo>
                <a:lnTo>
                  <a:pt x="7206" y="53806"/>
                </a:lnTo>
                <a:lnTo>
                  <a:pt x="7206" y="49570"/>
                </a:lnTo>
                <a:lnTo>
                  <a:pt x="4203" y="46568"/>
                </a:lnTo>
                <a:close/>
                <a:moveTo>
                  <a:pt x="9441" y="52672"/>
                </a:moveTo>
                <a:lnTo>
                  <a:pt x="12710" y="52672"/>
                </a:lnTo>
                <a:lnTo>
                  <a:pt x="14978" y="54974"/>
                </a:lnTo>
                <a:lnTo>
                  <a:pt x="14978" y="57342"/>
                </a:lnTo>
                <a:lnTo>
                  <a:pt x="12009" y="54340"/>
                </a:lnTo>
                <a:lnTo>
                  <a:pt x="7773" y="54340"/>
                </a:lnTo>
                <a:close/>
                <a:moveTo>
                  <a:pt x="14978" y="64714"/>
                </a:moveTo>
                <a:lnTo>
                  <a:pt x="11675" y="68016"/>
                </a:lnTo>
                <a:lnTo>
                  <a:pt x="6972" y="68016"/>
                </a:lnTo>
                <a:lnTo>
                  <a:pt x="5438" y="66482"/>
                </a:lnTo>
                <a:lnTo>
                  <a:pt x="11042" y="66482"/>
                </a:lnTo>
                <a:lnTo>
                  <a:pt x="14978" y="62546"/>
                </a:lnTo>
                <a:lnTo>
                  <a:pt x="14978" y="64714"/>
                </a:lnTo>
                <a:close/>
                <a:moveTo>
                  <a:pt x="7206" y="69351"/>
                </a:moveTo>
                <a:lnTo>
                  <a:pt x="8873" y="71052"/>
                </a:lnTo>
                <a:lnTo>
                  <a:pt x="8873" y="74287"/>
                </a:lnTo>
                <a:lnTo>
                  <a:pt x="6605" y="76589"/>
                </a:lnTo>
                <a:lnTo>
                  <a:pt x="4237" y="76589"/>
                </a:lnTo>
                <a:lnTo>
                  <a:pt x="7206" y="73587"/>
                </a:lnTo>
                <a:lnTo>
                  <a:pt x="7206" y="69351"/>
                </a:lnTo>
                <a:close/>
                <a:moveTo>
                  <a:pt x="9441" y="83461"/>
                </a:moveTo>
                <a:lnTo>
                  <a:pt x="12710" y="83461"/>
                </a:lnTo>
                <a:lnTo>
                  <a:pt x="14978" y="85762"/>
                </a:lnTo>
                <a:lnTo>
                  <a:pt x="14978" y="88131"/>
                </a:lnTo>
                <a:lnTo>
                  <a:pt x="12009" y="85129"/>
                </a:lnTo>
                <a:lnTo>
                  <a:pt x="7773" y="85129"/>
                </a:lnTo>
                <a:close/>
                <a:moveTo>
                  <a:pt x="14978" y="95503"/>
                </a:moveTo>
                <a:lnTo>
                  <a:pt x="11675" y="98805"/>
                </a:lnTo>
                <a:lnTo>
                  <a:pt x="6972" y="98805"/>
                </a:lnTo>
                <a:lnTo>
                  <a:pt x="5438" y="97271"/>
                </a:lnTo>
                <a:lnTo>
                  <a:pt x="11042" y="97271"/>
                </a:lnTo>
                <a:lnTo>
                  <a:pt x="14978" y="93334"/>
                </a:lnTo>
                <a:lnTo>
                  <a:pt x="14978" y="95503"/>
                </a:lnTo>
                <a:close/>
                <a:moveTo>
                  <a:pt x="7206" y="104209"/>
                </a:moveTo>
                <a:lnTo>
                  <a:pt x="7206" y="100139"/>
                </a:lnTo>
                <a:lnTo>
                  <a:pt x="8873" y="101840"/>
                </a:lnTo>
                <a:lnTo>
                  <a:pt x="8873" y="105076"/>
                </a:lnTo>
                <a:lnTo>
                  <a:pt x="6605" y="107378"/>
                </a:lnTo>
                <a:lnTo>
                  <a:pt x="4237" y="107378"/>
                </a:lnTo>
                <a:lnTo>
                  <a:pt x="7106" y="104509"/>
                </a:lnTo>
                <a:close/>
                <a:moveTo>
                  <a:pt x="6605" y="108178"/>
                </a:moveTo>
                <a:lnTo>
                  <a:pt x="8873" y="110447"/>
                </a:lnTo>
                <a:lnTo>
                  <a:pt x="8873" y="113716"/>
                </a:lnTo>
                <a:lnTo>
                  <a:pt x="7206" y="115384"/>
                </a:lnTo>
                <a:lnTo>
                  <a:pt x="7206" y="111147"/>
                </a:lnTo>
                <a:lnTo>
                  <a:pt x="4203" y="108145"/>
                </a:lnTo>
                <a:lnTo>
                  <a:pt x="6605" y="108145"/>
                </a:lnTo>
                <a:close/>
                <a:moveTo>
                  <a:pt x="9441" y="114249"/>
                </a:moveTo>
                <a:lnTo>
                  <a:pt x="12710" y="114249"/>
                </a:lnTo>
                <a:lnTo>
                  <a:pt x="14978" y="116551"/>
                </a:lnTo>
                <a:lnTo>
                  <a:pt x="14978" y="118919"/>
                </a:lnTo>
                <a:lnTo>
                  <a:pt x="12009" y="115951"/>
                </a:lnTo>
                <a:lnTo>
                  <a:pt x="7773" y="115951"/>
                </a:lnTo>
                <a:close/>
                <a:moveTo>
                  <a:pt x="15778" y="116551"/>
                </a:moveTo>
                <a:lnTo>
                  <a:pt x="18080" y="114249"/>
                </a:lnTo>
                <a:lnTo>
                  <a:pt x="21316" y="114249"/>
                </a:lnTo>
                <a:lnTo>
                  <a:pt x="22984" y="115951"/>
                </a:lnTo>
                <a:lnTo>
                  <a:pt x="18947" y="115951"/>
                </a:lnTo>
                <a:lnTo>
                  <a:pt x="18647" y="116051"/>
                </a:lnTo>
                <a:lnTo>
                  <a:pt x="15778" y="118919"/>
                </a:lnTo>
                <a:close/>
                <a:moveTo>
                  <a:pt x="21883" y="113716"/>
                </a:moveTo>
                <a:lnTo>
                  <a:pt x="21883" y="110447"/>
                </a:lnTo>
                <a:lnTo>
                  <a:pt x="24184" y="108178"/>
                </a:lnTo>
                <a:lnTo>
                  <a:pt x="26553" y="108178"/>
                </a:lnTo>
                <a:lnTo>
                  <a:pt x="23551" y="111147"/>
                </a:lnTo>
                <a:lnTo>
                  <a:pt x="23551" y="115384"/>
                </a:lnTo>
                <a:close/>
                <a:moveTo>
                  <a:pt x="35026" y="108178"/>
                </a:moveTo>
                <a:lnTo>
                  <a:pt x="37394" y="108178"/>
                </a:lnTo>
                <a:lnTo>
                  <a:pt x="39696" y="110447"/>
                </a:lnTo>
                <a:lnTo>
                  <a:pt x="39696" y="113716"/>
                </a:lnTo>
                <a:lnTo>
                  <a:pt x="37994" y="115384"/>
                </a:lnTo>
                <a:lnTo>
                  <a:pt x="37994" y="111147"/>
                </a:lnTo>
                <a:close/>
                <a:moveTo>
                  <a:pt x="40229" y="114249"/>
                </a:moveTo>
                <a:lnTo>
                  <a:pt x="43498" y="114249"/>
                </a:lnTo>
                <a:lnTo>
                  <a:pt x="45767" y="116551"/>
                </a:lnTo>
                <a:lnTo>
                  <a:pt x="45767" y="118919"/>
                </a:lnTo>
                <a:lnTo>
                  <a:pt x="42898" y="116051"/>
                </a:lnTo>
                <a:lnTo>
                  <a:pt x="42631" y="115951"/>
                </a:lnTo>
                <a:lnTo>
                  <a:pt x="38561" y="115951"/>
                </a:lnTo>
                <a:close/>
                <a:moveTo>
                  <a:pt x="46567" y="116551"/>
                </a:moveTo>
                <a:lnTo>
                  <a:pt x="48869" y="114249"/>
                </a:lnTo>
                <a:lnTo>
                  <a:pt x="52104" y="114249"/>
                </a:lnTo>
                <a:lnTo>
                  <a:pt x="53806" y="115951"/>
                </a:lnTo>
                <a:lnTo>
                  <a:pt x="49569" y="115951"/>
                </a:lnTo>
                <a:lnTo>
                  <a:pt x="46567" y="118919"/>
                </a:lnTo>
                <a:close/>
                <a:moveTo>
                  <a:pt x="52671" y="113716"/>
                </a:moveTo>
                <a:lnTo>
                  <a:pt x="52671" y="110447"/>
                </a:lnTo>
                <a:lnTo>
                  <a:pt x="54973" y="108178"/>
                </a:lnTo>
                <a:lnTo>
                  <a:pt x="57341" y="108178"/>
                </a:lnTo>
                <a:lnTo>
                  <a:pt x="54339" y="111147"/>
                </a:lnTo>
                <a:lnTo>
                  <a:pt x="54339" y="115384"/>
                </a:lnTo>
                <a:close/>
                <a:moveTo>
                  <a:pt x="65814" y="108178"/>
                </a:moveTo>
                <a:lnTo>
                  <a:pt x="68183" y="108178"/>
                </a:lnTo>
                <a:lnTo>
                  <a:pt x="70484" y="110447"/>
                </a:lnTo>
                <a:lnTo>
                  <a:pt x="70484" y="113716"/>
                </a:lnTo>
                <a:lnTo>
                  <a:pt x="68783" y="115384"/>
                </a:lnTo>
                <a:lnTo>
                  <a:pt x="68783" y="111147"/>
                </a:lnTo>
                <a:close/>
                <a:moveTo>
                  <a:pt x="71018" y="114249"/>
                </a:moveTo>
                <a:lnTo>
                  <a:pt x="74287" y="114249"/>
                </a:lnTo>
                <a:lnTo>
                  <a:pt x="76555" y="116551"/>
                </a:lnTo>
                <a:lnTo>
                  <a:pt x="76555" y="118919"/>
                </a:lnTo>
                <a:lnTo>
                  <a:pt x="73586" y="115951"/>
                </a:lnTo>
                <a:lnTo>
                  <a:pt x="69350" y="115951"/>
                </a:lnTo>
                <a:close/>
                <a:moveTo>
                  <a:pt x="77356" y="116551"/>
                </a:moveTo>
                <a:lnTo>
                  <a:pt x="79657" y="114249"/>
                </a:lnTo>
                <a:lnTo>
                  <a:pt x="82893" y="114249"/>
                </a:lnTo>
                <a:lnTo>
                  <a:pt x="84594" y="115951"/>
                </a:lnTo>
                <a:lnTo>
                  <a:pt x="80525" y="115951"/>
                </a:lnTo>
                <a:lnTo>
                  <a:pt x="80224" y="116051"/>
                </a:lnTo>
                <a:lnTo>
                  <a:pt x="77356" y="118919"/>
                </a:lnTo>
                <a:lnTo>
                  <a:pt x="77356" y="116551"/>
                </a:lnTo>
                <a:close/>
                <a:moveTo>
                  <a:pt x="83460" y="113716"/>
                </a:moveTo>
                <a:lnTo>
                  <a:pt x="83460" y="110447"/>
                </a:lnTo>
                <a:lnTo>
                  <a:pt x="85762" y="108178"/>
                </a:lnTo>
                <a:lnTo>
                  <a:pt x="88130" y="108178"/>
                </a:lnTo>
                <a:lnTo>
                  <a:pt x="85128" y="111147"/>
                </a:lnTo>
                <a:lnTo>
                  <a:pt x="85128" y="115384"/>
                </a:lnTo>
                <a:close/>
                <a:moveTo>
                  <a:pt x="96603" y="108178"/>
                </a:moveTo>
                <a:lnTo>
                  <a:pt x="98971" y="108178"/>
                </a:lnTo>
                <a:lnTo>
                  <a:pt x="101273" y="110447"/>
                </a:lnTo>
                <a:lnTo>
                  <a:pt x="101273" y="113716"/>
                </a:lnTo>
                <a:lnTo>
                  <a:pt x="99605" y="115384"/>
                </a:lnTo>
                <a:lnTo>
                  <a:pt x="99605" y="111147"/>
                </a:lnTo>
                <a:close/>
                <a:moveTo>
                  <a:pt x="101840" y="114249"/>
                </a:moveTo>
                <a:lnTo>
                  <a:pt x="105076" y="114249"/>
                </a:lnTo>
                <a:lnTo>
                  <a:pt x="107377" y="116551"/>
                </a:lnTo>
                <a:lnTo>
                  <a:pt x="107377" y="118919"/>
                </a:lnTo>
                <a:lnTo>
                  <a:pt x="104508" y="116051"/>
                </a:lnTo>
                <a:lnTo>
                  <a:pt x="104208" y="115951"/>
                </a:lnTo>
                <a:lnTo>
                  <a:pt x="100139" y="115951"/>
                </a:lnTo>
                <a:close/>
                <a:moveTo>
                  <a:pt x="108144" y="116551"/>
                </a:moveTo>
                <a:lnTo>
                  <a:pt x="110446" y="114249"/>
                </a:lnTo>
                <a:lnTo>
                  <a:pt x="113682" y="114249"/>
                </a:lnTo>
                <a:lnTo>
                  <a:pt x="115383" y="115951"/>
                </a:lnTo>
                <a:lnTo>
                  <a:pt x="111147" y="115951"/>
                </a:lnTo>
                <a:lnTo>
                  <a:pt x="108144" y="118919"/>
                </a:lnTo>
                <a:close/>
                <a:moveTo>
                  <a:pt x="114249" y="113716"/>
                </a:moveTo>
                <a:lnTo>
                  <a:pt x="114249" y="110447"/>
                </a:lnTo>
                <a:lnTo>
                  <a:pt x="116550" y="108178"/>
                </a:lnTo>
                <a:lnTo>
                  <a:pt x="118919" y="108178"/>
                </a:lnTo>
                <a:lnTo>
                  <a:pt x="115917" y="111147"/>
                </a:lnTo>
                <a:lnTo>
                  <a:pt x="115917" y="115384"/>
                </a:lnTo>
                <a:close/>
                <a:moveTo>
                  <a:pt x="127391" y="108178"/>
                </a:moveTo>
                <a:lnTo>
                  <a:pt x="129760" y="108178"/>
                </a:lnTo>
                <a:lnTo>
                  <a:pt x="132061" y="110447"/>
                </a:lnTo>
                <a:lnTo>
                  <a:pt x="132061" y="113716"/>
                </a:lnTo>
                <a:lnTo>
                  <a:pt x="130394" y="115384"/>
                </a:lnTo>
                <a:lnTo>
                  <a:pt x="130394" y="111147"/>
                </a:lnTo>
                <a:close/>
                <a:moveTo>
                  <a:pt x="132629" y="114249"/>
                </a:moveTo>
                <a:lnTo>
                  <a:pt x="135864" y="114249"/>
                </a:lnTo>
                <a:lnTo>
                  <a:pt x="138166" y="116551"/>
                </a:lnTo>
                <a:lnTo>
                  <a:pt x="138166" y="118919"/>
                </a:lnTo>
                <a:lnTo>
                  <a:pt x="135164" y="115951"/>
                </a:lnTo>
                <a:lnTo>
                  <a:pt x="130927" y="115951"/>
                </a:lnTo>
                <a:close/>
                <a:moveTo>
                  <a:pt x="138933" y="116551"/>
                </a:moveTo>
                <a:lnTo>
                  <a:pt x="141235" y="114249"/>
                </a:lnTo>
                <a:lnTo>
                  <a:pt x="144504" y="114249"/>
                </a:lnTo>
                <a:lnTo>
                  <a:pt x="146172" y="115951"/>
                </a:lnTo>
                <a:lnTo>
                  <a:pt x="142102" y="115951"/>
                </a:lnTo>
                <a:lnTo>
                  <a:pt x="141835" y="116051"/>
                </a:lnTo>
                <a:lnTo>
                  <a:pt x="138933" y="118919"/>
                </a:lnTo>
                <a:close/>
                <a:moveTo>
                  <a:pt x="145037" y="113716"/>
                </a:moveTo>
                <a:lnTo>
                  <a:pt x="145037" y="110447"/>
                </a:lnTo>
                <a:lnTo>
                  <a:pt x="147339" y="108178"/>
                </a:lnTo>
                <a:lnTo>
                  <a:pt x="149707" y="108178"/>
                </a:lnTo>
                <a:lnTo>
                  <a:pt x="146705" y="111147"/>
                </a:lnTo>
                <a:lnTo>
                  <a:pt x="146705" y="115384"/>
                </a:lnTo>
                <a:close/>
                <a:moveTo>
                  <a:pt x="158180" y="108178"/>
                </a:moveTo>
                <a:lnTo>
                  <a:pt x="160548" y="108178"/>
                </a:lnTo>
                <a:lnTo>
                  <a:pt x="162850" y="110447"/>
                </a:lnTo>
                <a:lnTo>
                  <a:pt x="162850" y="113716"/>
                </a:lnTo>
                <a:lnTo>
                  <a:pt x="161182" y="115384"/>
                </a:lnTo>
                <a:lnTo>
                  <a:pt x="161182" y="111147"/>
                </a:lnTo>
                <a:close/>
                <a:moveTo>
                  <a:pt x="163417" y="114249"/>
                </a:moveTo>
                <a:lnTo>
                  <a:pt x="166653" y="114249"/>
                </a:lnTo>
                <a:lnTo>
                  <a:pt x="168954" y="116551"/>
                </a:lnTo>
                <a:lnTo>
                  <a:pt x="168954" y="118919"/>
                </a:lnTo>
                <a:lnTo>
                  <a:pt x="166086" y="116051"/>
                </a:lnTo>
                <a:lnTo>
                  <a:pt x="165786" y="115951"/>
                </a:lnTo>
                <a:lnTo>
                  <a:pt x="161716" y="115951"/>
                </a:lnTo>
                <a:close/>
                <a:moveTo>
                  <a:pt x="169755" y="116551"/>
                </a:moveTo>
                <a:lnTo>
                  <a:pt x="172023" y="114249"/>
                </a:lnTo>
                <a:lnTo>
                  <a:pt x="175292" y="114249"/>
                </a:lnTo>
                <a:lnTo>
                  <a:pt x="176960" y="115951"/>
                </a:lnTo>
                <a:lnTo>
                  <a:pt x="172724" y="115951"/>
                </a:lnTo>
                <a:lnTo>
                  <a:pt x="169722" y="118919"/>
                </a:lnTo>
                <a:lnTo>
                  <a:pt x="169722" y="116551"/>
                </a:lnTo>
                <a:close/>
                <a:moveTo>
                  <a:pt x="175826" y="113716"/>
                </a:moveTo>
                <a:lnTo>
                  <a:pt x="175826" y="110447"/>
                </a:lnTo>
                <a:lnTo>
                  <a:pt x="178128" y="108178"/>
                </a:lnTo>
                <a:lnTo>
                  <a:pt x="180496" y="108178"/>
                </a:lnTo>
                <a:lnTo>
                  <a:pt x="177527" y="111147"/>
                </a:lnTo>
                <a:lnTo>
                  <a:pt x="177527" y="115384"/>
                </a:lnTo>
                <a:close/>
                <a:moveTo>
                  <a:pt x="188969" y="108178"/>
                </a:moveTo>
                <a:lnTo>
                  <a:pt x="191337" y="108178"/>
                </a:lnTo>
                <a:lnTo>
                  <a:pt x="193639" y="110447"/>
                </a:lnTo>
                <a:lnTo>
                  <a:pt x="193639" y="113716"/>
                </a:lnTo>
                <a:lnTo>
                  <a:pt x="191971" y="115384"/>
                </a:lnTo>
                <a:lnTo>
                  <a:pt x="191971" y="111147"/>
                </a:lnTo>
                <a:close/>
                <a:moveTo>
                  <a:pt x="194206" y="114249"/>
                </a:moveTo>
                <a:lnTo>
                  <a:pt x="197441" y="114249"/>
                </a:lnTo>
                <a:lnTo>
                  <a:pt x="199743" y="116551"/>
                </a:lnTo>
                <a:lnTo>
                  <a:pt x="199743" y="118919"/>
                </a:lnTo>
                <a:lnTo>
                  <a:pt x="196741" y="115951"/>
                </a:lnTo>
                <a:lnTo>
                  <a:pt x="192538" y="115951"/>
                </a:lnTo>
                <a:close/>
                <a:moveTo>
                  <a:pt x="200544" y="116551"/>
                </a:moveTo>
                <a:lnTo>
                  <a:pt x="202812" y="114249"/>
                </a:lnTo>
                <a:lnTo>
                  <a:pt x="206081" y="114249"/>
                </a:lnTo>
                <a:lnTo>
                  <a:pt x="207749" y="115951"/>
                </a:lnTo>
                <a:lnTo>
                  <a:pt x="203679" y="115951"/>
                </a:lnTo>
                <a:lnTo>
                  <a:pt x="203412" y="116051"/>
                </a:lnTo>
                <a:lnTo>
                  <a:pt x="200544" y="118919"/>
                </a:lnTo>
                <a:close/>
                <a:moveTo>
                  <a:pt x="206648" y="113716"/>
                </a:moveTo>
                <a:lnTo>
                  <a:pt x="206648" y="110447"/>
                </a:lnTo>
                <a:lnTo>
                  <a:pt x="208916" y="108178"/>
                </a:lnTo>
                <a:lnTo>
                  <a:pt x="211285" y="108178"/>
                </a:lnTo>
                <a:lnTo>
                  <a:pt x="208316" y="111147"/>
                </a:lnTo>
                <a:lnTo>
                  <a:pt x="208316" y="115384"/>
                </a:lnTo>
                <a:close/>
                <a:moveTo>
                  <a:pt x="219757" y="108178"/>
                </a:moveTo>
                <a:lnTo>
                  <a:pt x="222126" y="108178"/>
                </a:lnTo>
                <a:lnTo>
                  <a:pt x="224427" y="110447"/>
                </a:lnTo>
                <a:lnTo>
                  <a:pt x="224427" y="113716"/>
                </a:lnTo>
                <a:lnTo>
                  <a:pt x="222760" y="115384"/>
                </a:lnTo>
                <a:lnTo>
                  <a:pt x="222760" y="111147"/>
                </a:lnTo>
                <a:close/>
                <a:moveTo>
                  <a:pt x="224995" y="114249"/>
                </a:moveTo>
                <a:lnTo>
                  <a:pt x="228230" y="114249"/>
                </a:lnTo>
                <a:lnTo>
                  <a:pt x="230532" y="116551"/>
                </a:lnTo>
                <a:lnTo>
                  <a:pt x="230532" y="118919"/>
                </a:lnTo>
                <a:lnTo>
                  <a:pt x="227663" y="116051"/>
                </a:lnTo>
                <a:lnTo>
                  <a:pt x="227396" y="115951"/>
                </a:lnTo>
                <a:lnTo>
                  <a:pt x="223327" y="115951"/>
                </a:lnTo>
                <a:close/>
                <a:moveTo>
                  <a:pt x="231332" y="116551"/>
                </a:moveTo>
                <a:lnTo>
                  <a:pt x="233601" y="114249"/>
                </a:lnTo>
                <a:lnTo>
                  <a:pt x="236870" y="114249"/>
                </a:lnTo>
                <a:lnTo>
                  <a:pt x="238538" y="115951"/>
                </a:lnTo>
                <a:lnTo>
                  <a:pt x="234301" y="115951"/>
                </a:lnTo>
                <a:lnTo>
                  <a:pt x="231332" y="118919"/>
                </a:lnTo>
                <a:close/>
                <a:moveTo>
                  <a:pt x="236870" y="101273"/>
                </a:moveTo>
                <a:lnTo>
                  <a:pt x="233601" y="101273"/>
                </a:lnTo>
                <a:lnTo>
                  <a:pt x="231332" y="98972"/>
                </a:lnTo>
                <a:lnTo>
                  <a:pt x="231332" y="96603"/>
                </a:lnTo>
                <a:lnTo>
                  <a:pt x="234301" y="99606"/>
                </a:lnTo>
                <a:lnTo>
                  <a:pt x="238538" y="99606"/>
                </a:lnTo>
                <a:close/>
                <a:moveTo>
                  <a:pt x="231332" y="89265"/>
                </a:moveTo>
                <a:lnTo>
                  <a:pt x="234635" y="85929"/>
                </a:lnTo>
                <a:lnTo>
                  <a:pt x="239338" y="85929"/>
                </a:lnTo>
                <a:lnTo>
                  <a:pt x="240873" y="87464"/>
                </a:lnTo>
                <a:lnTo>
                  <a:pt x="235269" y="87464"/>
                </a:lnTo>
                <a:lnTo>
                  <a:pt x="231332" y="91400"/>
                </a:lnTo>
                <a:lnTo>
                  <a:pt x="231332" y="89265"/>
                </a:lnTo>
                <a:close/>
                <a:moveTo>
                  <a:pt x="239105" y="80525"/>
                </a:moveTo>
                <a:lnTo>
                  <a:pt x="239105" y="84595"/>
                </a:lnTo>
                <a:lnTo>
                  <a:pt x="237437" y="82927"/>
                </a:lnTo>
                <a:lnTo>
                  <a:pt x="237437" y="79658"/>
                </a:lnTo>
                <a:lnTo>
                  <a:pt x="239705" y="77356"/>
                </a:lnTo>
                <a:lnTo>
                  <a:pt x="242073" y="77356"/>
                </a:lnTo>
                <a:lnTo>
                  <a:pt x="239205" y="80225"/>
                </a:lnTo>
                <a:close/>
                <a:moveTo>
                  <a:pt x="239705" y="76589"/>
                </a:moveTo>
                <a:lnTo>
                  <a:pt x="237437" y="74287"/>
                </a:lnTo>
                <a:lnTo>
                  <a:pt x="237437" y="71052"/>
                </a:lnTo>
                <a:lnTo>
                  <a:pt x="239105" y="69351"/>
                </a:lnTo>
                <a:lnTo>
                  <a:pt x="239105" y="73587"/>
                </a:lnTo>
                <a:lnTo>
                  <a:pt x="242073" y="76589"/>
                </a:lnTo>
                <a:lnTo>
                  <a:pt x="239705" y="76589"/>
                </a:lnTo>
                <a:close/>
                <a:moveTo>
                  <a:pt x="236870" y="70485"/>
                </a:moveTo>
                <a:lnTo>
                  <a:pt x="233601" y="70485"/>
                </a:lnTo>
                <a:lnTo>
                  <a:pt x="231332" y="68183"/>
                </a:lnTo>
                <a:lnTo>
                  <a:pt x="231332" y="65815"/>
                </a:lnTo>
                <a:lnTo>
                  <a:pt x="234301" y="68817"/>
                </a:lnTo>
                <a:lnTo>
                  <a:pt x="238538" y="68817"/>
                </a:lnTo>
                <a:close/>
                <a:moveTo>
                  <a:pt x="231332" y="58476"/>
                </a:moveTo>
                <a:lnTo>
                  <a:pt x="234635" y="55140"/>
                </a:lnTo>
                <a:lnTo>
                  <a:pt x="239338" y="55140"/>
                </a:lnTo>
                <a:lnTo>
                  <a:pt x="240873" y="56675"/>
                </a:lnTo>
                <a:lnTo>
                  <a:pt x="235269" y="56675"/>
                </a:lnTo>
                <a:lnTo>
                  <a:pt x="231332" y="60611"/>
                </a:lnTo>
                <a:lnTo>
                  <a:pt x="231332" y="58476"/>
                </a:lnTo>
                <a:close/>
                <a:moveTo>
                  <a:pt x="239105" y="53806"/>
                </a:moveTo>
                <a:lnTo>
                  <a:pt x="237437" y="52105"/>
                </a:lnTo>
                <a:lnTo>
                  <a:pt x="237437" y="48869"/>
                </a:lnTo>
                <a:lnTo>
                  <a:pt x="239705" y="46568"/>
                </a:lnTo>
                <a:lnTo>
                  <a:pt x="242073" y="46568"/>
                </a:lnTo>
                <a:lnTo>
                  <a:pt x="239105" y="49570"/>
                </a:lnTo>
                <a:lnTo>
                  <a:pt x="239105" y="53806"/>
                </a:lnTo>
                <a:close/>
                <a:moveTo>
                  <a:pt x="236870" y="39696"/>
                </a:moveTo>
                <a:lnTo>
                  <a:pt x="233601" y="39696"/>
                </a:lnTo>
                <a:lnTo>
                  <a:pt x="231332" y="37394"/>
                </a:lnTo>
                <a:lnTo>
                  <a:pt x="231332" y="35026"/>
                </a:lnTo>
                <a:lnTo>
                  <a:pt x="234301" y="38028"/>
                </a:lnTo>
                <a:lnTo>
                  <a:pt x="238538" y="38028"/>
                </a:lnTo>
                <a:close/>
                <a:moveTo>
                  <a:pt x="231332" y="27654"/>
                </a:moveTo>
                <a:lnTo>
                  <a:pt x="234635" y="24352"/>
                </a:lnTo>
                <a:lnTo>
                  <a:pt x="239338" y="24352"/>
                </a:lnTo>
                <a:lnTo>
                  <a:pt x="240873" y="25886"/>
                </a:lnTo>
                <a:lnTo>
                  <a:pt x="235269" y="25886"/>
                </a:lnTo>
                <a:lnTo>
                  <a:pt x="231332" y="29822"/>
                </a:lnTo>
                <a:lnTo>
                  <a:pt x="231332" y="27654"/>
                </a:lnTo>
                <a:close/>
                <a:moveTo>
                  <a:pt x="239105" y="18948"/>
                </a:moveTo>
                <a:lnTo>
                  <a:pt x="239105" y="23017"/>
                </a:lnTo>
                <a:lnTo>
                  <a:pt x="237437" y="21316"/>
                </a:lnTo>
                <a:lnTo>
                  <a:pt x="237437" y="18081"/>
                </a:lnTo>
                <a:lnTo>
                  <a:pt x="239705" y="15779"/>
                </a:lnTo>
                <a:lnTo>
                  <a:pt x="242073" y="15779"/>
                </a:lnTo>
                <a:lnTo>
                  <a:pt x="239205" y="18648"/>
                </a:lnTo>
                <a:close/>
                <a:moveTo>
                  <a:pt x="239705" y="15012"/>
                </a:moveTo>
                <a:lnTo>
                  <a:pt x="237437" y="12710"/>
                </a:lnTo>
                <a:lnTo>
                  <a:pt x="237437" y="9441"/>
                </a:lnTo>
                <a:lnTo>
                  <a:pt x="239105" y="7773"/>
                </a:lnTo>
                <a:lnTo>
                  <a:pt x="239105" y="12010"/>
                </a:lnTo>
                <a:lnTo>
                  <a:pt x="242073" y="15012"/>
                </a:lnTo>
                <a:close/>
                <a:moveTo>
                  <a:pt x="236870" y="8907"/>
                </a:moveTo>
                <a:lnTo>
                  <a:pt x="233601" y="8907"/>
                </a:lnTo>
                <a:lnTo>
                  <a:pt x="231332" y="6606"/>
                </a:lnTo>
                <a:lnTo>
                  <a:pt x="231332" y="4237"/>
                </a:lnTo>
                <a:lnTo>
                  <a:pt x="234301" y="7206"/>
                </a:lnTo>
                <a:lnTo>
                  <a:pt x="238538" y="7206"/>
                </a:lnTo>
                <a:close/>
                <a:moveTo>
                  <a:pt x="230532" y="3103"/>
                </a:moveTo>
                <a:lnTo>
                  <a:pt x="227229" y="6439"/>
                </a:lnTo>
                <a:lnTo>
                  <a:pt x="222526" y="6439"/>
                </a:lnTo>
                <a:lnTo>
                  <a:pt x="220992" y="4904"/>
                </a:lnTo>
                <a:lnTo>
                  <a:pt x="226596" y="4904"/>
                </a:lnTo>
                <a:lnTo>
                  <a:pt x="230532" y="935"/>
                </a:lnTo>
                <a:close/>
                <a:moveTo>
                  <a:pt x="219657" y="10709"/>
                </a:moveTo>
                <a:lnTo>
                  <a:pt x="215921" y="14445"/>
                </a:lnTo>
                <a:lnTo>
                  <a:pt x="215921" y="6672"/>
                </a:lnTo>
                <a:lnTo>
                  <a:pt x="217623" y="5004"/>
                </a:lnTo>
                <a:lnTo>
                  <a:pt x="219657" y="5004"/>
                </a:lnTo>
                <a:lnTo>
                  <a:pt x="219657" y="10709"/>
                </a:lnTo>
                <a:close/>
                <a:moveTo>
                  <a:pt x="215121" y="14445"/>
                </a:moveTo>
                <a:lnTo>
                  <a:pt x="211418" y="10709"/>
                </a:lnTo>
                <a:lnTo>
                  <a:pt x="211418" y="5004"/>
                </a:lnTo>
                <a:lnTo>
                  <a:pt x="213453" y="5004"/>
                </a:lnTo>
                <a:lnTo>
                  <a:pt x="215121" y="6672"/>
                </a:lnTo>
                <a:lnTo>
                  <a:pt x="215121" y="14445"/>
                </a:lnTo>
                <a:close/>
                <a:moveTo>
                  <a:pt x="208549" y="6439"/>
                </a:moveTo>
                <a:lnTo>
                  <a:pt x="203846" y="6439"/>
                </a:lnTo>
                <a:lnTo>
                  <a:pt x="200544" y="3103"/>
                </a:lnTo>
                <a:lnTo>
                  <a:pt x="200544" y="935"/>
                </a:lnTo>
                <a:lnTo>
                  <a:pt x="204480" y="4904"/>
                </a:lnTo>
                <a:lnTo>
                  <a:pt x="210084" y="4904"/>
                </a:lnTo>
                <a:close/>
                <a:moveTo>
                  <a:pt x="199743" y="3103"/>
                </a:moveTo>
                <a:lnTo>
                  <a:pt x="196441" y="6439"/>
                </a:lnTo>
                <a:lnTo>
                  <a:pt x="191737" y="6439"/>
                </a:lnTo>
                <a:lnTo>
                  <a:pt x="190203" y="4904"/>
                </a:lnTo>
                <a:lnTo>
                  <a:pt x="195807" y="4904"/>
                </a:lnTo>
                <a:lnTo>
                  <a:pt x="199743" y="935"/>
                </a:lnTo>
                <a:close/>
                <a:moveTo>
                  <a:pt x="188869" y="10709"/>
                </a:moveTo>
                <a:lnTo>
                  <a:pt x="185133" y="14445"/>
                </a:lnTo>
                <a:lnTo>
                  <a:pt x="185133" y="6672"/>
                </a:lnTo>
                <a:lnTo>
                  <a:pt x="186801" y="5004"/>
                </a:lnTo>
                <a:lnTo>
                  <a:pt x="188835" y="5004"/>
                </a:lnTo>
                <a:lnTo>
                  <a:pt x="188835" y="10709"/>
                </a:lnTo>
                <a:close/>
                <a:moveTo>
                  <a:pt x="184332" y="14445"/>
                </a:moveTo>
                <a:lnTo>
                  <a:pt x="180629" y="10709"/>
                </a:lnTo>
                <a:lnTo>
                  <a:pt x="180629" y="5004"/>
                </a:lnTo>
                <a:lnTo>
                  <a:pt x="182664" y="5004"/>
                </a:lnTo>
                <a:lnTo>
                  <a:pt x="184332" y="6672"/>
                </a:lnTo>
                <a:lnTo>
                  <a:pt x="184332" y="14445"/>
                </a:lnTo>
                <a:close/>
                <a:moveTo>
                  <a:pt x="177761" y="6439"/>
                </a:moveTo>
                <a:lnTo>
                  <a:pt x="173057" y="6439"/>
                </a:lnTo>
                <a:lnTo>
                  <a:pt x="169755" y="3103"/>
                </a:lnTo>
                <a:lnTo>
                  <a:pt x="169755" y="935"/>
                </a:lnTo>
                <a:lnTo>
                  <a:pt x="173691" y="4904"/>
                </a:lnTo>
                <a:lnTo>
                  <a:pt x="179262" y="4904"/>
                </a:lnTo>
                <a:close/>
                <a:moveTo>
                  <a:pt x="168954" y="3103"/>
                </a:moveTo>
                <a:lnTo>
                  <a:pt x="165619" y="6439"/>
                </a:lnTo>
                <a:lnTo>
                  <a:pt x="160949" y="6439"/>
                </a:lnTo>
                <a:lnTo>
                  <a:pt x="159414" y="4904"/>
                </a:lnTo>
                <a:lnTo>
                  <a:pt x="164985" y="4904"/>
                </a:lnTo>
                <a:lnTo>
                  <a:pt x="168954" y="935"/>
                </a:lnTo>
                <a:close/>
                <a:moveTo>
                  <a:pt x="158047" y="10709"/>
                </a:moveTo>
                <a:lnTo>
                  <a:pt x="154344" y="14445"/>
                </a:lnTo>
                <a:lnTo>
                  <a:pt x="154344" y="6672"/>
                </a:lnTo>
                <a:lnTo>
                  <a:pt x="156012" y="5004"/>
                </a:lnTo>
                <a:lnTo>
                  <a:pt x="158047" y="5004"/>
                </a:lnTo>
                <a:lnTo>
                  <a:pt x="158047" y="10709"/>
                </a:lnTo>
                <a:close/>
                <a:moveTo>
                  <a:pt x="153543" y="14445"/>
                </a:moveTo>
                <a:lnTo>
                  <a:pt x="149841" y="10709"/>
                </a:lnTo>
                <a:lnTo>
                  <a:pt x="149841" y="5004"/>
                </a:lnTo>
                <a:lnTo>
                  <a:pt x="151876" y="5004"/>
                </a:lnTo>
                <a:lnTo>
                  <a:pt x="153543" y="6672"/>
                </a:lnTo>
                <a:lnTo>
                  <a:pt x="153543" y="14445"/>
                </a:lnTo>
                <a:close/>
                <a:moveTo>
                  <a:pt x="146939" y="6439"/>
                </a:moveTo>
                <a:lnTo>
                  <a:pt x="142269" y="6439"/>
                </a:lnTo>
                <a:lnTo>
                  <a:pt x="138933" y="3103"/>
                </a:lnTo>
                <a:lnTo>
                  <a:pt x="138933" y="935"/>
                </a:lnTo>
                <a:lnTo>
                  <a:pt x="142903" y="4904"/>
                </a:lnTo>
                <a:lnTo>
                  <a:pt x="148473" y="4904"/>
                </a:lnTo>
                <a:close/>
                <a:moveTo>
                  <a:pt x="138166" y="3103"/>
                </a:moveTo>
                <a:lnTo>
                  <a:pt x="134830" y="6439"/>
                </a:lnTo>
                <a:lnTo>
                  <a:pt x="130160" y="6439"/>
                </a:lnTo>
                <a:lnTo>
                  <a:pt x="128626" y="4904"/>
                </a:lnTo>
                <a:lnTo>
                  <a:pt x="134196" y="4904"/>
                </a:lnTo>
                <a:lnTo>
                  <a:pt x="138166" y="935"/>
                </a:lnTo>
                <a:close/>
                <a:moveTo>
                  <a:pt x="127258" y="10709"/>
                </a:moveTo>
                <a:lnTo>
                  <a:pt x="123555" y="14445"/>
                </a:lnTo>
                <a:lnTo>
                  <a:pt x="123555" y="6672"/>
                </a:lnTo>
                <a:lnTo>
                  <a:pt x="125223" y="5004"/>
                </a:lnTo>
                <a:lnTo>
                  <a:pt x="127258" y="5004"/>
                </a:lnTo>
                <a:close/>
                <a:moveTo>
                  <a:pt x="122755" y="14445"/>
                </a:moveTo>
                <a:lnTo>
                  <a:pt x="119052" y="10709"/>
                </a:lnTo>
                <a:lnTo>
                  <a:pt x="119052" y="5004"/>
                </a:lnTo>
                <a:lnTo>
                  <a:pt x="121087" y="5004"/>
                </a:lnTo>
                <a:lnTo>
                  <a:pt x="122755" y="6672"/>
                </a:lnTo>
                <a:close/>
                <a:moveTo>
                  <a:pt x="116150" y="6439"/>
                </a:moveTo>
                <a:lnTo>
                  <a:pt x="111480" y="6439"/>
                </a:lnTo>
                <a:lnTo>
                  <a:pt x="108144" y="3103"/>
                </a:lnTo>
                <a:lnTo>
                  <a:pt x="108144" y="935"/>
                </a:lnTo>
                <a:lnTo>
                  <a:pt x="112114" y="4904"/>
                </a:lnTo>
                <a:lnTo>
                  <a:pt x="117685" y="4904"/>
                </a:lnTo>
                <a:close/>
                <a:moveTo>
                  <a:pt x="107377" y="3103"/>
                </a:moveTo>
                <a:lnTo>
                  <a:pt x="104041" y="6439"/>
                </a:lnTo>
                <a:lnTo>
                  <a:pt x="99371" y="6439"/>
                </a:lnTo>
                <a:lnTo>
                  <a:pt x="97837" y="4904"/>
                </a:lnTo>
                <a:lnTo>
                  <a:pt x="103408" y="4904"/>
                </a:lnTo>
                <a:lnTo>
                  <a:pt x="107377" y="935"/>
                </a:lnTo>
                <a:lnTo>
                  <a:pt x="107377" y="3103"/>
                </a:lnTo>
                <a:close/>
                <a:moveTo>
                  <a:pt x="96469" y="10709"/>
                </a:moveTo>
                <a:lnTo>
                  <a:pt x="92767" y="14445"/>
                </a:lnTo>
                <a:lnTo>
                  <a:pt x="92767" y="6672"/>
                </a:lnTo>
                <a:lnTo>
                  <a:pt x="94435" y="5004"/>
                </a:lnTo>
                <a:lnTo>
                  <a:pt x="96469" y="5004"/>
                </a:lnTo>
                <a:close/>
                <a:moveTo>
                  <a:pt x="91966" y="14445"/>
                </a:moveTo>
                <a:lnTo>
                  <a:pt x="88264" y="10709"/>
                </a:lnTo>
                <a:lnTo>
                  <a:pt x="88264" y="5004"/>
                </a:lnTo>
                <a:lnTo>
                  <a:pt x="90298" y="5004"/>
                </a:lnTo>
                <a:lnTo>
                  <a:pt x="91966" y="6672"/>
                </a:lnTo>
                <a:close/>
                <a:moveTo>
                  <a:pt x="85361" y="6439"/>
                </a:moveTo>
                <a:lnTo>
                  <a:pt x="80691" y="6439"/>
                </a:lnTo>
                <a:lnTo>
                  <a:pt x="77356" y="3103"/>
                </a:lnTo>
                <a:lnTo>
                  <a:pt x="77356" y="935"/>
                </a:lnTo>
                <a:lnTo>
                  <a:pt x="81325" y="4904"/>
                </a:lnTo>
                <a:lnTo>
                  <a:pt x="86896" y="4904"/>
                </a:lnTo>
                <a:close/>
                <a:moveTo>
                  <a:pt x="76589" y="3103"/>
                </a:moveTo>
                <a:lnTo>
                  <a:pt x="73253" y="6439"/>
                </a:lnTo>
                <a:lnTo>
                  <a:pt x="68583" y="6439"/>
                </a:lnTo>
                <a:lnTo>
                  <a:pt x="67048" y="4904"/>
                </a:lnTo>
                <a:lnTo>
                  <a:pt x="72619" y="4904"/>
                </a:lnTo>
                <a:lnTo>
                  <a:pt x="76589" y="935"/>
                </a:lnTo>
                <a:close/>
                <a:moveTo>
                  <a:pt x="65681" y="10709"/>
                </a:moveTo>
                <a:lnTo>
                  <a:pt x="61978" y="14445"/>
                </a:lnTo>
                <a:lnTo>
                  <a:pt x="61978" y="6672"/>
                </a:lnTo>
                <a:lnTo>
                  <a:pt x="63646" y="5004"/>
                </a:lnTo>
                <a:lnTo>
                  <a:pt x="65681" y="5004"/>
                </a:lnTo>
                <a:close/>
                <a:moveTo>
                  <a:pt x="61178" y="14445"/>
                </a:moveTo>
                <a:lnTo>
                  <a:pt x="57475" y="10709"/>
                </a:lnTo>
                <a:lnTo>
                  <a:pt x="57475" y="5004"/>
                </a:lnTo>
                <a:lnTo>
                  <a:pt x="59510" y="5004"/>
                </a:lnTo>
                <a:lnTo>
                  <a:pt x="61178" y="6672"/>
                </a:lnTo>
                <a:close/>
                <a:moveTo>
                  <a:pt x="54573" y="6439"/>
                </a:moveTo>
                <a:lnTo>
                  <a:pt x="49903" y="6439"/>
                </a:lnTo>
                <a:lnTo>
                  <a:pt x="46567" y="3103"/>
                </a:lnTo>
                <a:lnTo>
                  <a:pt x="46567" y="935"/>
                </a:lnTo>
                <a:lnTo>
                  <a:pt x="50537" y="4904"/>
                </a:lnTo>
                <a:lnTo>
                  <a:pt x="56107" y="4904"/>
                </a:lnTo>
                <a:close/>
                <a:moveTo>
                  <a:pt x="45767" y="3103"/>
                </a:moveTo>
                <a:lnTo>
                  <a:pt x="42464" y="6439"/>
                </a:lnTo>
                <a:lnTo>
                  <a:pt x="37761" y="6439"/>
                </a:lnTo>
                <a:lnTo>
                  <a:pt x="36226" y="4904"/>
                </a:lnTo>
                <a:lnTo>
                  <a:pt x="41830" y="4904"/>
                </a:lnTo>
                <a:lnTo>
                  <a:pt x="45767" y="935"/>
                </a:lnTo>
                <a:lnTo>
                  <a:pt x="45767" y="3103"/>
                </a:lnTo>
                <a:close/>
                <a:moveTo>
                  <a:pt x="34892" y="10709"/>
                </a:moveTo>
                <a:lnTo>
                  <a:pt x="31189" y="14445"/>
                </a:lnTo>
                <a:lnTo>
                  <a:pt x="31189" y="6672"/>
                </a:lnTo>
                <a:lnTo>
                  <a:pt x="32857" y="5004"/>
                </a:lnTo>
                <a:lnTo>
                  <a:pt x="34892" y="5004"/>
                </a:lnTo>
                <a:close/>
                <a:moveTo>
                  <a:pt x="30389" y="14445"/>
                </a:moveTo>
                <a:lnTo>
                  <a:pt x="26653" y="10709"/>
                </a:lnTo>
                <a:lnTo>
                  <a:pt x="26653" y="5004"/>
                </a:lnTo>
                <a:lnTo>
                  <a:pt x="28721" y="5004"/>
                </a:lnTo>
                <a:lnTo>
                  <a:pt x="30389" y="6672"/>
                </a:lnTo>
                <a:lnTo>
                  <a:pt x="30389" y="14445"/>
                </a:lnTo>
                <a:close/>
                <a:moveTo>
                  <a:pt x="23784" y="6439"/>
                </a:moveTo>
                <a:lnTo>
                  <a:pt x="19081" y="6439"/>
                </a:lnTo>
                <a:lnTo>
                  <a:pt x="15778" y="3103"/>
                </a:lnTo>
                <a:lnTo>
                  <a:pt x="15778" y="935"/>
                </a:lnTo>
                <a:lnTo>
                  <a:pt x="19715" y="4904"/>
                </a:lnTo>
                <a:lnTo>
                  <a:pt x="25319" y="4904"/>
                </a:lnTo>
                <a:close/>
                <a:moveTo>
                  <a:pt x="14978" y="3103"/>
                </a:moveTo>
                <a:lnTo>
                  <a:pt x="11675" y="6439"/>
                </a:lnTo>
                <a:lnTo>
                  <a:pt x="6972" y="6439"/>
                </a:lnTo>
                <a:lnTo>
                  <a:pt x="5438" y="4904"/>
                </a:lnTo>
                <a:lnTo>
                  <a:pt x="11042" y="4904"/>
                </a:lnTo>
                <a:lnTo>
                  <a:pt x="14978" y="935"/>
                </a:lnTo>
                <a:lnTo>
                  <a:pt x="14978" y="3103"/>
                </a:lnTo>
                <a:close/>
                <a:moveTo>
                  <a:pt x="4904" y="5471"/>
                </a:moveTo>
                <a:lnTo>
                  <a:pt x="6405" y="6973"/>
                </a:lnTo>
                <a:lnTo>
                  <a:pt x="6405" y="11676"/>
                </a:lnTo>
                <a:lnTo>
                  <a:pt x="3103" y="15012"/>
                </a:lnTo>
                <a:lnTo>
                  <a:pt x="934" y="15012"/>
                </a:lnTo>
                <a:lnTo>
                  <a:pt x="4904" y="11042"/>
                </a:lnTo>
                <a:close/>
                <a:moveTo>
                  <a:pt x="3103" y="15779"/>
                </a:moveTo>
                <a:lnTo>
                  <a:pt x="6438" y="19115"/>
                </a:lnTo>
                <a:lnTo>
                  <a:pt x="6438" y="23785"/>
                </a:lnTo>
                <a:lnTo>
                  <a:pt x="4904" y="25319"/>
                </a:lnTo>
                <a:lnTo>
                  <a:pt x="4904" y="19748"/>
                </a:lnTo>
                <a:lnTo>
                  <a:pt x="934" y="15779"/>
                </a:lnTo>
                <a:lnTo>
                  <a:pt x="3103" y="15779"/>
                </a:lnTo>
                <a:close/>
                <a:moveTo>
                  <a:pt x="5004" y="26687"/>
                </a:moveTo>
                <a:lnTo>
                  <a:pt x="10708" y="26687"/>
                </a:lnTo>
                <a:lnTo>
                  <a:pt x="14444" y="30389"/>
                </a:lnTo>
                <a:lnTo>
                  <a:pt x="6672" y="30389"/>
                </a:lnTo>
                <a:lnTo>
                  <a:pt x="5004" y="28721"/>
                </a:lnTo>
                <a:close/>
                <a:moveTo>
                  <a:pt x="14444" y="31190"/>
                </a:moveTo>
                <a:lnTo>
                  <a:pt x="10708" y="34893"/>
                </a:lnTo>
                <a:lnTo>
                  <a:pt x="5004" y="34893"/>
                </a:lnTo>
                <a:lnTo>
                  <a:pt x="5004" y="32858"/>
                </a:lnTo>
                <a:lnTo>
                  <a:pt x="6672" y="31190"/>
                </a:lnTo>
                <a:close/>
                <a:moveTo>
                  <a:pt x="4904" y="36260"/>
                </a:moveTo>
                <a:lnTo>
                  <a:pt x="6405" y="37795"/>
                </a:lnTo>
                <a:lnTo>
                  <a:pt x="6405" y="42465"/>
                </a:lnTo>
                <a:lnTo>
                  <a:pt x="3103" y="45800"/>
                </a:lnTo>
                <a:lnTo>
                  <a:pt x="934" y="45800"/>
                </a:lnTo>
                <a:lnTo>
                  <a:pt x="4904" y="41831"/>
                </a:lnTo>
                <a:close/>
                <a:moveTo>
                  <a:pt x="3103" y="46568"/>
                </a:moveTo>
                <a:lnTo>
                  <a:pt x="6438" y="49903"/>
                </a:lnTo>
                <a:lnTo>
                  <a:pt x="6438" y="54573"/>
                </a:lnTo>
                <a:lnTo>
                  <a:pt x="4904" y="56108"/>
                </a:lnTo>
                <a:lnTo>
                  <a:pt x="4904" y="50537"/>
                </a:lnTo>
                <a:lnTo>
                  <a:pt x="934" y="46568"/>
                </a:lnTo>
                <a:close/>
                <a:moveTo>
                  <a:pt x="5004" y="57475"/>
                </a:moveTo>
                <a:lnTo>
                  <a:pt x="10708" y="57475"/>
                </a:lnTo>
                <a:lnTo>
                  <a:pt x="14444" y="61178"/>
                </a:lnTo>
                <a:lnTo>
                  <a:pt x="6672" y="61178"/>
                </a:lnTo>
                <a:lnTo>
                  <a:pt x="5004" y="59510"/>
                </a:lnTo>
                <a:close/>
                <a:moveTo>
                  <a:pt x="14444" y="61979"/>
                </a:moveTo>
                <a:lnTo>
                  <a:pt x="10708" y="65681"/>
                </a:lnTo>
                <a:lnTo>
                  <a:pt x="5004" y="65681"/>
                </a:lnTo>
                <a:lnTo>
                  <a:pt x="5004" y="63646"/>
                </a:lnTo>
                <a:lnTo>
                  <a:pt x="6672" y="61979"/>
                </a:lnTo>
                <a:close/>
                <a:moveTo>
                  <a:pt x="4904" y="67049"/>
                </a:moveTo>
                <a:lnTo>
                  <a:pt x="6405" y="68583"/>
                </a:lnTo>
                <a:lnTo>
                  <a:pt x="6405" y="73253"/>
                </a:lnTo>
                <a:lnTo>
                  <a:pt x="3103" y="76589"/>
                </a:lnTo>
                <a:lnTo>
                  <a:pt x="934" y="76589"/>
                </a:lnTo>
                <a:lnTo>
                  <a:pt x="4904" y="72620"/>
                </a:lnTo>
                <a:close/>
                <a:moveTo>
                  <a:pt x="3103" y="77356"/>
                </a:moveTo>
                <a:lnTo>
                  <a:pt x="6438" y="80692"/>
                </a:lnTo>
                <a:lnTo>
                  <a:pt x="6438" y="85362"/>
                </a:lnTo>
                <a:lnTo>
                  <a:pt x="4904" y="86896"/>
                </a:lnTo>
                <a:lnTo>
                  <a:pt x="4904" y="81326"/>
                </a:lnTo>
                <a:lnTo>
                  <a:pt x="934" y="77356"/>
                </a:lnTo>
                <a:lnTo>
                  <a:pt x="3103" y="77356"/>
                </a:lnTo>
                <a:close/>
                <a:moveTo>
                  <a:pt x="5004" y="88264"/>
                </a:moveTo>
                <a:lnTo>
                  <a:pt x="10708" y="88264"/>
                </a:lnTo>
                <a:lnTo>
                  <a:pt x="14444" y="91967"/>
                </a:lnTo>
                <a:lnTo>
                  <a:pt x="6672" y="91967"/>
                </a:lnTo>
                <a:lnTo>
                  <a:pt x="5004" y="90299"/>
                </a:lnTo>
                <a:close/>
                <a:moveTo>
                  <a:pt x="14444" y="92767"/>
                </a:moveTo>
                <a:lnTo>
                  <a:pt x="10708" y="96470"/>
                </a:lnTo>
                <a:lnTo>
                  <a:pt x="5004" y="96470"/>
                </a:lnTo>
                <a:lnTo>
                  <a:pt x="5004" y="94435"/>
                </a:lnTo>
                <a:lnTo>
                  <a:pt x="6672" y="92767"/>
                </a:lnTo>
                <a:close/>
                <a:moveTo>
                  <a:pt x="4904" y="97838"/>
                </a:moveTo>
                <a:lnTo>
                  <a:pt x="6405" y="99372"/>
                </a:lnTo>
                <a:lnTo>
                  <a:pt x="6405" y="104042"/>
                </a:lnTo>
                <a:lnTo>
                  <a:pt x="3103" y="107378"/>
                </a:lnTo>
                <a:lnTo>
                  <a:pt x="934" y="107378"/>
                </a:lnTo>
                <a:lnTo>
                  <a:pt x="4904" y="103408"/>
                </a:lnTo>
                <a:close/>
                <a:moveTo>
                  <a:pt x="3103" y="108178"/>
                </a:moveTo>
                <a:lnTo>
                  <a:pt x="6438" y="111481"/>
                </a:lnTo>
                <a:lnTo>
                  <a:pt x="6438" y="116151"/>
                </a:lnTo>
                <a:lnTo>
                  <a:pt x="4904" y="117685"/>
                </a:lnTo>
                <a:lnTo>
                  <a:pt x="4904" y="112114"/>
                </a:lnTo>
                <a:lnTo>
                  <a:pt x="934" y="108178"/>
                </a:lnTo>
                <a:close/>
                <a:moveTo>
                  <a:pt x="6972" y="116718"/>
                </a:moveTo>
                <a:lnTo>
                  <a:pt x="11675" y="116718"/>
                </a:lnTo>
                <a:lnTo>
                  <a:pt x="14978" y="120054"/>
                </a:lnTo>
                <a:lnTo>
                  <a:pt x="14978" y="122222"/>
                </a:lnTo>
                <a:lnTo>
                  <a:pt x="11042" y="118252"/>
                </a:lnTo>
                <a:lnTo>
                  <a:pt x="5438" y="118252"/>
                </a:lnTo>
                <a:close/>
                <a:moveTo>
                  <a:pt x="15778" y="120054"/>
                </a:moveTo>
                <a:lnTo>
                  <a:pt x="19081" y="116718"/>
                </a:lnTo>
                <a:lnTo>
                  <a:pt x="23784" y="116718"/>
                </a:lnTo>
                <a:lnTo>
                  <a:pt x="25319" y="118252"/>
                </a:lnTo>
                <a:lnTo>
                  <a:pt x="19748" y="118252"/>
                </a:lnTo>
                <a:lnTo>
                  <a:pt x="15778" y="122222"/>
                </a:lnTo>
                <a:lnTo>
                  <a:pt x="15778" y="120054"/>
                </a:lnTo>
                <a:close/>
                <a:moveTo>
                  <a:pt x="26653" y="112448"/>
                </a:moveTo>
                <a:lnTo>
                  <a:pt x="30389" y="108712"/>
                </a:lnTo>
                <a:lnTo>
                  <a:pt x="30389" y="116484"/>
                </a:lnTo>
                <a:lnTo>
                  <a:pt x="28688" y="118152"/>
                </a:lnTo>
                <a:lnTo>
                  <a:pt x="26653" y="118152"/>
                </a:lnTo>
                <a:lnTo>
                  <a:pt x="26653" y="112448"/>
                </a:lnTo>
                <a:close/>
                <a:moveTo>
                  <a:pt x="31189" y="108712"/>
                </a:moveTo>
                <a:lnTo>
                  <a:pt x="34892" y="112448"/>
                </a:lnTo>
                <a:lnTo>
                  <a:pt x="34892" y="118152"/>
                </a:lnTo>
                <a:lnTo>
                  <a:pt x="32857" y="118152"/>
                </a:lnTo>
                <a:lnTo>
                  <a:pt x="31189" y="116484"/>
                </a:lnTo>
                <a:close/>
                <a:moveTo>
                  <a:pt x="37761" y="116718"/>
                </a:moveTo>
                <a:lnTo>
                  <a:pt x="42464" y="116718"/>
                </a:lnTo>
                <a:lnTo>
                  <a:pt x="45767" y="120054"/>
                </a:lnTo>
                <a:lnTo>
                  <a:pt x="45767" y="122222"/>
                </a:lnTo>
                <a:lnTo>
                  <a:pt x="41830" y="118252"/>
                </a:lnTo>
                <a:lnTo>
                  <a:pt x="36226" y="118252"/>
                </a:lnTo>
                <a:close/>
                <a:moveTo>
                  <a:pt x="46567" y="120054"/>
                </a:moveTo>
                <a:lnTo>
                  <a:pt x="49903" y="116718"/>
                </a:lnTo>
                <a:lnTo>
                  <a:pt x="54573" y="116718"/>
                </a:lnTo>
                <a:lnTo>
                  <a:pt x="56107" y="118252"/>
                </a:lnTo>
                <a:lnTo>
                  <a:pt x="50537" y="118252"/>
                </a:lnTo>
                <a:lnTo>
                  <a:pt x="46567" y="122222"/>
                </a:lnTo>
                <a:close/>
                <a:moveTo>
                  <a:pt x="57475" y="112448"/>
                </a:moveTo>
                <a:lnTo>
                  <a:pt x="61178" y="108712"/>
                </a:lnTo>
                <a:lnTo>
                  <a:pt x="61178" y="116484"/>
                </a:lnTo>
                <a:lnTo>
                  <a:pt x="59510" y="118152"/>
                </a:lnTo>
                <a:lnTo>
                  <a:pt x="57475" y="118152"/>
                </a:lnTo>
                <a:close/>
                <a:moveTo>
                  <a:pt x="61978" y="108712"/>
                </a:moveTo>
                <a:lnTo>
                  <a:pt x="65681" y="112448"/>
                </a:lnTo>
                <a:lnTo>
                  <a:pt x="65681" y="118152"/>
                </a:lnTo>
                <a:lnTo>
                  <a:pt x="63646" y="118152"/>
                </a:lnTo>
                <a:lnTo>
                  <a:pt x="61978" y="116484"/>
                </a:lnTo>
                <a:close/>
                <a:moveTo>
                  <a:pt x="68583" y="116718"/>
                </a:moveTo>
                <a:lnTo>
                  <a:pt x="73253" y="116718"/>
                </a:lnTo>
                <a:lnTo>
                  <a:pt x="76555" y="120054"/>
                </a:lnTo>
                <a:lnTo>
                  <a:pt x="76555" y="122222"/>
                </a:lnTo>
                <a:lnTo>
                  <a:pt x="72619" y="118252"/>
                </a:lnTo>
                <a:lnTo>
                  <a:pt x="67048" y="118252"/>
                </a:lnTo>
                <a:close/>
                <a:moveTo>
                  <a:pt x="77356" y="120054"/>
                </a:moveTo>
                <a:lnTo>
                  <a:pt x="80691" y="116718"/>
                </a:lnTo>
                <a:lnTo>
                  <a:pt x="85361" y="116718"/>
                </a:lnTo>
                <a:lnTo>
                  <a:pt x="86896" y="118252"/>
                </a:lnTo>
                <a:lnTo>
                  <a:pt x="81325" y="118252"/>
                </a:lnTo>
                <a:lnTo>
                  <a:pt x="77356" y="122222"/>
                </a:lnTo>
                <a:lnTo>
                  <a:pt x="77356" y="120054"/>
                </a:lnTo>
                <a:close/>
                <a:moveTo>
                  <a:pt x="88264" y="112448"/>
                </a:moveTo>
                <a:lnTo>
                  <a:pt x="91966" y="108712"/>
                </a:lnTo>
                <a:lnTo>
                  <a:pt x="91966" y="116484"/>
                </a:lnTo>
                <a:lnTo>
                  <a:pt x="90298" y="118152"/>
                </a:lnTo>
                <a:lnTo>
                  <a:pt x="88264" y="118152"/>
                </a:lnTo>
                <a:close/>
                <a:moveTo>
                  <a:pt x="92767" y="108712"/>
                </a:moveTo>
                <a:lnTo>
                  <a:pt x="96469" y="112448"/>
                </a:lnTo>
                <a:lnTo>
                  <a:pt x="96469" y="118152"/>
                </a:lnTo>
                <a:lnTo>
                  <a:pt x="94435" y="118152"/>
                </a:lnTo>
                <a:lnTo>
                  <a:pt x="92767" y="116484"/>
                </a:lnTo>
                <a:close/>
                <a:moveTo>
                  <a:pt x="99371" y="116718"/>
                </a:moveTo>
                <a:lnTo>
                  <a:pt x="104041" y="116718"/>
                </a:lnTo>
                <a:lnTo>
                  <a:pt x="107377" y="120054"/>
                </a:lnTo>
                <a:lnTo>
                  <a:pt x="107377" y="122222"/>
                </a:lnTo>
                <a:lnTo>
                  <a:pt x="103408" y="118252"/>
                </a:lnTo>
                <a:lnTo>
                  <a:pt x="97837" y="118252"/>
                </a:lnTo>
                <a:close/>
                <a:moveTo>
                  <a:pt x="108144" y="120054"/>
                </a:moveTo>
                <a:lnTo>
                  <a:pt x="111480" y="116718"/>
                </a:lnTo>
                <a:lnTo>
                  <a:pt x="116150" y="116718"/>
                </a:lnTo>
                <a:lnTo>
                  <a:pt x="117685" y="118252"/>
                </a:lnTo>
                <a:lnTo>
                  <a:pt x="112114" y="118252"/>
                </a:lnTo>
                <a:lnTo>
                  <a:pt x="108144" y="122222"/>
                </a:lnTo>
                <a:lnTo>
                  <a:pt x="108144" y="120054"/>
                </a:lnTo>
                <a:close/>
                <a:moveTo>
                  <a:pt x="119052" y="112448"/>
                </a:moveTo>
                <a:lnTo>
                  <a:pt x="122755" y="108712"/>
                </a:lnTo>
                <a:lnTo>
                  <a:pt x="122755" y="116484"/>
                </a:lnTo>
                <a:lnTo>
                  <a:pt x="121087" y="118152"/>
                </a:lnTo>
                <a:lnTo>
                  <a:pt x="119052" y="118152"/>
                </a:lnTo>
                <a:close/>
                <a:moveTo>
                  <a:pt x="123555" y="108712"/>
                </a:moveTo>
                <a:lnTo>
                  <a:pt x="127258" y="112448"/>
                </a:lnTo>
                <a:lnTo>
                  <a:pt x="127258" y="118152"/>
                </a:lnTo>
                <a:lnTo>
                  <a:pt x="125223" y="118152"/>
                </a:lnTo>
                <a:lnTo>
                  <a:pt x="123555" y="116484"/>
                </a:lnTo>
                <a:lnTo>
                  <a:pt x="123555" y="108712"/>
                </a:lnTo>
                <a:close/>
                <a:moveTo>
                  <a:pt x="130160" y="116718"/>
                </a:moveTo>
                <a:lnTo>
                  <a:pt x="134830" y="116718"/>
                </a:lnTo>
                <a:lnTo>
                  <a:pt x="138166" y="120054"/>
                </a:lnTo>
                <a:lnTo>
                  <a:pt x="138166" y="122222"/>
                </a:lnTo>
                <a:lnTo>
                  <a:pt x="134196" y="118252"/>
                </a:lnTo>
                <a:lnTo>
                  <a:pt x="128626" y="118252"/>
                </a:lnTo>
                <a:close/>
                <a:moveTo>
                  <a:pt x="138933" y="120054"/>
                </a:moveTo>
                <a:lnTo>
                  <a:pt x="142269" y="116718"/>
                </a:lnTo>
                <a:lnTo>
                  <a:pt x="146939" y="116718"/>
                </a:lnTo>
                <a:lnTo>
                  <a:pt x="148473" y="118252"/>
                </a:lnTo>
                <a:lnTo>
                  <a:pt x="142903" y="118252"/>
                </a:lnTo>
                <a:lnTo>
                  <a:pt x="138933" y="122222"/>
                </a:lnTo>
                <a:close/>
                <a:moveTo>
                  <a:pt x="149841" y="112448"/>
                </a:moveTo>
                <a:lnTo>
                  <a:pt x="153543" y="108712"/>
                </a:lnTo>
                <a:lnTo>
                  <a:pt x="153543" y="116484"/>
                </a:lnTo>
                <a:lnTo>
                  <a:pt x="151876" y="118152"/>
                </a:lnTo>
                <a:lnTo>
                  <a:pt x="149841" y="118152"/>
                </a:lnTo>
                <a:lnTo>
                  <a:pt x="149841" y="112448"/>
                </a:lnTo>
                <a:close/>
                <a:moveTo>
                  <a:pt x="154344" y="108712"/>
                </a:moveTo>
                <a:lnTo>
                  <a:pt x="158047" y="112448"/>
                </a:lnTo>
                <a:lnTo>
                  <a:pt x="158047" y="118152"/>
                </a:lnTo>
                <a:lnTo>
                  <a:pt x="156012" y="118152"/>
                </a:lnTo>
                <a:lnTo>
                  <a:pt x="154344" y="116484"/>
                </a:lnTo>
                <a:lnTo>
                  <a:pt x="154344" y="108712"/>
                </a:lnTo>
                <a:close/>
                <a:moveTo>
                  <a:pt x="160949" y="116718"/>
                </a:moveTo>
                <a:lnTo>
                  <a:pt x="165619" y="116718"/>
                </a:lnTo>
                <a:lnTo>
                  <a:pt x="168954" y="120054"/>
                </a:lnTo>
                <a:lnTo>
                  <a:pt x="168954" y="122222"/>
                </a:lnTo>
                <a:lnTo>
                  <a:pt x="164985" y="118252"/>
                </a:lnTo>
                <a:lnTo>
                  <a:pt x="159414" y="118252"/>
                </a:lnTo>
                <a:close/>
                <a:moveTo>
                  <a:pt x="169755" y="120054"/>
                </a:moveTo>
                <a:lnTo>
                  <a:pt x="173057" y="116718"/>
                </a:lnTo>
                <a:lnTo>
                  <a:pt x="177761" y="116718"/>
                </a:lnTo>
                <a:lnTo>
                  <a:pt x="179262" y="118252"/>
                </a:lnTo>
                <a:lnTo>
                  <a:pt x="173691" y="118252"/>
                </a:lnTo>
                <a:lnTo>
                  <a:pt x="169755" y="122222"/>
                </a:lnTo>
                <a:close/>
                <a:moveTo>
                  <a:pt x="180629" y="112448"/>
                </a:moveTo>
                <a:lnTo>
                  <a:pt x="184332" y="108712"/>
                </a:lnTo>
                <a:lnTo>
                  <a:pt x="184332" y="116484"/>
                </a:lnTo>
                <a:lnTo>
                  <a:pt x="182664" y="118152"/>
                </a:lnTo>
                <a:lnTo>
                  <a:pt x="180629" y="118152"/>
                </a:lnTo>
                <a:lnTo>
                  <a:pt x="180629" y="112448"/>
                </a:lnTo>
                <a:close/>
                <a:moveTo>
                  <a:pt x="185133" y="108712"/>
                </a:moveTo>
                <a:lnTo>
                  <a:pt x="188869" y="112448"/>
                </a:lnTo>
                <a:lnTo>
                  <a:pt x="188869" y="118152"/>
                </a:lnTo>
                <a:lnTo>
                  <a:pt x="186801" y="118152"/>
                </a:lnTo>
                <a:lnTo>
                  <a:pt x="185133" y="116484"/>
                </a:lnTo>
                <a:lnTo>
                  <a:pt x="185133" y="108712"/>
                </a:lnTo>
                <a:close/>
                <a:moveTo>
                  <a:pt x="191737" y="116718"/>
                </a:moveTo>
                <a:lnTo>
                  <a:pt x="196441" y="116718"/>
                </a:lnTo>
                <a:lnTo>
                  <a:pt x="199743" y="120054"/>
                </a:lnTo>
                <a:lnTo>
                  <a:pt x="199743" y="122222"/>
                </a:lnTo>
                <a:lnTo>
                  <a:pt x="195807" y="118252"/>
                </a:lnTo>
                <a:lnTo>
                  <a:pt x="190203" y="118252"/>
                </a:lnTo>
                <a:close/>
                <a:moveTo>
                  <a:pt x="200544" y="120054"/>
                </a:moveTo>
                <a:lnTo>
                  <a:pt x="203846" y="116718"/>
                </a:lnTo>
                <a:lnTo>
                  <a:pt x="208549" y="116718"/>
                </a:lnTo>
                <a:lnTo>
                  <a:pt x="210084" y="118252"/>
                </a:lnTo>
                <a:lnTo>
                  <a:pt x="204480" y="118252"/>
                </a:lnTo>
                <a:lnTo>
                  <a:pt x="200544" y="122222"/>
                </a:lnTo>
                <a:close/>
                <a:moveTo>
                  <a:pt x="211418" y="112448"/>
                </a:moveTo>
                <a:lnTo>
                  <a:pt x="215154" y="108712"/>
                </a:lnTo>
                <a:lnTo>
                  <a:pt x="215154" y="116484"/>
                </a:lnTo>
                <a:lnTo>
                  <a:pt x="213453" y="118152"/>
                </a:lnTo>
                <a:lnTo>
                  <a:pt x="211418" y="118152"/>
                </a:lnTo>
                <a:lnTo>
                  <a:pt x="211418" y="112448"/>
                </a:lnTo>
                <a:close/>
                <a:moveTo>
                  <a:pt x="215921" y="108712"/>
                </a:moveTo>
                <a:lnTo>
                  <a:pt x="219657" y="112448"/>
                </a:lnTo>
                <a:lnTo>
                  <a:pt x="219657" y="118152"/>
                </a:lnTo>
                <a:lnTo>
                  <a:pt x="217623" y="118152"/>
                </a:lnTo>
                <a:lnTo>
                  <a:pt x="215921" y="116484"/>
                </a:lnTo>
                <a:lnTo>
                  <a:pt x="215921" y="108712"/>
                </a:lnTo>
                <a:close/>
                <a:moveTo>
                  <a:pt x="222526" y="116718"/>
                </a:moveTo>
                <a:lnTo>
                  <a:pt x="227229" y="116718"/>
                </a:lnTo>
                <a:lnTo>
                  <a:pt x="230532" y="120054"/>
                </a:lnTo>
                <a:lnTo>
                  <a:pt x="230532" y="122222"/>
                </a:lnTo>
                <a:lnTo>
                  <a:pt x="226596" y="118252"/>
                </a:lnTo>
                <a:lnTo>
                  <a:pt x="220992" y="118252"/>
                </a:lnTo>
                <a:close/>
                <a:moveTo>
                  <a:pt x="231332" y="120054"/>
                </a:moveTo>
                <a:lnTo>
                  <a:pt x="234635" y="116718"/>
                </a:lnTo>
                <a:lnTo>
                  <a:pt x="239338" y="116718"/>
                </a:lnTo>
                <a:lnTo>
                  <a:pt x="240873" y="118252"/>
                </a:lnTo>
                <a:lnTo>
                  <a:pt x="235269" y="118252"/>
                </a:lnTo>
                <a:lnTo>
                  <a:pt x="231332" y="122222"/>
                </a:lnTo>
                <a:lnTo>
                  <a:pt x="231332" y="120054"/>
                </a:lnTo>
                <a:close/>
                <a:moveTo>
                  <a:pt x="241406" y="117685"/>
                </a:moveTo>
                <a:lnTo>
                  <a:pt x="239905" y="116184"/>
                </a:lnTo>
                <a:lnTo>
                  <a:pt x="239905" y="111481"/>
                </a:lnTo>
                <a:lnTo>
                  <a:pt x="243208" y="108178"/>
                </a:lnTo>
                <a:lnTo>
                  <a:pt x="245376" y="108178"/>
                </a:lnTo>
                <a:lnTo>
                  <a:pt x="241406" y="112114"/>
                </a:lnTo>
                <a:lnTo>
                  <a:pt x="241406" y="117685"/>
                </a:lnTo>
                <a:close/>
                <a:moveTo>
                  <a:pt x="243208" y="107378"/>
                </a:moveTo>
                <a:lnTo>
                  <a:pt x="239872" y="104042"/>
                </a:lnTo>
                <a:lnTo>
                  <a:pt x="239872" y="99372"/>
                </a:lnTo>
                <a:lnTo>
                  <a:pt x="241406" y="97838"/>
                </a:lnTo>
                <a:lnTo>
                  <a:pt x="241406" y="103408"/>
                </a:lnTo>
                <a:lnTo>
                  <a:pt x="245376" y="107378"/>
                </a:lnTo>
                <a:lnTo>
                  <a:pt x="243208" y="107378"/>
                </a:lnTo>
                <a:close/>
                <a:moveTo>
                  <a:pt x="241306" y="96470"/>
                </a:moveTo>
                <a:lnTo>
                  <a:pt x="235602" y="96470"/>
                </a:lnTo>
                <a:lnTo>
                  <a:pt x="231866" y="92767"/>
                </a:lnTo>
                <a:lnTo>
                  <a:pt x="239638" y="92767"/>
                </a:lnTo>
                <a:lnTo>
                  <a:pt x="241306" y="94435"/>
                </a:lnTo>
                <a:lnTo>
                  <a:pt x="241306" y="96470"/>
                </a:lnTo>
                <a:close/>
                <a:moveTo>
                  <a:pt x="231866" y="91967"/>
                </a:moveTo>
                <a:lnTo>
                  <a:pt x="235602" y="88264"/>
                </a:lnTo>
                <a:lnTo>
                  <a:pt x="241306" y="88264"/>
                </a:lnTo>
                <a:lnTo>
                  <a:pt x="241306" y="90299"/>
                </a:lnTo>
                <a:lnTo>
                  <a:pt x="239638" y="91967"/>
                </a:lnTo>
                <a:close/>
                <a:moveTo>
                  <a:pt x="241406" y="86896"/>
                </a:moveTo>
                <a:lnTo>
                  <a:pt x="239905" y="85362"/>
                </a:lnTo>
                <a:lnTo>
                  <a:pt x="239905" y="80692"/>
                </a:lnTo>
                <a:lnTo>
                  <a:pt x="243208" y="77356"/>
                </a:lnTo>
                <a:lnTo>
                  <a:pt x="245376" y="77356"/>
                </a:lnTo>
                <a:lnTo>
                  <a:pt x="241406" y="81326"/>
                </a:lnTo>
                <a:lnTo>
                  <a:pt x="241406" y="86896"/>
                </a:lnTo>
                <a:close/>
                <a:moveTo>
                  <a:pt x="243208" y="76589"/>
                </a:moveTo>
                <a:lnTo>
                  <a:pt x="239872" y="73253"/>
                </a:lnTo>
                <a:lnTo>
                  <a:pt x="239872" y="68583"/>
                </a:lnTo>
                <a:lnTo>
                  <a:pt x="241406" y="67049"/>
                </a:lnTo>
                <a:lnTo>
                  <a:pt x="241406" y="72620"/>
                </a:lnTo>
                <a:lnTo>
                  <a:pt x="245376" y="76589"/>
                </a:lnTo>
                <a:lnTo>
                  <a:pt x="243208" y="76589"/>
                </a:lnTo>
                <a:close/>
                <a:moveTo>
                  <a:pt x="241306" y="65681"/>
                </a:moveTo>
                <a:lnTo>
                  <a:pt x="235602" y="65681"/>
                </a:lnTo>
                <a:lnTo>
                  <a:pt x="231866" y="61979"/>
                </a:lnTo>
                <a:lnTo>
                  <a:pt x="239638" y="61979"/>
                </a:lnTo>
                <a:lnTo>
                  <a:pt x="241306" y="63646"/>
                </a:lnTo>
                <a:lnTo>
                  <a:pt x="241306" y="65681"/>
                </a:lnTo>
                <a:close/>
                <a:moveTo>
                  <a:pt x="231866" y="61178"/>
                </a:moveTo>
                <a:lnTo>
                  <a:pt x="235602" y="57475"/>
                </a:lnTo>
                <a:lnTo>
                  <a:pt x="241306" y="57475"/>
                </a:lnTo>
                <a:lnTo>
                  <a:pt x="241306" y="59510"/>
                </a:lnTo>
                <a:lnTo>
                  <a:pt x="239638" y="61178"/>
                </a:lnTo>
                <a:close/>
                <a:moveTo>
                  <a:pt x="241406" y="56108"/>
                </a:moveTo>
                <a:lnTo>
                  <a:pt x="239905" y="54573"/>
                </a:lnTo>
                <a:lnTo>
                  <a:pt x="239905" y="49903"/>
                </a:lnTo>
                <a:lnTo>
                  <a:pt x="243208" y="46568"/>
                </a:lnTo>
                <a:lnTo>
                  <a:pt x="245376" y="46568"/>
                </a:lnTo>
                <a:lnTo>
                  <a:pt x="241406" y="50537"/>
                </a:lnTo>
                <a:lnTo>
                  <a:pt x="241406" y="56108"/>
                </a:lnTo>
                <a:close/>
                <a:moveTo>
                  <a:pt x="243208" y="45800"/>
                </a:moveTo>
                <a:lnTo>
                  <a:pt x="239872" y="42465"/>
                </a:lnTo>
                <a:lnTo>
                  <a:pt x="239872" y="37795"/>
                </a:lnTo>
                <a:lnTo>
                  <a:pt x="241406" y="36260"/>
                </a:lnTo>
                <a:lnTo>
                  <a:pt x="241406" y="41831"/>
                </a:lnTo>
                <a:lnTo>
                  <a:pt x="245376" y="45800"/>
                </a:lnTo>
                <a:close/>
                <a:moveTo>
                  <a:pt x="241306" y="34893"/>
                </a:moveTo>
                <a:lnTo>
                  <a:pt x="235602" y="34893"/>
                </a:lnTo>
                <a:lnTo>
                  <a:pt x="231866" y="31190"/>
                </a:lnTo>
                <a:lnTo>
                  <a:pt x="239638" y="31190"/>
                </a:lnTo>
                <a:lnTo>
                  <a:pt x="241306" y="32858"/>
                </a:lnTo>
                <a:lnTo>
                  <a:pt x="241306" y="34893"/>
                </a:lnTo>
                <a:close/>
                <a:moveTo>
                  <a:pt x="231866" y="30389"/>
                </a:moveTo>
                <a:lnTo>
                  <a:pt x="235602" y="26653"/>
                </a:lnTo>
                <a:lnTo>
                  <a:pt x="241306" y="26653"/>
                </a:lnTo>
                <a:lnTo>
                  <a:pt x="241306" y="28721"/>
                </a:lnTo>
                <a:lnTo>
                  <a:pt x="239638" y="30389"/>
                </a:lnTo>
                <a:close/>
                <a:moveTo>
                  <a:pt x="241406" y="25319"/>
                </a:moveTo>
                <a:lnTo>
                  <a:pt x="239905" y="23785"/>
                </a:lnTo>
                <a:lnTo>
                  <a:pt x="239905" y="19115"/>
                </a:lnTo>
                <a:lnTo>
                  <a:pt x="243208" y="15779"/>
                </a:lnTo>
                <a:lnTo>
                  <a:pt x="245376" y="15779"/>
                </a:lnTo>
                <a:lnTo>
                  <a:pt x="241406" y="19748"/>
                </a:lnTo>
                <a:lnTo>
                  <a:pt x="241406" y="25319"/>
                </a:lnTo>
                <a:close/>
                <a:moveTo>
                  <a:pt x="243208" y="15012"/>
                </a:moveTo>
                <a:lnTo>
                  <a:pt x="239872" y="11676"/>
                </a:lnTo>
                <a:lnTo>
                  <a:pt x="239872" y="6973"/>
                </a:lnTo>
                <a:lnTo>
                  <a:pt x="241406" y="5471"/>
                </a:lnTo>
                <a:lnTo>
                  <a:pt x="241406" y="11042"/>
                </a:lnTo>
                <a:lnTo>
                  <a:pt x="245376" y="15012"/>
                </a:lnTo>
                <a:lnTo>
                  <a:pt x="243208" y="15012"/>
                </a:lnTo>
                <a:close/>
                <a:moveTo>
                  <a:pt x="239638" y="401"/>
                </a:moveTo>
                <a:lnTo>
                  <a:pt x="241306" y="2069"/>
                </a:lnTo>
                <a:lnTo>
                  <a:pt x="241306" y="4104"/>
                </a:lnTo>
                <a:lnTo>
                  <a:pt x="235602" y="4104"/>
                </a:lnTo>
                <a:lnTo>
                  <a:pt x="231866" y="401"/>
                </a:lnTo>
                <a:close/>
                <a:moveTo>
                  <a:pt x="229965" y="401"/>
                </a:moveTo>
                <a:lnTo>
                  <a:pt x="226262" y="4104"/>
                </a:lnTo>
                <a:lnTo>
                  <a:pt x="220558" y="4104"/>
                </a:lnTo>
                <a:lnTo>
                  <a:pt x="220558" y="2069"/>
                </a:lnTo>
                <a:lnTo>
                  <a:pt x="222226" y="401"/>
                </a:lnTo>
                <a:close/>
                <a:moveTo>
                  <a:pt x="219290" y="401"/>
                </a:moveTo>
                <a:lnTo>
                  <a:pt x="221092" y="401"/>
                </a:lnTo>
                <a:lnTo>
                  <a:pt x="219757" y="1735"/>
                </a:lnTo>
                <a:lnTo>
                  <a:pt x="219757" y="3804"/>
                </a:lnTo>
                <a:lnTo>
                  <a:pt x="218457" y="2503"/>
                </a:lnTo>
                <a:lnTo>
                  <a:pt x="218457" y="1202"/>
                </a:lnTo>
                <a:close/>
                <a:moveTo>
                  <a:pt x="216755" y="2936"/>
                </a:moveTo>
                <a:lnTo>
                  <a:pt x="218056" y="2936"/>
                </a:lnTo>
                <a:lnTo>
                  <a:pt x="219324" y="4204"/>
                </a:lnTo>
                <a:lnTo>
                  <a:pt x="217456" y="4204"/>
                </a:lnTo>
                <a:lnTo>
                  <a:pt x="217156" y="4337"/>
                </a:lnTo>
                <a:lnTo>
                  <a:pt x="215921" y="5572"/>
                </a:lnTo>
                <a:lnTo>
                  <a:pt x="215921" y="3770"/>
                </a:lnTo>
                <a:close/>
                <a:moveTo>
                  <a:pt x="214320" y="2936"/>
                </a:moveTo>
                <a:lnTo>
                  <a:pt x="215154" y="3737"/>
                </a:lnTo>
                <a:lnTo>
                  <a:pt x="215154" y="5572"/>
                </a:lnTo>
                <a:lnTo>
                  <a:pt x="213887" y="4337"/>
                </a:lnTo>
                <a:lnTo>
                  <a:pt x="213620" y="4204"/>
                </a:lnTo>
                <a:lnTo>
                  <a:pt x="211718" y="4204"/>
                </a:lnTo>
                <a:lnTo>
                  <a:pt x="213019" y="2936"/>
                </a:lnTo>
                <a:lnTo>
                  <a:pt x="214320" y="2936"/>
                </a:lnTo>
                <a:close/>
                <a:moveTo>
                  <a:pt x="211785" y="401"/>
                </a:moveTo>
                <a:lnTo>
                  <a:pt x="212586" y="1202"/>
                </a:lnTo>
                <a:lnTo>
                  <a:pt x="212586" y="2503"/>
                </a:lnTo>
                <a:lnTo>
                  <a:pt x="211318" y="3804"/>
                </a:lnTo>
                <a:lnTo>
                  <a:pt x="211318" y="1735"/>
                </a:lnTo>
                <a:lnTo>
                  <a:pt x="209950" y="401"/>
                </a:lnTo>
                <a:lnTo>
                  <a:pt x="211785" y="401"/>
                </a:lnTo>
                <a:close/>
                <a:moveTo>
                  <a:pt x="208850" y="401"/>
                </a:moveTo>
                <a:lnTo>
                  <a:pt x="210518" y="2069"/>
                </a:lnTo>
                <a:lnTo>
                  <a:pt x="210518" y="4104"/>
                </a:lnTo>
                <a:lnTo>
                  <a:pt x="204813" y="4104"/>
                </a:lnTo>
                <a:lnTo>
                  <a:pt x="201077" y="401"/>
                </a:lnTo>
                <a:close/>
                <a:moveTo>
                  <a:pt x="199176" y="401"/>
                </a:moveTo>
                <a:lnTo>
                  <a:pt x="195473" y="4104"/>
                </a:lnTo>
                <a:lnTo>
                  <a:pt x="189736" y="4104"/>
                </a:lnTo>
                <a:lnTo>
                  <a:pt x="189736" y="2069"/>
                </a:lnTo>
                <a:lnTo>
                  <a:pt x="191437" y="401"/>
                </a:lnTo>
                <a:close/>
                <a:moveTo>
                  <a:pt x="188502" y="401"/>
                </a:moveTo>
                <a:lnTo>
                  <a:pt x="190303" y="401"/>
                </a:lnTo>
                <a:lnTo>
                  <a:pt x="188969" y="1735"/>
                </a:lnTo>
                <a:lnTo>
                  <a:pt x="188969" y="3804"/>
                </a:lnTo>
                <a:lnTo>
                  <a:pt x="187668" y="2503"/>
                </a:lnTo>
                <a:lnTo>
                  <a:pt x="187668" y="1202"/>
                </a:lnTo>
                <a:close/>
                <a:moveTo>
                  <a:pt x="185967" y="2936"/>
                </a:moveTo>
                <a:lnTo>
                  <a:pt x="187268" y="2936"/>
                </a:lnTo>
                <a:lnTo>
                  <a:pt x="188535" y="4204"/>
                </a:lnTo>
                <a:lnTo>
                  <a:pt x="186667" y="4204"/>
                </a:lnTo>
                <a:lnTo>
                  <a:pt x="186367" y="4337"/>
                </a:lnTo>
                <a:lnTo>
                  <a:pt x="185133" y="5572"/>
                </a:lnTo>
                <a:lnTo>
                  <a:pt x="185133" y="3770"/>
                </a:lnTo>
                <a:close/>
                <a:moveTo>
                  <a:pt x="183532" y="2936"/>
                </a:moveTo>
                <a:lnTo>
                  <a:pt x="184332" y="3737"/>
                </a:lnTo>
                <a:lnTo>
                  <a:pt x="184332" y="5572"/>
                </a:lnTo>
                <a:lnTo>
                  <a:pt x="183098" y="4337"/>
                </a:lnTo>
                <a:lnTo>
                  <a:pt x="182831" y="4204"/>
                </a:lnTo>
                <a:lnTo>
                  <a:pt x="180930" y="4204"/>
                </a:lnTo>
                <a:lnTo>
                  <a:pt x="182231" y="2936"/>
                </a:lnTo>
                <a:lnTo>
                  <a:pt x="183532" y="2936"/>
                </a:lnTo>
                <a:close/>
                <a:moveTo>
                  <a:pt x="180996" y="401"/>
                </a:moveTo>
                <a:lnTo>
                  <a:pt x="181797" y="1202"/>
                </a:lnTo>
                <a:lnTo>
                  <a:pt x="181797" y="2503"/>
                </a:lnTo>
                <a:lnTo>
                  <a:pt x="180529" y="3804"/>
                </a:lnTo>
                <a:lnTo>
                  <a:pt x="180529" y="1735"/>
                </a:lnTo>
                <a:lnTo>
                  <a:pt x="179162" y="401"/>
                </a:lnTo>
                <a:lnTo>
                  <a:pt x="180996" y="401"/>
                </a:lnTo>
                <a:close/>
                <a:moveTo>
                  <a:pt x="178061" y="401"/>
                </a:moveTo>
                <a:lnTo>
                  <a:pt x="179729" y="2069"/>
                </a:lnTo>
                <a:lnTo>
                  <a:pt x="179729" y="4104"/>
                </a:lnTo>
                <a:lnTo>
                  <a:pt x="174025" y="4104"/>
                </a:lnTo>
                <a:lnTo>
                  <a:pt x="170289" y="401"/>
                </a:lnTo>
                <a:close/>
                <a:moveTo>
                  <a:pt x="168387" y="401"/>
                </a:moveTo>
                <a:lnTo>
                  <a:pt x="164685" y="4104"/>
                </a:lnTo>
                <a:lnTo>
                  <a:pt x="158947" y="4104"/>
                </a:lnTo>
                <a:lnTo>
                  <a:pt x="158947" y="2069"/>
                </a:lnTo>
                <a:lnTo>
                  <a:pt x="160649" y="401"/>
                </a:lnTo>
                <a:close/>
                <a:moveTo>
                  <a:pt x="157713" y="401"/>
                </a:moveTo>
                <a:lnTo>
                  <a:pt x="159514" y="401"/>
                </a:lnTo>
                <a:lnTo>
                  <a:pt x="158180" y="1735"/>
                </a:lnTo>
                <a:lnTo>
                  <a:pt x="158180" y="3804"/>
                </a:lnTo>
                <a:lnTo>
                  <a:pt x="156879" y="2503"/>
                </a:lnTo>
                <a:lnTo>
                  <a:pt x="156879" y="1202"/>
                </a:lnTo>
                <a:close/>
                <a:moveTo>
                  <a:pt x="155178" y="2936"/>
                </a:moveTo>
                <a:lnTo>
                  <a:pt x="156479" y="2936"/>
                </a:lnTo>
                <a:lnTo>
                  <a:pt x="157746" y="4204"/>
                </a:lnTo>
                <a:lnTo>
                  <a:pt x="155845" y="4204"/>
                </a:lnTo>
                <a:lnTo>
                  <a:pt x="155578" y="4337"/>
                </a:lnTo>
                <a:lnTo>
                  <a:pt x="154344" y="5572"/>
                </a:lnTo>
                <a:lnTo>
                  <a:pt x="154344" y="3770"/>
                </a:lnTo>
                <a:close/>
                <a:moveTo>
                  <a:pt x="152743" y="2936"/>
                </a:moveTo>
                <a:lnTo>
                  <a:pt x="153543" y="3737"/>
                </a:lnTo>
                <a:lnTo>
                  <a:pt x="153543" y="5572"/>
                </a:lnTo>
                <a:lnTo>
                  <a:pt x="152309" y="4337"/>
                </a:lnTo>
                <a:lnTo>
                  <a:pt x="152042" y="4204"/>
                </a:lnTo>
                <a:lnTo>
                  <a:pt x="150141" y="4204"/>
                </a:lnTo>
                <a:lnTo>
                  <a:pt x="151442" y="2936"/>
                </a:lnTo>
                <a:lnTo>
                  <a:pt x="152743" y="2936"/>
                </a:lnTo>
                <a:close/>
                <a:moveTo>
                  <a:pt x="150174" y="401"/>
                </a:moveTo>
                <a:lnTo>
                  <a:pt x="151008" y="1202"/>
                </a:lnTo>
                <a:lnTo>
                  <a:pt x="151008" y="2503"/>
                </a:lnTo>
                <a:lnTo>
                  <a:pt x="149741" y="3804"/>
                </a:lnTo>
                <a:lnTo>
                  <a:pt x="149741" y="1735"/>
                </a:lnTo>
                <a:lnTo>
                  <a:pt x="148373" y="401"/>
                </a:lnTo>
                <a:lnTo>
                  <a:pt x="150174" y="401"/>
                </a:lnTo>
                <a:close/>
                <a:moveTo>
                  <a:pt x="147272" y="401"/>
                </a:moveTo>
                <a:lnTo>
                  <a:pt x="148940" y="2069"/>
                </a:lnTo>
                <a:lnTo>
                  <a:pt x="148940" y="4104"/>
                </a:lnTo>
                <a:lnTo>
                  <a:pt x="143236" y="4104"/>
                </a:lnTo>
                <a:lnTo>
                  <a:pt x="139500" y="401"/>
                </a:lnTo>
                <a:close/>
                <a:moveTo>
                  <a:pt x="137599" y="401"/>
                </a:moveTo>
                <a:lnTo>
                  <a:pt x="133863" y="4104"/>
                </a:lnTo>
                <a:lnTo>
                  <a:pt x="128159" y="4104"/>
                </a:lnTo>
                <a:lnTo>
                  <a:pt x="128159" y="2069"/>
                </a:lnTo>
                <a:lnTo>
                  <a:pt x="129860" y="401"/>
                </a:lnTo>
                <a:close/>
                <a:moveTo>
                  <a:pt x="126924" y="401"/>
                </a:moveTo>
                <a:lnTo>
                  <a:pt x="128726" y="401"/>
                </a:lnTo>
                <a:lnTo>
                  <a:pt x="127391" y="1735"/>
                </a:lnTo>
                <a:lnTo>
                  <a:pt x="127391" y="3804"/>
                </a:lnTo>
                <a:lnTo>
                  <a:pt x="126091" y="2503"/>
                </a:lnTo>
                <a:lnTo>
                  <a:pt x="126091" y="1202"/>
                </a:lnTo>
                <a:close/>
                <a:moveTo>
                  <a:pt x="124389" y="2936"/>
                </a:moveTo>
                <a:lnTo>
                  <a:pt x="125657" y="2936"/>
                </a:lnTo>
                <a:lnTo>
                  <a:pt x="126958" y="4204"/>
                </a:lnTo>
                <a:lnTo>
                  <a:pt x="125056" y="4204"/>
                </a:lnTo>
                <a:lnTo>
                  <a:pt x="124790" y="4337"/>
                </a:lnTo>
                <a:lnTo>
                  <a:pt x="123555" y="5572"/>
                </a:lnTo>
                <a:lnTo>
                  <a:pt x="123555" y="3770"/>
                </a:lnTo>
                <a:close/>
                <a:moveTo>
                  <a:pt x="121954" y="2936"/>
                </a:moveTo>
                <a:lnTo>
                  <a:pt x="122755" y="3737"/>
                </a:lnTo>
                <a:lnTo>
                  <a:pt x="122755" y="5572"/>
                </a:lnTo>
                <a:lnTo>
                  <a:pt x="121521" y="4337"/>
                </a:lnTo>
                <a:lnTo>
                  <a:pt x="121254" y="4204"/>
                </a:lnTo>
                <a:lnTo>
                  <a:pt x="119352" y="4204"/>
                </a:lnTo>
                <a:lnTo>
                  <a:pt x="120653" y="2936"/>
                </a:lnTo>
                <a:lnTo>
                  <a:pt x="121954" y="2936"/>
                </a:lnTo>
                <a:close/>
                <a:moveTo>
                  <a:pt x="119386" y="401"/>
                </a:moveTo>
                <a:lnTo>
                  <a:pt x="120220" y="1202"/>
                </a:lnTo>
                <a:lnTo>
                  <a:pt x="120220" y="2503"/>
                </a:lnTo>
                <a:lnTo>
                  <a:pt x="118952" y="3804"/>
                </a:lnTo>
                <a:lnTo>
                  <a:pt x="118952" y="1735"/>
                </a:lnTo>
                <a:lnTo>
                  <a:pt x="117584" y="401"/>
                </a:lnTo>
                <a:lnTo>
                  <a:pt x="119386" y="401"/>
                </a:lnTo>
                <a:close/>
                <a:moveTo>
                  <a:pt x="116450" y="401"/>
                </a:moveTo>
                <a:lnTo>
                  <a:pt x="118152" y="2069"/>
                </a:lnTo>
                <a:lnTo>
                  <a:pt x="118152" y="4104"/>
                </a:lnTo>
                <a:lnTo>
                  <a:pt x="112447" y="4104"/>
                </a:lnTo>
                <a:lnTo>
                  <a:pt x="108711" y="401"/>
                </a:lnTo>
                <a:close/>
                <a:moveTo>
                  <a:pt x="106810" y="401"/>
                </a:moveTo>
                <a:lnTo>
                  <a:pt x="103074" y="4104"/>
                </a:lnTo>
                <a:lnTo>
                  <a:pt x="97370" y="4104"/>
                </a:lnTo>
                <a:lnTo>
                  <a:pt x="97370" y="2069"/>
                </a:lnTo>
                <a:lnTo>
                  <a:pt x="99071" y="401"/>
                </a:lnTo>
                <a:close/>
                <a:moveTo>
                  <a:pt x="96136" y="401"/>
                </a:moveTo>
                <a:lnTo>
                  <a:pt x="97937" y="401"/>
                </a:lnTo>
                <a:lnTo>
                  <a:pt x="96569" y="1735"/>
                </a:lnTo>
                <a:lnTo>
                  <a:pt x="96569" y="3804"/>
                </a:lnTo>
                <a:lnTo>
                  <a:pt x="95302" y="2503"/>
                </a:lnTo>
                <a:lnTo>
                  <a:pt x="95302" y="1202"/>
                </a:lnTo>
                <a:close/>
                <a:moveTo>
                  <a:pt x="93567" y="2936"/>
                </a:moveTo>
                <a:lnTo>
                  <a:pt x="94868" y="2936"/>
                </a:lnTo>
                <a:lnTo>
                  <a:pt x="96169" y="4204"/>
                </a:lnTo>
                <a:lnTo>
                  <a:pt x="94268" y="4204"/>
                </a:lnTo>
                <a:lnTo>
                  <a:pt x="94001" y="4337"/>
                </a:lnTo>
                <a:lnTo>
                  <a:pt x="92767" y="5572"/>
                </a:lnTo>
                <a:lnTo>
                  <a:pt x="92767" y="3770"/>
                </a:lnTo>
                <a:close/>
                <a:moveTo>
                  <a:pt x="91166" y="2936"/>
                </a:moveTo>
                <a:lnTo>
                  <a:pt x="91966" y="3737"/>
                </a:lnTo>
                <a:lnTo>
                  <a:pt x="91966" y="5572"/>
                </a:lnTo>
                <a:lnTo>
                  <a:pt x="90732" y="4337"/>
                </a:lnTo>
                <a:lnTo>
                  <a:pt x="90465" y="4204"/>
                </a:lnTo>
                <a:lnTo>
                  <a:pt x="88564" y="4204"/>
                </a:lnTo>
                <a:lnTo>
                  <a:pt x="89865" y="2936"/>
                </a:lnTo>
                <a:lnTo>
                  <a:pt x="91166" y="2936"/>
                </a:lnTo>
                <a:close/>
                <a:moveTo>
                  <a:pt x="88597" y="401"/>
                </a:moveTo>
                <a:lnTo>
                  <a:pt x="89431" y="1202"/>
                </a:lnTo>
                <a:lnTo>
                  <a:pt x="89431" y="2503"/>
                </a:lnTo>
                <a:lnTo>
                  <a:pt x="88130" y="3804"/>
                </a:lnTo>
                <a:lnTo>
                  <a:pt x="88130" y="1735"/>
                </a:lnTo>
                <a:lnTo>
                  <a:pt x="86796" y="401"/>
                </a:lnTo>
                <a:lnTo>
                  <a:pt x="88597" y="401"/>
                </a:lnTo>
                <a:close/>
                <a:moveTo>
                  <a:pt x="85662" y="401"/>
                </a:moveTo>
                <a:lnTo>
                  <a:pt x="87363" y="2069"/>
                </a:lnTo>
                <a:lnTo>
                  <a:pt x="87363" y="4104"/>
                </a:lnTo>
                <a:lnTo>
                  <a:pt x="81659" y="4104"/>
                </a:lnTo>
                <a:lnTo>
                  <a:pt x="77923" y="401"/>
                </a:lnTo>
                <a:close/>
                <a:moveTo>
                  <a:pt x="76021" y="401"/>
                </a:moveTo>
                <a:lnTo>
                  <a:pt x="72285" y="4104"/>
                </a:lnTo>
                <a:lnTo>
                  <a:pt x="66581" y="4104"/>
                </a:lnTo>
                <a:lnTo>
                  <a:pt x="66581" y="2069"/>
                </a:lnTo>
                <a:lnTo>
                  <a:pt x="68249" y="401"/>
                </a:lnTo>
                <a:close/>
                <a:moveTo>
                  <a:pt x="65347" y="401"/>
                </a:moveTo>
                <a:lnTo>
                  <a:pt x="67148" y="401"/>
                </a:lnTo>
                <a:lnTo>
                  <a:pt x="65781" y="1735"/>
                </a:lnTo>
                <a:lnTo>
                  <a:pt x="65781" y="3804"/>
                </a:lnTo>
                <a:lnTo>
                  <a:pt x="64513" y="2503"/>
                </a:lnTo>
                <a:lnTo>
                  <a:pt x="64513" y="1202"/>
                </a:lnTo>
                <a:close/>
                <a:moveTo>
                  <a:pt x="62779" y="2936"/>
                </a:moveTo>
                <a:lnTo>
                  <a:pt x="64080" y="2936"/>
                </a:lnTo>
                <a:lnTo>
                  <a:pt x="65381" y="4204"/>
                </a:lnTo>
                <a:lnTo>
                  <a:pt x="63479" y="4204"/>
                </a:lnTo>
                <a:lnTo>
                  <a:pt x="63212" y="4337"/>
                </a:lnTo>
                <a:lnTo>
                  <a:pt x="61978" y="5572"/>
                </a:lnTo>
                <a:lnTo>
                  <a:pt x="61978" y="3770"/>
                </a:lnTo>
                <a:close/>
                <a:moveTo>
                  <a:pt x="60344" y="2936"/>
                </a:moveTo>
                <a:lnTo>
                  <a:pt x="61178" y="3737"/>
                </a:lnTo>
                <a:lnTo>
                  <a:pt x="61178" y="5572"/>
                </a:lnTo>
                <a:lnTo>
                  <a:pt x="59943" y="4337"/>
                </a:lnTo>
                <a:lnTo>
                  <a:pt x="59676" y="4204"/>
                </a:lnTo>
                <a:lnTo>
                  <a:pt x="57775" y="4204"/>
                </a:lnTo>
                <a:lnTo>
                  <a:pt x="59043" y="2936"/>
                </a:lnTo>
                <a:lnTo>
                  <a:pt x="60344" y="2936"/>
                </a:lnTo>
                <a:close/>
                <a:moveTo>
                  <a:pt x="57808" y="401"/>
                </a:moveTo>
                <a:lnTo>
                  <a:pt x="58642" y="1202"/>
                </a:lnTo>
                <a:lnTo>
                  <a:pt x="58642" y="2503"/>
                </a:lnTo>
                <a:lnTo>
                  <a:pt x="57341" y="3804"/>
                </a:lnTo>
                <a:lnTo>
                  <a:pt x="57341" y="1735"/>
                </a:lnTo>
                <a:lnTo>
                  <a:pt x="56007" y="401"/>
                </a:lnTo>
                <a:lnTo>
                  <a:pt x="57808" y="401"/>
                </a:lnTo>
                <a:close/>
                <a:moveTo>
                  <a:pt x="54873" y="401"/>
                </a:moveTo>
                <a:lnTo>
                  <a:pt x="56574" y="2069"/>
                </a:lnTo>
                <a:lnTo>
                  <a:pt x="56574" y="4104"/>
                </a:lnTo>
                <a:lnTo>
                  <a:pt x="50837" y="4104"/>
                </a:lnTo>
                <a:lnTo>
                  <a:pt x="47134" y="401"/>
                </a:lnTo>
                <a:close/>
                <a:moveTo>
                  <a:pt x="45233" y="401"/>
                </a:moveTo>
                <a:lnTo>
                  <a:pt x="41497" y="4104"/>
                </a:lnTo>
                <a:lnTo>
                  <a:pt x="35793" y="4104"/>
                </a:lnTo>
                <a:lnTo>
                  <a:pt x="35793" y="2069"/>
                </a:lnTo>
                <a:lnTo>
                  <a:pt x="37461" y="401"/>
                </a:lnTo>
                <a:close/>
                <a:moveTo>
                  <a:pt x="34525" y="401"/>
                </a:moveTo>
                <a:lnTo>
                  <a:pt x="36360" y="401"/>
                </a:lnTo>
                <a:lnTo>
                  <a:pt x="34992" y="1735"/>
                </a:lnTo>
                <a:lnTo>
                  <a:pt x="34992" y="3804"/>
                </a:lnTo>
                <a:lnTo>
                  <a:pt x="33725" y="2503"/>
                </a:lnTo>
                <a:lnTo>
                  <a:pt x="33725" y="1202"/>
                </a:lnTo>
                <a:close/>
                <a:moveTo>
                  <a:pt x="31990" y="2936"/>
                </a:moveTo>
                <a:lnTo>
                  <a:pt x="33291" y="2936"/>
                </a:lnTo>
                <a:lnTo>
                  <a:pt x="34592" y="4204"/>
                </a:lnTo>
                <a:lnTo>
                  <a:pt x="32691" y="4204"/>
                </a:lnTo>
                <a:lnTo>
                  <a:pt x="32424" y="4337"/>
                </a:lnTo>
                <a:lnTo>
                  <a:pt x="31189" y="5572"/>
                </a:lnTo>
                <a:lnTo>
                  <a:pt x="31189" y="3770"/>
                </a:lnTo>
                <a:close/>
                <a:moveTo>
                  <a:pt x="29555" y="2936"/>
                </a:moveTo>
                <a:lnTo>
                  <a:pt x="30389" y="3737"/>
                </a:lnTo>
                <a:lnTo>
                  <a:pt x="30389" y="5572"/>
                </a:lnTo>
                <a:lnTo>
                  <a:pt x="29155" y="4337"/>
                </a:lnTo>
                <a:lnTo>
                  <a:pt x="28854" y="4204"/>
                </a:lnTo>
                <a:lnTo>
                  <a:pt x="26986" y="4204"/>
                </a:lnTo>
                <a:lnTo>
                  <a:pt x="28254" y="2936"/>
                </a:lnTo>
                <a:lnTo>
                  <a:pt x="29555" y="2936"/>
                </a:lnTo>
                <a:close/>
                <a:moveTo>
                  <a:pt x="27020" y="401"/>
                </a:moveTo>
                <a:lnTo>
                  <a:pt x="27854" y="1202"/>
                </a:lnTo>
                <a:lnTo>
                  <a:pt x="27854" y="2503"/>
                </a:lnTo>
                <a:lnTo>
                  <a:pt x="26553" y="3804"/>
                </a:lnTo>
                <a:lnTo>
                  <a:pt x="26553" y="1735"/>
                </a:lnTo>
                <a:lnTo>
                  <a:pt x="25219" y="401"/>
                </a:lnTo>
                <a:lnTo>
                  <a:pt x="27020" y="401"/>
                </a:lnTo>
                <a:close/>
                <a:moveTo>
                  <a:pt x="24084" y="401"/>
                </a:moveTo>
                <a:lnTo>
                  <a:pt x="25786" y="2069"/>
                </a:lnTo>
                <a:lnTo>
                  <a:pt x="25786" y="4104"/>
                </a:lnTo>
                <a:lnTo>
                  <a:pt x="20048" y="4104"/>
                </a:lnTo>
                <a:lnTo>
                  <a:pt x="16346" y="401"/>
                </a:lnTo>
                <a:close/>
                <a:moveTo>
                  <a:pt x="14444" y="401"/>
                </a:moveTo>
                <a:lnTo>
                  <a:pt x="10708" y="4104"/>
                </a:lnTo>
                <a:lnTo>
                  <a:pt x="5004" y="4104"/>
                </a:lnTo>
                <a:lnTo>
                  <a:pt x="5004" y="2069"/>
                </a:lnTo>
                <a:lnTo>
                  <a:pt x="6672" y="401"/>
                </a:lnTo>
                <a:close/>
                <a:moveTo>
                  <a:pt x="3736" y="401"/>
                </a:moveTo>
                <a:lnTo>
                  <a:pt x="5571" y="401"/>
                </a:lnTo>
                <a:lnTo>
                  <a:pt x="4203" y="1735"/>
                </a:lnTo>
                <a:lnTo>
                  <a:pt x="4203" y="3804"/>
                </a:lnTo>
                <a:lnTo>
                  <a:pt x="2936" y="2503"/>
                </a:lnTo>
                <a:lnTo>
                  <a:pt x="2936" y="1202"/>
                </a:lnTo>
                <a:close/>
                <a:moveTo>
                  <a:pt x="367" y="3737"/>
                </a:moveTo>
                <a:lnTo>
                  <a:pt x="1201" y="2936"/>
                </a:lnTo>
                <a:lnTo>
                  <a:pt x="2502" y="2936"/>
                </a:lnTo>
                <a:lnTo>
                  <a:pt x="3803" y="4204"/>
                </a:lnTo>
                <a:lnTo>
                  <a:pt x="1902" y="4204"/>
                </a:lnTo>
                <a:lnTo>
                  <a:pt x="1635" y="4337"/>
                </a:lnTo>
                <a:lnTo>
                  <a:pt x="367" y="5572"/>
                </a:lnTo>
                <a:lnTo>
                  <a:pt x="367" y="3737"/>
                </a:lnTo>
                <a:close/>
                <a:moveTo>
                  <a:pt x="367" y="6672"/>
                </a:moveTo>
                <a:lnTo>
                  <a:pt x="2069" y="5004"/>
                </a:lnTo>
                <a:lnTo>
                  <a:pt x="4103" y="5004"/>
                </a:lnTo>
                <a:lnTo>
                  <a:pt x="4103" y="10709"/>
                </a:lnTo>
                <a:lnTo>
                  <a:pt x="367" y="14445"/>
                </a:lnTo>
                <a:close/>
                <a:moveTo>
                  <a:pt x="367" y="16346"/>
                </a:moveTo>
                <a:lnTo>
                  <a:pt x="4103" y="20082"/>
                </a:lnTo>
                <a:lnTo>
                  <a:pt x="4103" y="25786"/>
                </a:lnTo>
                <a:lnTo>
                  <a:pt x="2069" y="25786"/>
                </a:lnTo>
                <a:lnTo>
                  <a:pt x="367" y="24085"/>
                </a:lnTo>
                <a:close/>
                <a:moveTo>
                  <a:pt x="1201" y="27854"/>
                </a:moveTo>
                <a:lnTo>
                  <a:pt x="367" y="27020"/>
                </a:lnTo>
                <a:lnTo>
                  <a:pt x="367" y="25219"/>
                </a:lnTo>
                <a:lnTo>
                  <a:pt x="1635" y="26453"/>
                </a:lnTo>
                <a:lnTo>
                  <a:pt x="1902" y="26587"/>
                </a:lnTo>
                <a:lnTo>
                  <a:pt x="3803" y="26587"/>
                </a:lnTo>
                <a:lnTo>
                  <a:pt x="2502" y="27854"/>
                </a:lnTo>
                <a:lnTo>
                  <a:pt x="1201" y="27854"/>
                </a:lnTo>
                <a:close/>
                <a:moveTo>
                  <a:pt x="2936" y="29555"/>
                </a:moveTo>
                <a:lnTo>
                  <a:pt x="2936" y="28254"/>
                </a:lnTo>
                <a:lnTo>
                  <a:pt x="4203" y="26987"/>
                </a:lnTo>
                <a:lnTo>
                  <a:pt x="4203" y="29022"/>
                </a:lnTo>
                <a:lnTo>
                  <a:pt x="5571" y="30389"/>
                </a:lnTo>
                <a:lnTo>
                  <a:pt x="3736" y="30389"/>
                </a:lnTo>
                <a:close/>
                <a:moveTo>
                  <a:pt x="3736" y="31190"/>
                </a:moveTo>
                <a:lnTo>
                  <a:pt x="5571" y="31190"/>
                </a:lnTo>
                <a:lnTo>
                  <a:pt x="4203" y="32524"/>
                </a:lnTo>
                <a:lnTo>
                  <a:pt x="4203" y="34592"/>
                </a:lnTo>
                <a:lnTo>
                  <a:pt x="2936" y="33291"/>
                </a:lnTo>
                <a:lnTo>
                  <a:pt x="2936" y="31990"/>
                </a:lnTo>
                <a:close/>
                <a:moveTo>
                  <a:pt x="367" y="34559"/>
                </a:moveTo>
                <a:lnTo>
                  <a:pt x="1201" y="33725"/>
                </a:lnTo>
                <a:lnTo>
                  <a:pt x="2502" y="33725"/>
                </a:lnTo>
                <a:lnTo>
                  <a:pt x="3803" y="34993"/>
                </a:lnTo>
                <a:lnTo>
                  <a:pt x="1902" y="34993"/>
                </a:lnTo>
                <a:lnTo>
                  <a:pt x="1635" y="35126"/>
                </a:lnTo>
                <a:lnTo>
                  <a:pt x="367" y="36360"/>
                </a:lnTo>
                <a:lnTo>
                  <a:pt x="367" y="34559"/>
                </a:lnTo>
                <a:close/>
                <a:moveTo>
                  <a:pt x="367" y="37494"/>
                </a:moveTo>
                <a:lnTo>
                  <a:pt x="2069" y="35793"/>
                </a:lnTo>
                <a:lnTo>
                  <a:pt x="4103" y="35793"/>
                </a:lnTo>
                <a:lnTo>
                  <a:pt x="4103" y="41497"/>
                </a:lnTo>
                <a:lnTo>
                  <a:pt x="367" y="45233"/>
                </a:lnTo>
                <a:close/>
                <a:moveTo>
                  <a:pt x="367" y="47135"/>
                </a:moveTo>
                <a:lnTo>
                  <a:pt x="4103" y="50871"/>
                </a:lnTo>
                <a:lnTo>
                  <a:pt x="4103" y="56575"/>
                </a:lnTo>
                <a:lnTo>
                  <a:pt x="2069" y="56575"/>
                </a:lnTo>
                <a:lnTo>
                  <a:pt x="367" y="54874"/>
                </a:lnTo>
                <a:close/>
                <a:moveTo>
                  <a:pt x="1201" y="58643"/>
                </a:moveTo>
                <a:lnTo>
                  <a:pt x="367" y="57809"/>
                </a:lnTo>
                <a:lnTo>
                  <a:pt x="367" y="56008"/>
                </a:lnTo>
                <a:lnTo>
                  <a:pt x="1635" y="57242"/>
                </a:lnTo>
                <a:lnTo>
                  <a:pt x="1902" y="57375"/>
                </a:lnTo>
                <a:lnTo>
                  <a:pt x="3803" y="57375"/>
                </a:lnTo>
                <a:lnTo>
                  <a:pt x="2502" y="58643"/>
                </a:lnTo>
                <a:lnTo>
                  <a:pt x="1201" y="58643"/>
                </a:lnTo>
                <a:close/>
                <a:moveTo>
                  <a:pt x="2936" y="60377"/>
                </a:moveTo>
                <a:lnTo>
                  <a:pt x="2936" y="59077"/>
                </a:lnTo>
                <a:lnTo>
                  <a:pt x="4203" y="57776"/>
                </a:lnTo>
                <a:lnTo>
                  <a:pt x="4203" y="59844"/>
                </a:lnTo>
                <a:lnTo>
                  <a:pt x="5571" y="61178"/>
                </a:lnTo>
                <a:lnTo>
                  <a:pt x="3736" y="61178"/>
                </a:lnTo>
                <a:close/>
                <a:moveTo>
                  <a:pt x="3736" y="61979"/>
                </a:moveTo>
                <a:lnTo>
                  <a:pt x="5571" y="61979"/>
                </a:lnTo>
                <a:lnTo>
                  <a:pt x="4203" y="63313"/>
                </a:lnTo>
                <a:lnTo>
                  <a:pt x="4203" y="65381"/>
                </a:lnTo>
                <a:lnTo>
                  <a:pt x="2903" y="64080"/>
                </a:lnTo>
                <a:lnTo>
                  <a:pt x="2903" y="62779"/>
                </a:lnTo>
                <a:close/>
                <a:moveTo>
                  <a:pt x="367" y="65348"/>
                </a:moveTo>
                <a:lnTo>
                  <a:pt x="1201" y="64514"/>
                </a:lnTo>
                <a:lnTo>
                  <a:pt x="2502" y="64514"/>
                </a:lnTo>
                <a:lnTo>
                  <a:pt x="3803" y="65815"/>
                </a:lnTo>
                <a:lnTo>
                  <a:pt x="1902" y="65815"/>
                </a:lnTo>
                <a:lnTo>
                  <a:pt x="1635" y="65915"/>
                </a:lnTo>
                <a:lnTo>
                  <a:pt x="367" y="67149"/>
                </a:lnTo>
                <a:lnTo>
                  <a:pt x="367" y="65348"/>
                </a:lnTo>
                <a:close/>
                <a:moveTo>
                  <a:pt x="367" y="68283"/>
                </a:moveTo>
                <a:lnTo>
                  <a:pt x="2069" y="66582"/>
                </a:lnTo>
                <a:lnTo>
                  <a:pt x="4103" y="66582"/>
                </a:lnTo>
                <a:lnTo>
                  <a:pt x="4103" y="72286"/>
                </a:lnTo>
                <a:lnTo>
                  <a:pt x="367" y="76022"/>
                </a:lnTo>
                <a:close/>
                <a:moveTo>
                  <a:pt x="367" y="77923"/>
                </a:moveTo>
                <a:lnTo>
                  <a:pt x="4103" y="81659"/>
                </a:lnTo>
                <a:lnTo>
                  <a:pt x="4103" y="87363"/>
                </a:lnTo>
                <a:lnTo>
                  <a:pt x="2069" y="87363"/>
                </a:lnTo>
                <a:lnTo>
                  <a:pt x="367" y="85662"/>
                </a:lnTo>
                <a:close/>
                <a:moveTo>
                  <a:pt x="1201" y="89432"/>
                </a:moveTo>
                <a:lnTo>
                  <a:pt x="367" y="88598"/>
                </a:lnTo>
                <a:lnTo>
                  <a:pt x="367" y="86796"/>
                </a:lnTo>
                <a:lnTo>
                  <a:pt x="1635" y="88031"/>
                </a:lnTo>
                <a:lnTo>
                  <a:pt x="1902" y="88164"/>
                </a:lnTo>
                <a:lnTo>
                  <a:pt x="3803" y="88164"/>
                </a:lnTo>
                <a:lnTo>
                  <a:pt x="2502" y="89432"/>
                </a:lnTo>
                <a:lnTo>
                  <a:pt x="1201" y="89432"/>
                </a:lnTo>
                <a:close/>
                <a:moveTo>
                  <a:pt x="2936" y="91166"/>
                </a:moveTo>
                <a:lnTo>
                  <a:pt x="2936" y="89865"/>
                </a:lnTo>
                <a:lnTo>
                  <a:pt x="4203" y="88564"/>
                </a:lnTo>
                <a:lnTo>
                  <a:pt x="4203" y="90632"/>
                </a:lnTo>
                <a:lnTo>
                  <a:pt x="5571" y="91967"/>
                </a:lnTo>
                <a:lnTo>
                  <a:pt x="3736" y="91967"/>
                </a:lnTo>
                <a:close/>
                <a:moveTo>
                  <a:pt x="3736" y="92767"/>
                </a:moveTo>
                <a:lnTo>
                  <a:pt x="5571" y="92767"/>
                </a:lnTo>
                <a:lnTo>
                  <a:pt x="4203" y="94102"/>
                </a:lnTo>
                <a:lnTo>
                  <a:pt x="4203" y="96170"/>
                </a:lnTo>
                <a:lnTo>
                  <a:pt x="2936" y="94869"/>
                </a:lnTo>
                <a:lnTo>
                  <a:pt x="2936" y="93568"/>
                </a:lnTo>
                <a:close/>
                <a:moveTo>
                  <a:pt x="367" y="96136"/>
                </a:moveTo>
                <a:lnTo>
                  <a:pt x="1201" y="95302"/>
                </a:lnTo>
                <a:lnTo>
                  <a:pt x="2502" y="95302"/>
                </a:lnTo>
                <a:lnTo>
                  <a:pt x="3803" y="96603"/>
                </a:lnTo>
                <a:lnTo>
                  <a:pt x="1902" y="96603"/>
                </a:lnTo>
                <a:lnTo>
                  <a:pt x="1635" y="96703"/>
                </a:lnTo>
                <a:lnTo>
                  <a:pt x="367" y="97938"/>
                </a:lnTo>
                <a:lnTo>
                  <a:pt x="367" y="96136"/>
                </a:lnTo>
                <a:close/>
                <a:moveTo>
                  <a:pt x="367" y="99072"/>
                </a:moveTo>
                <a:lnTo>
                  <a:pt x="2069" y="97371"/>
                </a:lnTo>
                <a:lnTo>
                  <a:pt x="4103" y="97371"/>
                </a:lnTo>
                <a:lnTo>
                  <a:pt x="4103" y="103108"/>
                </a:lnTo>
                <a:lnTo>
                  <a:pt x="367" y="106811"/>
                </a:lnTo>
                <a:close/>
                <a:moveTo>
                  <a:pt x="367" y="108712"/>
                </a:moveTo>
                <a:lnTo>
                  <a:pt x="4103" y="112448"/>
                </a:lnTo>
                <a:lnTo>
                  <a:pt x="4103" y="118152"/>
                </a:lnTo>
                <a:lnTo>
                  <a:pt x="2069" y="118152"/>
                </a:lnTo>
                <a:lnTo>
                  <a:pt x="367" y="116484"/>
                </a:lnTo>
                <a:close/>
                <a:moveTo>
                  <a:pt x="1201" y="120220"/>
                </a:moveTo>
                <a:lnTo>
                  <a:pt x="367" y="119386"/>
                </a:lnTo>
                <a:lnTo>
                  <a:pt x="367" y="117585"/>
                </a:lnTo>
                <a:lnTo>
                  <a:pt x="1635" y="118819"/>
                </a:lnTo>
                <a:lnTo>
                  <a:pt x="1902" y="118953"/>
                </a:lnTo>
                <a:lnTo>
                  <a:pt x="3803" y="118953"/>
                </a:lnTo>
                <a:lnTo>
                  <a:pt x="2502" y="120220"/>
                </a:lnTo>
                <a:lnTo>
                  <a:pt x="1201" y="120220"/>
                </a:lnTo>
                <a:close/>
                <a:moveTo>
                  <a:pt x="3736" y="122755"/>
                </a:moveTo>
                <a:lnTo>
                  <a:pt x="2936" y="121955"/>
                </a:lnTo>
                <a:lnTo>
                  <a:pt x="2936" y="120654"/>
                </a:lnTo>
                <a:lnTo>
                  <a:pt x="4203" y="119353"/>
                </a:lnTo>
                <a:lnTo>
                  <a:pt x="4203" y="121421"/>
                </a:lnTo>
                <a:lnTo>
                  <a:pt x="5571" y="122755"/>
                </a:lnTo>
                <a:lnTo>
                  <a:pt x="3736" y="122755"/>
                </a:lnTo>
                <a:close/>
                <a:moveTo>
                  <a:pt x="6672" y="122755"/>
                </a:moveTo>
                <a:lnTo>
                  <a:pt x="5004" y="121088"/>
                </a:lnTo>
                <a:lnTo>
                  <a:pt x="5004" y="119053"/>
                </a:lnTo>
                <a:lnTo>
                  <a:pt x="10708" y="119053"/>
                </a:lnTo>
                <a:lnTo>
                  <a:pt x="14444" y="122755"/>
                </a:lnTo>
                <a:lnTo>
                  <a:pt x="6672" y="122755"/>
                </a:lnTo>
                <a:close/>
                <a:moveTo>
                  <a:pt x="16346" y="122755"/>
                </a:moveTo>
                <a:lnTo>
                  <a:pt x="20048" y="119053"/>
                </a:lnTo>
                <a:lnTo>
                  <a:pt x="25752" y="119053"/>
                </a:lnTo>
                <a:lnTo>
                  <a:pt x="25752" y="121088"/>
                </a:lnTo>
                <a:lnTo>
                  <a:pt x="24084" y="122755"/>
                </a:lnTo>
                <a:lnTo>
                  <a:pt x="16346" y="122755"/>
                </a:lnTo>
                <a:close/>
                <a:moveTo>
                  <a:pt x="27020" y="122755"/>
                </a:moveTo>
                <a:lnTo>
                  <a:pt x="25219" y="122755"/>
                </a:lnTo>
                <a:lnTo>
                  <a:pt x="26553" y="121421"/>
                </a:lnTo>
                <a:lnTo>
                  <a:pt x="26553" y="119353"/>
                </a:lnTo>
                <a:lnTo>
                  <a:pt x="27854" y="120654"/>
                </a:lnTo>
                <a:lnTo>
                  <a:pt x="27854" y="121955"/>
                </a:lnTo>
                <a:close/>
                <a:moveTo>
                  <a:pt x="29555" y="120220"/>
                </a:moveTo>
                <a:lnTo>
                  <a:pt x="28254" y="120220"/>
                </a:lnTo>
                <a:lnTo>
                  <a:pt x="26986" y="118953"/>
                </a:lnTo>
                <a:lnTo>
                  <a:pt x="28854" y="118953"/>
                </a:lnTo>
                <a:lnTo>
                  <a:pt x="29155" y="118819"/>
                </a:lnTo>
                <a:lnTo>
                  <a:pt x="30389" y="117585"/>
                </a:lnTo>
                <a:lnTo>
                  <a:pt x="30389" y="119386"/>
                </a:lnTo>
                <a:close/>
                <a:moveTo>
                  <a:pt x="31990" y="120220"/>
                </a:moveTo>
                <a:lnTo>
                  <a:pt x="31189" y="119386"/>
                </a:lnTo>
                <a:lnTo>
                  <a:pt x="31189" y="117585"/>
                </a:lnTo>
                <a:lnTo>
                  <a:pt x="32424" y="118819"/>
                </a:lnTo>
                <a:lnTo>
                  <a:pt x="32691" y="118953"/>
                </a:lnTo>
                <a:lnTo>
                  <a:pt x="34592" y="118953"/>
                </a:lnTo>
                <a:lnTo>
                  <a:pt x="33291" y="120220"/>
                </a:lnTo>
                <a:lnTo>
                  <a:pt x="31990" y="120220"/>
                </a:lnTo>
                <a:close/>
                <a:moveTo>
                  <a:pt x="34525" y="122755"/>
                </a:moveTo>
                <a:lnTo>
                  <a:pt x="33725" y="121955"/>
                </a:lnTo>
                <a:lnTo>
                  <a:pt x="33725" y="120654"/>
                </a:lnTo>
                <a:lnTo>
                  <a:pt x="34992" y="119353"/>
                </a:lnTo>
                <a:lnTo>
                  <a:pt x="34992" y="121421"/>
                </a:lnTo>
                <a:lnTo>
                  <a:pt x="36360" y="122755"/>
                </a:lnTo>
                <a:lnTo>
                  <a:pt x="34525" y="122755"/>
                </a:lnTo>
                <a:close/>
                <a:moveTo>
                  <a:pt x="37461" y="122755"/>
                </a:moveTo>
                <a:lnTo>
                  <a:pt x="35793" y="121088"/>
                </a:lnTo>
                <a:lnTo>
                  <a:pt x="35793" y="119053"/>
                </a:lnTo>
                <a:lnTo>
                  <a:pt x="41497" y="119053"/>
                </a:lnTo>
                <a:lnTo>
                  <a:pt x="45233" y="122755"/>
                </a:lnTo>
                <a:lnTo>
                  <a:pt x="37461" y="122755"/>
                </a:lnTo>
                <a:close/>
                <a:moveTo>
                  <a:pt x="47134" y="122755"/>
                </a:moveTo>
                <a:lnTo>
                  <a:pt x="50837" y="119053"/>
                </a:lnTo>
                <a:lnTo>
                  <a:pt x="56574" y="119053"/>
                </a:lnTo>
                <a:lnTo>
                  <a:pt x="56574" y="121088"/>
                </a:lnTo>
                <a:lnTo>
                  <a:pt x="54873" y="122755"/>
                </a:lnTo>
                <a:lnTo>
                  <a:pt x="47134" y="122755"/>
                </a:lnTo>
                <a:close/>
                <a:moveTo>
                  <a:pt x="57808" y="122755"/>
                </a:moveTo>
                <a:lnTo>
                  <a:pt x="56007" y="122755"/>
                </a:lnTo>
                <a:lnTo>
                  <a:pt x="57341" y="121421"/>
                </a:lnTo>
                <a:lnTo>
                  <a:pt x="57341" y="119353"/>
                </a:lnTo>
                <a:lnTo>
                  <a:pt x="58642" y="120654"/>
                </a:lnTo>
                <a:lnTo>
                  <a:pt x="58642" y="121955"/>
                </a:lnTo>
                <a:close/>
                <a:moveTo>
                  <a:pt x="60344" y="120220"/>
                </a:moveTo>
                <a:lnTo>
                  <a:pt x="59043" y="120220"/>
                </a:lnTo>
                <a:lnTo>
                  <a:pt x="57775" y="118953"/>
                </a:lnTo>
                <a:lnTo>
                  <a:pt x="59676" y="118953"/>
                </a:lnTo>
                <a:lnTo>
                  <a:pt x="59943" y="118819"/>
                </a:lnTo>
                <a:lnTo>
                  <a:pt x="61178" y="117585"/>
                </a:lnTo>
                <a:lnTo>
                  <a:pt x="61178" y="119386"/>
                </a:lnTo>
                <a:close/>
                <a:moveTo>
                  <a:pt x="62779" y="120220"/>
                </a:moveTo>
                <a:lnTo>
                  <a:pt x="61978" y="119386"/>
                </a:lnTo>
                <a:lnTo>
                  <a:pt x="61978" y="117585"/>
                </a:lnTo>
                <a:lnTo>
                  <a:pt x="63212" y="118819"/>
                </a:lnTo>
                <a:lnTo>
                  <a:pt x="63479" y="118953"/>
                </a:lnTo>
                <a:lnTo>
                  <a:pt x="65381" y="118953"/>
                </a:lnTo>
                <a:lnTo>
                  <a:pt x="64080" y="120220"/>
                </a:lnTo>
                <a:lnTo>
                  <a:pt x="62779" y="120220"/>
                </a:lnTo>
                <a:close/>
                <a:moveTo>
                  <a:pt x="65347" y="122755"/>
                </a:moveTo>
                <a:lnTo>
                  <a:pt x="64513" y="121955"/>
                </a:lnTo>
                <a:lnTo>
                  <a:pt x="64513" y="120654"/>
                </a:lnTo>
                <a:lnTo>
                  <a:pt x="65781" y="119353"/>
                </a:lnTo>
                <a:lnTo>
                  <a:pt x="65781" y="121421"/>
                </a:lnTo>
                <a:lnTo>
                  <a:pt x="67148" y="122755"/>
                </a:lnTo>
                <a:lnTo>
                  <a:pt x="65347" y="122755"/>
                </a:lnTo>
                <a:close/>
                <a:moveTo>
                  <a:pt x="68249" y="122755"/>
                </a:moveTo>
                <a:lnTo>
                  <a:pt x="66581" y="121088"/>
                </a:lnTo>
                <a:lnTo>
                  <a:pt x="66581" y="119053"/>
                </a:lnTo>
                <a:lnTo>
                  <a:pt x="72285" y="119053"/>
                </a:lnTo>
                <a:lnTo>
                  <a:pt x="76021" y="122755"/>
                </a:lnTo>
                <a:lnTo>
                  <a:pt x="68249" y="122755"/>
                </a:lnTo>
                <a:close/>
                <a:moveTo>
                  <a:pt x="77923" y="122755"/>
                </a:moveTo>
                <a:lnTo>
                  <a:pt x="81659" y="119053"/>
                </a:lnTo>
                <a:lnTo>
                  <a:pt x="87363" y="119053"/>
                </a:lnTo>
                <a:lnTo>
                  <a:pt x="87363" y="121088"/>
                </a:lnTo>
                <a:lnTo>
                  <a:pt x="85662" y="122755"/>
                </a:lnTo>
                <a:lnTo>
                  <a:pt x="77923" y="122755"/>
                </a:lnTo>
                <a:close/>
                <a:moveTo>
                  <a:pt x="88597" y="122755"/>
                </a:moveTo>
                <a:lnTo>
                  <a:pt x="86796" y="122755"/>
                </a:lnTo>
                <a:lnTo>
                  <a:pt x="88163" y="121421"/>
                </a:lnTo>
                <a:lnTo>
                  <a:pt x="88163" y="119353"/>
                </a:lnTo>
                <a:lnTo>
                  <a:pt x="89431" y="120654"/>
                </a:lnTo>
                <a:lnTo>
                  <a:pt x="89431" y="121955"/>
                </a:lnTo>
                <a:close/>
                <a:moveTo>
                  <a:pt x="91166" y="120220"/>
                </a:moveTo>
                <a:lnTo>
                  <a:pt x="89865" y="120220"/>
                </a:lnTo>
                <a:lnTo>
                  <a:pt x="88564" y="118953"/>
                </a:lnTo>
                <a:lnTo>
                  <a:pt x="90465" y="118953"/>
                </a:lnTo>
                <a:lnTo>
                  <a:pt x="90732" y="118819"/>
                </a:lnTo>
                <a:lnTo>
                  <a:pt x="91966" y="117585"/>
                </a:lnTo>
                <a:lnTo>
                  <a:pt x="91966" y="119386"/>
                </a:lnTo>
                <a:close/>
                <a:moveTo>
                  <a:pt x="93567" y="120220"/>
                </a:moveTo>
                <a:lnTo>
                  <a:pt x="92767" y="119386"/>
                </a:lnTo>
                <a:lnTo>
                  <a:pt x="92767" y="117585"/>
                </a:lnTo>
                <a:lnTo>
                  <a:pt x="94001" y="118819"/>
                </a:lnTo>
                <a:lnTo>
                  <a:pt x="94268" y="118953"/>
                </a:lnTo>
                <a:lnTo>
                  <a:pt x="96169" y="118953"/>
                </a:lnTo>
                <a:lnTo>
                  <a:pt x="94868" y="120220"/>
                </a:lnTo>
                <a:lnTo>
                  <a:pt x="93567" y="120220"/>
                </a:lnTo>
                <a:close/>
                <a:moveTo>
                  <a:pt x="96136" y="122755"/>
                </a:moveTo>
                <a:lnTo>
                  <a:pt x="95302" y="121955"/>
                </a:lnTo>
                <a:lnTo>
                  <a:pt x="95302" y="120654"/>
                </a:lnTo>
                <a:lnTo>
                  <a:pt x="96569" y="119353"/>
                </a:lnTo>
                <a:lnTo>
                  <a:pt x="96569" y="121421"/>
                </a:lnTo>
                <a:lnTo>
                  <a:pt x="97937" y="122755"/>
                </a:lnTo>
                <a:lnTo>
                  <a:pt x="96136" y="122755"/>
                </a:lnTo>
                <a:close/>
                <a:moveTo>
                  <a:pt x="99071" y="122755"/>
                </a:moveTo>
                <a:lnTo>
                  <a:pt x="97370" y="121088"/>
                </a:lnTo>
                <a:lnTo>
                  <a:pt x="97370" y="119053"/>
                </a:lnTo>
                <a:lnTo>
                  <a:pt x="103074" y="119053"/>
                </a:lnTo>
                <a:lnTo>
                  <a:pt x="106810" y="122755"/>
                </a:lnTo>
                <a:lnTo>
                  <a:pt x="99071" y="122755"/>
                </a:lnTo>
                <a:close/>
                <a:moveTo>
                  <a:pt x="108711" y="122755"/>
                </a:moveTo>
                <a:lnTo>
                  <a:pt x="112447" y="119053"/>
                </a:lnTo>
                <a:lnTo>
                  <a:pt x="118152" y="119053"/>
                </a:lnTo>
                <a:lnTo>
                  <a:pt x="118152" y="121088"/>
                </a:lnTo>
                <a:lnTo>
                  <a:pt x="116450" y="122755"/>
                </a:lnTo>
                <a:lnTo>
                  <a:pt x="108711" y="122755"/>
                </a:lnTo>
                <a:close/>
                <a:moveTo>
                  <a:pt x="119386" y="122755"/>
                </a:moveTo>
                <a:lnTo>
                  <a:pt x="117584" y="122755"/>
                </a:lnTo>
                <a:lnTo>
                  <a:pt x="118952" y="121421"/>
                </a:lnTo>
                <a:lnTo>
                  <a:pt x="118952" y="119353"/>
                </a:lnTo>
                <a:lnTo>
                  <a:pt x="120220" y="120654"/>
                </a:lnTo>
                <a:lnTo>
                  <a:pt x="120220" y="121955"/>
                </a:lnTo>
                <a:close/>
                <a:moveTo>
                  <a:pt x="121954" y="120220"/>
                </a:moveTo>
                <a:lnTo>
                  <a:pt x="120653" y="120220"/>
                </a:lnTo>
                <a:lnTo>
                  <a:pt x="119352" y="118953"/>
                </a:lnTo>
                <a:lnTo>
                  <a:pt x="121254" y="118953"/>
                </a:lnTo>
                <a:lnTo>
                  <a:pt x="121521" y="118819"/>
                </a:lnTo>
                <a:lnTo>
                  <a:pt x="122755" y="117585"/>
                </a:lnTo>
                <a:lnTo>
                  <a:pt x="122755" y="119386"/>
                </a:lnTo>
                <a:close/>
                <a:moveTo>
                  <a:pt x="124389" y="120220"/>
                </a:moveTo>
                <a:lnTo>
                  <a:pt x="123555" y="119386"/>
                </a:lnTo>
                <a:lnTo>
                  <a:pt x="123555" y="117585"/>
                </a:lnTo>
                <a:lnTo>
                  <a:pt x="124790" y="118819"/>
                </a:lnTo>
                <a:lnTo>
                  <a:pt x="125056" y="118953"/>
                </a:lnTo>
                <a:lnTo>
                  <a:pt x="126958" y="118953"/>
                </a:lnTo>
                <a:lnTo>
                  <a:pt x="125657" y="120220"/>
                </a:lnTo>
                <a:lnTo>
                  <a:pt x="124389" y="120220"/>
                </a:lnTo>
                <a:close/>
                <a:moveTo>
                  <a:pt x="126924" y="122755"/>
                </a:moveTo>
                <a:lnTo>
                  <a:pt x="126091" y="121955"/>
                </a:lnTo>
                <a:lnTo>
                  <a:pt x="126091" y="120654"/>
                </a:lnTo>
                <a:lnTo>
                  <a:pt x="127358" y="119353"/>
                </a:lnTo>
                <a:lnTo>
                  <a:pt x="127358" y="121421"/>
                </a:lnTo>
                <a:lnTo>
                  <a:pt x="128726" y="122755"/>
                </a:lnTo>
                <a:lnTo>
                  <a:pt x="126924" y="122755"/>
                </a:lnTo>
                <a:close/>
                <a:moveTo>
                  <a:pt x="129860" y="122755"/>
                </a:moveTo>
                <a:lnTo>
                  <a:pt x="128159" y="121088"/>
                </a:lnTo>
                <a:lnTo>
                  <a:pt x="128159" y="119053"/>
                </a:lnTo>
                <a:lnTo>
                  <a:pt x="133896" y="119053"/>
                </a:lnTo>
                <a:lnTo>
                  <a:pt x="137599" y="122755"/>
                </a:lnTo>
                <a:lnTo>
                  <a:pt x="129860" y="122755"/>
                </a:lnTo>
                <a:close/>
                <a:moveTo>
                  <a:pt x="139500" y="122755"/>
                </a:moveTo>
                <a:lnTo>
                  <a:pt x="143236" y="119053"/>
                </a:lnTo>
                <a:lnTo>
                  <a:pt x="148940" y="119053"/>
                </a:lnTo>
                <a:lnTo>
                  <a:pt x="148940" y="121088"/>
                </a:lnTo>
                <a:lnTo>
                  <a:pt x="147272" y="122755"/>
                </a:lnTo>
                <a:lnTo>
                  <a:pt x="139500" y="122755"/>
                </a:lnTo>
                <a:close/>
                <a:moveTo>
                  <a:pt x="150174" y="122755"/>
                </a:moveTo>
                <a:lnTo>
                  <a:pt x="148373" y="122755"/>
                </a:lnTo>
                <a:lnTo>
                  <a:pt x="149741" y="121421"/>
                </a:lnTo>
                <a:lnTo>
                  <a:pt x="149741" y="119353"/>
                </a:lnTo>
                <a:lnTo>
                  <a:pt x="151008" y="120654"/>
                </a:lnTo>
                <a:lnTo>
                  <a:pt x="151008" y="121955"/>
                </a:lnTo>
                <a:close/>
                <a:moveTo>
                  <a:pt x="152743" y="120220"/>
                </a:moveTo>
                <a:lnTo>
                  <a:pt x="151442" y="120220"/>
                </a:lnTo>
                <a:lnTo>
                  <a:pt x="150141" y="118953"/>
                </a:lnTo>
                <a:lnTo>
                  <a:pt x="152042" y="118953"/>
                </a:lnTo>
                <a:lnTo>
                  <a:pt x="152309" y="118819"/>
                </a:lnTo>
                <a:lnTo>
                  <a:pt x="153543" y="117585"/>
                </a:lnTo>
                <a:lnTo>
                  <a:pt x="153543" y="119386"/>
                </a:lnTo>
                <a:close/>
                <a:moveTo>
                  <a:pt x="155178" y="120220"/>
                </a:moveTo>
                <a:lnTo>
                  <a:pt x="154344" y="119386"/>
                </a:lnTo>
                <a:lnTo>
                  <a:pt x="154344" y="117585"/>
                </a:lnTo>
                <a:lnTo>
                  <a:pt x="155578" y="118819"/>
                </a:lnTo>
                <a:lnTo>
                  <a:pt x="155845" y="118953"/>
                </a:lnTo>
                <a:lnTo>
                  <a:pt x="157746" y="118953"/>
                </a:lnTo>
                <a:lnTo>
                  <a:pt x="156479" y="120220"/>
                </a:lnTo>
                <a:lnTo>
                  <a:pt x="155178" y="120220"/>
                </a:lnTo>
                <a:close/>
                <a:moveTo>
                  <a:pt x="157713" y="122755"/>
                </a:moveTo>
                <a:lnTo>
                  <a:pt x="156879" y="121955"/>
                </a:lnTo>
                <a:lnTo>
                  <a:pt x="156879" y="120654"/>
                </a:lnTo>
                <a:lnTo>
                  <a:pt x="158180" y="119353"/>
                </a:lnTo>
                <a:lnTo>
                  <a:pt x="158180" y="121421"/>
                </a:lnTo>
                <a:lnTo>
                  <a:pt x="159514" y="122755"/>
                </a:lnTo>
                <a:lnTo>
                  <a:pt x="157713" y="122755"/>
                </a:lnTo>
                <a:close/>
                <a:moveTo>
                  <a:pt x="160649" y="122755"/>
                </a:moveTo>
                <a:lnTo>
                  <a:pt x="158947" y="121088"/>
                </a:lnTo>
                <a:lnTo>
                  <a:pt x="158947" y="119053"/>
                </a:lnTo>
                <a:lnTo>
                  <a:pt x="164685" y="119053"/>
                </a:lnTo>
                <a:lnTo>
                  <a:pt x="168387" y="122755"/>
                </a:lnTo>
                <a:lnTo>
                  <a:pt x="160649" y="122755"/>
                </a:lnTo>
                <a:close/>
                <a:moveTo>
                  <a:pt x="170289" y="122755"/>
                </a:moveTo>
                <a:lnTo>
                  <a:pt x="174025" y="119053"/>
                </a:lnTo>
                <a:lnTo>
                  <a:pt x="179729" y="119053"/>
                </a:lnTo>
                <a:lnTo>
                  <a:pt x="179729" y="121088"/>
                </a:lnTo>
                <a:lnTo>
                  <a:pt x="178061" y="122755"/>
                </a:lnTo>
                <a:lnTo>
                  <a:pt x="170289" y="122755"/>
                </a:lnTo>
                <a:close/>
                <a:moveTo>
                  <a:pt x="180996" y="122755"/>
                </a:moveTo>
                <a:lnTo>
                  <a:pt x="179162" y="122755"/>
                </a:lnTo>
                <a:lnTo>
                  <a:pt x="180529" y="121421"/>
                </a:lnTo>
                <a:lnTo>
                  <a:pt x="180529" y="119353"/>
                </a:lnTo>
                <a:lnTo>
                  <a:pt x="181797" y="120654"/>
                </a:lnTo>
                <a:lnTo>
                  <a:pt x="181797" y="121955"/>
                </a:lnTo>
                <a:close/>
                <a:moveTo>
                  <a:pt x="183532" y="120220"/>
                </a:moveTo>
                <a:lnTo>
                  <a:pt x="182231" y="120220"/>
                </a:lnTo>
                <a:lnTo>
                  <a:pt x="180930" y="118953"/>
                </a:lnTo>
                <a:lnTo>
                  <a:pt x="182831" y="118953"/>
                </a:lnTo>
                <a:lnTo>
                  <a:pt x="183098" y="118819"/>
                </a:lnTo>
                <a:lnTo>
                  <a:pt x="184332" y="117585"/>
                </a:lnTo>
                <a:lnTo>
                  <a:pt x="184332" y="119386"/>
                </a:lnTo>
                <a:close/>
                <a:moveTo>
                  <a:pt x="185967" y="120220"/>
                </a:moveTo>
                <a:lnTo>
                  <a:pt x="185133" y="119386"/>
                </a:lnTo>
                <a:lnTo>
                  <a:pt x="185133" y="117585"/>
                </a:lnTo>
                <a:lnTo>
                  <a:pt x="186367" y="118819"/>
                </a:lnTo>
                <a:lnTo>
                  <a:pt x="186667" y="118953"/>
                </a:lnTo>
                <a:lnTo>
                  <a:pt x="188535" y="118953"/>
                </a:lnTo>
                <a:lnTo>
                  <a:pt x="187268" y="120220"/>
                </a:lnTo>
                <a:lnTo>
                  <a:pt x="185967" y="120220"/>
                </a:lnTo>
                <a:close/>
                <a:moveTo>
                  <a:pt x="188502" y="122755"/>
                </a:moveTo>
                <a:lnTo>
                  <a:pt x="187668" y="121955"/>
                </a:lnTo>
                <a:lnTo>
                  <a:pt x="187668" y="120654"/>
                </a:lnTo>
                <a:lnTo>
                  <a:pt x="188969" y="119353"/>
                </a:lnTo>
                <a:lnTo>
                  <a:pt x="188969" y="121421"/>
                </a:lnTo>
                <a:lnTo>
                  <a:pt x="190303" y="122755"/>
                </a:lnTo>
                <a:lnTo>
                  <a:pt x="188502" y="122755"/>
                </a:lnTo>
                <a:close/>
                <a:moveTo>
                  <a:pt x="191437" y="122755"/>
                </a:moveTo>
                <a:lnTo>
                  <a:pt x="189736" y="121088"/>
                </a:lnTo>
                <a:lnTo>
                  <a:pt x="189736" y="119053"/>
                </a:lnTo>
                <a:lnTo>
                  <a:pt x="195473" y="119053"/>
                </a:lnTo>
                <a:lnTo>
                  <a:pt x="199176" y="122755"/>
                </a:lnTo>
                <a:lnTo>
                  <a:pt x="191437" y="122755"/>
                </a:lnTo>
                <a:close/>
                <a:moveTo>
                  <a:pt x="201077" y="122755"/>
                </a:moveTo>
                <a:lnTo>
                  <a:pt x="204813" y="119053"/>
                </a:lnTo>
                <a:lnTo>
                  <a:pt x="210518" y="119053"/>
                </a:lnTo>
                <a:lnTo>
                  <a:pt x="210518" y="121088"/>
                </a:lnTo>
                <a:lnTo>
                  <a:pt x="208850" y="122755"/>
                </a:lnTo>
                <a:lnTo>
                  <a:pt x="201077" y="122755"/>
                </a:lnTo>
                <a:close/>
                <a:moveTo>
                  <a:pt x="211785" y="122755"/>
                </a:moveTo>
                <a:lnTo>
                  <a:pt x="209950" y="122755"/>
                </a:lnTo>
                <a:lnTo>
                  <a:pt x="211318" y="121421"/>
                </a:lnTo>
                <a:lnTo>
                  <a:pt x="211318" y="119353"/>
                </a:lnTo>
                <a:lnTo>
                  <a:pt x="212586" y="120654"/>
                </a:lnTo>
                <a:lnTo>
                  <a:pt x="212586" y="121955"/>
                </a:lnTo>
                <a:close/>
                <a:moveTo>
                  <a:pt x="214320" y="120220"/>
                </a:moveTo>
                <a:lnTo>
                  <a:pt x="213019" y="120220"/>
                </a:lnTo>
                <a:lnTo>
                  <a:pt x="211718" y="118953"/>
                </a:lnTo>
                <a:lnTo>
                  <a:pt x="213620" y="118953"/>
                </a:lnTo>
                <a:lnTo>
                  <a:pt x="213887" y="118819"/>
                </a:lnTo>
                <a:lnTo>
                  <a:pt x="215154" y="117585"/>
                </a:lnTo>
                <a:lnTo>
                  <a:pt x="215154" y="119386"/>
                </a:lnTo>
                <a:close/>
                <a:moveTo>
                  <a:pt x="216755" y="120220"/>
                </a:moveTo>
                <a:lnTo>
                  <a:pt x="215921" y="119386"/>
                </a:lnTo>
                <a:lnTo>
                  <a:pt x="215921" y="117585"/>
                </a:lnTo>
                <a:lnTo>
                  <a:pt x="217156" y="118819"/>
                </a:lnTo>
                <a:lnTo>
                  <a:pt x="217456" y="118953"/>
                </a:lnTo>
                <a:lnTo>
                  <a:pt x="219324" y="118953"/>
                </a:lnTo>
                <a:lnTo>
                  <a:pt x="218056" y="120220"/>
                </a:lnTo>
                <a:lnTo>
                  <a:pt x="216755" y="120220"/>
                </a:lnTo>
                <a:close/>
                <a:moveTo>
                  <a:pt x="219290" y="122755"/>
                </a:moveTo>
                <a:lnTo>
                  <a:pt x="218457" y="121955"/>
                </a:lnTo>
                <a:lnTo>
                  <a:pt x="218457" y="120654"/>
                </a:lnTo>
                <a:lnTo>
                  <a:pt x="219757" y="119353"/>
                </a:lnTo>
                <a:lnTo>
                  <a:pt x="219757" y="121421"/>
                </a:lnTo>
                <a:lnTo>
                  <a:pt x="221092" y="122755"/>
                </a:lnTo>
                <a:lnTo>
                  <a:pt x="219290" y="122755"/>
                </a:lnTo>
                <a:close/>
                <a:moveTo>
                  <a:pt x="222226" y="122755"/>
                </a:moveTo>
                <a:lnTo>
                  <a:pt x="220558" y="121088"/>
                </a:lnTo>
                <a:lnTo>
                  <a:pt x="220558" y="119053"/>
                </a:lnTo>
                <a:lnTo>
                  <a:pt x="226262" y="119053"/>
                </a:lnTo>
                <a:lnTo>
                  <a:pt x="229965" y="122755"/>
                </a:lnTo>
                <a:lnTo>
                  <a:pt x="222226" y="122755"/>
                </a:lnTo>
                <a:close/>
                <a:moveTo>
                  <a:pt x="231866" y="122755"/>
                </a:moveTo>
                <a:lnTo>
                  <a:pt x="235602" y="119053"/>
                </a:lnTo>
                <a:lnTo>
                  <a:pt x="241306" y="119053"/>
                </a:lnTo>
                <a:lnTo>
                  <a:pt x="241306" y="121088"/>
                </a:lnTo>
                <a:lnTo>
                  <a:pt x="239638" y="122755"/>
                </a:lnTo>
                <a:lnTo>
                  <a:pt x="231866" y="122755"/>
                </a:lnTo>
                <a:close/>
                <a:moveTo>
                  <a:pt x="242574" y="122755"/>
                </a:moveTo>
                <a:lnTo>
                  <a:pt x="240739" y="122755"/>
                </a:lnTo>
                <a:lnTo>
                  <a:pt x="242107" y="121421"/>
                </a:lnTo>
                <a:lnTo>
                  <a:pt x="242107" y="119353"/>
                </a:lnTo>
                <a:lnTo>
                  <a:pt x="243408" y="120654"/>
                </a:lnTo>
                <a:lnTo>
                  <a:pt x="243408" y="121955"/>
                </a:lnTo>
                <a:close/>
                <a:moveTo>
                  <a:pt x="245943" y="119420"/>
                </a:moveTo>
                <a:lnTo>
                  <a:pt x="245109" y="120220"/>
                </a:lnTo>
                <a:lnTo>
                  <a:pt x="243808" y="120220"/>
                </a:lnTo>
                <a:lnTo>
                  <a:pt x="242507" y="118953"/>
                </a:lnTo>
                <a:lnTo>
                  <a:pt x="244408" y="118953"/>
                </a:lnTo>
                <a:lnTo>
                  <a:pt x="244675" y="118819"/>
                </a:lnTo>
                <a:lnTo>
                  <a:pt x="245909" y="117585"/>
                </a:lnTo>
                <a:lnTo>
                  <a:pt x="245909" y="119420"/>
                </a:lnTo>
                <a:close/>
                <a:moveTo>
                  <a:pt x="245943" y="116484"/>
                </a:moveTo>
                <a:lnTo>
                  <a:pt x="244242" y="118152"/>
                </a:lnTo>
                <a:lnTo>
                  <a:pt x="242207" y="118152"/>
                </a:lnTo>
                <a:lnTo>
                  <a:pt x="242207" y="112448"/>
                </a:lnTo>
                <a:lnTo>
                  <a:pt x="245943" y="108712"/>
                </a:lnTo>
                <a:close/>
                <a:moveTo>
                  <a:pt x="245943" y="106811"/>
                </a:moveTo>
                <a:lnTo>
                  <a:pt x="242207" y="103108"/>
                </a:lnTo>
                <a:lnTo>
                  <a:pt x="242207" y="97371"/>
                </a:lnTo>
                <a:lnTo>
                  <a:pt x="244242" y="97371"/>
                </a:lnTo>
                <a:lnTo>
                  <a:pt x="245943" y="99072"/>
                </a:lnTo>
                <a:close/>
                <a:moveTo>
                  <a:pt x="245109" y="95302"/>
                </a:moveTo>
                <a:lnTo>
                  <a:pt x="245943" y="96136"/>
                </a:lnTo>
                <a:lnTo>
                  <a:pt x="245943" y="97938"/>
                </a:lnTo>
                <a:lnTo>
                  <a:pt x="244675" y="96703"/>
                </a:lnTo>
                <a:lnTo>
                  <a:pt x="244408" y="96603"/>
                </a:lnTo>
                <a:lnTo>
                  <a:pt x="242507" y="96603"/>
                </a:lnTo>
                <a:lnTo>
                  <a:pt x="243808" y="95302"/>
                </a:lnTo>
                <a:lnTo>
                  <a:pt x="245109" y="95302"/>
                </a:lnTo>
                <a:close/>
                <a:moveTo>
                  <a:pt x="243374" y="93601"/>
                </a:moveTo>
                <a:lnTo>
                  <a:pt x="243374" y="94902"/>
                </a:lnTo>
                <a:lnTo>
                  <a:pt x="242107" y="96170"/>
                </a:lnTo>
                <a:lnTo>
                  <a:pt x="242107" y="94135"/>
                </a:lnTo>
                <a:lnTo>
                  <a:pt x="240739" y="92767"/>
                </a:lnTo>
                <a:lnTo>
                  <a:pt x="242574" y="92767"/>
                </a:lnTo>
                <a:close/>
                <a:moveTo>
                  <a:pt x="242574" y="91967"/>
                </a:moveTo>
                <a:lnTo>
                  <a:pt x="240739" y="91967"/>
                </a:lnTo>
                <a:lnTo>
                  <a:pt x="242107" y="90632"/>
                </a:lnTo>
                <a:lnTo>
                  <a:pt x="242107" y="88564"/>
                </a:lnTo>
                <a:lnTo>
                  <a:pt x="243374" y="89865"/>
                </a:lnTo>
                <a:lnTo>
                  <a:pt x="243374" y="91166"/>
                </a:lnTo>
                <a:close/>
                <a:moveTo>
                  <a:pt x="245943" y="88598"/>
                </a:moveTo>
                <a:lnTo>
                  <a:pt x="245109" y="89432"/>
                </a:lnTo>
                <a:lnTo>
                  <a:pt x="243808" y="89432"/>
                </a:lnTo>
                <a:lnTo>
                  <a:pt x="242507" y="88164"/>
                </a:lnTo>
                <a:lnTo>
                  <a:pt x="244408" y="88164"/>
                </a:lnTo>
                <a:lnTo>
                  <a:pt x="244675" y="88031"/>
                </a:lnTo>
                <a:lnTo>
                  <a:pt x="245909" y="86796"/>
                </a:lnTo>
                <a:lnTo>
                  <a:pt x="245909" y="88598"/>
                </a:lnTo>
                <a:close/>
                <a:moveTo>
                  <a:pt x="245943" y="85696"/>
                </a:moveTo>
                <a:lnTo>
                  <a:pt x="244242" y="87363"/>
                </a:lnTo>
                <a:lnTo>
                  <a:pt x="242207" y="87363"/>
                </a:lnTo>
                <a:lnTo>
                  <a:pt x="242207" y="81659"/>
                </a:lnTo>
                <a:lnTo>
                  <a:pt x="245943" y="77923"/>
                </a:lnTo>
                <a:close/>
                <a:moveTo>
                  <a:pt x="245943" y="76022"/>
                </a:moveTo>
                <a:lnTo>
                  <a:pt x="242207" y="72286"/>
                </a:lnTo>
                <a:lnTo>
                  <a:pt x="242207" y="66582"/>
                </a:lnTo>
                <a:lnTo>
                  <a:pt x="244242" y="66582"/>
                </a:lnTo>
                <a:lnTo>
                  <a:pt x="245943" y="68283"/>
                </a:lnTo>
                <a:close/>
                <a:moveTo>
                  <a:pt x="245109" y="64514"/>
                </a:moveTo>
                <a:lnTo>
                  <a:pt x="245943" y="65348"/>
                </a:lnTo>
                <a:lnTo>
                  <a:pt x="245943" y="67149"/>
                </a:lnTo>
                <a:lnTo>
                  <a:pt x="244675" y="65915"/>
                </a:lnTo>
                <a:lnTo>
                  <a:pt x="244408" y="65781"/>
                </a:lnTo>
                <a:lnTo>
                  <a:pt x="242507" y="65781"/>
                </a:lnTo>
                <a:lnTo>
                  <a:pt x="243808" y="64514"/>
                </a:lnTo>
                <a:lnTo>
                  <a:pt x="245109" y="64514"/>
                </a:lnTo>
                <a:close/>
                <a:moveTo>
                  <a:pt x="243374" y="62779"/>
                </a:moveTo>
                <a:lnTo>
                  <a:pt x="243374" y="64080"/>
                </a:lnTo>
                <a:lnTo>
                  <a:pt x="242107" y="65381"/>
                </a:lnTo>
                <a:lnTo>
                  <a:pt x="242107" y="63313"/>
                </a:lnTo>
                <a:lnTo>
                  <a:pt x="240739" y="61979"/>
                </a:lnTo>
                <a:lnTo>
                  <a:pt x="242574" y="61979"/>
                </a:lnTo>
                <a:close/>
                <a:moveTo>
                  <a:pt x="242574" y="61178"/>
                </a:moveTo>
                <a:lnTo>
                  <a:pt x="240739" y="61178"/>
                </a:lnTo>
                <a:lnTo>
                  <a:pt x="242107" y="59844"/>
                </a:lnTo>
                <a:lnTo>
                  <a:pt x="242107" y="57776"/>
                </a:lnTo>
                <a:lnTo>
                  <a:pt x="243374" y="59077"/>
                </a:lnTo>
                <a:lnTo>
                  <a:pt x="243374" y="60377"/>
                </a:lnTo>
                <a:close/>
                <a:moveTo>
                  <a:pt x="245943" y="57809"/>
                </a:moveTo>
                <a:lnTo>
                  <a:pt x="245109" y="58643"/>
                </a:lnTo>
                <a:lnTo>
                  <a:pt x="243808" y="58643"/>
                </a:lnTo>
                <a:lnTo>
                  <a:pt x="242507" y="57375"/>
                </a:lnTo>
                <a:lnTo>
                  <a:pt x="244408" y="57375"/>
                </a:lnTo>
                <a:lnTo>
                  <a:pt x="244675" y="57242"/>
                </a:lnTo>
                <a:lnTo>
                  <a:pt x="245909" y="56008"/>
                </a:lnTo>
                <a:lnTo>
                  <a:pt x="245909" y="57809"/>
                </a:lnTo>
                <a:close/>
                <a:moveTo>
                  <a:pt x="245943" y="54874"/>
                </a:moveTo>
                <a:lnTo>
                  <a:pt x="244242" y="56575"/>
                </a:lnTo>
                <a:lnTo>
                  <a:pt x="242207" y="56575"/>
                </a:lnTo>
                <a:lnTo>
                  <a:pt x="242207" y="50871"/>
                </a:lnTo>
                <a:lnTo>
                  <a:pt x="245943" y="47135"/>
                </a:lnTo>
                <a:close/>
                <a:moveTo>
                  <a:pt x="245943" y="45233"/>
                </a:moveTo>
                <a:lnTo>
                  <a:pt x="242207" y="41497"/>
                </a:lnTo>
                <a:lnTo>
                  <a:pt x="242207" y="35793"/>
                </a:lnTo>
                <a:lnTo>
                  <a:pt x="244242" y="35793"/>
                </a:lnTo>
                <a:lnTo>
                  <a:pt x="245943" y="37461"/>
                </a:lnTo>
                <a:close/>
                <a:moveTo>
                  <a:pt x="245109" y="33725"/>
                </a:moveTo>
                <a:lnTo>
                  <a:pt x="245943" y="34559"/>
                </a:lnTo>
                <a:lnTo>
                  <a:pt x="245943" y="36360"/>
                </a:lnTo>
                <a:lnTo>
                  <a:pt x="244675" y="35126"/>
                </a:lnTo>
                <a:lnTo>
                  <a:pt x="244408" y="34993"/>
                </a:lnTo>
                <a:lnTo>
                  <a:pt x="242507" y="34993"/>
                </a:lnTo>
                <a:lnTo>
                  <a:pt x="243808" y="33725"/>
                </a:lnTo>
                <a:lnTo>
                  <a:pt x="245109" y="33725"/>
                </a:lnTo>
                <a:close/>
                <a:moveTo>
                  <a:pt x="243374" y="31990"/>
                </a:moveTo>
                <a:lnTo>
                  <a:pt x="243374" y="33291"/>
                </a:lnTo>
                <a:lnTo>
                  <a:pt x="242107" y="34592"/>
                </a:lnTo>
                <a:lnTo>
                  <a:pt x="242107" y="32524"/>
                </a:lnTo>
                <a:lnTo>
                  <a:pt x="240739" y="31190"/>
                </a:lnTo>
                <a:lnTo>
                  <a:pt x="242574" y="31190"/>
                </a:lnTo>
                <a:close/>
                <a:moveTo>
                  <a:pt x="242574" y="30389"/>
                </a:moveTo>
                <a:lnTo>
                  <a:pt x="240739" y="30389"/>
                </a:lnTo>
                <a:lnTo>
                  <a:pt x="242107" y="29055"/>
                </a:lnTo>
                <a:lnTo>
                  <a:pt x="242107" y="26987"/>
                </a:lnTo>
                <a:lnTo>
                  <a:pt x="243374" y="28254"/>
                </a:lnTo>
                <a:lnTo>
                  <a:pt x="243374" y="29555"/>
                </a:lnTo>
                <a:close/>
                <a:moveTo>
                  <a:pt x="245943" y="27020"/>
                </a:moveTo>
                <a:lnTo>
                  <a:pt x="245109" y="27854"/>
                </a:lnTo>
                <a:lnTo>
                  <a:pt x="243808" y="27854"/>
                </a:lnTo>
                <a:lnTo>
                  <a:pt x="242507" y="26553"/>
                </a:lnTo>
                <a:lnTo>
                  <a:pt x="244408" y="26553"/>
                </a:lnTo>
                <a:lnTo>
                  <a:pt x="244675" y="26453"/>
                </a:lnTo>
                <a:lnTo>
                  <a:pt x="245909" y="25219"/>
                </a:lnTo>
                <a:lnTo>
                  <a:pt x="245909" y="27020"/>
                </a:lnTo>
                <a:close/>
                <a:moveTo>
                  <a:pt x="245943" y="24085"/>
                </a:moveTo>
                <a:lnTo>
                  <a:pt x="244242" y="25786"/>
                </a:lnTo>
                <a:lnTo>
                  <a:pt x="242207" y="25786"/>
                </a:lnTo>
                <a:lnTo>
                  <a:pt x="242207" y="20049"/>
                </a:lnTo>
                <a:lnTo>
                  <a:pt x="245943" y="16346"/>
                </a:lnTo>
                <a:close/>
                <a:moveTo>
                  <a:pt x="245943" y="14445"/>
                </a:moveTo>
                <a:lnTo>
                  <a:pt x="242207" y="10709"/>
                </a:lnTo>
                <a:lnTo>
                  <a:pt x="242207" y="5004"/>
                </a:lnTo>
                <a:lnTo>
                  <a:pt x="244242" y="5004"/>
                </a:lnTo>
                <a:lnTo>
                  <a:pt x="245943" y="6672"/>
                </a:lnTo>
                <a:close/>
                <a:moveTo>
                  <a:pt x="245943" y="5572"/>
                </a:moveTo>
                <a:lnTo>
                  <a:pt x="244675" y="4337"/>
                </a:lnTo>
                <a:lnTo>
                  <a:pt x="244408" y="4204"/>
                </a:lnTo>
                <a:lnTo>
                  <a:pt x="242507" y="4204"/>
                </a:lnTo>
                <a:lnTo>
                  <a:pt x="243808" y="2936"/>
                </a:lnTo>
                <a:lnTo>
                  <a:pt x="245109" y="2936"/>
                </a:lnTo>
                <a:lnTo>
                  <a:pt x="245943" y="3737"/>
                </a:lnTo>
                <a:lnTo>
                  <a:pt x="245943" y="5572"/>
                </a:lnTo>
                <a:close/>
              </a:path>
            </a:pathLst>
          </a:custGeom>
          <a:solidFill>
            <a:srgbClr val="594129">
              <a:alpha val="5137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5"/>
          <p:cNvSpPr txBox="1"/>
          <p:nvPr>
            <p:ph type="title"/>
          </p:nvPr>
        </p:nvSpPr>
        <p:spPr>
          <a:xfrm>
            <a:off x="720000" y="541975"/>
            <a:ext cx="7704000" cy="314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2500"/>
              <a:buNone/>
              <a:defRPr b="0" sz="3500"/>
            </a:lvl1pPr>
            <a:lvl2pPr lvl="1" algn="ctr">
              <a:lnSpc>
                <a:spcPct val="100000"/>
              </a:lnSpc>
              <a:spcBef>
                <a:spcPts val="0"/>
              </a:spcBef>
              <a:spcAft>
                <a:spcPts val="0"/>
              </a:spcAft>
              <a:buClr>
                <a:schemeClr val="dk1"/>
              </a:buClr>
              <a:buSzPts val="3500"/>
              <a:buNone/>
              <a:defRPr sz="3500">
                <a:solidFill>
                  <a:schemeClr val="dk1"/>
                </a:solidFill>
              </a:defRPr>
            </a:lvl2pPr>
            <a:lvl3pPr lvl="2" algn="ctr">
              <a:lnSpc>
                <a:spcPct val="100000"/>
              </a:lnSpc>
              <a:spcBef>
                <a:spcPts val="0"/>
              </a:spcBef>
              <a:spcAft>
                <a:spcPts val="0"/>
              </a:spcAft>
              <a:buClr>
                <a:schemeClr val="dk1"/>
              </a:buClr>
              <a:buSzPts val="3500"/>
              <a:buNone/>
              <a:defRPr sz="3500">
                <a:solidFill>
                  <a:schemeClr val="dk1"/>
                </a:solidFill>
              </a:defRPr>
            </a:lvl3pPr>
            <a:lvl4pPr lvl="3" algn="ctr">
              <a:lnSpc>
                <a:spcPct val="100000"/>
              </a:lnSpc>
              <a:spcBef>
                <a:spcPts val="0"/>
              </a:spcBef>
              <a:spcAft>
                <a:spcPts val="0"/>
              </a:spcAft>
              <a:buClr>
                <a:schemeClr val="dk1"/>
              </a:buClr>
              <a:buSzPts val="3500"/>
              <a:buNone/>
              <a:defRPr sz="3500">
                <a:solidFill>
                  <a:schemeClr val="dk1"/>
                </a:solidFill>
              </a:defRPr>
            </a:lvl4pPr>
            <a:lvl5pPr lvl="4" algn="ctr">
              <a:lnSpc>
                <a:spcPct val="100000"/>
              </a:lnSpc>
              <a:spcBef>
                <a:spcPts val="0"/>
              </a:spcBef>
              <a:spcAft>
                <a:spcPts val="0"/>
              </a:spcAft>
              <a:buClr>
                <a:schemeClr val="dk1"/>
              </a:buClr>
              <a:buSzPts val="3500"/>
              <a:buNone/>
              <a:defRPr sz="3500">
                <a:solidFill>
                  <a:schemeClr val="dk1"/>
                </a:solidFill>
              </a:defRPr>
            </a:lvl5pPr>
            <a:lvl6pPr lvl="5" algn="ctr">
              <a:lnSpc>
                <a:spcPct val="100000"/>
              </a:lnSpc>
              <a:spcBef>
                <a:spcPts val="0"/>
              </a:spcBef>
              <a:spcAft>
                <a:spcPts val="0"/>
              </a:spcAft>
              <a:buClr>
                <a:schemeClr val="dk1"/>
              </a:buClr>
              <a:buSzPts val="3500"/>
              <a:buNone/>
              <a:defRPr sz="3500">
                <a:solidFill>
                  <a:schemeClr val="dk1"/>
                </a:solidFill>
              </a:defRPr>
            </a:lvl6pPr>
            <a:lvl7pPr lvl="6" algn="ctr">
              <a:lnSpc>
                <a:spcPct val="100000"/>
              </a:lnSpc>
              <a:spcBef>
                <a:spcPts val="0"/>
              </a:spcBef>
              <a:spcAft>
                <a:spcPts val="0"/>
              </a:spcAft>
              <a:buClr>
                <a:schemeClr val="dk1"/>
              </a:buClr>
              <a:buSzPts val="3500"/>
              <a:buNone/>
              <a:defRPr sz="3500">
                <a:solidFill>
                  <a:schemeClr val="dk1"/>
                </a:solidFill>
              </a:defRPr>
            </a:lvl7pPr>
            <a:lvl8pPr lvl="7" algn="ctr">
              <a:lnSpc>
                <a:spcPct val="100000"/>
              </a:lnSpc>
              <a:spcBef>
                <a:spcPts val="0"/>
              </a:spcBef>
              <a:spcAft>
                <a:spcPts val="0"/>
              </a:spcAft>
              <a:buClr>
                <a:schemeClr val="dk1"/>
              </a:buClr>
              <a:buSzPts val="3500"/>
              <a:buNone/>
              <a:defRPr sz="3500">
                <a:solidFill>
                  <a:schemeClr val="dk1"/>
                </a:solidFill>
              </a:defRPr>
            </a:lvl8pPr>
            <a:lvl9pPr lvl="8" algn="ctr">
              <a:lnSpc>
                <a:spcPct val="100000"/>
              </a:lnSpc>
              <a:spcBef>
                <a:spcPts val="0"/>
              </a:spcBef>
              <a:spcAft>
                <a:spcPts val="0"/>
              </a:spcAft>
              <a:buClr>
                <a:schemeClr val="dk1"/>
              </a:buClr>
              <a:buSzPts val="3500"/>
              <a:buNone/>
              <a:defRPr sz="3500">
                <a:solidFill>
                  <a:schemeClr val="dk1"/>
                </a:solidFill>
              </a:defRPr>
            </a:lvl9pPr>
          </a:lstStyle>
          <a:p/>
        </p:txBody>
      </p:sp>
      <p:sp>
        <p:nvSpPr>
          <p:cNvPr id="59" name="Google Shape;59;p5"/>
          <p:cNvSpPr txBox="1"/>
          <p:nvPr>
            <p:ph idx="1" type="body"/>
          </p:nvPr>
        </p:nvSpPr>
        <p:spPr>
          <a:xfrm>
            <a:off x="2724300" y="1175550"/>
            <a:ext cx="3695400" cy="963600"/>
          </a:xfrm>
          <a:prstGeom prst="rect">
            <a:avLst/>
          </a:prstGeom>
          <a:noFill/>
          <a:ln>
            <a:noFill/>
          </a:ln>
        </p:spPr>
        <p:txBody>
          <a:bodyPr anchorCtr="0" anchor="ctr" bIns="91425" lIns="91425" spcFirstLastPara="1" rIns="91425" wrap="square" tIns="91425">
            <a:noAutofit/>
          </a:bodyPr>
          <a:lstStyle>
            <a:lvl1pPr indent="-330200" lvl="0" marL="457200" algn="ctr">
              <a:lnSpc>
                <a:spcPct val="100000"/>
              </a:lnSpc>
              <a:spcBef>
                <a:spcPts val="0"/>
              </a:spcBef>
              <a:spcAft>
                <a:spcPts val="0"/>
              </a:spcAft>
              <a:buSzPts val="1600"/>
              <a:buChar char="●"/>
              <a:defRPr sz="1500"/>
            </a:lvl1pPr>
            <a:lvl2pPr indent="-330200" lvl="1" marL="914400" algn="ctr">
              <a:lnSpc>
                <a:spcPct val="100000"/>
              </a:lnSpc>
              <a:spcBef>
                <a:spcPts val="0"/>
              </a:spcBef>
              <a:spcAft>
                <a:spcPts val="0"/>
              </a:spcAft>
              <a:buSzPts val="1600"/>
              <a:buChar char="○"/>
              <a:defRPr sz="1600"/>
            </a:lvl2pPr>
            <a:lvl3pPr indent="-330200" lvl="2" marL="1371600" algn="ctr">
              <a:lnSpc>
                <a:spcPct val="100000"/>
              </a:lnSpc>
              <a:spcBef>
                <a:spcPts val="0"/>
              </a:spcBef>
              <a:spcAft>
                <a:spcPts val="0"/>
              </a:spcAft>
              <a:buSzPts val="1600"/>
              <a:buChar char="■"/>
              <a:defRPr sz="1600"/>
            </a:lvl3pPr>
            <a:lvl4pPr indent="-330200" lvl="3" marL="1828800" algn="ctr">
              <a:lnSpc>
                <a:spcPct val="100000"/>
              </a:lnSpc>
              <a:spcBef>
                <a:spcPts val="0"/>
              </a:spcBef>
              <a:spcAft>
                <a:spcPts val="0"/>
              </a:spcAft>
              <a:buSzPts val="1600"/>
              <a:buChar char="●"/>
              <a:defRPr sz="1600"/>
            </a:lvl4pPr>
            <a:lvl5pPr indent="-330200" lvl="4" marL="2286000" algn="ctr">
              <a:lnSpc>
                <a:spcPct val="100000"/>
              </a:lnSpc>
              <a:spcBef>
                <a:spcPts val="0"/>
              </a:spcBef>
              <a:spcAft>
                <a:spcPts val="0"/>
              </a:spcAft>
              <a:buSzPts val="1600"/>
              <a:buChar char="○"/>
              <a:defRPr sz="1600"/>
            </a:lvl5pPr>
            <a:lvl6pPr indent="-330200" lvl="5" marL="2743200" algn="ctr">
              <a:lnSpc>
                <a:spcPct val="100000"/>
              </a:lnSpc>
              <a:spcBef>
                <a:spcPts val="0"/>
              </a:spcBef>
              <a:spcAft>
                <a:spcPts val="0"/>
              </a:spcAft>
              <a:buSzPts val="1600"/>
              <a:buChar char="■"/>
              <a:defRPr sz="1600"/>
            </a:lvl6pPr>
            <a:lvl7pPr indent="-330200" lvl="6" marL="3200400" algn="ctr">
              <a:lnSpc>
                <a:spcPct val="100000"/>
              </a:lnSpc>
              <a:spcBef>
                <a:spcPts val="0"/>
              </a:spcBef>
              <a:spcAft>
                <a:spcPts val="0"/>
              </a:spcAft>
              <a:buSzPts val="1600"/>
              <a:buChar char="●"/>
              <a:defRPr sz="1600"/>
            </a:lvl7pPr>
            <a:lvl8pPr indent="-330200" lvl="7" marL="3657600" algn="ctr">
              <a:lnSpc>
                <a:spcPct val="100000"/>
              </a:lnSpc>
              <a:spcBef>
                <a:spcPts val="0"/>
              </a:spcBef>
              <a:spcAft>
                <a:spcPts val="0"/>
              </a:spcAft>
              <a:buSzPts val="1600"/>
              <a:buChar char="○"/>
              <a:defRPr sz="1600"/>
            </a:lvl8pPr>
            <a:lvl9pPr indent="-330200" lvl="8" marL="4114800" algn="ctr">
              <a:lnSpc>
                <a:spcPct val="100000"/>
              </a:lnSpc>
              <a:spcBef>
                <a:spcPts val="0"/>
              </a:spcBef>
              <a:spcAft>
                <a:spcPts val="0"/>
              </a:spcAft>
              <a:buSzPts val="1600"/>
              <a:buChar char="■"/>
              <a:defRPr sz="1600"/>
            </a:lvl9pPr>
          </a:lstStyle>
          <a:p/>
        </p:txBody>
      </p:sp>
      <p:grpSp>
        <p:nvGrpSpPr>
          <p:cNvPr id="60" name="Google Shape;60;p5"/>
          <p:cNvGrpSpPr/>
          <p:nvPr/>
        </p:nvGrpSpPr>
        <p:grpSpPr>
          <a:xfrm>
            <a:off x="7839776" y="-1"/>
            <a:ext cx="1304277" cy="1306311"/>
            <a:chOff x="7839776" y="-1"/>
            <a:chExt cx="1304277" cy="1306311"/>
          </a:xfrm>
        </p:grpSpPr>
        <p:sp>
          <p:nvSpPr>
            <p:cNvPr id="61" name="Google Shape;61;p5"/>
            <p:cNvSpPr/>
            <p:nvPr/>
          </p:nvSpPr>
          <p:spPr>
            <a:xfrm>
              <a:off x="8491926" y="-1"/>
              <a:ext cx="652127" cy="653161"/>
            </a:xfrm>
            <a:custGeom>
              <a:rect b="b" l="l" r="r" t="t"/>
              <a:pathLst>
                <a:path extrusionOk="0" h="147774" w="147540">
                  <a:moveTo>
                    <a:pt x="146839" y="72352"/>
                  </a:moveTo>
                  <a:lnTo>
                    <a:pt x="126624" y="52105"/>
                  </a:lnTo>
                  <a:lnTo>
                    <a:pt x="126624" y="23517"/>
                  </a:lnTo>
                  <a:cubicBezTo>
                    <a:pt x="126624" y="22217"/>
                    <a:pt x="125557" y="21149"/>
                    <a:pt x="124256" y="21149"/>
                  </a:cubicBezTo>
                  <a:lnTo>
                    <a:pt x="95669" y="21149"/>
                  </a:lnTo>
                  <a:lnTo>
                    <a:pt x="75454" y="935"/>
                  </a:lnTo>
                  <a:cubicBezTo>
                    <a:pt x="74520" y="1"/>
                    <a:pt x="73019" y="1"/>
                    <a:pt x="72119" y="935"/>
                  </a:cubicBezTo>
                  <a:lnTo>
                    <a:pt x="51871" y="21149"/>
                  </a:lnTo>
                  <a:lnTo>
                    <a:pt x="23284" y="21149"/>
                  </a:lnTo>
                  <a:cubicBezTo>
                    <a:pt x="21983" y="21149"/>
                    <a:pt x="20915" y="22217"/>
                    <a:pt x="20915" y="23517"/>
                  </a:cubicBezTo>
                  <a:lnTo>
                    <a:pt x="20915" y="52105"/>
                  </a:lnTo>
                  <a:lnTo>
                    <a:pt x="701" y="72319"/>
                  </a:lnTo>
                  <a:cubicBezTo>
                    <a:pt x="267" y="72786"/>
                    <a:pt x="0" y="73386"/>
                    <a:pt x="0" y="73987"/>
                  </a:cubicBezTo>
                  <a:cubicBezTo>
                    <a:pt x="0" y="74621"/>
                    <a:pt x="267" y="75221"/>
                    <a:pt x="701" y="75655"/>
                  </a:cubicBezTo>
                  <a:lnTo>
                    <a:pt x="20915" y="95903"/>
                  </a:lnTo>
                  <a:lnTo>
                    <a:pt x="20915" y="124490"/>
                  </a:lnTo>
                  <a:cubicBezTo>
                    <a:pt x="20915" y="125791"/>
                    <a:pt x="21983" y="126858"/>
                    <a:pt x="23284" y="126858"/>
                  </a:cubicBezTo>
                  <a:lnTo>
                    <a:pt x="51871" y="126858"/>
                  </a:lnTo>
                  <a:lnTo>
                    <a:pt x="72119" y="147073"/>
                  </a:lnTo>
                  <a:cubicBezTo>
                    <a:pt x="72552" y="147506"/>
                    <a:pt x="73153" y="147773"/>
                    <a:pt x="73786" y="147773"/>
                  </a:cubicBezTo>
                  <a:cubicBezTo>
                    <a:pt x="74387" y="147773"/>
                    <a:pt x="74987" y="147506"/>
                    <a:pt x="75421" y="147073"/>
                  </a:cubicBezTo>
                  <a:lnTo>
                    <a:pt x="95669" y="126858"/>
                  </a:lnTo>
                  <a:lnTo>
                    <a:pt x="124256" y="126858"/>
                  </a:lnTo>
                  <a:cubicBezTo>
                    <a:pt x="125557" y="126858"/>
                    <a:pt x="126624" y="125791"/>
                    <a:pt x="126624" y="124490"/>
                  </a:cubicBezTo>
                  <a:lnTo>
                    <a:pt x="126624" y="95903"/>
                  </a:lnTo>
                  <a:lnTo>
                    <a:pt x="146839" y="75655"/>
                  </a:lnTo>
                  <a:cubicBezTo>
                    <a:pt x="147272" y="75221"/>
                    <a:pt x="147539" y="74621"/>
                    <a:pt x="147539" y="73987"/>
                  </a:cubicBezTo>
                  <a:cubicBezTo>
                    <a:pt x="147539" y="73386"/>
                    <a:pt x="147306" y="72786"/>
                    <a:pt x="146839" y="72352"/>
                  </a:cubicBezTo>
                  <a:close/>
                  <a:moveTo>
                    <a:pt x="122621" y="93267"/>
                  </a:moveTo>
                  <a:cubicBezTo>
                    <a:pt x="122154" y="93701"/>
                    <a:pt x="121921" y="94301"/>
                    <a:pt x="121921" y="94935"/>
                  </a:cubicBezTo>
                  <a:lnTo>
                    <a:pt x="121921" y="122155"/>
                  </a:lnTo>
                  <a:lnTo>
                    <a:pt x="94701" y="122155"/>
                  </a:lnTo>
                  <a:cubicBezTo>
                    <a:pt x="94068" y="122155"/>
                    <a:pt x="93467" y="122388"/>
                    <a:pt x="93034" y="122822"/>
                  </a:cubicBezTo>
                  <a:lnTo>
                    <a:pt x="73786" y="142102"/>
                  </a:lnTo>
                  <a:lnTo>
                    <a:pt x="54506" y="122855"/>
                  </a:lnTo>
                  <a:cubicBezTo>
                    <a:pt x="54072" y="122388"/>
                    <a:pt x="53472" y="122155"/>
                    <a:pt x="52838" y="122155"/>
                  </a:cubicBezTo>
                  <a:lnTo>
                    <a:pt x="25619" y="122155"/>
                  </a:lnTo>
                  <a:lnTo>
                    <a:pt x="25619" y="94935"/>
                  </a:lnTo>
                  <a:cubicBezTo>
                    <a:pt x="25619" y="94301"/>
                    <a:pt x="25385" y="93701"/>
                    <a:pt x="24952" y="93267"/>
                  </a:cubicBezTo>
                  <a:lnTo>
                    <a:pt x="5671" y="74020"/>
                  </a:lnTo>
                  <a:lnTo>
                    <a:pt x="24952" y="54740"/>
                  </a:lnTo>
                  <a:cubicBezTo>
                    <a:pt x="25385" y="54306"/>
                    <a:pt x="25619" y="53706"/>
                    <a:pt x="25619" y="53105"/>
                  </a:cubicBezTo>
                  <a:lnTo>
                    <a:pt x="25619" y="25852"/>
                  </a:lnTo>
                  <a:lnTo>
                    <a:pt x="52838" y="25852"/>
                  </a:lnTo>
                  <a:cubicBezTo>
                    <a:pt x="53472" y="25852"/>
                    <a:pt x="54072" y="25619"/>
                    <a:pt x="54506" y="25185"/>
                  </a:cubicBezTo>
                  <a:lnTo>
                    <a:pt x="73786" y="5905"/>
                  </a:lnTo>
                  <a:lnTo>
                    <a:pt x="93034" y="25185"/>
                  </a:lnTo>
                  <a:cubicBezTo>
                    <a:pt x="93467" y="25619"/>
                    <a:pt x="94068" y="25852"/>
                    <a:pt x="94701" y="25852"/>
                  </a:cubicBezTo>
                  <a:lnTo>
                    <a:pt x="121921" y="25852"/>
                  </a:lnTo>
                  <a:lnTo>
                    <a:pt x="121921" y="53072"/>
                  </a:lnTo>
                  <a:cubicBezTo>
                    <a:pt x="121921" y="53706"/>
                    <a:pt x="122154" y="54306"/>
                    <a:pt x="122588" y="54740"/>
                  </a:cubicBezTo>
                  <a:lnTo>
                    <a:pt x="141868" y="73987"/>
                  </a:lnTo>
                  <a:close/>
                </a:path>
              </a:pathLst>
            </a:custGeom>
            <a:solidFill>
              <a:srgbClr val="9575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5"/>
            <p:cNvSpPr/>
            <p:nvPr/>
          </p:nvSpPr>
          <p:spPr>
            <a:xfrm>
              <a:off x="7839776" y="-1"/>
              <a:ext cx="652127" cy="653161"/>
            </a:xfrm>
            <a:custGeom>
              <a:rect b="b" l="l" r="r" t="t"/>
              <a:pathLst>
                <a:path extrusionOk="0" h="147774" w="147540">
                  <a:moveTo>
                    <a:pt x="146839" y="72352"/>
                  </a:moveTo>
                  <a:lnTo>
                    <a:pt x="126624" y="52105"/>
                  </a:lnTo>
                  <a:lnTo>
                    <a:pt x="126624" y="23517"/>
                  </a:lnTo>
                  <a:cubicBezTo>
                    <a:pt x="126624" y="22217"/>
                    <a:pt x="125557" y="21149"/>
                    <a:pt x="124256" y="21149"/>
                  </a:cubicBezTo>
                  <a:lnTo>
                    <a:pt x="95669" y="21149"/>
                  </a:lnTo>
                  <a:lnTo>
                    <a:pt x="75454" y="935"/>
                  </a:lnTo>
                  <a:cubicBezTo>
                    <a:pt x="74520" y="1"/>
                    <a:pt x="73019" y="1"/>
                    <a:pt x="72119" y="935"/>
                  </a:cubicBezTo>
                  <a:lnTo>
                    <a:pt x="51871" y="21149"/>
                  </a:lnTo>
                  <a:lnTo>
                    <a:pt x="23284" y="21149"/>
                  </a:lnTo>
                  <a:cubicBezTo>
                    <a:pt x="21983" y="21149"/>
                    <a:pt x="20915" y="22217"/>
                    <a:pt x="20915" y="23517"/>
                  </a:cubicBezTo>
                  <a:lnTo>
                    <a:pt x="20915" y="52105"/>
                  </a:lnTo>
                  <a:lnTo>
                    <a:pt x="701" y="72319"/>
                  </a:lnTo>
                  <a:cubicBezTo>
                    <a:pt x="267" y="72786"/>
                    <a:pt x="0" y="73386"/>
                    <a:pt x="0" y="73987"/>
                  </a:cubicBezTo>
                  <a:cubicBezTo>
                    <a:pt x="0" y="74621"/>
                    <a:pt x="267" y="75221"/>
                    <a:pt x="701" y="75655"/>
                  </a:cubicBezTo>
                  <a:lnTo>
                    <a:pt x="20915" y="95903"/>
                  </a:lnTo>
                  <a:lnTo>
                    <a:pt x="20915" y="124490"/>
                  </a:lnTo>
                  <a:cubicBezTo>
                    <a:pt x="20915" y="125791"/>
                    <a:pt x="21983" y="126858"/>
                    <a:pt x="23284" y="126858"/>
                  </a:cubicBezTo>
                  <a:lnTo>
                    <a:pt x="51871" y="126858"/>
                  </a:lnTo>
                  <a:lnTo>
                    <a:pt x="72119" y="147073"/>
                  </a:lnTo>
                  <a:cubicBezTo>
                    <a:pt x="72552" y="147506"/>
                    <a:pt x="73153" y="147773"/>
                    <a:pt x="73786" y="147773"/>
                  </a:cubicBezTo>
                  <a:cubicBezTo>
                    <a:pt x="74387" y="147773"/>
                    <a:pt x="74987" y="147506"/>
                    <a:pt x="75421" y="147073"/>
                  </a:cubicBezTo>
                  <a:lnTo>
                    <a:pt x="95669" y="126858"/>
                  </a:lnTo>
                  <a:lnTo>
                    <a:pt x="124256" y="126858"/>
                  </a:lnTo>
                  <a:cubicBezTo>
                    <a:pt x="125557" y="126858"/>
                    <a:pt x="126624" y="125791"/>
                    <a:pt x="126624" y="124490"/>
                  </a:cubicBezTo>
                  <a:lnTo>
                    <a:pt x="126624" y="95903"/>
                  </a:lnTo>
                  <a:lnTo>
                    <a:pt x="146839" y="75655"/>
                  </a:lnTo>
                  <a:cubicBezTo>
                    <a:pt x="147272" y="75221"/>
                    <a:pt x="147539" y="74621"/>
                    <a:pt x="147539" y="73987"/>
                  </a:cubicBezTo>
                  <a:cubicBezTo>
                    <a:pt x="147539" y="73386"/>
                    <a:pt x="147306" y="72786"/>
                    <a:pt x="146839" y="72352"/>
                  </a:cubicBezTo>
                  <a:close/>
                  <a:moveTo>
                    <a:pt x="122621" y="93267"/>
                  </a:moveTo>
                  <a:cubicBezTo>
                    <a:pt x="122154" y="93701"/>
                    <a:pt x="121921" y="94301"/>
                    <a:pt x="121921" y="94935"/>
                  </a:cubicBezTo>
                  <a:lnTo>
                    <a:pt x="121921" y="122155"/>
                  </a:lnTo>
                  <a:lnTo>
                    <a:pt x="94701" y="122155"/>
                  </a:lnTo>
                  <a:cubicBezTo>
                    <a:pt x="94068" y="122155"/>
                    <a:pt x="93467" y="122388"/>
                    <a:pt x="93034" y="122822"/>
                  </a:cubicBezTo>
                  <a:lnTo>
                    <a:pt x="73786" y="142102"/>
                  </a:lnTo>
                  <a:lnTo>
                    <a:pt x="54506" y="122855"/>
                  </a:lnTo>
                  <a:cubicBezTo>
                    <a:pt x="54072" y="122388"/>
                    <a:pt x="53472" y="122155"/>
                    <a:pt x="52838" y="122155"/>
                  </a:cubicBezTo>
                  <a:lnTo>
                    <a:pt x="25619" y="122155"/>
                  </a:lnTo>
                  <a:lnTo>
                    <a:pt x="25619" y="94935"/>
                  </a:lnTo>
                  <a:cubicBezTo>
                    <a:pt x="25619" y="94301"/>
                    <a:pt x="25385" y="93701"/>
                    <a:pt x="24952" y="93267"/>
                  </a:cubicBezTo>
                  <a:lnTo>
                    <a:pt x="5671" y="74020"/>
                  </a:lnTo>
                  <a:lnTo>
                    <a:pt x="24952" y="54740"/>
                  </a:lnTo>
                  <a:cubicBezTo>
                    <a:pt x="25385" y="54306"/>
                    <a:pt x="25619" y="53706"/>
                    <a:pt x="25619" y="53105"/>
                  </a:cubicBezTo>
                  <a:lnTo>
                    <a:pt x="25619" y="25852"/>
                  </a:lnTo>
                  <a:lnTo>
                    <a:pt x="52838" y="25852"/>
                  </a:lnTo>
                  <a:cubicBezTo>
                    <a:pt x="53472" y="25852"/>
                    <a:pt x="54072" y="25619"/>
                    <a:pt x="54506" y="25185"/>
                  </a:cubicBezTo>
                  <a:lnTo>
                    <a:pt x="73786" y="5905"/>
                  </a:lnTo>
                  <a:lnTo>
                    <a:pt x="93034" y="25185"/>
                  </a:lnTo>
                  <a:cubicBezTo>
                    <a:pt x="93467" y="25619"/>
                    <a:pt x="94068" y="25852"/>
                    <a:pt x="94701" y="25852"/>
                  </a:cubicBezTo>
                  <a:lnTo>
                    <a:pt x="121921" y="25852"/>
                  </a:lnTo>
                  <a:lnTo>
                    <a:pt x="121921" y="53072"/>
                  </a:lnTo>
                  <a:cubicBezTo>
                    <a:pt x="121921" y="53706"/>
                    <a:pt x="122154" y="54306"/>
                    <a:pt x="122588" y="54740"/>
                  </a:cubicBezTo>
                  <a:lnTo>
                    <a:pt x="141868" y="73987"/>
                  </a:lnTo>
                  <a:close/>
                </a:path>
              </a:pathLst>
            </a:custGeom>
            <a:solidFill>
              <a:srgbClr val="9575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5"/>
            <p:cNvSpPr/>
            <p:nvPr/>
          </p:nvSpPr>
          <p:spPr>
            <a:xfrm>
              <a:off x="8491926" y="653149"/>
              <a:ext cx="652127" cy="653161"/>
            </a:xfrm>
            <a:custGeom>
              <a:rect b="b" l="l" r="r" t="t"/>
              <a:pathLst>
                <a:path extrusionOk="0" h="147774" w="147540">
                  <a:moveTo>
                    <a:pt x="146839" y="72352"/>
                  </a:moveTo>
                  <a:lnTo>
                    <a:pt x="126624" y="52105"/>
                  </a:lnTo>
                  <a:lnTo>
                    <a:pt x="126624" y="23517"/>
                  </a:lnTo>
                  <a:cubicBezTo>
                    <a:pt x="126624" y="22217"/>
                    <a:pt x="125557" y="21149"/>
                    <a:pt x="124256" y="21149"/>
                  </a:cubicBezTo>
                  <a:lnTo>
                    <a:pt x="95669" y="21149"/>
                  </a:lnTo>
                  <a:lnTo>
                    <a:pt x="75454" y="935"/>
                  </a:lnTo>
                  <a:cubicBezTo>
                    <a:pt x="74520" y="1"/>
                    <a:pt x="73019" y="1"/>
                    <a:pt x="72119" y="935"/>
                  </a:cubicBezTo>
                  <a:lnTo>
                    <a:pt x="51871" y="21149"/>
                  </a:lnTo>
                  <a:lnTo>
                    <a:pt x="23284" y="21149"/>
                  </a:lnTo>
                  <a:cubicBezTo>
                    <a:pt x="21983" y="21149"/>
                    <a:pt x="20915" y="22217"/>
                    <a:pt x="20915" y="23517"/>
                  </a:cubicBezTo>
                  <a:lnTo>
                    <a:pt x="20915" y="52105"/>
                  </a:lnTo>
                  <a:lnTo>
                    <a:pt x="701" y="72319"/>
                  </a:lnTo>
                  <a:cubicBezTo>
                    <a:pt x="267" y="72786"/>
                    <a:pt x="0" y="73386"/>
                    <a:pt x="0" y="73987"/>
                  </a:cubicBezTo>
                  <a:cubicBezTo>
                    <a:pt x="0" y="74621"/>
                    <a:pt x="267" y="75221"/>
                    <a:pt x="701" y="75655"/>
                  </a:cubicBezTo>
                  <a:lnTo>
                    <a:pt x="20915" y="95903"/>
                  </a:lnTo>
                  <a:lnTo>
                    <a:pt x="20915" y="124490"/>
                  </a:lnTo>
                  <a:cubicBezTo>
                    <a:pt x="20915" y="125791"/>
                    <a:pt x="21983" y="126858"/>
                    <a:pt x="23284" y="126858"/>
                  </a:cubicBezTo>
                  <a:lnTo>
                    <a:pt x="51871" y="126858"/>
                  </a:lnTo>
                  <a:lnTo>
                    <a:pt x="72119" y="147073"/>
                  </a:lnTo>
                  <a:cubicBezTo>
                    <a:pt x="72552" y="147506"/>
                    <a:pt x="73153" y="147773"/>
                    <a:pt x="73786" y="147773"/>
                  </a:cubicBezTo>
                  <a:cubicBezTo>
                    <a:pt x="74387" y="147773"/>
                    <a:pt x="74987" y="147506"/>
                    <a:pt x="75421" y="147073"/>
                  </a:cubicBezTo>
                  <a:lnTo>
                    <a:pt x="95669" y="126858"/>
                  </a:lnTo>
                  <a:lnTo>
                    <a:pt x="124256" y="126858"/>
                  </a:lnTo>
                  <a:cubicBezTo>
                    <a:pt x="125557" y="126858"/>
                    <a:pt x="126624" y="125791"/>
                    <a:pt x="126624" y="124490"/>
                  </a:cubicBezTo>
                  <a:lnTo>
                    <a:pt x="126624" y="95903"/>
                  </a:lnTo>
                  <a:lnTo>
                    <a:pt x="146839" y="75655"/>
                  </a:lnTo>
                  <a:cubicBezTo>
                    <a:pt x="147272" y="75221"/>
                    <a:pt x="147539" y="74621"/>
                    <a:pt x="147539" y="73987"/>
                  </a:cubicBezTo>
                  <a:cubicBezTo>
                    <a:pt x="147539" y="73386"/>
                    <a:pt x="147306" y="72786"/>
                    <a:pt x="146839" y="72352"/>
                  </a:cubicBezTo>
                  <a:close/>
                  <a:moveTo>
                    <a:pt x="122621" y="93267"/>
                  </a:moveTo>
                  <a:cubicBezTo>
                    <a:pt x="122154" y="93701"/>
                    <a:pt x="121921" y="94301"/>
                    <a:pt x="121921" y="94935"/>
                  </a:cubicBezTo>
                  <a:lnTo>
                    <a:pt x="121921" y="122155"/>
                  </a:lnTo>
                  <a:lnTo>
                    <a:pt x="94701" y="122155"/>
                  </a:lnTo>
                  <a:cubicBezTo>
                    <a:pt x="94068" y="122155"/>
                    <a:pt x="93467" y="122388"/>
                    <a:pt x="93034" y="122822"/>
                  </a:cubicBezTo>
                  <a:lnTo>
                    <a:pt x="73786" y="142102"/>
                  </a:lnTo>
                  <a:lnTo>
                    <a:pt x="54506" y="122855"/>
                  </a:lnTo>
                  <a:cubicBezTo>
                    <a:pt x="54072" y="122388"/>
                    <a:pt x="53472" y="122155"/>
                    <a:pt x="52838" y="122155"/>
                  </a:cubicBezTo>
                  <a:lnTo>
                    <a:pt x="25619" y="122155"/>
                  </a:lnTo>
                  <a:lnTo>
                    <a:pt x="25619" y="94935"/>
                  </a:lnTo>
                  <a:cubicBezTo>
                    <a:pt x="25619" y="94301"/>
                    <a:pt x="25385" y="93701"/>
                    <a:pt x="24952" y="93267"/>
                  </a:cubicBezTo>
                  <a:lnTo>
                    <a:pt x="5671" y="74020"/>
                  </a:lnTo>
                  <a:lnTo>
                    <a:pt x="24952" y="54740"/>
                  </a:lnTo>
                  <a:cubicBezTo>
                    <a:pt x="25385" y="54306"/>
                    <a:pt x="25619" y="53706"/>
                    <a:pt x="25619" y="53105"/>
                  </a:cubicBezTo>
                  <a:lnTo>
                    <a:pt x="25619" y="25852"/>
                  </a:lnTo>
                  <a:lnTo>
                    <a:pt x="52838" y="25852"/>
                  </a:lnTo>
                  <a:cubicBezTo>
                    <a:pt x="53472" y="25852"/>
                    <a:pt x="54072" y="25619"/>
                    <a:pt x="54506" y="25185"/>
                  </a:cubicBezTo>
                  <a:lnTo>
                    <a:pt x="73786" y="5905"/>
                  </a:lnTo>
                  <a:lnTo>
                    <a:pt x="93034" y="25185"/>
                  </a:lnTo>
                  <a:cubicBezTo>
                    <a:pt x="93467" y="25619"/>
                    <a:pt x="94068" y="25852"/>
                    <a:pt x="94701" y="25852"/>
                  </a:cubicBezTo>
                  <a:lnTo>
                    <a:pt x="121921" y="25852"/>
                  </a:lnTo>
                  <a:lnTo>
                    <a:pt x="121921" y="53072"/>
                  </a:lnTo>
                  <a:cubicBezTo>
                    <a:pt x="121921" y="53706"/>
                    <a:pt x="122154" y="54306"/>
                    <a:pt x="122588" y="54740"/>
                  </a:cubicBezTo>
                  <a:lnTo>
                    <a:pt x="141868" y="73987"/>
                  </a:lnTo>
                  <a:close/>
                </a:path>
              </a:pathLst>
            </a:custGeom>
            <a:solidFill>
              <a:srgbClr val="9575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4" name="Google Shape;64;p5"/>
          <p:cNvGrpSpPr/>
          <p:nvPr/>
        </p:nvGrpSpPr>
        <p:grpSpPr>
          <a:xfrm>
            <a:off x="1" y="3837199"/>
            <a:ext cx="1304277" cy="1306311"/>
            <a:chOff x="1" y="3837199"/>
            <a:chExt cx="1304277" cy="1306311"/>
          </a:xfrm>
        </p:grpSpPr>
        <p:sp>
          <p:nvSpPr>
            <p:cNvPr id="65" name="Google Shape;65;p5"/>
            <p:cNvSpPr/>
            <p:nvPr/>
          </p:nvSpPr>
          <p:spPr>
            <a:xfrm rot="10800000">
              <a:off x="1" y="4490349"/>
              <a:ext cx="652127" cy="653161"/>
            </a:xfrm>
            <a:custGeom>
              <a:rect b="b" l="l" r="r" t="t"/>
              <a:pathLst>
                <a:path extrusionOk="0" h="147774" w="147540">
                  <a:moveTo>
                    <a:pt x="146839" y="72352"/>
                  </a:moveTo>
                  <a:lnTo>
                    <a:pt x="126624" y="52105"/>
                  </a:lnTo>
                  <a:lnTo>
                    <a:pt x="126624" y="23517"/>
                  </a:lnTo>
                  <a:cubicBezTo>
                    <a:pt x="126624" y="22217"/>
                    <a:pt x="125557" y="21149"/>
                    <a:pt x="124256" y="21149"/>
                  </a:cubicBezTo>
                  <a:lnTo>
                    <a:pt x="95669" y="21149"/>
                  </a:lnTo>
                  <a:lnTo>
                    <a:pt x="75454" y="935"/>
                  </a:lnTo>
                  <a:cubicBezTo>
                    <a:pt x="74520" y="1"/>
                    <a:pt x="73019" y="1"/>
                    <a:pt x="72119" y="935"/>
                  </a:cubicBezTo>
                  <a:lnTo>
                    <a:pt x="51871" y="21149"/>
                  </a:lnTo>
                  <a:lnTo>
                    <a:pt x="23284" y="21149"/>
                  </a:lnTo>
                  <a:cubicBezTo>
                    <a:pt x="21983" y="21149"/>
                    <a:pt x="20915" y="22217"/>
                    <a:pt x="20915" y="23517"/>
                  </a:cubicBezTo>
                  <a:lnTo>
                    <a:pt x="20915" y="52105"/>
                  </a:lnTo>
                  <a:lnTo>
                    <a:pt x="701" y="72319"/>
                  </a:lnTo>
                  <a:cubicBezTo>
                    <a:pt x="267" y="72786"/>
                    <a:pt x="0" y="73386"/>
                    <a:pt x="0" y="73987"/>
                  </a:cubicBezTo>
                  <a:cubicBezTo>
                    <a:pt x="0" y="74621"/>
                    <a:pt x="267" y="75221"/>
                    <a:pt x="701" y="75655"/>
                  </a:cubicBezTo>
                  <a:lnTo>
                    <a:pt x="20915" y="95903"/>
                  </a:lnTo>
                  <a:lnTo>
                    <a:pt x="20915" y="124490"/>
                  </a:lnTo>
                  <a:cubicBezTo>
                    <a:pt x="20915" y="125791"/>
                    <a:pt x="21983" y="126858"/>
                    <a:pt x="23284" y="126858"/>
                  </a:cubicBezTo>
                  <a:lnTo>
                    <a:pt x="51871" y="126858"/>
                  </a:lnTo>
                  <a:lnTo>
                    <a:pt x="72119" y="147073"/>
                  </a:lnTo>
                  <a:cubicBezTo>
                    <a:pt x="72552" y="147506"/>
                    <a:pt x="73153" y="147773"/>
                    <a:pt x="73786" y="147773"/>
                  </a:cubicBezTo>
                  <a:cubicBezTo>
                    <a:pt x="74387" y="147773"/>
                    <a:pt x="74987" y="147506"/>
                    <a:pt x="75421" y="147073"/>
                  </a:cubicBezTo>
                  <a:lnTo>
                    <a:pt x="95669" y="126858"/>
                  </a:lnTo>
                  <a:lnTo>
                    <a:pt x="124256" y="126858"/>
                  </a:lnTo>
                  <a:cubicBezTo>
                    <a:pt x="125557" y="126858"/>
                    <a:pt x="126624" y="125791"/>
                    <a:pt x="126624" y="124490"/>
                  </a:cubicBezTo>
                  <a:lnTo>
                    <a:pt x="126624" y="95903"/>
                  </a:lnTo>
                  <a:lnTo>
                    <a:pt x="146839" y="75655"/>
                  </a:lnTo>
                  <a:cubicBezTo>
                    <a:pt x="147272" y="75221"/>
                    <a:pt x="147539" y="74621"/>
                    <a:pt x="147539" y="73987"/>
                  </a:cubicBezTo>
                  <a:cubicBezTo>
                    <a:pt x="147539" y="73386"/>
                    <a:pt x="147306" y="72786"/>
                    <a:pt x="146839" y="72352"/>
                  </a:cubicBezTo>
                  <a:close/>
                  <a:moveTo>
                    <a:pt x="122621" y="93267"/>
                  </a:moveTo>
                  <a:cubicBezTo>
                    <a:pt x="122154" y="93701"/>
                    <a:pt x="121921" y="94301"/>
                    <a:pt x="121921" y="94935"/>
                  </a:cubicBezTo>
                  <a:lnTo>
                    <a:pt x="121921" y="122155"/>
                  </a:lnTo>
                  <a:lnTo>
                    <a:pt x="94701" y="122155"/>
                  </a:lnTo>
                  <a:cubicBezTo>
                    <a:pt x="94068" y="122155"/>
                    <a:pt x="93467" y="122388"/>
                    <a:pt x="93034" y="122822"/>
                  </a:cubicBezTo>
                  <a:lnTo>
                    <a:pt x="73786" y="142102"/>
                  </a:lnTo>
                  <a:lnTo>
                    <a:pt x="54506" y="122855"/>
                  </a:lnTo>
                  <a:cubicBezTo>
                    <a:pt x="54072" y="122388"/>
                    <a:pt x="53472" y="122155"/>
                    <a:pt x="52838" y="122155"/>
                  </a:cubicBezTo>
                  <a:lnTo>
                    <a:pt x="25619" y="122155"/>
                  </a:lnTo>
                  <a:lnTo>
                    <a:pt x="25619" y="94935"/>
                  </a:lnTo>
                  <a:cubicBezTo>
                    <a:pt x="25619" y="94301"/>
                    <a:pt x="25385" y="93701"/>
                    <a:pt x="24952" y="93267"/>
                  </a:cubicBezTo>
                  <a:lnTo>
                    <a:pt x="5671" y="74020"/>
                  </a:lnTo>
                  <a:lnTo>
                    <a:pt x="24952" y="54740"/>
                  </a:lnTo>
                  <a:cubicBezTo>
                    <a:pt x="25385" y="54306"/>
                    <a:pt x="25619" y="53706"/>
                    <a:pt x="25619" y="53105"/>
                  </a:cubicBezTo>
                  <a:lnTo>
                    <a:pt x="25619" y="25852"/>
                  </a:lnTo>
                  <a:lnTo>
                    <a:pt x="52838" y="25852"/>
                  </a:lnTo>
                  <a:cubicBezTo>
                    <a:pt x="53472" y="25852"/>
                    <a:pt x="54072" y="25619"/>
                    <a:pt x="54506" y="25185"/>
                  </a:cubicBezTo>
                  <a:lnTo>
                    <a:pt x="73786" y="5905"/>
                  </a:lnTo>
                  <a:lnTo>
                    <a:pt x="93034" y="25185"/>
                  </a:lnTo>
                  <a:cubicBezTo>
                    <a:pt x="93467" y="25619"/>
                    <a:pt x="94068" y="25852"/>
                    <a:pt x="94701" y="25852"/>
                  </a:cubicBezTo>
                  <a:lnTo>
                    <a:pt x="121921" y="25852"/>
                  </a:lnTo>
                  <a:lnTo>
                    <a:pt x="121921" y="53072"/>
                  </a:lnTo>
                  <a:cubicBezTo>
                    <a:pt x="121921" y="53706"/>
                    <a:pt x="122154" y="54306"/>
                    <a:pt x="122588" y="54740"/>
                  </a:cubicBezTo>
                  <a:lnTo>
                    <a:pt x="141868" y="73987"/>
                  </a:lnTo>
                  <a:close/>
                </a:path>
              </a:pathLst>
            </a:custGeom>
            <a:solidFill>
              <a:srgbClr val="9575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5"/>
            <p:cNvSpPr/>
            <p:nvPr/>
          </p:nvSpPr>
          <p:spPr>
            <a:xfrm rot="10800000">
              <a:off x="652151" y="4490349"/>
              <a:ext cx="652127" cy="653161"/>
            </a:xfrm>
            <a:custGeom>
              <a:rect b="b" l="l" r="r" t="t"/>
              <a:pathLst>
                <a:path extrusionOk="0" h="147774" w="147540">
                  <a:moveTo>
                    <a:pt x="146839" y="72352"/>
                  </a:moveTo>
                  <a:lnTo>
                    <a:pt x="126624" y="52105"/>
                  </a:lnTo>
                  <a:lnTo>
                    <a:pt x="126624" y="23517"/>
                  </a:lnTo>
                  <a:cubicBezTo>
                    <a:pt x="126624" y="22217"/>
                    <a:pt x="125557" y="21149"/>
                    <a:pt x="124256" y="21149"/>
                  </a:cubicBezTo>
                  <a:lnTo>
                    <a:pt x="95669" y="21149"/>
                  </a:lnTo>
                  <a:lnTo>
                    <a:pt x="75454" y="935"/>
                  </a:lnTo>
                  <a:cubicBezTo>
                    <a:pt x="74520" y="1"/>
                    <a:pt x="73019" y="1"/>
                    <a:pt x="72119" y="935"/>
                  </a:cubicBezTo>
                  <a:lnTo>
                    <a:pt x="51871" y="21149"/>
                  </a:lnTo>
                  <a:lnTo>
                    <a:pt x="23284" y="21149"/>
                  </a:lnTo>
                  <a:cubicBezTo>
                    <a:pt x="21983" y="21149"/>
                    <a:pt x="20915" y="22217"/>
                    <a:pt x="20915" y="23517"/>
                  </a:cubicBezTo>
                  <a:lnTo>
                    <a:pt x="20915" y="52105"/>
                  </a:lnTo>
                  <a:lnTo>
                    <a:pt x="701" y="72319"/>
                  </a:lnTo>
                  <a:cubicBezTo>
                    <a:pt x="267" y="72786"/>
                    <a:pt x="0" y="73386"/>
                    <a:pt x="0" y="73987"/>
                  </a:cubicBezTo>
                  <a:cubicBezTo>
                    <a:pt x="0" y="74621"/>
                    <a:pt x="267" y="75221"/>
                    <a:pt x="701" y="75655"/>
                  </a:cubicBezTo>
                  <a:lnTo>
                    <a:pt x="20915" y="95903"/>
                  </a:lnTo>
                  <a:lnTo>
                    <a:pt x="20915" y="124490"/>
                  </a:lnTo>
                  <a:cubicBezTo>
                    <a:pt x="20915" y="125791"/>
                    <a:pt x="21983" y="126858"/>
                    <a:pt x="23284" y="126858"/>
                  </a:cubicBezTo>
                  <a:lnTo>
                    <a:pt x="51871" y="126858"/>
                  </a:lnTo>
                  <a:lnTo>
                    <a:pt x="72119" y="147073"/>
                  </a:lnTo>
                  <a:cubicBezTo>
                    <a:pt x="72552" y="147506"/>
                    <a:pt x="73153" y="147773"/>
                    <a:pt x="73786" y="147773"/>
                  </a:cubicBezTo>
                  <a:cubicBezTo>
                    <a:pt x="74387" y="147773"/>
                    <a:pt x="74987" y="147506"/>
                    <a:pt x="75421" y="147073"/>
                  </a:cubicBezTo>
                  <a:lnTo>
                    <a:pt x="95669" y="126858"/>
                  </a:lnTo>
                  <a:lnTo>
                    <a:pt x="124256" y="126858"/>
                  </a:lnTo>
                  <a:cubicBezTo>
                    <a:pt x="125557" y="126858"/>
                    <a:pt x="126624" y="125791"/>
                    <a:pt x="126624" y="124490"/>
                  </a:cubicBezTo>
                  <a:lnTo>
                    <a:pt x="126624" y="95903"/>
                  </a:lnTo>
                  <a:lnTo>
                    <a:pt x="146839" y="75655"/>
                  </a:lnTo>
                  <a:cubicBezTo>
                    <a:pt x="147272" y="75221"/>
                    <a:pt x="147539" y="74621"/>
                    <a:pt x="147539" y="73987"/>
                  </a:cubicBezTo>
                  <a:cubicBezTo>
                    <a:pt x="147539" y="73386"/>
                    <a:pt x="147306" y="72786"/>
                    <a:pt x="146839" y="72352"/>
                  </a:cubicBezTo>
                  <a:close/>
                  <a:moveTo>
                    <a:pt x="122621" y="93267"/>
                  </a:moveTo>
                  <a:cubicBezTo>
                    <a:pt x="122154" y="93701"/>
                    <a:pt x="121921" y="94301"/>
                    <a:pt x="121921" y="94935"/>
                  </a:cubicBezTo>
                  <a:lnTo>
                    <a:pt x="121921" y="122155"/>
                  </a:lnTo>
                  <a:lnTo>
                    <a:pt x="94701" y="122155"/>
                  </a:lnTo>
                  <a:cubicBezTo>
                    <a:pt x="94068" y="122155"/>
                    <a:pt x="93467" y="122388"/>
                    <a:pt x="93034" y="122822"/>
                  </a:cubicBezTo>
                  <a:lnTo>
                    <a:pt x="73786" y="142102"/>
                  </a:lnTo>
                  <a:lnTo>
                    <a:pt x="54506" y="122855"/>
                  </a:lnTo>
                  <a:cubicBezTo>
                    <a:pt x="54072" y="122388"/>
                    <a:pt x="53472" y="122155"/>
                    <a:pt x="52838" y="122155"/>
                  </a:cubicBezTo>
                  <a:lnTo>
                    <a:pt x="25619" y="122155"/>
                  </a:lnTo>
                  <a:lnTo>
                    <a:pt x="25619" y="94935"/>
                  </a:lnTo>
                  <a:cubicBezTo>
                    <a:pt x="25619" y="94301"/>
                    <a:pt x="25385" y="93701"/>
                    <a:pt x="24952" y="93267"/>
                  </a:cubicBezTo>
                  <a:lnTo>
                    <a:pt x="5671" y="74020"/>
                  </a:lnTo>
                  <a:lnTo>
                    <a:pt x="24952" y="54740"/>
                  </a:lnTo>
                  <a:cubicBezTo>
                    <a:pt x="25385" y="54306"/>
                    <a:pt x="25619" y="53706"/>
                    <a:pt x="25619" y="53105"/>
                  </a:cubicBezTo>
                  <a:lnTo>
                    <a:pt x="25619" y="25852"/>
                  </a:lnTo>
                  <a:lnTo>
                    <a:pt x="52838" y="25852"/>
                  </a:lnTo>
                  <a:cubicBezTo>
                    <a:pt x="53472" y="25852"/>
                    <a:pt x="54072" y="25619"/>
                    <a:pt x="54506" y="25185"/>
                  </a:cubicBezTo>
                  <a:lnTo>
                    <a:pt x="73786" y="5905"/>
                  </a:lnTo>
                  <a:lnTo>
                    <a:pt x="93034" y="25185"/>
                  </a:lnTo>
                  <a:cubicBezTo>
                    <a:pt x="93467" y="25619"/>
                    <a:pt x="94068" y="25852"/>
                    <a:pt x="94701" y="25852"/>
                  </a:cubicBezTo>
                  <a:lnTo>
                    <a:pt x="121921" y="25852"/>
                  </a:lnTo>
                  <a:lnTo>
                    <a:pt x="121921" y="53072"/>
                  </a:lnTo>
                  <a:cubicBezTo>
                    <a:pt x="121921" y="53706"/>
                    <a:pt x="122154" y="54306"/>
                    <a:pt x="122588" y="54740"/>
                  </a:cubicBezTo>
                  <a:lnTo>
                    <a:pt x="141868" y="73987"/>
                  </a:lnTo>
                  <a:close/>
                </a:path>
              </a:pathLst>
            </a:custGeom>
            <a:solidFill>
              <a:srgbClr val="9575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5"/>
            <p:cNvSpPr/>
            <p:nvPr/>
          </p:nvSpPr>
          <p:spPr>
            <a:xfrm rot="10800000">
              <a:off x="1" y="3837199"/>
              <a:ext cx="652127" cy="653161"/>
            </a:xfrm>
            <a:custGeom>
              <a:rect b="b" l="l" r="r" t="t"/>
              <a:pathLst>
                <a:path extrusionOk="0" h="147774" w="147540">
                  <a:moveTo>
                    <a:pt x="146839" y="72352"/>
                  </a:moveTo>
                  <a:lnTo>
                    <a:pt x="126624" y="52105"/>
                  </a:lnTo>
                  <a:lnTo>
                    <a:pt x="126624" y="23517"/>
                  </a:lnTo>
                  <a:cubicBezTo>
                    <a:pt x="126624" y="22217"/>
                    <a:pt x="125557" y="21149"/>
                    <a:pt x="124256" y="21149"/>
                  </a:cubicBezTo>
                  <a:lnTo>
                    <a:pt x="95669" y="21149"/>
                  </a:lnTo>
                  <a:lnTo>
                    <a:pt x="75454" y="935"/>
                  </a:lnTo>
                  <a:cubicBezTo>
                    <a:pt x="74520" y="1"/>
                    <a:pt x="73019" y="1"/>
                    <a:pt x="72119" y="935"/>
                  </a:cubicBezTo>
                  <a:lnTo>
                    <a:pt x="51871" y="21149"/>
                  </a:lnTo>
                  <a:lnTo>
                    <a:pt x="23284" y="21149"/>
                  </a:lnTo>
                  <a:cubicBezTo>
                    <a:pt x="21983" y="21149"/>
                    <a:pt x="20915" y="22217"/>
                    <a:pt x="20915" y="23517"/>
                  </a:cubicBezTo>
                  <a:lnTo>
                    <a:pt x="20915" y="52105"/>
                  </a:lnTo>
                  <a:lnTo>
                    <a:pt x="701" y="72319"/>
                  </a:lnTo>
                  <a:cubicBezTo>
                    <a:pt x="267" y="72786"/>
                    <a:pt x="0" y="73386"/>
                    <a:pt x="0" y="73987"/>
                  </a:cubicBezTo>
                  <a:cubicBezTo>
                    <a:pt x="0" y="74621"/>
                    <a:pt x="267" y="75221"/>
                    <a:pt x="701" y="75655"/>
                  </a:cubicBezTo>
                  <a:lnTo>
                    <a:pt x="20915" y="95903"/>
                  </a:lnTo>
                  <a:lnTo>
                    <a:pt x="20915" y="124490"/>
                  </a:lnTo>
                  <a:cubicBezTo>
                    <a:pt x="20915" y="125791"/>
                    <a:pt x="21983" y="126858"/>
                    <a:pt x="23284" y="126858"/>
                  </a:cubicBezTo>
                  <a:lnTo>
                    <a:pt x="51871" y="126858"/>
                  </a:lnTo>
                  <a:lnTo>
                    <a:pt x="72119" y="147073"/>
                  </a:lnTo>
                  <a:cubicBezTo>
                    <a:pt x="72552" y="147506"/>
                    <a:pt x="73153" y="147773"/>
                    <a:pt x="73786" y="147773"/>
                  </a:cubicBezTo>
                  <a:cubicBezTo>
                    <a:pt x="74387" y="147773"/>
                    <a:pt x="74987" y="147506"/>
                    <a:pt x="75421" y="147073"/>
                  </a:cubicBezTo>
                  <a:lnTo>
                    <a:pt x="95669" y="126858"/>
                  </a:lnTo>
                  <a:lnTo>
                    <a:pt x="124256" y="126858"/>
                  </a:lnTo>
                  <a:cubicBezTo>
                    <a:pt x="125557" y="126858"/>
                    <a:pt x="126624" y="125791"/>
                    <a:pt x="126624" y="124490"/>
                  </a:cubicBezTo>
                  <a:lnTo>
                    <a:pt x="126624" y="95903"/>
                  </a:lnTo>
                  <a:lnTo>
                    <a:pt x="146839" y="75655"/>
                  </a:lnTo>
                  <a:cubicBezTo>
                    <a:pt x="147272" y="75221"/>
                    <a:pt x="147539" y="74621"/>
                    <a:pt x="147539" y="73987"/>
                  </a:cubicBezTo>
                  <a:cubicBezTo>
                    <a:pt x="147539" y="73386"/>
                    <a:pt x="147306" y="72786"/>
                    <a:pt x="146839" y="72352"/>
                  </a:cubicBezTo>
                  <a:close/>
                  <a:moveTo>
                    <a:pt x="122621" y="93267"/>
                  </a:moveTo>
                  <a:cubicBezTo>
                    <a:pt x="122154" y="93701"/>
                    <a:pt x="121921" y="94301"/>
                    <a:pt x="121921" y="94935"/>
                  </a:cubicBezTo>
                  <a:lnTo>
                    <a:pt x="121921" y="122155"/>
                  </a:lnTo>
                  <a:lnTo>
                    <a:pt x="94701" y="122155"/>
                  </a:lnTo>
                  <a:cubicBezTo>
                    <a:pt x="94068" y="122155"/>
                    <a:pt x="93467" y="122388"/>
                    <a:pt x="93034" y="122822"/>
                  </a:cubicBezTo>
                  <a:lnTo>
                    <a:pt x="73786" y="142102"/>
                  </a:lnTo>
                  <a:lnTo>
                    <a:pt x="54506" y="122855"/>
                  </a:lnTo>
                  <a:cubicBezTo>
                    <a:pt x="54072" y="122388"/>
                    <a:pt x="53472" y="122155"/>
                    <a:pt x="52838" y="122155"/>
                  </a:cubicBezTo>
                  <a:lnTo>
                    <a:pt x="25619" y="122155"/>
                  </a:lnTo>
                  <a:lnTo>
                    <a:pt x="25619" y="94935"/>
                  </a:lnTo>
                  <a:cubicBezTo>
                    <a:pt x="25619" y="94301"/>
                    <a:pt x="25385" y="93701"/>
                    <a:pt x="24952" y="93267"/>
                  </a:cubicBezTo>
                  <a:lnTo>
                    <a:pt x="5671" y="74020"/>
                  </a:lnTo>
                  <a:lnTo>
                    <a:pt x="24952" y="54740"/>
                  </a:lnTo>
                  <a:cubicBezTo>
                    <a:pt x="25385" y="54306"/>
                    <a:pt x="25619" y="53706"/>
                    <a:pt x="25619" y="53105"/>
                  </a:cubicBezTo>
                  <a:lnTo>
                    <a:pt x="25619" y="25852"/>
                  </a:lnTo>
                  <a:lnTo>
                    <a:pt x="52838" y="25852"/>
                  </a:lnTo>
                  <a:cubicBezTo>
                    <a:pt x="53472" y="25852"/>
                    <a:pt x="54072" y="25619"/>
                    <a:pt x="54506" y="25185"/>
                  </a:cubicBezTo>
                  <a:lnTo>
                    <a:pt x="73786" y="5905"/>
                  </a:lnTo>
                  <a:lnTo>
                    <a:pt x="93034" y="25185"/>
                  </a:lnTo>
                  <a:cubicBezTo>
                    <a:pt x="93467" y="25619"/>
                    <a:pt x="94068" y="25852"/>
                    <a:pt x="94701" y="25852"/>
                  </a:cubicBezTo>
                  <a:lnTo>
                    <a:pt x="121921" y="25852"/>
                  </a:lnTo>
                  <a:lnTo>
                    <a:pt x="121921" y="53072"/>
                  </a:lnTo>
                  <a:cubicBezTo>
                    <a:pt x="121921" y="53706"/>
                    <a:pt x="122154" y="54306"/>
                    <a:pt x="122588" y="54740"/>
                  </a:cubicBezTo>
                  <a:lnTo>
                    <a:pt x="141868" y="73987"/>
                  </a:lnTo>
                  <a:close/>
                </a:path>
              </a:pathLst>
            </a:custGeom>
            <a:solidFill>
              <a:srgbClr val="9575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8" name="Shape 68"/>
        <p:cNvGrpSpPr/>
        <p:nvPr/>
      </p:nvGrpSpPr>
      <p:grpSpPr>
        <a:xfrm>
          <a:off x="0" y="0"/>
          <a:ext cx="0" cy="0"/>
          <a:chOff x="0" y="0"/>
          <a:chExt cx="0" cy="0"/>
        </a:xfrm>
      </p:grpSpPr>
      <p:sp>
        <p:nvSpPr>
          <p:cNvPr id="69" name="Google Shape;69;p6"/>
          <p:cNvSpPr/>
          <p:nvPr/>
        </p:nvSpPr>
        <p:spPr>
          <a:xfrm>
            <a:off x="0" y="0"/>
            <a:ext cx="9144259" cy="5143463"/>
          </a:xfrm>
          <a:custGeom>
            <a:rect b="b" l="l" r="r" t="t"/>
            <a:pathLst>
              <a:path extrusionOk="0" h="123123" w="246310">
                <a:moveTo>
                  <a:pt x="245442" y="2136"/>
                </a:moveTo>
                <a:lnTo>
                  <a:pt x="244175" y="2136"/>
                </a:lnTo>
                <a:lnTo>
                  <a:pt x="244175" y="1035"/>
                </a:lnTo>
                <a:lnTo>
                  <a:pt x="244075" y="768"/>
                </a:lnTo>
                <a:lnTo>
                  <a:pt x="243274" y="1"/>
                </a:lnTo>
                <a:lnTo>
                  <a:pt x="243141" y="1"/>
                </a:lnTo>
                <a:lnTo>
                  <a:pt x="242173" y="1"/>
                </a:lnTo>
                <a:lnTo>
                  <a:pt x="240372" y="1"/>
                </a:lnTo>
                <a:lnTo>
                  <a:pt x="239238" y="1"/>
                </a:lnTo>
                <a:lnTo>
                  <a:pt x="231499" y="1"/>
                </a:lnTo>
                <a:lnTo>
                  <a:pt x="231332" y="1"/>
                </a:lnTo>
                <a:lnTo>
                  <a:pt x="230532" y="1"/>
                </a:lnTo>
                <a:lnTo>
                  <a:pt x="230365" y="1"/>
                </a:lnTo>
                <a:lnTo>
                  <a:pt x="222626" y="1"/>
                </a:lnTo>
                <a:lnTo>
                  <a:pt x="222626" y="1"/>
                </a:lnTo>
                <a:lnTo>
                  <a:pt x="221492" y="1"/>
                </a:lnTo>
                <a:lnTo>
                  <a:pt x="219691" y="1"/>
                </a:lnTo>
                <a:lnTo>
                  <a:pt x="218723" y="1"/>
                </a:lnTo>
                <a:lnTo>
                  <a:pt x="218557" y="1"/>
                </a:lnTo>
                <a:lnTo>
                  <a:pt x="217789" y="768"/>
                </a:lnTo>
                <a:lnTo>
                  <a:pt x="217689" y="1035"/>
                </a:lnTo>
                <a:lnTo>
                  <a:pt x="217689" y="2136"/>
                </a:lnTo>
                <a:lnTo>
                  <a:pt x="216422" y="2136"/>
                </a:lnTo>
                <a:lnTo>
                  <a:pt x="215521" y="3036"/>
                </a:lnTo>
                <a:lnTo>
                  <a:pt x="214654" y="2136"/>
                </a:lnTo>
                <a:lnTo>
                  <a:pt x="213386" y="2136"/>
                </a:lnTo>
                <a:lnTo>
                  <a:pt x="213386" y="1035"/>
                </a:lnTo>
                <a:lnTo>
                  <a:pt x="213286" y="768"/>
                </a:lnTo>
                <a:lnTo>
                  <a:pt x="212519" y="1"/>
                </a:lnTo>
                <a:lnTo>
                  <a:pt x="212352" y="1"/>
                </a:lnTo>
                <a:lnTo>
                  <a:pt x="211385" y="1"/>
                </a:lnTo>
                <a:lnTo>
                  <a:pt x="209584" y="1"/>
                </a:lnTo>
                <a:lnTo>
                  <a:pt x="208449" y="1"/>
                </a:lnTo>
                <a:lnTo>
                  <a:pt x="200710" y="1"/>
                </a:lnTo>
                <a:lnTo>
                  <a:pt x="200544" y="1"/>
                </a:lnTo>
                <a:lnTo>
                  <a:pt x="199743" y="1"/>
                </a:lnTo>
                <a:lnTo>
                  <a:pt x="199576" y="1"/>
                </a:lnTo>
                <a:lnTo>
                  <a:pt x="191837" y="1"/>
                </a:lnTo>
                <a:lnTo>
                  <a:pt x="190703" y="1"/>
                </a:lnTo>
                <a:lnTo>
                  <a:pt x="188902" y="1"/>
                </a:lnTo>
                <a:lnTo>
                  <a:pt x="187935" y="1"/>
                </a:lnTo>
                <a:lnTo>
                  <a:pt x="187801" y="1"/>
                </a:lnTo>
                <a:lnTo>
                  <a:pt x="187001" y="768"/>
                </a:lnTo>
                <a:lnTo>
                  <a:pt x="186901" y="1035"/>
                </a:lnTo>
                <a:lnTo>
                  <a:pt x="186901" y="2136"/>
                </a:lnTo>
                <a:lnTo>
                  <a:pt x="185633" y="2136"/>
                </a:lnTo>
                <a:lnTo>
                  <a:pt x="184766" y="3036"/>
                </a:lnTo>
                <a:lnTo>
                  <a:pt x="183865" y="2136"/>
                </a:lnTo>
                <a:lnTo>
                  <a:pt x="182598" y="2136"/>
                </a:lnTo>
                <a:lnTo>
                  <a:pt x="182598" y="1035"/>
                </a:lnTo>
                <a:lnTo>
                  <a:pt x="182497" y="768"/>
                </a:lnTo>
                <a:lnTo>
                  <a:pt x="181730" y="1"/>
                </a:lnTo>
                <a:lnTo>
                  <a:pt x="181563" y="1"/>
                </a:lnTo>
                <a:lnTo>
                  <a:pt x="180596" y="1"/>
                </a:lnTo>
                <a:lnTo>
                  <a:pt x="178795" y="1"/>
                </a:lnTo>
                <a:lnTo>
                  <a:pt x="177661" y="1"/>
                </a:lnTo>
                <a:lnTo>
                  <a:pt x="169922" y="1"/>
                </a:lnTo>
                <a:lnTo>
                  <a:pt x="169755" y="1"/>
                </a:lnTo>
                <a:lnTo>
                  <a:pt x="168954" y="1"/>
                </a:lnTo>
                <a:lnTo>
                  <a:pt x="168788" y="1"/>
                </a:lnTo>
                <a:lnTo>
                  <a:pt x="161049" y="1"/>
                </a:lnTo>
                <a:lnTo>
                  <a:pt x="159948" y="1"/>
                </a:lnTo>
                <a:lnTo>
                  <a:pt x="158113" y="1"/>
                </a:lnTo>
                <a:lnTo>
                  <a:pt x="157179" y="1"/>
                </a:lnTo>
                <a:lnTo>
                  <a:pt x="157013" y="1"/>
                </a:lnTo>
                <a:lnTo>
                  <a:pt x="156245" y="768"/>
                </a:lnTo>
                <a:lnTo>
                  <a:pt x="156112" y="1035"/>
                </a:lnTo>
                <a:lnTo>
                  <a:pt x="156112" y="2136"/>
                </a:lnTo>
                <a:lnTo>
                  <a:pt x="154844" y="2136"/>
                </a:lnTo>
                <a:lnTo>
                  <a:pt x="153944" y="3036"/>
                </a:lnTo>
                <a:lnTo>
                  <a:pt x="153076" y="2136"/>
                </a:lnTo>
                <a:lnTo>
                  <a:pt x="151809" y="2136"/>
                </a:lnTo>
                <a:lnTo>
                  <a:pt x="151809" y="1035"/>
                </a:lnTo>
                <a:lnTo>
                  <a:pt x="151675" y="768"/>
                </a:lnTo>
                <a:lnTo>
                  <a:pt x="150908" y="1"/>
                </a:lnTo>
                <a:lnTo>
                  <a:pt x="150741" y="1"/>
                </a:lnTo>
                <a:lnTo>
                  <a:pt x="149807" y="1"/>
                </a:lnTo>
                <a:lnTo>
                  <a:pt x="147973" y="1"/>
                </a:lnTo>
                <a:lnTo>
                  <a:pt x="146872" y="1"/>
                </a:lnTo>
                <a:lnTo>
                  <a:pt x="139133" y="1"/>
                </a:lnTo>
                <a:lnTo>
                  <a:pt x="138966" y="1"/>
                </a:lnTo>
                <a:lnTo>
                  <a:pt x="138166" y="1"/>
                </a:lnTo>
                <a:lnTo>
                  <a:pt x="137999" y="1"/>
                </a:lnTo>
                <a:lnTo>
                  <a:pt x="130260" y="1"/>
                </a:lnTo>
                <a:lnTo>
                  <a:pt x="129126" y="1"/>
                </a:lnTo>
                <a:lnTo>
                  <a:pt x="127325" y="1"/>
                </a:lnTo>
                <a:lnTo>
                  <a:pt x="126357" y="1"/>
                </a:lnTo>
                <a:lnTo>
                  <a:pt x="126191" y="1"/>
                </a:lnTo>
                <a:lnTo>
                  <a:pt x="125423" y="768"/>
                </a:lnTo>
                <a:lnTo>
                  <a:pt x="125323" y="1035"/>
                </a:lnTo>
                <a:lnTo>
                  <a:pt x="125323" y="2136"/>
                </a:lnTo>
                <a:lnTo>
                  <a:pt x="124056" y="2136"/>
                </a:lnTo>
                <a:lnTo>
                  <a:pt x="123155" y="3036"/>
                </a:lnTo>
                <a:lnTo>
                  <a:pt x="122254" y="2136"/>
                </a:lnTo>
                <a:lnTo>
                  <a:pt x="121020" y="2136"/>
                </a:lnTo>
                <a:lnTo>
                  <a:pt x="121020" y="1035"/>
                </a:lnTo>
                <a:lnTo>
                  <a:pt x="120887" y="768"/>
                </a:lnTo>
                <a:lnTo>
                  <a:pt x="120120" y="1"/>
                </a:lnTo>
                <a:lnTo>
                  <a:pt x="119953" y="1"/>
                </a:lnTo>
                <a:lnTo>
                  <a:pt x="119019" y="1"/>
                </a:lnTo>
                <a:lnTo>
                  <a:pt x="117184" y="1"/>
                </a:lnTo>
                <a:lnTo>
                  <a:pt x="116083" y="1"/>
                </a:lnTo>
                <a:lnTo>
                  <a:pt x="108311" y="1"/>
                </a:lnTo>
                <a:lnTo>
                  <a:pt x="108144" y="1"/>
                </a:lnTo>
                <a:lnTo>
                  <a:pt x="107377" y="1"/>
                </a:lnTo>
                <a:lnTo>
                  <a:pt x="107210" y="1"/>
                </a:lnTo>
                <a:lnTo>
                  <a:pt x="99472" y="1"/>
                </a:lnTo>
                <a:lnTo>
                  <a:pt x="98337" y="1"/>
                </a:lnTo>
                <a:lnTo>
                  <a:pt x="96536" y="1"/>
                </a:lnTo>
                <a:lnTo>
                  <a:pt x="95569" y="1"/>
                </a:lnTo>
                <a:lnTo>
                  <a:pt x="95402" y="1"/>
                </a:lnTo>
                <a:lnTo>
                  <a:pt x="94635" y="768"/>
                </a:lnTo>
                <a:lnTo>
                  <a:pt x="94535" y="1035"/>
                </a:lnTo>
                <a:lnTo>
                  <a:pt x="94535" y="2136"/>
                </a:lnTo>
                <a:lnTo>
                  <a:pt x="93267" y="2136"/>
                </a:lnTo>
                <a:lnTo>
                  <a:pt x="92366" y="3036"/>
                </a:lnTo>
                <a:lnTo>
                  <a:pt x="91499" y="2136"/>
                </a:lnTo>
                <a:lnTo>
                  <a:pt x="90232" y="2136"/>
                </a:lnTo>
                <a:lnTo>
                  <a:pt x="90232" y="1035"/>
                </a:lnTo>
                <a:lnTo>
                  <a:pt x="90098" y="768"/>
                </a:lnTo>
                <a:lnTo>
                  <a:pt x="89331" y="1"/>
                </a:lnTo>
                <a:lnTo>
                  <a:pt x="89164" y="1"/>
                </a:lnTo>
                <a:lnTo>
                  <a:pt x="88197" y="1"/>
                </a:lnTo>
                <a:lnTo>
                  <a:pt x="86396" y="1"/>
                </a:lnTo>
                <a:lnTo>
                  <a:pt x="85295" y="1"/>
                </a:lnTo>
                <a:lnTo>
                  <a:pt x="77523" y="1"/>
                </a:lnTo>
                <a:lnTo>
                  <a:pt x="77356" y="1"/>
                </a:lnTo>
                <a:lnTo>
                  <a:pt x="76589" y="1"/>
                </a:lnTo>
                <a:lnTo>
                  <a:pt x="76422" y="1"/>
                </a:lnTo>
                <a:lnTo>
                  <a:pt x="68650" y="1"/>
                </a:lnTo>
                <a:lnTo>
                  <a:pt x="67549" y="1"/>
                </a:lnTo>
                <a:lnTo>
                  <a:pt x="65714" y="1"/>
                </a:lnTo>
                <a:lnTo>
                  <a:pt x="64780" y="1"/>
                </a:lnTo>
                <a:lnTo>
                  <a:pt x="64613" y="1"/>
                </a:lnTo>
                <a:lnTo>
                  <a:pt x="63846" y="768"/>
                </a:lnTo>
                <a:lnTo>
                  <a:pt x="63713" y="1035"/>
                </a:lnTo>
                <a:lnTo>
                  <a:pt x="63713" y="2136"/>
                </a:lnTo>
                <a:lnTo>
                  <a:pt x="62478" y="2136"/>
                </a:lnTo>
                <a:lnTo>
                  <a:pt x="61578" y="3036"/>
                </a:lnTo>
                <a:lnTo>
                  <a:pt x="60677" y="2136"/>
                </a:lnTo>
                <a:lnTo>
                  <a:pt x="59443" y="2136"/>
                </a:lnTo>
                <a:lnTo>
                  <a:pt x="59443" y="1035"/>
                </a:lnTo>
                <a:lnTo>
                  <a:pt x="59310" y="768"/>
                </a:lnTo>
                <a:lnTo>
                  <a:pt x="58542" y="1"/>
                </a:lnTo>
                <a:lnTo>
                  <a:pt x="58376" y="1"/>
                </a:lnTo>
                <a:lnTo>
                  <a:pt x="57408" y="1"/>
                </a:lnTo>
                <a:lnTo>
                  <a:pt x="55607" y="1"/>
                </a:lnTo>
                <a:lnTo>
                  <a:pt x="54506" y="1"/>
                </a:lnTo>
                <a:lnTo>
                  <a:pt x="46734" y="1"/>
                </a:lnTo>
                <a:lnTo>
                  <a:pt x="46567" y="1"/>
                </a:lnTo>
                <a:lnTo>
                  <a:pt x="45767" y="1"/>
                </a:lnTo>
                <a:lnTo>
                  <a:pt x="45600" y="1"/>
                </a:lnTo>
                <a:lnTo>
                  <a:pt x="37861" y="1"/>
                </a:lnTo>
                <a:lnTo>
                  <a:pt x="36760" y="1"/>
                </a:lnTo>
                <a:lnTo>
                  <a:pt x="34925" y="1"/>
                </a:lnTo>
                <a:lnTo>
                  <a:pt x="33991" y="1"/>
                </a:lnTo>
                <a:lnTo>
                  <a:pt x="33825" y="1"/>
                </a:lnTo>
                <a:lnTo>
                  <a:pt x="33057" y="768"/>
                </a:lnTo>
                <a:lnTo>
                  <a:pt x="32924" y="1035"/>
                </a:lnTo>
                <a:lnTo>
                  <a:pt x="32924" y="2136"/>
                </a:lnTo>
                <a:lnTo>
                  <a:pt x="31690" y="2136"/>
                </a:lnTo>
                <a:lnTo>
                  <a:pt x="30789" y="3036"/>
                </a:lnTo>
                <a:lnTo>
                  <a:pt x="29889" y="2136"/>
                </a:lnTo>
                <a:lnTo>
                  <a:pt x="28654" y="2136"/>
                </a:lnTo>
                <a:lnTo>
                  <a:pt x="28654" y="1035"/>
                </a:lnTo>
                <a:lnTo>
                  <a:pt x="28521" y="768"/>
                </a:lnTo>
                <a:lnTo>
                  <a:pt x="27754" y="1"/>
                </a:lnTo>
                <a:lnTo>
                  <a:pt x="27587" y="1"/>
                </a:lnTo>
                <a:lnTo>
                  <a:pt x="26620" y="1"/>
                </a:lnTo>
                <a:lnTo>
                  <a:pt x="24818" y="1"/>
                </a:lnTo>
                <a:lnTo>
                  <a:pt x="23684" y="1"/>
                </a:lnTo>
                <a:lnTo>
                  <a:pt x="23684" y="1"/>
                </a:lnTo>
                <a:lnTo>
                  <a:pt x="15945" y="1"/>
                </a:lnTo>
                <a:lnTo>
                  <a:pt x="15778" y="1"/>
                </a:lnTo>
                <a:lnTo>
                  <a:pt x="14978" y="1"/>
                </a:lnTo>
                <a:lnTo>
                  <a:pt x="14811" y="1"/>
                </a:lnTo>
                <a:lnTo>
                  <a:pt x="7072" y="1"/>
                </a:lnTo>
                <a:lnTo>
                  <a:pt x="5938" y="1"/>
                </a:lnTo>
                <a:lnTo>
                  <a:pt x="4137" y="1"/>
                </a:lnTo>
                <a:lnTo>
                  <a:pt x="3169" y="1"/>
                </a:lnTo>
                <a:lnTo>
                  <a:pt x="3036" y="1"/>
                </a:lnTo>
                <a:lnTo>
                  <a:pt x="2235" y="768"/>
                </a:lnTo>
                <a:lnTo>
                  <a:pt x="2135" y="1035"/>
                </a:lnTo>
                <a:lnTo>
                  <a:pt x="2135" y="2136"/>
                </a:lnTo>
                <a:lnTo>
                  <a:pt x="868" y="2136"/>
                </a:lnTo>
                <a:lnTo>
                  <a:pt x="0" y="3036"/>
                </a:lnTo>
                <a:lnTo>
                  <a:pt x="0" y="3203"/>
                </a:lnTo>
                <a:lnTo>
                  <a:pt x="0" y="4137"/>
                </a:lnTo>
                <a:lnTo>
                  <a:pt x="0" y="5972"/>
                </a:lnTo>
                <a:lnTo>
                  <a:pt x="0" y="7073"/>
                </a:lnTo>
                <a:lnTo>
                  <a:pt x="0" y="14845"/>
                </a:lnTo>
                <a:lnTo>
                  <a:pt x="0" y="14978"/>
                </a:lnTo>
                <a:lnTo>
                  <a:pt x="0" y="15779"/>
                </a:lnTo>
                <a:lnTo>
                  <a:pt x="0" y="15946"/>
                </a:lnTo>
                <a:lnTo>
                  <a:pt x="0" y="23685"/>
                </a:lnTo>
                <a:lnTo>
                  <a:pt x="0" y="24819"/>
                </a:lnTo>
                <a:lnTo>
                  <a:pt x="0" y="26620"/>
                </a:lnTo>
                <a:lnTo>
                  <a:pt x="0" y="27587"/>
                </a:lnTo>
                <a:lnTo>
                  <a:pt x="0" y="27754"/>
                </a:lnTo>
                <a:lnTo>
                  <a:pt x="868" y="28621"/>
                </a:lnTo>
                <a:lnTo>
                  <a:pt x="2135" y="28621"/>
                </a:lnTo>
                <a:lnTo>
                  <a:pt x="2135" y="29722"/>
                </a:lnTo>
                <a:lnTo>
                  <a:pt x="2235" y="30022"/>
                </a:lnTo>
                <a:lnTo>
                  <a:pt x="3036" y="30790"/>
                </a:lnTo>
                <a:lnTo>
                  <a:pt x="2235" y="31557"/>
                </a:lnTo>
                <a:lnTo>
                  <a:pt x="2135" y="31824"/>
                </a:lnTo>
                <a:lnTo>
                  <a:pt x="2135" y="32924"/>
                </a:lnTo>
                <a:lnTo>
                  <a:pt x="868" y="32924"/>
                </a:lnTo>
                <a:lnTo>
                  <a:pt x="0" y="33825"/>
                </a:lnTo>
                <a:lnTo>
                  <a:pt x="0" y="33959"/>
                </a:lnTo>
                <a:lnTo>
                  <a:pt x="0" y="34926"/>
                </a:lnTo>
                <a:lnTo>
                  <a:pt x="0" y="36727"/>
                </a:lnTo>
                <a:lnTo>
                  <a:pt x="0" y="37861"/>
                </a:lnTo>
                <a:lnTo>
                  <a:pt x="0" y="45600"/>
                </a:lnTo>
                <a:lnTo>
                  <a:pt x="0" y="45767"/>
                </a:lnTo>
                <a:lnTo>
                  <a:pt x="0" y="46568"/>
                </a:lnTo>
                <a:lnTo>
                  <a:pt x="0" y="46734"/>
                </a:lnTo>
                <a:lnTo>
                  <a:pt x="0" y="54473"/>
                </a:lnTo>
                <a:lnTo>
                  <a:pt x="0" y="55607"/>
                </a:lnTo>
                <a:lnTo>
                  <a:pt x="0" y="57409"/>
                </a:lnTo>
                <a:lnTo>
                  <a:pt x="0" y="58376"/>
                </a:lnTo>
                <a:lnTo>
                  <a:pt x="0" y="58509"/>
                </a:lnTo>
                <a:lnTo>
                  <a:pt x="868" y="59410"/>
                </a:lnTo>
                <a:lnTo>
                  <a:pt x="2135" y="59410"/>
                </a:lnTo>
                <a:lnTo>
                  <a:pt x="2135" y="60511"/>
                </a:lnTo>
                <a:lnTo>
                  <a:pt x="2235" y="60778"/>
                </a:lnTo>
                <a:lnTo>
                  <a:pt x="3036" y="61545"/>
                </a:lnTo>
                <a:lnTo>
                  <a:pt x="2235" y="62312"/>
                </a:lnTo>
                <a:lnTo>
                  <a:pt x="2135" y="62612"/>
                </a:lnTo>
                <a:lnTo>
                  <a:pt x="2135" y="63713"/>
                </a:lnTo>
                <a:lnTo>
                  <a:pt x="868" y="63713"/>
                </a:lnTo>
                <a:lnTo>
                  <a:pt x="0" y="64580"/>
                </a:lnTo>
                <a:lnTo>
                  <a:pt x="0" y="64747"/>
                </a:lnTo>
                <a:lnTo>
                  <a:pt x="0" y="65715"/>
                </a:lnTo>
                <a:lnTo>
                  <a:pt x="0" y="67516"/>
                </a:lnTo>
                <a:lnTo>
                  <a:pt x="0" y="68650"/>
                </a:lnTo>
                <a:lnTo>
                  <a:pt x="0" y="76389"/>
                </a:lnTo>
                <a:lnTo>
                  <a:pt x="0" y="76556"/>
                </a:lnTo>
                <a:lnTo>
                  <a:pt x="0" y="77356"/>
                </a:lnTo>
                <a:lnTo>
                  <a:pt x="0" y="77490"/>
                </a:lnTo>
                <a:lnTo>
                  <a:pt x="0" y="85262"/>
                </a:lnTo>
                <a:lnTo>
                  <a:pt x="0" y="86363"/>
                </a:lnTo>
                <a:lnTo>
                  <a:pt x="0" y="88197"/>
                </a:lnTo>
                <a:lnTo>
                  <a:pt x="0" y="89131"/>
                </a:lnTo>
                <a:lnTo>
                  <a:pt x="0" y="89298"/>
                </a:lnTo>
                <a:lnTo>
                  <a:pt x="868" y="90199"/>
                </a:lnTo>
                <a:lnTo>
                  <a:pt x="2135" y="90199"/>
                </a:lnTo>
                <a:lnTo>
                  <a:pt x="2135" y="91266"/>
                </a:lnTo>
                <a:lnTo>
                  <a:pt x="2235" y="91566"/>
                </a:lnTo>
                <a:lnTo>
                  <a:pt x="3036" y="92334"/>
                </a:lnTo>
                <a:lnTo>
                  <a:pt x="2235" y="93101"/>
                </a:lnTo>
                <a:lnTo>
                  <a:pt x="2135" y="93368"/>
                </a:lnTo>
                <a:lnTo>
                  <a:pt x="2135" y="94469"/>
                </a:lnTo>
                <a:lnTo>
                  <a:pt x="868" y="94469"/>
                </a:lnTo>
                <a:lnTo>
                  <a:pt x="0" y="95369"/>
                </a:lnTo>
                <a:lnTo>
                  <a:pt x="0" y="95536"/>
                </a:lnTo>
                <a:lnTo>
                  <a:pt x="0" y="96470"/>
                </a:lnTo>
                <a:lnTo>
                  <a:pt x="0" y="98305"/>
                </a:lnTo>
                <a:lnTo>
                  <a:pt x="0" y="99405"/>
                </a:lnTo>
                <a:lnTo>
                  <a:pt x="0" y="107178"/>
                </a:lnTo>
                <a:lnTo>
                  <a:pt x="0" y="107311"/>
                </a:lnTo>
                <a:lnTo>
                  <a:pt x="0" y="108112"/>
                </a:lnTo>
                <a:lnTo>
                  <a:pt x="0" y="108278"/>
                </a:lnTo>
                <a:lnTo>
                  <a:pt x="0" y="116017"/>
                </a:lnTo>
                <a:lnTo>
                  <a:pt x="0" y="117151"/>
                </a:lnTo>
                <a:lnTo>
                  <a:pt x="0" y="118953"/>
                </a:lnTo>
                <a:lnTo>
                  <a:pt x="0" y="119920"/>
                </a:lnTo>
                <a:lnTo>
                  <a:pt x="0" y="120087"/>
                </a:lnTo>
                <a:lnTo>
                  <a:pt x="868" y="120954"/>
                </a:lnTo>
                <a:lnTo>
                  <a:pt x="2135" y="120954"/>
                </a:lnTo>
                <a:lnTo>
                  <a:pt x="2135" y="122055"/>
                </a:lnTo>
                <a:lnTo>
                  <a:pt x="2235" y="122355"/>
                </a:lnTo>
                <a:lnTo>
                  <a:pt x="3036" y="123122"/>
                </a:lnTo>
                <a:lnTo>
                  <a:pt x="3169" y="123122"/>
                </a:lnTo>
                <a:lnTo>
                  <a:pt x="4137" y="123122"/>
                </a:lnTo>
                <a:lnTo>
                  <a:pt x="5938" y="123122"/>
                </a:lnTo>
                <a:lnTo>
                  <a:pt x="7072" y="123122"/>
                </a:lnTo>
                <a:lnTo>
                  <a:pt x="14811" y="123122"/>
                </a:lnTo>
                <a:lnTo>
                  <a:pt x="14978" y="123122"/>
                </a:lnTo>
                <a:lnTo>
                  <a:pt x="15778" y="123122"/>
                </a:lnTo>
                <a:lnTo>
                  <a:pt x="15945" y="123122"/>
                </a:lnTo>
                <a:lnTo>
                  <a:pt x="23684" y="123122"/>
                </a:lnTo>
                <a:lnTo>
                  <a:pt x="23684" y="123122"/>
                </a:lnTo>
                <a:lnTo>
                  <a:pt x="24818" y="123122"/>
                </a:lnTo>
                <a:lnTo>
                  <a:pt x="26620" y="123122"/>
                </a:lnTo>
                <a:lnTo>
                  <a:pt x="27587" y="123122"/>
                </a:lnTo>
                <a:lnTo>
                  <a:pt x="27754" y="123122"/>
                </a:lnTo>
                <a:lnTo>
                  <a:pt x="28521" y="122355"/>
                </a:lnTo>
                <a:lnTo>
                  <a:pt x="28621" y="122055"/>
                </a:lnTo>
                <a:lnTo>
                  <a:pt x="28621" y="120954"/>
                </a:lnTo>
                <a:lnTo>
                  <a:pt x="29889" y="120954"/>
                </a:lnTo>
                <a:lnTo>
                  <a:pt x="30789" y="120087"/>
                </a:lnTo>
                <a:lnTo>
                  <a:pt x="31656" y="120954"/>
                </a:lnTo>
                <a:lnTo>
                  <a:pt x="32924" y="120954"/>
                </a:lnTo>
                <a:lnTo>
                  <a:pt x="32924" y="122055"/>
                </a:lnTo>
                <a:lnTo>
                  <a:pt x="33024" y="122355"/>
                </a:lnTo>
                <a:lnTo>
                  <a:pt x="33825" y="123122"/>
                </a:lnTo>
                <a:lnTo>
                  <a:pt x="33958" y="123122"/>
                </a:lnTo>
                <a:lnTo>
                  <a:pt x="34925" y="123122"/>
                </a:lnTo>
                <a:lnTo>
                  <a:pt x="36727" y="123122"/>
                </a:lnTo>
                <a:lnTo>
                  <a:pt x="37861" y="123122"/>
                </a:lnTo>
                <a:lnTo>
                  <a:pt x="45600" y="123122"/>
                </a:lnTo>
                <a:lnTo>
                  <a:pt x="45767" y="123122"/>
                </a:lnTo>
                <a:lnTo>
                  <a:pt x="46567" y="123122"/>
                </a:lnTo>
                <a:lnTo>
                  <a:pt x="46734" y="123122"/>
                </a:lnTo>
                <a:lnTo>
                  <a:pt x="54473" y="123122"/>
                </a:lnTo>
                <a:lnTo>
                  <a:pt x="55607" y="123122"/>
                </a:lnTo>
                <a:lnTo>
                  <a:pt x="57408" y="123122"/>
                </a:lnTo>
                <a:lnTo>
                  <a:pt x="58376" y="123122"/>
                </a:lnTo>
                <a:lnTo>
                  <a:pt x="58542" y="123122"/>
                </a:lnTo>
                <a:lnTo>
                  <a:pt x="59310" y="122355"/>
                </a:lnTo>
                <a:lnTo>
                  <a:pt x="59410" y="122055"/>
                </a:lnTo>
                <a:lnTo>
                  <a:pt x="59410" y="120954"/>
                </a:lnTo>
                <a:lnTo>
                  <a:pt x="60677" y="120954"/>
                </a:lnTo>
                <a:lnTo>
                  <a:pt x="61578" y="120087"/>
                </a:lnTo>
                <a:lnTo>
                  <a:pt x="62445" y="120954"/>
                </a:lnTo>
                <a:lnTo>
                  <a:pt x="63713" y="120954"/>
                </a:lnTo>
                <a:lnTo>
                  <a:pt x="63713" y="122055"/>
                </a:lnTo>
                <a:lnTo>
                  <a:pt x="63813" y="122355"/>
                </a:lnTo>
                <a:lnTo>
                  <a:pt x="64613" y="123122"/>
                </a:lnTo>
                <a:lnTo>
                  <a:pt x="64747" y="123122"/>
                </a:lnTo>
                <a:lnTo>
                  <a:pt x="65714" y="123122"/>
                </a:lnTo>
                <a:lnTo>
                  <a:pt x="67515" y="123122"/>
                </a:lnTo>
                <a:lnTo>
                  <a:pt x="68650" y="123122"/>
                </a:lnTo>
                <a:lnTo>
                  <a:pt x="76388" y="123122"/>
                </a:lnTo>
                <a:lnTo>
                  <a:pt x="76555" y="123122"/>
                </a:lnTo>
                <a:lnTo>
                  <a:pt x="77356" y="123122"/>
                </a:lnTo>
                <a:lnTo>
                  <a:pt x="77523" y="123122"/>
                </a:lnTo>
                <a:lnTo>
                  <a:pt x="85261" y="123122"/>
                </a:lnTo>
                <a:lnTo>
                  <a:pt x="86362" y="123122"/>
                </a:lnTo>
                <a:lnTo>
                  <a:pt x="88197" y="123122"/>
                </a:lnTo>
                <a:lnTo>
                  <a:pt x="89131" y="123122"/>
                </a:lnTo>
                <a:lnTo>
                  <a:pt x="89298" y="123122"/>
                </a:lnTo>
                <a:lnTo>
                  <a:pt x="90065" y="122355"/>
                </a:lnTo>
                <a:lnTo>
                  <a:pt x="90198" y="122055"/>
                </a:lnTo>
                <a:lnTo>
                  <a:pt x="90198" y="120954"/>
                </a:lnTo>
                <a:lnTo>
                  <a:pt x="91466" y="120954"/>
                </a:lnTo>
                <a:lnTo>
                  <a:pt x="92333" y="120087"/>
                </a:lnTo>
                <a:lnTo>
                  <a:pt x="93234" y="120954"/>
                </a:lnTo>
                <a:lnTo>
                  <a:pt x="94501" y="120954"/>
                </a:lnTo>
                <a:lnTo>
                  <a:pt x="94501" y="122055"/>
                </a:lnTo>
                <a:lnTo>
                  <a:pt x="94601" y="122355"/>
                </a:lnTo>
                <a:lnTo>
                  <a:pt x="95369" y="123122"/>
                </a:lnTo>
                <a:lnTo>
                  <a:pt x="95535" y="123122"/>
                </a:lnTo>
                <a:lnTo>
                  <a:pt x="96503" y="123122"/>
                </a:lnTo>
                <a:lnTo>
                  <a:pt x="98304" y="123122"/>
                </a:lnTo>
                <a:lnTo>
                  <a:pt x="99438" y="123122"/>
                </a:lnTo>
                <a:lnTo>
                  <a:pt x="107177" y="123122"/>
                </a:lnTo>
                <a:lnTo>
                  <a:pt x="107344" y="123122"/>
                </a:lnTo>
                <a:lnTo>
                  <a:pt x="108111" y="123122"/>
                </a:lnTo>
                <a:lnTo>
                  <a:pt x="108278" y="123122"/>
                </a:lnTo>
                <a:lnTo>
                  <a:pt x="116050" y="123122"/>
                </a:lnTo>
                <a:lnTo>
                  <a:pt x="117151" y="123122"/>
                </a:lnTo>
                <a:lnTo>
                  <a:pt x="118985" y="123122"/>
                </a:lnTo>
                <a:lnTo>
                  <a:pt x="119919" y="123122"/>
                </a:lnTo>
                <a:lnTo>
                  <a:pt x="120086" y="123122"/>
                </a:lnTo>
                <a:lnTo>
                  <a:pt x="120853" y="122355"/>
                </a:lnTo>
                <a:lnTo>
                  <a:pt x="120987" y="122055"/>
                </a:lnTo>
                <a:lnTo>
                  <a:pt x="120987" y="120954"/>
                </a:lnTo>
                <a:lnTo>
                  <a:pt x="122221" y="120954"/>
                </a:lnTo>
                <a:lnTo>
                  <a:pt x="123122" y="120087"/>
                </a:lnTo>
                <a:lnTo>
                  <a:pt x="124022" y="120954"/>
                </a:lnTo>
                <a:lnTo>
                  <a:pt x="125257" y="120954"/>
                </a:lnTo>
                <a:lnTo>
                  <a:pt x="125257" y="122055"/>
                </a:lnTo>
                <a:lnTo>
                  <a:pt x="125390" y="122355"/>
                </a:lnTo>
                <a:lnTo>
                  <a:pt x="126157" y="123122"/>
                </a:lnTo>
                <a:lnTo>
                  <a:pt x="126324" y="123122"/>
                </a:lnTo>
                <a:lnTo>
                  <a:pt x="127291" y="123122"/>
                </a:lnTo>
                <a:lnTo>
                  <a:pt x="129093" y="123122"/>
                </a:lnTo>
                <a:lnTo>
                  <a:pt x="130193" y="123122"/>
                </a:lnTo>
                <a:lnTo>
                  <a:pt x="137966" y="123122"/>
                </a:lnTo>
                <a:lnTo>
                  <a:pt x="138132" y="123122"/>
                </a:lnTo>
                <a:lnTo>
                  <a:pt x="138900" y="123122"/>
                </a:lnTo>
                <a:lnTo>
                  <a:pt x="139066" y="123122"/>
                </a:lnTo>
                <a:lnTo>
                  <a:pt x="146839" y="123122"/>
                </a:lnTo>
                <a:lnTo>
                  <a:pt x="147939" y="123122"/>
                </a:lnTo>
                <a:lnTo>
                  <a:pt x="149741" y="123122"/>
                </a:lnTo>
                <a:lnTo>
                  <a:pt x="150708" y="123122"/>
                </a:lnTo>
                <a:lnTo>
                  <a:pt x="150875" y="123122"/>
                </a:lnTo>
                <a:lnTo>
                  <a:pt x="151642" y="122355"/>
                </a:lnTo>
                <a:lnTo>
                  <a:pt x="151776" y="122055"/>
                </a:lnTo>
                <a:lnTo>
                  <a:pt x="151776" y="120954"/>
                </a:lnTo>
                <a:lnTo>
                  <a:pt x="153010" y="120954"/>
                </a:lnTo>
                <a:lnTo>
                  <a:pt x="153910" y="120087"/>
                </a:lnTo>
                <a:lnTo>
                  <a:pt x="154778" y="120954"/>
                </a:lnTo>
                <a:lnTo>
                  <a:pt x="156112" y="120954"/>
                </a:lnTo>
                <a:lnTo>
                  <a:pt x="156112" y="122055"/>
                </a:lnTo>
                <a:lnTo>
                  <a:pt x="156212" y="122355"/>
                </a:lnTo>
                <a:lnTo>
                  <a:pt x="156979" y="123122"/>
                </a:lnTo>
                <a:lnTo>
                  <a:pt x="157146" y="123122"/>
                </a:lnTo>
                <a:lnTo>
                  <a:pt x="158113" y="123122"/>
                </a:lnTo>
                <a:lnTo>
                  <a:pt x="159915" y="123122"/>
                </a:lnTo>
                <a:lnTo>
                  <a:pt x="161049" y="123122"/>
                </a:lnTo>
                <a:lnTo>
                  <a:pt x="168788" y="123122"/>
                </a:lnTo>
                <a:lnTo>
                  <a:pt x="168954" y="123122"/>
                </a:lnTo>
                <a:lnTo>
                  <a:pt x="169722" y="123122"/>
                </a:lnTo>
                <a:lnTo>
                  <a:pt x="169888" y="123122"/>
                </a:lnTo>
                <a:lnTo>
                  <a:pt x="177661" y="123122"/>
                </a:lnTo>
                <a:lnTo>
                  <a:pt x="178761" y="123122"/>
                </a:lnTo>
                <a:lnTo>
                  <a:pt x="180596" y="123122"/>
                </a:lnTo>
                <a:lnTo>
                  <a:pt x="181530" y="123122"/>
                </a:lnTo>
                <a:lnTo>
                  <a:pt x="181697" y="123122"/>
                </a:lnTo>
                <a:lnTo>
                  <a:pt x="182464" y="122355"/>
                </a:lnTo>
                <a:lnTo>
                  <a:pt x="182598" y="122055"/>
                </a:lnTo>
                <a:lnTo>
                  <a:pt x="182598" y="120954"/>
                </a:lnTo>
                <a:lnTo>
                  <a:pt x="183832" y="120954"/>
                </a:lnTo>
                <a:lnTo>
                  <a:pt x="184732" y="120087"/>
                </a:lnTo>
                <a:lnTo>
                  <a:pt x="185633" y="120954"/>
                </a:lnTo>
                <a:lnTo>
                  <a:pt x="186867" y="120954"/>
                </a:lnTo>
                <a:lnTo>
                  <a:pt x="186867" y="122055"/>
                </a:lnTo>
                <a:lnTo>
                  <a:pt x="187001" y="122355"/>
                </a:lnTo>
                <a:lnTo>
                  <a:pt x="187768" y="123122"/>
                </a:lnTo>
                <a:lnTo>
                  <a:pt x="187935" y="123122"/>
                </a:lnTo>
                <a:lnTo>
                  <a:pt x="188869" y="123122"/>
                </a:lnTo>
                <a:lnTo>
                  <a:pt x="190703" y="123122"/>
                </a:lnTo>
                <a:lnTo>
                  <a:pt x="191804" y="123122"/>
                </a:lnTo>
                <a:lnTo>
                  <a:pt x="199576" y="123122"/>
                </a:lnTo>
                <a:lnTo>
                  <a:pt x="199743" y="123122"/>
                </a:lnTo>
                <a:lnTo>
                  <a:pt x="200510" y="123122"/>
                </a:lnTo>
                <a:lnTo>
                  <a:pt x="200677" y="123122"/>
                </a:lnTo>
                <a:lnTo>
                  <a:pt x="208449" y="123122"/>
                </a:lnTo>
                <a:lnTo>
                  <a:pt x="209550" y="123122"/>
                </a:lnTo>
                <a:lnTo>
                  <a:pt x="211351" y="123122"/>
                </a:lnTo>
                <a:lnTo>
                  <a:pt x="212319" y="123122"/>
                </a:lnTo>
                <a:lnTo>
                  <a:pt x="212486" y="123122"/>
                </a:lnTo>
                <a:lnTo>
                  <a:pt x="213253" y="122355"/>
                </a:lnTo>
                <a:lnTo>
                  <a:pt x="213386" y="122055"/>
                </a:lnTo>
                <a:lnTo>
                  <a:pt x="213386" y="120954"/>
                </a:lnTo>
                <a:lnTo>
                  <a:pt x="214620" y="120954"/>
                </a:lnTo>
                <a:lnTo>
                  <a:pt x="215521" y="120087"/>
                </a:lnTo>
                <a:lnTo>
                  <a:pt x="216388" y="120954"/>
                </a:lnTo>
                <a:lnTo>
                  <a:pt x="217656" y="120954"/>
                </a:lnTo>
                <a:lnTo>
                  <a:pt x="217656" y="122055"/>
                </a:lnTo>
                <a:lnTo>
                  <a:pt x="217789" y="122355"/>
                </a:lnTo>
                <a:lnTo>
                  <a:pt x="218557" y="123122"/>
                </a:lnTo>
                <a:lnTo>
                  <a:pt x="218723" y="123122"/>
                </a:lnTo>
                <a:lnTo>
                  <a:pt x="219657" y="123122"/>
                </a:lnTo>
                <a:lnTo>
                  <a:pt x="221492" y="123122"/>
                </a:lnTo>
                <a:lnTo>
                  <a:pt x="222593" y="123122"/>
                </a:lnTo>
                <a:lnTo>
                  <a:pt x="222593" y="123122"/>
                </a:lnTo>
                <a:lnTo>
                  <a:pt x="230365" y="123122"/>
                </a:lnTo>
                <a:lnTo>
                  <a:pt x="230498" y="123122"/>
                </a:lnTo>
                <a:lnTo>
                  <a:pt x="231299" y="123122"/>
                </a:lnTo>
                <a:lnTo>
                  <a:pt x="231466" y="123122"/>
                </a:lnTo>
                <a:lnTo>
                  <a:pt x="239205" y="123122"/>
                </a:lnTo>
                <a:lnTo>
                  <a:pt x="240339" y="123122"/>
                </a:lnTo>
                <a:lnTo>
                  <a:pt x="242140" y="123122"/>
                </a:lnTo>
                <a:lnTo>
                  <a:pt x="243107" y="123122"/>
                </a:lnTo>
                <a:lnTo>
                  <a:pt x="243274" y="123122"/>
                </a:lnTo>
                <a:lnTo>
                  <a:pt x="244041" y="122355"/>
                </a:lnTo>
                <a:lnTo>
                  <a:pt x="244142" y="122055"/>
                </a:lnTo>
                <a:lnTo>
                  <a:pt x="244142" y="120954"/>
                </a:lnTo>
                <a:lnTo>
                  <a:pt x="245409" y="120954"/>
                </a:lnTo>
                <a:lnTo>
                  <a:pt x="246310" y="120087"/>
                </a:lnTo>
                <a:lnTo>
                  <a:pt x="246310" y="119920"/>
                </a:lnTo>
                <a:lnTo>
                  <a:pt x="246310" y="118953"/>
                </a:lnTo>
                <a:lnTo>
                  <a:pt x="246310" y="117151"/>
                </a:lnTo>
                <a:lnTo>
                  <a:pt x="246310" y="116017"/>
                </a:lnTo>
                <a:lnTo>
                  <a:pt x="246310" y="108278"/>
                </a:lnTo>
                <a:lnTo>
                  <a:pt x="246310" y="108112"/>
                </a:lnTo>
                <a:lnTo>
                  <a:pt x="246310" y="107311"/>
                </a:lnTo>
                <a:lnTo>
                  <a:pt x="246310" y="107178"/>
                </a:lnTo>
                <a:lnTo>
                  <a:pt x="246310" y="99405"/>
                </a:lnTo>
                <a:lnTo>
                  <a:pt x="246310" y="98305"/>
                </a:lnTo>
                <a:lnTo>
                  <a:pt x="246310" y="96470"/>
                </a:lnTo>
                <a:lnTo>
                  <a:pt x="246310" y="95536"/>
                </a:lnTo>
                <a:lnTo>
                  <a:pt x="246310" y="95369"/>
                </a:lnTo>
                <a:lnTo>
                  <a:pt x="245409" y="94469"/>
                </a:lnTo>
                <a:lnTo>
                  <a:pt x="244142" y="94469"/>
                </a:lnTo>
                <a:lnTo>
                  <a:pt x="244142" y="93368"/>
                </a:lnTo>
                <a:lnTo>
                  <a:pt x="244041" y="93101"/>
                </a:lnTo>
                <a:lnTo>
                  <a:pt x="243274" y="92334"/>
                </a:lnTo>
                <a:lnTo>
                  <a:pt x="244041" y="91566"/>
                </a:lnTo>
                <a:lnTo>
                  <a:pt x="244142" y="91266"/>
                </a:lnTo>
                <a:lnTo>
                  <a:pt x="244142" y="90199"/>
                </a:lnTo>
                <a:lnTo>
                  <a:pt x="245409" y="90199"/>
                </a:lnTo>
                <a:lnTo>
                  <a:pt x="246310" y="89298"/>
                </a:lnTo>
                <a:lnTo>
                  <a:pt x="246310" y="89131"/>
                </a:lnTo>
                <a:lnTo>
                  <a:pt x="246310" y="88197"/>
                </a:lnTo>
                <a:lnTo>
                  <a:pt x="246310" y="86363"/>
                </a:lnTo>
                <a:lnTo>
                  <a:pt x="246310" y="85262"/>
                </a:lnTo>
                <a:lnTo>
                  <a:pt x="246310" y="77490"/>
                </a:lnTo>
                <a:lnTo>
                  <a:pt x="246310" y="77323"/>
                </a:lnTo>
                <a:lnTo>
                  <a:pt x="246310" y="76556"/>
                </a:lnTo>
                <a:lnTo>
                  <a:pt x="246310" y="76389"/>
                </a:lnTo>
                <a:lnTo>
                  <a:pt x="246310" y="68617"/>
                </a:lnTo>
                <a:lnTo>
                  <a:pt x="246310" y="67516"/>
                </a:lnTo>
                <a:lnTo>
                  <a:pt x="246310" y="65715"/>
                </a:lnTo>
                <a:lnTo>
                  <a:pt x="246310" y="64747"/>
                </a:lnTo>
                <a:lnTo>
                  <a:pt x="246310" y="64580"/>
                </a:lnTo>
                <a:lnTo>
                  <a:pt x="245409" y="63713"/>
                </a:lnTo>
                <a:lnTo>
                  <a:pt x="244142" y="63713"/>
                </a:lnTo>
                <a:lnTo>
                  <a:pt x="244142" y="62612"/>
                </a:lnTo>
                <a:lnTo>
                  <a:pt x="244041" y="62312"/>
                </a:lnTo>
                <a:lnTo>
                  <a:pt x="243274" y="61545"/>
                </a:lnTo>
                <a:lnTo>
                  <a:pt x="244041" y="60778"/>
                </a:lnTo>
                <a:lnTo>
                  <a:pt x="244142" y="60511"/>
                </a:lnTo>
                <a:lnTo>
                  <a:pt x="244142" y="59410"/>
                </a:lnTo>
                <a:lnTo>
                  <a:pt x="245409" y="59410"/>
                </a:lnTo>
                <a:lnTo>
                  <a:pt x="246310" y="58509"/>
                </a:lnTo>
                <a:lnTo>
                  <a:pt x="246310" y="58376"/>
                </a:lnTo>
                <a:lnTo>
                  <a:pt x="246310" y="57409"/>
                </a:lnTo>
                <a:lnTo>
                  <a:pt x="246310" y="55607"/>
                </a:lnTo>
                <a:lnTo>
                  <a:pt x="246310" y="54473"/>
                </a:lnTo>
                <a:lnTo>
                  <a:pt x="246310" y="46734"/>
                </a:lnTo>
                <a:lnTo>
                  <a:pt x="246310" y="46568"/>
                </a:lnTo>
                <a:lnTo>
                  <a:pt x="246310" y="45800"/>
                </a:lnTo>
                <a:lnTo>
                  <a:pt x="246310" y="45634"/>
                </a:lnTo>
                <a:lnTo>
                  <a:pt x="246310" y="37861"/>
                </a:lnTo>
                <a:lnTo>
                  <a:pt x="246310" y="36761"/>
                </a:lnTo>
                <a:lnTo>
                  <a:pt x="246310" y="34926"/>
                </a:lnTo>
                <a:lnTo>
                  <a:pt x="246310" y="33992"/>
                </a:lnTo>
                <a:lnTo>
                  <a:pt x="246310" y="33825"/>
                </a:lnTo>
                <a:lnTo>
                  <a:pt x="245409" y="32924"/>
                </a:lnTo>
                <a:lnTo>
                  <a:pt x="244142" y="32924"/>
                </a:lnTo>
                <a:lnTo>
                  <a:pt x="244142" y="31824"/>
                </a:lnTo>
                <a:lnTo>
                  <a:pt x="244041" y="31557"/>
                </a:lnTo>
                <a:lnTo>
                  <a:pt x="243274" y="30790"/>
                </a:lnTo>
                <a:lnTo>
                  <a:pt x="244041" y="30022"/>
                </a:lnTo>
                <a:lnTo>
                  <a:pt x="244142" y="29722"/>
                </a:lnTo>
                <a:lnTo>
                  <a:pt x="244142" y="28655"/>
                </a:lnTo>
                <a:lnTo>
                  <a:pt x="245409" y="28655"/>
                </a:lnTo>
                <a:lnTo>
                  <a:pt x="246310" y="27754"/>
                </a:lnTo>
                <a:lnTo>
                  <a:pt x="246310" y="27587"/>
                </a:lnTo>
                <a:lnTo>
                  <a:pt x="246310" y="26620"/>
                </a:lnTo>
                <a:lnTo>
                  <a:pt x="246310" y="24819"/>
                </a:lnTo>
                <a:lnTo>
                  <a:pt x="246310" y="23718"/>
                </a:lnTo>
                <a:lnTo>
                  <a:pt x="246310" y="15946"/>
                </a:lnTo>
                <a:lnTo>
                  <a:pt x="246310" y="15779"/>
                </a:lnTo>
                <a:lnTo>
                  <a:pt x="246310" y="15012"/>
                </a:lnTo>
                <a:lnTo>
                  <a:pt x="246310" y="14845"/>
                </a:lnTo>
                <a:lnTo>
                  <a:pt x="246310" y="7073"/>
                </a:lnTo>
                <a:lnTo>
                  <a:pt x="246310" y="5972"/>
                </a:lnTo>
                <a:lnTo>
                  <a:pt x="246310" y="4137"/>
                </a:lnTo>
                <a:lnTo>
                  <a:pt x="246310" y="3203"/>
                </a:lnTo>
                <a:lnTo>
                  <a:pt x="246310" y="3036"/>
                </a:lnTo>
                <a:close/>
                <a:moveTo>
                  <a:pt x="242574" y="401"/>
                </a:moveTo>
                <a:lnTo>
                  <a:pt x="243374" y="1202"/>
                </a:lnTo>
                <a:lnTo>
                  <a:pt x="243374" y="2503"/>
                </a:lnTo>
                <a:lnTo>
                  <a:pt x="242107" y="3804"/>
                </a:lnTo>
                <a:lnTo>
                  <a:pt x="242107" y="1735"/>
                </a:lnTo>
                <a:lnTo>
                  <a:pt x="240739" y="401"/>
                </a:lnTo>
                <a:lnTo>
                  <a:pt x="242574" y="401"/>
                </a:lnTo>
                <a:close/>
                <a:moveTo>
                  <a:pt x="239338" y="6439"/>
                </a:moveTo>
                <a:lnTo>
                  <a:pt x="234635" y="6439"/>
                </a:lnTo>
                <a:lnTo>
                  <a:pt x="231332" y="3103"/>
                </a:lnTo>
                <a:lnTo>
                  <a:pt x="231332" y="935"/>
                </a:lnTo>
                <a:lnTo>
                  <a:pt x="235269" y="4904"/>
                </a:lnTo>
                <a:lnTo>
                  <a:pt x="240873" y="4904"/>
                </a:lnTo>
                <a:close/>
                <a:moveTo>
                  <a:pt x="239338" y="37228"/>
                </a:moveTo>
                <a:lnTo>
                  <a:pt x="234635" y="37228"/>
                </a:lnTo>
                <a:lnTo>
                  <a:pt x="231332" y="33892"/>
                </a:lnTo>
                <a:lnTo>
                  <a:pt x="231332" y="31757"/>
                </a:lnTo>
                <a:lnTo>
                  <a:pt x="235269" y="35693"/>
                </a:lnTo>
                <a:lnTo>
                  <a:pt x="240873" y="35693"/>
                </a:lnTo>
                <a:close/>
                <a:moveTo>
                  <a:pt x="239205" y="42932"/>
                </a:moveTo>
                <a:lnTo>
                  <a:pt x="242073" y="45800"/>
                </a:lnTo>
                <a:lnTo>
                  <a:pt x="239705" y="45800"/>
                </a:lnTo>
                <a:lnTo>
                  <a:pt x="237437" y="43499"/>
                </a:lnTo>
                <a:lnTo>
                  <a:pt x="237437" y="40230"/>
                </a:lnTo>
                <a:lnTo>
                  <a:pt x="239105" y="38562"/>
                </a:lnTo>
                <a:lnTo>
                  <a:pt x="239105" y="42631"/>
                </a:lnTo>
                <a:close/>
                <a:moveTo>
                  <a:pt x="239338" y="68016"/>
                </a:moveTo>
                <a:lnTo>
                  <a:pt x="234635" y="68016"/>
                </a:lnTo>
                <a:lnTo>
                  <a:pt x="231332" y="64714"/>
                </a:lnTo>
                <a:lnTo>
                  <a:pt x="231332" y="62546"/>
                </a:lnTo>
                <a:lnTo>
                  <a:pt x="235269" y="66482"/>
                </a:lnTo>
                <a:lnTo>
                  <a:pt x="240873" y="66482"/>
                </a:lnTo>
                <a:close/>
                <a:moveTo>
                  <a:pt x="239338" y="98805"/>
                </a:moveTo>
                <a:lnTo>
                  <a:pt x="234635" y="98805"/>
                </a:lnTo>
                <a:lnTo>
                  <a:pt x="231332" y="95503"/>
                </a:lnTo>
                <a:lnTo>
                  <a:pt x="231332" y="93334"/>
                </a:lnTo>
                <a:lnTo>
                  <a:pt x="235269" y="97271"/>
                </a:lnTo>
                <a:lnTo>
                  <a:pt x="240873" y="97271"/>
                </a:lnTo>
                <a:close/>
                <a:moveTo>
                  <a:pt x="239205" y="104509"/>
                </a:moveTo>
                <a:lnTo>
                  <a:pt x="242073" y="107378"/>
                </a:lnTo>
                <a:lnTo>
                  <a:pt x="239705" y="107378"/>
                </a:lnTo>
                <a:lnTo>
                  <a:pt x="237437" y="105076"/>
                </a:lnTo>
                <a:lnTo>
                  <a:pt x="237437" y="101840"/>
                </a:lnTo>
                <a:lnTo>
                  <a:pt x="239105" y="100139"/>
                </a:lnTo>
                <a:lnTo>
                  <a:pt x="239105" y="104209"/>
                </a:lnTo>
                <a:close/>
                <a:moveTo>
                  <a:pt x="239105" y="115384"/>
                </a:moveTo>
                <a:lnTo>
                  <a:pt x="237437" y="113716"/>
                </a:lnTo>
                <a:lnTo>
                  <a:pt x="237437" y="110447"/>
                </a:lnTo>
                <a:lnTo>
                  <a:pt x="239705" y="108145"/>
                </a:lnTo>
                <a:lnTo>
                  <a:pt x="242073" y="108145"/>
                </a:lnTo>
                <a:lnTo>
                  <a:pt x="239105" y="111147"/>
                </a:lnTo>
                <a:lnTo>
                  <a:pt x="239105" y="115384"/>
                </a:lnTo>
                <a:close/>
                <a:moveTo>
                  <a:pt x="220425" y="117685"/>
                </a:moveTo>
                <a:lnTo>
                  <a:pt x="220425" y="112114"/>
                </a:lnTo>
                <a:lnTo>
                  <a:pt x="216488" y="108178"/>
                </a:lnTo>
                <a:lnTo>
                  <a:pt x="218657" y="108178"/>
                </a:lnTo>
                <a:lnTo>
                  <a:pt x="221959" y="111481"/>
                </a:lnTo>
                <a:lnTo>
                  <a:pt x="221959" y="116151"/>
                </a:lnTo>
                <a:close/>
                <a:moveTo>
                  <a:pt x="210618" y="117685"/>
                </a:moveTo>
                <a:lnTo>
                  <a:pt x="209083" y="116184"/>
                </a:lnTo>
                <a:lnTo>
                  <a:pt x="209083" y="111481"/>
                </a:lnTo>
                <a:lnTo>
                  <a:pt x="212419" y="108178"/>
                </a:lnTo>
                <a:lnTo>
                  <a:pt x="214587" y="108178"/>
                </a:lnTo>
                <a:lnTo>
                  <a:pt x="210618" y="112114"/>
                </a:lnTo>
                <a:lnTo>
                  <a:pt x="210618" y="117685"/>
                </a:lnTo>
                <a:close/>
                <a:moveTo>
                  <a:pt x="189636" y="117685"/>
                </a:moveTo>
                <a:lnTo>
                  <a:pt x="189636" y="112114"/>
                </a:lnTo>
                <a:lnTo>
                  <a:pt x="185700" y="108178"/>
                </a:lnTo>
                <a:lnTo>
                  <a:pt x="187868" y="108178"/>
                </a:lnTo>
                <a:lnTo>
                  <a:pt x="191170" y="111481"/>
                </a:lnTo>
                <a:lnTo>
                  <a:pt x="191170" y="116151"/>
                </a:lnTo>
                <a:close/>
                <a:moveTo>
                  <a:pt x="179829" y="117685"/>
                </a:moveTo>
                <a:lnTo>
                  <a:pt x="178294" y="116184"/>
                </a:lnTo>
                <a:lnTo>
                  <a:pt x="178294" y="111481"/>
                </a:lnTo>
                <a:lnTo>
                  <a:pt x="181630" y="108178"/>
                </a:lnTo>
                <a:lnTo>
                  <a:pt x="183798" y="108178"/>
                </a:lnTo>
                <a:lnTo>
                  <a:pt x="179829" y="112114"/>
                </a:lnTo>
                <a:lnTo>
                  <a:pt x="179829" y="117685"/>
                </a:lnTo>
                <a:close/>
                <a:moveTo>
                  <a:pt x="158847" y="117685"/>
                </a:moveTo>
                <a:lnTo>
                  <a:pt x="158847" y="112114"/>
                </a:lnTo>
                <a:lnTo>
                  <a:pt x="154911" y="108178"/>
                </a:lnTo>
                <a:lnTo>
                  <a:pt x="157079" y="108178"/>
                </a:lnTo>
                <a:lnTo>
                  <a:pt x="160382" y="111481"/>
                </a:lnTo>
                <a:lnTo>
                  <a:pt x="160382" y="116151"/>
                </a:lnTo>
                <a:close/>
                <a:moveTo>
                  <a:pt x="149040" y="117685"/>
                </a:moveTo>
                <a:lnTo>
                  <a:pt x="147506" y="116184"/>
                </a:lnTo>
                <a:lnTo>
                  <a:pt x="147506" y="111481"/>
                </a:lnTo>
                <a:lnTo>
                  <a:pt x="150842" y="108178"/>
                </a:lnTo>
                <a:lnTo>
                  <a:pt x="152976" y="108178"/>
                </a:lnTo>
                <a:lnTo>
                  <a:pt x="149040" y="112114"/>
                </a:lnTo>
                <a:lnTo>
                  <a:pt x="149040" y="117685"/>
                </a:lnTo>
                <a:close/>
                <a:moveTo>
                  <a:pt x="128059" y="117685"/>
                </a:moveTo>
                <a:lnTo>
                  <a:pt x="128059" y="112114"/>
                </a:lnTo>
                <a:lnTo>
                  <a:pt x="124122" y="108178"/>
                </a:lnTo>
                <a:lnTo>
                  <a:pt x="126291" y="108178"/>
                </a:lnTo>
                <a:lnTo>
                  <a:pt x="129593" y="111481"/>
                </a:lnTo>
                <a:lnTo>
                  <a:pt x="129593" y="116151"/>
                </a:lnTo>
                <a:close/>
                <a:moveTo>
                  <a:pt x="118252" y="117685"/>
                </a:moveTo>
                <a:lnTo>
                  <a:pt x="116717" y="116184"/>
                </a:lnTo>
                <a:lnTo>
                  <a:pt x="116717" y="111481"/>
                </a:lnTo>
                <a:lnTo>
                  <a:pt x="120053" y="108178"/>
                </a:lnTo>
                <a:lnTo>
                  <a:pt x="122188" y="108178"/>
                </a:lnTo>
                <a:lnTo>
                  <a:pt x="118252" y="112114"/>
                </a:lnTo>
                <a:close/>
                <a:moveTo>
                  <a:pt x="97270" y="117685"/>
                </a:moveTo>
                <a:lnTo>
                  <a:pt x="97270" y="112114"/>
                </a:lnTo>
                <a:lnTo>
                  <a:pt x="93334" y="108178"/>
                </a:lnTo>
                <a:lnTo>
                  <a:pt x="95469" y="108178"/>
                </a:lnTo>
                <a:lnTo>
                  <a:pt x="98804" y="111481"/>
                </a:lnTo>
                <a:lnTo>
                  <a:pt x="98804" y="116151"/>
                </a:lnTo>
                <a:close/>
                <a:moveTo>
                  <a:pt x="87463" y="117685"/>
                </a:moveTo>
                <a:lnTo>
                  <a:pt x="85929" y="116184"/>
                </a:lnTo>
                <a:lnTo>
                  <a:pt x="85929" y="111481"/>
                </a:lnTo>
                <a:lnTo>
                  <a:pt x="89231" y="108178"/>
                </a:lnTo>
                <a:lnTo>
                  <a:pt x="91399" y="108178"/>
                </a:lnTo>
                <a:lnTo>
                  <a:pt x="87463" y="112114"/>
                </a:lnTo>
                <a:close/>
                <a:moveTo>
                  <a:pt x="66481" y="117685"/>
                </a:moveTo>
                <a:lnTo>
                  <a:pt x="66481" y="112114"/>
                </a:lnTo>
                <a:lnTo>
                  <a:pt x="62545" y="108178"/>
                </a:lnTo>
                <a:lnTo>
                  <a:pt x="64680" y="108178"/>
                </a:lnTo>
                <a:lnTo>
                  <a:pt x="68016" y="111481"/>
                </a:lnTo>
                <a:lnTo>
                  <a:pt x="68016" y="116151"/>
                </a:lnTo>
                <a:close/>
                <a:moveTo>
                  <a:pt x="56674" y="117685"/>
                </a:moveTo>
                <a:lnTo>
                  <a:pt x="55140" y="116184"/>
                </a:lnTo>
                <a:lnTo>
                  <a:pt x="55140" y="111481"/>
                </a:lnTo>
                <a:lnTo>
                  <a:pt x="58442" y="108178"/>
                </a:lnTo>
                <a:lnTo>
                  <a:pt x="60610" y="108178"/>
                </a:lnTo>
                <a:lnTo>
                  <a:pt x="56674" y="112114"/>
                </a:lnTo>
                <a:close/>
                <a:moveTo>
                  <a:pt x="35693" y="117685"/>
                </a:moveTo>
                <a:lnTo>
                  <a:pt x="35693" y="112114"/>
                </a:lnTo>
                <a:lnTo>
                  <a:pt x="31723" y="108178"/>
                </a:lnTo>
                <a:lnTo>
                  <a:pt x="33891" y="108178"/>
                </a:lnTo>
                <a:lnTo>
                  <a:pt x="37227" y="111481"/>
                </a:lnTo>
                <a:lnTo>
                  <a:pt x="37227" y="116151"/>
                </a:lnTo>
                <a:close/>
                <a:moveTo>
                  <a:pt x="25886" y="117685"/>
                </a:moveTo>
                <a:lnTo>
                  <a:pt x="24351" y="116184"/>
                </a:lnTo>
                <a:lnTo>
                  <a:pt x="24351" y="111481"/>
                </a:lnTo>
                <a:lnTo>
                  <a:pt x="27654" y="108178"/>
                </a:lnTo>
                <a:lnTo>
                  <a:pt x="29822" y="108178"/>
                </a:lnTo>
                <a:lnTo>
                  <a:pt x="25886" y="112114"/>
                </a:lnTo>
                <a:lnTo>
                  <a:pt x="25886" y="117685"/>
                </a:lnTo>
                <a:close/>
                <a:moveTo>
                  <a:pt x="6972" y="85929"/>
                </a:moveTo>
                <a:lnTo>
                  <a:pt x="11675" y="85929"/>
                </a:lnTo>
                <a:lnTo>
                  <a:pt x="14978" y="89265"/>
                </a:lnTo>
                <a:lnTo>
                  <a:pt x="14978" y="91400"/>
                </a:lnTo>
                <a:lnTo>
                  <a:pt x="11042" y="87464"/>
                </a:lnTo>
                <a:lnTo>
                  <a:pt x="5438" y="87464"/>
                </a:lnTo>
                <a:close/>
                <a:moveTo>
                  <a:pt x="7106" y="80258"/>
                </a:moveTo>
                <a:lnTo>
                  <a:pt x="4237" y="77356"/>
                </a:lnTo>
                <a:lnTo>
                  <a:pt x="6605" y="77356"/>
                </a:lnTo>
                <a:lnTo>
                  <a:pt x="8873" y="79658"/>
                </a:lnTo>
                <a:lnTo>
                  <a:pt x="8873" y="82927"/>
                </a:lnTo>
                <a:lnTo>
                  <a:pt x="7206" y="84595"/>
                </a:lnTo>
                <a:lnTo>
                  <a:pt x="7206" y="80525"/>
                </a:lnTo>
                <a:close/>
                <a:moveTo>
                  <a:pt x="6972" y="55140"/>
                </a:moveTo>
                <a:lnTo>
                  <a:pt x="11675" y="55140"/>
                </a:lnTo>
                <a:lnTo>
                  <a:pt x="14978" y="58443"/>
                </a:lnTo>
                <a:lnTo>
                  <a:pt x="14978" y="60611"/>
                </a:lnTo>
                <a:lnTo>
                  <a:pt x="11042" y="56675"/>
                </a:lnTo>
                <a:lnTo>
                  <a:pt x="5438" y="56675"/>
                </a:lnTo>
                <a:close/>
                <a:moveTo>
                  <a:pt x="6972" y="24352"/>
                </a:moveTo>
                <a:lnTo>
                  <a:pt x="11675" y="24352"/>
                </a:lnTo>
                <a:lnTo>
                  <a:pt x="14978" y="27654"/>
                </a:lnTo>
                <a:lnTo>
                  <a:pt x="14978" y="29822"/>
                </a:lnTo>
                <a:lnTo>
                  <a:pt x="11042" y="25886"/>
                </a:lnTo>
                <a:lnTo>
                  <a:pt x="5438" y="25886"/>
                </a:lnTo>
                <a:close/>
                <a:moveTo>
                  <a:pt x="7106" y="18648"/>
                </a:moveTo>
                <a:lnTo>
                  <a:pt x="4237" y="15779"/>
                </a:lnTo>
                <a:lnTo>
                  <a:pt x="6605" y="15779"/>
                </a:lnTo>
                <a:lnTo>
                  <a:pt x="8873" y="18081"/>
                </a:lnTo>
                <a:lnTo>
                  <a:pt x="8873" y="21316"/>
                </a:lnTo>
                <a:lnTo>
                  <a:pt x="7206" y="23017"/>
                </a:lnTo>
                <a:lnTo>
                  <a:pt x="7206" y="18948"/>
                </a:lnTo>
                <a:close/>
                <a:moveTo>
                  <a:pt x="7206" y="7773"/>
                </a:moveTo>
                <a:lnTo>
                  <a:pt x="8873" y="9441"/>
                </a:lnTo>
                <a:lnTo>
                  <a:pt x="8873" y="12710"/>
                </a:lnTo>
                <a:lnTo>
                  <a:pt x="6605" y="15012"/>
                </a:lnTo>
                <a:lnTo>
                  <a:pt x="4237" y="15012"/>
                </a:lnTo>
                <a:lnTo>
                  <a:pt x="7206" y="12010"/>
                </a:lnTo>
                <a:lnTo>
                  <a:pt x="7206" y="7773"/>
                </a:lnTo>
                <a:close/>
                <a:moveTo>
                  <a:pt x="25886" y="5471"/>
                </a:moveTo>
                <a:lnTo>
                  <a:pt x="25886" y="11042"/>
                </a:lnTo>
                <a:lnTo>
                  <a:pt x="29822" y="15012"/>
                </a:lnTo>
                <a:lnTo>
                  <a:pt x="27654" y="15012"/>
                </a:lnTo>
                <a:lnTo>
                  <a:pt x="24351" y="11676"/>
                </a:lnTo>
                <a:lnTo>
                  <a:pt x="24351" y="6973"/>
                </a:lnTo>
                <a:close/>
                <a:moveTo>
                  <a:pt x="35693" y="5471"/>
                </a:moveTo>
                <a:lnTo>
                  <a:pt x="37227" y="6973"/>
                </a:lnTo>
                <a:lnTo>
                  <a:pt x="37227" y="11676"/>
                </a:lnTo>
                <a:lnTo>
                  <a:pt x="33891" y="15012"/>
                </a:lnTo>
                <a:lnTo>
                  <a:pt x="31723" y="15012"/>
                </a:lnTo>
                <a:lnTo>
                  <a:pt x="35693" y="11042"/>
                </a:lnTo>
                <a:lnTo>
                  <a:pt x="35693" y="5471"/>
                </a:lnTo>
                <a:close/>
                <a:moveTo>
                  <a:pt x="56674" y="5471"/>
                </a:moveTo>
                <a:lnTo>
                  <a:pt x="56674" y="11042"/>
                </a:lnTo>
                <a:lnTo>
                  <a:pt x="60610" y="15012"/>
                </a:lnTo>
                <a:lnTo>
                  <a:pt x="58442" y="15012"/>
                </a:lnTo>
                <a:lnTo>
                  <a:pt x="55140" y="11676"/>
                </a:lnTo>
                <a:lnTo>
                  <a:pt x="55140" y="6973"/>
                </a:lnTo>
                <a:close/>
                <a:moveTo>
                  <a:pt x="66481" y="5471"/>
                </a:moveTo>
                <a:lnTo>
                  <a:pt x="68016" y="6973"/>
                </a:lnTo>
                <a:lnTo>
                  <a:pt x="68016" y="11676"/>
                </a:lnTo>
                <a:lnTo>
                  <a:pt x="64680" y="15012"/>
                </a:lnTo>
                <a:lnTo>
                  <a:pt x="62512" y="15012"/>
                </a:lnTo>
                <a:lnTo>
                  <a:pt x="66481" y="11042"/>
                </a:lnTo>
                <a:lnTo>
                  <a:pt x="66481" y="5471"/>
                </a:lnTo>
                <a:close/>
                <a:moveTo>
                  <a:pt x="87463" y="5471"/>
                </a:moveTo>
                <a:lnTo>
                  <a:pt x="87463" y="11042"/>
                </a:lnTo>
                <a:lnTo>
                  <a:pt x="91399" y="15012"/>
                </a:lnTo>
                <a:lnTo>
                  <a:pt x="89231" y="15012"/>
                </a:lnTo>
                <a:lnTo>
                  <a:pt x="85929" y="11676"/>
                </a:lnTo>
                <a:lnTo>
                  <a:pt x="85929" y="6973"/>
                </a:lnTo>
                <a:close/>
                <a:moveTo>
                  <a:pt x="97270" y="5471"/>
                </a:moveTo>
                <a:lnTo>
                  <a:pt x="98804" y="6973"/>
                </a:lnTo>
                <a:lnTo>
                  <a:pt x="98804" y="11676"/>
                </a:lnTo>
                <a:lnTo>
                  <a:pt x="95502" y="15012"/>
                </a:lnTo>
                <a:lnTo>
                  <a:pt x="93334" y="15012"/>
                </a:lnTo>
                <a:lnTo>
                  <a:pt x="97270" y="11042"/>
                </a:lnTo>
                <a:lnTo>
                  <a:pt x="97270" y="5471"/>
                </a:lnTo>
                <a:close/>
                <a:moveTo>
                  <a:pt x="118252" y="5471"/>
                </a:moveTo>
                <a:lnTo>
                  <a:pt x="118252" y="11042"/>
                </a:lnTo>
                <a:lnTo>
                  <a:pt x="122188" y="15012"/>
                </a:lnTo>
                <a:lnTo>
                  <a:pt x="120053" y="15012"/>
                </a:lnTo>
                <a:lnTo>
                  <a:pt x="116717" y="11676"/>
                </a:lnTo>
                <a:lnTo>
                  <a:pt x="116717" y="6973"/>
                </a:lnTo>
                <a:close/>
                <a:moveTo>
                  <a:pt x="128059" y="5471"/>
                </a:moveTo>
                <a:lnTo>
                  <a:pt x="129593" y="6973"/>
                </a:lnTo>
                <a:lnTo>
                  <a:pt x="129593" y="11676"/>
                </a:lnTo>
                <a:lnTo>
                  <a:pt x="126291" y="15012"/>
                </a:lnTo>
                <a:lnTo>
                  <a:pt x="124122" y="15012"/>
                </a:lnTo>
                <a:lnTo>
                  <a:pt x="128059" y="11042"/>
                </a:lnTo>
                <a:lnTo>
                  <a:pt x="128059" y="5471"/>
                </a:lnTo>
                <a:close/>
                <a:moveTo>
                  <a:pt x="149040" y="5471"/>
                </a:moveTo>
                <a:lnTo>
                  <a:pt x="149040" y="11042"/>
                </a:lnTo>
                <a:lnTo>
                  <a:pt x="153010" y="15012"/>
                </a:lnTo>
                <a:lnTo>
                  <a:pt x="150842" y="15012"/>
                </a:lnTo>
                <a:lnTo>
                  <a:pt x="147506" y="11676"/>
                </a:lnTo>
                <a:lnTo>
                  <a:pt x="147506" y="6973"/>
                </a:lnTo>
                <a:close/>
                <a:moveTo>
                  <a:pt x="158847" y="5471"/>
                </a:moveTo>
                <a:lnTo>
                  <a:pt x="160382" y="6973"/>
                </a:lnTo>
                <a:lnTo>
                  <a:pt x="160382" y="11676"/>
                </a:lnTo>
                <a:lnTo>
                  <a:pt x="157079" y="15012"/>
                </a:lnTo>
                <a:lnTo>
                  <a:pt x="154911" y="15012"/>
                </a:lnTo>
                <a:lnTo>
                  <a:pt x="158847" y="11042"/>
                </a:lnTo>
                <a:close/>
                <a:moveTo>
                  <a:pt x="179829" y="5471"/>
                </a:moveTo>
                <a:lnTo>
                  <a:pt x="179829" y="11042"/>
                </a:lnTo>
                <a:lnTo>
                  <a:pt x="183798" y="15012"/>
                </a:lnTo>
                <a:lnTo>
                  <a:pt x="181630" y="15012"/>
                </a:lnTo>
                <a:lnTo>
                  <a:pt x="178294" y="11676"/>
                </a:lnTo>
                <a:lnTo>
                  <a:pt x="178294" y="6973"/>
                </a:lnTo>
                <a:close/>
                <a:moveTo>
                  <a:pt x="189636" y="5471"/>
                </a:moveTo>
                <a:lnTo>
                  <a:pt x="191170" y="6973"/>
                </a:lnTo>
                <a:lnTo>
                  <a:pt x="191170" y="11676"/>
                </a:lnTo>
                <a:lnTo>
                  <a:pt x="187868" y="15012"/>
                </a:lnTo>
                <a:lnTo>
                  <a:pt x="185700" y="15012"/>
                </a:lnTo>
                <a:lnTo>
                  <a:pt x="189636" y="11042"/>
                </a:lnTo>
                <a:lnTo>
                  <a:pt x="189636" y="5471"/>
                </a:lnTo>
                <a:close/>
                <a:moveTo>
                  <a:pt x="210618" y="5471"/>
                </a:moveTo>
                <a:lnTo>
                  <a:pt x="210618" y="11042"/>
                </a:lnTo>
                <a:lnTo>
                  <a:pt x="214587" y="15012"/>
                </a:lnTo>
                <a:lnTo>
                  <a:pt x="212419" y="15012"/>
                </a:lnTo>
                <a:lnTo>
                  <a:pt x="209083" y="11676"/>
                </a:lnTo>
                <a:lnTo>
                  <a:pt x="209083" y="6973"/>
                </a:lnTo>
                <a:close/>
                <a:moveTo>
                  <a:pt x="220425" y="5471"/>
                </a:moveTo>
                <a:lnTo>
                  <a:pt x="221959" y="6973"/>
                </a:lnTo>
                <a:lnTo>
                  <a:pt x="221959" y="11676"/>
                </a:lnTo>
                <a:lnTo>
                  <a:pt x="218657" y="15012"/>
                </a:lnTo>
                <a:lnTo>
                  <a:pt x="216488" y="15012"/>
                </a:lnTo>
                <a:lnTo>
                  <a:pt x="220425" y="11042"/>
                </a:lnTo>
                <a:lnTo>
                  <a:pt x="220425" y="5471"/>
                </a:lnTo>
                <a:close/>
                <a:moveTo>
                  <a:pt x="236636" y="112915"/>
                </a:moveTo>
                <a:lnTo>
                  <a:pt x="235302" y="111581"/>
                </a:lnTo>
                <a:lnTo>
                  <a:pt x="235302" y="109579"/>
                </a:lnTo>
                <a:lnTo>
                  <a:pt x="236736" y="108145"/>
                </a:lnTo>
                <a:lnTo>
                  <a:pt x="238604" y="108145"/>
                </a:lnTo>
                <a:lnTo>
                  <a:pt x="236636" y="110113"/>
                </a:lnTo>
                <a:close/>
                <a:moveTo>
                  <a:pt x="219757" y="107378"/>
                </a:moveTo>
                <a:lnTo>
                  <a:pt x="222760" y="104376"/>
                </a:lnTo>
                <a:lnTo>
                  <a:pt x="222760" y="100139"/>
                </a:lnTo>
                <a:lnTo>
                  <a:pt x="224427" y="101840"/>
                </a:lnTo>
                <a:lnTo>
                  <a:pt x="224427" y="105076"/>
                </a:lnTo>
                <a:lnTo>
                  <a:pt x="222159" y="107378"/>
                </a:lnTo>
                <a:close/>
                <a:moveTo>
                  <a:pt x="216488" y="107378"/>
                </a:moveTo>
                <a:lnTo>
                  <a:pt x="220425" y="103408"/>
                </a:lnTo>
                <a:lnTo>
                  <a:pt x="220425" y="97838"/>
                </a:lnTo>
                <a:lnTo>
                  <a:pt x="221959" y="99372"/>
                </a:lnTo>
                <a:lnTo>
                  <a:pt x="221959" y="104042"/>
                </a:lnTo>
                <a:lnTo>
                  <a:pt x="218657" y="107378"/>
                </a:lnTo>
                <a:lnTo>
                  <a:pt x="216488" y="107378"/>
                </a:lnTo>
                <a:close/>
                <a:moveTo>
                  <a:pt x="212419" y="107378"/>
                </a:moveTo>
                <a:lnTo>
                  <a:pt x="209083" y="104042"/>
                </a:lnTo>
                <a:lnTo>
                  <a:pt x="209083" y="99372"/>
                </a:lnTo>
                <a:lnTo>
                  <a:pt x="210618" y="97838"/>
                </a:lnTo>
                <a:lnTo>
                  <a:pt x="210618" y="103408"/>
                </a:lnTo>
                <a:lnTo>
                  <a:pt x="214587" y="107378"/>
                </a:lnTo>
                <a:lnTo>
                  <a:pt x="212419" y="107378"/>
                </a:lnTo>
                <a:close/>
                <a:moveTo>
                  <a:pt x="208916" y="107378"/>
                </a:moveTo>
                <a:lnTo>
                  <a:pt x="206648" y="105076"/>
                </a:lnTo>
                <a:lnTo>
                  <a:pt x="206648" y="101840"/>
                </a:lnTo>
                <a:lnTo>
                  <a:pt x="208316" y="100139"/>
                </a:lnTo>
                <a:lnTo>
                  <a:pt x="208316" y="104376"/>
                </a:lnTo>
                <a:lnTo>
                  <a:pt x="211285" y="107378"/>
                </a:lnTo>
                <a:lnTo>
                  <a:pt x="208916" y="107378"/>
                </a:lnTo>
                <a:close/>
                <a:moveTo>
                  <a:pt x="205848" y="112915"/>
                </a:moveTo>
                <a:lnTo>
                  <a:pt x="204513" y="111581"/>
                </a:lnTo>
                <a:lnTo>
                  <a:pt x="204513" y="109579"/>
                </a:lnTo>
                <a:lnTo>
                  <a:pt x="205948" y="108145"/>
                </a:lnTo>
                <a:lnTo>
                  <a:pt x="207816" y="108145"/>
                </a:lnTo>
                <a:lnTo>
                  <a:pt x="205848" y="110113"/>
                </a:lnTo>
                <a:close/>
                <a:moveTo>
                  <a:pt x="188969" y="107378"/>
                </a:moveTo>
                <a:lnTo>
                  <a:pt x="191837" y="104509"/>
                </a:lnTo>
                <a:lnTo>
                  <a:pt x="191971" y="104209"/>
                </a:lnTo>
                <a:lnTo>
                  <a:pt x="191971" y="100139"/>
                </a:lnTo>
                <a:lnTo>
                  <a:pt x="193639" y="101840"/>
                </a:lnTo>
                <a:lnTo>
                  <a:pt x="193639" y="105076"/>
                </a:lnTo>
                <a:lnTo>
                  <a:pt x="191337" y="107378"/>
                </a:lnTo>
                <a:lnTo>
                  <a:pt x="188969" y="107378"/>
                </a:lnTo>
                <a:close/>
                <a:moveTo>
                  <a:pt x="185700" y="107378"/>
                </a:moveTo>
                <a:lnTo>
                  <a:pt x="189636" y="103408"/>
                </a:lnTo>
                <a:lnTo>
                  <a:pt x="189636" y="97838"/>
                </a:lnTo>
                <a:lnTo>
                  <a:pt x="191170" y="99372"/>
                </a:lnTo>
                <a:lnTo>
                  <a:pt x="191170" y="104042"/>
                </a:lnTo>
                <a:lnTo>
                  <a:pt x="187868" y="107378"/>
                </a:lnTo>
                <a:lnTo>
                  <a:pt x="185700" y="107378"/>
                </a:lnTo>
                <a:close/>
                <a:moveTo>
                  <a:pt x="181630" y="107378"/>
                </a:moveTo>
                <a:lnTo>
                  <a:pt x="178294" y="104042"/>
                </a:lnTo>
                <a:lnTo>
                  <a:pt x="178294" y="99372"/>
                </a:lnTo>
                <a:lnTo>
                  <a:pt x="179829" y="97838"/>
                </a:lnTo>
                <a:lnTo>
                  <a:pt x="179829" y="103408"/>
                </a:lnTo>
                <a:lnTo>
                  <a:pt x="183798" y="107378"/>
                </a:lnTo>
                <a:lnTo>
                  <a:pt x="181630" y="107378"/>
                </a:lnTo>
                <a:close/>
                <a:moveTo>
                  <a:pt x="178128" y="107378"/>
                </a:moveTo>
                <a:lnTo>
                  <a:pt x="175826" y="105076"/>
                </a:lnTo>
                <a:lnTo>
                  <a:pt x="175826" y="101840"/>
                </a:lnTo>
                <a:lnTo>
                  <a:pt x="177527" y="100139"/>
                </a:lnTo>
                <a:lnTo>
                  <a:pt x="177527" y="104209"/>
                </a:lnTo>
                <a:lnTo>
                  <a:pt x="177627" y="104509"/>
                </a:lnTo>
                <a:lnTo>
                  <a:pt x="180496" y="107378"/>
                </a:lnTo>
                <a:lnTo>
                  <a:pt x="178128" y="107378"/>
                </a:lnTo>
                <a:close/>
                <a:moveTo>
                  <a:pt x="175059" y="112915"/>
                </a:moveTo>
                <a:lnTo>
                  <a:pt x="173725" y="111581"/>
                </a:lnTo>
                <a:lnTo>
                  <a:pt x="173725" y="109579"/>
                </a:lnTo>
                <a:lnTo>
                  <a:pt x="175159" y="108145"/>
                </a:lnTo>
                <a:lnTo>
                  <a:pt x="177027" y="108145"/>
                </a:lnTo>
                <a:lnTo>
                  <a:pt x="175059" y="110113"/>
                </a:lnTo>
                <a:close/>
                <a:moveTo>
                  <a:pt x="158180" y="107378"/>
                </a:moveTo>
                <a:lnTo>
                  <a:pt x="161182" y="104376"/>
                </a:lnTo>
                <a:lnTo>
                  <a:pt x="161182" y="100139"/>
                </a:lnTo>
                <a:lnTo>
                  <a:pt x="162850" y="101840"/>
                </a:lnTo>
                <a:lnTo>
                  <a:pt x="162850" y="105076"/>
                </a:lnTo>
                <a:lnTo>
                  <a:pt x="160548" y="107378"/>
                </a:lnTo>
                <a:close/>
                <a:moveTo>
                  <a:pt x="154911" y="107378"/>
                </a:moveTo>
                <a:lnTo>
                  <a:pt x="158847" y="103408"/>
                </a:lnTo>
                <a:lnTo>
                  <a:pt x="158847" y="97838"/>
                </a:lnTo>
                <a:lnTo>
                  <a:pt x="160382" y="99372"/>
                </a:lnTo>
                <a:lnTo>
                  <a:pt x="160382" y="104042"/>
                </a:lnTo>
                <a:lnTo>
                  <a:pt x="157079" y="107378"/>
                </a:lnTo>
                <a:lnTo>
                  <a:pt x="154911" y="107378"/>
                </a:lnTo>
                <a:close/>
                <a:moveTo>
                  <a:pt x="150842" y="107378"/>
                </a:moveTo>
                <a:lnTo>
                  <a:pt x="147506" y="104042"/>
                </a:lnTo>
                <a:lnTo>
                  <a:pt x="147506" y="99372"/>
                </a:lnTo>
                <a:lnTo>
                  <a:pt x="149040" y="97838"/>
                </a:lnTo>
                <a:lnTo>
                  <a:pt x="149040" y="103408"/>
                </a:lnTo>
                <a:lnTo>
                  <a:pt x="153010" y="107378"/>
                </a:lnTo>
                <a:lnTo>
                  <a:pt x="150842" y="107378"/>
                </a:lnTo>
                <a:close/>
                <a:moveTo>
                  <a:pt x="147339" y="107378"/>
                </a:moveTo>
                <a:lnTo>
                  <a:pt x="145037" y="105076"/>
                </a:lnTo>
                <a:lnTo>
                  <a:pt x="145037" y="101840"/>
                </a:lnTo>
                <a:lnTo>
                  <a:pt x="146739" y="100139"/>
                </a:lnTo>
                <a:lnTo>
                  <a:pt x="146739" y="104376"/>
                </a:lnTo>
                <a:lnTo>
                  <a:pt x="149707" y="107378"/>
                </a:lnTo>
                <a:lnTo>
                  <a:pt x="147339" y="107378"/>
                </a:lnTo>
                <a:close/>
                <a:moveTo>
                  <a:pt x="144270" y="112915"/>
                </a:moveTo>
                <a:lnTo>
                  <a:pt x="142936" y="111581"/>
                </a:lnTo>
                <a:lnTo>
                  <a:pt x="142936" y="109579"/>
                </a:lnTo>
                <a:lnTo>
                  <a:pt x="144370" y="108145"/>
                </a:lnTo>
                <a:lnTo>
                  <a:pt x="146238" y="108145"/>
                </a:lnTo>
                <a:lnTo>
                  <a:pt x="144270" y="110113"/>
                </a:lnTo>
                <a:close/>
                <a:moveTo>
                  <a:pt x="127391" y="107378"/>
                </a:moveTo>
                <a:lnTo>
                  <a:pt x="130260" y="104509"/>
                </a:lnTo>
                <a:lnTo>
                  <a:pt x="130394" y="104209"/>
                </a:lnTo>
                <a:lnTo>
                  <a:pt x="130394" y="100139"/>
                </a:lnTo>
                <a:lnTo>
                  <a:pt x="132061" y="101840"/>
                </a:lnTo>
                <a:lnTo>
                  <a:pt x="132061" y="105076"/>
                </a:lnTo>
                <a:lnTo>
                  <a:pt x="129760" y="107378"/>
                </a:lnTo>
                <a:lnTo>
                  <a:pt x="127391" y="107378"/>
                </a:lnTo>
                <a:close/>
                <a:moveTo>
                  <a:pt x="124122" y="107378"/>
                </a:moveTo>
                <a:lnTo>
                  <a:pt x="128059" y="103408"/>
                </a:lnTo>
                <a:lnTo>
                  <a:pt x="128059" y="97838"/>
                </a:lnTo>
                <a:lnTo>
                  <a:pt x="129593" y="99372"/>
                </a:lnTo>
                <a:lnTo>
                  <a:pt x="129593" y="104042"/>
                </a:lnTo>
                <a:lnTo>
                  <a:pt x="126291" y="107378"/>
                </a:lnTo>
                <a:lnTo>
                  <a:pt x="124122" y="107378"/>
                </a:lnTo>
                <a:close/>
                <a:moveTo>
                  <a:pt x="120053" y="107378"/>
                </a:moveTo>
                <a:lnTo>
                  <a:pt x="116717" y="104042"/>
                </a:lnTo>
                <a:lnTo>
                  <a:pt x="116717" y="99372"/>
                </a:lnTo>
                <a:lnTo>
                  <a:pt x="118252" y="97838"/>
                </a:lnTo>
                <a:lnTo>
                  <a:pt x="118252" y="103408"/>
                </a:lnTo>
                <a:lnTo>
                  <a:pt x="122188" y="107378"/>
                </a:lnTo>
                <a:lnTo>
                  <a:pt x="120053" y="107378"/>
                </a:lnTo>
                <a:close/>
                <a:moveTo>
                  <a:pt x="116550" y="107378"/>
                </a:moveTo>
                <a:lnTo>
                  <a:pt x="114249" y="105076"/>
                </a:lnTo>
                <a:lnTo>
                  <a:pt x="114249" y="101840"/>
                </a:lnTo>
                <a:lnTo>
                  <a:pt x="115950" y="100139"/>
                </a:lnTo>
                <a:lnTo>
                  <a:pt x="115950" y="104209"/>
                </a:lnTo>
                <a:lnTo>
                  <a:pt x="116050" y="104509"/>
                </a:lnTo>
                <a:lnTo>
                  <a:pt x="118919" y="107378"/>
                </a:lnTo>
                <a:lnTo>
                  <a:pt x="116550" y="107378"/>
                </a:lnTo>
                <a:close/>
                <a:moveTo>
                  <a:pt x="113482" y="112915"/>
                </a:moveTo>
                <a:lnTo>
                  <a:pt x="112147" y="111581"/>
                </a:lnTo>
                <a:lnTo>
                  <a:pt x="112147" y="109579"/>
                </a:lnTo>
                <a:lnTo>
                  <a:pt x="113582" y="108145"/>
                </a:lnTo>
                <a:lnTo>
                  <a:pt x="115450" y="108145"/>
                </a:lnTo>
                <a:lnTo>
                  <a:pt x="113482" y="110113"/>
                </a:lnTo>
                <a:close/>
                <a:moveTo>
                  <a:pt x="96603" y="107378"/>
                </a:moveTo>
                <a:lnTo>
                  <a:pt x="99605" y="104376"/>
                </a:lnTo>
                <a:lnTo>
                  <a:pt x="99605" y="100139"/>
                </a:lnTo>
                <a:lnTo>
                  <a:pt x="101273" y="101840"/>
                </a:lnTo>
                <a:lnTo>
                  <a:pt x="101273" y="105076"/>
                </a:lnTo>
                <a:lnTo>
                  <a:pt x="98971" y="107378"/>
                </a:lnTo>
                <a:close/>
                <a:moveTo>
                  <a:pt x="93334" y="107378"/>
                </a:moveTo>
                <a:lnTo>
                  <a:pt x="97270" y="103408"/>
                </a:lnTo>
                <a:lnTo>
                  <a:pt x="97270" y="97838"/>
                </a:lnTo>
                <a:lnTo>
                  <a:pt x="98804" y="99372"/>
                </a:lnTo>
                <a:lnTo>
                  <a:pt x="98804" y="104042"/>
                </a:lnTo>
                <a:lnTo>
                  <a:pt x="95469" y="107378"/>
                </a:lnTo>
                <a:lnTo>
                  <a:pt x="93334" y="107378"/>
                </a:lnTo>
                <a:close/>
                <a:moveTo>
                  <a:pt x="89231" y="107378"/>
                </a:moveTo>
                <a:lnTo>
                  <a:pt x="85929" y="104042"/>
                </a:lnTo>
                <a:lnTo>
                  <a:pt x="85929" y="99372"/>
                </a:lnTo>
                <a:lnTo>
                  <a:pt x="87463" y="97838"/>
                </a:lnTo>
                <a:lnTo>
                  <a:pt x="87463" y="103408"/>
                </a:lnTo>
                <a:lnTo>
                  <a:pt x="91399" y="107378"/>
                </a:lnTo>
                <a:lnTo>
                  <a:pt x="89231" y="107378"/>
                </a:lnTo>
                <a:close/>
                <a:moveTo>
                  <a:pt x="85762" y="107378"/>
                </a:moveTo>
                <a:lnTo>
                  <a:pt x="83460" y="105076"/>
                </a:lnTo>
                <a:lnTo>
                  <a:pt x="83460" y="101840"/>
                </a:lnTo>
                <a:lnTo>
                  <a:pt x="85128" y="100139"/>
                </a:lnTo>
                <a:lnTo>
                  <a:pt x="85128" y="104376"/>
                </a:lnTo>
                <a:lnTo>
                  <a:pt x="88130" y="107378"/>
                </a:lnTo>
                <a:lnTo>
                  <a:pt x="85762" y="107378"/>
                </a:lnTo>
                <a:close/>
                <a:moveTo>
                  <a:pt x="82660" y="112915"/>
                </a:moveTo>
                <a:lnTo>
                  <a:pt x="81359" y="111581"/>
                </a:lnTo>
                <a:lnTo>
                  <a:pt x="81359" y="109579"/>
                </a:lnTo>
                <a:lnTo>
                  <a:pt x="82793" y="108145"/>
                </a:lnTo>
                <a:lnTo>
                  <a:pt x="84628" y="108145"/>
                </a:lnTo>
                <a:lnTo>
                  <a:pt x="82660" y="110113"/>
                </a:lnTo>
                <a:close/>
                <a:moveTo>
                  <a:pt x="65814" y="107378"/>
                </a:moveTo>
                <a:lnTo>
                  <a:pt x="68683" y="104509"/>
                </a:lnTo>
                <a:lnTo>
                  <a:pt x="68816" y="104209"/>
                </a:lnTo>
                <a:lnTo>
                  <a:pt x="68816" y="100139"/>
                </a:lnTo>
                <a:lnTo>
                  <a:pt x="70484" y="101840"/>
                </a:lnTo>
                <a:lnTo>
                  <a:pt x="70484" y="105076"/>
                </a:lnTo>
                <a:lnTo>
                  <a:pt x="68183" y="107378"/>
                </a:lnTo>
                <a:lnTo>
                  <a:pt x="65814" y="107378"/>
                </a:lnTo>
                <a:close/>
                <a:moveTo>
                  <a:pt x="62512" y="107378"/>
                </a:moveTo>
                <a:lnTo>
                  <a:pt x="66481" y="103408"/>
                </a:lnTo>
                <a:lnTo>
                  <a:pt x="66481" y="97838"/>
                </a:lnTo>
                <a:lnTo>
                  <a:pt x="68016" y="99372"/>
                </a:lnTo>
                <a:lnTo>
                  <a:pt x="68016" y="104042"/>
                </a:lnTo>
                <a:lnTo>
                  <a:pt x="64680" y="107378"/>
                </a:lnTo>
                <a:lnTo>
                  <a:pt x="62512" y="107378"/>
                </a:lnTo>
                <a:close/>
                <a:moveTo>
                  <a:pt x="58442" y="107378"/>
                </a:moveTo>
                <a:lnTo>
                  <a:pt x="55140" y="104042"/>
                </a:lnTo>
                <a:lnTo>
                  <a:pt x="55140" y="99372"/>
                </a:lnTo>
                <a:lnTo>
                  <a:pt x="56674" y="97838"/>
                </a:lnTo>
                <a:lnTo>
                  <a:pt x="56674" y="103408"/>
                </a:lnTo>
                <a:lnTo>
                  <a:pt x="60610" y="107378"/>
                </a:lnTo>
                <a:lnTo>
                  <a:pt x="58442" y="107378"/>
                </a:lnTo>
                <a:close/>
                <a:moveTo>
                  <a:pt x="54973" y="107378"/>
                </a:moveTo>
                <a:lnTo>
                  <a:pt x="52671" y="105076"/>
                </a:lnTo>
                <a:lnTo>
                  <a:pt x="52671" y="101840"/>
                </a:lnTo>
                <a:lnTo>
                  <a:pt x="54339" y="100139"/>
                </a:lnTo>
                <a:lnTo>
                  <a:pt x="54339" y="104209"/>
                </a:lnTo>
                <a:lnTo>
                  <a:pt x="54473" y="104509"/>
                </a:lnTo>
                <a:lnTo>
                  <a:pt x="57341" y="107378"/>
                </a:lnTo>
                <a:lnTo>
                  <a:pt x="54973" y="107378"/>
                </a:lnTo>
                <a:close/>
                <a:moveTo>
                  <a:pt x="51871" y="112915"/>
                </a:moveTo>
                <a:lnTo>
                  <a:pt x="50570" y="111581"/>
                </a:lnTo>
                <a:lnTo>
                  <a:pt x="50570" y="109579"/>
                </a:lnTo>
                <a:lnTo>
                  <a:pt x="51971" y="108145"/>
                </a:lnTo>
                <a:lnTo>
                  <a:pt x="53839" y="108145"/>
                </a:lnTo>
                <a:lnTo>
                  <a:pt x="51871" y="110113"/>
                </a:lnTo>
                <a:close/>
                <a:moveTo>
                  <a:pt x="35026" y="107378"/>
                </a:moveTo>
                <a:lnTo>
                  <a:pt x="37994" y="104376"/>
                </a:lnTo>
                <a:lnTo>
                  <a:pt x="37994" y="100139"/>
                </a:lnTo>
                <a:lnTo>
                  <a:pt x="39696" y="101840"/>
                </a:lnTo>
                <a:lnTo>
                  <a:pt x="39696" y="105076"/>
                </a:lnTo>
                <a:lnTo>
                  <a:pt x="37394" y="107378"/>
                </a:lnTo>
                <a:close/>
                <a:moveTo>
                  <a:pt x="31723" y="107378"/>
                </a:moveTo>
                <a:lnTo>
                  <a:pt x="35693" y="103408"/>
                </a:lnTo>
                <a:lnTo>
                  <a:pt x="35693" y="97838"/>
                </a:lnTo>
                <a:lnTo>
                  <a:pt x="37227" y="99372"/>
                </a:lnTo>
                <a:lnTo>
                  <a:pt x="37227" y="104042"/>
                </a:lnTo>
                <a:lnTo>
                  <a:pt x="33891" y="107378"/>
                </a:lnTo>
                <a:lnTo>
                  <a:pt x="31723" y="107378"/>
                </a:lnTo>
                <a:close/>
                <a:moveTo>
                  <a:pt x="27654" y="107378"/>
                </a:moveTo>
                <a:lnTo>
                  <a:pt x="24351" y="104042"/>
                </a:lnTo>
                <a:lnTo>
                  <a:pt x="24351" y="99372"/>
                </a:lnTo>
                <a:lnTo>
                  <a:pt x="25886" y="97838"/>
                </a:lnTo>
                <a:lnTo>
                  <a:pt x="25886" y="103408"/>
                </a:lnTo>
                <a:lnTo>
                  <a:pt x="29822" y="107378"/>
                </a:lnTo>
                <a:lnTo>
                  <a:pt x="27654" y="107378"/>
                </a:lnTo>
                <a:close/>
                <a:moveTo>
                  <a:pt x="24184" y="107378"/>
                </a:moveTo>
                <a:lnTo>
                  <a:pt x="21883" y="105076"/>
                </a:lnTo>
                <a:lnTo>
                  <a:pt x="21883" y="101840"/>
                </a:lnTo>
                <a:lnTo>
                  <a:pt x="23551" y="100139"/>
                </a:lnTo>
                <a:lnTo>
                  <a:pt x="23551" y="104376"/>
                </a:lnTo>
                <a:lnTo>
                  <a:pt x="26553" y="107378"/>
                </a:lnTo>
                <a:lnTo>
                  <a:pt x="24184" y="107378"/>
                </a:lnTo>
                <a:close/>
                <a:moveTo>
                  <a:pt x="21082" y="112915"/>
                </a:moveTo>
                <a:lnTo>
                  <a:pt x="19781" y="111581"/>
                </a:lnTo>
                <a:lnTo>
                  <a:pt x="19781" y="109579"/>
                </a:lnTo>
                <a:lnTo>
                  <a:pt x="21182" y="108145"/>
                </a:lnTo>
                <a:lnTo>
                  <a:pt x="23050" y="108145"/>
                </a:lnTo>
                <a:lnTo>
                  <a:pt x="21082" y="110113"/>
                </a:lnTo>
                <a:close/>
                <a:moveTo>
                  <a:pt x="9674" y="10242"/>
                </a:moveTo>
                <a:lnTo>
                  <a:pt x="11008" y="11576"/>
                </a:lnTo>
                <a:lnTo>
                  <a:pt x="11008" y="13577"/>
                </a:lnTo>
                <a:lnTo>
                  <a:pt x="9574" y="15012"/>
                </a:lnTo>
                <a:lnTo>
                  <a:pt x="7706" y="15012"/>
                </a:lnTo>
                <a:lnTo>
                  <a:pt x="9674" y="13044"/>
                </a:lnTo>
                <a:close/>
                <a:moveTo>
                  <a:pt x="26553" y="15779"/>
                </a:moveTo>
                <a:lnTo>
                  <a:pt x="23551" y="18781"/>
                </a:lnTo>
                <a:lnTo>
                  <a:pt x="23551" y="23017"/>
                </a:lnTo>
                <a:lnTo>
                  <a:pt x="21883" y="21316"/>
                </a:lnTo>
                <a:lnTo>
                  <a:pt x="21883" y="18081"/>
                </a:lnTo>
                <a:lnTo>
                  <a:pt x="24184" y="15779"/>
                </a:lnTo>
                <a:lnTo>
                  <a:pt x="26553" y="15779"/>
                </a:lnTo>
                <a:close/>
                <a:moveTo>
                  <a:pt x="29822" y="15779"/>
                </a:moveTo>
                <a:lnTo>
                  <a:pt x="25886" y="19748"/>
                </a:lnTo>
                <a:lnTo>
                  <a:pt x="25886" y="25319"/>
                </a:lnTo>
                <a:lnTo>
                  <a:pt x="24351" y="23785"/>
                </a:lnTo>
                <a:lnTo>
                  <a:pt x="24351" y="19115"/>
                </a:lnTo>
                <a:lnTo>
                  <a:pt x="27654" y="15779"/>
                </a:lnTo>
                <a:lnTo>
                  <a:pt x="29822" y="15779"/>
                </a:lnTo>
                <a:close/>
                <a:moveTo>
                  <a:pt x="33891" y="15779"/>
                </a:moveTo>
                <a:lnTo>
                  <a:pt x="37227" y="19115"/>
                </a:lnTo>
                <a:lnTo>
                  <a:pt x="37227" y="23785"/>
                </a:lnTo>
                <a:lnTo>
                  <a:pt x="35693" y="25319"/>
                </a:lnTo>
                <a:lnTo>
                  <a:pt x="35693" y="19748"/>
                </a:lnTo>
                <a:lnTo>
                  <a:pt x="31723" y="15779"/>
                </a:lnTo>
                <a:lnTo>
                  <a:pt x="33891" y="15779"/>
                </a:lnTo>
                <a:close/>
                <a:moveTo>
                  <a:pt x="37394" y="15779"/>
                </a:moveTo>
                <a:lnTo>
                  <a:pt x="39696" y="18081"/>
                </a:lnTo>
                <a:lnTo>
                  <a:pt x="39696" y="21316"/>
                </a:lnTo>
                <a:lnTo>
                  <a:pt x="37994" y="23017"/>
                </a:lnTo>
                <a:lnTo>
                  <a:pt x="37994" y="18781"/>
                </a:lnTo>
                <a:lnTo>
                  <a:pt x="35026" y="15779"/>
                </a:lnTo>
                <a:lnTo>
                  <a:pt x="37394" y="15779"/>
                </a:lnTo>
                <a:close/>
                <a:moveTo>
                  <a:pt x="40463" y="10242"/>
                </a:moveTo>
                <a:lnTo>
                  <a:pt x="41797" y="11576"/>
                </a:lnTo>
                <a:lnTo>
                  <a:pt x="41797" y="13577"/>
                </a:lnTo>
                <a:lnTo>
                  <a:pt x="40363" y="15012"/>
                </a:lnTo>
                <a:lnTo>
                  <a:pt x="38495" y="15012"/>
                </a:lnTo>
                <a:lnTo>
                  <a:pt x="40463" y="13044"/>
                </a:lnTo>
                <a:close/>
                <a:moveTo>
                  <a:pt x="57341" y="15779"/>
                </a:moveTo>
                <a:lnTo>
                  <a:pt x="54473" y="18648"/>
                </a:lnTo>
                <a:lnTo>
                  <a:pt x="54339" y="18948"/>
                </a:lnTo>
                <a:lnTo>
                  <a:pt x="54339" y="23017"/>
                </a:lnTo>
                <a:lnTo>
                  <a:pt x="52671" y="21316"/>
                </a:lnTo>
                <a:lnTo>
                  <a:pt x="52671" y="18081"/>
                </a:lnTo>
                <a:lnTo>
                  <a:pt x="54973" y="15779"/>
                </a:lnTo>
                <a:lnTo>
                  <a:pt x="57341" y="15779"/>
                </a:lnTo>
                <a:close/>
                <a:moveTo>
                  <a:pt x="60610" y="15779"/>
                </a:moveTo>
                <a:lnTo>
                  <a:pt x="56674" y="19748"/>
                </a:lnTo>
                <a:lnTo>
                  <a:pt x="56674" y="25319"/>
                </a:lnTo>
                <a:lnTo>
                  <a:pt x="55140" y="23785"/>
                </a:lnTo>
                <a:lnTo>
                  <a:pt x="55140" y="19115"/>
                </a:lnTo>
                <a:lnTo>
                  <a:pt x="58442" y="15779"/>
                </a:lnTo>
                <a:lnTo>
                  <a:pt x="60610" y="15779"/>
                </a:lnTo>
                <a:close/>
                <a:moveTo>
                  <a:pt x="64680" y="15779"/>
                </a:moveTo>
                <a:lnTo>
                  <a:pt x="68016" y="19115"/>
                </a:lnTo>
                <a:lnTo>
                  <a:pt x="68016" y="23785"/>
                </a:lnTo>
                <a:lnTo>
                  <a:pt x="66481" y="25319"/>
                </a:lnTo>
                <a:lnTo>
                  <a:pt x="66481" y="19748"/>
                </a:lnTo>
                <a:lnTo>
                  <a:pt x="62545" y="15779"/>
                </a:lnTo>
                <a:lnTo>
                  <a:pt x="64680" y="15779"/>
                </a:lnTo>
                <a:close/>
                <a:moveTo>
                  <a:pt x="68183" y="15779"/>
                </a:moveTo>
                <a:lnTo>
                  <a:pt x="70484" y="18081"/>
                </a:lnTo>
                <a:lnTo>
                  <a:pt x="70484" y="21316"/>
                </a:lnTo>
                <a:lnTo>
                  <a:pt x="68783" y="23017"/>
                </a:lnTo>
                <a:lnTo>
                  <a:pt x="68783" y="18948"/>
                </a:lnTo>
                <a:lnTo>
                  <a:pt x="68683" y="18648"/>
                </a:lnTo>
                <a:lnTo>
                  <a:pt x="65814" y="15779"/>
                </a:lnTo>
                <a:lnTo>
                  <a:pt x="68183" y="15779"/>
                </a:lnTo>
                <a:close/>
                <a:moveTo>
                  <a:pt x="71251" y="10242"/>
                </a:moveTo>
                <a:lnTo>
                  <a:pt x="72586" y="11576"/>
                </a:lnTo>
                <a:lnTo>
                  <a:pt x="72586" y="13577"/>
                </a:lnTo>
                <a:lnTo>
                  <a:pt x="71151" y="15012"/>
                </a:lnTo>
                <a:lnTo>
                  <a:pt x="69283" y="15012"/>
                </a:lnTo>
                <a:lnTo>
                  <a:pt x="71251" y="13044"/>
                </a:lnTo>
                <a:lnTo>
                  <a:pt x="71251" y="10242"/>
                </a:lnTo>
                <a:close/>
                <a:moveTo>
                  <a:pt x="88130" y="15779"/>
                </a:moveTo>
                <a:lnTo>
                  <a:pt x="85128" y="18781"/>
                </a:lnTo>
                <a:lnTo>
                  <a:pt x="85128" y="23017"/>
                </a:lnTo>
                <a:lnTo>
                  <a:pt x="83460" y="21316"/>
                </a:lnTo>
                <a:lnTo>
                  <a:pt x="83460" y="18081"/>
                </a:lnTo>
                <a:lnTo>
                  <a:pt x="85762" y="15779"/>
                </a:lnTo>
                <a:lnTo>
                  <a:pt x="88130" y="15779"/>
                </a:lnTo>
                <a:close/>
                <a:moveTo>
                  <a:pt x="91399" y="15779"/>
                </a:moveTo>
                <a:lnTo>
                  <a:pt x="87463" y="19748"/>
                </a:lnTo>
                <a:lnTo>
                  <a:pt x="87463" y="25319"/>
                </a:lnTo>
                <a:lnTo>
                  <a:pt x="85929" y="23785"/>
                </a:lnTo>
                <a:lnTo>
                  <a:pt x="85929" y="19115"/>
                </a:lnTo>
                <a:lnTo>
                  <a:pt x="89231" y="15779"/>
                </a:lnTo>
                <a:lnTo>
                  <a:pt x="91399" y="15779"/>
                </a:lnTo>
                <a:close/>
                <a:moveTo>
                  <a:pt x="95469" y="15779"/>
                </a:moveTo>
                <a:lnTo>
                  <a:pt x="98804" y="19115"/>
                </a:lnTo>
                <a:lnTo>
                  <a:pt x="98804" y="23785"/>
                </a:lnTo>
                <a:lnTo>
                  <a:pt x="97270" y="25319"/>
                </a:lnTo>
                <a:lnTo>
                  <a:pt x="97270" y="19748"/>
                </a:lnTo>
                <a:lnTo>
                  <a:pt x="93334" y="15779"/>
                </a:lnTo>
                <a:lnTo>
                  <a:pt x="95469" y="15779"/>
                </a:lnTo>
                <a:close/>
                <a:moveTo>
                  <a:pt x="98971" y="15779"/>
                </a:moveTo>
                <a:lnTo>
                  <a:pt x="101273" y="18081"/>
                </a:lnTo>
                <a:lnTo>
                  <a:pt x="101273" y="21316"/>
                </a:lnTo>
                <a:lnTo>
                  <a:pt x="99572" y="23017"/>
                </a:lnTo>
                <a:lnTo>
                  <a:pt x="99572" y="18781"/>
                </a:lnTo>
                <a:lnTo>
                  <a:pt x="96603" y="15779"/>
                </a:lnTo>
                <a:lnTo>
                  <a:pt x="98971" y="15779"/>
                </a:lnTo>
                <a:close/>
                <a:moveTo>
                  <a:pt x="102040" y="10242"/>
                </a:moveTo>
                <a:lnTo>
                  <a:pt x="103374" y="11576"/>
                </a:lnTo>
                <a:lnTo>
                  <a:pt x="103374" y="13577"/>
                </a:lnTo>
                <a:lnTo>
                  <a:pt x="101940" y="15012"/>
                </a:lnTo>
                <a:lnTo>
                  <a:pt x="100072" y="15012"/>
                </a:lnTo>
                <a:lnTo>
                  <a:pt x="102040" y="13044"/>
                </a:lnTo>
                <a:close/>
                <a:moveTo>
                  <a:pt x="118919" y="15779"/>
                </a:moveTo>
                <a:lnTo>
                  <a:pt x="116050" y="18648"/>
                </a:lnTo>
                <a:lnTo>
                  <a:pt x="115917" y="18948"/>
                </a:lnTo>
                <a:lnTo>
                  <a:pt x="115917" y="23017"/>
                </a:lnTo>
                <a:lnTo>
                  <a:pt x="114249" y="21316"/>
                </a:lnTo>
                <a:lnTo>
                  <a:pt x="114249" y="18081"/>
                </a:lnTo>
                <a:lnTo>
                  <a:pt x="116550" y="15779"/>
                </a:lnTo>
                <a:lnTo>
                  <a:pt x="118919" y="15779"/>
                </a:lnTo>
                <a:close/>
                <a:moveTo>
                  <a:pt x="122188" y="15779"/>
                </a:moveTo>
                <a:lnTo>
                  <a:pt x="118252" y="19748"/>
                </a:lnTo>
                <a:lnTo>
                  <a:pt x="118252" y="25319"/>
                </a:lnTo>
                <a:lnTo>
                  <a:pt x="116717" y="23785"/>
                </a:lnTo>
                <a:lnTo>
                  <a:pt x="116717" y="19115"/>
                </a:lnTo>
                <a:lnTo>
                  <a:pt x="120053" y="15779"/>
                </a:lnTo>
                <a:lnTo>
                  <a:pt x="122188" y="15779"/>
                </a:lnTo>
                <a:close/>
                <a:moveTo>
                  <a:pt x="126291" y="15779"/>
                </a:moveTo>
                <a:lnTo>
                  <a:pt x="129593" y="19115"/>
                </a:lnTo>
                <a:lnTo>
                  <a:pt x="129593" y="23785"/>
                </a:lnTo>
                <a:lnTo>
                  <a:pt x="128059" y="25319"/>
                </a:lnTo>
                <a:lnTo>
                  <a:pt x="128059" y="19748"/>
                </a:lnTo>
                <a:lnTo>
                  <a:pt x="124122" y="15779"/>
                </a:lnTo>
                <a:lnTo>
                  <a:pt x="126291" y="15779"/>
                </a:lnTo>
                <a:close/>
                <a:moveTo>
                  <a:pt x="129760" y="15779"/>
                </a:moveTo>
                <a:lnTo>
                  <a:pt x="132061" y="18081"/>
                </a:lnTo>
                <a:lnTo>
                  <a:pt x="132061" y="21316"/>
                </a:lnTo>
                <a:lnTo>
                  <a:pt x="130394" y="23017"/>
                </a:lnTo>
                <a:lnTo>
                  <a:pt x="130394" y="18948"/>
                </a:lnTo>
                <a:lnTo>
                  <a:pt x="130260" y="18648"/>
                </a:lnTo>
                <a:lnTo>
                  <a:pt x="127391" y="15779"/>
                </a:lnTo>
                <a:lnTo>
                  <a:pt x="129760" y="15779"/>
                </a:lnTo>
                <a:close/>
                <a:moveTo>
                  <a:pt x="132862" y="10242"/>
                </a:moveTo>
                <a:lnTo>
                  <a:pt x="134163" y="11576"/>
                </a:lnTo>
                <a:lnTo>
                  <a:pt x="134163" y="13577"/>
                </a:lnTo>
                <a:lnTo>
                  <a:pt x="132729" y="15012"/>
                </a:lnTo>
                <a:lnTo>
                  <a:pt x="130894" y="15012"/>
                </a:lnTo>
                <a:lnTo>
                  <a:pt x="132862" y="13044"/>
                </a:lnTo>
                <a:close/>
                <a:moveTo>
                  <a:pt x="149707" y="15779"/>
                </a:moveTo>
                <a:lnTo>
                  <a:pt x="146739" y="18781"/>
                </a:lnTo>
                <a:lnTo>
                  <a:pt x="146739" y="23017"/>
                </a:lnTo>
                <a:lnTo>
                  <a:pt x="145037" y="21316"/>
                </a:lnTo>
                <a:lnTo>
                  <a:pt x="145037" y="18081"/>
                </a:lnTo>
                <a:lnTo>
                  <a:pt x="147339" y="15779"/>
                </a:lnTo>
                <a:lnTo>
                  <a:pt x="149707" y="15779"/>
                </a:lnTo>
                <a:close/>
                <a:moveTo>
                  <a:pt x="153010" y="15779"/>
                </a:moveTo>
                <a:lnTo>
                  <a:pt x="149040" y="19748"/>
                </a:lnTo>
                <a:lnTo>
                  <a:pt x="149040" y="25319"/>
                </a:lnTo>
                <a:lnTo>
                  <a:pt x="147506" y="23785"/>
                </a:lnTo>
                <a:lnTo>
                  <a:pt x="147506" y="19115"/>
                </a:lnTo>
                <a:lnTo>
                  <a:pt x="150842" y="15779"/>
                </a:lnTo>
                <a:lnTo>
                  <a:pt x="153010" y="15779"/>
                </a:lnTo>
                <a:close/>
                <a:moveTo>
                  <a:pt x="157079" y="15779"/>
                </a:moveTo>
                <a:lnTo>
                  <a:pt x="160382" y="19115"/>
                </a:lnTo>
                <a:lnTo>
                  <a:pt x="160382" y="23785"/>
                </a:lnTo>
                <a:lnTo>
                  <a:pt x="158847" y="25319"/>
                </a:lnTo>
                <a:lnTo>
                  <a:pt x="158847" y="19748"/>
                </a:lnTo>
                <a:lnTo>
                  <a:pt x="154911" y="15779"/>
                </a:lnTo>
                <a:lnTo>
                  <a:pt x="157079" y="15779"/>
                </a:lnTo>
                <a:close/>
                <a:moveTo>
                  <a:pt x="160548" y="15779"/>
                </a:moveTo>
                <a:lnTo>
                  <a:pt x="162850" y="18081"/>
                </a:lnTo>
                <a:lnTo>
                  <a:pt x="162850" y="21316"/>
                </a:lnTo>
                <a:lnTo>
                  <a:pt x="161182" y="23017"/>
                </a:lnTo>
                <a:lnTo>
                  <a:pt x="161182" y="18781"/>
                </a:lnTo>
                <a:lnTo>
                  <a:pt x="158180" y="15779"/>
                </a:lnTo>
                <a:lnTo>
                  <a:pt x="160548" y="15779"/>
                </a:lnTo>
                <a:close/>
                <a:moveTo>
                  <a:pt x="163651" y="10242"/>
                </a:moveTo>
                <a:lnTo>
                  <a:pt x="164952" y="11576"/>
                </a:lnTo>
                <a:lnTo>
                  <a:pt x="164952" y="13577"/>
                </a:lnTo>
                <a:lnTo>
                  <a:pt x="163551" y="15012"/>
                </a:lnTo>
                <a:lnTo>
                  <a:pt x="161683" y="15012"/>
                </a:lnTo>
                <a:lnTo>
                  <a:pt x="163651" y="13044"/>
                </a:lnTo>
                <a:close/>
                <a:moveTo>
                  <a:pt x="180496" y="15779"/>
                </a:moveTo>
                <a:lnTo>
                  <a:pt x="177627" y="18648"/>
                </a:lnTo>
                <a:lnTo>
                  <a:pt x="177527" y="18948"/>
                </a:lnTo>
                <a:lnTo>
                  <a:pt x="177527" y="23017"/>
                </a:lnTo>
                <a:lnTo>
                  <a:pt x="175826" y="21316"/>
                </a:lnTo>
                <a:lnTo>
                  <a:pt x="175826" y="18081"/>
                </a:lnTo>
                <a:lnTo>
                  <a:pt x="178128" y="15779"/>
                </a:lnTo>
                <a:lnTo>
                  <a:pt x="180496" y="15779"/>
                </a:lnTo>
                <a:close/>
                <a:moveTo>
                  <a:pt x="183798" y="15779"/>
                </a:moveTo>
                <a:lnTo>
                  <a:pt x="179829" y="19748"/>
                </a:lnTo>
                <a:lnTo>
                  <a:pt x="179829" y="25319"/>
                </a:lnTo>
                <a:lnTo>
                  <a:pt x="178294" y="23785"/>
                </a:lnTo>
                <a:lnTo>
                  <a:pt x="178294" y="19115"/>
                </a:lnTo>
                <a:lnTo>
                  <a:pt x="181630" y="15779"/>
                </a:lnTo>
                <a:lnTo>
                  <a:pt x="183798" y="15779"/>
                </a:lnTo>
                <a:close/>
                <a:moveTo>
                  <a:pt x="187868" y="15779"/>
                </a:moveTo>
                <a:lnTo>
                  <a:pt x="191170" y="19115"/>
                </a:lnTo>
                <a:lnTo>
                  <a:pt x="191170" y="23785"/>
                </a:lnTo>
                <a:lnTo>
                  <a:pt x="189636" y="25319"/>
                </a:lnTo>
                <a:lnTo>
                  <a:pt x="189636" y="19748"/>
                </a:lnTo>
                <a:lnTo>
                  <a:pt x="185700" y="15779"/>
                </a:lnTo>
                <a:lnTo>
                  <a:pt x="187868" y="15779"/>
                </a:lnTo>
                <a:close/>
                <a:moveTo>
                  <a:pt x="191337" y="15779"/>
                </a:moveTo>
                <a:lnTo>
                  <a:pt x="193639" y="18081"/>
                </a:lnTo>
                <a:lnTo>
                  <a:pt x="193639" y="21316"/>
                </a:lnTo>
                <a:lnTo>
                  <a:pt x="191971" y="23017"/>
                </a:lnTo>
                <a:lnTo>
                  <a:pt x="191971" y="18948"/>
                </a:lnTo>
                <a:lnTo>
                  <a:pt x="191837" y="18648"/>
                </a:lnTo>
                <a:lnTo>
                  <a:pt x="188969" y="15779"/>
                </a:lnTo>
                <a:lnTo>
                  <a:pt x="191337" y="15779"/>
                </a:lnTo>
                <a:close/>
                <a:moveTo>
                  <a:pt x="194439" y="10242"/>
                </a:moveTo>
                <a:lnTo>
                  <a:pt x="195740" y="11576"/>
                </a:lnTo>
                <a:lnTo>
                  <a:pt x="195740" y="13577"/>
                </a:lnTo>
                <a:lnTo>
                  <a:pt x="194339" y="15012"/>
                </a:lnTo>
                <a:lnTo>
                  <a:pt x="192471" y="15012"/>
                </a:lnTo>
                <a:lnTo>
                  <a:pt x="194439" y="13044"/>
                </a:lnTo>
                <a:close/>
                <a:moveTo>
                  <a:pt x="211285" y="15779"/>
                </a:moveTo>
                <a:lnTo>
                  <a:pt x="208316" y="18781"/>
                </a:lnTo>
                <a:lnTo>
                  <a:pt x="208316" y="23017"/>
                </a:lnTo>
                <a:lnTo>
                  <a:pt x="206615" y="21316"/>
                </a:lnTo>
                <a:lnTo>
                  <a:pt x="206615" y="18081"/>
                </a:lnTo>
                <a:lnTo>
                  <a:pt x="208916" y="15779"/>
                </a:lnTo>
                <a:lnTo>
                  <a:pt x="211285" y="15779"/>
                </a:lnTo>
                <a:close/>
                <a:moveTo>
                  <a:pt x="214587" y="15779"/>
                </a:moveTo>
                <a:lnTo>
                  <a:pt x="210618" y="19748"/>
                </a:lnTo>
                <a:lnTo>
                  <a:pt x="210618" y="25319"/>
                </a:lnTo>
                <a:lnTo>
                  <a:pt x="209083" y="23785"/>
                </a:lnTo>
                <a:lnTo>
                  <a:pt x="209083" y="19115"/>
                </a:lnTo>
                <a:lnTo>
                  <a:pt x="212419" y="15779"/>
                </a:lnTo>
                <a:lnTo>
                  <a:pt x="214587" y="15779"/>
                </a:lnTo>
                <a:close/>
                <a:moveTo>
                  <a:pt x="218657" y="15779"/>
                </a:moveTo>
                <a:lnTo>
                  <a:pt x="221959" y="19115"/>
                </a:lnTo>
                <a:lnTo>
                  <a:pt x="221959" y="23785"/>
                </a:lnTo>
                <a:lnTo>
                  <a:pt x="220425" y="25319"/>
                </a:lnTo>
                <a:lnTo>
                  <a:pt x="220425" y="19748"/>
                </a:lnTo>
                <a:lnTo>
                  <a:pt x="216488" y="15779"/>
                </a:lnTo>
                <a:lnTo>
                  <a:pt x="218657" y="15779"/>
                </a:lnTo>
                <a:close/>
                <a:moveTo>
                  <a:pt x="222126" y="15779"/>
                </a:moveTo>
                <a:lnTo>
                  <a:pt x="224427" y="18081"/>
                </a:lnTo>
                <a:lnTo>
                  <a:pt x="224427" y="21316"/>
                </a:lnTo>
                <a:lnTo>
                  <a:pt x="222760" y="23017"/>
                </a:lnTo>
                <a:lnTo>
                  <a:pt x="222760" y="18781"/>
                </a:lnTo>
                <a:lnTo>
                  <a:pt x="219757" y="15779"/>
                </a:lnTo>
                <a:lnTo>
                  <a:pt x="222126" y="15779"/>
                </a:lnTo>
                <a:close/>
                <a:moveTo>
                  <a:pt x="225228" y="10242"/>
                </a:moveTo>
                <a:lnTo>
                  <a:pt x="226529" y="11576"/>
                </a:lnTo>
                <a:lnTo>
                  <a:pt x="226529" y="13577"/>
                </a:lnTo>
                <a:lnTo>
                  <a:pt x="225128" y="15012"/>
                </a:lnTo>
                <a:lnTo>
                  <a:pt x="223260" y="15012"/>
                </a:lnTo>
                <a:lnTo>
                  <a:pt x="225228" y="13044"/>
                </a:lnTo>
                <a:close/>
                <a:moveTo>
                  <a:pt x="234635" y="14011"/>
                </a:moveTo>
                <a:lnTo>
                  <a:pt x="235635" y="15012"/>
                </a:lnTo>
                <a:lnTo>
                  <a:pt x="231866" y="15012"/>
                </a:lnTo>
                <a:lnTo>
                  <a:pt x="234535" y="12343"/>
                </a:lnTo>
                <a:lnTo>
                  <a:pt x="234535" y="13744"/>
                </a:lnTo>
                <a:close/>
                <a:moveTo>
                  <a:pt x="234635" y="75588"/>
                </a:moveTo>
                <a:lnTo>
                  <a:pt x="235635" y="76589"/>
                </a:lnTo>
                <a:lnTo>
                  <a:pt x="231866" y="76589"/>
                </a:lnTo>
                <a:lnTo>
                  <a:pt x="234535" y="73920"/>
                </a:lnTo>
                <a:lnTo>
                  <a:pt x="234535" y="75321"/>
                </a:lnTo>
                <a:close/>
                <a:moveTo>
                  <a:pt x="234535" y="109413"/>
                </a:moveTo>
                <a:lnTo>
                  <a:pt x="234535" y="110814"/>
                </a:lnTo>
                <a:lnTo>
                  <a:pt x="231899" y="108178"/>
                </a:lnTo>
                <a:lnTo>
                  <a:pt x="235635" y="108178"/>
                </a:lnTo>
                <a:lnTo>
                  <a:pt x="234635" y="109146"/>
                </a:lnTo>
                <a:close/>
                <a:moveTo>
                  <a:pt x="227229" y="109146"/>
                </a:moveTo>
                <a:lnTo>
                  <a:pt x="226229" y="108178"/>
                </a:lnTo>
                <a:lnTo>
                  <a:pt x="229965" y="108178"/>
                </a:lnTo>
                <a:lnTo>
                  <a:pt x="227330" y="110814"/>
                </a:lnTo>
                <a:lnTo>
                  <a:pt x="227330" y="109413"/>
                </a:lnTo>
                <a:close/>
                <a:moveTo>
                  <a:pt x="227330" y="104743"/>
                </a:moveTo>
                <a:lnTo>
                  <a:pt x="229965" y="107378"/>
                </a:lnTo>
                <a:lnTo>
                  <a:pt x="226229" y="107378"/>
                </a:lnTo>
                <a:lnTo>
                  <a:pt x="227330" y="106277"/>
                </a:lnTo>
                <a:lnTo>
                  <a:pt x="227330" y="104743"/>
                </a:lnTo>
                <a:close/>
                <a:moveTo>
                  <a:pt x="227897" y="104175"/>
                </a:moveTo>
                <a:lnTo>
                  <a:pt x="229264" y="104175"/>
                </a:lnTo>
                <a:lnTo>
                  <a:pt x="229431" y="104175"/>
                </a:lnTo>
                <a:lnTo>
                  <a:pt x="230532" y="103075"/>
                </a:lnTo>
                <a:lnTo>
                  <a:pt x="230532" y="106811"/>
                </a:lnTo>
                <a:close/>
                <a:moveTo>
                  <a:pt x="230532" y="108712"/>
                </a:moveTo>
                <a:lnTo>
                  <a:pt x="230532" y="112448"/>
                </a:lnTo>
                <a:lnTo>
                  <a:pt x="229431" y="111381"/>
                </a:lnTo>
                <a:lnTo>
                  <a:pt x="227897" y="111381"/>
                </a:lnTo>
                <a:close/>
                <a:moveTo>
                  <a:pt x="231332" y="108712"/>
                </a:moveTo>
                <a:lnTo>
                  <a:pt x="233968" y="111381"/>
                </a:lnTo>
                <a:lnTo>
                  <a:pt x="232567" y="111381"/>
                </a:lnTo>
                <a:lnTo>
                  <a:pt x="232300" y="111481"/>
                </a:lnTo>
                <a:lnTo>
                  <a:pt x="231332" y="112448"/>
                </a:lnTo>
                <a:lnTo>
                  <a:pt x="231332" y="108712"/>
                </a:lnTo>
                <a:close/>
                <a:moveTo>
                  <a:pt x="231866" y="107378"/>
                </a:moveTo>
                <a:lnTo>
                  <a:pt x="234535" y="104743"/>
                </a:lnTo>
                <a:lnTo>
                  <a:pt x="234535" y="106277"/>
                </a:lnTo>
                <a:lnTo>
                  <a:pt x="235635" y="107378"/>
                </a:lnTo>
                <a:close/>
                <a:moveTo>
                  <a:pt x="231332" y="106811"/>
                </a:moveTo>
                <a:lnTo>
                  <a:pt x="231332" y="103075"/>
                </a:lnTo>
                <a:lnTo>
                  <a:pt x="232300" y="104042"/>
                </a:lnTo>
                <a:lnTo>
                  <a:pt x="232567" y="104175"/>
                </a:lnTo>
                <a:lnTo>
                  <a:pt x="233968" y="104175"/>
                </a:lnTo>
                <a:close/>
                <a:moveTo>
                  <a:pt x="230532" y="101941"/>
                </a:moveTo>
                <a:lnTo>
                  <a:pt x="229097" y="103375"/>
                </a:lnTo>
                <a:lnTo>
                  <a:pt x="227096" y="103375"/>
                </a:lnTo>
                <a:lnTo>
                  <a:pt x="225762" y="102074"/>
                </a:lnTo>
                <a:lnTo>
                  <a:pt x="228397" y="102074"/>
                </a:lnTo>
                <a:lnTo>
                  <a:pt x="228564" y="102074"/>
                </a:lnTo>
                <a:lnTo>
                  <a:pt x="230532" y="100106"/>
                </a:lnTo>
                <a:lnTo>
                  <a:pt x="230532" y="101941"/>
                </a:lnTo>
                <a:close/>
                <a:moveTo>
                  <a:pt x="228230" y="101273"/>
                </a:moveTo>
                <a:lnTo>
                  <a:pt x="224995" y="101273"/>
                </a:lnTo>
                <a:lnTo>
                  <a:pt x="223327" y="99606"/>
                </a:lnTo>
                <a:lnTo>
                  <a:pt x="227363" y="99606"/>
                </a:lnTo>
                <a:lnTo>
                  <a:pt x="227530" y="99606"/>
                </a:lnTo>
                <a:lnTo>
                  <a:pt x="230532" y="96603"/>
                </a:lnTo>
                <a:lnTo>
                  <a:pt x="230532" y="98972"/>
                </a:lnTo>
                <a:close/>
                <a:moveTo>
                  <a:pt x="227229" y="98805"/>
                </a:moveTo>
                <a:lnTo>
                  <a:pt x="222526" y="98805"/>
                </a:lnTo>
                <a:lnTo>
                  <a:pt x="220992" y="97271"/>
                </a:lnTo>
                <a:lnTo>
                  <a:pt x="226429" y="97271"/>
                </a:lnTo>
                <a:lnTo>
                  <a:pt x="226596" y="97271"/>
                </a:lnTo>
                <a:lnTo>
                  <a:pt x="230532" y="93334"/>
                </a:lnTo>
                <a:lnTo>
                  <a:pt x="230532" y="95503"/>
                </a:lnTo>
                <a:close/>
                <a:moveTo>
                  <a:pt x="203746" y="109413"/>
                </a:moveTo>
                <a:lnTo>
                  <a:pt x="203746" y="110814"/>
                </a:lnTo>
                <a:lnTo>
                  <a:pt x="201077" y="108178"/>
                </a:lnTo>
                <a:lnTo>
                  <a:pt x="204847" y="108178"/>
                </a:lnTo>
                <a:lnTo>
                  <a:pt x="203846" y="109146"/>
                </a:lnTo>
                <a:close/>
                <a:moveTo>
                  <a:pt x="196407" y="109146"/>
                </a:moveTo>
                <a:lnTo>
                  <a:pt x="195440" y="108178"/>
                </a:lnTo>
                <a:lnTo>
                  <a:pt x="199176" y="108178"/>
                </a:lnTo>
                <a:lnTo>
                  <a:pt x="196541" y="110814"/>
                </a:lnTo>
                <a:lnTo>
                  <a:pt x="196541" y="109413"/>
                </a:lnTo>
                <a:close/>
                <a:moveTo>
                  <a:pt x="192538" y="99606"/>
                </a:moveTo>
                <a:lnTo>
                  <a:pt x="196741" y="99606"/>
                </a:lnTo>
                <a:lnTo>
                  <a:pt x="199743" y="96603"/>
                </a:lnTo>
                <a:lnTo>
                  <a:pt x="199743" y="98972"/>
                </a:lnTo>
                <a:lnTo>
                  <a:pt x="197441" y="101273"/>
                </a:lnTo>
                <a:lnTo>
                  <a:pt x="194206" y="101273"/>
                </a:lnTo>
                <a:close/>
                <a:moveTo>
                  <a:pt x="190203" y="97271"/>
                </a:moveTo>
                <a:lnTo>
                  <a:pt x="195807" y="97271"/>
                </a:lnTo>
                <a:lnTo>
                  <a:pt x="199743" y="93334"/>
                </a:lnTo>
                <a:lnTo>
                  <a:pt x="199743" y="95503"/>
                </a:lnTo>
                <a:lnTo>
                  <a:pt x="196441" y="98805"/>
                </a:lnTo>
                <a:lnTo>
                  <a:pt x="191737" y="98805"/>
                </a:lnTo>
                <a:close/>
                <a:moveTo>
                  <a:pt x="177761" y="98805"/>
                </a:moveTo>
                <a:lnTo>
                  <a:pt x="173057" y="98805"/>
                </a:lnTo>
                <a:lnTo>
                  <a:pt x="169755" y="95503"/>
                </a:lnTo>
                <a:lnTo>
                  <a:pt x="169755" y="93334"/>
                </a:lnTo>
                <a:lnTo>
                  <a:pt x="173691" y="97271"/>
                </a:lnTo>
                <a:lnTo>
                  <a:pt x="179262" y="97271"/>
                </a:lnTo>
                <a:close/>
                <a:moveTo>
                  <a:pt x="175292" y="101273"/>
                </a:moveTo>
                <a:lnTo>
                  <a:pt x="172023" y="101273"/>
                </a:lnTo>
                <a:lnTo>
                  <a:pt x="169755" y="98972"/>
                </a:lnTo>
                <a:lnTo>
                  <a:pt x="169755" y="96603"/>
                </a:lnTo>
                <a:lnTo>
                  <a:pt x="172724" y="99606"/>
                </a:lnTo>
                <a:lnTo>
                  <a:pt x="176960" y="99606"/>
                </a:lnTo>
                <a:close/>
                <a:moveTo>
                  <a:pt x="173191" y="103375"/>
                </a:moveTo>
                <a:lnTo>
                  <a:pt x="171156" y="103375"/>
                </a:lnTo>
                <a:lnTo>
                  <a:pt x="169755" y="101941"/>
                </a:lnTo>
                <a:lnTo>
                  <a:pt x="169755" y="100106"/>
                </a:lnTo>
                <a:lnTo>
                  <a:pt x="171723" y="102074"/>
                </a:lnTo>
                <a:lnTo>
                  <a:pt x="174492" y="102074"/>
                </a:lnTo>
                <a:close/>
                <a:moveTo>
                  <a:pt x="172957" y="109413"/>
                </a:moveTo>
                <a:lnTo>
                  <a:pt x="172957" y="110814"/>
                </a:lnTo>
                <a:lnTo>
                  <a:pt x="170289" y="108178"/>
                </a:lnTo>
                <a:lnTo>
                  <a:pt x="174025" y="108178"/>
                </a:lnTo>
                <a:lnTo>
                  <a:pt x="173057" y="109146"/>
                </a:lnTo>
                <a:close/>
                <a:moveTo>
                  <a:pt x="165619" y="109146"/>
                </a:moveTo>
                <a:lnTo>
                  <a:pt x="164651" y="108178"/>
                </a:lnTo>
                <a:lnTo>
                  <a:pt x="168387" y="108178"/>
                </a:lnTo>
                <a:lnTo>
                  <a:pt x="165752" y="110814"/>
                </a:lnTo>
                <a:lnTo>
                  <a:pt x="165752" y="109413"/>
                </a:lnTo>
                <a:close/>
                <a:moveTo>
                  <a:pt x="161749" y="99606"/>
                </a:moveTo>
                <a:lnTo>
                  <a:pt x="165786" y="99606"/>
                </a:lnTo>
                <a:lnTo>
                  <a:pt x="165952" y="99606"/>
                </a:lnTo>
                <a:lnTo>
                  <a:pt x="168954" y="96603"/>
                </a:lnTo>
                <a:lnTo>
                  <a:pt x="168954" y="98972"/>
                </a:lnTo>
                <a:lnTo>
                  <a:pt x="166653" y="101273"/>
                </a:lnTo>
                <a:lnTo>
                  <a:pt x="163417" y="101273"/>
                </a:lnTo>
                <a:close/>
                <a:moveTo>
                  <a:pt x="159414" y="97271"/>
                </a:moveTo>
                <a:lnTo>
                  <a:pt x="164852" y="97271"/>
                </a:lnTo>
                <a:lnTo>
                  <a:pt x="164985" y="97271"/>
                </a:lnTo>
                <a:lnTo>
                  <a:pt x="168954" y="93334"/>
                </a:lnTo>
                <a:lnTo>
                  <a:pt x="168954" y="95503"/>
                </a:lnTo>
                <a:lnTo>
                  <a:pt x="165619" y="98805"/>
                </a:lnTo>
                <a:lnTo>
                  <a:pt x="160949" y="98805"/>
                </a:lnTo>
                <a:close/>
                <a:moveTo>
                  <a:pt x="142135" y="109413"/>
                </a:moveTo>
                <a:lnTo>
                  <a:pt x="142135" y="110814"/>
                </a:lnTo>
                <a:lnTo>
                  <a:pt x="139500" y="108178"/>
                </a:lnTo>
                <a:lnTo>
                  <a:pt x="143236" y="108178"/>
                </a:lnTo>
                <a:lnTo>
                  <a:pt x="142269" y="109146"/>
                </a:lnTo>
                <a:close/>
                <a:moveTo>
                  <a:pt x="134830" y="109146"/>
                </a:moveTo>
                <a:lnTo>
                  <a:pt x="133863" y="108178"/>
                </a:lnTo>
                <a:lnTo>
                  <a:pt x="137599" y="108178"/>
                </a:lnTo>
                <a:lnTo>
                  <a:pt x="134964" y="110814"/>
                </a:lnTo>
                <a:lnTo>
                  <a:pt x="134964" y="109413"/>
                </a:lnTo>
                <a:close/>
                <a:moveTo>
                  <a:pt x="130927" y="99606"/>
                </a:moveTo>
                <a:lnTo>
                  <a:pt x="135164" y="99606"/>
                </a:lnTo>
                <a:lnTo>
                  <a:pt x="138166" y="96603"/>
                </a:lnTo>
                <a:lnTo>
                  <a:pt x="138166" y="98972"/>
                </a:lnTo>
                <a:lnTo>
                  <a:pt x="135864" y="101273"/>
                </a:lnTo>
                <a:lnTo>
                  <a:pt x="132629" y="101273"/>
                </a:lnTo>
                <a:close/>
                <a:moveTo>
                  <a:pt x="128626" y="97271"/>
                </a:moveTo>
                <a:lnTo>
                  <a:pt x="134196" y="97271"/>
                </a:lnTo>
                <a:lnTo>
                  <a:pt x="138166" y="93334"/>
                </a:lnTo>
                <a:lnTo>
                  <a:pt x="138166" y="95503"/>
                </a:lnTo>
                <a:lnTo>
                  <a:pt x="134830" y="98805"/>
                </a:lnTo>
                <a:lnTo>
                  <a:pt x="130160" y="98805"/>
                </a:lnTo>
                <a:close/>
                <a:moveTo>
                  <a:pt x="116150" y="98805"/>
                </a:moveTo>
                <a:lnTo>
                  <a:pt x="111480" y="98805"/>
                </a:lnTo>
                <a:lnTo>
                  <a:pt x="108144" y="95503"/>
                </a:lnTo>
                <a:lnTo>
                  <a:pt x="108144" y="93334"/>
                </a:lnTo>
                <a:lnTo>
                  <a:pt x="112114" y="97271"/>
                </a:lnTo>
                <a:lnTo>
                  <a:pt x="117685" y="97271"/>
                </a:lnTo>
                <a:close/>
                <a:moveTo>
                  <a:pt x="113682" y="101273"/>
                </a:moveTo>
                <a:lnTo>
                  <a:pt x="110446" y="101273"/>
                </a:lnTo>
                <a:lnTo>
                  <a:pt x="108144" y="98972"/>
                </a:lnTo>
                <a:lnTo>
                  <a:pt x="108144" y="96603"/>
                </a:lnTo>
                <a:lnTo>
                  <a:pt x="111147" y="99606"/>
                </a:lnTo>
                <a:lnTo>
                  <a:pt x="115383" y="99606"/>
                </a:lnTo>
                <a:close/>
                <a:moveTo>
                  <a:pt x="111580" y="103375"/>
                </a:moveTo>
                <a:lnTo>
                  <a:pt x="109579" y="103375"/>
                </a:lnTo>
                <a:lnTo>
                  <a:pt x="108144" y="101941"/>
                </a:lnTo>
                <a:lnTo>
                  <a:pt x="108144" y="100106"/>
                </a:lnTo>
                <a:lnTo>
                  <a:pt x="110112" y="102074"/>
                </a:lnTo>
                <a:lnTo>
                  <a:pt x="112914" y="102074"/>
                </a:lnTo>
                <a:close/>
                <a:moveTo>
                  <a:pt x="111347" y="109413"/>
                </a:moveTo>
                <a:lnTo>
                  <a:pt x="111347" y="110814"/>
                </a:lnTo>
                <a:lnTo>
                  <a:pt x="108711" y="108178"/>
                </a:lnTo>
                <a:lnTo>
                  <a:pt x="112447" y="108178"/>
                </a:lnTo>
                <a:lnTo>
                  <a:pt x="111480" y="109146"/>
                </a:lnTo>
                <a:close/>
                <a:moveTo>
                  <a:pt x="104041" y="109146"/>
                </a:moveTo>
                <a:lnTo>
                  <a:pt x="103074" y="108178"/>
                </a:lnTo>
                <a:lnTo>
                  <a:pt x="106810" y="108178"/>
                </a:lnTo>
                <a:lnTo>
                  <a:pt x="104175" y="110814"/>
                </a:lnTo>
                <a:lnTo>
                  <a:pt x="104175" y="109413"/>
                </a:lnTo>
                <a:close/>
                <a:moveTo>
                  <a:pt x="100139" y="99606"/>
                </a:moveTo>
                <a:lnTo>
                  <a:pt x="104208" y="99606"/>
                </a:lnTo>
                <a:lnTo>
                  <a:pt x="104375" y="99606"/>
                </a:lnTo>
                <a:lnTo>
                  <a:pt x="107377" y="96603"/>
                </a:lnTo>
                <a:lnTo>
                  <a:pt x="107377" y="98972"/>
                </a:lnTo>
                <a:lnTo>
                  <a:pt x="105076" y="101273"/>
                </a:lnTo>
                <a:lnTo>
                  <a:pt x="101807" y="101273"/>
                </a:lnTo>
                <a:close/>
                <a:moveTo>
                  <a:pt x="97837" y="97271"/>
                </a:moveTo>
                <a:lnTo>
                  <a:pt x="103241" y="97271"/>
                </a:lnTo>
                <a:lnTo>
                  <a:pt x="103408" y="97271"/>
                </a:lnTo>
                <a:lnTo>
                  <a:pt x="107344" y="93334"/>
                </a:lnTo>
                <a:lnTo>
                  <a:pt x="107344" y="95503"/>
                </a:lnTo>
                <a:lnTo>
                  <a:pt x="104041" y="98805"/>
                </a:lnTo>
                <a:lnTo>
                  <a:pt x="99371" y="98805"/>
                </a:lnTo>
                <a:close/>
                <a:moveTo>
                  <a:pt x="80558" y="109413"/>
                </a:moveTo>
                <a:lnTo>
                  <a:pt x="80558" y="110814"/>
                </a:lnTo>
                <a:lnTo>
                  <a:pt x="77923" y="108178"/>
                </a:lnTo>
                <a:lnTo>
                  <a:pt x="81659" y="108178"/>
                </a:lnTo>
                <a:lnTo>
                  <a:pt x="80691" y="109146"/>
                </a:lnTo>
                <a:close/>
                <a:moveTo>
                  <a:pt x="73253" y="109146"/>
                </a:moveTo>
                <a:lnTo>
                  <a:pt x="72285" y="108178"/>
                </a:lnTo>
                <a:lnTo>
                  <a:pt x="76021" y="108178"/>
                </a:lnTo>
                <a:lnTo>
                  <a:pt x="73386" y="110814"/>
                </a:lnTo>
                <a:lnTo>
                  <a:pt x="73386" y="109413"/>
                </a:lnTo>
                <a:close/>
                <a:moveTo>
                  <a:pt x="69350" y="99606"/>
                </a:moveTo>
                <a:lnTo>
                  <a:pt x="73586" y="99606"/>
                </a:lnTo>
                <a:lnTo>
                  <a:pt x="76589" y="96603"/>
                </a:lnTo>
                <a:lnTo>
                  <a:pt x="76589" y="98972"/>
                </a:lnTo>
                <a:lnTo>
                  <a:pt x="74287" y="101273"/>
                </a:lnTo>
                <a:lnTo>
                  <a:pt x="71018" y="101273"/>
                </a:lnTo>
                <a:close/>
                <a:moveTo>
                  <a:pt x="67048" y="97271"/>
                </a:moveTo>
                <a:lnTo>
                  <a:pt x="72619" y="97271"/>
                </a:lnTo>
                <a:lnTo>
                  <a:pt x="76589" y="93334"/>
                </a:lnTo>
                <a:lnTo>
                  <a:pt x="76589" y="95503"/>
                </a:lnTo>
                <a:lnTo>
                  <a:pt x="73253" y="98805"/>
                </a:lnTo>
                <a:lnTo>
                  <a:pt x="68583" y="98805"/>
                </a:lnTo>
                <a:close/>
                <a:moveTo>
                  <a:pt x="54573" y="98805"/>
                </a:moveTo>
                <a:lnTo>
                  <a:pt x="49903" y="98805"/>
                </a:lnTo>
                <a:lnTo>
                  <a:pt x="46567" y="95503"/>
                </a:lnTo>
                <a:lnTo>
                  <a:pt x="46567" y="93334"/>
                </a:lnTo>
                <a:lnTo>
                  <a:pt x="50537" y="97271"/>
                </a:lnTo>
                <a:lnTo>
                  <a:pt x="56107" y="97271"/>
                </a:lnTo>
                <a:close/>
                <a:moveTo>
                  <a:pt x="52104" y="101273"/>
                </a:moveTo>
                <a:lnTo>
                  <a:pt x="48869" y="101273"/>
                </a:lnTo>
                <a:lnTo>
                  <a:pt x="46567" y="98972"/>
                </a:lnTo>
                <a:lnTo>
                  <a:pt x="46567" y="96603"/>
                </a:lnTo>
                <a:lnTo>
                  <a:pt x="49569" y="99606"/>
                </a:lnTo>
                <a:lnTo>
                  <a:pt x="53806" y="99606"/>
                </a:lnTo>
                <a:close/>
                <a:moveTo>
                  <a:pt x="50003" y="103375"/>
                </a:moveTo>
                <a:lnTo>
                  <a:pt x="48001" y="103375"/>
                </a:lnTo>
                <a:lnTo>
                  <a:pt x="46567" y="101941"/>
                </a:lnTo>
                <a:lnTo>
                  <a:pt x="46567" y="100106"/>
                </a:lnTo>
                <a:lnTo>
                  <a:pt x="48535" y="102074"/>
                </a:lnTo>
                <a:lnTo>
                  <a:pt x="51337" y="102074"/>
                </a:lnTo>
                <a:close/>
                <a:moveTo>
                  <a:pt x="49769" y="109413"/>
                </a:moveTo>
                <a:lnTo>
                  <a:pt x="49769" y="110814"/>
                </a:lnTo>
                <a:lnTo>
                  <a:pt x="47134" y="108178"/>
                </a:lnTo>
                <a:lnTo>
                  <a:pt x="50870" y="108178"/>
                </a:lnTo>
                <a:lnTo>
                  <a:pt x="49903" y="109146"/>
                </a:lnTo>
                <a:close/>
                <a:moveTo>
                  <a:pt x="42464" y="109146"/>
                </a:moveTo>
                <a:lnTo>
                  <a:pt x="41497" y="108178"/>
                </a:lnTo>
                <a:lnTo>
                  <a:pt x="45233" y="108178"/>
                </a:lnTo>
                <a:lnTo>
                  <a:pt x="42564" y="110814"/>
                </a:lnTo>
                <a:lnTo>
                  <a:pt x="42564" y="109413"/>
                </a:lnTo>
                <a:close/>
                <a:moveTo>
                  <a:pt x="38561" y="99606"/>
                </a:moveTo>
                <a:lnTo>
                  <a:pt x="42631" y="99606"/>
                </a:lnTo>
                <a:lnTo>
                  <a:pt x="42798" y="99606"/>
                </a:lnTo>
                <a:lnTo>
                  <a:pt x="45800" y="96603"/>
                </a:lnTo>
                <a:lnTo>
                  <a:pt x="45800" y="98972"/>
                </a:lnTo>
                <a:lnTo>
                  <a:pt x="43498" y="101273"/>
                </a:lnTo>
                <a:lnTo>
                  <a:pt x="40229" y="101273"/>
                </a:lnTo>
                <a:close/>
                <a:moveTo>
                  <a:pt x="36260" y="97271"/>
                </a:moveTo>
                <a:lnTo>
                  <a:pt x="41664" y="97271"/>
                </a:lnTo>
                <a:lnTo>
                  <a:pt x="41830" y="97271"/>
                </a:lnTo>
                <a:lnTo>
                  <a:pt x="45767" y="93334"/>
                </a:lnTo>
                <a:lnTo>
                  <a:pt x="45767" y="95503"/>
                </a:lnTo>
                <a:lnTo>
                  <a:pt x="42464" y="98805"/>
                </a:lnTo>
                <a:lnTo>
                  <a:pt x="37761" y="98805"/>
                </a:lnTo>
                <a:close/>
                <a:moveTo>
                  <a:pt x="18981" y="109413"/>
                </a:moveTo>
                <a:lnTo>
                  <a:pt x="18981" y="110814"/>
                </a:lnTo>
                <a:lnTo>
                  <a:pt x="16346" y="108178"/>
                </a:lnTo>
                <a:lnTo>
                  <a:pt x="20082" y="108178"/>
                </a:lnTo>
                <a:lnTo>
                  <a:pt x="19114" y="109146"/>
                </a:lnTo>
                <a:close/>
                <a:moveTo>
                  <a:pt x="11675" y="109146"/>
                </a:moveTo>
                <a:lnTo>
                  <a:pt x="10675" y="108178"/>
                </a:lnTo>
                <a:lnTo>
                  <a:pt x="14444" y="108178"/>
                </a:lnTo>
                <a:lnTo>
                  <a:pt x="11776" y="110814"/>
                </a:lnTo>
                <a:lnTo>
                  <a:pt x="11776" y="109413"/>
                </a:lnTo>
                <a:close/>
                <a:moveTo>
                  <a:pt x="15778" y="103075"/>
                </a:moveTo>
                <a:lnTo>
                  <a:pt x="16879" y="104175"/>
                </a:lnTo>
                <a:lnTo>
                  <a:pt x="17046" y="104175"/>
                </a:lnTo>
                <a:lnTo>
                  <a:pt x="18414" y="104175"/>
                </a:lnTo>
                <a:lnTo>
                  <a:pt x="15778" y="106811"/>
                </a:lnTo>
                <a:close/>
                <a:moveTo>
                  <a:pt x="14978" y="106811"/>
                </a:moveTo>
                <a:lnTo>
                  <a:pt x="12343" y="104175"/>
                </a:lnTo>
                <a:lnTo>
                  <a:pt x="13744" y="104175"/>
                </a:lnTo>
                <a:lnTo>
                  <a:pt x="14011" y="104042"/>
                </a:lnTo>
                <a:lnTo>
                  <a:pt x="14978" y="103075"/>
                </a:lnTo>
                <a:close/>
                <a:moveTo>
                  <a:pt x="14978" y="101941"/>
                </a:moveTo>
                <a:lnTo>
                  <a:pt x="13577" y="103375"/>
                </a:lnTo>
                <a:lnTo>
                  <a:pt x="11542" y="103375"/>
                </a:lnTo>
                <a:lnTo>
                  <a:pt x="10241" y="102074"/>
                </a:lnTo>
                <a:lnTo>
                  <a:pt x="13010" y="102074"/>
                </a:lnTo>
                <a:lnTo>
                  <a:pt x="14978" y="100106"/>
                </a:lnTo>
                <a:lnTo>
                  <a:pt x="14978" y="101941"/>
                </a:lnTo>
                <a:close/>
                <a:moveTo>
                  <a:pt x="11776" y="104743"/>
                </a:moveTo>
                <a:lnTo>
                  <a:pt x="14411" y="107378"/>
                </a:lnTo>
                <a:lnTo>
                  <a:pt x="10675" y="107378"/>
                </a:lnTo>
                <a:lnTo>
                  <a:pt x="11776" y="106277"/>
                </a:lnTo>
                <a:lnTo>
                  <a:pt x="11776" y="104743"/>
                </a:lnTo>
                <a:close/>
                <a:moveTo>
                  <a:pt x="14978" y="108712"/>
                </a:moveTo>
                <a:lnTo>
                  <a:pt x="14978" y="112448"/>
                </a:lnTo>
                <a:lnTo>
                  <a:pt x="14011" y="111481"/>
                </a:lnTo>
                <a:lnTo>
                  <a:pt x="13744" y="111381"/>
                </a:lnTo>
                <a:lnTo>
                  <a:pt x="12343" y="111381"/>
                </a:lnTo>
                <a:close/>
                <a:moveTo>
                  <a:pt x="15778" y="108712"/>
                </a:moveTo>
                <a:lnTo>
                  <a:pt x="18414" y="111381"/>
                </a:lnTo>
                <a:lnTo>
                  <a:pt x="16879" y="111381"/>
                </a:lnTo>
                <a:lnTo>
                  <a:pt x="15778" y="112448"/>
                </a:lnTo>
                <a:close/>
                <a:moveTo>
                  <a:pt x="16346" y="107378"/>
                </a:moveTo>
                <a:lnTo>
                  <a:pt x="18981" y="104743"/>
                </a:lnTo>
                <a:lnTo>
                  <a:pt x="18981" y="106277"/>
                </a:lnTo>
                <a:lnTo>
                  <a:pt x="20082" y="107378"/>
                </a:lnTo>
                <a:close/>
                <a:moveTo>
                  <a:pt x="19214" y="103375"/>
                </a:moveTo>
                <a:lnTo>
                  <a:pt x="17213" y="103375"/>
                </a:lnTo>
                <a:lnTo>
                  <a:pt x="15778" y="101941"/>
                </a:lnTo>
                <a:lnTo>
                  <a:pt x="15778" y="100106"/>
                </a:lnTo>
                <a:lnTo>
                  <a:pt x="17747" y="102074"/>
                </a:lnTo>
                <a:lnTo>
                  <a:pt x="17913" y="102074"/>
                </a:lnTo>
                <a:lnTo>
                  <a:pt x="20515" y="102074"/>
                </a:lnTo>
                <a:close/>
                <a:moveTo>
                  <a:pt x="21316" y="101273"/>
                </a:moveTo>
                <a:lnTo>
                  <a:pt x="18080" y="101273"/>
                </a:lnTo>
                <a:lnTo>
                  <a:pt x="15778" y="98972"/>
                </a:lnTo>
                <a:lnTo>
                  <a:pt x="15778" y="96603"/>
                </a:lnTo>
                <a:lnTo>
                  <a:pt x="18781" y="99606"/>
                </a:lnTo>
                <a:lnTo>
                  <a:pt x="18914" y="99606"/>
                </a:lnTo>
                <a:lnTo>
                  <a:pt x="22984" y="99606"/>
                </a:lnTo>
                <a:close/>
                <a:moveTo>
                  <a:pt x="23784" y="98805"/>
                </a:moveTo>
                <a:lnTo>
                  <a:pt x="19081" y="98805"/>
                </a:lnTo>
                <a:lnTo>
                  <a:pt x="15778" y="95503"/>
                </a:lnTo>
                <a:lnTo>
                  <a:pt x="15778" y="93334"/>
                </a:lnTo>
                <a:lnTo>
                  <a:pt x="19715" y="97271"/>
                </a:lnTo>
                <a:lnTo>
                  <a:pt x="19881" y="97271"/>
                </a:lnTo>
                <a:lnTo>
                  <a:pt x="25319" y="97271"/>
                </a:lnTo>
                <a:close/>
                <a:moveTo>
                  <a:pt x="11675" y="47568"/>
                </a:moveTo>
                <a:lnTo>
                  <a:pt x="10675" y="46568"/>
                </a:lnTo>
                <a:lnTo>
                  <a:pt x="14444" y="46568"/>
                </a:lnTo>
                <a:lnTo>
                  <a:pt x="11776" y="49236"/>
                </a:lnTo>
                <a:lnTo>
                  <a:pt x="11776" y="47835"/>
                </a:lnTo>
                <a:close/>
                <a:moveTo>
                  <a:pt x="11776" y="13744"/>
                </a:moveTo>
                <a:lnTo>
                  <a:pt x="11776" y="12343"/>
                </a:lnTo>
                <a:lnTo>
                  <a:pt x="14411" y="15012"/>
                </a:lnTo>
                <a:lnTo>
                  <a:pt x="10675" y="15012"/>
                </a:lnTo>
                <a:lnTo>
                  <a:pt x="11675" y="14011"/>
                </a:lnTo>
                <a:close/>
                <a:moveTo>
                  <a:pt x="19114" y="14011"/>
                </a:moveTo>
                <a:lnTo>
                  <a:pt x="20082" y="15012"/>
                </a:lnTo>
                <a:lnTo>
                  <a:pt x="16346" y="15012"/>
                </a:lnTo>
                <a:lnTo>
                  <a:pt x="18981" y="12343"/>
                </a:lnTo>
                <a:lnTo>
                  <a:pt x="18981" y="13744"/>
                </a:lnTo>
                <a:close/>
                <a:moveTo>
                  <a:pt x="18981" y="18447"/>
                </a:moveTo>
                <a:lnTo>
                  <a:pt x="16346" y="15779"/>
                </a:lnTo>
                <a:lnTo>
                  <a:pt x="20082" y="15779"/>
                </a:lnTo>
                <a:lnTo>
                  <a:pt x="18981" y="16880"/>
                </a:lnTo>
                <a:lnTo>
                  <a:pt x="18981" y="18447"/>
                </a:lnTo>
                <a:close/>
                <a:moveTo>
                  <a:pt x="18414" y="18981"/>
                </a:moveTo>
                <a:lnTo>
                  <a:pt x="17046" y="18981"/>
                </a:lnTo>
                <a:lnTo>
                  <a:pt x="16879" y="18981"/>
                </a:lnTo>
                <a:lnTo>
                  <a:pt x="15778" y="20082"/>
                </a:lnTo>
                <a:lnTo>
                  <a:pt x="15778" y="16346"/>
                </a:lnTo>
                <a:close/>
                <a:moveTo>
                  <a:pt x="15778" y="14445"/>
                </a:moveTo>
                <a:lnTo>
                  <a:pt x="15778" y="10709"/>
                </a:lnTo>
                <a:lnTo>
                  <a:pt x="16879" y="11776"/>
                </a:lnTo>
                <a:lnTo>
                  <a:pt x="18414" y="11776"/>
                </a:lnTo>
                <a:close/>
                <a:moveTo>
                  <a:pt x="14978" y="14445"/>
                </a:moveTo>
                <a:lnTo>
                  <a:pt x="12343" y="11776"/>
                </a:lnTo>
                <a:lnTo>
                  <a:pt x="13744" y="11776"/>
                </a:lnTo>
                <a:lnTo>
                  <a:pt x="14011" y="11676"/>
                </a:lnTo>
                <a:lnTo>
                  <a:pt x="14978" y="10709"/>
                </a:lnTo>
                <a:close/>
                <a:moveTo>
                  <a:pt x="14444" y="15779"/>
                </a:moveTo>
                <a:lnTo>
                  <a:pt x="11776" y="18414"/>
                </a:lnTo>
                <a:lnTo>
                  <a:pt x="11776" y="16880"/>
                </a:lnTo>
                <a:lnTo>
                  <a:pt x="10675" y="15779"/>
                </a:lnTo>
                <a:close/>
                <a:moveTo>
                  <a:pt x="14978" y="16346"/>
                </a:moveTo>
                <a:lnTo>
                  <a:pt x="14978" y="20082"/>
                </a:lnTo>
                <a:lnTo>
                  <a:pt x="14011" y="19115"/>
                </a:lnTo>
                <a:lnTo>
                  <a:pt x="13744" y="18981"/>
                </a:lnTo>
                <a:lnTo>
                  <a:pt x="12343" y="18981"/>
                </a:lnTo>
                <a:close/>
                <a:moveTo>
                  <a:pt x="15778" y="21216"/>
                </a:moveTo>
                <a:lnTo>
                  <a:pt x="17213" y="19782"/>
                </a:lnTo>
                <a:lnTo>
                  <a:pt x="19214" y="19782"/>
                </a:lnTo>
                <a:lnTo>
                  <a:pt x="20515" y="21083"/>
                </a:lnTo>
                <a:lnTo>
                  <a:pt x="17913" y="21083"/>
                </a:lnTo>
                <a:lnTo>
                  <a:pt x="17747" y="21083"/>
                </a:lnTo>
                <a:lnTo>
                  <a:pt x="15778" y="23051"/>
                </a:lnTo>
                <a:close/>
                <a:moveTo>
                  <a:pt x="18080" y="21883"/>
                </a:moveTo>
                <a:lnTo>
                  <a:pt x="21316" y="21883"/>
                </a:lnTo>
                <a:lnTo>
                  <a:pt x="23017" y="23551"/>
                </a:lnTo>
                <a:lnTo>
                  <a:pt x="18947" y="23551"/>
                </a:lnTo>
                <a:lnTo>
                  <a:pt x="18781" y="23551"/>
                </a:lnTo>
                <a:lnTo>
                  <a:pt x="15778" y="26553"/>
                </a:lnTo>
                <a:lnTo>
                  <a:pt x="15778" y="24185"/>
                </a:lnTo>
                <a:close/>
                <a:moveTo>
                  <a:pt x="19081" y="24352"/>
                </a:moveTo>
                <a:lnTo>
                  <a:pt x="23784" y="24352"/>
                </a:lnTo>
                <a:lnTo>
                  <a:pt x="25319" y="25886"/>
                </a:lnTo>
                <a:lnTo>
                  <a:pt x="19881" y="25886"/>
                </a:lnTo>
                <a:lnTo>
                  <a:pt x="19748" y="25886"/>
                </a:lnTo>
                <a:lnTo>
                  <a:pt x="15778" y="29822"/>
                </a:lnTo>
                <a:lnTo>
                  <a:pt x="15778" y="27654"/>
                </a:lnTo>
                <a:close/>
                <a:moveTo>
                  <a:pt x="42564" y="13744"/>
                </a:moveTo>
                <a:lnTo>
                  <a:pt x="42564" y="12343"/>
                </a:lnTo>
                <a:lnTo>
                  <a:pt x="45233" y="15012"/>
                </a:lnTo>
                <a:lnTo>
                  <a:pt x="41497" y="15012"/>
                </a:lnTo>
                <a:lnTo>
                  <a:pt x="42464" y="14011"/>
                </a:lnTo>
                <a:close/>
                <a:moveTo>
                  <a:pt x="49903" y="14011"/>
                </a:moveTo>
                <a:lnTo>
                  <a:pt x="50870" y="15012"/>
                </a:lnTo>
                <a:lnTo>
                  <a:pt x="47134" y="15012"/>
                </a:lnTo>
                <a:lnTo>
                  <a:pt x="49769" y="12343"/>
                </a:lnTo>
                <a:lnTo>
                  <a:pt x="49769" y="13744"/>
                </a:lnTo>
                <a:close/>
                <a:moveTo>
                  <a:pt x="53772" y="23551"/>
                </a:moveTo>
                <a:lnTo>
                  <a:pt x="49569" y="23551"/>
                </a:lnTo>
                <a:lnTo>
                  <a:pt x="46567" y="26553"/>
                </a:lnTo>
                <a:lnTo>
                  <a:pt x="46567" y="24185"/>
                </a:lnTo>
                <a:lnTo>
                  <a:pt x="48869" y="21883"/>
                </a:lnTo>
                <a:lnTo>
                  <a:pt x="52104" y="21883"/>
                </a:lnTo>
                <a:close/>
                <a:moveTo>
                  <a:pt x="56107" y="25886"/>
                </a:moveTo>
                <a:lnTo>
                  <a:pt x="50537" y="25886"/>
                </a:lnTo>
                <a:lnTo>
                  <a:pt x="46567" y="29822"/>
                </a:lnTo>
                <a:lnTo>
                  <a:pt x="46567" y="27654"/>
                </a:lnTo>
                <a:lnTo>
                  <a:pt x="49903" y="24352"/>
                </a:lnTo>
                <a:lnTo>
                  <a:pt x="54573" y="24352"/>
                </a:lnTo>
                <a:close/>
                <a:moveTo>
                  <a:pt x="68583" y="24352"/>
                </a:moveTo>
                <a:lnTo>
                  <a:pt x="73253" y="24352"/>
                </a:lnTo>
                <a:lnTo>
                  <a:pt x="76555" y="27654"/>
                </a:lnTo>
                <a:lnTo>
                  <a:pt x="76555" y="29822"/>
                </a:lnTo>
                <a:lnTo>
                  <a:pt x="72619" y="25886"/>
                </a:lnTo>
                <a:lnTo>
                  <a:pt x="67048" y="25886"/>
                </a:lnTo>
                <a:close/>
                <a:moveTo>
                  <a:pt x="71018" y="21883"/>
                </a:moveTo>
                <a:lnTo>
                  <a:pt x="74287" y="21883"/>
                </a:lnTo>
                <a:lnTo>
                  <a:pt x="76589" y="24185"/>
                </a:lnTo>
                <a:lnTo>
                  <a:pt x="76589" y="26553"/>
                </a:lnTo>
                <a:lnTo>
                  <a:pt x="73586" y="23551"/>
                </a:lnTo>
                <a:lnTo>
                  <a:pt x="69350" y="23551"/>
                </a:lnTo>
                <a:close/>
                <a:moveTo>
                  <a:pt x="73153" y="19782"/>
                </a:moveTo>
                <a:lnTo>
                  <a:pt x="75154" y="19782"/>
                </a:lnTo>
                <a:lnTo>
                  <a:pt x="76555" y="21216"/>
                </a:lnTo>
                <a:lnTo>
                  <a:pt x="76555" y="23051"/>
                </a:lnTo>
                <a:lnTo>
                  <a:pt x="74587" y="21083"/>
                </a:lnTo>
                <a:lnTo>
                  <a:pt x="71818" y="21083"/>
                </a:lnTo>
                <a:close/>
                <a:moveTo>
                  <a:pt x="73386" y="13744"/>
                </a:moveTo>
                <a:lnTo>
                  <a:pt x="73386" y="12343"/>
                </a:lnTo>
                <a:lnTo>
                  <a:pt x="76021" y="15012"/>
                </a:lnTo>
                <a:lnTo>
                  <a:pt x="72285" y="15012"/>
                </a:lnTo>
                <a:lnTo>
                  <a:pt x="73253" y="14011"/>
                </a:lnTo>
                <a:close/>
                <a:moveTo>
                  <a:pt x="80691" y="14011"/>
                </a:moveTo>
                <a:lnTo>
                  <a:pt x="81659" y="15012"/>
                </a:lnTo>
                <a:lnTo>
                  <a:pt x="77923" y="15012"/>
                </a:lnTo>
                <a:lnTo>
                  <a:pt x="80558" y="12343"/>
                </a:lnTo>
                <a:lnTo>
                  <a:pt x="80558" y="13744"/>
                </a:lnTo>
                <a:close/>
                <a:moveTo>
                  <a:pt x="84561" y="23551"/>
                </a:moveTo>
                <a:lnTo>
                  <a:pt x="80525" y="23551"/>
                </a:lnTo>
                <a:lnTo>
                  <a:pt x="80358" y="23551"/>
                </a:lnTo>
                <a:lnTo>
                  <a:pt x="77356" y="26553"/>
                </a:lnTo>
                <a:lnTo>
                  <a:pt x="77356" y="24185"/>
                </a:lnTo>
                <a:lnTo>
                  <a:pt x="79657" y="21883"/>
                </a:lnTo>
                <a:lnTo>
                  <a:pt x="82893" y="21883"/>
                </a:lnTo>
                <a:close/>
                <a:moveTo>
                  <a:pt x="86896" y="25886"/>
                </a:moveTo>
                <a:lnTo>
                  <a:pt x="81492" y="25886"/>
                </a:lnTo>
                <a:lnTo>
                  <a:pt x="81325" y="25886"/>
                </a:lnTo>
                <a:lnTo>
                  <a:pt x="77356" y="29822"/>
                </a:lnTo>
                <a:lnTo>
                  <a:pt x="77356" y="27654"/>
                </a:lnTo>
                <a:lnTo>
                  <a:pt x="80691" y="24352"/>
                </a:lnTo>
                <a:lnTo>
                  <a:pt x="85361" y="24352"/>
                </a:lnTo>
                <a:close/>
                <a:moveTo>
                  <a:pt x="104175" y="13744"/>
                </a:moveTo>
                <a:lnTo>
                  <a:pt x="104175" y="12343"/>
                </a:lnTo>
                <a:lnTo>
                  <a:pt x="106810" y="15012"/>
                </a:lnTo>
                <a:lnTo>
                  <a:pt x="103074" y="15012"/>
                </a:lnTo>
                <a:lnTo>
                  <a:pt x="104041" y="14011"/>
                </a:lnTo>
                <a:close/>
                <a:moveTo>
                  <a:pt x="111480" y="14011"/>
                </a:moveTo>
                <a:lnTo>
                  <a:pt x="112447" y="15012"/>
                </a:lnTo>
                <a:lnTo>
                  <a:pt x="108711" y="15012"/>
                </a:lnTo>
                <a:lnTo>
                  <a:pt x="111347" y="12343"/>
                </a:lnTo>
                <a:lnTo>
                  <a:pt x="111347" y="13744"/>
                </a:lnTo>
                <a:close/>
                <a:moveTo>
                  <a:pt x="115383" y="23551"/>
                </a:moveTo>
                <a:lnTo>
                  <a:pt x="111147" y="23551"/>
                </a:lnTo>
                <a:lnTo>
                  <a:pt x="108144" y="26553"/>
                </a:lnTo>
                <a:lnTo>
                  <a:pt x="108144" y="24185"/>
                </a:lnTo>
                <a:lnTo>
                  <a:pt x="110446" y="21883"/>
                </a:lnTo>
                <a:lnTo>
                  <a:pt x="113682" y="21883"/>
                </a:lnTo>
                <a:close/>
                <a:moveTo>
                  <a:pt x="117685" y="25886"/>
                </a:moveTo>
                <a:lnTo>
                  <a:pt x="112114" y="25886"/>
                </a:lnTo>
                <a:lnTo>
                  <a:pt x="108144" y="29822"/>
                </a:lnTo>
                <a:lnTo>
                  <a:pt x="108144" y="27654"/>
                </a:lnTo>
                <a:lnTo>
                  <a:pt x="111480" y="24352"/>
                </a:lnTo>
                <a:lnTo>
                  <a:pt x="116150" y="24352"/>
                </a:lnTo>
                <a:close/>
                <a:moveTo>
                  <a:pt x="130160" y="24352"/>
                </a:moveTo>
                <a:lnTo>
                  <a:pt x="134830" y="24352"/>
                </a:lnTo>
                <a:lnTo>
                  <a:pt x="138166" y="27654"/>
                </a:lnTo>
                <a:lnTo>
                  <a:pt x="138166" y="29822"/>
                </a:lnTo>
                <a:lnTo>
                  <a:pt x="134196" y="25886"/>
                </a:lnTo>
                <a:lnTo>
                  <a:pt x="128626" y="25886"/>
                </a:lnTo>
                <a:close/>
                <a:moveTo>
                  <a:pt x="132629" y="21883"/>
                </a:moveTo>
                <a:lnTo>
                  <a:pt x="135864" y="21883"/>
                </a:lnTo>
                <a:lnTo>
                  <a:pt x="138166" y="24185"/>
                </a:lnTo>
                <a:lnTo>
                  <a:pt x="138166" y="26553"/>
                </a:lnTo>
                <a:lnTo>
                  <a:pt x="135164" y="23551"/>
                </a:lnTo>
                <a:lnTo>
                  <a:pt x="130927" y="23551"/>
                </a:lnTo>
                <a:close/>
                <a:moveTo>
                  <a:pt x="134730" y="19782"/>
                </a:moveTo>
                <a:lnTo>
                  <a:pt x="136731" y="19782"/>
                </a:lnTo>
                <a:lnTo>
                  <a:pt x="138166" y="21216"/>
                </a:lnTo>
                <a:lnTo>
                  <a:pt x="138166" y="23051"/>
                </a:lnTo>
                <a:lnTo>
                  <a:pt x="136198" y="21083"/>
                </a:lnTo>
                <a:lnTo>
                  <a:pt x="133396" y="21083"/>
                </a:lnTo>
                <a:close/>
                <a:moveTo>
                  <a:pt x="134964" y="13744"/>
                </a:moveTo>
                <a:lnTo>
                  <a:pt x="134964" y="12343"/>
                </a:lnTo>
                <a:lnTo>
                  <a:pt x="137599" y="15012"/>
                </a:lnTo>
                <a:lnTo>
                  <a:pt x="133863" y="15012"/>
                </a:lnTo>
                <a:lnTo>
                  <a:pt x="134830" y="14011"/>
                </a:lnTo>
                <a:close/>
                <a:moveTo>
                  <a:pt x="142269" y="14011"/>
                </a:moveTo>
                <a:lnTo>
                  <a:pt x="143236" y="15012"/>
                </a:lnTo>
                <a:lnTo>
                  <a:pt x="139500" y="15012"/>
                </a:lnTo>
                <a:lnTo>
                  <a:pt x="142135" y="12343"/>
                </a:lnTo>
                <a:lnTo>
                  <a:pt x="142135" y="13744"/>
                </a:lnTo>
                <a:close/>
                <a:moveTo>
                  <a:pt x="146172" y="23551"/>
                </a:moveTo>
                <a:lnTo>
                  <a:pt x="142102" y="23551"/>
                </a:lnTo>
                <a:lnTo>
                  <a:pt x="141935" y="23551"/>
                </a:lnTo>
                <a:lnTo>
                  <a:pt x="138933" y="26553"/>
                </a:lnTo>
                <a:lnTo>
                  <a:pt x="138933" y="24185"/>
                </a:lnTo>
                <a:lnTo>
                  <a:pt x="141235" y="21883"/>
                </a:lnTo>
                <a:lnTo>
                  <a:pt x="144504" y="21883"/>
                </a:lnTo>
                <a:close/>
                <a:moveTo>
                  <a:pt x="148473" y="25886"/>
                </a:moveTo>
                <a:lnTo>
                  <a:pt x="143069" y="25886"/>
                </a:lnTo>
                <a:lnTo>
                  <a:pt x="142903" y="25886"/>
                </a:lnTo>
                <a:lnTo>
                  <a:pt x="138966" y="29822"/>
                </a:lnTo>
                <a:lnTo>
                  <a:pt x="138966" y="27654"/>
                </a:lnTo>
                <a:lnTo>
                  <a:pt x="142269" y="24352"/>
                </a:lnTo>
                <a:lnTo>
                  <a:pt x="146972" y="24352"/>
                </a:lnTo>
                <a:close/>
                <a:moveTo>
                  <a:pt x="165752" y="13744"/>
                </a:moveTo>
                <a:lnTo>
                  <a:pt x="165752" y="12343"/>
                </a:lnTo>
                <a:lnTo>
                  <a:pt x="168387" y="15012"/>
                </a:lnTo>
                <a:lnTo>
                  <a:pt x="164651" y="15012"/>
                </a:lnTo>
                <a:lnTo>
                  <a:pt x="165619" y="14011"/>
                </a:lnTo>
                <a:close/>
                <a:moveTo>
                  <a:pt x="173057" y="14011"/>
                </a:moveTo>
                <a:lnTo>
                  <a:pt x="174025" y="15012"/>
                </a:lnTo>
                <a:lnTo>
                  <a:pt x="170289" y="15012"/>
                </a:lnTo>
                <a:lnTo>
                  <a:pt x="172957" y="12343"/>
                </a:lnTo>
                <a:lnTo>
                  <a:pt x="172957" y="13744"/>
                </a:lnTo>
                <a:close/>
                <a:moveTo>
                  <a:pt x="176960" y="23551"/>
                </a:moveTo>
                <a:lnTo>
                  <a:pt x="172724" y="23551"/>
                </a:lnTo>
                <a:lnTo>
                  <a:pt x="169722" y="26553"/>
                </a:lnTo>
                <a:lnTo>
                  <a:pt x="169722" y="24185"/>
                </a:lnTo>
                <a:lnTo>
                  <a:pt x="172023" y="21883"/>
                </a:lnTo>
                <a:lnTo>
                  <a:pt x="175292" y="21883"/>
                </a:lnTo>
                <a:close/>
                <a:moveTo>
                  <a:pt x="179262" y="25886"/>
                </a:moveTo>
                <a:lnTo>
                  <a:pt x="173691" y="25886"/>
                </a:lnTo>
                <a:lnTo>
                  <a:pt x="169755" y="29822"/>
                </a:lnTo>
                <a:lnTo>
                  <a:pt x="169755" y="27654"/>
                </a:lnTo>
                <a:lnTo>
                  <a:pt x="173057" y="24352"/>
                </a:lnTo>
                <a:lnTo>
                  <a:pt x="177727" y="24352"/>
                </a:lnTo>
                <a:close/>
                <a:moveTo>
                  <a:pt x="191737" y="24352"/>
                </a:moveTo>
                <a:lnTo>
                  <a:pt x="196441" y="24352"/>
                </a:lnTo>
                <a:lnTo>
                  <a:pt x="199743" y="27654"/>
                </a:lnTo>
                <a:lnTo>
                  <a:pt x="199743" y="29822"/>
                </a:lnTo>
                <a:lnTo>
                  <a:pt x="195807" y="25886"/>
                </a:lnTo>
                <a:lnTo>
                  <a:pt x="190203" y="25886"/>
                </a:lnTo>
                <a:close/>
                <a:moveTo>
                  <a:pt x="194206" y="21883"/>
                </a:moveTo>
                <a:lnTo>
                  <a:pt x="197441" y="21883"/>
                </a:lnTo>
                <a:lnTo>
                  <a:pt x="199743" y="24185"/>
                </a:lnTo>
                <a:lnTo>
                  <a:pt x="199743" y="26553"/>
                </a:lnTo>
                <a:lnTo>
                  <a:pt x="196741" y="23551"/>
                </a:lnTo>
                <a:lnTo>
                  <a:pt x="192538" y="23551"/>
                </a:lnTo>
                <a:close/>
                <a:moveTo>
                  <a:pt x="196307" y="19782"/>
                </a:moveTo>
                <a:lnTo>
                  <a:pt x="198309" y="19782"/>
                </a:lnTo>
                <a:lnTo>
                  <a:pt x="199743" y="21216"/>
                </a:lnTo>
                <a:lnTo>
                  <a:pt x="199743" y="23051"/>
                </a:lnTo>
                <a:lnTo>
                  <a:pt x="197775" y="21083"/>
                </a:lnTo>
                <a:lnTo>
                  <a:pt x="195006" y="21083"/>
                </a:lnTo>
                <a:close/>
                <a:moveTo>
                  <a:pt x="196541" y="13744"/>
                </a:moveTo>
                <a:lnTo>
                  <a:pt x="196541" y="12343"/>
                </a:lnTo>
                <a:lnTo>
                  <a:pt x="199176" y="15012"/>
                </a:lnTo>
                <a:lnTo>
                  <a:pt x="195440" y="15012"/>
                </a:lnTo>
                <a:lnTo>
                  <a:pt x="196407" y="14011"/>
                </a:lnTo>
                <a:close/>
                <a:moveTo>
                  <a:pt x="203846" y="14011"/>
                </a:moveTo>
                <a:lnTo>
                  <a:pt x="204847" y="15012"/>
                </a:lnTo>
                <a:lnTo>
                  <a:pt x="201077" y="15012"/>
                </a:lnTo>
                <a:lnTo>
                  <a:pt x="203746" y="12343"/>
                </a:lnTo>
                <a:lnTo>
                  <a:pt x="203746" y="13744"/>
                </a:lnTo>
                <a:close/>
                <a:moveTo>
                  <a:pt x="207749" y="23551"/>
                </a:moveTo>
                <a:lnTo>
                  <a:pt x="203679" y="23551"/>
                </a:lnTo>
                <a:lnTo>
                  <a:pt x="203512" y="23551"/>
                </a:lnTo>
                <a:lnTo>
                  <a:pt x="200544" y="26553"/>
                </a:lnTo>
                <a:lnTo>
                  <a:pt x="200544" y="24185"/>
                </a:lnTo>
                <a:lnTo>
                  <a:pt x="202812" y="21883"/>
                </a:lnTo>
                <a:lnTo>
                  <a:pt x="206081" y="21883"/>
                </a:lnTo>
                <a:close/>
                <a:moveTo>
                  <a:pt x="210084" y="25886"/>
                </a:moveTo>
                <a:lnTo>
                  <a:pt x="204647" y="25886"/>
                </a:lnTo>
                <a:lnTo>
                  <a:pt x="204480" y="25886"/>
                </a:lnTo>
                <a:lnTo>
                  <a:pt x="200544" y="29822"/>
                </a:lnTo>
                <a:lnTo>
                  <a:pt x="200544" y="27654"/>
                </a:lnTo>
                <a:lnTo>
                  <a:pt x="203846" y="24352"/>
                </a:lnTo>
                <a:lnTo>
                  <a:pt x="208549" y="24352"/>
                </a:lnTo>
                <a:close/>
                <a:moveTo>
                  <a:pt x="224427" y="40263"/>
                </a:moveTo>
                <a:lnTo>
                  <a:pt x="224427" y="43499"/>
                </a:lnTo>
                <a:lnTo>
                  <a:pt x="222126" y="45800"/>
                </a:lnTo>
                <a:lnTo>
                  <a:pt x="219757" y="45800"/>
                </a:lnTo>
                <a:lnTo>
                  <a:pt x="222760" y="42798"/>
                </a:lnTo>
                <a:lnTo>
                  <a:pt x="222760" y="38562"/>
                </a:lnTo>
                <a:close/>
                <a:moveTo>
                  <a:pt x="226529" y="42365"/>
                </a:moveTo>
                <a:lnTo>
                  <a:pt x="226529" y="44366"/>
                </a:lnTo>
                <a:lnTo>
                  <a:pt x="225128" y="45800"/>
                </a:lnTo>
                <a:lnTo>
                  <a:pt x="223260" y="45800"/>
                </a:lnTo>
                <a:lnTo>
                  <a:pt x="225228" y="43832"/>
                </a:lnTo>
                <a:lnTo>
                  <a:pt x="225228" y="41030"/>
                </a:lnTo>
                <a:close/>
                <a:moveTo>
                  <a:pt x="222760" y="53806"/>
                </a:moveTo>
                <a:lnTo>
                  <a:pt x="222760" y="49570"/>
                </a:lnTo>
                <a:lnTo>
                  <a:pt x="219757" y="46568"/>
                </a:lnTo>
                <a:lnTo>
                  <a:pt x="222126" y="46568"/>
                </a:lnTo>
                <a:lnTo>
                  <a:pt x="224427" y="48869"/>
                </a:lnTo>
                <a:lnTo>
                  <a:pt x="224427" y="52105"/>
                </a:lnTo>
                <a:close/>
                <a:moveTo>
                  <a:pt x="220425" y="56108"/>
                </a:moveTo>
                <a:lnTo>
                  <a:pt x="220425" y="50537"/>
                </a:lnTo>
                <a:lnTo>
                  <a:pt x="216488" y="46568"/>
                </a:lnTo>
                <a:lnTo>
                  <a:pt x="218657" y="46568"/>
                </a:lnTo>
                <a:lnTo>
                  <a:pt x="221959" y="49903"/>
                </a:lnTo>
                <a:lnTo>
                  <a:pt x="221959" y="54573"/>
                </a:lnTo>
                <a:close/>
                <a:moveTo>
                  <a:pt x="224427" y="71052"/>
                </a:moveTo>
                <a:lnTo>
                  <a:pt x="224427" y="74287"/>
                </a:lnTo>
                <a:lnTo>
                  <a:pt x="222126" y="76589"/>
                </a:lnTo>
                <a:lnTo>
                  <a:pt x="219757" y="76589"/>
                </a:lnTo>
                <a:lnTo>
                  <a:pt x="222760" y="73587"/>
                </a:lnTo>
                <a:lnTo>
                  <a:pt x="222760" y="69351"/>
                </a:lnTo>
                <a:close/>
                <a:moveTo>
                  <a:pt x="226529" y="73153"/>
                </a:moveTo>
                <a:lnTo>
                  <a:pt x="226529" y="75155"/>
                </a:lnTo>
                <a:lnTo>
                  <a:pt x="225128" y="76589"/>
                </a:lnTo>
                <a:lnTo>
                  <a:pt x="223260" y="76589"/>
                </a:lnTo>
                <a:lnTo>
                  <a:pt x="225228" y="74621"/>
                </a:lnTo>
                <a:lnTo>
                  <a:pt x="225228" y="71819"/>
                </a:lnTo>
                <a:close/>
                <a:moveTo>
                  <a:pt x="222760" y="84595"/>
                </a:moveTo>
                <a:lnTo>
                  <a:pt x="222760" y="80358"/>
                </a:lnTo>
                <a:lnTo>
                  <a:pt x="219757" y="77356"/>
                </a:lnTo>
                <a:lnTo>
                  <a:pt x="222126" y="77356"/>
                </a:lnTo>
                <a:lnTo>
                  <a:pt x="224427" y="79658"/>
                </a:lnTo>
                <a:lnTo>
                  <a:pt x="224427" y="82894"/>
                </a:lnTo>
                <a:close/>
                <a:moveTo>
                  <a:pt x="220425" y="86896"/>
                </a:moveTo>
                <a:lnTo>
                  <a:pt x="220425" y="81326"/>
                </a:lnTo>
                <a:lnTo>
                  <a:pt x="216488" y="77356"/>
                </a:lnTo>
                <a:lnTo>
                  <a:pt x="218657" y="77356"/>
                </a:lnTo>
                <a:lnTo>
                  <a:pt x="221959" y="80692"/>
                </a:lnTo>
                <a:lnTo>
                  <a:pt x="221959" y="85362"/>
                </a:lnTo>
                <a:close/>
                <a:moveTo>
                  <a:pt x="200544" y="103075"/>
                </a:moveTo>
                <a:lnTo>
                  <a:pt x="201644" y="104175"/>
                </a:lnTo>
                <a:lnTo>
                  <a:pt x="201778" y="104175"/>
                </a:lnTo>
                <a:lnTo>
                  <a:pt x="203179" y="104175"/>
                </a:lnTo>
                <a:lnTo>
                  <a:pt x="200544" y="106811"/>
                </a:lnTo>
                <a:close/>
                <a:moveTo>
                  <a:pt x="199743" y="106811"/>
                </a:moveTo>
                <a:lnTo>
                  <a:pt x="197108" y="104175"/>
                </a:lnTo>
                <a:lnTo>
                  <a:pt x="198476" y="104175"/>
                </a:lnTo>
                <a:lnTo>
                  <a:pt x="198776" y="104042"/>
                </a:lnTo>
                <a:lnTo>
                  <a:pt x="199743" y="103075"/>
                </a:lnTo>
                <a:lnTo>
                  <a:pt x="199743" y="106811"/>
                </a:lnTo>
                <a:close/>
                <a:moveTo>
                  <a:pt x="168954" y="106811"/>
                </a:moveTo>
                <a:lnTo>
                  <a:pt x="166319" y="104175"/>
                </a:lnTo>
                <a:lnTo>
                  <a:pt x="167687" y="104175"/>
                </a:lnTo>
                <a:lnTo>
                  <a:pt x="167854" y="104175"/>
                </a:lnTo>
                <a:lnTo>
                  <a:pt x="168954" y="103075"/>
                </a:lnTo>
                <a:close/>
                <a:moveTo>
                  <a:pt x="138933" y="103075"/>
                </a:moveTo>
                <a:lnTo>
                  <a:pt x="140034" y="104175"/>
                </a:lnTo>
                <a:lnTo>
                  <a:pt x="140201" y="104175"/>
                </a:lnTo>
                <a:lnTo>
                  <a:pt x="141602" y="104175"/>
                </a:lnTo>
                <a:lnTo>
                  <a:pt x="138933" y="106811"/>
                </a:lnTo>
                <a:close/>
                <a:moveTo>
                  <a:pt x="138166" y="106811"/>
                </a:moveTo>
                <a:lnTo>
                  <a:pt x="135531" y="104175"/>
                </a:lnTo>
                <a:lnTo>
                  <a:pt x="136898" y="104175"/>
                </a:lnTo>
                <a:lnTo>
                  <a:pt x="137165" y="104042"/>
                </a:lnTo>
                <a:lnTo>
                  <a:pt x="138166" y="103075"/>
                </a:lnTo>
                <a:lnTo>
                  <a:pt x="138166" y="106811"/>
                </a:lnTo>
                <a:close/>
                <a:moveTo>
                  <a:pt x="107377" y="106811"/>
                </a:moveTo>
                <a:lnTo>
                  <a:pt x="104709" y="104175"/>
                </a:lnTo>
                <a:lnTo>
                  <a:pt x="106110" y="104175"/>
                </a:lnTo>
                <a:lnTo>
                  <a:pt x="106276" y="104175"/>
                </a:lnTo>
                <a:lnTo>
                  <a:pt x="107377" y="103075"/>
                </a:lnTo>
                <a:lnTo>
                  <a:pt x="107377" y="106811"/>
                </a:lnTo>
                <a:close/>
                <a:moveTo>
                  <a:pt x="77356" y="103075"/>
                </a:moveTo>
                <a:lnTo>
                  <a:pt x="78457" y="104175"/>
                </a:lnTo>
                <a:lnTo>
                  <a:pt x="78623" y="104175"/>
                </a:lnTo>
                <a:lnTo>
                  <a:pt x="79991" y="104175"/>
                </a:lnTo>
                <a:lnTo>
                  <a:pt x="77356" y="106811"/>
                </a:lnTo>
                <a:lnTo>
                  <a:pt x="77356" y="103075"/>
                </a:lnTo>
                <a:close/>
                <a:moveTo>
                  <a:pt x="76589" y="106811"/>
                </a:moveTo>
                <a:lnTo>
                  <a:pt x="73920" y="104175"/>
                </a:lnTo>
                <a:lnTo>
                  <a:pt x="75321" y="104175"/>
                </a:lnTo>
                <a:lnTo>
                  <a:pt x="75588" y="104042"/>
                </a:lnTo>
                <a:lnTo>
                  <a:pt x="76555" y="103075"/>
                </a:lnTo>
                <a:lnTo>
                  <a:pt x="76555" y="106811"/>
                </a:lnTo>
                <a:close/>
                <a:moveTo>
                  <a:pt x="45767" y="106811"/>
                </a:moveTo>
                <a:lnTo>
                  <a:pt x="43131" y="104175"/>
                </a:lnTo>
                <a:lnTo>
                  <a:pt x="44532" y="104175"/>
                </a:lnTo>
                <a:lnTo>
                  <a:pt x="44699" y="104175"/>
                </a:lnTo>
                <a:lnTo>
                  <a:pt x="45767" y="103075"/>
                </a:lnTo>
                <a:close/>
                <a:moveTo>
                  <a:pt x="21883" y="82927"/>
                </a:moveTo>
                <a:lnTo>
                  <a:pt x="21883" y="79658"/>
                </a:lnTo>
                <a:lnTo>
                  <a:pt x="24184" y="77356"/>
                </a:lnTo>
                <a:lnTo>
                  <a:pt x="26553" y="77356"/>
                </a:lnTo>
                <a:lnTo>
                  <a:pt x="23551" y="80358"/>
                </a:lnTo>
                <a:lnTo>
                  <a:pt x="23551" y="84595"/>
                </a:lnTo>
                <a:close/>
                <a:moveTo>
                  <a:pt x="19781" y="80792"/>
                </a:moveTo>
                <a:lnTo>
                  <a:pt x="19781" y="78791"/>
                </a:lnTo>
                <a:lnTo>
                  <a:pt x="21182" y="77356"/>
                </a:lnTo>
                <a:lnTo>
                  <a:pt x="23050" y="77356"/>
                </a:lnTo>
                <a:lnTo>
                  <a:pt x="21082" y="79324"/>
                </a:lnTo>
                <a:lnTo>
                  <a:pt x="21082" y="82126"/>
                </a:lnTo>
                <a:close/>
                <a:moveTo>
                  <a:pt x="23551" y="69351"/>
                </a:moveTo>
                <a:lnTo>
                  <a:pt x="23551" y="73587"/>
                </a:lnTo>
                <a:lnTo>
                  <a:pt x="26553" y="76589"/>
                </a:lnTo>
                <a:lnTo>
                  <a:pt x="24184" y="76589"/>
                </a:lnTo>
                <a:lnTo>
                  <a:pt x="21883" y="74287"/>
                </a:lnTo>
                <a:lnTo>
                  <a:pt x="21883" y="71052"/>
                </a:lnTo>
                <a:close/>
                <a:moveTo>
                  <a:pt x="25886" y="67049"/>
                </a:moveTo>
                <a:lnTo>
                  <a:pt x="25886" y="72620"/>
                </a:lnTo>
                <a:lnTo>
                  <a:pt x="29822" y="76589"/>
                </a:lnTo>
                <a:lnTo>
                  <a:pt x="27654" y="76589"/>
                </a:lnTo>
                <a:lnTo>
                  <a:pt x="24351" y="73253"/>
                </a:lnTo>
                <a:lnTo>
                  <a:pt x="24351" y="68583"/>
                </a:lnTo>
                <a:close/>
                <a:moveTo>
                  <a:pt x="21883" y="52105"/>
                </a:moveTo>
                <a:lnTo>
                  <a:pt x="21883" y="48869"/>
                </a:lnTo>
                <a:lnTo>
                  <a:pt x="24184" y="46568"/>
                </a:lnTo>
                <a:lnTo>
                  <a:pt x="26553" y="46568"/>
                </a:lnTo>
                <a:lnTo>
                  <a:pt x="23551" y="49570"/>
                </a:lnTo>
                <a:lnTo>
                  <a:pt x="23551" y="53806"/>
                </a:lnTo>
                <a:close/>
                <a:moveTo>
                  <a:pt x="19781" y="50003"/>
                </a:moveTo>
                <a:lnTo>
                  <a:pt x="19781" y="48002"/>
                </a:lnTo>
                <a:lnTo>
                  <a:pt x="21182" y="46568"/>
                </a:lnTo>
                <a:lnTo>
                  <a:pt x="23050" y="46568"/>
                </a:lnTo>
                <a:lnTo>
                  <a:pt x="21082" y="48536"/>
                </a:lnTo>
                <a:lnTo>
                  <a:pt x="21082" y="51338"/>
                </a:lnTo>
                <a:close/>
                <a:moveTo>
                  <a:pt x="23551" y="38562"/>
                </a:moveTo>
                <a:lnTo>
                  <a:pt x="23551" y="42798"/>
                </a:lnTo>
                <a:lnTo>
                  <a:pt x="26553" y="45800"/>
                </a:lnTo>
                <a:lnTo>
                  <a:pt x="24184" y="45800"/>
                </a:lnTo>
                <a:lnTo>
                  <a:pt x="21883" y="43499"/>
                </a:lnTo>
                <a:lnTo>
                  <a:pt x="21883" y="40230"/>
                </a:lnTo>
                <a:close/>
                <a:moveTo>
                  <a:pt x="25886" y="36260"/>
                </a:moveTo>
                <a:lnTo>
                  <a:pt x="25886" y="41831"/>
                </a:lnTo>
                <a:lnTo>
                  <a:pt x="29822" y="45800"/>
                </a:lnTo>
                <a:lnTo>
                  <a:pt x="27654" y="45800"/>
                </a:lnTo>
                <a:lnTo>
                  <a:pt x="24351" y="42465"/>
                </a:lnTo>
                <a:lnTo>
                  <a:pt x="24351" y="37795"/>
                </a:lnTo>
                <a:close/>
                <a:moveTo>
                  <a:pt x="45767" y="20082"/>
                </a:moveTo>
                <a:lnTo>
                  <a:pt x="44699" y="18981"/>
                </a:lnTo>
                <a:lnTo>
                  <a:pt x="44532" y="18981"/>
                </a:lnTo>
                <a:lnTo>
                  <a:pt x="43131" y="18981"/>
                </a:lnTo>
                <a:lnTo>
                  <a:pt x="45767" y="16346"/>
                </a:lnTo>
                <a:close/>
                <a:moveTo>
                  <a:pt x="46567" y="16346"/>
                </a:moveTo>
                <a:lnTo>
                  <a:pt x="49202" y="18981"/>
                </a:lnTo>
                <a:lnTo>
                  <a:pt x="47835" y="18981"/>
                </a:lnTo>
                <a:lnTo>
                  <a:pt x="47568" y="19115"/>
                </a:lnTo>
                <a:lnTo>
                  <a:pt x="46567" y="20082"/>
                </a:lnTo>
                <a:lnTo>
                  <a:pt x="46567" y="16346"/>
                </a:lnTo>
                <a:close/>
                <a:moveTo>
                  <a:pt x="77356" y="16346"/>
                </a:moveTo>
                <a:lnTo>
                  <a:pt x="80024" y="18981"/>
                </a:lnTo>
                <a:lnTo>
                  <a:pt x="78623" y="18981"/>
                </a:lnTo>
                <a:lnTo>
                  <a:pt x="78457" y="18981"/>
                </a:lnTo>
                <a:lnTo>
                  <a:pt x="77356" y="20082"/>
                </a:lnTo>
                <a:lnTo>
                  <a:pt x="77356" y="16346"/>
                </a:lnTo>
                <a:close/>
                <a:moveTo>
                  <a:pt x="107377" y="20082"/>
                </a:moveTo>
                <a:lnTo>
                  <a:pt x="106276" y="18981"/>
                </a:lnTo>
                <a:lnTo>
                  <a:pt x="106110" y="18981"/>
                </a:lnTo>
                <a:lnTo>
                  <a:pt x="104709" y="18981"/>
                </a:lnTo>
                <a:lnTo>
                  <a:pt x="107377" y="16346"/>
                </a:lnTo>
                <a:lnTo>
                  <a:pt x="107377" y="20082"/>
                </a:lnTo>
                <a:close/>
                <a:moveTo>
                  <a:pt x="108144" y="16346"/>
                </a:moveTo>
                <a:lnTo>
                  <a:pt x="110813" y="18981"/>
                </a:lnTo>
                <a:lnTo>
                  <a:pt x="109412" y="18981"/>
                </a:lnTo>
                <a:lnTo>
                  <a:pt x="109145" y="19115"/>
                </a:lnTo>
                <a:lnTo>
                  <a:pt x="108144" y="20082"/>
                </a:lnTo>
                <a:lnTo>
                  <a:pt x="108144" y="16346"/>
                </a:lnTo>
                <a:close/>
                <a:moveTo>
                  <a:pt x="138933" y="16346"/>
                </a:moveTo>
                <a:lnTo>
                  <a:pt x="141602" y="18981"/>
                </a:lnTo>
                <a:lnTo>
                  <a:pt x="140201" y="18981"/>
                </a:lnTo>
                <a:lnTo>
                  <a:pt x="140034" y="18981"/>
                </a:lnTo>
                <a:lnTo>
                  <a:pt x="138933" y="20082"/>
                </a:lnTo>
                <a:close/>
                <a:moveTo>
                  <a:pt x="168954" y="20082"/>
                </a:moveTo>
                <a:lnTo>
                  <a:pt x="167854" y="18981"/>
                </a:lnTo>
                <a:lnTo>
                  <a:pt x="167687" y="18981"/>
                </a:lnTo>
                <a:lnTo>
                  <a:pt x="166319" y="18981"/>
                </a:lnTo>
                <a:lnTo>
                  <a:pt x="168954" y="16346"/>
                </a:lnTo>
                <a:close/>
                <a:moveTo>
                  <a:pt x="169755" y="16346"/>
                </a:moveTo>
                <a:lnTo>
                  <a:pt x="172390" y="18981"/>
                </a:lnTo>
                <a:lnTo>
                  <a:pt x="170989" y="18981"/>
                </a:lnTo>
                <a:lnTo>
                  <a:pt x="170722" y="19115"/>
                </a:lnTo>
                <a:lnTo>
                  <a:pt x="169755" y="20082"/>
                </a:lnTo>
                <a:lnTo>
                  <a:pt x="169755" y="16346"/>
                </a:lnTo>
                <a:close/>
                <a:moveTo>
                  <a:pt x="200544" y="16346"/>
                </a:moveTo>
                <a:lnTo>
                  <a:pt x="203179" y="18981"/>
                </a:lnTo>
                <a:lnTo>
                  <a:pt x="201778" y="18981"/>
                </a:lnTo>
                <a:lnTo>
                  <a:pt x="201644" y="18981"/>
                </a:lnTo>
                <a:lnTo>
                  <a:pt x="200544" y="20082"/>
                </a:lnTo>
                <a:close/>
                <a:moveTo>
                  <a:pt x="219757" y="96170"/>
                </a:moveTo>
                <a:lnTo>
                  <a:pt x="218457" y="94902"/>
                </a:lnTo>
                <a:lnTo>
                  <a:pt x="218457" y="93568"/>
                </a:lnTo>
                <a:lnTo>
                  <a:pt x="219290" y="92767"/>
                </a:lnTo>
                <a:lnTo>
                  <a:pt x="221092" y="92767"/>
                </a:lnTo>
                <a:lnTo>
                  <a:pt x="219757" y="94102"/>
                </a:lnTo>
                <a:lnTo>
                  <a:pt x="219757" y="96170"/>
                </a:lnTo>
                <a:close/>
                <a:moveTo>
                  <a:pt x="215521" y="95403"/>
                </a:moveTo>
                <a:lnTo>
                  <a:pt x="214654" y="94502"/>
                </a:lnTo>
                <a:lnTo>
                  <a:pt x="213386" y="94502"/>
                </a:lnTo>
                <a:lnTo>
                  <a:pt x="213386" y="93434"/>
                </a:lnTo>
                <a:lnTo>
                  <a:pt x="213286" y="93134"/>
                </a:lnTo>
                <a:lnTo>
                  <a:pt x="212486" y="92367"/>
                </a:lnTo>
                <a:lnTo>
                  <a:pt x="213286" y="91600"/>
                </a:lnTo>
                <a:lnTo>
                  <a:pt x="213386" y="91333"/>
                </a:lnTo>
                <a:lnTo>
                  <a:pt x="213386" y="90232"/>
                </a:lnTo>
                <a:lnTo>
                  <a:pt x="214654" y="90232"/>
                </a:lnTo>
                <a:lnTo>
                  <a:pt x="215521" y="89332"/>
                </a:lnTo>
                <a:lnTo>
                  <a:pt x="216422" y="90232"/>
                </a:lnTo>
                <a:lnTo>
                  <a:pt x="217689" y="90232"/>
                </a:lnTo>
                <a:lnTo>
                  <a:pt x="217689" y="91333"/>
                </a:lnTo>
                <a:lnTo>
                  <a:pt x="217789" y="91600"/>
                </a:lnTo>
                <a:lnTo>
                  <a:pt x="218557" y="92367"/>
                </a:lnTo>
                <a:lnTo>
                  <a:pt x="217789" y="93134"/>
                </a:lnTo>
                <a:lnTo>
                  <a:pt x="217689" y="93434"/>
                </a:lnTo>
                <a:lnTo>
                  <a:pt x="217689" y="94502"/>
                </a:lnTo>
                <a:lnTo>
                  <a:pt x="216422" y="94502"/>
                </a:lnTo>
                <a:close/>
                <a:moveTo>
                  <a:pt x="211318" y="96170"/>
                </a:moveTo>
                <a:lnTo>
                  <a:pt x="211318" y="94135"/>
                </a:lnTo>
                <a:lnTo>
                  <a:pt x="209950" y="92767"/>
                </a:lnTo>
                <a:lnTo>
                  <a:pt x="211785" y="92767"/>
                </a:lnTo>
                <a:lnTo>
                  <a:pt x="212586" y="93601"/>
                </a:lnTo>
                <a:lnTo>
                  <a:pt x="212586" y="94902"/>
                </a:lnTo>
                <a:close/>
                <a:moveTo>
                  <a:pt x="188969" y="96170"/>
                </a:moveTo>
                <a:lnTo>
                  <a:pt x="187668" y="94902"/>
                </a:lnTo>
                <a:lnTo>
                  <a:pt x="187668" y="93568"/>
                </a:lnTo>
                <a:lnTo>
                  <a:pt x="188502" y="92767"/>
                </a:lnTo>
                <a:lnTo>
                  <a:pt x="190303" y="92767"/>
                </a:lnTo>
                <a:lnTo>
                  <a:pt x="188969" y="94102"/>
                </a:lnTo>
                <a:lnTo>
                  <a:pt x="188969" y="96170"/>
                </a:lnTo>
                <a:close/>
                <a:moveTo>
                  <a:pt x="184732" y="95403"/>
                </a:moveTo>
                <a:lnTo>
                  <a:pt x="183865" y="94502"/>
                </a:lnTo>
                <a:lnTo>
                  <a:pt x="182598" y="94502"/>
                </a:lnTo>
                <a:lnTo>
                  <a:pt x="182598" y="93434"/>
                </a:lnTo>
                <a:lnTo>
                  <a:pt x="182464" y="93134"/>
                </a:lnTo>
                <a:lnTo>
                  <a:pt x="181697" y="92367"/>
                </a:lnTo>
                <a:lnTo>
                  <a:pt x="182464" y="91600"/>
                </a:lnTo>
                <a:lnTo>
                  <a:pt x="182598" y="91333"/>
                </a:lnTo>
                <a:lnTo>
                  <a:pt x="182598" y="90232"/>
                </a:lnTo>
                <a:lnTo>
                  <a:pt x="183865" y="90232"/>
                </a:lnTo>
                <a:lnTo>
                  <a:pt x="184732" y="89332"/>
                </a:lnTo>
                <a:lnTo>
                  <a:pt x="185633" y="90232"/>
                </a:lnTo>
                <a:lnTo>
                  <a:pt x="186901" y="90232"/>
                </a:lnTo>
                <a:lnTo>
                  <a:pt x="186901" y="91333"/>
                </a:lnTo>
                <a:lnTo>
                  <a:pt x="187001" y="91600"/>
                </a:lnTo>
                <a:lnTo>
                  <a:pt x="187768" y="92367"/>
                </a:lnTo>
                <a:lnTo>
                  <a:pt x="187001" y="93134"/>
                </a:lnTo>
                <a:lnTo>
                  <a:pt x="186901" y="93434"/>
                </a:lnTo>
                <a:lnTo>
                  <a:pt x="186901" y="94502"/>
                </a:lnTo>
                <a:lnTo>
                  <a:pt x="185633" y="94502"/>
                </a:lnTo>
                <a:close/>
                <a:moveTo>
                  <a:pt x="180529" y="96170"/>
                </a:moveTo>
                <a:lnTo>
                  <a:pt x="180529" y="94135"/>
                </a:lnTo>
                <a:lnTo>
                  <a:pt x="179162" y="92767"/>
                </a:lnTo>
                <a:lnTo>
                  <a:pt x="180996" y="92767"/>
                </a:lnTo>
                <a:lnTo>
                  <a:pt x="181797" y="93601"/>
                </a:lnTo>
                <a:lnTo>
                  <a:pt x="181797" y="94902"/>
                </a:lnTo>
                <a:close/>
                <a:moveTo>
                  <a:pt x="158180" y="96170"/>
                </a:moveTo>
                <a:lnTo>
                  <a:pt x="156879" y="94902"/>
                </a:lnTo>
                <a:lnTo>
                  <a:pt x="156879" y="93568"/>
                </a:lnTo>
                <a:lnTo>
                  <a:pt x="157713" y="92767"/>
                </a:lnTo>
                <a:lnTo>
                  <a:pt x="159514" y="92767"/>
                </a:lnTo>
                <a:lnTo>
                  <a:pt x="158180" y="94102"/>
                </a:lnTo>
                <a:lnTo>
                  <a:pt x="158180" y="96170"/>
                </a:lnTo>
                <a:close/>
                <a:moveTo>
                  <a:pt x="153944" y="95403"/>
                </a:moveTo>
                <a:lnTo>
                  <a:pt x="153076" y="94502"/>
                </a:lnTo>
                <a:lnTo>
                  <a:pt x="151809" y="94502"/>
                </a:lnTo>
                <a:lnTo>
                  <a:pt x="151809" y="93434"/>
                </a:lnTo>
                <a:lnTo>
                  <a:pt x="151675" y="93134"/>
                </a:lnTo>
                <a:lnTo>
                  <a:pt x="150908" y="92367"/>
                </a:lnTo>
                <a:lnTo>
                  <a:pt x="151675" y="91600"/>
                </a:lnTo>
                <a:lnTo>
                  <a:pt x="151809" y="91333"/>
                </a:lnTo>
                <a:lnTo>
                  <a:pt x="151809" y="90232"/>
                </a:lnTo>
                <a:lnTo>
                  <a:pt x="153076" y="90232"/>
                </a:lnTo>
                <a:lnTo>
                  <a:pt x="153944" y="89332"/>
                </a:lnTo>
                <a:lnTo>
                  <a:pt x="154844" y="90232"/>
                </a:lnTo>
                <a:lnTo>
                  <a:pt x="156112" y="90232"/>
                </a:lnTo>
                <a:lnTo>
                  <a:pt x="156112" y="91333"/>
                </a:lnTo>
                <a:lnTo>
                  <a:pt x="156212" y="91600"/>
                </a:lnTo>
                <a:lnTo>
                  <a:pt x="156979" y="92367"/>
                </a:lnTo>
                <a:lnTo>
                  <a:pt x="156212" y="93134"/>
                </a:lnTo>
                <a:lnTo>
                  <a:pt x="156112" y="93434"/>
                </a:lnTo>
                <a:lnTo>
                  <a:pt x="156112" y="94502"/>
                </a:lnTo>
                <a:lnTo>
                  <a:pt x="154844" y="94502"/>
                </a:lnTo>
                <a:close/>
                <a:moveTo>
                  <a:pt x="149741" y="96170"/>
                </a:moveTo>
                <a:lnTo>
                  <a:pt x="149741" y="94135"/>
                </a:lnTo>
                <a:lnTo>
                  <a:pt x="148373" y="92767"/>
                </a:lnTo>
                <a:lnTo>
                  <a:pt x="150208" y="92767"/>
                </a:lnTo>
                <a:lnTo>
                  <a:pt x="151008" y="93601"/>
                </a:lnTo>
                <a:lnTo>
                  <a:pt x="151008" y="94902"/>
                </a:lnTo>
                <a:close/>
                <a:moveTo>
                  <a:pt x="127391" y="96170"/>
                </a:moveTo>
                <a:lnTo>
                  <a:pt x="126091" y="94902"/>
                </a:lnTo>
                <a:lnTo>
                  <a:pt x="126091" y="93568"/>
                </a:lnTo>
                <a:lnTo>
                  <a:pt x="126924" y="92767"/>
                </a:lnTo>
                <a:lnTo>
                  <a:pt x="128726" y="92767"/>
                </a:lnTo>
                <a:lnTo>
                  <a:pt x="127391" y="94102"/>
                </a:lnTo>
                <a:lnTo>
                  <a:pt x="127391" y="96170"/>
                </a:lnTo>
                <a:close/>
                <a:moveTo>
                  <a:pt x="123155" y="95403"/>
                </a:moveTo>
                <a:lnTo>
                  <a:pt x="122254" y="94502"/>
                </a:lnTo>
                <a:lnTo>
                  <a:pt x="121020" y="94502"/>
                </a:lnTo>
                <a:lnTo>
                  <a:pt x="121020" y="93434"/>
                </a:lnTo>
                <a:lnTo>
                  <a:pt x="120887" y="93134"/>
                </a:lnTo>
                <a:lnTo>
                  <a:pt x="120120" y="92367"/>
                </a:lnTo>
                <a:lnTo>
                  <a:pt x="120887" y="91600"/>
                </a:lnTo>
                <a:lnTo>
                  <a:pt x="121020" y="91333"/>
                </a:lnTo>
                <a:lnTo>
                  <a:pt x="121020" y="90232"/>
                </a:lnTo>
                <a:lnTo>
                  <a:pt x="122254" y="90232"/>
                </a:lnTo>
                <a:lnTo>
                  <a:pt x="123155" y="89332"/>
                </a:lnTo>
                <a:lnTo>
                  <a:pt x="124056" y="90232"/>
                </a:lnTo>
                <a:lnTo>
                  <a:pt x="125290" y="90232"/>
                </a:lnTo>
                <a:lnTo>
                  <a:pt x="125290" y="91333"/>
                </a:lnTo>
                <a:lnTo>
                  <a:pt x="125423" y="91600"/>
                </a:lnTo>
                <a:lnTo>
                  <a:pt x="126191" y="92367"/>
                </a:lnTo>
                <a:lnTo>
                  <a:pt x="125423" y="93134"/>
                </a:lnTo>
                <a:lnTo>
                  <a:pt x="125290" y="93434"/>
                </a:lnTo>
                <a:lnTo>
                  <a:pt x="125290" y="94502"/>
                </a:lnTo>
                <a:lnTo>
                  <a:pt x="124056" y="94502"/>
                </a:lnTo>
                <a:close/>
                <a:moveTo>
                  <a:pt x="118952" y="96170"/>
                </a:moveTo>
                <a:lnTo>
                  <a:pt x="118952" y="94135"/>
                </a:lnTo>
                <a:lnTo>
                  <a:pt x="117584" y="92767"/>
                </a:lnTo>
                <a:lnTo>
                  <a:pt x="119386" y="92767"/>
                </a:lnTo>
                <a:lnTo>
                  <a:pt x="120220" y="93601"/>
                </a:lnTo>
                <a:lnTo>
                  <a:pt x="120220" y="94902"/>
                </a:lnTo>
                <a:close/>
                <a:moveTo>
                  <a:pt x="96569" y="96170"/>
                </a:moveTo>
                <a:lnTo>
                  <a:pt x="95302" y="94902"/>
                </a:lnTo>
                <a:lnTo>
                  <a:pt x="95302" y="93568"/>
                </a:lnTo>
                <a:lnTo>
                  <a:pt x="96136" y="92767"/>
                </a:lnTo>
                <a:lnTo>
                  <a:pt x="97937" y="92767"/>
                </a:lnTo>
                <a:lnTo>
                  <a:pt x="96569" y="94102"/>
                </a:lnTo>
                <a:lnTo>
                  <a:pt x="96569" y="96170"/>
                </a:lnTo>
                <a:close/>
                <a:moveTo>
                  <a:pt x="92366" y="95403"/>
                </a:moveTo>
                <a:lnTo>
                  <a:pt x="91466" y="94502"/>
                </a:lnTo>
                <a:lnTo>
                  <a:pt x="90232" y="94502"/>
                </a:lnTo>
                <a:lnTo>
                  <a:pt x="90232" y="93434"/>
                </a:lnTo>
                <a:lnTo>
                  <a:pt x="90098" y="93134"/>
                </a:lnTo>
                <a:lnTo>
                  <a:pt x="89331" y="92367"/>
                </a:lnTo>
                <a:lnTo>
                  <a:pt x="90098" y="91600"/>
                </a:lnTo>
                <a:lnTo>
                  <a:pt x="90232" y="91333"/>
                </a:lnTo>
                <a:lnTo>
                  <a:pt x="90232" y="90232"/>
                </a:lnTo>
                <a:lnTo>
                  <a:pt x="91466" y="90232"/>
                </a:lnTo>
                <a:lnTo>
                  <a:pt x="92366" y="89332"/>
                </a:lnTo>
                <a:lnTo>
                  <a:pt x="93267" y="90232"/>
                </a:lnTo>
                <a:lnTo>
                  <a:pt x="94501" y="90232"/>
                </a:lnTo>
                <a:lnTo>
                  <a:pt x="94501" y="91333"/>
                </a:lnTo>
                <a:lnTo>
                  <a:pt x="94635" y="91600"/>
                </a:lnTo>
                <a:lnTo>
                  <a:pt x="95402" y="92367"/>
                </a:lnTo>
                <a:lnTo>
                  <a:pt x="94635" y="93134"/>
                </a:lnTo>
                <a:lnTo>
                  <a:pt x="94501" y="93434"/>
                </a:lnTo>
                <a:lnTo>
                  <a:pt x="94501" y="94502"/>
                </a:lnTo>
                <a:lnTo>
                  <a:pt x="93267" y="94502"/>
                </a:lnTo>
                <a:close/>
                <a:moveTo>
                  <a:pt x="88130" y="96170"/>
                </a:moveTo>
                <a:lnTo>
                  <a:pt x="88130" y="94135"/>
                </a:lnTo>
                <a:lnTo>
                  <a:pt x="86796" y="92767"/>
                </a:lnTo>
                <a:lnTo>
                  <a:pt x="88597" y="92767"/>
                </a:lnTo>
                <a:lnTo>
                  <a:pt x="89431" y="93601"/>
                </a:lnTo>
                <a:lnTo>
                  <a:pt x="89431" y="94902"/>
                </a:lnTo>
                <a:close/>
                <a:moveTo>
                  <a:pt x="65781" y="96170"/>
                </a:moveTo>
                <a:lnTo>
                  <a:pt x="64513" y="94902"/>
                </a:lnTo>
                <a:lnTo>
                  <a:pt x="64513" y="93568"/>
                </a:lnTo>
                <a:lnTo>
                  <a:pt x="65347" y="92767"/>
                </a:lnTo>
                <a:lnTo>
                  <a:pt x="67148" y="92767"/>
                </a:lnTo>
                <a:lnTo>
                  <a:pt x="65781" y="94102"/>
                </a:lnTo>
                <a:close/>
                <a:moveTo>
                  <a:pt x="61578" y="95403"/>
                </a:moveTo>
                <a:lnTo>
                  <a:pt x="60677" y="94502"/>
                </a:lnTo>
                <a:lnTo>
                  <a:pt x="59410" y="94502"/>
                </a:lnTo>
                <a:lnTo>
                  <a:pt x="59410" y="93434"/>
                </a:lnTo>
                <a:lnTo>
                  <a:pt x="59310" y="93134"/>
                </a:lnTo>
                <a:lnTo>
                  <a:pt x="58542" y="92367"/>
                </a:lnTo>
                <a:lnTo>
                  <a:pt x="59310" y="91600"/>
                </a:lnTo>
                <a:lnTo>
                  <a:pt x="59410" y="91333"/>
                </a:lnTo>
                <a:lnTo>
                  <a:pt x="59410" y="90232"/>
                </a:lnTo>
                <a:lnTo>
                  <a:pt x="60677" y="90232"/>
                </a:lnTo>
                <a:lnTo>
                  <a:pt x="61578" y="89332"/>
                </a:lnTo>
                <a:lnTo>
                  <a:pt x="62445" y="90232"/>
                </a:lnTo>
                <a:lnTo>
                  <a:pt x="63713" y="90232"/>
                </a:lnTo>
                <a:lnTo>
                  <a:pt x="63713" y="91333"/>
                </a:lnTo>
                <a:lnTo>
                  <a:pt x="63846" y="91600"/>
                </a:lnTo>
                <a:lnTo>
                  <a:pt x="64613" y="92367"/>
                </a:lnTo>
                <a:lnTo>
                  <a:pt x="63846" y="93134"/>
                </a:lnTo>
                <a:lnTo>
                  <a:pt x="63713" y="93434"/>
                </a:lnTo>
                <a:lnTo>
                  <a:pt x="63713" y="94502"/>
                </a:lnTo>
                <a:lnTo>
                  <a:pt x="62445" y="94502"/>
                </a:lnTo>
                <a:close/>
                <a:moveTo>
                  <a:pt x="57341" y="96170"/>
                </a:moveTo>
                <a:lnTo>
                  <a:pt x="57341" y="94135"/>
                </a:lnTo>
                <a:lnTo>
                  <a:pt x="56007" y="92767"/>
                </a:lnTo>
                <a:lnTo>
                  <a:pt x="57808" y="92767"/>
                </a:lnTo>
                <a:lnTo>
                  <a:pt x="58642" y="93601"/>
                </a:lnTo>
                <a:lnTo>
                  <a:pt x="58642" y="94902"/>
                </a:lnTo>
                <a:close/>
                <a:moveTo>
                  <a:pt x="34992" y="96170"/>
                </a:moveTo>
                <a:lnTo>
                  <a:pt x="33725" y="94902"/>
                </a:lnTo>
                <a:lnTo>
                  <a:pt x="33725" y="93568"/>
                </a:lnTo>
                <a:lnTo>
                  <a:pt x="34525" y="92767"/>
                </a:lnTo>
                <a:lnTo>
                  <a:pt x="36360" y="92767"/>
                </a:lnTo>
                <a:lnTo>
                  <a:pt x="34992" y="94102"/>
                </a:lnTo>
                <a:close/>
                <a:moveTo>
                  <a:pt x="30789" y="95403"/>
                </a:moveTo>
                <a:lnTo>
                  <a:pt x="29889" y="94502"/>
                </a:lnTo>
                <a:lnTo>
                  <a:pt x="28621" y="94502"/>
                </a:lnTo>
                <a:lnTo>
                  <a:pt x="28621" y="93434"/>
                </a:lnTo>
                <a:lnTo>
                  <a:pt x="28521" y="93134"/>
                </a:lnTo>
                <a:lnTo>
                  <a:pt x="27754" y="92367"/>
                </a:lnTo>
                <a:lnTo>
                  <a:pt x="28521" y="91600"/>
                </a:lnTo>
                <a:lnTo>
                  <a:pt x="28621" y="91333"/>
                </a:lnTo>
                <a:lnTo>
                  <a:pt x="28621" y="90232"/>
                </a:lnTo>
                <a:lnTo>
                  <a:pt x="29889" y="90232"/>
                </a:lnTo>
                <a:lnTo>
                  <a:pt x="30789" y="89332"/>
                </a:lnTo>
                <a:lnTo>
                  <a:pt x="31656" y="90232"/>
                </a:lnTo>
                <a:lnTo>
                  <a:pt x="32924" y="90232"/>
                </a:lnTo>
                <a:lnTo>
                  <a:pt x="32924" y="91333"/>
                </a:lnTo>
                <a:lnTo>
                  <a:pt x="33057" y="91600"/>
                </a:lnTo>
                <a:lnTo>
                  <a:pt x="33825" y="92367"/>
                </a:lnTo>
                <a:lnTo>
                  <a:pt x="33057" y="93134"/>
                </a:lnTo>
                <a:lnTo>
                  <a:pt x="32924" y="93434"/>
                </a:lnTo>
                <a:lnTo>
                  <a:pt x="32924" y="94502"/>
                </a:lnTo>
                <a:lnTo>
                  <a:pt x="31656" y="94502"/>
                </a:lnTo>
                <a:close/>
                <a:moveTo>
                  <a:pt x="26553" y="96170"/>
                </a:moveTo>
                <a:lnTo>
                  <a:pt x="26553" y="94135"/>
                </a:lnTo>
                <a:lnTo>
                  <a:pt x="25219" y="92767"/>
                </a:lnTo>
                <a:lnTo>
                  <a:pt x="27020" y="92767"/>
                </a:lnTo>
                <a:lnTo>
                  <a:pt x="27854" y="93601"/>
                </a:lnTo>
                <a:lnTo>
                  <a:pt x="27854" y="94902"/>
                </a:lnTo>
                <a:close/>
                <a:moveTo>
                  <a:pt x="26553" y="26987"/>
                </a:moveTo>
                <a:lnTo>
                  <a:pt x="27854" y="28254"/>
                </a:lnTo>
                <a:lnTo>
                  <a:pt x="27854" y="29555"/>
                </a:lnTo>
                <a:lnTo>
                  <a:pt x="27020" y="30389"/>
                </a:lnTo>
                <a:lnTo>
                  <a:pt x="25219" y="30389"/>
                </a:lnTo>
                <a:lnTo>
                  <a:pt x="26553" y="29055"/>
                </a:lnTo>
                <a:lnTo>
                  <a:pt x="26553" y="26987"/>
                </a:lnTo>
                <a:close/>
                <a:moveTo>
                  <a:pt x="30789" y="27754"/>
                </a:moveTo>
                <a:lnTo>
                  <a:pt x="31656" y="28655"/>
                </a:lnTo>
                <a:lnTo>
                  <a:pt x="32924" y="28655"/>
                </a:lnTo>
                <a:lnTo>
                  <a:pt x="32924" y="29722"/>
                </a:lnTo>
                <a:lnTo>
                  <a:pt x="33057" y="30022"/>
                </a:lnTo>
                <a:lnTo>
                  <a:pt x="33825" y="30790"/>
                </a:lnTo>
                <a:lnTo>
                  <a:pt x="33057" y="31557"/>
                </a:lnTo>
                <a:lnTo>
                  <a:pt x="32924" y="31824"/>
                </a:lnTo>
                <a:lnTo>
                  <a:pt x="32924" y="32924"/>
                </a:lnTo>
                <a:lnTo>
                  <a:pt x="31656" y="32924"/>
                </a:lnTo>
                <a:lnTo>
                  <a:pt x="30789" y="33825"/>
                </a:lnTo>
                <a:lnTo>
                  <a:pt x="29889" y="32924"/>
                </a:lnTo>
                <a:lnTo>
                  <a:pt x="28621" y="32924"/>
                </a:lnTo>
                <a:lnTo>
                  <a:pt x="28621" y="31824"/>
                </a:lnTo>
                <a:lnTo>
                  <a:pt x="28521" y="31557"/>
                </a:lnTo>
                <a:lnTo>
                  <a:pt x="27754" y="30790"/>
                </a:lnTo>
                <a:lnTo>
                  <a:pt x="28521" y="30022"/>
                </a:lnTo>
                <a:lnTo>
                  <a:pt x="28621" y="29722"/>
                </a:lnTo>
                <a:lnTo>
                  <a:pt x="28621" y="28655"/>
                </a:lnTo>
                <a:lnTo>
                  <a:pt x="29889" y="28655"/>
                </a:lnTo>
                <a:close/>
                <a:moveTo>
                  <a:pt x="34992" y="26987"/>
                </a:moveTo>
                <a:lnTo>
                  <a:pt x="34992" y="29022"/>
                </a:lnTo>
                <a:lnTo>
                  <a:pt x="36360" y="30389"/>
                </a:lnTo>
                <a:lnTo>
                  <a:pt x="34525" y="30389"/>
                </a:lnTo>
                <a:lnTo>
                  <a:pt x="33725" y="29555"/>
                </a:lnTo>
                <a:lnTo>
                  <a:pt x="33725" y="28254"/>
                </a:lnTo>
                <a:close/>
                <a:moveTo>
                  <a:pt x="57341" y="26987"/>
                </a:moveTo>
                <a:lnTo>
                  <a:pt x="58642" y="28254"/>
                </a:lnTo>
                <a:lnTo>
                  <a:pt x="58642" y="29555"/>
                </a:lnTo>
                <a:lnTo>
                  <a:pt x="57808" y="30389"/>
                </a:lnTo>
                <a:lnTo>
                  <a:pt x="56007" y="30389"/>
                </a:lnTo>
                <a:lnTo>
                  <a:pt x="57341" y="29055"/>
                </a:lnTo>
                <a:close/>
                <a:moveTo>
                  <a:pt x="61578" y="27754"/>
                </a:moveTo>
                <a:lnTo>
                  <a:pt x="62445" y="28655"/>
                </a:lnTo>
                <a:lnTo>
                  <a:pt x="63713" y="28655"/>
                </a:lnTo>
                <a:lnTo>
                  <a:pt x="63713" y="29722"/>
                </a:lnTo>
                <a:lnTo>
                  <a:pt x="63846" y="30022"/>
                </a:lnTo>
                <a:lnTo>
                  <a:pt x="64613" y="30790"/>
                </a:lnTo>
                <a:lnTo>
                  <a:pt x="63846" y="31557"/>
                </a:lnTo>
                <a:lnTo>
                  <a:pt x="63713" y="31824"/>
                </a:lnTo>
                <a:lnTo>
                  <a:pt x="63713" y="32924"/>
                </a:lnTo>
                <a:lnTo>
                  <a:pt x="62445" y="32924"/>
                </a:lnTo>
                <a:lnTo>
                  <a:pt x="61578" y="33825"/>
                </a:lnTo>
                <a:lnTo>
                  <a:pt x="60677" y="32924"/>
                </a:lnTo>
                <a:lnTo>
                  <a:pt x="59410" y="32924"/>
                </a:lnTo>
                <a:lnTo>
                  <a:pt x="59410" y="31824"/>
                </a:lnTo>
                <a:lnTo>
                  <a:pt x="59310" y="31557"/>
                </a:lnTo>
                <a:lnTo>
                  <a:pt x="58542" y="30790"/>
                </a:lnTo>
                <a:lnTo>
                  <a:pt x="59310" y="30022"/>
                </a:lnTo>
                <a:lnTo>
                  <a:pt x="59410" y="29722"/>
                </a:lnTo>
                <a:lnTo>
                  <a:pt x="59410" y="28655"/>
                </a:lnTo>
                <a:lnTo>
                  <a:pt x="60677" y="28655"/>
                </a:lnTo>
                <a:close/>
                <a:moveTo>
                  <a:pt x="65781" y="26987"/>
                </a:moveTo>
                <a:lnTo>
                  <a:pt x="65781" y="29022"/>
                </a:lnTo>
                <a:lnTo>
                  <a:pt x="67148" y="30389"/>
                </a:lnTo>
                <a:lnTo>
                  <a:pt x="65347" y="30389"/>
                </a:lnTo>
                <a:lnTo>
                  <a:pt x="64513" y="29555"/>
                </a:lnTo>
                <a:lnTo>
                  <a:pt x="64513" y="28254"/>
                </a:lnTo>
                <a:close/>
                <a:moveTo>
                  <a:pt x="88130" y="26987"/>
                </a:moveTo>
                <a:lnTo>
                  <a:pt x="89431" y="28254"/>
                </a:lnTo>
                <a:lnTo>
                  <a:pt x="89431" y="29555"/>
                </a:lnTo>
                <a:lnTo>
                  <a:pt x="88597" y="30389"/>
                </a:lnTo>
                <a:lnTo>
                  <a:pt x="86796" y="30389"/>
                </a:lnTo>
                <a:lnTo>
                  <a:pt x="88130" y="29055"/>
                </a:lnTo>
                <a:lnTo>
                  <a:pt x="88130" y="26987"/>
                </a:lnTo>
                <a:close/>
                <a:moveTo>
                  <a:pt x="92366" y="27754"/>
                </a:moveTo>
                <a:lnTo>
                  <a:pt x="93267" y="28655"/>
                </a:lnTo>
                <a:lnTo>
                  <a:pt x="94501" y="28655"/>
                </a:lnTo>
                <a:lnTo>
                  <a:pt x="94501" y="29722"/>
                </a:lnTo>
                <a:lnTo>
                  <a:pt x="94635" y="30022"/>
                </a:lnTo>
                <a:lnTo>
                  <a:pt x="95402" y="30790"/>
                </a:lnTo>
                <a:lnTo>
                  <a:pt x="94635" y="31557"/>
                </a:lnTo>
                <a:lnTo>
                  <a:pt x="94501" y="31824"/>
                </a:lnTo>
                <a:lnTo>
                  <a:pt x="94501" y="32924"/>
                </a:lnTo>
                <a:lnTo>
                  <a:pt x="93267" y="32924"/>
                </a:lnTo>
                <a:lnTo>
                  <a:pt x="92366" y="33825"/>
                </a:lnTo>
                <a:lnTo>
                  <a:pt x="91466" y="32924"/>
                </a:lnTo>
                <a:lnTo>
                  <a:pt x="90232" y="32924"/>
                </a:lnTo>
                <a:lnTo>
                  <a:pt x="90232" y="31824"/>
                </a:lnTo>
                <a:lnTo>
                  <a:pt x="90098" y="31557"/>
                </a:lnTo>
                <a:lnTo>
                  <a:pt x="89331" y="30790"/>
                </a:lnTo>
                <a:lnTo>
                  <a:pt x="90098" y="30022"/>
                </a:lnTo>
                <a:lnTo>
                  <a:pt x="90232" y="29722"/>
                </a:lnTo>
                <a:lnTo>
                  <a:pt x="90232" y="28655"/>
                </a:lnTo>
                <a:lnTo>
                  <a:pt x="91466" y="28655"/>
                </a:lnTo>
                <a:close/>
                <a:moveTo>
                  <a:pt x="96569" y="26987"/>
                </a:moveTo>
                <a:lnTo>
                  <a:pt x="96569" y="29022"/>
                </a:lnTo>
                <a:lnTo>
                  <a:pt x="97937" y="30389"/>
                </a:lnTo>
                <a:lnTo>
                  <a:pt x="96136" y="30389"/>
                </a:lnTo>
                <a:lnTo>
                  <a:pt x="95302" y="29555"/>
                </a:lnTo>
                <a:lnTo>
                  <a:pt x="95302" y="28254"/>
                </a:lnTo>
                <a:close/>
                <a:moveTo>
                  <a:pt x="118952" y="26987"/>
                </a:moveTo>
                <a:lnTo>
                  <a:pt x="120220" y="28254"/>
                </a:lnTo>
                <a:lnTo>
                  <a:pt x="120220" y="29555"/>
                </a:lnTo>
                <a:lnTo>
                  <a:pt x="119386" y="30389"/>
                </a:lnTo>
                <a:lnTo>
                  <a:pt x="117584" y="30389"/>
                </a:lnTo>
                <a:lnTo>
                  <a:pt x="118952" y="29055"/>
                </a:lnTo>
                <a:lnTo>
                  <a:pt x="118952" y="26987"/>
                </a:lnTo>
                <a:close/>
                <a:moveTo>
                  <a:pt x="123155" y="27754"/>
                </a:moveTo>
                <a:lnTo>
                  <a:pt x="124056" y="28655"/>
                </a:lnTo>
                <a:lnTo>
                  <a:pt x="125290" y="28655"/>
                </a:lnTo>
                <a:lnTo>
                  <a:pt x="125290" y="29722"/>
                </a:lnTo>
                <a:lnTo>
                  <a:pt x="125423" y="30022"/>
                </a:lnTo>
                <a:lnTo>
                  <a:pt x="126191" y="30790"/>
                </a:lnTo>
                <a:lnTo>
                  <a:pt x="125423" y="31557"/>
                </a:lnTo>
                <a:lnTo>
                  <a:pt x="125290" y="31824"/>
                </a:lnTo>
                <a:lnTo>
                  <a:pt x="125290" y="32924"/>
                </a:lnTo>
                <a:lnTo>
                  <a:pt x="124056" y="32924"/>
                </a:lnTo>
                <a:lnTo>
                  <a:pt x="123155" y="33825"/>
                </a:lnTo>
                <a:lnTo>
                  <a:pt x="122254" y="32924"/>
                </a:lnTo>
                <a:lnTo>
                  <a:pt x="121020" y="32924"/>
                </a:lnTo>
                <a:lnTo>
                  <a:pt x="121020" y="31857"/>
                </a:lnTo>
                <a:lnTo>
                  <a:pt x="120887" y="31557"/>
                </a:lnTo>
                <a:lnTo>
                  <a:pt x="120120" y="30790"/>
                </a:lnTo>
                <a:lnTo>
                  <a:pt x="120887" y="30022"/>
                </a:lnTo>
                <a:lnTo>
                  <a:pt x="121020" y="29722"/>
                </a:lnTo>
                <a:lnTo>
                  <a:pt x="121020" y="28655"/>
                </a:lnTo>
                <a:lnTo>
                  <a:pt x="122254" y="28655"/>
                </a:lnTo>
                <a:close/>
                <a:moveTo>
                  <a:pt x="127391" y="26987"/>
                </a:moveTo>
                <a:lnTo>
                  <a:pt x="127391" y="29022"/>
                </a:lnTo>
                <a:lnTo>
                  <a:pt x="128726" y="30389"/>
                </a:lnTo>
                <a:lnTo>
                  <a:pt x="126924" y="30389"/>
                </a:lnTo>
                <a:lnTo>
                  <a:pt x="126091" y="29555"/>
                </a:lnTo>
                <a:lnTo>
                  <a:pt x="126091" y="28254"/>
                </a:lnTo>
                <a:close/>
                <a:moveTo>
                  <a:pt x="149741" y="26987"/>
                </a:moveTo>
                <a:lnTo>
                  <a:pt x="151008" y="28254"/>
                </a:lnTo>
                <a:lnTo>
                  <a:pt x="151008" y="29555"/>
                </a:lnTo>
                <a:lnTo>
                  <a:pt x="150174" y="30389"/>
                </a:lnTo>
                <a:lnTo>
                  <a:pt x="148373" y="30389"/>
                </a:lnTo>
                <a:lnTo>
                  <a:pt x="149741" y="29055"/>
                </a:lnTo>
                <a:lnTo>
                  <a:pt x="149741" y="26987"/>
                </a:lnTo>
                <a:close/>
                <a:moveTo>
                  <a:pt x="153944" y="27754"/>
                </a:moveTo>
                <a:lnTo>
                  <a:pt x="154844" y="28655"/>
                </a:lnTo>
                <a:lnTo>
                  <a:pt x="156112" y="28655"/>
                </a:lnTo>
                <a:lnTo>
                  <a:pt x="156112" y="29722"/>
                </a:lnTo>
                <a:lnTo>
                  <a:pt x="156212" y="30022"/>
                </a:lnTo>
                <a:lnTo>
                  <a:pt x="156979" y="30790"/>
                </a:lnTo>
                <a:lnTo>
                  <a:pt x="156212" y="31557"/>
                </a:lnTo>
                <a:lnTo>
                  <a:pt x="156112" y="31824"/>
                </a:lnTo>
                <a:lnTo>
                  <a:pt x="156112" y="32924"/>
                </a:lnTo>
                <a:lnTo>
                  <a:pt x="154844" y="32924"/>
                </a:lnTo>
                <a:lnTo>
                  <a:pt x="153944" y="33825"/>
                </a:lnTo>
                <a:lnTo>
                  <a:pt x="153076" y="32924"/>
                </a:lnTo>
                <a:lnTo>
                  <a:pt x="151809" y="32924"/>
                </a:lnTo>
                <a:lnTo>
                  <a:pt x="151809" y="31824"/>
                </a:lnTo>
                <a:lnTo>
                  <a:pt x="151675" y="31557"/>
                </a:lnTo>
                <a:lnTo>
                  <a:pt x="150908" y="30790"/>
                </a:lnTo>
                <a:lnTo>
                  <a:pt x="151675" y="30022"/>
                </a:lnTo>
                <a:lnTo>
                  <a:pt x="151809" y="29722"/>
                </a:lnTo>
                <a:lnTo>
                  <a:pt x="151809" y="28655"/>
                </a:lnTo>
                <a:lnTo>
                  <a:pt x="153076" y="28655"/>
                </a:lnTo>
                <a:close/>
                <a:moveTo>
                  <a:pt x="158180" y="26987"/>
                </a:moveTo>
                <a:lnTo>
                  <a:pt x="158180" y="29022"/>
                </a:lnTo>
                <a:lnTo>
                  <a:pt x="159514" y="30389"/>
                </a:lnTo>
                <a:lnTo>
                  <a:pt x="157713" y="30389"/>
                </a:lnTo>
                <a:lnTo>
                  <a:pt x="156879" y="29555"/>
                </a:lnTo>
                <a:lnTo>
                  <a:pt x="156879" y="28254"/>
                </a:lnTo>
                <a:close/>
                <a:moveTo>
                  <a:pt x="180529" y="26987"/>
                </a:moveTo>
                <a:lnTo>
                  <a:pt x="181797" y="28254"/>
                </a:lnTo>
                <a:lnTo>
                  <a:pt x="181797" y="29555"/>
                </a:lnTo>
                <a:lnTo>
                  <a:pt x="180963" y="30389"/>
                </a:lnTo>
                <a:lnTo>
                  <a:pt x="179162" y="30389"/>
                </a:lnTo>
                <a:lnTo>
                  <a:pt x="180529" y="29055"/>
                </a:lnTo>
                <a:lnTo>
                  <a:pt x="180529" y="26987"/>
                </a:lnTo>
                <a:close/>
                <a:moveTo>
                  <a:pt x="184732" y="27754"/>
                </a:moveTo>
                <a:lnTo>
                  <a:pt x="185633" y="28655"/>
                </a:lnTo>
                <a:lnTo>
                  <a:pt x="186901" y="28655"/>
                </a:lnTo>
                <a:lnTo>
                  <a:pt x="186901" y="29722"/>
                </a:lnTo>
                <a:lnTo>
                  <a:pt x="187001" y="30022"/>
                </a:lnTo>
                <a:lnTo>
                  <a:pt x="187768" y="30790"/>
                </a:lnTo>
                <a:lnTo>
                  <a:pt x="187001" y="31557"/>
                </a:lnTo>
                <a:lnTo>
                  <a:pt x="186901" y="31824"/>
                </a:lnTo>
                <a:lnTo>
                  <a:pt x="186901" y="32924"/>
                </a:lnTo>
                <a:lnTo>
                  <a:pt x="185633" y="32924"/>
                </a:lnTo>
                <a:lnTo>
                  <a:pt x="184732" y="33825"/>
                </a:lnTo>
                <a:lnTo>
                  <a:pt x="183865" y="32924"/>
                </a:lnTo>
                <a:lnTo>
                  <a:pt x="182598" y="32924"/>
                </a:lnTo>
                <a:lnTo>
                  <a:pt x="182598" y="31824"/>
                </a:lnTo>
                <a:lnTo>
                  <a:pt x="182464" y="31557"/>
                </a:lnTo>
                <a:lnTo>
                  <a:pt x="181697" y="30790"/>
                </a:lnTo>
                <a:lnTo>
                  <a:pt x="182464" y="30022"/>
                </a:lnTo>
                <a:lnTo>
                  <a:pt x="182598" y="29722"/>
                </a:lnTo>
                <a:lnTo>
                  <a:pt x="182598" y="28655"/>
                </a:lnTo>
                <a:lnTo>
                  <a:pt x="183865" y="28655"/>
                </a:lnTo>
                <a:close/>
                <a:moveTo>
                  <a:pt x="188969" y="26987"/>
                </a:moveTo>
                <a:lnTo>
                  <a:pt x="188969" y="29022"/>
                </a:lnTo>
                <a:lnTo>
                  <a:pt x="190303" y="30389"/>
                </a:lnTo>
                <a:lnTo>
                  <a:pt x="188502" y="30389"/>
                </a:lnTo>
                <a:lnTo>
                  <a:pt x="187668" y="29555"/>
                </a:lnTo>
                <a:lnTo>
                  <a:pt x="187668" y="28254"/>
                </a:lnTo>
                <a:close/>
                <a:moveTo>
                  <a:pt x="211318" y="26987"/>
                </a:moveTo>
                <a:lnTo>
                  <a:pt x="212586" y="28254"/>
                </a:lnTo>
                <a:lnTo>
                  <a:pt x="212586" y="29555"/>
                </a:lnTo>
                <a:lnTo>
                  <a:pt x="211785" y="30389"/>
                </a:lnTo>
                <a:lnTo>
                  <a:pt x="209950" y="30389"/>
                </a:lnTo>
                <a:lnTo>
                  <a:pt x="211318" y="29055"/>
                </a:lnTo>
                <a:lnTo>
                  <a:pt x="211318" y="26987"/>
                </a:lnTo>
                <a:close/>
                <a:moveTo>
                  <a:pt x="215521" y="27754"/>
                </a:moveTo>
                <a:lnTo>
                  <a:pt x="216422" y="28655"/>
                </a:lnTo>
                <a:lnTo>
                  <a:pt x="217689" y="28655"/>
                </a:lnTo>
                <a:lnTo>
                  <a:pt x="217689" y="29722"/>
                </a:lnTo>
                <a:lnTo>
                  <a:pt x="217789" y="30022"/>
                </a:lnTo>
                <a:lnTo>
                  <a:pt x="218557" y="30790"/>
                </a:lnTo>
                <a:lnTo>
                  <a:pt x="217789" y="31557"/>
                </a:lnTo>
                <a:lnTo>
                  <a:pt x="217689" y="31824"/>
                </a:lnTo>
                <a:lnTo>
                  <a:pt x="217689" y="32924"/>
                </a:lnTo>
                <a:lnTo>
                  <a:pt x="216422" y="32924"/>
                </a:lnTo>
                <a:lnTo>
                  <a:pt x="215521" y="33825"/>
                </a:lnTo>
                <a:lnTo>
                  <a:pt x="214654" y="32924"/>
                </a:lnTo>
                <a:lnTo>
                  <a:pt x="213386" y="32924"/>
                </a:lnTo>
                <a:lnTo>
                  <a:pt x="213386" y="31824"/>
                </a:lnTo>
                <a:lnTo>
                  <a:pt x="213286" y="31557"/>
                </a:lnTo>
                <a:lnTo>
                  <a:pt x="212486" y="30790"/>
                </a:lnTo>
                <a:lnTo>
                  <a:pt x="213286" y="30022"/>
                </a:lnTo>
                <a:lnTo>
                  <a:pt x="213386" y="29722"/>
                </a:lnTo>
                <a:lnTo>
                  <a:pt x="213386" y="28655"/>
                </a:lnTo>
                <a:lnTo>
                  <a:pt x="214654" y="28655"/>
                </a:lnTo>
                <a:close/>
                <a:moveTo>
                  <a:pt x="218056" y="89432"/>
                </a:moveTo>
                <a:lnTo>
                  <a:pt x="216755" y="89432"/>
                </a:lnTo>
                <a:lnTo>
                  <a:pt x="215921" y="88598"/>
                </a:lnTo>
                <a:lnTo>
                  <a:pt x="215921" y="86796"/>
                </a:lnTo>
                <a:lnTo>
                  <a:pt x="217156" y="88031"/>
                </a:lnTo>
                <a:lnTo>
                  <a:pt x="217456" y="88164"/>
                </a:lnTo>
                <a:lnTo>
                  <a:pt x="219324" y="88164"/>
                </a:lnTo>
                <a:close/>
                <a:moveTo>
                  <a:pt x="211785" y="91967"/>
                </a:moveTo>
                <a:lnTo>
                  <a:pt x="209950" y="91967"/>
                </a:lnTo>
                <a:lnTo>
                  <a:pt x="211318" y="90632"/>
                </a:lnTo>
                <a:lnTo>
                  <a:pt x="211318" y="88564"/>
                </a:lnTo>
                <a:lnTo>
                  <a:pt x="212586" y="89865"/>
                </a:lnTo>
                <a:lnTo>
                  <a:pt x="212586" y="91166"/>
                </a:lnTo>
                <a:close/>
                <a:moveTo>
                  <a:pt x="188502" y="91967"/>
                </a:moveTo>
                <a:lnTo>
                  <a:pt x="187668" y="91166"/>
                </a:lnTo>
                <a:lnTo>
                  <a:pt x="187668" y="89865"/>
                </a:lnTo>
                <a:lnTo>
                  <a:pt x="188969" y="88564"/>
                </a:lnTo>
                <a:lnTo>
                  <a:pt x="188969" y="90632"/>
                </a:lnTo>
                <a:lnTo>
                  <a:pt x="190303" y="91967"/>
                </a:lnTo>
                <a:lnTo>
                  <a:pt x="188502" y="91967"/>
                </a:lnTo>
                <a:close/>
                <a:moveTo>
                  <a:pt x="180996" y="91967"/>
                </a:moveTo>
                <a:lnTo>
                  <a:pt x="179162" y="91967"/>
                </a:lnTo>
                <a:lnTo>
                  <a:pt x="180529" y="90632"/>
                </a:lnTo>
                <a:lnTo>
                  <a:pt x="180529" y="88564"/>
                </a:lnTo>
                <a:lnTo>
                  <a:pt x="181797" y="89865"/>
                </a:lnTo>
                <a:lnTo>
                  <a:pt x="181797" y="91166"/>
                </a:lnTo>
                <a:close/>
                <a:moveTo>
                  <a:pt x="157713" y="91967"/>
                </a:moveTo>
                <a:lnTo>
                  <a:pt x="156879" y="91166"/>
                </a:lnTo>
                <a:lnTo>
                  <a:pt x="156879" y="89865"/>
                </a:lnTo>
                <a:lnTo>
                  <a:pt x="158180" y="88564"/>
                </a:lnTo>
                <a:lnTo>
                  <a:pt x="158180" y="90632"/>
                </a:lnTo>
                <a:lnTo>
                  <a:pt x="159514" y="91967"/>
                </a:lnTo>
                <a:lnTo>
                  <a:pt x="157713" y="91967"/>
                </a:lnTo>
                <a:close/>
                <a:moveTo>
                  <a:pt x="150174" y="91967"/>
                </a:moveTo>
                <a:lnTo>
                  <a:pt x="148373" y="91967"/>
                </a:lnTo>
                <a:lnTo>
                  <a:pt x="149741" y="90632"/>
                </a:lnTo>
                <a:lnTo>
                  <a:pt x="149741" y="88564"/>
                </a:lnTo>
                <a:lnTo>
                  <a:pt x="151008" y="89865"/>
                </a:lnTo>
                <a:lnTo>
                  <a:pt x="151008" y="91166"/>
                </a:lnTo>
                <a:close/>
                <a:moveTo>
                  <a:pt x="126924" y="91967"/>
                </a:moveTo>
                <a:lnTo>
                  <a:pt x="126091" y="91166"/>
                </a:lnTo>
                <a:lnTo>
                  <a:pt x="126091" y="89865"/>
                </a:lnTo>
                <a:lnTo>
                  <a:pt x="127358" y="88564"/>
                </a:lnTo>
                <a:lnTo>
                  <a:pt x="127358" y="90632"/>
                </a:lnTo>
                <a:lnTo>
                  <a:pt x="128726" y="91967"/>
                </a:lnTo>
                <a:lnTo>
                  <a:pt x="126924" y="91967"/>
                </a:lnTo>
                <a:close/>
                <a:moveTo>
                  <a:pt x="119386" y="91967"/>
                </a:moveTo>
                <a:lnTo>
                  <a:pt x="117584" y="91967"/>
                </a:lnTo>
                <a:lnTo>
                  <a:pt x="118952" y="90632"/>
                </a:lnTo>
                <a:lnTo>
                  <a:pt x="118952" y="88564"/>
                </a:lnTo>
                <a:lnTo>
                  <a:pt x="120220" y="89865"/>
                </a:lnTo>
                <a:lnTo>
                  <a:pt x="120220" y="91166"/>
                </a:lnTo>
                <a:close/>
                <a:moveTo>
                  <a:pt x="96136" y="91967"/>
                </a:moveTo>
                <a:lnTo>
                  <a:pt x="95302" y="91166"/>
                </a:lnTo>
                <a:lnTo>
                  <a:pt x="95302" y="89865"/>
                </a:lnTo>
                <a:lnTo>
                  <a:pt x="96569" y="88564"/>
                </a:lnTo>
                <a:lnTo>
                  <a:pt x="96569" y="90632"/>
                </a:lnTo>
                <a:lnTo>
                  <a:pt x="97937" y="91967"/>
                </a:lnTo>
                <a:lnTo>
                  <a:pt x="96136" y="91967"/>
                </a:lnTo>
                <a:close/>
                <a:moveTo>
                  <a:pt x="88597" y="91967"/>
                </a:moveTo>
                <a:lnTo>
                  <a:pt x="86796" y="91967"/>
                </a:lnTo>
                <a:lnTo>
                  <a:pt x="88130" y="90632"/>
                </a:lnTo>
                <a:lnTo>
                  <a:pt x="88130" y="88564"/>
                </a:lnTo>
                <a:lnTo>
                  <a:pt x="89431" y="89865"/>
                </a:lnTo>
                <a:lnTo>
                  <a:pt x="89431" y="91166"/>
                </a:lnTo>
                <a:close/>
                <a:moveTo>
                  <a:pt x="65347" y="91967"/>
                </a:moveTo>
                <a:lnTo>
                  <a:pt x="64513" y="91166"/>
                </a:lnTo>
                <a:lnTo>
                  <a:pt x="64513" y="89865"/>
                </a:lnTo>
                <a:lnTo>
                  <a:pt x="65781" y="88564"/>
                </a:lnTo>
                <a:lnTo>
                  <a:pt x="65781" y="90632"/>
                </a:lnTo>
                <a:lnTo>
                  <a:pt x="67148" y="91967"/>
                </a:lnTo>
                <a:lnTo>
                  <a:pt x="65347" y="91967"/>
                </a:lnTo>
                <a:close/>
                <a:moveTo>
                  <a:pt x="57808" y="91967"/>
                </a:moveTo>
                <a:lnTo>
                  <a:pt x="56007" y="91967"/>
                </a:lnTo>
                <a:lnTo>
                  <a:pt x="57341" y="90632"/>
                </a:lnTo>
                <a:lnTo>
                  <a:pt x="57341" y="88564"/>
                </a:lnTo>
                <a:lnTo>
                  <a:pt x="58642" y="89865"/>
                </a:lnTo>
                <a:lnTo>
                  <a:pt x="58642" y="91166"/>
                </a:lnTo>
                <a:close/>
                <a:moveTo>
                  <a:pt x="34525" y="91967"/>
                </a:moveTo>
                <a:lnTo>
                  <a:pt x="33725" y="91166"/>
                </a:lnTo>
                <a:lnTo>
                  <a:pt x="33725" y="89865"/>
                </a:lnTo>
                <a:lnTo>
                  <a:pt x="34992" y="88564"/>
                </a:lnTo>
                <a:lnTo>
                  <a:pt x="34992" y="90632"/>
                </a:lnTo>
                <a:lnTo>
                  <a:pt x="36360" y="91967"/>
                </a:lnTo>
                <a:lnTo>
                  <a:pt x="34525" y="91967"/>
                </a:lnTo>
                <a:close/>
                <a:moveTo>
                  <a:pt x="28254" y="89432"/>
                </a:moveTo>
                <a:lnTo>
                  <a:pt x="26986" y="88164"/>
                </a:lnTo>
                <a:lnTo>
                  <a:pt x="28854" y="88164"/>
                </a:lnTo>
                <a:lnTo>
                  <a:pt x="29155" y="88031"/>
                </a:lnTo>
                <a:lnTo>
                  <a:pt x="30389" y="86796"/>
                </a:lnTo>
                <a:lnTo>
                  <a:pt x="30389" y="88598"/>
                </a:lnTo>
                <a:lnTo>
                  <a:pt x="29555" y="89432"/>
                </a:lnTo>
                <a:lnTo>
                  <a:pt x="28254" y="89432"/>
                </a:lnTo>
                <a:close/>
                <a:moveTo>
                  <a:pt x="28254" y="33725"/>
                </a:moveTo>
                <a:lnTo>
                  <a:pt x="29555" y="33725"/>
                </a:lnTo>
                <a:lnTo>
                  <a:pt x="30389" y="34559"/>
                </a:lnTo>
                <a:lnTo>
                  <a:pt x="30389" y="36360"/>
                </a:lnTo>
                <a:lnTo>
                  <a:pt x="29155" y="35126"/>
                </a:lnTo>
                <a:lnTo>
                  <a:pt x="28854" y="34993"/>
                </a:lnTo>
                <a:lnTo>
                  <a:pt x="26986" y="34993"/>
                </a:lnTo>
                <a:close/>
                <a:moveTo>
                  <a:pt x="34525" y="31190"/>
                </a:moveTo>
                <a:lnTo>
                  <a:pt x="36360" y="31190"/>
                </a:lnTo>
                <a:lnTo>
                  <a:pt x="34992" y="32524"/>
                </a:lnTo>
                <a:lnTo>
                  <a:pt x="34992" y="34592"/>
                </a:lnTo>
                <a:lnTo>
                  <a:pt x="33725" y="33291"/>
                </a:lnTo>
                <a:lnTo>
                  <a:pt x="33725" y="31990"/>
                </a:lnTo>
                <a:close/>
                <a:moveTo>
                  <a:pt x="57808" y="31190"/>
                </a:moveTo>
                <a:lnTo>
                  <a:pt x="58642" y="31990"/>
                </a:lnTo>
                <a:lnTo>
                  <a:pt x="58642" y="33291"/>
                </a:lnTo>
                <a:lnTo>
                  <a:pt x="57341" y="34592"/>
                </a:lnTo>
                <a:lnTo>
                  <a:pt x="57341" y="32524"/>
                </a:lnTo>
                <a:lnTo>
                  <a:pt x="56007" y="31190"/>
                </a:lnTo>
                <a:lnTo>
                  <a:pt x="57808" y="31190"/>
                </a:lnTo>
                <a:close/>
                <a:moveTo>
                  <a:pt x="65347" y="31190"/>
                </a:moveTo>
                <a:lnTo>
                  <a:pt x="67148" y="31190"/>
                </a:lnTo>
                <a:lnTo>
                  <a:pt x="65781" y="32524"/>
                </a:lnTo>
                <a:lnTo>
                  <a:pt x="65781" y="34592"/>
                </a:lnTo>
                <a:lnTo>
                  <a:pt x="64513" y="33291"/>
                </a:lnTo>
                <a:lnTo>
                  <a:pt x="64513" y="31990"/>
                </a:lnTo>
                <a:close/>
                <a:moveTo>
                  <a:pt x="88597" y="31190"/>
                </a:moveTo>
                <a:lnTo>
                  <a:pt x="89431" y="31990"/>
                </a:lnTo>
                <a:lnTo>
                  <a:pt x="89431" y="33291"/>
                </a:lnTo>
                <a:lnTo>
                  <a:pt x="88130" y="34592"/>
                </a:lnTo>
                <a:lnTo>
                  <a:pt x="88130" y="32524"/>
                </a:lnTo>
                <a:lnTo>
                  <a:pt x="86796" y="31190"/>
                </a:lnTo>
                <a:lnTo>
                  <a:pt x="88597" y="31190"/>
                </a:lnTo>
                <a:close/>
                <a:moveTo>
                  <a:pt x="96136" y="31190"/>
                </a:moveTo>
                <a:lnTo>
                  <a:pt x="97937" y="31190"/>
                </a:lnTo>
                <a:lnTo>
                  <a:pt x="96569" y="32524"/>
                </a:lnTo>
                <a:lnTo>
                  <a:pt x="96569" y="34592"/>
                </a:lnTo>
                <a:lnTo>
                  <a:pt x="95302" y="33291"/>
                </a:lnTo>
                <a:lnTo>
                  <a:pt x="95302" y="31990"/>
                </a:lnTo>
                <a:close/>
                <a:moveTo>
                  <a:pt x="119386" y="31190"/>
                </a:moveTo>
                <a:lnTo>
                  <a:pt x="120220" y="31990"/>
                </a:lnTo>
                <a:lnTo>
                  <a:pt x="120220" y="33291"/>
                </a:lnTo>
                <a:lnTo>
                  <a:pt x="118952" y="34592"/>
                </a:lnTo>
                <a:lnTo>
                  <a:pt x="118952" y="32524"/>
                </a:lnTo>
                <a:lnTo>
                  <a:pt x="117584" y="31190"/>
                </a:lnTo>
                <a:lnTo>
                  <a:pt x="119386" y="31190"/>
                </a:lnTo>
                <a:close/>
                <a:moveTo>
                  <a:pt x="126924" y="31190"/>
                </a:moveTo>
                <a:lnTo>
                  <a:pt x="128726" y="31190"/>
                </a:lnTo>
                <a:lnTo>
                  <a:pt x="127391" y="32524"/>
                </a:lnTo>
                <a:lnTo>
                  <a:pt x="127391" y="34592"/>
                </a:lnTo>
                <a:lnTo>
                  <a:pt x="126091" y="33291"/>
                </a:lnTo>
                <a:lnTo>
                  <a:pt x="126091" y="31990"/>
                </a:lnTo>
                <a:close/>
                <a:moveTo>
                  <a:pt x="150174" y="31190"/>
                </a:moveTo>
                <a:lnTo>
                  <a:pt x="151008" y="31990"/>
                </a:lnTo>
                <a:lnTo>
                  <a:pt x="151008" y="33291"/>
                </a:lnTo>
                <a:lnTo>
                  <a:pt x="149741" y="34592"/>
                </a:lnTo>
                <a:lnTo>
                  <a:pt x="149741" y="32524"/>
                </a:lnTo>
                <a:lnTo>
                  <a:pt x="148373" y="31190"/>
                </a:lnTo>
                <a:lnTo>
                  <a:pt x="150174" y="31190"/>
                </a:lnTo>
                <a:close/>
                <a:moveTo>
                  <a:pt x="157713" y="31190"/>
                </a:moveTo>
                <a:lnTo>
                  <a:pt x="159514" y="31190"/>
                </a:lnTo>
                <a:lnTo>
                  <a:pt x="158180" y="32524"/>
                </a:lnTo>
                <a:lnTo>
                  <a:pt x="158180" y="34592"/>
                </a:lnTo>
                <a:lnTo>
                  <a:pt x="156879" y="33291"/>
                </a:lnTo>
                <a:lnTo>
                  <a:pt x="156879" y="31990"/>
                </a:lnTo>
                <a:close/>
                <a:moveTo>
                  <a:pt x="180996" y="31190"/>
                </a:moveTo>
                <a:lnTo>
                  <a:pt x="181797" y="31990"/>
                </a:lnTo>
                <a:lnTo>
                  <a:pt x="181797" y="33291"/>
                </a:lnTo>
                <a:lnTo>
                  <a:pt x="180529" y="34592"/>
                </a:lnTo>
                <a:lnTo>
                  <a:pt x="180529" y="32524"/>
                </a:lnTo>
                <a:lnTo>
                  <a:pt x="179162" y="31190"/>
                </a:lnTo>
                <a:lnTo>
                  <a:pt x="180996" y="31190"/>
                </a:lnTo>
                <a:close/>
                <a:moveTo>
                  <a:pt x="188502" y="31190"/>
                </a:moveTo>
                <a:lnTo>
                  <a:pt x="190303" y="31190"/>
                </a:lnTo>
                <a:lnTo>
                  <a:pt x="188969" y="32524"/>
                </a:lnTo>
                <a:lnTo>
                  <a:pt x="188969" y="34592"/>
                </a:lnTo>
                <a:lnTo>
                  <a:pt x="187668" y="33291"/>
                </a:lnTo>
                <a:lnTo>
                  <a:pt x="187668" y="31990"/>
                </a:lnTo>
                <a:close/>
                <a:moveTo>
                  <a:pt x="211785" y="31190"/>
                </a:moveTo>
                <a:lnTo>
                  <a:pt x="212586" y="31990"/>
                </a:lnTo>
                <a:lnTo>
                  <a:pt x="212586" y="33291"/>
                </a:lnTo>
                <a:lnTo>
                  <a:pt x="211318" y="34592"/>
                </a:lnTo>
                <a:lnTo>
                  <a:pt x="211318" y="32524"/>
                </a:lnTo>
                <a:lnTo>
                  <a:pt x="209950" y="31190"/>
                </a:lnTo>
                <a:lnTo>
                  <a:pt x="211785" y="31190"/>
                </a:lnTo>
                <a:close/>
                <a:moveTo>
                  <a:pt x="215121" y="57809"/>
                </a:moveTo>
                <a:lnTo>
                  <a:pt x="214320" y="58643"/>
                </a:lnTo>
                <a:lnTo>
                  <a:pt x="213019" y="58643"/>
                </a:lnTo>
                <a:lnTo>
                  <a:pt x="211718" y="57375"/>
                </a:lnTo>
                <a:lnTo>
                  <a:pt x="213620" y="57375"/>
                </a:lnTo>
                <a:lnTo>
                  <a:pt x="213887" y="57242"/>
                </a:lnTo>
                <a:lnTo>
                  <a:pt x="215121" y="56008"/>
                </a:lnTo>
                <a:close/>
                <a:moveTo>
                  <a:pt x="31189" y="65348"/>
                </a:moveTo>
                <a:lnTo>
                  <a:pt x="31990" y="64514"/>
                </a:lnTo>
                <a:lnTo>
                  <a:pt x="33291" y="64514"/>
                </a:lnTo>
                <a:lnTo>
                  <a:pt x="34592" y="65815"/>
                </a:lnTo>
                <a:lnTo>
                  <a:pt x="32691" y="65815"/>
                </a:lnTo>
                <a:lnTo>
                  <a:pt x="32424" y="65915"/>
                </a:lnTo>
                <a:lnTo>
                  <a:pt x="31156" y="67149"/>
                </a:lnTo>
                <a:lnTo>
                  <a:pt x="31156" y="65348"/>
                </a:lnTo>
                <a:close/>
                <a:moveTo>
                  <a:pt x="210618" y="86896"/>
                </a:moveTo>
                <a:lnTo>
                  <a:pt x="209083" y="85362"/>
                </a:lnTo>
                <a:lnTo>
                  <a:pt x="209083" y="80692"/>
                </a:lnTo>
                <a:lnTo>
                  <a:pt x="212419" y="77356"/>
                </a:lnTo>
                <a:lnTo>
                  <a:pt x="214587" y="77356"/>
                </a:lnTo>
                <a:lnTo>
                  <a:pt x="210618" y="81326"/>
                </a:lnTo>
                <a:lnTo>
                  <a:pt x="210618" y="86896"/>
                </a:lnTo>
                <a:close/>
                <a:moveTo>
                  <a:pt x="189636" y="86896"/>
                </a:moveTo>
                <a:lnTo>
                  <a:pt x="189636" y="81326"/>
                </a:lnTo>
                <a:lnTo>
                  <a:pt x="185700" y="77356"/>
                </a:lnTo>
                <a:lnTo>
                  <a:pt x="187868" y="77356"/>
                </a:lnTo>
                <a:lnTo>
                  <a:pt x="191170" y="80692"/>
                </a:lnTo>
                <a:lnTo>
                  <a:pt x="191170" y="85362"/>
                </a:lnTo>
                <a:close/>
                <a:moveTo>
                  <a:pt x="179829" y="86896"/>
                </a:moveTo>
                <a:lnTo>
                  <a:pt x="178294" y="85362"/>
                </a:lnTo>
                <a:lnTo>
                  <a:pt x="178294" y="80692"/>
                </a:lnTo>
                <a:lnTo>
                  <a:pt x="181630" y="77356"/>
                </a:lnTo>
                <a:lnTo>
                  <a:pt x="183798" y="77356"/>
                </a:lnTo>
                <a:lnTo>
                  <a:pt x="179829" y="81326"/>
                </a:lnTo>
                <a:lnTo>
                  <a:pt x="179829" y="86896"/>
                </a:lnTo>
                <a:close/>
                <a:moveTo>
                  <a:pt x="158847" y="86896"/>
                </a:moveTo>
                <a:lnTo>
                  <a:pt x="158847" y="81326"/>
                </a:lnTo>
                <a:lnTo>
                  <a:pt x="154911" y="77356"/>
                </a:lnTo>
                <a:lnTo>
                  <a:pt x="157079" y="77356"/>
                </a:lnTo>
                <a:lnTo>
                  <a:pt x="160382" y="80692"/>
                </a:lnTo>
                <a:lnTo>
                  <a:pt x="160382" y="85362"/>
                </a:lnTo>
                <a:close/>
                <a:moveTo>
                  <a:pt x="149040" y="86896"/>
                </a:moveTo>
                <a:lnTo>
                  <a:pt x="147506" y="85362"/>
                </a:lnTo>
                <a:lnTo>
                  <a:pt x="147506" y="80692"/>
                </a:lnTo>
                <a:lnTo>
                  <a:pt x="150842" y="77356"/>
                </a:lnTo>
                <a:lnTo>
                  <a:pt x="152976" y="77356"/>
                </a:lnTo>
                <a:lnTo>
                  <a:pt x="149040" y="81326"/>
                </a:lnTo>
                <a:lnTo>
                  <a:pt x="149040" y="86896"/>
                </a:lnTo>
                <a:close/>
                <a:moveTo>
                  <a:pt x="128059" y="86896"/>
                </a:moveTo>
                <a:lnTo>
                  <a:pt x="128059" y="81326"/>
                </a:lnTo>
                <a:lnTo>
                  <a:pt x="124122" y="77356"/>
                </a:lnTo>
                <a:lnTo>
                  <a:pt x="126291" y="77356"/>
                </a:lnTo>
                <a:lnTo>
                  <a:pt x="129593" y="80692"/>
                </a:lnTo>
                <a:lnTo>
                  <a:pt x="129593" y="85362"/>
                </a:lnTo>
                <a:close/>
                <a:moveTo>
                  <a:pt x="118252" y="86896"/>
                </a:moveTo>
                <a:lnTo>
                  <a:pt x="116717" y="85362"/>
                </a:lnTo>
                <a:lnTo>
                  <a:pt x="116717" y="80692"/>
                </a:lnTo>
                <a:lnTo>
                  <a:pt x="120053" y="77356"/>
                </a:lnTo>
                <a:lnTo>
                  <a:pt x="122188" y="77356"/>
                </a:lnTo>
                <a:lnTo>
                  <a:pt x="118252" y="81326"/>
                </a:lnTo>
                <a:close/>
                <a:moveTo>
                  <a:pt x="97270" y="86896"/>
                </a:moveTo>
                <a:lnTo>
                  <a:pt x="97270" y="81326"/>
                </a:lnTo>
                <a:lnTo>
                  <a:pt x="93334" y="77356"/>
                </a:lnTo>
                <a:lnTo>
                  <a:pt x="95469" y="77356"/>
                </a:lnTo>
                <a:lnTo>
                  <a:pt x="98804" y="80692"/>
                </a:lnTo>
                <a:lnTo>
                  <a:pt x="98804" y="85362"/>
                </a:lnTo>
                <a:close/>
                <a:moveTo>
                  <a:pt x="87463" y="86896"/>
                </a:moveTo>
                <a:lnTo>
                  <a:pt x="85929" y="85362"/>
                </a:lnTo>
                <a:lnTo>
                  <a:pt x="85929" y="80692"/>
                </a:lnTo>
                <a:lnTo>
                  <a:pt x="89231" y="77356"/>
                </a:lnTo>
                <a:lnTo>
                  <a:pt x="91399" y="77356"/>
                </a:lnTo>
                <a:lnTo>
                  <a:pt x="87463" y="81326"/>
                </a:lnTo>
                <a:close/>
                <a:moveTo>
                  <a:pt x="66481" y="86896"/>
                </a:moveTo>
                <a:lnTo>
                  <a:pt x="66481" y="81326"/>
                </a:lnTo>
                <a:lnTo>
                  <a:pt x="62545" y="77356"/>
                </a:lnTo>
                <a:lnTo>
                  <a:pt x="64713" y="77356"/>
                </a:lnTo>
                <a:lnTo>
                  <a:pt x="68016" y="80692"/>
                </a:lnTo>
                <a:lnTo>
                  <a:pt x="68016" y="85362"/>
                </a:lnTo>
                <a:close/>
                <a:moveTo>
                  <a:pt x="56674" y="86896"/>
                </a:moveTo>
                <a:lnTo>
                  <a:pt x="55140" y="85362"/>
                </a:lnTo>
                <a:lnTo>
                  <a:pt x="55140" y="80692"/>
                </a:lnTo>
                <a:lnTo>
                  <a:pt x="58442" y="77356"/>
                </a:lnTo>
                <a:lnTo>
                  <a:pt x="60610" y="77356"/>
                </a:lnTo>
                <a:lnTo>
                  <a:pt x="56674" y="81326"/>
                </a:lnTo>
                <a:close/>
                <a:moveTo>
                  <a:pt x="35693" y="86896"/>
                </a:moveTo>
                <a:lnTo>
                  <a:pt x="35693" y="81326"/>
                </a:lnTo>
                <a:lnTo>
                  <a:pt x="31723" y="77356"/>
                </a:lnTo>
                <a:lnTo>
                  <a:pt x="33891" y="77356"/>
                </a:lnTo>
                <a:lnTo>
                  <a:pt x="37227" y="80692"/>
                </a:lnTo>
                <a:lnTo>
                  <a:pt x="37227" y="85362"/>
                </a:lnTo>
                <a:close/>
                <a:moveTo>
                  <a:pt x="35693" y="36260"/>
                </a:moveTo>
                <a:lnTo>
                  <a:pt x="37227" y="37795"/>
                </a:lnTo>
                <a:lnTo>
                  <a:pt x="37227" y="42465"/>
                </a:lnTo>
                <a:lnTo>
                  <a:pt x="33891" y="45800"/>
                </a:lnTo>
                <a:lnTo>
                  <a:pt x="31723" y="45800"/>
                </a:lnTo>
                <a:lnTo>
                  <a:pt x="35693" y="41831"/>
                </a:lnTo>
                <a:lnTo>
                  <a:pt x="35693" y="36260"/>
                </a:lnTo>
                <a:close/>
                <a:moveTo>
                  <a:pt x="56674" y="36260"/>
                </a:moveTo>
                <a:lnTo>
                  <a:pt x="56674" y="41831"/>
                </a:lnTo>
                <a:lnTo>
                  <a:pt x="60610" y="45800"/>
                </a:lnTo>
                <a:lnTo>
                  <a:pt x="58442" y="45800"/>
                </a:lnTo>
                <a:lnTo>
                  <a:pt x="55140" y="42465"/>
                </a:lnTo>
                <a:lnTo>
                  <a:pt x="55140" y="37795"/>
                </a:lnTo>
                <a:close/>
                <a:moveTo>
                  <a:pt x="66481" y="36260"/>
                </a:moveTo>
                <a:lnTo>
                  <a:pt x="68016" y="37795"/>
                </a:lnTo>
                <a:lnTo>
                  <a:pt x="68016" y="42465"/>
                </a:lnTo>
                <a:lnTo>
                  <a:pt x="64680" y="45800"/>
                </a:lnTo>
                <a:lnTo>
                  <a:pt x="62512" y="45800"/>
                </a:lnTo>
                <a:lnTo>
                  <a:pt x="66481" y="41831"/>
                </a:lnTo>
                <a:lnTo>
                  <a:pt x="66481" y="36260"/>
                </a:lnTo>
                <a:close/>
                <a:moveTo>
                  <a:pt x="87463" y="36260"/>
                </a:moveTo>
                <a:lnTo>
                  <a:pt x="87463" y="41831"/>
                </a:lnTo>
                <a:lnTo>
                  <a:pt x="91399" y="45800"/>
                </a:lnTo>
                <a:lnTo>
                  <a:pt x="89231" y="45800"/>
                </a:lnTo>
                <a:lnTo>
                  <a:pt x="85929" y="42465"/>
                </a:lnTo>
                <a:lnTo>
                  <a:pt x="85929" y="37795"/>
                </a:lnTo>
                <a:close/>
                <a:moveTo>
                  <a:pt x="97270" y="36260"/>
                </a:moveTo>
                <a:lnTo>
                  <a:pt x="98804" y="37795"/>
                </a:lnTo>
                <a:lnTo>
                  <a:pt x="98804" y="42465"/>
                </a:lnTo>
                <a:lnTo>
                  <a:pt x="95469" y="45800"/>
                </a:lnTo>
                <a:lnTo>
                  <a:pt x="93334" y="45800"/>
                </a:lnTo>
                <a:lnTo>
                  <a:pt x="97270" y="41831"/>
                </a:lnTo>
                <a:close/>
                <a:moveTo>
                  <a:pt x="118252" y="36260"/>
                </a:moveTo>
                <a:lnTo>
                  <a:pt x="118252" y="41831"/>
                </a:lnTo>
                <a:lnTo>
                  <a:pt x="122188" y="45800"/>
                </a:lnTo>
                <a:lnTo>
                  <a:pt x="120053" y="45800"/>
                </a:lnTo>
                <a:lnTo>
                  <a:pt x="116717" y="42465"/>
                </a:lnTo>
                <a:lnTo>
                  <a:pt x="116717" y="37795"/>
                </a:lnTo>
                <a:close/>
                <a:moveTo>
                  <a:pt x="128059" y="36260"/>
                </a:moveTo>
                <a:lnTo>
                  <a:pt x="129593" y="37795"/>
                </a:lnTo>
                <a:lnTo>
                  <a:pt x="129593" y="42465"/>
                </a:lnTo>
                <a:lnTo>
                  <a:pt x="126291" y="45800"/>
                </a:lnTo>
                <a:lnTo>
                  <a:pt x="124122" y="45800"/>
                </a:lnTo>
                <a:lnTo>
                  <a:pt x="128059" y="41831"/>
                </a:lnTo>
                <a:lnTo>
                  <a:pt x="128059" y="36260"/>
                </a:lnTo>
                <a:close/>
                <a:moveTo>
                  <a:pt x="149040" y="36260"/>
                </a:moveTo>
                <a:lnTo>
                  <a:pt x="149040" y="41831"/>
                </a:lnTo>
                <a:lnTo>
                  <a:pt x="153010" y="45800"/>
                </a:lnTo>
                <a:lnTo>
                  <a:pt x="150842" y="45800"/>
                </a:lnTo>
                <a:lnTo>
                  <a:pt x="147506" y="42465"/>
                </a:lnTo>
                <a:lnTo>
                  <a:pt x="147506" y="37795"/>
                </a:lnTo>
                <a:close/>
                <a:moveTo>
                  <a:pt x="158847" y="36260"/>
                </a:moveTo>
                <a:lnTo>
                  <a:pt x="160382" y="37795"/>
                </a:lnTo>
                <a:lnTo>
                  <a:pt x="160382" y="42465"/>
                </a:lnTo>
                <a:lnTo>
                  <a:pt x="157079" y="45800"/>
                </a:lnTo>
                <a:lnTo>
                  <a:pt x="154911" y="45800"/>
                </a:lnTo>
                <a:lnTo>
                  <a:pt x="158847" y="41831"/>
                </a:lnTo>
                <a:lnTo>
                  <a:pt x="158847" y="36260"/>
                </a:lnTo>
                <a:close/>
                <a:moveTo>
                  <a:pt x="179829" y="36260"/>
                </a:moveTo>
                <a:lnTo>
                  <a:pt x="179829" y="41831"/>
                </a:lnTo>
                <a:lnTo>
                  <a:pt x="183798" y="45800"/>
                </a:lnTo>
                <a:lnTo>
                  <a:pt x="181630" y="45800"/>
                </a:lnTo>
                <a:lnTo>
                  <a:pt x="178294" y="42465"/>
                </a:lnTo>
                <a:lnTo>
                  <a:pt x="178294" y="37795"/>
                </a:lnTo>
                <a:close/>
                <a:moveTo>
                  <a:pt x="189636" y="36260"/>
                </a:moveTo>
                <a:lnTo>
                  <a:pt x="191170" y="37795"/>
                </a:lnTo>
                <a:lnTo>
                  <a:pt x="191170" y="42465"/>
                </a:lnTo>
                <a:lnTo>
                  <a:pt x="187868" y="45800"/>
                </a:lnTo>
                <a:lnTo>
                  <a:pt x="185700" y="45800"/>
                </a:lnTo>
                <a:lnTo>
                  <a:pt x="189636" y="41831"/>
                </a:lnTo>
                <a:lnTo>
                  <a:pt x="189636" y="36260"/>
                </a:lnTo>
                <a:close/>
                <a:moveTo>
                  <a:pt x="208549" y="68016"/>
                </a:moveTo>
                <a:lnTo>
                  <a:pt x="203846" y="68016"/>
                </a:lnTo>
                <a:lnTo>
                  <a:pt x="200544" y="64714"/>
                </a:lnTo>
                <a:lnTo>
                  <a:pt x="200544" y="62546"/>
                </a:lnTo>
                <a:lnTo>
                  <a:pt x="204480" y="66482"/>
                </a:lnTo>
                <a:lnTo>
                  <a:pt x="210084" y="66482"/>
                </a:lnTo>
                <a:close/>
                <a:moveTo>
                  <a:pt x="208916" y="76589"/>
                </a:moveTo>
                <a:lnTo>
                  <a:pt x="206648" y="74287"/>
                </a:lnTo>
                <a:lnTo>
                  <a:pt x="206648" y="71052"/>
                </a:lnTo>
                <a:lnTo>
                  <a:pt x="208316" y="69351"/>
                </a:lnTo>
                <a:lnTo>
                  <a:pt x="208316" y="73587"/>
                </a:lnTo>
                <a:lnTo>
                  <a:pt x="211285" y="76589"/>
                </a:lnTo>
                <a:lnTo>
                  <a:pt x="208916" y="76589"/>
                </a:lnTo>
                <a:close/>
                <a:moveTo>
                  <a:pt x="205848" y="82126"/>
                </a:moveTo>
                <a:lnTo>
                  <a:pt x="204513" y="80792"/>
                </a:lnTo>
                <a:lnTo>
                  <a:pt x="204513" y="78791"/>
                </a:lnTo>
                <a:lnTo>
                  <a:pt x="205948" y="77356"/>
                </a:lnTo>
                <a:lnTo>
                  <a:pt x="207816" y="77356"/>
                </a:lnTo>
                <a:lnTo>
                  <a:pt x="205848" y="79324"/>
                </a:lnTo>
                <a:close/>
                <a:moveTo>
                  <a:pt x="188969" y="76589"/>
                </a:moveTo>
                <a:lnTo>
                  <a:pt x="191971" y="73587"/>
                </a:lnTo>
                <a:lnTo>
                  <a:pt x="191971" y="69351"/>
                </a:lnTo>
                <a:lnTo>
                  <a:pt x="193639" y="71052"/>
                </a:lnTo>
                <a:lnTo>
                  <a:pt x="193639" y="74287"/>
                </a:lnTo>
                <a:lnTo>
                  <a:pt x="191337" y="76589"/>
                </a:lnTo>
                <a:close/>
                <a:moveTo>
                  <a:pt x="185700" y="76589"/>
                </a:moveTo>
                <a:lnTo>
                  <a:pt x="189636" y="72620"/>
                </a:lnTo>
                <a:lnTo>
                  <a:pt x="189636" y="67049"/>
                </a:lnTo>
                <a:lnTo>
                  <a:pt x="191170" y="68583"/>
                </a:lnTo>
                <a:lnTo>
                  <a:pt x="191170" y="73253"/>
                </a:lnTo>
                <a:lnTo>
                  <a:pt x="187868" y="76589"/>
                </a:lnTo>
                <a:lnTo>
                  <a:pt x="185700" y="76589"/>
                </a:lnTo>
                <a:close/>
                <a:moveTo>
                  <a:pt x="181630" y="76589"/>
                </a:moveTo>
                <a:lnTo>
                  <a:pt x="178294" y="73253"/>
                </a:lnTo>
                <a:lnTo>
                  <a:pt x="178294" y="68583"/>
                </a:lnTo>
                <a:lnTo>
                  <a:pt x="179829" y="67049"/>
                </a:lnTo>
                <a:lnTo>
                  <a:pt x="179829" y="72620"/>
                </a:lnTo>
                <a:lnTo>
                  <a:pt x="183798" y="76589"/>
                </a:lnTo>
                <a:lnTo>
                  <a:pt x="181630" y="76589"/>
                </a:lnTo>
                <a:close/>
                <a:moveTo>
                  <a:pt x="178128" y="76589"/>
                </a:moveTo>
                <a:lnTo>
                  <a:pt x="175826" y="74287"/>
                </a:lnTo>
                <a:lnTo>
                  <a:pt x="175826" y="71052"/>
                </a:lnTo>
                <a:lnTo>
                  <a:pt x="177527" y="69351"/>
                </a:lnTo>
                <a:lnTo>
                  <a:pt x="177527" y="73587"/>
                </a:lnTo>
                <a:lnTo>
                  <a:pt x="180496" y="76589"/>
                </a:lnTo>
                <a:lnTo>
                  <a:pt x="178128" y="76589"/>
                </a:lnTo>
                <a:close/>
                <a:moveTo>
                  <a:pt x="175059" y="82126"/>
                </a:moveTo>
                <a:lnTo>
                  <a:pt x="173725" y="80792"/>
                </a:lnTo>
                <a:lnTo>
                  <a:pt x="173725" y="78791"/>
                </a:lnTo>
                <a:lnTo>
                  <a:pt x="175159" y="77356"/>
                </a:lnTo>
                <a:lnTo>
                  <a:pt x="177027" y="77356"/>
                </a:lnTo>
                <a:lnTo>
                  <a:pt x="175059" y="79324"/>
                </a:lnTo>
                <a:close/>
                <a:moveTo>
                  <a:pt x="158180" y="76589"/>
                </a:moveTo>
                <a:lnTo>
                  <a:pt x="161182" y="73587"/>
                </a:lnTo>
                <a:lnTo>
                  <a:pt x="161182" y="69351"/>
                </a:lnTo>
                <a:lnTo>
                  <a:pt x="162850" y="71052"/>
                </a:lnTo>
                <a:lnTo>
                  <a:pt x="162850" y="74287"/>
                </a:lnTo>
                <a:lnTo>
                  <a:pt x="160548" y="76589"/>
                </a:lnTo>
                <a:close/>
                <a:moveTo>
                  <a:pt x="154911" y="76589"/>
                </a:moveTo>
                <a:lnTo>
                  <a:pt x="158847" y="72620"/>
                </a:lnTo>
                <a:lnTo>
                  <a:pt x="158847" y="67049"/>
                </a:lnTo>
                <a:lnTo>
                  <a:pt x="160382" y="68583"/>
                </a:lnTo>
                <a:lnTo>
                  <a:pt x="160382" y="73253"/>
                </a:lnTo>
                <a:lnTo>
                  <a:pt x="157079" y="76589"/>
                </a:lnTo>
                <a:lnTo>
                  <a:pt x="154911" y="76589"/>
                </a:lnTo>
                <a:close/>
                <a:moveTo>
                  <a:pt x="150842" y="76589"/>
                </a:moveTo>
                <a:lnTo>
                  <a:pt x="147506" y="73253"/>
                </a:lnTo>
                <a:lnTo>
                  <a:pt x="147506" y="68583"/>
                </a:lnTo>
                <a:lnTo>
                  <a:pt x="149040" y="67049"/>
                </a:lnTo>
                <a:lnTo>
                  <a:pt x="149040" y="72620"/>
                </a:lnTo>
                <a:lnTo>
                  <a:pt x="153010" y="76589"/>
                </a:lnTo>
                <a:lnTo>
                  <a:pt x="150842" y="76589"/>
                </a:lnTo>
                <a:close/>
                <a:moveTo>
                  <a:pt x="147339" y="76589"/>
                </a:moveTo>
                <a:lnTo>
                  <a:pt x="145037" y="74287"/>
                </a:lnTo>
                <a:lnTo>
                  <a:pt x="145037" y="71052"/>
                </a:lnTo>
                <a:lnTo>
                  <a:pt x="146739" y="69351"/>
                </a:lnTo>
                <a:lnTo>
                  <a:pt x="146739" y="73587"/>
                </a:lnTo>
                <a:lnTo>
                  <a:pt x="149707" y="76589"/>
                </a:lnTo>
                <a:lnTo>
                  <a:pt x="147339" y="76589"/>
                </a:lnTo>
                <a:close/>
                <a:moveTo>
                  <a:pt x="144270" y="82126"/>
                </a:moveTo>
                <a:lnTo>
                  <a:pt x="142936" y="80792"/>
                </a:lnTo>
                <a:lnTo>
                  <a:pt x="142936" y="78791"/>
                </a:lnTo>
                <a:lnTo>
                  <a:pt x="144370" y="77356"/>
                </a:lnTo>
                <a:lnTo>
                  <a:pt x="146238" y="77356"/>
                </a:lnTo>
                <a:lnTo>
                  <a:pt x="144270" y="79324"/>
                </a:lnTo>
                <a:close/>
                <a:moveTo>
                  <a:pt x="127391" y="76589"/>
                </a:moveTo>
                <a:lnTo>
                  <a:pt x="130394" y="73587"/>
                </a:lnTo>
                <a:lnTo>
                  <a:pt x="130394" y="69351"/>
                </a:lnTo>
                <a:lnTo>
                  <a:pt x="132061" y="71052"/>
                </a:lnTo>
                <a:lnTo>
                  <a:pt x="132061" y="74287"/>
                </a:lnTo>
                <a:lnTo>
                  <a:pt x="129760" y="76589"/>
                </a:lnTo>
                <a:close/>
                <a:moveTo>
                  <a:pt x="124122" y="76589"/>
                </a:moveTo>
                <a:lnTo>
                  <a:pt x="128059" y="72620"/>
                </a:lnTo>
                <a:lnTo>
                  <a:pt x="128059" y="67049"/>
                </a:lnTo>
                <a:lnTo>
                  <a:pt x="129593" y="68583"/>
                </a:lnTo>
                <a:lnTo>
                  <a:pt x="129593" y="73253"/>
                </a:lnTo>
                <a:lnTo>
                  <a:pt x="126291" y="76589"/>
                </a:lnTo>
                <a:lnTo>
                  <a:pt x="124122" y="76589"/>
                </a:lnTo>
                <a:close/>
                <a:moveTo>
                  <a:pt x="120053" y="76589"/>
                </a:moveTo>
                <a:lnTo>
                  <a:pt x="116717" y="73253"/>
                </a:lnTo>
                <a:lnTo>
                  <a:pt x="116717" y="68583"/>
                </a:lnTo>
                <a:lnTo>
                  <a:pt x="118252" y="67049"/>
                </a:lnTo>
                <a:lnTo>
                  <a:pt x="118252" y="72620"/>
                </a:lnTo>
                <a:lnTo>
                  <a:pt x="122188" y="76589"/>
                </a:lnTo>
                <a:lnTo>
                  <a:pt x="120053" y="76589"/>
                </a:lnTo>
                <a:close/>
                <a:moveTo>
                  <a:pt x="116550" y="76589"/>
                </a:moveTo>
                <a:lnTo>
                  <a:pt x="114249" y="74287"/>
                </a:lnTo>
                <a:lnTo>
                  <a:pt x="114249" y="71052"/>
                </a:lnTo>
                <a:lnTo>
                  <a:pt x="115950" y="69351"/>
                </a:lnTo>
                <a:lnTo>
                  <a:pt x="115950" y="73587"/>
                </a:lnTo>
                <a:lnTo>
                  <a:pt x="118919" y="76589"/>
                </a:lnTo>
                <a:lnTo>
                  <a:pt x="116550" y="76589"/>
                </a:lnTo>
                <a:close/>
                <a:moveTo>
                  <a:pt x="113482" y="82126"/>
                </a:moveTo>
                <a:lnTo>
                  <a:pt x="112147" y="80792"/>
                </a:lnTo>
                <a:lnTo>
                  <a:pt x="112147" y="78791"/>
                </a:lnTo>
                <a:lnTo>
                  <a:pt x="113582" y="77356"/>
                </a:lnTo>
                <a:lnTo>
                  <a:pt x="115450" y="77356"/>
                </a:lnTo>
                <a:lnTo>
                  <a:pt x="113482" y="79324"/>
                </a:lnTo>
                <a:close/>
                <a:moveTo>
                  <a:pt x="96603" y="76589"/>
                </a:moveTo>
                <a:lnTo>
                  <a:pt x="99605" y="73587"/>
                </a:lnTo>
                <a:lnTo>
                  <a:pt x="99605" y="69351"/>
                </a:lnTo>
                <a:lnTo>
                  <a:pt x="101273" y="71052"/>
                </a:lnTo>
                <a:lnTo>
                  <a:pt x="101273" y="74287"/>
                </a:lnTo>
                <a:lnTo>
                  <a:pt x="98971" y="76589"/>
                </a:lnTo>
                <a:close/>
                <a:moveTo>
                  <a:pt x="93334" y="76589"/>
                </a:moveTo>
                <a:lnTo>
                  <a:pt x="97270" y="72620"/>
                </a:lnTo>
                <a:lnTo>
                  <a:pt x="97270" y="67049"/>
                </a:lnTo>
                <a:lnTo>
                  <a:pt x="98804" y="68583"/>
                </a:lnTo>
                <a:lnTo>
                  <a:pt x="98804" y="73253"/>
                </a:lnTo>
                <a:lnTo>
                  <a:pt x="95469" y="76589"/>
                </a:lnTo>
                <a:lnTo>
                  <a:pt x="93334" y="76589"/>
                </a:lnTo>
                <a:close/>
                <a:moveTo>
                  <a:pt x="89231" y="76589"/>
                </a:moveTo>
                <a:lnTo>
                  <a:pt x="85929" y="73253"/>
                </a:lnTo>
                <a:lnTo>
                  <a:pt x="85929" y="68583"/>
                </a:lnTo>
                <a:lnTo>
                  <a:pt x="87463" y="67049"/>
                </a:lnTo>
                <a:lnTo>
                  <a:pt x="87463" y="72620"/>
                </a:lnTo>
                <a:lnTo>
                  <a:pt x="91399" y="76589"/>
                </a:lnTo>
                <a:lnTo>
                  <a:pt x="89231" y="76589"/>
                </a:lnTo>
                <a:close/>
                <a:moveTo>
                  <a:pt x="85762" y="76589"/>
                </a:moveTo>
                <a:lnTo>
                  <a:pt x="83460" y="74287"/>
                </a:lnTo>
                <a:lnTo>
                  <a:pt x="83460" y="71052"/>
                </a:lnTo>
                <a:lnTo>
                  <a:pt x="85128" y="69351"/>
                </a:lnTo>
                <a:lnTo>
                  <a:pt x="85128" y="73587"/>
                </a:lnTo>
                <a:lnTo>
                  <a:pt x="88130" y="76589"/>
                </a:lnTo>
                <a:lnTo>
                  <a:pt x="85762" y="76589"/>
                </a:lnTo>
                <a:close/>
                <a:moveTo>
                  <a:pt x="82660" y="82126"/>
                </a:moveTo>
                <a:lnTo>
                  <a:pt x="81359" y="80792"/>
                </a:lnTo>
                <a:lnTo>
                  <a:pt x="81359" y="78791"/>
                </a:lnTo>
                <a:lnTo>
                  <a:pt x="82793" y="77356"/>
                </a:lnTo>
                <a:lnTo>
                  <a:pt x="84628" y="77356"/>
                </a:lnTo>
                <a:lnTo>
                  <a:pt x="82660" y="79324"/>
                </a:lnTo>
                <a:close/>
                <a:moveTo>
                  <a:pt x="65814" y="76589"/>
                </a:moveTo>
                <a:lnTo>
                  <a:pt x="68816" y="73587"/>
                </a:lnTo>
                <a:lnTo>
                  <a:pt x="68816" y="69351"/>
                </a:lnTo>
                <a:lnTo>
                  <a:pt x="70484" y="71052"/>
                </a:lnTo>
                <a:lnTo>
                  <a:pt x="70484" y="74287"/>
                </a:lnTo>
                <a:lnTo>
                  <a:pt x="68183" y="76589"/>
                </a:lnTo>
                <a:close/>
                <a:moveTo>
                  <a:pt x="62512" y="76589"/>
                </a:moveTo>
                <a:lnTo>
                  <a:pt x="66481" y="72620"/>
                </a:lnTo>
                <a:lnTo>
                  <a:pt x="66481" y="67049"/>
                </a:lnTo>
                <a:lnTo>
                  <a:pt x="68016" y="68583"/>
                </a:lnTo>
                <a:lnTo>
                  <a:pt x="68016" y="73253"/>
                </a:lnTo>
                <a:lnTo>
                  <a:pt x="64680" y="76589"/>
                </a:lnTo>
                <a:lnTo>
                  <a:pt x="62512" y="76589"/>
                </a:lnTo>
                <a:close/>
                <a:moveTo>
                  <a:pt x="58442" y="76589"/>
                </a:moveTo>
                <a:lnTo>
                  <a:pt x="55140" y="73253"/>
                </a:lnTo>
                <a:lnTo>
                  <a:pt x="55140" y="68583"/>
                </a:lnTo>
                <a:lnTo>
                  <a:pt x="56674" y="67049"/>
                </a:lnTo>
                <a:lnTo>
                  <a:pt x="56674" y="72620"/>
                </a:lnTo>
                <a:lnTo>
                  <a:pt x="60610" y="76589"/>
                </a:lnTo>
                <a:lnTo>
                  <a:pt x="58442" y="76589"/>
                </a:lnTo>
                <a:close/>
                <a:moveTo>
                  <a:pt x="54973" y="76589"/>
                </a:moveTo>
                <a:lnTo>
                  <a:pt x="52671" y="74287"/>
                </a:lnTo>
                <a:lnTo>
                  <a:pt x="52671" y="71052"/>
                </a:lnTo>
                <a:lnTo>
                  <a:pt x="54339" y="69351"/>
                </a:lnTo>
                <a:lnTo>
                  <a:pt x="54339" y="73587"/>
                </a:lnTo>
                <a:lnTo>
                  <a:pt x="57341" y="76589"/>
                </a:lnTo>
                <a:lnTo>
                  <a:pt x="54973" y="76589"/>
                </a:lnTo>
                <a:close/>
                <a:moveTo>
                  <a:pt x="51871" y="82126"/>
                </a:moveTo>
                <a:lnTo>
                  <a:pt x="50570" y="80792"/>
                </a:lnTo>
                <a:lnTo>
                  <a:pt x="50570" y="78791"/>
                </a:lnTo>
                <a:lnTo>
                  <a:pt x="51971" y="77356"/>
                </a:lnTo>
                <a:lnTo>
                  <a:pt x="53839" y="77356"/>
                </a:lnTo>
                <a:lnTo>
                  <a:pt x="51871" y="79324"/>
                </a:lnTo>
                <a:close/>
                <a:moveTo>
                  <a:pt x="35026" y="76589"/>
                </a:moveTo>
                <a:lnTo>
                  <a:pt x="37994" y="73587"/>
                </a:lnTo>
                <a:lnTo>
                  <a:pt x="37994" y="69351"/>
                </a:lnTo>
                <a:lnTo>
                  <a:pt x="39696" y="71052"/>
                </a:lnTo>
                <a:lnTo>
                  <a:pt x="39696" y="74287"/>
                </a:lnTo>
                <a:lnTo>
                  <a:pt x="37394" y="76589"/>
                </a:lnTo>
                <a:close/>
                <a:moveTo>
                  <a:pt x="37761" y="55140"/>
                </a:moveTo>
                <a:lnTo>
                  <a:pt x="42464" y="55140"/>
                </a:lnTo>
                <a:lnTo>
                  <a:pt x="45767" y="58443"/>
                </a:lnTo>
                <a:lnTo>
                  <a:pt x="45767" y="60611"/>
                </a:lnTo>
                <a:lnTo>
                  <a:pt x="41830" y="56675"/>
                </a:lnTo>
                <a:lnTo>
                  <a:pt x="36226" y="56675"/>
                </a:lnTo>
                <a:close/>
                <a:moveTo>
                  <a:pt x="37394" y="46568"/>
                </a:moveTo>
                <a:lnTo>
                  <a:pt x="39696" y="48869"/>
                </a:lnTo>
                <a:lnTo>
                  <a:pt x="39696" y="52105"/>
                </a:lnTo>
                <a:lnTo>
                  <a:pt x="37994" y="53806"/>
                </a:lnTo>
                <a:lnTo>
                  <a:pt x="37994" y="49570"/>
                </a:lnTo>
                <a:lnTo>
                  <a:pt x="35026" y="46568"/>
                </a:lnTo>
                <a:close/>
                <a:moveTo>
                  <a:pt x="40463" y="41030"/>
                </a:moveTo>
                <a:lnTo>
                  <a:pt x="41797" y="42365"/>
                </a:lnTo>
                <a:lnTo>
                  <a:pt x="41797" y="44366"/>
                </a:lnTo>
                <a:lnTo>
                  <a:pt x="40363" y="45800"/>
                </a:lnTo>
                <a:lnTo>
                  <a:pt x="38495" y="45800"/>
                </a:lnTo>
                <a:lnTo>
                  <a:pt x="40463" y="43832"/>
                </a:lnTo>
                <a:close/>
                <a:moveTo>
                  <a:pt x="57341" y="46568"/>
                </a:moveTo>
                <a:lnTo>
                  <a:pt x="54339" y="49570"/>
                </a:lnTo>
                <a:lnTo>
                  <a:pt x="54339" y="53806"/>
                </a:lnTo>
                <a:lnTo>
                  <a:pt x="52671" y="52105"/>
                </a:lnTo>
                <a:lnTo>
                  <a:pt x="52671" y="48869"/>
                </a:lnTo>
                <a:lnTo>
                  <a:pt x="54973" y="46568"/>
                </a:lnTo>
                <a:close/>
                <a:moveTo>
                  <a:pt x="60610" y="46568"/>
                </a:moveTo>
                <a:lnTo>
                  <a:pt x="56674" y="50537"/>
                </a:lnTo>
                <a:lnTo>
                  <a:pt x="56674" y="56108"/>
                </a:lnTo>
                <a:lnTo>
                  <a:pt x="55140" y="54573"/>
                </a:lnTo>
                <a:lnTo>
                  <a:pt x="55140" y="49903"/>
                </a:lnTo>
                <a:lnTo>
                  <a:pt x="58442" y="46568"/>
                </a:lnTo>
                <a:close/>
                <a:moveTo>
                  <a:pt x="64680" y="46568"/>
                </a:moveTo>
                <a:lnTo>
                  <a:pt x="68016" y="49903"/>
                </a:lnTo>
                <a:lnTo>
                  <a:pt x="68016" y="54573"/>
                </a:lnTo>
                <a:lnTo>
                  <a:pt x="66481" y="56108"/>
                </a:lnTo>
                <a:lnTo>
                  <a:pt x="66481" y="50537"/>
                </a:lnTo>
                <a:lnTo>
                  <a:pt x="62545" y="46568"/>
                </a:lnTo>
                <a:close/>
                <a:moveTo>
                  <a:pt x="68183" y="46568"/>
                </a:moveTo>
                <a:lnTo>
                  <a:pt x="70484" y="48869"/>
                </a:lnTo>
                <a:lnTo>
                  <a:pt x="70484" y="52105"/>
                </a:lnTo>
                <a:lnTo>
                  <a:pt x="68783" y="53806"/>
                </a:lnTo>
                <a:lnTo>
                  <a:pt x="68783" y="49570"/>
                </a:lnTo>
                <a:lnTo>
                  <a:pt x="65814" y="46568"/>
                </a:lnTo>
                <a:close/>
                <a:moveTo>
                  <a:pt x="71251" y="41030"/>
                </a:moveTo>
                <a:lnTo>
                  <a:pt x="72586" y="42365"/>
                </a:lnTo>
                <a:lnTo>
                  <a:pt x="72586" y="44366"/>
                </a:lnTo>
                <a:lnTo>
                  <a:pt x="71151" y="45800"/>
                </a:lnTo>
                <a:lnTo>
                  <a:pt x="69283" y="45800"/>
                </a:lnTo>
                <a:lnTo>
                  <a:pt x="71251" y="43832"/>
                </a:lnTo>
                <a:lnTo>
                  <a:pt x="71251" y="41030"/>
                </a:lnTo>
                <a:close/>
                <a:moveTo>
                  <a:pt x="88130" y="46568"/>
                </a:moveTo>
                <a:lnTo>
                  <a:pt x="85128" y="49570"/>
                </a:lnTo>
                <a:lnTo>
                  <a:pt x="85128" y="53806"/>
                </a:lnTo>
                <a:lnTo>
                  <a:pt x="83460" y="52105"/>
                </a:lnTo>
                <a:lnTo>
                  <a:pt x="83460" y="48869"/>
                </a:lnTo>
                <a:lnTo>
                  <a:pt x="85762" y="46568"/>
                </a:lnTo>
                <a:close/>
                <a:moveTo>
                  <a:pt x="91399" y="46568"/>
                </a:moveTo>
                <a:lnTo>
                  <a:pt x="87463" y="50537"/>
                </a:lnTo>
                <a:lnTo>
                  <a:pt x="87463" y="56108"/>
                </a:lnTo>
                <a:lnTo>
                  <a:pt x="85929" y="54573"/>
                </a:lnTo>
                <a:lnTo>
                  <a:pt x="85929" y="49903"/>
                </a:lnTo>
                <a:lnTo>
                  <a:pt x="89231" y="46568"/>
                </a:lnTo>
                <a:close/>
                <a:moveTo>
                  <a:pt x="95469" y="46568"/>
                </a:moveTo>
                <a:lnTo>
                  <a:pt x="98804" y="49903"/>
                </a:lnTo>
                <a:lnTo>
                  <a:pt x="98804" y="54573"/>
                </a:lnTo>
                <a:lnTo>
                  <a:pt x="97270" y="56108"/>
                </a:lnTo>
                <a:lnTo>
                  <a:pt x="97270" y="50537"/>
                </a:lnTo>
                <a:lnTo>
                  <a:pt x="93334" y="46568"/>
                </a:lnTo>
                <a:close/>
                <a:moveTo>
                  <a:pt x="98971" y="46568"/>
                </a:moveTo>
                <a:lnTo>
                  <a:pt x="101273" y="48869"/>
                </a:lnTo>
                <a:lnTo>
                  <a:pt x="101273" y="52105"/>
                </a:lnTo>
                <a:lnTo>
                  <a:pt x="99572" y="53806"/>
                </a:lnTo>
                <a:lnTo>
                  <a:pt x="99572" y="49570"/>
                </a:lnTo>
                <a:lnTo>
                  <a:pt x="96603" y="46568"/>
                </a:lnTo>
                <a:close/>
                <a:moveTo>
                  <a:pt x="102040" y="41030"/>
                </a:moveTo>
                <a:lnTo>
                  <a:pt x="103374" y="42365"/>
                </a:lnTo>
                <a:lnTo>
                  <a:pt x="103374" y="44366"/>
                </a:lnTo>
                <a:lnTo>
                  <a:pt x="101940" y="45800"/>
                </a:lnTo>
                <a:lnTo>
                  <a:pt x="100072" y="45800"/>
                </a:lnTo>
                <a:lnTo>
                  <a:pt x="102040" y="43832"/>
                </a:lnTo>
                <a:close/>
                <a:moveTo>
                  <a:pt x="118919" y="46568"/>
                </a:moveTo>
                <a:lnTo>
                  <a:pt x="115917" y="49570"/>
                </a:lnTo>
                <a:lnTo>
                  <a:pt x="115917" y="53806"/>
                </a:lnTo>
                <a:lnTo>
                  <a:pt x="114249" y="52105"/>
                </a:lnTo>
                <a:lnTo>
                  <a:pt x="114249" y="48869"/>
                </a:lnTo>
                <a:lnTo>
                  <a:pt x="116550" y="46568"/>
                </a:lnTo>
                <a:close/>
                <a:moveTo>
                  <a:pt x="122188" y="46568"/>
                </a:moveTo>
                <a:lnTo>
                  <a:pt x="118252" y="50537"/>
                </a:lnTo>
                <a:lnTo>
                  <a:pt x="118252" y="56108"/>
                </a:lnTo>
                <a:lnTo>
                  <a:pt x="116717" y="54573"/>
                </a:lnTo>
                <a:lnTo>
                  <a:pt x="116717" y="49903"/>
                </a:lnTo>
                <a:lnTo>
                  <a:pt x="120053" y="46568"/>
                </a:lnTo>
                <a:close/>
                <a:moveTo>
                  <a:pt x="126291" y="46568"/>
                </a:moveTo>
                <a:lnTo>
                  <a:pt x="129593" y="49903"/>
                </a:lnTo>
                <a:lnTo>
                  <a:pt x="129593" y="54573"/>
                </a:lnTo>
                <a:lnTo>
                  <a:pt x="128059" y="56108"/>
                </a:lnTo>
                <a:lnTo>
                  <a:pt x="128059" y="50537"/>
                </a:lnTo>
                <a:lnTo>
                  <a:pt x="124122" y="46568"/>
                </a:lnTo>
                <a:close/>
                <a:moveTo>
                  <a:pt x="129760" y="46568"/>
                </a:moveTo>
                <a:lnTo>
                  <a:pt x="132061" y="48869"/>
                </a:lnTo>
                <a:lnTo>
                  <a:pt x="132061" y="52105"/>
                </a:lnTo>
                <a:lnTo>
                  <a:pt x="130394" y="53806"/>
                </a:lnTo>
                <a:lnTo>
                  <a:pt x="130394" y="49570"/>
                </a:lnTo>
                <a:lnTo>
                  <a:pt x="127391" y="46568"/>
                </a:lnTo>
                <a:close/>
                <a:moveTo>
                  <a:pt x="132862" y="41030"/>
                </a:moveTo>
                <a:lnTo>
                  <a:pt x="134163" y="42365"/>
                </a:lnTo>
                <a:lnTo>
                  <a:pt x="134163" y="44366"/>
                </a:lnTo>
                <a:lnTo>
                  <a:pt x="132729" y="45800"/>
                </a:lnTo>
                <a:lnTo>
                  <a:pt x="130894" y="45800"/>
                </a:lnTo>
                <a:lnTo>
                  <a:pt x="132862" y="43832"/>
                </a:lnTo>
                <a:close/>
                <a:moveTo>
                  <a:pt x="149707" y="46568"/>
                </a:moveTo>
                <a:lnTo>
                  <a:pt x="146739" y="49570"/>
                </a:lnTo>
                <a:lnTo>
                  <a:pt x="146739" y="53806"/>
                </a:lnTo>
                <a:lnTo>
                  <a:pt x="145037" y="52105"/>
                </a:lnTo>
                <a:lnTo>
                  <a:pt x="145037" y="48869"/>
                </a:lnTo>
                <a:lnTo>
                  <a:pt x="147339" y="46568"/>
                </a:lnTo>
                <a:close/>
                <a:moveTo>
                  <a:pt x="153010" y="46568"/>
                </a:moveTo>
                <a:lnTo>
                  <a:pt x="149040" y="50537"/>
                </a:lnTo>
                <a:lnTo>
                  <a:pt x="149040" y="56108"/>
                </a:lnTo>
                <a:lnTo>
                  <a:pt x="147506" y="54573"/>
                </a:lnTo>
                <a:lnTo>
                  <a:pt x="147506" y="49903"/>
                </a:lnTo>
                <a:lnTo>
                  <a:pt x="150842" y="46568"/>
                </a:lnTo>
                <a:close/>
                <a:moveTo>
                  <a:pt x="157079" y="46568"/>
                </a:moveTo>
                <a:lnTo>
                  <a:pt x="160382" y="49903"/>
                </a:lnTo>
                <a:lnTo>
                  <a:pt x="160382" y="54573"/>
                </a:lnTo>
                <a:lnTo>
                  <a:pt x="158847" y="56108"/>
                </a:lnTo>
                <a:lnTo>
                  <a:pt x="158847" y="50537"/>
                </a:lnTo>
                <a:lnTo>
                  <a:pt x="154911" y="46568"/>
                </a:lnTo>
                <a:close/>
                <a:moveTo>
                  <a:pt x="160548" y="46568"/>
                </a:moveTo>
                <a:lnTo>
                  <a:pt x="162850" y="48869"/>
                </a:lnTo>
                <a:lnTo>
                  <a:pt x="162850" y="52105"/>
                </a:lnTo>
                <a:lnTo>
                  <a:pt x="161182" y="53806"/>
                </a:lnTo>
                <a:lnTo>
                  <a:pt x="161182" y="49570"/>
                </a:lnTo>
                <a:lnTo>
                  <a:pt x="158180" y="46568"/>
                </a:lnTo>
                <a:close/>
                <a:moveTo>
                  <a:pt x="163651" y="41030"/>
                </a:moveTo>
                <a:lnTo>
                  <a:pt x="164952" y="42365"/>
                </a:lnTo>
                <a:lnTo>
                  <a:pt x="164952" y="44366"/>
                </a:lnTo>
                <a:lnTo>
                  <a:pt x="163551" y="45800"/>
                </a:lnTo>
                <a:lnTo>
                  <a:pt x="161683" y="45800"/>
                </a:lnTo>
                <a:lnTo>
                  <a:pt x="163651" y="43832"/>
                </a:lnTo>
                <a:close/>
                <a:moveTo>
                  <a:pt x="180496" y="46568"/>
                </a:moveTo>
                <a:lnTo>
                  <a:pt x="177494" y="49570"/>
                </a:lnTo>
                <a:lnTo>
                  <a:pt x="177494" y="53806"/>
                </a:lnTo>
                <a:lnTo>
                  <a:pt x="175826" y="52105"/>
                </a:lnTo>
                <a:lnTo>
                  <a:pt x="175826" y="48869"/>
                </a:lnTo>
                <a:lnTo>
                  <a:pt x="178128" y="46568"/>
                </a:lnTo>
                <a:close/>
                <a:moveTo>
                  <a:pt x="183798" y="46568"/>
                </a:moveTo>
                <a:lnTo>
                  <a:pt x="179829" y="50537"/>
                </a:lnTo>
                <a:lnTo>
                  <a:pt x="179829" y="56108"/>
                </a:lnTo>
                <a:lnTo>
                  <a:pt x="178294" y="54573"/>
                </a:lnTo>
                <a:lnTo>
                  <a:pt x="178294" y="49903"/>
                </a:lnTo>
                <a:lnTo>
                  <a:pt x="181630" y="46568"/>
                </a:lnTo>
                <a:close/>
                <a:moveTo>
                  <a:pt x="187868" y="46568"/>
                </a:moveTo>
                <a:lnTo>
                  <a:pt x="191170" y="49903"/>
                </a:lnTo>
                <a:lnTo>
                  <a:pt x="191170" y="54573"/>
                </a:lnTo>
                <a:lnTo>
                  <a:pt x="189636" y="56108"/>
                </a:lnTo>
                <a:lnTo>
                  <a:pt x="189636" y="50537"/>
                </a:lnTo>
                <a:lnTo>
                  <a:pt x="185700" y="46568"/>
                </a:lnTo>
                <a:close/>
                <a:moveTo>
                  <a:pt x="191337" y="46568"/>
                </a:moveTo>
                <a:lnTo>
                  <a:pt x="193639" y="48869"/>
                </a:lnTo>
                <a:lnTo>
                  <a:pt x="193639" y="52105"/>
                </a:lnTo>
                <a:lnTo>
                  <a:pt x="191971" y="53806"/>
                </a:lnTo>
                <a:lnTo>
                  <a:pt x="191971" y="49570"/>
                </a:lnTo>
                <a:lnTo>
                  <a:pt x="188969" y="46568"/>
                </a:lnTo>
                <a:close/>
                <a:moveTo>
                  <a:pt x="194439" y="41030"/>
                </a:moveTo>
                <a:lnTo>
                  <a:pt x="195740" y="42365"/>
                </a:lnTo>
                <a:lnTo>
                  <a:pt x="195740" y="44366"/>
                </a:lnTo>
                <a:lnTo>
                  <a:pt x="194339" y="45800"/>
                </a:lnTo>
                <a:lnTo>
                  <a:pt x="192471" y="45800"/>
                </a:lnTo>
                <a:lnTo>
                  <a:pt x="194439" y="43832"/>
                </a:lnTo>
                <a:close/>
                <a:moveTo>
                  <a:pt x="203979" y="72586"/>
                </a:moveTo>
                <a:lnTo>
                  <a:pt x="201945" y="72586"/>
                </a:lnTo>
                <a:lnTo>
                  <a:pt x="200544" y="71152"/>
                </a:lnTo>
                <a:lnTo>
                  <a:pt x="200544" y="69317"/>
                </a:lnTo>
                <a:lnTo>
                  <a:pt x="202512" y="71285"/>
                </a:lnTo>
                <a:lnTo>
                  <a:pt x="205280" y="71285"/>
                </a:lnTo>
                <a:close/>
                <a:moveTo>
                  <a:pt x="203846" y="75588"/>
                </a:moveTo>
                <a:lnTo>
                  <a:pt x="204847" y="76589"/>
                </a:lnTo>
                <a:lnTo>
                  <a:pt x="201077" y="76589"/>
                </a:lnTo>
                <a:lnTo>
                  <a:pt x="203746" y="73920"/>
                </a:lnTo>
                <a:lnTo>
                  <a:pt x="203746" y="75321"/>
                </a:lnTo>
                <a:close/>
                <a:moveTo>
                  <a:pt x="203746" y="80025"/>
                </a:moveTo>
                <a:lnTo>
                  <a:pt x="201077" y="77356"/>
                </a:lnTo>
                <a:lnTo>
                  <a:pt x="204847" y="77356"/>
                </a:lnTo>
                <a:lnTo>
                  <a:pt x="203746" y="78457"/>
                </a:lnTo>
                <a:lnTo>
                  <a:pt x="203746" y="80025"/>
                </a:lnTo>
                <a:close/>
                <a:moveTo>
                  <a:pt x="192538" y="68817"/>
                </a:moveTo>
                <a:lnTo>
                  <a:pt x="196741" y="68817"/>
                </a:lnTo>
                <a:lnTo>
                  <a:pt x="199743" y="65815"/>
                </a:lnTo>
                <a:lnTo>
                  <a:pt x="199743" y="68183"/>
                </a:lnTo>
                <a:lnTo>
                  <a:pt x="197441" y="70485"/>
                </a:lnTo>
                <a:lnTo>
                  <a:pt x="194206" y="70485"/>
                </a:lnTo>
                <a:close/>
                <a:moveTo>
                  <a:pt x="190203" y="66482"/>
                </a:moveTo>
                <a:lnTo>
                  <a:pt x="195807" y="66482"/>
                </a:lnTo>
                <a:lnTo>
                  <a:pt x="199743" y="62546"/>
                </a:lnTo>
                <a:lnTo>
                  <a:pt x="199743" y="64714"/>
                </a:lnTo>
                <a:lnTo>
                  <a:pt x="196441" y="68016"/>
                </a:lnTo>
                <a:lnTo>
                  <a:pt x="191737" y="68016"/>
                </a:lnTo>
                <a:close/>
                <a:moveTo>
                  <a:pt x="177761" y="68016"/>
                </a:moveTo>
                <a:lnTo>
                  <a:pt x="173057" y="68016"/>
                </a:lnTo>
                <a:lnTo>
                  <a:pt x="169755" y="64714"/>
                </a:lnTo>
                <a:lnTo>
                  <a:pt x="169755" y="62546"/>
                </a:lnTo>
                <a:lnTo>
                  <a:pt x="173691" y="66482"/>
                </a:lnTo>
                <a:lnTo>
                  <a:pt x="179262" y="66482"/>
                </a:lnTo>
                <a:close/>
                <a:moveTo>
                  <a:pt x="175292" y="70485"/>
                </a:moveTo>
                <a:lnTo>
                  <a:pt x="172023" y="70485"/>
                </a:lnTo>
                <a:lnTo>
                  <a:pt x="169755" y="68183"/>
                </a:lnTo>
                <a:lnTo>
                  <a:pt x="169755" y="65815"/>
                </a:lnTo>
                <a:lnTo>
                  <a:pt x="172724" y="68817"/>
                </a:lnTo>
                <a:lnTo>
                  <a:pt x="176960" y="68817"/>
                </a:lnTo>
                <a:close/>
                <a:moveTo>
                  <a:pt x="173191" y="72586"/>
                </a:moveTo>
                <a:lnTo>
                  <a:pt x="171156" y="72586"/>
                </a:lnTo>
                <a:lnTo>
                  <a:pt x="169755" y="71152"/>
                </a:lnTo>
                <a:lnTo>
                  <a:pt x="169755" y="69317"/>
                </a:lnTo>
                <a:lnTo>
                  <a:pt x="171723" y="71285"/>
                </a:lnTo>
                <a:lnTo>
                  <a:pt x="174492" y="71285"/>
                </a:lnTo>
                <a:close/>
                <a:moveTo>
                  <a:pt x="173057" y="75588"/>
                </a:moveTo>
                <a:lnTo>
                  <a:pt x="174025" y="76589"/>
                </a:lnTo>
                <a:lnTo>
                  <a:pt x="170289" y="76589"/>
                </a:lnTo>
                <a:lnTo>
                  <a:pt x="172957" y="73920"/>
                </a:lnTo>
                <a:lnTo>
                  <a:pt x="172957" y="75321"/>
                </a:lnTo>
                <a:close/>
                <a:moveTo>
                  <a:pt x="172957" y="80025"/>
                </a:moveTo>
                <a:lnTo>
                  <a:pt x="170289" y="77356"/>
                </a:lnTo>
                <a:lnTo>
                  <a:pt x="174025" y="77356"/>
                </a:lnTo>
                <a:lnTo>
                  <a:pt x="172957" y="78457"/>
                </a:lnTo>
                <a:lnTo>
                  <a:pt x="172957" y="80025"/>
                </a:lnTo>
                <a:close/>
                <a:moveTo>
                  <a:pt x="161749" y="68817"/>
                </a:moveTo>
                <a:lnTo>
                  <a:pt x="165786" y="68817"/>
                </a:lnTo>
                <a:lnTo>
                  <a:pt x="166086" y="68683"/>
                </a:lnTo>
                <a:lnTo>
                  <a:pt x="168954" y="65815"/>
                </a:lnTo>
                <a:lnTo>
                  <a:pt x="168954" y="68183"/>
                </a:lnTo>
                <a:lnTo>
                  <a:pt x="166653" y="70485"/>
                </a:lnTo>
                <a:lnTo>
                  <a:pt x="163417" y="70485"/>
                </a:lnTo>
                <a:close/>
                <a:moveTo>
                  <a:pt x="159414" y="66482"/>
                </a:moveTo>
                <a:lnTo>
                  <a:pt x="164985" y="66482"/>
                </a:lnTo>
                <a:lnTo>
                  <a:pt x="168954" y="62546"/>
                </a:lnTo>
                <a:lnTo>
                  <a:pt x="168954" y="64714"/>
                </a:lnTo>
                <a:lnTo>
                  <a:pt x="165619" y="68016"/>
                </a:lnTo>
                <a:lnTo>
                  <a:pt x="160949" y="68016"/>
                </a:lnTo>
                <a:close/>
                <a:moveTo>
                  <a:pt x="146939" y="68016"/>
                </a:moveTo>
                <a:lnTo>
                  <a:pt x="142269" y="68016"/>
                </a:lnTo>
                <a:lnTo>
                  <a:pt x="138933" y="64714"/>
                </a:lnTo>
                <a:lnTo>
                  <a:pt x="138933" y="62546"/>
                </a:lnTo>
                <a:lnTo>
                  <a:pt x="142903" y="66482"/>
                </a:lnTo>
                <a:lnTo>
                  <a:pt x="148473" y="66482"/>
                </a:lnTo>
                <a:close/>
                <a:moveTo>
                  <a:pt x="144504" y="70485"/>
                </a:moveTo>
                <a:lnTo>
                  <a:pt x="141235" y="70485"/>
                </a:lnTo>
                <a:lnTo>
                  <a:pt x="138933" y="68183"/>
                </a:lnTo>
                <a:lnTo>
                  <a:pt x="138933" y="65815"/>
                </a:lnTo>
                <a:lnTo>
                  <a:pt x="141835" y="68683"/>
                </a:lnTo>
                <a:lnTo>
                  <a:pt x="142102" y="68817"/>
                </a:lnTo>
                <a:lnTo>
                  <a:pt x="146172" y="68817"/>
                </a:lnTo>
                <a:close/>
                <a:moveTo>
                  <a:pt x="142369" y="72586"/>
                </a:moveTo>
                <a:lnTo>
                  <a:pt x="140367" y="72586"/>
                </a:lnTo>
                <a:lnTo>
                  <a:pt x="138933" y="71152"/>
                </a:lnTo>
                <a:lnTo>
                  <a:pt x="138933" y="69317"/>
                </a:lnTo>
                <a:lnTo>
                  <a:pt x="140901" y="71285"/>
                </a:lnTo>
                <a:lnTo>
                  <a:pt x="143703" y="71285"/>
                </a:lnTo>
                <a:close/>
                <a:moveTo>
                  <a:pt x="142269" y="75588"/>
                </a:moveTo>
                <a:lnTo>
                  <a:pt x="143236" y="76589"/>
                </a:lnTo>
                <a:lnTo>
                  <a:pt x="139500" y="76589"/>
                </a:lnTo>
                <a:lnTo>
                  <a:pt x="142135" y="73920"/>
                </a:lnTo>
                <a:lnTo>
                  <a:pt x="142135" y="75321"/>
                </a:lnTo>
                <a:close/>
                <a:moveTo>
                  <a:pt x="142135" y="80025"/>
                </a:moveTo>
                <a:lnTo>
                  <a:pt x="139500" y="77356"/>
                </a:lnTo>
                <a:lnTo>
                  <a:pt x="143236" y="77356"/>
                </a:lnTo>
                <a:lnTo>
                  <a:pt x="142135" y="78457"/>
                </a:lnTo>
                <a:lnTo>
                  <a:pt x="142135" y="80025"/>
                </a:lnTo>
                <a:close/>
                <a:moveTo>
                  <a:pt x="130927" y="68817"/>
                </a:moveTo>
                <a:lnTo>
                  <a:pt x="135164" y="68817"/>
                </a:lnTo>
                <a:lnTo>
                  <a:pt x="138166" y="65815"/>
                </a:lnTo>
                <a:lnTo>
                  <a:pt x="138166" y="68183"/>
                </a:lnTo>
                <a:lnTo>
                  <a:pt x="135864" y="70485"/>
                </a:lnTo>
                <a:lnTo>
                  <a:pt x="132629" y="70485"/>
                </a:lnTo>
                <a:close/>
                <a:moveTo>
                  <a:pt x="128626" y="66482"/>
                </a:moveTo>
                <a:lnTo>
                  <a:pt x="134196" y="66482"/>
                </a:lnTo>
                <a:lnTo>
                  <a:pt x="138166" y="62546"/>
                </a:lnTo>
                <a:lnTo>
                  <a:pt x="138166" y="64714"/>
                </a:lnTo>
                <a:lnTo>
                  <a:pt x="134830" y="68016"/>
                </a:lnTo>
                <a:lnTo>
                  <a:pt x="130160" y="68016"/>
                </a:lnTo>
                <a:close/>
                <a:moveTo>
                  <a:pt x="116150" y="68016"/>
                </a:moveTo>
                <a:lnTo>
                  <a:pt x="111480" y="68016"/>
                </a:lnTo>
                <a:lnTo>
                  <a:pt x="108144" y="64714"/>
                </a:lnTo>
                <a:lnTo>
                  <a:pt x="108144" y="62546"/>
                </a:lnTo>
                <a:lnTo>
                  <a:pt x="112114" y="66482"/>
                </a:lnTo>
                <a:lnTo>
                  <a:pt x="117685" y="66482"/>
                </a:lnTo>
                <a:close/>
                <a:moveTo>
                  <a:pt x="113682" y="70485"/>
                </a:moveTo>
                <a:lnTo>
                  <a:pt x="110446" y="70485"/>
                </a:lnTo>
                <a:lnTo>
                  <a:pt x="108144" y="68183"/>
                </a:lnTo>
                <a:lnTo>
                  <a:pt x="108144" y="65815"/>
                </a:lnTo>
                <a:lnTo>
                  <a:pt x="111147" y="68817"/>
                </a:lnTo>
                <a:lnTo>
                  <a:pt x="115383" y="68817"/>
                </a:lnTo>
                <a:close/>
                <a:moveTo>
                  <a:pt x="111580" y="72586"/>
                </a:moveTo>
                <a:lnTo>
                  <a:pt x="109579" y="72586"/>
                </a:lnTo>
                <a:lnTo>
                  <a:pt x="108144" y="71152"/>
                </a:lnTo>
                <a:lnTo>
                  <a:pt x="108144" y="69317"/>
                </a:lnTo>
                <a:lnTo>
                  <a:pt x="110112" y="71285"/>
                </a:lnTo>
                <a:lnTo>
                  <a:pt x="112914" y="71285"/>
                </a:lnTo>
                <a:close/>
                <a:moveTo>
                  <a:pt x="111480" y="75588"/>
                </a:moveTo>
                <a:lnTo>
                  <a:pt x="112447" y="76589"/>
                </a:lnTo>
                <a:lnTo>
                  <a:pt x="108711" y="76589"/>
                </a:lnTo>
                <a:lnTo>
                  <a:pt x="111347" y="73920"/>
                </a:lnTo>
                <a:lnTo>
                  <a:pt x="111347" y="75321"/>
                </a:lnTo>
                <a:close/>
                <a:moveTo>
                  <a:pt x="111347" y="80025"/>
                </a:moveTo>
                <a:lnTo>
                  <a:pt x="108711" y="77356"/>
                </a:lnTo>
                <a:lnTo>
                  <a:pt x="112447" y="77356"/>
                </a:lnTo>
                <a:lnTo>
                  <a:pt x="111347" y="78457"/>
                </a:lnTo>
                <a:close/>
                <a:moveTo>
                  <a:pt x="100139" y="68817"/>
                </a:moveTo>
                <a:lnTo>
                  <a:pt x="104208" y="68817"/>
                </a:lnTo>
                <a:lnTo>
                  <a:pt x="104475" y="68683"/>
                </a:lnTo>
                <a:lnTo>
                  <a:pt x="107377" y="65815"/>
                </a:lnTo>
                <a:lnTo>
                  <a:pt x="107377" y="68183"/>
                </a:lnTo>
                <a:lnTo>
                  <a:pt x="105076" y="70485"/>
                </a:lnTo>
                <a:lnTo>
                  <a:pt x="101807" y="70485"/>
                </a:lnTo>
                <a:close/>
                <a:moveTo>
                  <a:pt x="97837" y="66482"/>
                </a:moveTo>
                <a:lnTo>
                  <a:pt x="103408" y="66482"/>
                </a:lnTo>
                <a:lnTo>
                  <a:pt x="107377" y="62546"/>
                </a:lnTo>
                <a:lnTo>
                  <a:pt x="107377" y="64714"/>
                </a:lnTo>
                <a:lnTo>
                  <a:pt x="104041" y="68016"/>
                </a:lnTo>
                <a:lnTo>
                  <a:pt x="99371" y="68016"/>
                </a:lnTo>
                <a:close/>
                <a:moveTo>
                  <a:pt x="85361" y="68016"/>
                </a:moveTo>
                <a:lnTo>
                  <a:pt x="80691" y="68016"/>
                </a:lnTo>
                <a:lnTo>
                  <a:pt x="77356" y="64714"/>
                </a:lnTo>
                <a:lnTo>
                  <a:pt x="77356" y="62546"/>
                </a:lnTo>
                <a:lnTo>
                  <a:pt x="81325" y="66482"/>
                </a:lnTo>
                <a:lnTo>
                  <a:pt x="86896" y="66482"/>
                </a:lnTo>
                <a:close/>
                <a:moveTo>
                  <a:pt x="82893" y="70485"/>
                </a:moveTo>
                <a:lnTo>
                  <a:pt x="79657" y="70485"/>
                </a:lnTo>
                <a:lnTo>
                  <a:pt x="77356" y="68183"/>
                </a:lnTo>
                <a:lnTo>
                  <a:pt x="77356" y="65815"/>
                </a:lnTo>
                <a:lnTo>
                  <a:pt x="80224" y="68683"/>
                </a:lnTo>
                <a:lnTo>
                  <a:pt x="80525" y="68817"/>
                </a:lnTo>
                <a:lnTo>
                  <a:pt x="84594" y="68817"/>
                </a:lnTo>
                <a:close/>
                <a:moveTo>
                  <a:pt x="80792" y="72586"/>
                </a:moveTo>
                <a:lnTo>
                  <a:pt x="78790" y="72586"/>
                </a:lnTo>
                <a:lnTo>
                  <a:pt x="77356" y="71152"/>
                </a:lnTo>
                <a:lnTo>
                  <a:pt x="77356" y="69317"/>
                </a:lnTo>
                <a:lnTo>
                  <a:pt x="79324" y="71285"/>
                </a:lnTo>
                <a:lnTo>
                  <a:pt x="82126" y="71285"/>
                </a:lnTo>
                <a:close/>
                <a:moveTo>
                  <a:pt x="80691" y="75588"/>
                </a:moveTo>
                <a:lnTo>
                  <a:pt x="81659" y="76589"/>
                </a:lnTo>
                <a:lnTo>
                  <a:pt x="77923" y="76589"/>
                </a:lnTo>
                <a:lnTo>
                  <a:pt x="80558" y="73920"/>
                </a:lnTo>
                <a:lnTo>
                  <a:pt x="80558" y="75321"/>
                </a:lnTo>
                <a:close/>
                <a:moveTo>
                  <a:pt x="80558" y="80025"/>
                </a:moveTo>
                <a:lnTo>
                  <a:pt x="77923" y="77356"/>
                </a:lnTo>
                <a:lnTo>
                  <a:pt x="81659" y="77356"/>
                </a:lnTo>
                <a:lnTo>
                  <a:pt x="80558" y="78457"/>
                </a:lnTo>
                <a:close/>
                <a:moveTo>
                  <a:pt x="69350" y="68817"/>
                </a:moveTo>
                <a:lnTo>
                  <a:pt x="73586" y="68817"/>
                </a:lnTo>
                <a:lnTo>
                  <a:pt x="76589" y="65815"/>
                </a:lnTo>
                <a:lnTo>
                  <a:pt x="76589" y="68183"/>
                </a:lnTo>
                <a:lnTo>
                  <a:pt x="74287" y="70485"/>
                </a:lnTo>
                <a:lnTo>
                  <a:pt x="71018" y="70485"/>
                </a:lnTo>
                <a:close/>
                <a:moveTo>
                  <a:pt x="67048" y="66482"/>
                </a:moveTo>
                <a:lnTo>
                  <a:pt x="72619" y="66482"/>
                </a:lnTo>
                <a:lnTo>
                  <a:pt x="76589" y="62546"/>
                </a:lnTo>
                <a:lnTo>
                  <a:pt x="76589" y="64714"/>
                </a:lnTo>
                <a:lnTo>
                  <a:pt x="73253" y="68016"/>
                </a:lnTo>
                <a:lnTo>
                  <a:pt x="68583" y="68016"/>
                </a:lnTo>
                <a:close/>
                <a:moveTo>
                  <a:pt x="54573" y="68016"/>
                </a:moveTo>
                <a:lnTo>
                  <a:pt x="49903" y="68016"/>
                </a:lnTo>
                <a:lnTo>
                  <a:pt x="46567" y="64714"/>
                </a:lnTo>
                <a:lnTo>
                  <a:pt x="46567" y="62546"/>
                </a:lnTo>
                <a:lnTo>
                  <a:pt x="50537" y="66482"/>
                </a:lnTo>
                <a:lnTo>
                  <a:pt x="56107" y="66482"/>
                </a:lnTo>
                <a:close/>
                <a:moveTo>
                  <a:pt x="52104" y="70485"/>
                </a:moveTo>
                <a:lnTo>
                  <a:pt x="48869" y="70485"/>
                </a:lnTo>
                <a:lnTo>
                  <a:pt x="46567" y="68183"/>
                </a:lnTo>
                <a:lnTo>
                  <a:pt x="46567" y="65815"/>
                </a:lnTo>
                <a:lnTo>
                  <a:pt x="49569" y="68817"/>
                </a:lnTo>
                <a:lnTo>
                  <a:pt x="53806" y="68817"/>
                </a:lnTo>
                <a:close/>
                <a:moveTo>
                  <a:pt x="50003" y="72586"/>
                </a:moveTo>
                <a:lnTo>
                  <a:pt x="48001" y="72586"/>
                </a:lnTo>
                <a:lnTo>
                  <a:pt x="46567" y="71152"/>
                </a:lnTo>
                <a:lnTo>
                  <a:pt x="46567" y="69317"/>
                </a:lnTo>
                <a:lnTo>
                  <a:pt x="48535" y="71285"/>
                </a:lnTo>
                <a:lnTo>
                  <a:pt x="51337" y="71285"/>
                </a:lnTo>
                <a:close/>
                <a:moveTo>
                  <a:pt x="49903" y="75588"/>
                </a:moveTo>
                <a:lnTo>
                  <a:pt x="50870" y="76589"/>
                </a:lnTo>
                <a:lnTo>
                  <a:pt x="47134" y="76589"/>
                </a:lnTo>
                <a:lnTo>
                  <a:pt x="49769" y="73920"/>
                </a:lnTo>
                <a:lnTo>
                  <a:pt x="49769" y="75321"/>
                </a:lnTo>
                <a:close/>
                <a:moveTo>
                  <a:pt x="49769" y="80025"/>
                </a:moveTo>
                <a:lnTo>
                  <a:pt x="47134" y="77356"/>
                </a:lnTo>
                <a:lnTo>
                  <a:pt x="50870" y="77356"/>
                </a:lnTo>
                <a:lnTo>
                  <a:pt x="49769" y="78457"/>
                </a:lnTo>
                <a:close/>
                <a:moveTo>
                  <a:pt x="38561" y="68817"/>
                </a:moveTo>
                <a:lnTo>
                  <a:pt x="42631" y="68817"/>
                </a:lnTo>
                <a:lnTo>
                  <a:pt x="42898" y="68683"/>
                </a:lnTo>
                <a:lnTo>
                  <a:pt x="45800" y="65815"/>
                </a:lnTo>
                <a:lnTo>
                  <a:pt x="45800" y="68183"/>
                </a:lnTo>
                <a:lnTo>
                  <a:pt x="43498" y="70485"/>
                </a:lnTo>
                <a:lnTo>
                  <a:pt x="40229" y="70485"/>
                </a:lnTo>
                <a:close/>
                <a:moveTo>
                  <a:pt x="42364" y="50570"/>
                </a:moveTo>
                <a:lnTo>
                  <a:pt x="44366" y="50570"/>
                </a:lnTo>
                <a:lnTo>
                  <a:pt x="45767" y="52005"/>
                </a:lnTo>
                <a:lnTo>
                  <a:pt x="45767" y="53873"/>
                </a:lnTo>
                <a:lnTo>
                  <a:pt x="43798" y="51905"/>
                </a:lnTo>
                <a:lnTo>
                  <a:pt x="41030" y="51905"/>
                </a:lnTo>
                <a:close/>
                <a:moveTo>
                  <a:pt x="42464" y="47568"/>
                </a:moveTo>
                <a:lnTo>
                  <a:pt x="41497" y="46568"/>
                </a:lnTo>
                <a:lnTo>
                  <a:pt x="45233" y="46568"/>
                </a:lnTo>
                <a:lnTo>
                  <a:pt x="42564" y="49236"/>
                </a:lnTo>
                <a:lnTo>
                  <a:pt x="42564" y="47835"/>
                </a:lnTo>
                <a:close/>
                <a:moveTo>
                  <a:pt x="42564" y="43132"/>
                </a:moveTo>
                <a:lnTo>
                  <a:pt x="45233" y="45800"/>
                </a:lnTo>
                <a:lnTo>
                  <a:pt x="41497" y="45800"/>
                </a:lnTo>
                <a:lnTo>
                  <a:pt x="42564" y="44700"/>
                </a:lnTo>
                <a:lnTo>
                  <a:pt x="42564" y="43132"/>
                </a:lnTo>
                <a:close/>
                <a:moveTo>
                  <a:pt x="53806" y="54340"/>
                </a:moveTo>
                <a:lnTo>
                  <a:pt x="49569" y="54340"/>
                </a:lnTo>
                <a:lnTo>
                  <a:pt x="46567" y="57342"/>
                </a:lnTo>
                <a:lnTo>
                  <a:pt x="46567" y="54974"/>
                </a:lnTo>
                <a:lnTo>
                  <a:pt x="48869" y="52672"/>
                </a:lnTo>
                <a:lnTo>
                  <a:pt x="52104" y="52672"/>
                </a:lnTo>
                <a:close/>
                <a:moveTo>
                  <a:pt x="56107" y="56675"/>
                </a:moveTo>
                <a:lnTo>
                  <a:pt x="50537" y="56675"/>
                </a:lnTo>
                <a:lnTo>
                  <a:pt x="46567" y="60611"/>
                </a:lnTo>
                <a:lnTo>
                  <a:pt x="46567" y="58476"/>
                </a:lnTo>
                <a:lnTo>
                  <a:pt x="49903" y="55140"/>
                </a:lnTo>
                <a:lnTo>
                  <a:pt x="54573" y="55140"/>
                </a:lnTo>
                <a:close/>
                <a:moveTo>
                  <a:pt x="68583" y="55140"/>
                </a:moveTo>
                <a:lnTo>
                  <a:pt x="73253" y="55140"/>
                </a:lnTo>
                <a:lnTo>
                  <a:pt x="76555" y="58443"/>
                </a:lnTo>
                <a:lnTo>
                  <a:pt x="76555" y="60611"/>
                </a:lnTo>
                <a:lnTo>
                  <a:pt x="72619" y="56675"/>
                </a:lnTo>
                <a:lnTo>
                  <a:pt x="67048" y="56675"/>
                </a:lnTo>
                <a:close/>
                <a:moveTo>
                  <a:pt x="71018" y="52672"/>
                </a:moveTo>
                <a:lnTo>
                  <a:pt x="74287" y="52672"/>
                </a:lnTo>
                <a:lnTo>
                  <a:pt x="76589" y="54974"/>
                </a:lnTo>
                <a:lnTo>
                  <a:pt x="76589" y="57342"/>
                </a:lnTo>
                <a:lnTo>
                  <a:pt x="73586" y="54340"/>
                </a:lnTo>
                <a:lnTo>
                  <a:pt x="69350" y="54340"/>
                </a:lnTo>
                <a:close/>
                <a:moveTo>
                  <a:pt x="73153" y="50570"/>
                </a:moveTo>
                <a:lnTo>
                  <a:pt x="75154" y="50570"/>
                </a:lnTo>
                <a:lnTo>
                  <a:pt x="76555" y="52005"/>
                </a:lnTo>
                <a:lnTo>
                  <a:pt x="76555" y="53873"/>
                </a:lnTo>
                <a:lnTo>
                  <a:pt x="74587" y="51905"/>
                </a:lnTo>
                <a:lnTo>
                  <a:pt x="71818" y="51905"/>
                </a:lnTo>
                <a:close/>
                <a:moveTo>
                  <a:pt x="73253" y="47568"/>
                </a:moveTo>
                <a:lnTo>
                  <a:pt x="72285" y="46568"/>
                </a:lnTo>
                <a:lnTo>
                  <a:pt x="76021" y="46568"/>
                </a:lnTo>
                <a:lnTo>
                  <a:pt x="73386" y="49236"/>
                </a:lnTo>
                <a:lnTo>
                  <a:pt x="73386" y="47835"/>
                </a:lnTo>
                <a:close/>
                <a:moveTo>
                  <a:pt x="73386" y="43132"/>
                </a:moveTo>
                <a:lnTo>
                  <a:pt x="76021" y="45800"/>
                </a:lnTo>
                <a:lnTo>
                  <a:pt x="72285" y="45800"/>
                </a:lnTo>
                <a:lnTo>
                  <a:pt x="73386" y="44700"/>
                </a:lnTo>
                <a:close/>
                <a:moveTo>
                  <a:pt x="84561" y="54340"/>
                </a:moveTo>
                <a:lnTo>
                  <a:pt x="80525" y="54340"/>
                </a:lnTo>
                <a:lnTo>
                  <a:pt x="80224" y="54473"/>
                </a:lnTo>
                <a:lnTo>
                  <a:pt x="77356" y="57342"/>
                </a:lnTo>
                <a:lnTo>
                  <a:pt x="77356" y="54974"/>
                </a:lnTo>
                <a:lnTo>
                  <a:pt x="79657" y="52672"/>
                </a:lnTo>
                <a:lnTo>
                  <a:pt x="82893" y="52672"/>
                </a:lnTo>
                <a:close/>
                <a:moveTo>
                  <a:pt x="86896" y="56675"/>
                </a:moveTo>
                <a:lnTo>
                  <a:pt x="81325" y="56675"/>
                </a:lnTo>
                <a:lnTo>
                  <a:pt x="77356" y="60611"/>
                </a:lnTo>
                <a:lnTo>
                  <a:pt x="77356" y="58476"/>
                </a:lnTo>
                <a:lnTo>
                  <a:pt x="80691" y="55140"/>
                </a:lnTo>
                <a:lnTo>
                  <a:pt x="85361" y="55140"/>
                </a:lnTo>
                <a:close/>
                <a:moveTo>
                  <a:pt x="99371" y="55140"/>
                </a:moveTo>
                <a:lnTo>
                  <a:pt x="104041" y="55140"/>
                </a:lnTo>
                <a:lnTo>
                  <a:pt x="107377" y="58443"/>
                </a:lnTo>
                <a:lnTo>
                  <a:pt x="107377" y="60611"/>
                </a:lnTo>
                <a:lnTo>
                  <a:pt x="103408" y="56675"/>
                </a:lnTo>
                <a:lnTo>
                  <a:pt x="97837" y="56675"/>
                </a:lnTo>
                <a:close/>
                <a:moveTo>
                  <a:pt x="101840" y="52672"/>
                </a:moveTo>
                <a:lnTo>
                  <a:pt x="105076" y="52672"/>
                </a:lnTo>
                <a:lnTo>
                  <a:pt x="107377" y="54974"/>
                </a:lnTo>
                <a:lnTo>
                  <a:pt x="107377" y="57342"/>
                </a:lnTo>
                <a:lnTo>
                  <a:pt x="104508" y="54473"/>
                </a:lnTo>
                <a:lnTo>
                  <a:pt x="104208" y="54340"/>
                </a:lnTo>
                <a:lnTo>
                  <a:pt x="100139" y="54340"/>
                </a:lnTo>
                <a:close/>
                <a:moveTo>
                  <a:pt x="103941" y="50570"/>
                </a:moveTo>
                <a:lnTo>
                  <a:pt x="105943" y="50570"/>
                </a:lnTo>
                <a:lnTo>
                  <a:pt x="107377" y="52005"/>
                </a:lnTo>
                <a:lnTo>
                  <a:pt x="107377" y="53873"/>
                </a:lnTo>
                <a:lnTo>
                  <a:pt x="105409" y="51905"/>
                </a:lnTo>
                <a:lnTo>
                  <a:pt x="102607" y="51905"/>
                </a:lnTo>
                <a:close/>
                <a:moveTo>
                  <a:pt x="104041" y="47568"/>
                </a:moveTo>
                <a:lnTo>
                  <a:pt x="103074" y="46568"/>
                </a:lnTo>
                <a:lnTo>
                  <a:pt x="106810" y="46568"/>
                </a:lnTo>
                <a:lnTo>
                  <a:pt x="104175" y="49236"/>
                </a:lnTo>
                <a:lnTo>
                  <a:pt x="104175" y="47835"/>
                </a:lnTo>
                <a:close/>
                <a:moveTo>
                  <a:pt x="104175" y="43132"/>
                </a:moveTo>
                <a:lnTo>
                  <a:pt x="106810" y="45800"/>
                </a:lnTo>
                <a:lnTo>
                  <a:pt x="103074" y="45800"/>
                </a:lnTo>
                <a:lnTo>
                  <a:pt x="104175" y="44700"/>
                </a:lnTo>
                <a:close/>
                <a:moveTo>
                  <a:pt x="115383" y="54340"/>
                </a:moveTo>
                <a:lnTo>
                  <a:pt x="111147" y="54340"/>
                </a:lnTo>
                <a:lnTo>
                  <a:pt x="108144" y="57342"/>
                </a:lnTo>
                <a:lnTo>
                  <a:pt x="108144" y="54974"/>
                </a:lnTo>
                <a:lnTo>
                  <a:pt x="110446" y="52672"/>
                </a:lnTo>
                <a:lnTo>
                  <a:pt x="113682" y="52672"/>
                </a:lnTo>
                <a:close/>
                <a:moveTo>
                  <a:pt x="117685" y="56675"/>
                </a:moveTo>
                <a:lnTo>
                  <a:pt x="112114" y="56675"/>
                </a:lnTo>
                <a:lnTo>
                  <a:pt x="108144" y="60611"/>
                </a:lnTo>
                <a:lnTo>
                  <a:pt x="108144" y="58476"/>
                </a:lnTo>
                <a:lnTo>
                  <a:pt x="111480" y="55140"/>
                </a:lnTo>
                <a:lnTo>
                  <a:pt x="116150" y="55140"/>
                </a:lnTo>
                <a:close/>
                <a:moveTo>
                  <a:pt x="130160" y="55140"/>
                </a:moveTo>
                <a:lnTo>
                  <a:pt x="134830" y="55140"/>
                </a:lnTo>
                <a:lnTo>
                  <a:pt x="138166" y="58443"/>
                </a:lnTo>
                <a:lnTo>
                  <a:pt x="138166" y="60611"/>
                </a:lnTo>
                <a:lnTo>
                  <a:pt x="134196" y="56675"/>
                </a:lnTo>
                <a:lnTo>
                  <a:pt x="128626" y="56675"/>
                </a:lnTo>
                <a:close/>
                <a:moveTo>
                  <a:pt x="132629" y="52672"/>
                </a:moveTo>
                <a:lnTo>
                  <a:pt x="135864" y="52672"/>
                </a:lnTo>
                <a:lnTo>
                  <a:pt x="138166" y="54974"/>
                </a:lnTo>
                <a:lnTo>
                  <a:pt x="138166" y="57342"/>
                </a:lnTo>
                <a:lnTo>
                  <a:pt x="135164" y="54340"/>
                </a:lnTo>
                <a:lnTo>
                  <a:pt x="130927" y="54340"/>
                </a:lnTo>
                <a:close/>
                <a:moveTo>
                  <a:pt x="134730" y="50570"/>
                </a:moveTo>
                <a:lnTo>
                  <a:pt x="136731" y="50570"/>
                </a:lnTo>
                <a:lnTo>
                  <a:pt x="138166" y="52005"/>
                </a:lnTo>
                <a:lnTo>
                  <a:pt x="138166" y="53873"/>
                </a:lnTo>
                <a:lnTo>
                  <a:pt x="136198" y="51905"/>
                </a:lnTo>
                <a:lnTo>
                  <a:pt x="133396" y="51905"/>
                </a:lnTo>
                <a:close/>
                <a:moveTo>
                  <a:pt x="134830" y="47568"/>
                </a:moveTo>
                <a:lnTo>
                  <a:pt x="133863" y="46568"/>
                </a:lnTo>
                <a:lnTo>
                  <a:pt x="137599" y="46568"/>
                </a:lnTo>
                <a:lnTo>
                  <a:pt x="134964" y="49236"/>
                </a:lnTo>
                <a:lnTo>
                  <a:pt x="134964" y="47835"/>
                </a:lnTo>
                <a:close/>
                <a:moveTo>
                  <a:pt x="134964" y="43132"/>
                </a:moveTo>
                <a:lnTo>
                  <a:pt x="137599" y="45800"/>
                </a:lnTo>
                <a:lnTo>
                  <a:pt x="133863" y="45800"/>
                </a:lnTo>
                <a:lnTo>
                  <a:pt x="134964" y="44700"/>
                </a:lnTo>
                <a:lnTo>
                  <a:pt x="134964" y="43132"/>
                </a:lnTo>
                <a:close/>
                <a:moveTo>
                  <a:pt x="146172" y="54340"/>
                </a:moveTo>
                <a:lnTo>
                  <a:pt x="142102" y="54340"/>
                </a:lnTo>
                <a:lnTo>
                  <a:pt x="141835" y="54473"/>
                </a:lnTo>
                <a:lnTo>
                  <a:pt x="138933" y="57342"/>
                </a:lnTo>
                <a:lnTo>
                  <a:pt x="138933" y="54974"/>
                </a:lnTo>
                <a:lnTo>
                  <a:pt x="141235" y="52672"/>
                </a:lnTo>
                <a:lnTo>
                  <a:pt x="144504" y="52672"/>
                </a:lnTo>
                <a:close/>
                <a:moveTo>
                  <a:pt x="148473" y="56675"/>
                </a:moveTo>
                <a:lnTo>
                  <a:pt x="142903" y="56675"/>
                </a:lnTo>
                <a:lnTo>
                  <a:pt x="138966" y="60611"/>
                </a:lnTo>
                <a:lnTo>
                  <a:pt x="138966" y="58476"/>
                </a:lnTo>
                <a:lnTo>
                  <a:pt x="142269" y="55140"/>
                </a:lnTo>
                <a:lnTo>
                  <a:pt x="146972" y="55140"/>
                </a:lnTo>
                <a:close/>
                <a:moveTo>
                  <a:pt x="160949" y="55140"/>
                </a:moveTo>
                <a:lnTo>
                  <a:pt x="165619" y="55140"/>
                </a:lnTo>
                <a:lnTo>
                  <a:pt x="168954" y="58443"/>
                </a:lnTo>
                <a:lnTo>
                  <a:pt x="168954" y="60611"/>
                </a:lnTo>
                <a:lnTo>
                  <a:pt x="164985" y="56675"/>
                </a:lnTo>
                <a:lnTo>
                  <a:pt x="159414" y="56675"/>
                </a:lnTo>
                <a:close/>
                <a:moveTo>
                  <a:pt x="163417" y="52672"/>
                </a:moveTo>
                <a:lnTo>
                  <a:pt x="166653" y="52672"/>
                </a:lnTo>
                <a:lnTo>
                  <a:pt x="168954" y="54974"/>
                </a:lnTo>
                <a:lnTo>
                  <a:pt x="168954" y="57342"/>
                </a:lnTo>
                <a:lnTo>
                  <a:pt x="166086" y="54473"/>
                </a:lnTo>
                <a:lnTo>
                  <a:pt x="165786" y="54340"/>
                </a:lnTo>
                <a:lnTo>
                  <a:pt x="161716" y="54340"/>
                </a:lnTo>
                <a:close/>
                <a:moveTo>
                  <a:pt x="165519" y="50570"/>
                </a:moveTo>
                <a:lnTo>
                  <a:pt x="167520" y="50570"/>
                </a:lnTo>
                <a:lnTo>
                  <a:pt x="168954" y="52005"/>
                </a:lnTo>
                <a:lnTo>
                  <a:pt x="168954" y="53873"/>
                </a:lnTo>
                <a:lnTo>
                  <a:pt x="166986" y="51905"/>
                </a:lnTo>
                <a:lnTo>
                  <a:pt x="164184" y="51905"/>
                </a:lnTo>
                <a:close/>
                <a:moveTo>
                  <a:pt x="165619" y="47568"/>
                </a:moveTo>
                <a:lnTo>
                  <a:pt x="164651" y="46568"/>
                </a:lnTo>
                <a:lnTo>
                  <a:pt x="168387" y="46568"/>
                </a:lnTo>
                <a:lnTo>
                  <a:pt x="165752" y="49236"/>
                </a:lnTo>
                <a:lnTo>
                  <a:pt x="165752" y="47835"/>
                </a:lnTo>
                <a:close/>
                <a:moveTo>
                  <a:pt x="165752" y="43132"/>
                </a:moveTo>
                <a:lnTo>
                  <a:pt x="168387" y="45800"/>
                </a:lnTo>
                <a:lnTo>
                  <a:pt x="164651" y="45800"/>
                </a:lnTo>
                <a:lnTo>
                  <a:pt x="165752" y="44700"/>
                </a:lnTo>
                <a:lnTo>
                  <a:pt x="165752" y="43132"/>
                </a:lnTo>
                <a:close/>
                <a:moveTo>
                  <a:pt x="176960" y="54340"/>
                </a:moveTo>
                <a:lnTo>
                  <a:pt x="172724" y="54340"/>
                </a:lnTo>
                <a:lnTo>
                  <a:pt x="169755" y="57342"/>
                </a:lnTo>
                <a:lnTo>
                  <a:pt x="169755" y="54974"/>
                </a:lnTo>
                <a:lnTo>
                  <a:pt x="172023" y="52672"/>
                </a:lnTo>
                <a:lnTo>
                  <a:pt x="175292" y="52672"/>
                </a:lnTo>
                <a:close/>
                <a:moveTo>
                  <a:pt x="179262" y="56675"/>
                </a:moveTo>
                <a:lnTo>
                  <a:pt x="173691" y="56675"/>
                </a:lnTo>
                <a:lnTo>
                  <a:pt x="169755" y="60611"/>
                </a:lnTo>
                <a:lnTo>
                  <a:pt x="169755" y="58476"/>
                </a:lnTo>
                <a:lnTo>
                  <a:pt x="173057" y="55140"/>
                </a:lnTo>
                <a:lnTo>
                  <a:pt x="177727" y="55140"/>
                </a:lnTo>
                <a:close/>
                <a:moveTo>
                  <a:pt x="191737" y="55140"/>
                </a:moveTo>
                <a:lnTo>
                  <a:pt x="196441" y="55140"/>
                </a:lnTo>
                <a:lnTo>
                  <a:pt x="199743" y="58443"/>
                </a:lnTo>
                <a:lnTo>
                  <a:pt x="199743" y="60611"/>
                </a:lnTo>
                <a:lnTo>
                  <a:pt x="195807" y="56675"/>
                </a:lnTo>
                <a:lnTo>
                  <a:pt x="190203" y="56675"/>
                </a:lnTo>
                <a:close/>
                <a:moveTo>
                  <a:pt x="194206" y="52672"/>
                </a:moveTo>
                <a:lnTo>
                  <a:pt x="197441" y="52672"/>
                </a:lnTo>
                <a:lnTo>
                  <a:pt x="199743" y="54974"/>
                </a:lnTo>
                <a:lnTo>
                  <a:pt x="199743" y="57342"/>
                </a:lnTo>
                <a:lnTo>
                  <a:pt x="196741" y="54340"/>
                </a:lnTo>
                <a:lnTo>
                  <a:pt x="192538" y="54340"/>
                </a:lnTo>
                <a:close/>
                <a:moveTo>
                  <a:pt x="196307" y="50570"/>
                </a:moveTo>
                <a:lnTo>
                  <a:pt x="198309" y="50570"/>
                </a:lnTo>
                <a:lnTo>
                  <a:pt x="199743" y="52005"/>
                </a:lnTo>
                <a:lnTo>
                  <a:pt x="199743" y="53873"/>
                </a:lnTo>
                <a:lnTo>
                  <a:pt x="197775" y="51905"/>
                </a:lnTo>
                <a:lnTo>
                  <a:pt x="195006" y="51905"/>
                </a:lnTo>
                <a:close/>
                <a:moveTo>
                  <a:pt x="196407" y="47568"/>
                </a:moveTo>
                <a:lnTo>
                  <a:pt x="195440" y="46568"/>
                </a:lnTo>
                <a:lnTo>
                  <a:pt x="199176" y="46568"/>
                </a:lnTo>
                <a:lnTo>
                  <a:pt x="196541" y="49236"/>
                </a:lnTo>
                <a:lnTo>
                  <a:pt x="196541" y="47835"/>
                </a:lnTo>
                <a:close/>
                <a:moveTo>
                  <a:pt x="196541" y="43132"/>
                </a:moveTo>
                <a:lnTo>
                  <a:pt x="199176" y="45800"/>
                </a:lnTo>
                <a:lnTo>
                  <a:pt x="195440" y="45800"/>
                </a:lnTo>
                <a:lnTo>
                  <a:pt x="196541" y="44700"/>
                </a:lnTo>
                <a:lnTo>
                  <a:pt x="196541" y="43132"/>
                </a:lnTo>
                <a:close/>
                <a:moveTo>
                  <a:pt x="200544" y="47135"/>
                </a:moveTo>
                <a:lnTo>
                  <a:pt x="203179" y="49770"/>
                </a:lnTo>
                <a:lnTo>
                  <a:pt x="201644" y="49770"/>
                </a:lnTo>
                <a:lnTo>
                  <a:pt x="200544" y="50871"/>
                </a:lnTo>
                <a:close/>
                <a:moveTo>
                  <a:pt x="200544" y="52005"/>
                </a:moveTo>
                <a:lnTo>
                  <a:pt x="201945" y="50570"/>
                </a:lnTo>
                <a:lnTo>
                  <a:pt x="203979" y="50570"/>
                </a:lnTo>
                <a:lnTo>
                  <a:pt x="205280" y="51905"/>
                </a:lnTo>
                <a:lnTo>
                  <a:pt x="202512" y="51905"/>
                </a:lnTo>
                <a:lnTo>
                  <a:pt x="200544" y="53873"/>
                </a:lnTo>
                <a:close/>
                <a:moveTo>
                  <a:pt x="203746" y="47835"/>
                </a:moveTo>
                <a:lnTo>
                  <a:pt x="203746" y="49203"/>
                </a:lnTo>
                <a:lnTo>
                  <a:pt x="201077" y="46568"/>
                </a:lnTo>
                <a:lnTo>
                  <a:pt x="204847" y="46568"/>
                </a:lnTo>
                <a:lnTo>
                  <a:pt x="203846" y="47568"/>
                </a:lnTo>
                <a:close/>
                <a:moveTo>
                  <a:pt x="201077" y="45800"/>
                </a:moveTo>
                <a:lnTo>
                  <a:pt x="203746" y="43132"/>
                </a:lnTo>
                <a:lnTo>
                  <a:pt x="203746" y="44700"/>
                </a:lnTo>
                <a:lnTo>
                  <a:pt x="204847" y="45800"/>
                </a:lnTo>
                <a:lnTo>
                  <a:pt x="201077" y="45800"/>
                </a:lnTo>
                <a:close/>
                <a:moveTo>
                  <a:pt x="200544" y="45233"/>
                </a:moveTo>
                <a:lnTo>
                  <a:pt x="200544" y="41497"/>
                </a:lnTo>
                <a:lnTo>
                  <a:pt x="201644" y="42598"/>
                </a:lnTo>
                <a:lnTo>
                  <a:pt x="201778" y="42598"/>
                </a:lnTo>
                <a:lnTo>
                  <a:pt x="203179" y="42598"/>
                </a:lnTo>
                <a:close/>
                <a:moveTo>
                  <a:pt x="199743" y="45233"/>
                </a:moveTo>
                <a:lnTo>
                  <a:pt x="197108" y="42598"/>
                </a:lnTo>
                <a:lnTo>
                  <a:pt x="198476" y="42598"/>
                </a:lnTo>
                <a:lnTo>
                  <a:pt x="198776" y="42465"/>
                </a:lnTo>
                <a:lnTo>
                  <a:pt x="199743" y="41497"/>
                </a:lnTo>
                <a:lnTo>
                  <a:pt x="199743" y="45233"/>
                </a:lnTo>
                <a:close/>
                <a:moveTo>
                  <a:pt x="199743" y="47135"/>
                </a:moveTo>
                <a:lnTo>
                  <a:pt x="199743" y="50871"/>
                </a:lnTo>
                <a:lnTo>
                  <a:pt x="198776" y="49903"/>
                </a:lnTo>
                <a:lnTo>
                  <a:pt x="198476" y="49770"/>
                </a:lnTo>
                <a:lnTo>
                  <a:pt x="197108" y="49770"/>
                </a:lnTo>
                <a:close/>
                <a:moveTo>
                  <a:pt x="168954" y="76022"/>
                </a:moveTo>
                <a:lnTo>
                  <a:pt x="166319" y="73387"/>
                </a:lnTo>
                <a:lnTo>
                  <a:pt x="167854" y="73387"/>
                </a:lnTo>
                <a:lnTo>
                  <a:pt x="168954" y="72286"/>
                </a:lnTo>
                <a:close/>
                <a:moveTo>
                  <a:pt x="138166" y="76022"/>
                </a:moveTo>
                <a:lnTo>
                  <a:pt x="135531" y="73387"/>
                </a:lnTo>
                <a:lnTo>
                  <a:pt x="136898" y="73387"/>
                </a:lnTo>
                <a:lnTo>
                  <a:pt x="137165" y="73253"/>
                </a:lnTo>
                <a:lnTo>
                  <a:pt x="138166" y="72286"/>
                </a:lnTo>
                <a:lnTo>
                  <a:pt x="138166" y="76022"/>
                </a:lnTo>
                <a:close/>
                <a:moveTo>
                  <a:pt x="107377" y="76022"/>
                </a:moveTo>
                <a:lnTo>
                  <a:pt x="104709" y="73387"/>
                </a:lnTo>
                <a:lnTo>
                  <a:pt x="106276" y="73387"/>
                </a:lnTo>
                <a:lnTo>
                  <a:pt x="107377" y="72286"/>
                </a:lnTo>
                <a:close/>
                <a:moveTo>
                  <a:pt x="76589" y="76022"/>
                </a:moveTo>
                <a:lnTo>
                  <a:pt x="73920" y="73387"/>
                </a:lnTo>
                <a:lnTo>
                  <a:pt x="75321" y="73387"/>
                </a:lnTo>
                <a:lnTo>
                  <a:pt x="75588" y="73253"/>
                </a:lnTo>
                <a:lnTo>
                  <a:pt x="76555" y="72286"/>
                </a:lnTo>
                <a:lnTo>
                  <a:pt x="76555" y="76022"/>
                </a:lnTo>
                <a:close/>
                <a:moveTo>
                  <a:pt x="77356" y="47135"/>
                </a:moveTo>
                <a:lnTo>
                  <a:pt x="80024" y="49770"/>
                </a:lnTo>
                <a:lnTo>
                  <a:pt x="78457" y="49770"/>
                </a:lnTo>
                <a:lnTo>
                  <a:pt x="77356" y="50871"/>
                </a:lnTo>
                <a:close/>
                <a:moveTo>
                  <a:pt x="108144" y="47135"/>
                </a:moveTo>
                <a:lnTo>
                  <a:pt x="110813" y="49770"/>
                </a:lnTo>
                <a:lnTo>
                  <a:pt x="109412" y="49770"/>
                </a:lnTo>
                <a:lnTo>
                  <a:pt x="109145" y="49903"/>
                </a:lnTo>
                <a:lnTo>
                  <a:pt x="108144" y="50871"/>
                </a:lnTo>
                <a:lnTo>
                  <a:pt x="108144" y="47135"/>
                </a:lnTo>
                <a:close/>
                <a:moveTo>
                  <a:pt x="138933" y="47135"/>
                </a:moveTo>
                <a:lnTo>
                  <a:pt x="141602" y="49770"/>
                </a:lnTo>
                <a:lnTo>
                  <a:pt x="140034" y="49770"/>
                </a:lnTo>
                <a:lnTo>
                  <a:pt x="138933" y="50871"/>
                </a:lnTo>
                <a:close/>
                <a:moveTo>
                  <a:pt x="169755" y="47135"/>
                </a:moveTo>
                <a:lnTo>
                  <a:pt x="172390" y="49770"/>
                </a:lnTo>
                <a:lnTo>
                  <a:pt x="170989" y="49770"/>
                </a:lnTo>
                <a:lnTo>
                  <a:pt x="170722" y="49903"/>
                </a:lnTo>
                <a:lnTo>
                  <a:pt x="169755" y="50871"/>
                </a:lnTo>
                <a:lnTo>
                  <a:pt x="169755" y="47135"/>
                </a:lnTo>
                <a:close/>
                <a:moveTo>
                  <a:pt x="188969" y="65381"/>
                </a:moveTo>
                <a:lnTo>
                  <a:pt x="187668" y="64080"/>
                </a:lnTo>
                <a:lnTo>
                  <a:pt x="187668" y="62779"/>
                </a:lnTo>
                <a:lnTo>
                  <a:pt x="188502" y="61979"/>
                </a:lnTo>
                <a:lnTo>
                  <a:pt x="190303" y="61979"/>
                </a:lnTo>
                <a:lnTo>
                  <a:pt x="188969" y="63313"/>
                </a:lnTo>
                <a:lnTo>
                  <a:pt x="188969" y="65381"/>
                </a:lnTo>
                <a:close/>
                <a:moveTo>
                  <a:pt x="184732" y="64614"/>
                </a:moveTo>
                <a:lnTo>
                  <a:pt x="183865" y="63713"/>
                </a:lnTo>
                <a:lnTo>
                  <a:pt x="182598" y="63713"/>
                </a:lnTo>
                <a:lnTo>
                  <a:pt x="182598" y="62646"/>
                </a:lnTo>
                <a:lnTo>
                  <a:pt x="182464" y="62346"/>
                </a:lnTo>
                <a:lnTo>
                  <a:pt x="181697" y="61578"/>
                </a:lnTo>
                <a:lnTo>
                  <a:pt x="182464" y="60811"/>
                </a:lnTo>
                <a:lnTo>
                  <a:pt x="182598" y="60544"/>
                </a:lnTo>
                <a:lnTo>
                  <a:pt x="182598" y="59443"/>
                </a:lnTo>
                <a:lnTo>
                  <a:pt x="183865" y="59443"/>
                </a:lnTo>
                <a:lnTo>
                  <a:pt x="184732" y="58543"/>
                </a:lnTo>
                <a:lnTo>
                  <a:pt x="185633" y="59443"/>
                </a:lnTo>
                <a:lnTo>
                  <a:pt x="186901" y="59443"/>
                </a:lnTo>
                <a:lnTo>
                  <a:pt x="186901" y="60544"/>
                </a:lnTo>
                <a:lnTo>
                  <a:pt x="187001" y="60811"/>
                </a:lnTo>
                <a:lnTo>
                  <a:pt x="187768" y="61578"/>
                </a:lnTo>
                <a:lnTo>
                  <a:pt x="187001" y="62346"/>
                </a:lnTo>
                <a:lnTo>
                  <a:pt x="186901" y="62646"/>
                </a:lnTo>
                <a:lnTo>
                  <a:pt x="186901" y="63713"/>
                </a:lnTo>
                <a:lnTo>
                  <a:pt x="185633" y="63713"/>
                </a:lnTo>
                <a:close/>
                <a:moveTo>
                  <a:pt x="180529" y="65381"/>
                </a:moveTo>
                <a:lnTo>
                  <a:pt x="180529" y="63313"/>
                </a:lnTo>
                <a:lnTo>
                  <a:pt x="179162" y="61979"/>
                </a:lnTo>
                <a:lnTo>
                  <a:pt x="180963" y="61979"/>
                </a:lnTo>
                <a:lnTo>
                  <a:pt x="181797" y="62813"/>
                </a:lnTo>
                <a:lnTo>
                  <a:pt x="181797" y="64113"/>
                </a:lnTo>
                <a:close/>
                <a:moveTo>
                  <a:pt x="158180" y="65381"/>
                </a:moveTo>
                <a:lnTo>
                  <a:pt x="156879" y="64080"/>
                </a:lnTo>
                <a:lnTo>
                  <a:pt x="156879" y="62779"/>
                </a:lnTo>
                <a:lnTo>
                  <a:pt x="157713" y="61979"/>
                </a:lnTo>
                <a:lnTo>
                  <a:pt x="159514" y="61979"/>
                </a:lnTo>
                <a:lnTo>
                  <a:pt x="158180" y="63313"/>
                </a:lnTo>
                <a:lnTo>
                  <a:pt x="158180" y="65381"/>
                </a:lnTo>
                <a:close/>
                <a:moveTo>
                  <a:pt x="153944" y="64614"/>
                </a:moveTo>
                <a:lnTo>
                  <a:pt x="153076" y="63713"/>
                </a:lnTo>
                <a:lnTo>
                  <a:pt x="151809" y="63713"/>
                </a:lnTo>
                <a:lnTo>
                  <a:pt x="151809" y="62646"/>
                </a:lnTo>
                <a:lnTo>
                  <a:pt x="151675" y="62346"/>
                </a:lnTo>
                <a:lnTo>
                  <a:pt x="150908" y="61578"/>
                </a:lnTo>
                <a:lnTo>
                  <a:pt x="151675" y="60811"/>
                </a:lnTo>
                <a:lnTo>
                  <a:pt x="151809" y="60544"/>
                </a:lnTo>
                <a:lnTo>
                  <a:pt x="151809" y="59443"/>
                </a:lnTo>
                <a:lnTo>
                  <a:pt x="153076" y="59443"/>
                </a:lnTo>
                <a:lnTo>
                  <a:pt x="153944" y="58543"/>
                </a:lnTo>
                <a:lnTo>
                  <a:pt x="154844" y="59443"/>
                </a:lnTo>
                <a:lnTo>
                  <a:pt x="156112" y="59443"/>
                </a:lnTo>
                <a:lnTo>
                  <a:pt x="156112" y="60544"/>
                </a:lnTo>
                <a:lnTo>
                  <a:pt x="156212" y="60811"/>
                </a:lnTo>
                <a:lnTo>
                  <a:pt x="156979" y="61578"/>
                </a:lnTo>
                <a:lnTo>
                  <a:pt x="156212" y="62346"/>
                </a:lnTo>
                <a:lnTo>
                  <a:pt x="156112" y="62646"/>
                </a:lnTo>
                <a:lnTo>
                  <a:pt x="156112" y="63713"/>
                </a:lnTo>
                <a:lnTo>
                  <a:pt x="154844" y="63713"/>
                </a:lnTo>
                <a:close/>
                <a:moveTo>
                  <a:pt x="149741" y="65381"/>
                </a:moveTo>
                <a:lnTo>
                  <a:pt x="149741" y="63313"/>
                </a:lnTo>
                <a:lnTo>
                  <a:pt x="148373" y="61979"/>
                </a:lnTo>
                <a:lnTo>
                  <a:pt x="150174" y="61979"/>
                </a:lnTo>
                <a:lnTo>
                  <a:pt x="151008" y="62813"/>
                </a:lnTo>
                <a:lnTo>
                  <a:pt x="151008" y="64113"/>
                </a:lnTo>
                <a:close/>
                <a:moveTo>
                  <a:pt x="127391" y="65381"/>
                </a:moveTo>
                <a:lnTo>
                  <a:pt x="126091" y="64080"/>
                </a:lnTo>
                <a:lnTo>
                  <a:pt x="126091" y="62779"/>
                </a:lnTo>
                <a:lnTo>
                  <a:pt x="126924" y="61979"/>
                </a:lnTo>
                <a:lnTo>
                  <a:pt x="128726" y="61979"/>
                </a:lnTo>
                <a:lnTo>
                  <a:pt x="127358" y="63313"/>
                </a:lnTo>
                <a:lnTo>
                  <a:pt x="127358" y="65381"/>
                </a:lnTo>
                <a:close/>
                <a:moveTo>
                  <a:pt x="123155" y="64614"/>
                </a:moveTo>
                <a:lnTo>
                  <a:pt x="122254" y="63713"/>
                </a:lnTo>
                <a:lnTo>
                  <a:pt x="121020" y="63713"/>
                </a:lnTo>
                <a:lnTo>
                  <a:pt x="121020" y="62646"/>
                </a:lnTo>
                <a:lnTo>
                  <a:pt x="120887" y="62346"/>
                </a:lnTo>
                <a:lnTo>
                  <a:pt x="120120" y="61578"/>
                </a:lnTo>
                <a:lnTo>
                  <a:pt x="120887" y="60811"/>
                </a:lnTo>
                <a:lnTo>
                  <a:pt x="121020" y="60544"/>
                </a:lnTo>
                <a:lnTo>
                  <a:pt x="121020" y="59443"/>
                </a:lnTo>
                <a:lnTo>
                  <a:pt x="122254" y="59443"/>
                </a:lnTo>
                <a:lnTo>
                  <a:pt x="123155" y="58543"/>
                </a:lnTo>
                <a:lnTo>
                  <a:pt x="124056" y="59443"/>
                </a:lnTo>
                <a:lnTo>
                  <a:pt x="125290" y="59443"/>
                </a:lnTo>
                <a:lnTo>
                  <a:pt x="125290" y="60544"/>
                </a:lnTo>
                <a:lnTo>
                  <a:pt x="125423" y="60811"/>
                </a:lnTo>
                <a:lnTo>
                  <a:pt x="126191" y="61578"/>
                </a:lnTo>
                <a:lnTo>
                  <a:pt x="125423" y="62346"/>
                </a:lnTo>
                <a:lnTo>
                  <a:pt x="125290" y="62646"/>
                </a:lnTo>
                <a:lnTo>
                  <a:pt x="125290" y="63713"/>
                </a:lnTo>
                <a:lnTo>
                  <a:pt x="124056" y="63713"/>
                </a:lnTo>
                <a:close/>
                <a:moveTo>
                  <a:pt x="118952" y="65381"/>
                </a:moveTo>
                <a:lnTo>
                  <a:pt x="118952" y="63313"/>
                </a:lnTo>
                <a:lnTo>
                  <a:pt x="117584" y="61979"/>
                </a:lnTo>
                <a:lnTo>
                  <a:pt x="119386" y="61979"/>
                </a:lnTo>
                <a:lnTo>
                  <a:pt x="120220" y="62813"/>
                </a:lnTo>
                <a:lnTo>
                  <a:pt x="120220" y="64113"/>
                </a:lnTo>
                <a:close/>
                <a:moveTo>
                  <a:pt x="96569" y="65381"/>
                </a:moveTo>
                <a:lnTo>
                  <a:pt x="95302" y="64080"/>
                </a:lnTo>
                <a:lnTo>
                  <a:pt x="95302" y="62779"/>
                </a:lnTo>
                <a:lnTo>
                  <a:pt x="96136" y="61979"/>
                </a:lnTo>
                <a:lnTo>
                  <a:pt x="97937" y="61979"/>
                </a:lnTo>
                <a:lnTo>
                  <a:pt x="96569" y="63313"/>
                </a:lnTo>
                <a:lnTo>
                  <a:pt x="96569" y="65381"/>
                </a:lnTo>
                <a:close/>
                <a:moveTo>
                  <a:pt x="92366" y="64614"/>
                </a:moveTo>
                <a:lnTo>
                  <a:pt x="91466" y="63713"/>
                </a:lnTo>
                <a:lnTo>
                  <a:pt x="90232" y="63713"/>
                </a:lnTo>
                <a:lnTo>
                  <a:pt x="90232" y="62646"/>
                </a:lnTo>
                <a:lnTo>
                  <a:pt x="90098" y="62346"/>
                </a:lnTo>
                <a:lnTo>
                  <a:pt x="89331" y="61578"/>
                </a:lnTo>
                <a:lnTo>
                  <a:pt x="90098" y="60811"/>
                </a:lnTo>
                <a:lnTo>
                  <a:pt x="90232" y="60544"/>
                </a:lnTo>
                <a:lnTo>
                  <a:pt x="90232" y="59443"/>
                </a:lnTo>
                <a:lnTo>
                  <a:pt x="91466" y="59443"/>
                </a:lnTo>
                <a:lnTo>
                  <a:pt x="92366" y="58543"/>
                </a:lnTo>
                <a:lnTo>
                  <a:pt x="93267" y="59443"/>
                </a:lnTo>
                <a:lnTo>
                  <a:pt x="94501" y="59443"/>
                </a:lnTo>
                <a:lnTo>
                  <a:pt x="94501" y="60544"/>
                </a:lnTo>
                <a:lnTo>
                  <a:pt x="94635" y="60811"/>
                </a:lnTo>
                <a:lnTo>
                  <a:pt x="95402" y="61578"/>
                </a:lnTo>
                <a:lnTo>
                  <a:pt x="94635" y="62346"/>
                </a:lnTo>
                <a:lnTo>
                  <a:pt x="94501" y="62646"/>
                </a:lnTo>
                <a:lnTo>
                  <a:pt x="94501" y="63713"/>
                </a:lnTo>
                <a:lnTo>
                  <a:pt x="93267" y="63713"/>
                </a:lnTo>
                <a:close/>
                <a:moveTo>
                  <a:pt x="88130" y="65381"/>
                </a:moveTo>
                <a:lnTo>
                  <a:pt x="88130" y="63313"/>
                </a:lnTo>
                <a:lnTo>
                  <a:pt x="86796" y="61979"/>
                </a:lnTo>
                <a:lnTo>
                  <a:pt x="88597" y="61979"/>
                </a:lnTo>
                <a:lnTo>
                  <a:pt x="89431" y="62813"/>
                </a:lnTo>
                <a:lnTo>
                  <a:pt x="89431" y="64113"/>
                </a:lnTo>
                <a:close/>
                <a:moveTo>
                  <a:pt x="65781" y="65381"/>
                </a:moveTo>
                <a:lnTo>
                  <a:pt x="64513" y="64080"/>
                </a:lnTo>
                <a:lnTo>
                  <a:pt x="64513" y="62779"/>
                </a:lnTo>
                <a:lnTo>
                  <a:pt x="65347" y="61979"/>
                </a:lnTo>
                <a:lnTo>
                  <a:pt x="67148" y="61979"/>
                </a:lnTo>
                <a:lnTo>
                  <a:pt x="65781" y="63313"/>
                </a:lnTo>
                <a:lnTo>
                  <a:pt x="65781" y="65381"/>
                </a:lnTo>
                <a:close/>
                <a:moveTo>
                  <a:pt x="61578" y="64614"/>
                </a:moveTo>
                <a:lnTo>
                  <a:pt x="60677" y="63713"/>
                </a:lnTo>
                <a:lnTo>
                  <a:pt x="59410" y="63713"/>
                </a:lnTo>
                <a:lnTo>
                  <a:pt x="59410" y="62646"/>
                </a:lnTo>
                <a:lnTo>
                  <a:pt x="59310" y="62346"/>
                </a:lnTo>
                <a:lnTo>
                  <a:pt x="58542" y="61578"/>
                </a:lnTo>
                <a:lnTo>
                  <a:pt x="59310" y="60811"/>
                </a:lnTo>
                <a:lnTo>
                  <a:pt x="59410" y="60544"/>
                </a:lnTo>
                <a:lnTo>
                  <a:pt x="59410" y="59443"/>
                </a:lnTo>
                <a:lnTo>
                  <a:pt x="60677" y="59443"/>
                </a:lnTo>
                <a:lnTo>
                  <a:pt x="61578" y="58543"/>
                </a:lnTo>
                <a:lnTo>
                  <a:pt x="62445" y="59443"/>
                </a:lnTo>
                <a:lnTo>
                  <a:pt x="63713" y="59443"/>
                </a:lnTo>
                <a:lnTo>
                  <a:pt x="63713" y="60544"/>
                </a:lnTo>
                <a:lnTo>
                  <a:pt x="63846" y="60811"/>
                </a:lnTo>
                <a:lnTo>
                  <a:pt x="64613" y="61578"/>
                </a:lnTo>
                <a:lnTo>
                  <a:pt x="63846" y="62346"/>
                </a:lnTo>
                <a:lnTo>
                  <a:pt x="63713" y="62646"/>
                </a:lnTo>
                <a:lnTo>
                  <a:pt x="63713" y="63713"/>
                </a:lnTo>
                <a:lnTo>
                  <a:pt x="62445" y="63713"/>
                </a:lnTo>
                <a:close/>
                <a:moveTo>
                  <a:pt x="57341" y="65381"/>
                </a:moveTo>
                <a:lnTo>
                  <a:pt x="57341" y="63313"/>
                </a:lnTo>
                <a:lnTo>
                  <a:pt x="56007" y="61979"/>
                </a:lnTo>
                <a:lnTo>
                  <a:pt x="57808" y="61979"/>
                </a:lnTo>
                <a:lnTo>
                  <a:pt x="58642" y="62813"/>
                </a:lnTo>
                <a:lnTo>
                  <a:pt x="58642" y="64113"/>
                </a:lnTo>
                <a:close/>
                <a:moveTo>
                  <a:pt x="57341" y="57776"/>
                </a:moveTo>
                <a:lnTo>
                  <a:pt x="58642" y="59077"/>
                </a:lnTo>
                <a:lnTo>
                  <a:pt x="58642" y="60377"/>
                </a:lnTo>
                <a:lnTo>
                  <a:pt x="57808" y="61178"/>
                </a:lnTo>
                <a:lnTo>
                  <a:pt x="56007" y="61178"/>
                </a:lnTo>
                <a:lnTo>
                  <a:pt x="57341" y="59844"/>
                </a:lnTo>
                <a:close/>
                <a:moveTo>
                  <a:pt x="65781" y="57776"/>
                </a:moveTo>
                <a:lnTo>
                  <a:pt x="65781" y="59844"/>
                </a:lnTo>
                <a:lnTo>
                  <a:pt x="67148" y="61178"/>
                </a:lnTo>
                <a:lnTo>
                  <a:pt x="65347" y="61178"/>
                </a:lnTo>
                <a:lnTo>
                  <a:pt x="64513" y="60344"/>
                </a:lnTo>
                <a:lnTo>
                  <a:pt x="64513" y="59043"/>
                </a:lnTo>
                <a:close/>
                <a:moveTo>
                  <a:pt x="88130" y="57776"/>
                </a:moveTo>
                <a:lnTo>
                  <a:pt x="89431" y="59077"/>
                </a:lnTo>
                <a:lnTo>
                  <a:pt x="89431" y="60377"/>
                </a:lnTo>
                <a:lnTo>
                  <a:pt x="88597" y="61178"/>
                </a:lnTo>
                <a:lnTo>
                  <a:pt x="86796" y="61178"/>
                </a:lnTo>
                <a:lnTo>
                  <a:pt x="88130" y="59844"/>
                </a:lnTo>
                <a:lnTo>
                  <a:pt x="88130" y="57776"/>
                </a:lnTo>
                <a:close/>
                <a:moveTo>
                  <a:pt x="96569" y="57776"/>
                </a:moveTo>
                <a:lnTo>
                  <a:pt x="96569" y="59844"/>
                </a:lnTo>
                <a:lnTo>
                  <a:pt x="97937" y="61178"/>
                </a:lnTo>
                <a:lnTo>
                  <a:pt x="96136" y="61178"/>
                </a:lnTo>
                <a:lnTo>
                  <a:pt x="95302" y="60377"/>
                </a:lnTo>
                <a:lnTo>
                  <a:pt x="95302" y="59077"/>
                </a:lnTo>
                <a:close/>
                <a:moveTo>
                  <a:pt x="118952" y="57776"/>
                </a:moveTo>
                <a:lnTo>
                  <a:pt x="120220" y="59077"/>
                </a:lnTo>
                <a:lnTo>
                  <a:pt x="120220" y="60377"/>
                </a:lnTo>
                <a:lnTo>
                  <a:pt x="119386" y="61178"/>
                </a:lnTo>
                <a:lnTo>
                  <a:pt x="117584" y="61178"/>
                </a:lnTo>
                <a:lnTo>
                  <a:pt x="118952" y="59844"/>
                </a:lnTo>
                <a:lnTo>
                  <a:pt x="118952" y="57776"/>
                </a:lnTo>
                <a:close/>
                <a:moveTo>
                  <a:pt x="127391" y="57776"/>
                </a:moveTo>
                <a:lnTo>
                  <a:pt x="127391" y="59844"/>
                </a:lnTo>
                <a:lnTo>
                  <a:pt x="128726" y="61178"/>
                </a:lnTo>
                <a:lnTo>
                  <a:pt x="126924" y="61178"/>
                </a:lnTo>
                <a:lnTo>
                  <a:pt x="126091" y="60344"/>
                </a:lnTo>
                <a:lnTo>
                  <a:pt x="126091" y="59043"/>
                </a:lnTo>
                <a:close/>
                <a:moveTo>
                  <a:pt x="149741" y="57776"/>
                </a:moveTo>
                <a:lnTo>
                  <a:pt x="151008" y="59077"/>
                </a:lnTo>
                <a:lnTo>
                  <a:pt x="151008" y="60377"/>
                </a:lnTo>
                <a:lnTo>
                  <a:pt x="150174" y="61178"/>
                </a:lnTo>
                <a:lnTo>
                  <a:pt x="148373" y="61178"/>
                </a:lnTo>
                <a:lnTo>
                  <a:pt x="149741" y="59844"/>
                </a:lnTo>
                <a:lnTo>
                  <a:pt x="149741" y="57776"/>
                </a:lnTo>
                <a:close/>
                <a:moveTo>
                  <a:pt x="158180" y="57776"/>
                </a:moveTo>
                <a:lnTo>
                  <a:pt x="158180" y="59844"/>
                </a:lnTo>
                <a:lnTo>
                  <a:pt x="159514" y="61178"/>
                </a:lnTo>
                <a:lnTo>
                  <a:pt x="157713" y="61178"/>
                </a:lnTo>
                <a:lnTo>
                  <a:pt x="156879" y="60344"/>
                </a:lnTo>
                <a:lnTo>
                  <a:pt x="156879" y="59043"/>
                </a:lnTo>
                <a:close/>
                <a:moveTo>
                  <a:pt x="180529" y="57776"/>
                </a:moveTo>
                <a:lnTo>
                  <a:pt x="181797" y="59077"/>
                </a:lnTo>
                <a:lnTo>
                  <a:pt x="181797" y="60377"/>
                </a:lnTo>
                <a:lnTo>
                  <a:pt x="180963" y="61178"/>
                </a:lnTo>
                <a:lnTo>
                  <a:pt x="179162" y="61178"/>
                </a:lnTo>
                <a:lnTo>
                  <a:pt x="180529" y="59844"/>
                </a:lnTo>
                <a:lnTo>
                  <a:pt x="180529" y="57776"/>
                </a:lnTo>
                <a:close/>
                <a:moveTo>
                  <a:pt x="188969" y="57776"/>
                </a:moveTo>
                <a:lnTo>
                  <a:pt x="188969" y="59844"/>
                </a:lnTo>
                <a:lnTo>
                  <a:pt x="190303" y="61178"/>
                </a:lnTo>
                <a:lnTo>
                  <a:pt x="188502" y="61178"/>
                </a:lnTo>
                <a:lnTo>
                  <a:pt x="187668" y="60344"/>
                </a:lnTo>
                <a:lnTo>
                  <a:pt x="187668" y="59043"/>
                </a:lnTo>
                <a:close/>
                <a:moveTo>
                  <a:pt x="191437" y="61178"/>
                </a:moveTo>
                <a:lnTo>
                  <a:pt x="189736" y="59510"/>
                </a:lnTo>
                <a:lnTo>
                  <a:pt x="189736" y="57475"/>
                </a:lnTo>
                <a:lnTo>
                  <a:pt x="195473" y="57475"/>
                </a:lnTo>
                <a:lnTo>
                  <a:pt x="199176" y="61178"/>
                </a:lnTo>
                <a:close/>
                <a:moveTo>
                  <a:pt x="187268" y="58643"/>
                </a:moveTo>
                <a:lnTo>
                  <a:pt x="185967" y="58643"/>
                </a:lnTo>
                <a:lnTo>
                  <a:pt x="185133" y="57809"/>
                </a:lnTo>
                <a:lnTo>
                  <a:pt x="185133" y="56008"/>
                </a:lnTo>
                <a:lnTo>
                  <a:pt x="186367" y="57242"/>
                </a:lnTo>
                <a:lnTo>
                  <a:pt x="186667" y="57375"/>
                </a:lnTo>
                <a:lnTo>
                  <a:pt x="188535" y="57375"/>
                </a:lnTo>
                <a:close/>
                <a:moveTo>
                  <a:pt x="184332" y="57809"/>
                </a:moveTo>
                <a:lnTo>
                  <a:pt x="183532" y="58643"/>
                </a:lnTo>
                <a:lnTo>
                  <a:pt x="182231" y="58643"/>
                </a:lnTo>
                <a:lnTo>
                  <a:pt x="180930" y="57375"/>
                </a:lnTo>
                <a:lnTo>
                  <a:pt x="182831" y="57375"/>
                </a:lnTo>
                <a:lnTo>
                  <a:pt x="183098" y="57242"/>
                </a:lnTo>
                <a:lnTo>
                  <a:pt x="184332" y="56008"/>
                </a:lnTo>
                <a:close/>
                <a:moveTo>
                  <a:pt x="179729" y="59510"/>
                </a:moveTo>
                <a:lnTo>
                  <a:pt x="178061" y="61178"/>
                </a:lnTo>
                <a:lnTo>
                  <a:pt x="170289" y="61178"/>
                </a:lnTo>
                <a:lnTo>
                  <a:pt x="174025" y="57475"/>
                </a:lnTo>
                <a:lnTo>
                  <a:pt x="179729" y="57475"/>
                </a:lnTo>
                <a:lnTo>
                  <a:pt x="179729" y="59510"/>
                </a:lnTo>
                <a:close/>
                <a:moveTo>
                  <a:pt x="160649" y="61178"/>
                </a:moveTo>
                <a:lnTo>
                  <a:pt x="158947" y="59510"/>
                </a:lnTo>
                <a:lnTo>
                  <a:pt x="158947" y="57475"/>
                </a:lnTo>
                <a:lnTo>
                  <a:pt x="164685" y="57475"/>
                </a:lnTo>
                <a:lnTo>
                  <a:pt x="168387" y="61178"/>
                </a:lnTo>
                <a:close/>
                <a:moveTo>
                  <a:pt x="156479" y="58643"/>
                </a:moveTo>
                <a:lnTo>
                  <a:pt x="155178" y="58643"/>
                </a:lnTo>
                <a:lnTo>
                  <a:pt x="154344" y="57809"/>
                </a:lnTo>
                <a:lnTo>
                  <a:pt x="154344" y="56008"/>
                </a:lnTo>
                <a:lnTo>
                  <a:pt x="155578" y="57242"/>
                </a:lnTo>
                <a:lnTo>
                  <a:pt x="155845" y="57375"/>
                </a:lnTo>
                <a:lnTo>
                  <a:pt x="157746" y="57375"/>
                </a:lnTo>
                <a:close/>
                <a:moveTo>
                  <a:pt x="153543" y="57809"/>
                </a:moveTo>
                <a:lnTo>
                  <a:pt x="152743" y="58643"/>
                </a:lnTo>
                <a:lnTo>
                  <a:pt x="151442" y="58643"/>
                </a:lnTo>
                <a:lnTo>
                  <a:pt x="150141" y="57375"/>
                </a:lnTo>
                <a:lnTo>
                  <a:pt x="152042" y="57375"/>
                </a:lnTo>
                <a:lnTo>
                  <a:pt x="152309" y="57242"/>
                </a:lnTo>
                <a:lnTo>
                  <a:pt x="153543" y="56008"/>
                </a:lnTo>
                <a:close/>
                <a:moveTo>
                  <a:pt x="148940" y="59510"/>
                </a:moveTo>
                <a:lnTo>
                  <a:pt x="147272" y="61178"/>
                </a:lnTo>
                <a:lnTo>
                  <a:pt x="139500" y="61178"/>
                </a:lnTo>
                <a:lnTo>
                  <a:pt x="143236" y="57475"/>
                </a:lnTo>
                <a:lnTo>
                  <a:pt x="148940" y="57475"/>
                </a:lnTo>
                <a:lnTo>
                  <a:pt x="148940" y="59510"/>
                </a:lnTo>
                <a:close/>
                <a:moveTo>
                  <a:pt x="129860" y="61178"/>
                </a:moveTo>
                <a:lnTo>
                  <a:pt x="128159" y="59510"/>
                </a:lnTo>
                <a:lnTo>
                  <a:pt x="128159" y="57475"/>
                </a:lnTo>
                <a:lnTo>
                  <a:pt x="133896" y="57475"/>
                </a:lnTo>
                <a:lnTo>
                  <a:pt x="137599" y="61178"/>
                </a:lnTo>
                <a:close/>
                <a:moveTo>
                  <a:pt x="125690" y="58643"/>
                </a:moveTo>
                <a:lnTo>
                  <a:pt x="124389" y="58643"/>
                </a:lnTo>
                <a:lnTo>
                  <a:pt x="123555" y="57809"/>
                </a:lnTo>
                <a:lnTo>
                  <a:pt x="123555" y="56008"/>
                </a:lnTo>
                <a:lnTo>
                  <a:pt x="124790" y="57242"/>
                </a:lnTo>
                <a:lnTo>
                  <a:pt x="125056" y="57375"/>
                </a:lnTo>
                <a:lnTo>
                  <a:pt x="126958" y="57375"/>
                </a:lnTo>
                <a:close/>
                <a:moveTo>
                  <a:pt x="122755" y="57809"/>
                </a:moveTo>
                <a:lnTo>
                  <a:pt x="121954" y="58643"/>
                </a:lnTo>
                <a:lnTo>
                  <a:pt x="120653" y="58643"/>
                </a:lnTo>
                <a:lnTo>
                  <a:pt x="119352" y="57375"/>
                </a:lnTo>
                <a:lnTo>
                  <a:pt x="121254" y="57375"/>
                </a:lnTo>
                <a:lnTo>
                  <a:pt x="121521" y="57242"/>
                </a:lnTo>
                <a:lnTo>
                  <a:pt x="122755" y="56008"/>
                </a:lnTo>
                <a:lnTo>
                  <a:pt x="122755" y="57809"/>
                </a:lnTo>
                <a:close/>
                <a:moveTo>
                  <a:pt x="118152" y="59510"/>
                </a:moveTo>
                <a:lnTo>
                  <a:pt x="116450" y="61178"/>
                </a:lnTo>
                <a:lnTo>
                  <a:pt x="108711" y="61178"/>
                </a:lnTo>
                <a:lnTo>
                  <a:pt x="112414" y="57475"/>
                </a:lnTo>
                <a:lnTo>
                  <a:pt x="118152" y="57475"/>
                </a:lnTo>
                <a:lnTo>
                  <a:pt x="118152" y="59510"/>
                </a:lnTo>
                <a:close/>
                <a:moveTo>
                  <a:pt x="99071" y="61178"/>
                </a:moveTo>
                <a:lnTo>
                  <a:pt x="97370" y="59510"/>
                </a:lnTo>
                <a:lnTo>
                  <a:pt x="97370" y="57475"/>
                </a:lnTo>
                <a:lnTo>
                  <a:pt x="103074" y="57475"/>
                </a:lnTo>
                <a:lnTo>
                  <a:pt x="106810" y="61178"/>
                </a:lnTo>
                <a:close/>
                <a:moveTo>
                  <a:pt x="94868" y="58643"/>
                </a:moveTo>
                <a:lnTo>
                  <a:pt x="93567" y="58643"/>
                </a:lnTo>
                <a:lnTo>
                  <a:pt x="92767" y="57809"/>
                </a:lnTo>
                <a:lnTo>
                  <a:pt x="92767" y="56008"/>
                </a:lnTo>
                <a:lnTo>
                  <a:pt x="94001" y="57242"/>
                </a:lnTo>
                <a:lnTo>
                  <a:pt x="94268" y="57375"/>
                </a:lnTo>
                <a:lnTo>
                  <a:pt x="96169" y="57375"/>
                </a:lnTo>
                <a:close/>
                <a:moveTo>
                  <a:pt x="91966" y="57809"/>
                </a:moveTo>
                <a:lnTo>
                  <a:pt x="91166" y="58643"/>
                </a:lnTo>
                <a:lnTo>
                  <a:pt x="89865" y="58643"/>
                </a:lnTo>
                <a:lnTo>
                  <a:pt x="88564" y="57375"/>
                </a:lnTo>
                <a:lnTo>
                  <a:pt x="90465" y="57375"/>
                </a:lnTo>
                <a:lnTo>
                  <a:pt x="90732" y="57242"/>
                </a:lnTo>
                <a:lnTo>
                  <a:pt x="91966" y="56008"/>
                </a:lnTo>
                <a:lnTo>
                  <a:pt x="91966" y="57809"/>
                </a:lnTo>
                <a:close/>
                <a:moveTo>
                  <a:pt x="87363" y="59510"/>
                </a:moveTo>
                <a:lnTo>
                  <a:pt x="85662" y="61178"/>
                </a:lnTo>
                <a:lnTo>
                  <a:pt x="77923" y="61178"/>
                </a:lnTo>
                <a:lnTo>
                  <a:pt x="81625" y="57475"/>
                </a:lnTo>
                <a:lnTo>
                  <a:pt x="87363" y="57475"/>
                </a:lnTo>
                <a:lnTo>
                  <a:pt x="87363" y="59510"/>
                </a:lnTo>
                <a:close/>
                <a:moveTo>
                  <a:pt x="68249" y="61178"/>
                </a:moveTo>
                <a:lnTo>
                  <a:pt x="66581" y="59510"/>
                </a:lnTo>
                <a:lnTo>
                  <a:pt x="66581" y="57475"/>
                </a:lnTo>
                <a:lnTo>
                  <a:pt x="72285" y="57475"/>
                </a:lnTo>
                <a:lnTo>
                  <a:pt x="76021" y="61178"/>
                </a:lnTo>
                <a:close/>
                <a:moveTo>
                  <a:pt x="64080" y="58643"/>
                </a:moveTo>
                <a:lnTo>
                  <a:pt x="62779" y="58643"/>
                </a:lnTo>
                <a:lnTo>
                  <a:pt x="61978" y="57809"/>
                </a:lnTo>
                <a:lnTo>
                  <a:pt x="61978" y="56008"/>
                </a:lnTo>
                <a:lnTo>
                  <a:pt x="63212" y="57242"/>
                </a:lnTo>
                <a:lnTo>
                  <a:pt x="63479" y="57375"/>
                </a:lnTo>
                <a:lnTo>
                  <a:pt x="65381" y="57375"/>
                </a:lnTo>
                <a:close/>
                <a:moveTo>
                  <a:pt x="61178" y="57809"/>
                </a:moveTo>
                <a:lnTo>
                  <a:pt x="60344" y="58643"/>
                </a:lnTo>
                <a:lnTo>
                  <a:pt x="59043" y="58643"/>
                </a:lnTo>
                <a:lnTo>
                  <a:pt x="57775" y="57375"/>
                </a:lnTo>
                <a:lnTo>
                  <a:pt x="59676" y="57375"/>
                </a:lnTo>
                <a:lnTo>
                  <a:pt x="59943" y="57242"/>
                </a:lnTo>
                <a:lnTo>
                  <a:pt x="61178" y="56008"/>
                </a:lnTo>
                <a:close/>
                <a:moveTo>
                  <a:pt x="56574" y="59510"/>
                </a:moveTo>
                <a:lnTo>
                  <a:pt x="54873" y="61178"/>
                </a:lnTo>
                <a:lnTo>
                  <a:pt x="47134" y="61178"/>
                </a:lnTo>
                <a:lnTo>
                  <a:pt x="50837" y="57475"/>
                </a:lnTo>
                <a:lnTo>
                  <a:pt x="56574" y="57475"/>
                </a:lnTo>
                <a:close/>
                <a:moveTo>
                  <a:pt x="54873" y="61979"/>
                </a:moveTo>
                <a:lnTo>
                  <a:pt x="56574" y="63646"/>
                </a:lnTo>
                <a:lnTo>
                  <a:pt x="56574" y="65681"/>
                </a:lnTo>
                <a:lnTo>
                  <a:pt x="50837" y="65681"/>
                </a:lnTo>
                <a:lnTo>
                  <a:pt x="47134" y="61979"/>
                </a:lnTo>
                <a:lnTo>
                  <a:pt x="54873" y="61979"/>
                </a:lnTo>
                <a:close/>
                <a:moveTo>
                  <a:pt x="59043" y="64514"/>
                </a:moveTo>
                <a:lnTo>
                  <a:pt x="60344" y="64514"/>
                </a:lnTo>
                <a:lnTo>
                  <a:pt x="61178" y="65348"/>
                </a:lnTo>
                <a:lnTo>
                  <a:pt x="61178" y="67149"/>
                </a:lnTo>
                <a:lnTo>
                  <a:pt x="59943" y="65915"/>
                </a:lnTo>
                <a:lnTo>
                  <a:pt x="59676" y="65781"/>
                </a:lnTo>
                <a:lnTo>
                  <a:pt x="57775" y="65781"/>
                </a:lnTo>
                <a:close/>
                <a:moveTo>
                  <a:pt x="61978" y="65348"/>
                </a:moveTo>
                <a:lnTo>
                  <a:pt x="62779" y="64514"/>
                </a:lnTo>
                <a:lnTo>
                  <a:pt x="64080" y="64514"/>
                </a:lnTo>
                <a:lnTo>
                  <a:pt x="65381" y="65815"/>
                </a:lnTo>
                <a:lnTo>
                  <a:pt x="63479" y="65815"/>
                </a:lnTo>
                <a:lnTo>
                  <a:pt x="63212" y="65915"/>
                </a:lnTo>
                <a:lnTo>
                  <a:pt x="61978" y="67149"/>
                </a:lnTo>
                <a:close/>
                <a:moveTo>
                  <a:pt x="66581" y="63646"/>
                </a:moveTo>
                <a:lnTo>
                  <a:pt x="68249" y="61979"/>
                </a:lnTo>
                <a:lnTo>
                  <a:pt x="76021" y="61979"/>
                </a:lnTo>
                <a:lnTo>
                  <a:pt x="72285" y="65681"/>
                </a:lnTo>
                <a:lnTo>
                  <a:pt x="66581" y="65681"/>
                </a:lnTo>
                <a:lnTo>
                  <a:pt x="66581" y="63646"/>
                </a:lnTo>
                <a:close/>
                <a:moveTo>
                  <a:pt x="85662" y="61979"/>
                </a:moveTo>
                <a:lnTo>
                  <a:pt x="87363" y="63646"/>
                </a:lnTo>
                <a:lnTo>
                  <a:pt x="87363" y="65681"/>
                </a:lnTo>
                <a:lnTo>
                  <a:pt x="81659" y="65681"/>
                </a:lnTo>
                <a:lnTo>
                  <a:pt x="77923" y="61979"/>
                </a:lnTo>
                <a:lnTo>
                  <a:pt x="85662" y="61979"/>
                </a:lnTo>
                <a:close/>
                <a:moveTo>
                  <a:pt x="89831" y="64514"/>
                </a:moveTo>
                <a:lnTo>
                  <a:pt x="91132" y="64514"/>
                </a:lnTo>
                <a:lnTo>
                  <a:pt x="91966" y="65348"/>
                </a:lnTo>
                <a:lnTo>
                  <a:pt x="91966" y="67149"/>
                </a:lnTo>
                <a:lnTo>
                  <a:pt x="90732" y="65915"/>
                </a:lnTo>
                <a:lnTo>
                  <a:pt x="90465" y="65781"/>
                </a:lnTo>
                <a:lnTo>
                  <a:pt x="88564" y="65781"/>
                </a:lnTo>
                <a:close/>
                <a:moveTo>
                  <a:pt x="92767" y="65348"/>
                </a:moveTo>
                <a:lnTo>
                  <a:pt x="93567" y="64514"/>
                </a:lnTo>
                <a:lnTo>
                  <a:pt x="94868" y="64514"/>
                </a:lnTo>
                <a:lnTo>
                  <a:pt x="96169" y="65815"/>
                </a:lnTo>
                <a:lnTo>
                  <a:pt x="94268" y="65815"/>
                </a:lnTo>
                <a:lnTo>
                  <a:pt x="94001" y="65915"/>
                </a:lnTo>
                <a:lnTo>
                  <a:pt x="92767" y="67149"/>
                </a:lnTo>
                <a:lnTo>
                  <a:pt x="92767" y="65348"/>
                </a:lnTo>
                <a:close/>
                <a:moveTo>
                  <a:pt x="97370" y="63646"/>
                </a:moveTo>
                <a:lnTo>
                  <a:pt x="99071" y="61979"/>
                </a:lnTo>
                <a:lnTo>
                  <a:pt x="106810" y="61979"/>
                </a:lnTo>
                <a:lnTo>
                  <a:pt x="103074" y="65681"/>
                </a:lnTo>
                <a:lnTo>
                  <a:pt x="97370" y="65681"/>
                </a:lnTo>
                <a:lnTo>
                  <a:pt x="97370" y="63646"/>
                </a:lnTo>
                <a:close/>
                <a:moveTo>
                  <a:pt x="116450" y="61979"/>
                </a:moveTo>
                <a:lnTo>
                  <a:pt x="118152" y="63646"/>
                </a:lnTo>
                <a:lnTo>
                  <a:pt x="118152" y="65681"/>
                </a:lnTo>
                <a:lnTo>
                  <a:pt x="112447" y="65681"/>
                </a:lnTo>
                <a:lnTo>
                  <a:pt x="108711" y="61979"/>
                </a:lnTo>
                <a:lnTo>
                  <a:pt x="116450" y="61979"/>
                </a:lnTo>
                <a:close/>
                <a:moveTo>
                  <a:pt x="120653" y="64514"/>
                </a:moveTo>
                <a:lnTo>
                  <a:pt x="121954" y="64514"/>
                </a:lnTo>
                <a:lnTo>
                  <a:pt x="122755" y="65348"/>
                </a:lnTo>
                <a:lnTo>
                  <a:pt x="122755" y="67149"/>
                </a:lnTo>
                <a:lnTo>
                  <a:pt x="121521" y="65915"/>
                </a:lnTo>
                <a:lnTo>
                  <a:pt x="121254" y="65781"/>
                </a:lnTo>
                <a:lnTo>
                  <a:pt x="119352" y="65781"/>
                </a:lnTo>
                <a:close/>
                <a:moveTo>
                  <a:pt x="123555" y="65348"/>
                </a:moveTo>
                <a:lnTo>
                  <a:pt x="124389" y="64514"/>
                </a:lnTo>
                <a:lnTo>
                  <a:pt x="125657" y="64514"/>
                </a:lnTo>
                <a:lnTo>
                  <a:pt x="126958" y="65815"/>
                </a:lnTo>
                <a:lnTo>
                  <a:pt x="125056" y="65815"/>
                </a:lnTo>
                <a:lnTo>
                  <a:pt x="124790" y="65915"/>
                </a:lnTo>
                <a:lnTo>
                  <a:pt x="123555" y="67149"/>
                </a:lnTo>
                <a:lnTo>
                  <a:pt x="123555" y="65348"/>
                </a:lnTo>
                <a:close/>
                <a:moveTo>
                  <a:pt x="128159" y="63646"/>
                </a:moveTo>
                <a:lnTo>
                  <a:pt x="129860" y="61979"/>
                </a:lnTo>
                <a:lnTo>
                  <a:pt x="137599" y="61979"/>
                </a:lnTo>
                <a:lnTo>
                  <a:pt x="133863" y="65681"/>
                </a:lnTo>
                <a:lnTo>
                  <a:pt x="128159" y="65681"/>
                </a:lnTo>
                <a:lnTo>
                  <a:pt x="128159" y="63646"/>
                </a:lnTo>
                <a:close/>
                <a:moveTo>
                  <a:pt x="147272" y="61979"/>
                </a:moveTo>
                <a:lnTo>
                  <a:pt x="148940" y="63646"/>
                </a:lnTo>
                <a:lnTo>
                  <a:pt x="148940" y="65681"/>
                </a:lnTo>
                <a:lnTo>
                  <a:pt x="143236" y="65681"/>
                </a:lnTo>
                <a:lnTo>
                  <a:pt x="139500" y="61979"/>
                </a:lnTo>
                <a:lnTo>
                  <a:pt x="147272" y="61979"/>
                </a:lnTo>
                <a:close/>
                <a:moveTo>
                  <a:pt x="151442" y="64514"/>
                </a:moveTo>
                <a:lnTo>
                  <a:pt x="152743" y="64514"/>
                </a:lnTo>
                <a:lnTo>
                  <a:pt x="153543" y="65348"/>
                </a:lnTo>
                <a:lnTo>
                  <a:pt x="153543" y="67149"/>
                </a:lnTo>
                <a:lnTo>
                  <a:pt x="152309" y="65915"/>
                </a:lnTo>
                <a:lnTo>
                  <a:pt x="152042" y="65781"/>
                </a:lnTo>
                <a:lnTo>
                  <a:pt x="150141" y="65781"/>
                </a:lnTo>
                <a:close/>
                <a:moveTo>
                  <a:pt x="154344" y="65348"/>
                </a:moveTo>
                <a:lnTo>
                  <a:pt x="155178" y="64514"/>
                </a:lnTo>
                <a:lnTo>
                  <a:pt x="156479" y="64514"/>
                </a:lnTo>
                <a:lnTo>
                  <a:pt x="157746" y="65815"/>
                </a:lnTo>
                <a:lnTo>
                  <a:pt x="155845" y="65815"/>
                </a:lnTo>
                <a:lnTo>
                  <a:pt x="155578" y="65915"/>
                </a:lnTo>
                <a:lnTo>
                  <a:pt x="154344" y="67149"/>
                </a:lnTo>
                <a:close/>
                <a:moveTo>
                  <a:pt x="158947" y="63646"/>
                </a:moveTo>
                <a:lnTo>
                  <a:pt x="160649" y="61979"/>
                </a:lnTo>
                <a:lnTo>
                  <a:pt x="168387" y="61979"/>
                </a:lnTo>
                <a:lnTo>
                  <a:pt x="164651" y="65681"/>
                </a:lnTo>
                <a:lnTo>
                  <a:pt x="158947" y="65681"/>
                </a:lnTo>
                <a:lnTo>
                  <a:pt x="158947" y="63646"/>
                </a:lnTo>
                <a:close/>
                <a:moveTo>
                  <a:pt x="178061" y="61979"/>
                </a:moveTo>
                <a:lnTo>
                  <a:pt x="179729" y="63646"/>
                </a:lnTo>
                <a:lnTo>
                  <a:pt x="179729" y="65681"/>
                </a:lnTo>
                <a:lnTo>
                  <a:pt x="174025" y="65681"/>
                </a:lnTo>
                <a:lnTo>
                  <a:pt x="170289" y="61979"/>
                </a:lnTo>
                <a:lnTo>
                  <a:pt x="178061" y="61979"/>
                </a:lnTo>
                <a:close/>
                <a:moveTo>
                  <a:pt x="182231" y="64514"/>
                </a:moveTo>
                <a:lnTo>
                  <a:pt x="183532" y="64514"/>
                </a:lnTo>
                <a:lnTo>
                  <a:pt x="184332" y="65348"/>
                </a:lnTo>
                <a:lnTo>
                  <a:pt x="184332" y="67149"/>
                </a:lnTo>
                <a:lnTo>
                  <a:pt x="183098" y="65915"/>
                </a:lnTo>
                <a:lnTo>
                  <a:pt x="182831" y="65781"/>
                </a:lnTo>
                <a:lnTo>
                  <a:pt x="180930" y="65781"/>
                </a:lnTo>
                <a:close/>
                <a:moveTo>
                  <a:pt x="185133" y="65348"/>
                </a:moveTo>
                <a:lnTo>
                  <a:pt x="185967" y="64514"/>
                </a:lnTo>
                <a:lnTo>
                  <a:pt x="187268" y="64514"/>
                </a:lnTo>
                <a:lnTo>
                  <a:pt x="188535" y="65815"/>
                </a:lnTo>
                <a:lnTo>
                  <a:pt x="186667" y="65815"/>
                </a:lnTo>
                <a:lnTo>
                  <a:pt x="186367" y="65915"/>
                </a:lnTo>
                <a:lnTo>
                  <a:pt x="185133" y="67149"/>
                </a:lnTo>
                <a:close/>
                <a:moveTo>
                  <a:pt x="189736" y="63646"/>
                </a:moveTo>
                <a:lnTo>
                  <a:pt x="191437" y="61979"/>
                </a:lnTo>
                <a:lnTo>
                  <a:pt x="199176" y="61979"/>
                </a:lnTo>
                <a:lnTo>
                  <a:pt x="195473" y="65681"/>
                </a:lnTo>
                <a:lnTo>
                  <a:pt x="189736" y="65681"/>
                </a:lnTo>
                <a:lnTo>
                  <a:pt x="189736" y="63646"/>
                </a:lnTo>
                <a:close/>
                <a:moveTo>
                  <a:pt x="188869" y="56575"/>
                </a:moveTo>
                <a:lnTo>
                  <a:pt x="186801" y="56575"/>
                </a:lnTo>
                <a:lnTo>
                  <a:pt x="185133" y="54874"/>
                </a:lnTo>
                <a:lnTo>
                  <a:pt x="185133" y="47135"/>
                </a:lnTo>
                <a:lnTo>
                  <a:pt x="188869" y="50871"/>
                </a:lnTo>
                <a:lnTo>
                  <a:pt x="188869" y="56575"/>
                </a:lnTo>
                <a:close/>
                <a:moveTo>
                  <a:pt x="184332" y="54874"/>
                </a:moveTo>
                <a:lnTo>
                  <a:pt x="182664" y="56575"/>
                </a:lnTo>
                <a:lnTo>
                  <a:pt x="180629" y="56575"/>
                </a:lnTo>
                <a:lnTo>
                  <a:pt x="180629" y="50871"/>
                </a:lnTo>
                <a:lnTo>
                  <a:pt x="184332" y="47135"/>
                </a:lnTo>
                <a:lnTo>
                  <a:pt x="184332" y="54874"/>
                </a:lnTo>
                <a:close/>
                <a:moveTo>
                  <a:pt x="171723" y="51905"/>
                </a:moveTo>
                <a:lnTo>
                  <a:pt x="169755" y="53873"/>
                </a:lnTo>
                <a:lnTo>
                  <a:pt x="169755" y="52005"/>
                </a:lnTo>
                <a:lnTo>
                  <a:pt x="171156" y="50570"/>
                </a:lnTo>
                <a:lnTo>
                  <a:pt x="173157" y="50570"/>
                </a:lnTo>
                <a:lnTo>
                  <a:pt x="174492" y="51905"/>
                </a:lnTo>
                <a:close/>
                <a:moveTo>
                  <a:pt x="172957" y="47835"/>
                </a:moveTo>
                <a:lnTo>
                  <a:pt x="172957" y="49203"/>
                </a:lnTo>
                <a:lnTo>
                  <a:pt x="170289" y="46568"/>
                </a:lnTo>
                <a:lnTo>
                  <a:pt x="174025" y="46568"/>
                </a:lnTo>
                <a:lnTo>
                  <a:pt x="173057" y="47568"/>
                </a:lnTo>
                <a:close/>
                <a:moveTo>
                  <a:pt x="170289" y="45800"/>
                </a:moveTo>
                <a:lnTo>
                  <a:pt x="172957" y="43132"/>
                </a:lnTo>
                <a:lnTo>
                  <a:pt x="172957" y="44700"/>
                </a:lnTo>
                <a:lnTo>
                  <a:pt x="174025" y="45800"/>
                </a:lnTo>
                <a:lnTo>
                  <a:pt x="170289" y="45800"/>
                </a:lnTo>
                <a:close/>
                <a:moveTo>
                  <a:pt x="169755" y="45233"/>
                </a:moveTo>
                <a:lnTo>
                  <a:pt x="169755" y="41497"/>
                </a:lnTo>
                <a:lnTo>
                  <a:pt x="170722" y="42465"/>
                </a:lnTo>
                <a:lnTo>
                  <a:pt x="170989" y="42598"/>
                </a:lnTo>
                <a:lnTo>
                  <a:pt x="172390" y="42598"/>
                </a:lnTo>
                <a:close/>
                <a:moveTo>
                  <a:pt x="168954" y="45233"/>
                </a:moveTo>
                <a:lnTo>
                  <a:pt x="166319" y="42598"/>
                </a:lnTo>
                <a:lnTo>
                  <a:pt x="167687" y="42598"/>
                </a:lnTo>
                <a:lnTo>
                  <a:pt x="167854" y="42598"/>
                </a:lnTo>
                <a:lnTo>
                  <a:pt x="168954" y="41497"/>
                </a:lnTo>
                <a:close/>
                <a:moveTo>
                  <a:pt x="168954" y="47135"/>
                </a:moveTo>
                <a:lnTo>
                  <a:pt x="168954" y="50871"/>
                </a:lnTo>
                <a:lnTo>
                  <a:pt x="167854" y="49770"/>
                </a:lnTo>
                <a:lnTo>
                  <a:pt x="166319" y="49770"/>
                </a:lnTo>
                <a:close/>
                <a:moveTo>
                  <a:pt x="158047" y="56575"/>
                </a:moveTo>
                <a:lnTo>
                  <a:pt x="156012" y="56575"/>
                </a:lnTo>
                <a:lnTo>
                  <a:pt x="154344" y="54874"/>
                </a:lnTo>
                <a:lnTo>
                  <a:pt x="154344" y="47135"/>
                </a:lnTo>
                <a:lnTo>
                  <a:pt x="158047" y="50871"/>
                </a:lnTo>
                <a:lnTo>
                  <a:pt x="158047" y="56575"/>
                </a:lnTo>
                <a:close/>
                <a:moveTo>
                  <a:pt x="153543" y="54874"/>
                </a:moveTo>
                <a:lnTo>
                  <a:pt x="151876" y="56575"/>
                </a:lnTo>
                <a:lnTo>
                  <a:pt x="149841" y="56575"/>
                </a:lnTo>
                <a:lnTo>
                  <a:pt x="149841" y="50871"/>
                </a:lnTo>
                <a:lnTo>
                  <a:pt x="153543" y="47135"/>
                </a:lnTo>
                <a:lnTo>
                  <a:pt x="153543" y="54874"/>
                </a:lnTo>
                <a:close/>
                <a:moveTo>
                  <a:pt x="140901" y="51905"/>
                </a:moveTo>
                <a:lnTo>
                  <a:pt x="138933" y="53873"/>
                </a:lnTo>
                <a:lnTo>
                  <a:pt x="138933" y="52005"/>
                </a:lnTo>
                <a:lnTo>
                  <a:pt x="140367" y="50570"/>
                </a:lnTo>
                <a:lnTo>
                  <a:pt x="142369" y="50570"/>
                </a:lnTo>
                <a:lnTo>
                  <a:pt x="143703" y="51905"/>
                </a:lnTo>
                <a:close/>
                <a:moveTo>
                  <a:pt x="142135" y="47835"/>
                </a:moveTo>
                <a:lnTo>
                  <a:pt x="142135" y="49203"/>
                </a:lnTo>
                <a:lnTo>
                  <a:pt x="139500" y="46568"/>
                </a:lnTo>
                <a:lnTo>
                  <a:pt x="143236" y="46568"/>
                </a:lnTo>
                <a:lnTo>
                  <a:pt x="142269" y="47568"/>
                </a:lnTo>
                <a:close/>
                <a:moveTo>
                  <a:pt x="139500" y="45800"/>
                </a:moveTo>
                <a:lnTo>
                  <a:pt x="142135" y="43132"/>
                </a:lnTo>
                <a:lnTo>
                  <a:pt x="142135" y="44700"/>
                </a:lnTo>
                <a:lnTo>
                  <a:pt x="143236" y="45800"/>
                </a:lnTo>
                <a:lnTo>
                  <a:pt x="139500" y="45800"/>
                </a:lnTo>
                <a:close/>
                <a:moveTo>
                  <a:pt x="138933" y="45233"/>
                </a:moveTo>
                <a:lnTo>
                  <a:pt x="138933" y="41497"/>
                </a:lnTo>
                <a:lnTo>
                  <a:pt x="140034" y="42598"/>
                </a:lnTo>
                <a:lnTo>
                  <a:pt x="140201" y="42598"/>
                </a:lnTo>
                <a:lnTo>
                  <a:pt x="141602" y="42598"/>
                </a:lnTo>
                <a:close/>
                <a:moveTo>
                  <a:pt x="138166" y="45233"/>
                </a:moveTo>
                <a:lnTo>
                  <a:pt x="135531" y="42598"/>
                </a:lnTo>
                <a:lnTo>
                  <a:pt x="136898" y="42598"/>
                </a:lnTo>
                <a:lnTo>
                  <a:pt x="137165" y="42465"/>
                </a:lnTo>
                <a:lnTo>
                  <a:pt x="138166" y="41497"/>
                </a:lnTo>
                <a:lnTo>
                  <a:pt x="138166" y="45233"/>
                </a:lnTo>
                <a:close/>
                <a:moveTo>
                  <a:pt x="138166" y="47135"/>
                </a:moveTo>
                <a:lnTo>
                  <a:pt x="138166" y="50871"/>
                </a:lnTo>
                <a:lnTo>
                  <a:pt x="137165" y="49903"/>
                </a:lnTo>
                <a:lnTo>
                  <a:pt x="136898" y="49770"/>
                </a:lnTo>
                <a:lnTo>
                  <a:pt x="135531" y="49770"/>
                </a:lnTo>
                <a:close/>
                <a:moveTo>
                  <a:pt x="127258" y="56575"/>
                </a:moveTo>
                <a:lnTo>
                  <a:pt x="125223" y="56575"/>
                </a:lnTo>
                <a:lnTo>
                  <a:pt x="123555" y="54874"/>
                </a:lnTo>
                <a:lnTo>
                  <a:pt x="123555" y="47135"/>
                </a:lnTo>
                <a:lnTo>
                  <a:pt x="127258" y="50871"/>
                </a:lnTo>
                <a:close/>
                <a:moveTo>
                  <a:pt x="122755" y="54874"/>
                </a:moveTo>
                <a:lnTo>
                  <a:pt x="121087" y="56575"/>
                </a:lnTo>
                <a:lnTo>
                  <a:pt x="119052" y="56575"/>
                </a:lnTo>
                <a:lnTo>
                  <a:pt x="119052" y="50871"/>
                </a:lnTo>
                <a:lnTo>
                  <a:pt x="122755" y="47135"/>
                </a:lnTo>
                <a:close/>
                <a:moveTo>
                  <a:pt x="110112" y="51905"/>
                </a:moveTo>
                <a:lnTo>
                  <a:pt x="108144" y="53873"/>
                </a:lnTo>
                <a:lnTo>
                  <a:pt x="108144" y="52005"/>
                </a:lnTo>
                <a:lnTo>
                  <a:pt x="109579" y="50570"/>
                </a:lnTo>
                <a:lnTo>
                  <a:pt x="111580" y="50570"/>
                </a:lnTo>
                <a:lnTo>
                  <a:pt x="112914" y="51905"/>
                </a:lnTo>
                <a:close/>
                <a:moveTo>
                  <a:pt x="111347" y="47835"/>
                </a:moveTo>
                <a:lnTo>
                  <a:pt x="111347" y="49203"/>
                </a:lnTo>
                <a:lnTo>
                  <a:pt x="108711" y="46568"/>
                </a:lnTo>
                <a:lnTo>
                  <a:pt x="112447" y="46568"/>
                </a:lnTo>
                <a:lnTo>
                  <a:pt x="111480" y="47568"/>
                </a:lnTo>
                <a:close/>
                <a:moveTo>
                  <a:pt x="108711" y="45800"/>
                </a:moveTo>
                <a:lnTo>
                  <a:pt x="111347" y="43132"/>
                </a:lnTo>
                <a:lnTo>
                  <a:pt x="111347" y="44700"/>
                </a:lnTo>
                <a:lnTo>
                  <a:pt x="112447" y="45800"/>
                </a:lnTo>
                <a:lnTo>
                  <a:pt x="108711" y="45800"/>
                </a:lnTo>
                <a:close/>
                <a:moveTo>
                  <a:pt x="108144" y="45233"/>
                </a:moveTo>
                <a:lnTo>
                  <a:pt x="108144" y="41497"/>
                </a:lnTo>
                <a:lnTo>
                  <a:pt x="109145" y="42465"/>
                </a:lnTo>
                <a:lnTo>
                  <a:pt x="109412" y="42598"/>
                </a:lnTo>
                <a:lnTo>
                  <a:pt x="110813" y="42598"/>
                </a:lnTo>
                <a:close/>
                <a:moveTo>
                  <a:pt x="107377" y="45233"/>
                </a:moveTo>
                <a:lnTo>
                  <a:pt x="104709" y="42598"/>
                </a:lnTo>
                <a:lnTo>
                  <a:pt x="106110" y="42598"/>
                </a:lnTo>
                <a:lnTo>
                  <a:pt x="106276" y="42598"/>
                </a:lnTo>
                <a:lnTo>
                  <a:pt x="107377" y="41497"/>
                </a:lnTo>
                <a:lnTo>
                  <a:pt x="107377" y="45233"/>
                </a:lnTo>
                <a:close/>
                <a:moveTo>
                  <a:pt x="107377" y="47135"/>
                </a:moveTo>
                <a:lnTo>
                  <a:pt x="107377" y="50871"/>
                </a:lnTo>
                <a:lnTo>
                  <a:pt x="106276" y="49770"/>
                </a:lnTo>
                <a:lnTo>
                  <a:pt x="104709" y="49770"/>
                </a:lnTo>
                <a:close/>
                <a:moveTo>
                  <a:pt x="96469" y="56575"/>
                </a:moveTo>
                <a:lnTo>
                  <a:pt x="94435" y="56575"/>
                </a:lnTo>
                <a:lnTo>
                  <a:pt x="92767" y="54874"/>
                </a:lnTo>
                <a:lnTo>
                  <a:pt x="92767" y="47135"/>
                </a:lnTo>
                <a:lnTo>
                  <a:pt x="96469" y="50871"/>
                </a:lnTo>
                <a:close/>
                <a:moveTo>
                  <a:pt x="91966" y="54874"/>
                </a:moveTo>
                <a:lnTo>
                  <a:pt x="90298" y="56575"/>
                </a:lnTo>
                <a:lnTo>
                  <a:pt x="88264" y="56575"/>
                </a:lnTo>
                <a:lnTo>
                  <a:pt x="88264" y="50871"/>
                </a:lnTo>
                <a:lnTo>
                  <a:pt x="91966" y="47135"/>
                </a:lnTo>
                <a:close/>
                <a:moveTo>
                  <a:pt x="79324" y="51905"/>
                </a:moveTo>
                <a:lnTo>
                  <a:pt x="77356" y="53873"/>
                </a:lnTo>
                <a:lnTo>
                  <a:pt x="77356" y="52005"/>
                </a:lnTo>
                <a:lnTo>
                  <a:pt x="78790" y="50570"/>
                </a:lnTo>
                <a:lnTo>
                  <a:pt x="80792" y="50570"/>
                </a:lnTo>
                <a:lnTo>
                  <a:pt x="82126" y="51905"/>
                </a:lnTo>
                <a:close/>
                <a:moveTo>
                  <a:pt x="80558" y="47835"/>
                </a:moveTo>
                <a:lnTo>
                  <a:pt x="80558" y="49203"/>
                </a:lnTo>
                <a:lnTo>
                  <a:pt x="77923" y="46568"/>
                </a:lnTo>
                <a:lnTo>
                  <a:pt x="81659" y="46568"/>
                </a:lnTo>
                <a:lnTo>
                  <a:pt x="80691" y="47568"/>
                </a:lnTo>
                <a:close/>
                <a:moveTo>
                  <a:pt x="77923" y="45800"/>
                </a:moveTo>
                <a:lnTo>
                  <a:pt x="80558" y="43132"/>
                </a:lnTo>
                <a:lnTo>
                  <a:pt x="80558" y="44700"/>
                </a:lnTo>
                <a:lnTo>
                  <a:pt x="81659" y="45800"/>
                </a:lnTo>
                <a:lnTo>
                  <a:pt x="77923" y="45800"/>
                </a:lnTo>
                <a:close/>
                <a:moveTo>
                  <a:pt x="77356" y="45233"/>
                </a:moveTo>
                <a:lnTo>
                  <a:pt x="77356" y="41497"/>
                </a:lnTo>
                <a:lnTo>
                  <a:pt x="78457" y="42598"/>
                </a:lnTo>
                <a:lnTo>
                  <a:pt x="78623" y="42598"/>
                </a:lnTo>
                <a:lnTo>
                  <a:pt x="79991" y="42598"/>
                </a:lnTo>
                <a:close/>
                <a:moveTo>
                  <a:pt x="76589" y="45233"/>
                </a:moveTo>
                <a:lnTo>
                  <a:pt x="73920" y="42598"/>
                </a:lnTo>
                <a:lnTo>
                  <a:pt x="75321" y="42598"/>
                </a:lnTo>
                <a:lnTo>
                  <a:pt x="75588" y="42465"/>
                </a:lnTo>
                <a:lnTo>
                  <a:pt x="76555" y="41497"/>
                </a:lnTo>
                <a:lnTo>
                  <a:pt x="76555" y="45233"/>
                </a:lnTo>
                <a:close/>
                <a:moveTo>
                  <a:pt x="76589" y="47135"/>
                </a:moveTo>
                <a:lnTo>
                  <a:pt x="76589" y="50871"/>
                </a:lnTo>
                <a:lnTo>
                  <a:pt x="75588" y="49903"/>
                </a:lnTo>
                <a:lnTo>
                  <a:pt x="75321" y="49770"/>
                </a:lnTo>
                <a:lnTo>
                  <a:pt x="73920" y="49770"/>
                </a:lnTo>
                <a:close/>
                <a:moveTo>
                  <a:pt x="65681" y="56575"/>
                </a:moveTo>
                <a:lnTo>
                  <a:pt x="63646" y="56575"/>
                </a:lnTo>
                <a:lnTo>
                  <a:pt x="61978" y="54874"/>
                </a:lnTo>
                <a:lnTo>
                  <a:pt x="61978" y="47135"/>
                </a:lnTo>
                <a:lnTo>
                  <a:pt x="65681" y="50871"/>
                </a:lnTo>
                <a:close/>
                <a:moveTo>
                  <a:pt x="61178" y="54874"/>
                </a:moveTo>
                <a:lnTo>
                  <a:pt x="59510" y="56575"/>
                </a:lnTo>
                <a:lnTo>
                  <a:pt x="57475" y="56575"/>
                </a:lnTo>
                <a:lnTo>
                  <a:pt x="57475" y="50871"/>
                </a:lnTo>
                <a:lnTo>
                  <a:pt x="61178" y="47135"/>
                </a:lnTo>
                <a:close/>
                <a:moveTo>
                  <a:pt x="48535" y="51905"/>
                </a:moveTo>
                <a:lnTo>
                  <a:pt x="46567" y="53873"/>
                </a:lnTo>
                <a:lnTo>
                  <a:pt x="46567" y="52005"/>
                </a:lnTo>
                <a:lnTo>
                  <a:pt x="48001" y="50570"/>
                </a:lnTo>
                <a:lnTo>
                  <a:pt x="50003" y="50570"/>
                </a:lnTo>
                <a:lnTo>
                  <a:pt x="51337" y="51905"/>
                </a:lnTo>
                <a:close/>
                <a:moveTo>
                  <a:pt x="46567" y="47135"/>
                </a:moveTo>
                <a:lnTo>
                  <a:pt x="49202" y="49770"/>
                </a:lnTo>
                <a:lnTo>
                  <a:pt x="47835" y="49770"/>
                </a:lnTo>
                <a:lnTo>
                  <a:pt x="47568" y="49903"/>
                </a:lnTo>
                <a:lnTo>
                  <a:pt x="46567" y="50871"/>
                </a:lnTo>
                <a:lnTo>
                  <a:pt x="46567" y="47135"/>
                </a:lnTo>
                <a:close/>
                <a:moveTo>
                  <a:pt x="49769" y="47835"/>
                </a:moveTo>
                <a:lnTo>
                  <a:pt x="49769" y="49203"/>
                </a:lnTo>
                <a:lnTo>
                  <a:pt x="47134" y="46568"/>
                </a:lnTo>
                <a:lnTo>
                  <a:pt x="50870" y="46568"/>
                </a:lnTo>
                <a:lnTo>
                  <a:pt x="49903" y="47568"/>
                </a:lnTo>
                <a:close/>
                <a:moveTo>
                  <a:pt x="47134" y="45800"/>
                </a:moveTo>
                <a:lnTo>
                  <a:pt x="49769" y="43132"/>
                </a:lnTo>
                <a:lnTo>
                  <a:pt x="49769" y="44700"/>
                </a:lnTo>
                <a:lnTo>
                  <a:pt x="50870" y="45800"/>
                </a:lnTo>
                <a:lnTo>
                  <a:pt x="47134" y="45800"/>
                </a:lnTo>
                <a:close/>
                <a:moveTo>
                  <a:pt x="46567" y="45233"/>
                </a:moveTo>
                <a:lnTo>
                  <a:pt x="46567" y="41497"/>
                </a:lnTo>
                <a:lnTo>
                  <a:pt x="47534" y="42465"/>
                </a:lnTo>
                <a:lnTo>
                  <a:pt x="47835" y="42598"/>
                </a:lnTo>
                <a:lnTo>
                  <a:pt x="49202" y="42598"/>
                </a:lnTo>
                <a:close/>
                <a:moveTo>
                  <a:pt x="45767" y="45233"/>
                </a:moveTo>
                <a:lnTo>
                  <a:pt x="43131" y="42598"/>
                </a:lnTo>
                <a:lnTo>
                  <a:pt x="44532" y="42598"/>
                </a:lnTo>
                <a:lnTo>
                  <a:pt x="44699" y="42598"/>
                </a:lnTo>
                <a:lnTo>
                  <a:pt x="45767" y="41497"/>
                </a:lnTo>
                <a:close/>
                <a:moveTo>
                  <a:pt x="45767" y="47135"/>
                </a:moveTo>
                <a:lnTo>
                  <a:pt x="45767" y="50871"/>
                </a:lnTo>
                <a:lnTo>
                  <a:pt x="44699" y="49770"/>
                </a:lnTo>
                <a:lnTo>
                  <a:pt x="43131" y="49770"/>
                </a:lnTo>
                <a:close/>
                <a:moveTo>
                  <a:pt x="45767" y="76022"/>
                </a:moveTo>
                <a:lnTo>
                  <a:pt x="43131" y="73387"/>
                </a:lnTo>
                <a:lnTo>
                  <a:pt x="44699" y="73387"/>
                </a:lnTo>
                <a:lnTo>
                  <a:pt x="45767" y="72286"/>
                </a:lnTo>
                <a:close/>
                <a:moveTo>
                  <a:pt x="43798" y="71285"/>
                </a:moveTo>
                <a:lnTo>
                  <a:pt x="45767" y="69317"/>
                </a:lnTo>
                <a:lnTo>
                  <a:pt x="45767" y="71152"/>
                </a:lnTo>
                <a:lnTo>
                  <a:pt x="44366" y="72586"/>
                </a:lnTo>
                <a:lnTo>
                  <a:pt x="42364" y="72586"/>
                </a:lnTo>
                <a:lnTo>
                  <a:pt x="41030" y="71285"/>
                </a:lnTo>
                <a:close/>
                <a:moveTo>
                  <a:pt x="42564" y="75321"/>
                </a:moveTo>
                <a:lnTo>
                  <a:pt x="42564" y="73954"/>
                </a:lnTo>
                <a:lnTo>
                  <a:pt x="45233" y="76589"/>
                </a:lnTo>
                <a:lnTo>
                  <a:pt x="41497" y="76589"/>
                </a:lnTo>
                <a:lnTo>
                  <a:pt x="42464" y="75588"/>
                </a:lnTo>
                <a:close/>
                <a:moveTo>
                  <a:pt x="45233" y="77356"/>
                </a:moveTo>
                <a:lnTo>
                  <a:pt x="42564" y="80025"/>
                </a:lnTo>
                <a:lnTo>
                  <a:pt x="42564" y="78457"/>
                </a:lnTo>
                <a:lnTo>
                  <a:pt x="41497" y="77356"/>
                </a:lnTo>
                <a:close/>
                <a:moveTo>
                  <a:pt x="45767" y="77923"/>
                </a:moveTo>
                <a:lnTo>
                  <a:pt x="45767" y="81659"/>
                </a:lnTo>
                <a:lnTo>
                  <a:pt x="44699" y="80559"/>
                </a:lnTo>
                <a:lnTo>
                  <a:pt x="44532" y="80559"/>
                </a:lnTo>
                <a:lnTo>
                  <a:pt x="43131" y="80559"/>
                </a:lnTo>
                <a:close/>
                <a:moveTo>
                  <a:pt x="46567" y="77923"/>
                </a:moveTo>
                <a:lnTo>
                  <a:pt x="49202" y="80559"/>
                </a:lnTo>
                <a:lnTo>
                  <a:pt x="47835" y="80559"/>
                </a:lnTo>
                <a:lnTo>
                  <a:pt x="47568" y="80692"/>
                </a:lnTo>
                <a:lnTo>
                  <a:pt x="46567" y="81659"/>
                </a:lnTo>
                <a:lnTo>
                  <a:pt x="46567" y="77923"/>
                </a:lnTo>
                <a:close/>
                <a:moveTo>
                  <a:pt x="46567" y="76022"/>
                </a:moveTo>
                <a:lnTo>
                  <a:pt x="46567" y="72286"/>
                </a:lnTo>
                <a:lnTo>
                  <a:pt x="47534" y="73253"/>
                </a:lnTo>
                <a:lnTo>
                  <a:pt x="47835" y="73387"/>
                </a:lnTo>
                <a:lnTo>
                  <a:pt x="49202" y="73387"/>
                </a:lnTo>
                <a:close/>
                <a:moveTo>
                  <a:pt x="57475" y="66582"/>
                </a:moveTo>
                <a:lnTo>
                  <a:pt x="59510" y="66582"/>
                </a:lnTo>
                <a:lnTo>
                  <a:pt x="61178" y="68283"/>
                </a:lnTo>
                <a:lnTo>
                  <a:pt x="61178" y="76022"/>
                </a:lnTo>
                <a:lnTo>
                  <a:pt x="57475" y="72286"/>
                </a:lnTo>
                <a:close/>
                <a:moveTo>
                  <a:pt x="61978" y="68283"/>
                </a:moveTo>
                <a:lnTo>
                  <a:pt x="63646" y="66582"/>
                </a:lnTo>
                <a:lnTo>
                  <a:pt x="65681" y="66582"/>
                </a:lnTo>
                <a:lnTo>
                  <a:pt x="65681" y="72286"/>
                </a:lnTo>
                <a:lnTo>
                  <a:pt x="61978" y="76022"/>
                </a:lnTo>
                <a:close/>
                <a:moveTo>
                  <a:pt x="74620" y="71285"/>
                </a:moveTo>
                <a:lnTo>
                  <a:pt x="76589" y="69317"/>
                </a:lnTo>
                <a:lnTo>
                  <a:pt x="76589" y="71152"/>
                </a:lnTo>
                <a:lnTo>
                  <a:pt x="75154" y="72586"/>
                </a:lnTo>
                <a:lnTo>
                  <a:pt x="73153" y="72586"/>
                </a:lnTo>
                <a:lnTo>
                  <a:pt x="71818" y="71285"/>
                </a:lnTo>
                <a:close/>
                <a:moveTo>
                  <a:pt x="73386" y="75321"/>
                </a:moveTo>
                <a:lnTo>
                  <a:pt x="73386" y="73954"/>
                </a:lnTo>
                <a:lnTo>
                  <a:pt x="76021" y="76589"/>
                </a:lnTo>
                <a:lnTo>
                  <a:pt x="72285" y="76589"/>
                </a:lnTo>
                <a:lnTo>
                  <a:pt x="73253" y="75588"/>
                </a:lnTo>
                <a:close/>
                <a:moveTo>
                  <a:pt x="76021" y="77356"/>
                </a:moveTo>
                <a:lnTo>
                  <a:pt x="73386" y="80025"/>
                </a:lnTo>
                <a:lnTo>
                  <a:pt x="73386" y="78457"/>
                </a:lnTo>
                <a:lnTo>
                  <a:pt x="72285" y="77356"/>
                </a:lnTo>
                <a:close/>
                <a:moveTo>
                  <a:pt x="76589" y="77923"/>
                </a:moveTo>
                <a:lnTo>
                  <a:pt x="76589" y="81659"/>
                </a:lnTo>
                <a:lnTo>
                  <a:pt x="75588" y="80692"/>
                </a:lnTo>
                <a:lnTo>
                  <a:pt x="75321" y="80559"/>
                </a:lnTo>
                <a:lnTo>
                  <a:pt x="73920" y="80559"/>
                </a:lnTo>
                <a:close/>
                <a:moveTo>
                  <a:pt x="77356" y="77923"/>
                </a:moveTo>
                <a:lnTo>
                  <a:pt x="80024" y="80559"/>
                </a:lnTo>
                <a:lnTo>
                  <a:pt x="78623" y="80559"/>
                </a:lnTo>
                <a:lnTo>
                  <a:pt x="78457" y="80559"/>
                </a:lnTo>
                <a:lnTo>
                  <a:pt x="77356" y="81659"/>
                </a:lnTo>
                <a:lnTo>
                  <a:pt x="77356" y="77923"/>
                </a:lnTo>
                <a:close/>
                <a:moveTo>
                  <a:pt x="77356" y="76022"/>
                </a:moveTo>
                <a:lnTo>
                  <a:pt x="77356" y="72286"/>
                </a:lnTo>
                <a:lnTo>
                  <a:pt x="78457" y="73387"/>
                </a:lnTo>
                <a:lnTo>
                  <a:pt x="80024" y="73387"/>
                </a:lnTo>
                <a:close/>
                <a:moveTo>
                  <a:pt x="88264" y="66582"/>
                </a:moveTo>
                <a:lnTo>
                  <a:pt x="90298" y="66582"/>
                </a:lnTo>
                <a:lnTo>
                  <a:pt x="91966" y="68283"/>
                </a:lnTo>
                <a:lnTo>
                  <a:pt x="91966" y="76022"/>
                </a:lnTo>
                <a:lnTo>
                  <a:pt x="88264" y="72286"/>
                </a:lnTo>
                <a:close/>
                <a:moveTo>
                  <a:pt x="92767" y="68283"/>
                </a:moveTo>
                <a:lnTo>
                  <a:pt x="94435" y="66582"/>
                </a:lnTo>
                <a:lnTo>
                  <a:pt x="96469" y="66582"/>
                </a:lnTo>
                <a:lnTo>
                  <a:pt x="96469" y="72286"/>
                </a:lnTo>
                <a:lnTo>
                  <a:pt x="92767" y="76022"/>
                </a:lnTo>
                <a:close/>
                <a:moveTo>
                  <a:pt x="105409" y="71285"/>
                </a:moveTo>
                <a:lnTo>
                  <a:pt x="107377" y="69317"/>
                </a:lnTo>
                <a:lnTo>
                  <a:pt x="107377" y="71152"/>
                </a:lnTo>
                <a:lnTo>
                  <a:pt x="105943" y="72586"/>
                </a:lnTo>
                <a:lnTo>
                  <a:pt x="103941" y="72586"/>
                </a:lnTo>
                <a:lnTo>
                  <a:pt x="102607" y="71285"/>
                </a:lnTo>
                <a:close/>
                <a:moveTo>
                  <a:pt x="104175" y="75321"/>
                </a:moveTo>
                <a:lnTo>
                  <a:pt x="104175" y="73954"/>
                </a:lnTo>
                <a:lnTo>
                  <a:pt x="106810" y="76589"/>
                </a:lnTo>
                <a:lnTo>
                  <a:pt x="103074" y="76589"/>
                </a:lnTo>
                <a:lnTo>
                  <a:pt x="104041" y="75588"/>
                </a:lnTo>
                <a:close/>
                <a:moveTo>
                  <a:pt x="106810" y="77356"/>
                </a:moveTo>
                <a:lnTo>
                  <a:pt x="104175" y="80025"/>
                </a:lnTo>
                <a:lnTo>
                  <a:pt x="104175" y="78457"/>
                </a:lnTo>
                <a:lnTo>
                  <a:pt x="103074" y="77356"/>
                </a:lnTo>
                <a:close/>
                <a:moveTo>
                  <a:pt x="107377" y="77923"/>
                </a:moveTo>
                <a:lnTo>
                  <a:pt x="107377" y="81659"/>
                </a:lnTo>
                <a:lnTo>
                  <a:pt x="106276" y="80559"/>
                </a:lnTo>
                <a:lnTo>
                  <a:pt x="106110" y="80559"/>
                </a:lnTo>
                <a:lnTo>
                  <a:pt x="104709" y="80559"/>
                </a:lnTo>
                <a:close/>
                <a:moveTo>
                  <a:pt x="108144" y="77923"/>
                </a:moveTo>
                <a:lnTo>
                  <a:pt x="110813" y="80559"/>
                </a:lnTo>
                <a:lnTo>
                  <a:pt x="109412" y="80559"/>
                </a:lnTo>
                <a:lnTo>
                  <a:pt x="109145" y="80692"/>
                </a:lnTo>
                <a:lnTo>
                  <a:pt x="108144" y="81659"/>
                </a:lnTo>
                <a:lnTo>
                  <a:pt x="108144" y="77923"/>
                </a:lnTo>
                <a:close/>
                <a:moveTo>
                  <a:pt x="108144" y="76022"/>
                </a:moveTo>
                <a:lnTo>
                  <a:pt x="108144" y="72286"/>
                </a:lnTo>
                <a:lnTo>
                  <a:pt x="109145" y="73253"/>
                </a:lnTo>
                <a:lnTo>
                  <a:pt x="109412" y="73387"/>
                </a:lnTo>
                <a:lnTo>
                  <a:pt x="110813" y="73387"/>
                </a:lnTo>
                <a:close/>
                <a:moveTo>
                  <a:pt x="119052" y="66582"/>
                </a:moveTo>
                <a:lnTo>
                  <a:pt x="121087" y="66582"/>
                </a:lnTo>
                <a:lnTo>
                  <a:pt x="122755" y="68283"/>
                </a:lnTo>
                <a:lnTo>
                  <a:pt x="122755" y="76022"/>
                </a:lnTo>
                <a:lnTo>
                  <a:pt x="119052" y="72286"/>
                </a:lnTo>
                <a:close/>
                <a:moveTo>
                  <a:pt x="123555" y="68283"/>
                </a:moveTo>
                <a:lnTo>
                  <a:pt x="125223" y="66582"/>
                </a:lnTo>
                <a:lnTo>
                  <a:pt x="127258" y="66582"/>
                </a:lnTo>
                <a:lnTo>
                  <a:pt x="127258" y="72286"/>
                </a:lnTo>
                <a:lnTo>
                  <a:pt x="123555" y="76022"/>
                </a:lnTo>
                <a:lnTo>
                  <a:pt x="123555" y="68283"/>
                </a:lnTo>
                <a:close/>
                <a:moveTo>
                  <a:pt x="136198" y="71285"/>
                </a:moveTo>
                <a:lnTo>
                  <a:pt x="138166" y="69317"/>
                </a:lnTo>
                <a:lnTo>
                  <a:pt x="138166" y="71152"/>
                </a:lnTo>
                <a:lnTo>
                  <a:pt x="136731" y="72586"/>
                </a:lnTo>
                <a:lnTo>
                  <a:pt x="134730" y="72586"/>
                </a:lnTo>
                <a:lnTo>
                  <a:pt x="133396" y="71285"/>
                </a:lnTo>
                <a:close/>
                <a:moveTo>
                  <a:pt x="134964" y="75321"/>
                </a:moveTo>
                <a:lnTo>
                  <a:pt x="134964" y="73954"/>
                </a:lnTo>
                <a:lnTo>
                  <a:pt x="137599" y="76589"/>
                </a:lnTo>
                <a:lnTo>
                  <a:pt x="133863" y="76589"/>
                </a:lnTo>
                <a:lnTo>
                  <a:pt x="134830" y="75588"/>
                </a:lnTo>
                <a:close/>
                <a:moveTo>
                  <a:pt x="137599" y="77356"/>
                </a:moveTo>
                <a:lnTo>
                  <a:pt x="134964" y="80025"/>
                </a:lnTo>
                <a:lnTo>
                  <a:pt x="134964" y="78457"/>
                </a:lnTo>
                <a:lnTo>
                  <a:pt x="133863" y="77356"/>
                </a:lnTo>
                <a:close/>
                <a:moveTo>
                  <a:pt x="138166" y="77923"/>
                </a:moveTo>
                <a:lnTo>
                  <a:pt x="138166" y="81659"/>
                </a:lnTo>
                <a:lnTo>
                  <a:pt x="137165" y="80692"/>
                </a:lnTo>
                <a:lnTo>
                  <a:pt x="136898" y="80559"/>
                </a:lnTo>
                <a:lnTo>
                  <a:pt x="135531" y="80559"/>
                </a:lnTo>
                <a:close/>
                <a:moveTo>
                  <a:pt x="138933" y="77923"/>
                </a:moveTo>
                <a:lnTo>
                  <a:pt x="141602" y="80559"/>
                </a:lnTo>
                <a:lnTo>
                  <a:pt x="140201" y="80559"/>
                </a:lnTo>
                <a:lnTo>
                  <a:pt x="140034" y="80559"/>
                </a:lnTo>
                <a:lnTo>
                  <a:pt x="138933" y="81659"/>
                </a:lnTo>
                <a:close/>
                <a:moveTo>
                  <a:pt x="138933" y="76022"/>
                </a:moveTo>
                <a:lnTo>
                  <a:pt x="138933" y="72286"/>
                </a:lnTo>
                <a:lnTo>
                  <a:pt x="140034" y="73387"/>
                </a:lnTo>
                <a:lnTo>
                  <a:pt x="141602" y="73387"/>
                </a:lnTo>
                <a:close/>
                <a:moveTo>
                  <a:pt x="149841" y="66582"/>
                </a:moveTo>
                <a:lnTo>
                  <a:pt x="151876" y="66582"/>
                </a:lnTo>
                <a:lnTo>
                  <a:pt x="153543" y="68283"/>
                </a:lnTo>
                <a:lnTo>
                  <a:pt x="153543" y="76022"/>
                </a:lnTo>
                <a:lnTo>
                  <a:pt x="149841" y="72286"/>
                </a:lnTo>
                <a:lnTo>
                  <a:pt x="149841" y="66582"/>
                </a:lnTo>
                <a:close/>
                <a:moveTo>
                  <a:pt x="154344" y="68283"/>
                </a:moveTo>
                <a:lnTo>
                  <a:pt x="156012" y="66582"/>
                </a:lnTo>
                <a:lnTo>
                  <a:pt x="158047" y="66582"/>
                </a:lnTo>
                <a:lnTo>
                  <a:pt x="158047" y="72286"/>
                </a:lnTo>
                <a:lnTo>
                  <a:pt x="154344" y="76022"/>
                </a:lnTo>
                <a:lnTo>
                  <a:pt x="154344" y="68283"/>
                </a:lnTo>
                <a:close/>
                <a:moveTo>
                  <a:pt x="166986" y="71285"/>
                </a:moveTo>
                <a:lnTo>
                  <a:pt x="168954" y="69317"/>
                </a:lnTo>
                <a:lnTo>
                  <a:pt x="168954" y="71152"/>
                </a:lnTo>
                <a:lnTo>
                  <a:pt x="167520" y="72586"/>
                </a:lnTo>
                <a:lnTo>
                  <a:pt x="165519" y="72586"/>
                </a:lnTo>
                <a:lnTo>
                  <a:pt x="164184" y="71285"/>
                </a:lnTo>
                <a:close/>
                <a:moveTo>
                  <a:pt x="165752" y="75321"/>
                </a:moveTo>
                <a:lnTo>
                  <a:pt x="165752" y="73954"/>
                </a:lnTo>
                <a:lnTo>
                  <a:pt x="168387" y="76589"/>
                </a:lnTo>
                <a:lnTo>
                  <a:pt x="164651" y="76589"/>
                </a:lnTo>
                <a:lnTo>
                  <a:pt x="165619" y="75588"/>
                </a:lnTo>
                <a:close/>
                <a:moveTo>
                  <a:pt x="168387" y="77356"/>
                </a:moveTo>
                <a:lnTo>
                  <a:pt x="165752" y="80025"/>
                </a:lnTo>
                <a:lnTo>
                  <a:pt x="165752" y="78457"/>
                </a:lnTo>
                <a:lnTo>
                  <a:pt x="164651" y="77356"/>
                </a:lnTo>
                <a:close/>
                <a:moveTo>
                  <a:pt x="168954" y="77923"/>
                </a:moveTo>
                <a:lnTo>
                  <a:pt x="168954" y="81659"/>
                </a:lnTo>
                <a:lnTo>
                  <a:pt x="167854" y="80559"/>
                </a:lnTo>
                <a:lnTo>
                  <a:pt x="167687" y="80559"/>
                </a:lnTo>
                <a:lnTo>
                  <a:pt x="166319" y="80559"/>
                </a:lnTo>
                <a:close/>
                <a:moveTo>
                  <a:pt x="169755" y="77923"/>
                </a:moveTo>
                <a:lnTo>
                  <a:pt x="172390" y="80559"/>
                </a:lnTo>
                <a:lnTo>
                  <a:pt x="170989" y="80559"/>
                </a:lnTo>
                <a:lnTo>
                  <a:pt x="170722" y="80692"/>
                </a:lnTo>
                <a:lnTo>
                  <a:pt x="169755" y="81659"/>
                </a:lnTo>
                <a:lnTo>
                  <a:pt x="169755" y="77923"/>
                </a:lnTo>
                <a:close/>
                <a:moveTo>
                  <a:pt x="169755" y="76022"/>
                </a:moveTo>
                <a:lnTo>
                  <a:pt x="169755" y="72286"/>
                </a:lnTo>
                <a:lnTo>
                  <a:pt x="170722" y="73253"/>
                </a:lnTo>
                <a:lnTo>
                  <a:pt x="170989" y="73387"/>
                </a:lnTo>
                <a:lnTo>
                  <a:pt x="172390" y="73387"/>
                </a:lnTo>
                <a:close/>
                <a:moveTo>
                  <a:pt x="180629" y="66582"/>
                </a:moveTo>
                <a:lnTo>
                  <a:pt x="182664" y="66582"/>
                </a:lnTo>
                <a:lnTo>
                  <a:pt x="184332" y="68283"/>
                </a:lnTo>
                <a:lnTo>
                  <a:pt x="184332" y="76022"/>
                </a:lnTo>
                <a:lnTo>
                  <a:pt x="180629" y="72286"/>
                </a:lnTo>
                <a:lnTo>
                  <a:pt x="180629" y="66582"/>
                </a:lnTo>
                <a:close/>
                <a:moveTo>
                  <a:pt x="185133" y="68283"/>
                </a:moveTo>
                <a:lnTo>
                  <a:pt x="186801" y="66582"/>
                </a:lnTo>
                <a:lnTo>
                  <a:pt x="188835" y="66582"/>
                </a:lnTo>
                <a:lnTo>
                  <a:pt x="188835" y="72286"/>
                </a:lnTo>
                <a:lnTo>
                  <a:pt x="185133" y="76022"/>
                </a:lnTo>
                <a:lnTo>
                  <a:pt x="185133" y="68283"/>
                </a:lnTo>
                <a:close/>
                <a:moveTo>
                  <a:pt x="197775" y="71285"/>
                </a:moveTo>
                <a:lnTo>
                  <a:pt x="199743" y="69317"/>
                </a:lnTo>
                <a:lnTo>
                  <a:pt x="199743" y="71152"/>
                </a:lnTo>
                <a:lnTo>
                  <a:pt x="198309" y="72586"/>
                </a:lnTo>
                <a:lnTo>
                  <a:pt x="196307" y="72586"/>
                </a:lnTo>
                <a:lnTo>
                  <a:pt x="194973" y="71285"/>
                </a:lnTo>
                <a:close/>
                <a:moveTo>
                  <a:pt x="199743" y="76022"/>
                </a:moveTo>
                <a:lnTo>
                  <a:pt x="197108" y="73387"/>
                </a:lnTo>
                <a:lnTo>
                  <a:pt x="198476" y="73387"/>
                </a:lnTo>
                <a:lnTo>
                  <a:pt x="198776" y="73253"/>
                </a:lnTo>
                <a:lnTo>
                  <a:pt x="199743" y="72286"/>
                </a:lnTo>
                <a:lnTo>
                  <a:pt x="199743" y="76022"/>
                </a:lnTo>
                <a:close/>
                <a:moveTo>
                  <a:pt x="196541" y="75321"/>
                </a:moveTo>
                <a:lnTo>
                  <a:pt x="196541" y="73954"/>
                </a:lnTo>
                <a:lnTo>
                  <a:pt x="199176" y="76589"/>
                </a:lnTo>
                <a:lnTo>
                  <a:pt x="195440" y="76589"/>
                </a:lnTo>
                <a:lnTo>
                  <a:pt x="196407" y="75588"/>
                </a:lnTo>
                <a:close/>
                <a:moveTo>
                  <a:pt x="199176" y="77356"/>
                </a:moveTo>
                <a:lnTo>
                  <a:pt x="196541" y="80025"/>
                </a:lnTo>
                <a:lnTo>
                  <a:pt x="196541" y="78457"/>
                </a:lnTo>
                <a:lnTo>
                  <a:pt x="195440" y="77356"/>
                </a:lnTo>
                <a:close/>
                <a:moveTo>
                  <a:pt x="199743" y="77923"/>
                </a:moveTo>
                <a:lnTo>
                  <a:pt x="199743" y="81659"/>
                </a:lnTo>
                <a:lnTo>
                  <a:pt x="198776" y="80692"/>
                </a:lnTo>
                <a:lnTo>
                  <a:pt x="198476" y="80559"/>
                </a:lnTo>
                <a:lnTo>
                  <a:pt x="197108" y="80559"/>
                </a:lnTo>
                <a:close/>
                <a:moveTo>
                  <a:pt x="200544" y="77923"/>
                </a:moveTo>
                <a:lnTo>
                  <a:pt x="203179" y="80559"/>
                </a:lnTo>
                <a:lnTo>
                  <a:pt x="201778" y="80559"/>
                </a:lnTo>
                <a:lnTo>
                  <a:pt x="201644" y="80559"/>
                </a:lnTo>
                <a:lnTo>
                  <a:pt x="200544" y="81659"/>
                </a:lnTo>
                <a:close/>
                <a:moveTo>
                  <a:pt x="200544" y="76022"/>
                </a:moveTo>
                <a:lnTo>
                  <a:pt x="200544" y="72286"/>
                </a:lnTo>
                <a:lnTo>
                  <a:pt x="201644" y="73387"/>
                </a:lnTo>
                <a:lnTo>
                  <a:pt x="203179" y="73387"/>
                </a:lnTo>
                <a:close/>
                <a:moveTo>
                  <a:pt x="200544" y="54974"/>
                </a:moveTo>
                <a:lnTo>
                  <a:pt x="202812" y="52672"/>
                </a:lnTo>
                <a:lnTo>
                  <a:pt x="206081" y="52672"/>
                </a:lnTo>
                <a:lnTo>
                  <a:pt x="207749" y="54373"/>
                </a:lnTo>
                <a:lnTo>
                  <a:pt x="203679" y="54373"/>
                </a:lnTo>
                <a:lnTo>
                  <a:pt x="203412" y="54473"/>
                </a:lnTo>
                <a:lnTo>
                  <a:pt x="200544" y="57342"/>
                </a:lnTo>
                <a:close/>
                <a:moveTo>
                  <a:pt x="205848" y="51338"/>
                </a:moveTo>
                <a:lnTo>
                  <a:pt x="204513" y="50003"/>
                </a:lnTo>
                <a:lnTo>
                  <a:pt x="204513" y="48002"/>
                </a:lnTo>
                <a:lnTo>
                  <a:pt x="205948" y="46568"/>
                </a:lnTo>
                <a:lnTo>
                  <a:pt x="207816" y="46568"/>
                </a:lnTo>
                <a:lnTo>
                  <a:pt x="205848" y="48536"/>
                </a:lnTo>
                <a:close/>
                <a:moveTo>
                  <a:pt x="205948" y="45800"/>
                </a:moveTo>
                <a:lnTo>
                  <a:pt x="204513" y="44366"/>
                </a:lnTo>
                <a:lnTo>
                  <a:pt x="204513" y="42365"/>
                </a:lnTo>
                <a:lnTo>
                  <a:pt x="205848" y="41030"/>
                </a:lnTo>
                <a:lnTo>
                  <a:pt x="205848" y="43832"/>
                </a:lnTo>
                <a:lnTo>
                  <a:pt x="207816" y="45800"/>
                </a:lnTo>
                <a:lnTo>
                  <a:pt x="205948" y="45800"/>
                </a:lnTo>
                <a:close/>
                <a:moveTo>
                  <a:pt x="203979" y="41797"/>
                </a:moveTo>
                <a:lnTo>
                  <a:pt x="201945" y="41797"/>
                </a:lnTo>
                <a:lnTo>
                  <a:pt x="200544" y="40363"/>
                </a:lnTo>
                <a:lnTo>
                  <a:pt x="200544" y="38495"/>
                </a:lnTo>
                <a:lnTo>
                  <a:pt x="202512" y="40463"/>
                </a:lnTo>
                <a:lnTo>
                  <a:pt x="202645" y="40463"/>
                </a:lnTo>
                <a:lnTo>
                  <a:pt x="205280" y="40463"/>
                </a:lnTo>
                <a:close/>
                <a:moveTo>
                  <a:pt x="199743" y="40363"/>
                </a:moveTo>
                <a:lnTo>
                  <a:pt x="198309" y="41797"/>
                </a:lnTo>
                <a:lnTo>
                  <a:pt x="196307" y="41797"/>
                </a:lnTo>
                <a:lnTo>
                  <a:pt x="194973" y="40463"/>
                </a:lnTo>
                <a:lnTo>
                  <a:pt x="197775" y="40463"/>
                </a:lnTo>
                <a:lnTo>
                  <a:pt x="199743" y="38495"/>
                </a:lnTo>
                <a:lnTo>
                  <a:pt x="199743" y="40363"/>
                </a:lnTo>
                <a:close/>
                <a:moveTo>
                  <a:pt x="194339" y="46568"/>
                </a:moveTo>
                <a:lnTo>
                  <a:pt x="195740" y="48002"/>
                </a:lnTo>
                <a:lnTo>
                  <a:pt x="195740" y="50003"/>
                </a:lnTo>
                <a:lnTo>
                  <a:pt x="194439" y="51338"/>
                </a:lnTo>
                <a:lnTo>
                  <a:pt x="194439" y="48536"/>
                </a:lnTo>
                <a:lnTo>
                  <a:pt x="192471" y="46568"/>
                </a:lnTo>
                <a:lnTo>
                  <a:pt x="194339" y="46568"/>
                </a:lnTo>
                <a:close/>
                <a:moveTo>
                  <a:pt x="175059" y="48536"/>
                </a:moveTo>
                <a:lnTo>
                  <a:pt x="175059" y="51338"/>
                </a:lnTo>
                <a:lnTo>
                  <a:pt x="173725" y="50003"/>
                </a:lnTo>
                <a:lnTo>
                  <a:pt x="173725" y="48002"/>
                </a:lnTo>
                <a:lnTo>
                  <a:pt x="175159" y="46568"/>
                </a:lnTo>
                <a:lnTo>
                  <a:pt x="177027" y="46568"/>
                </a:lnTo>
                <a:close/>
                <a:moveTo>
                  <a:pt x="175159" y="45800"/>
                </a:moveTo>
                <a:lnTo>
                  <a:pt x="173725" y="44366"/>
                </a:lnTo>
                <a:lnTo>
                  <a:pt x="173725" y="42365"/>
                </a:lnTo>
                <a:lnTo>
                  <a:pt x="175059" y="41030"/>
                </a:lnTo>
                <a:lnTo>
                  <a:pt x="175059" y="43832"/>
                </a:lnTo>
                <a:lnTo>
                  <a:pt x="177027" y="45800"/>
                </a:lnTo>
                <a:lnTo>
                  <a:pt x="175159" y="45800"/>
                </a:lnTo>
                <a:close/>
                <a:moveTo>
                  <a:pt x="173191" y="41797"/>
                </a:moveTo>
                <a:lnTo>
                  <a:pt x="171156" y="41797"/>
                </a:lnTo>
                <a:lnTo>
                  <a:pt x="169755" y="40363"/>
                </a:lnTo>
                <a:lnTo>
                  <a:pt x="169755" y="38495"/>
                </a:lnTo>
                <a:lnTo>
                  <a:pt x="171723" y="40463"/>
                </a:lnTo>
                <a:lnTo>
                  <a:pt x="174492" y="40463"/>
                </a:lnTo>
                <a:close/>
                <a:moveTo>
                  <a:pt x="168954" y="40363"/>
                </a:moveTo>
                <a:lnTo>
                  <a:pt x="167520" y="41797"/>
                </a:lnTo>
                <a:lnTo>
                  <a:pt x="165519" y="41797"/>
                </a:lnTo>
                <a:lnTo>
                  <a:pt x="164184" y="40463"/>
                </a:lnTo>
                <a:lnTo>
                  <a:pt x="166820" y="40463"/>
                </a:lnTo>
                <a:lnTo>
                  <a:pt x="166986" y="40463"/>
                </a:lnTo>
                <a:lnTo>
                  <a:pt x="168954" y="38495"/>
                </a:lnTo>
                <a:lnTo>
                  <a:pt x="168954" y="40363"/>
                </a:lnTo>
                <a:close/>
                <a:moveTo>
                  <a:pt x="163517" y="46568"/>
                </a:moveTo>
                <a:lnTo>
                  <a:pt x="164952" y="48002"/>
                </a:lnTo>
                <a:lnTo>
                  <a:pt x="164952" y="50003"/>
                </a:lnTo>
                <a:lnTo>
                  <a:pt x="163651" y="51338"/>
                </a:lnTo>
                <a:lnTo>
                  <a:pt x="163651" y="48536"/>
                </a:lnTo>
                <a:lnTo>
                  <a:pt x="161649" y="46568"/>
                </a:lnTo>
                <a:lnTo>
                  <a:pt x="163517" y="46568"/>
                </a:lnTo>
                <a:close/>
                <a:moveTo>
                  <a:pt x="144270" y="48536"/>
                </a:moveTo>
                <a:lnTo>
                  <a:pt x="144270" y="51338"/>
                </a:lnTo>
                <a:lnTo>
                  <a:pt x="142936" y="50003"/>
                </a:lnTo>
                <a:lnTo>
                  <a:pt x="142936" y="48002"/>
                </a:lnTo>
                <a:lnTo>
                  <a:pt x="144370" y="46568"/>
                </a:lnTo>
                <a:lnTo>
                  <a:pt x="146238" y="46568"/>
                </a:lnTo>
                <a:close/>
                <a:moveTo>
                  <a:pt x="144370" y="45800"/>
                </a:moveTo>
                <a:lnTo>
                  <a:pt x="142936" y="44366"/>
                </a:lnTo>
                <a:lnTo>
                  <a:pt x="142936" y="42365"/>
                </a:lnTo>
                <a:lnTo>
                  <a:pt x="144270" y="41030"/>
                </a:lnTo>
                <a:lnTo>
                  <a:pt x="144270" y="43832"/>
                </a:lnTo>
                <a:lnTo>
                  <a:pt x="146238" y="45800"/>
                </a:lnTo>
                <a:lnTo>
                  <a:pt x="144370" y="45800"/>
                </a:lnTo>
                <a:close/>
                <a:moveTo>
                  <a:pt x="142369" y="41797"/>
                </a:moveTo>
                <a:lnTo>
                  <a:pt x="140367" y="41797"/>
                </a:lnTo>
                <a:lnTo>
                  <a:pt x="138933" y="40363"/>
                </a:lnTo>
                <a:lnTo>
                  <a:pt x="138933" y="38495"/>
                </a:lnTo>
                <a:lnTo>
                  <a:pt x="140901" y="40463"/>
                </a:lnTo>
                <a:lnTo>
                  <a:pt x="141068" y="40463"/>
                </a:lnTo>
                <a:lnTo>
                  <a:pt x="143703" y="40463"/>
                </a:lnTo>
                <a:close/>
                <a:moveTo>
                  <a:pt x="138166" y="40363"/>
                </a:moveTo>
                <a:lnTo>
                  <a:pt x="136731" y="41797"/>
                </a:lnTo>
                <a:lnTo>
                  <a:pt x="134730" y="41797"/>
                </a:lnTo>
                <a:lnTo>
                  <a:pt x="133396" y="40463"/>
                </a:lnTo>
                <a:lnTo>
                  <a:pt x="136198" y="40463"/>
                </a:lnTo>
                <a:lnTo>
                  <a:pt x="138166" y="38495"/>
                </a:lnTo>
                <a:close/>
                <a:moveTo>
                  <a:pt x="132729" y="46568"/>
                </a:moveTo>
                <a:lnTo>
                  <a:pt x="134163" y="48002"/>
                </a:lnTo>
                <a:lnTo>
                  <a:pt x="134163" y="50003"/>
                </a:lnTo>
                <a:lnTo>
                  <a:pt x="132862" y="51338"/>
                </a:lnTo>
                <a:lnTo>
                  <a:pt x="132862" y="48536"/>
                </a:lnTo>
                <a:lnTo>
                  <a:pt x="130894" y="46568"/>
                </a:lnTo>
                <a:lnTo>
                  <a:pt x="132729" y="46568"/>
                </a:lnTo>
                <a:close/>
                <a:moveTo>
                  <a:pt x="113482" y="48536"/>
                </a:moveTo>
                <a:lnTo>
                  <a:pt x="113482" y="51338"/>
                </a:lnTo>
                <a:lnTo>
                  <a:pt x="112147" y="50003"/>
                </a:lnTo>
                <a:lnTo>
                  <a:pt x="112147" y="48002"/>
                </a:lnTo>
                <a:lnTo>
                  <a:pt x="113582" y="46568"/>
                </a:lnTo>
                <a:lnTo>
                  <a:pt x="115450" y="46568"/>
                </a:lnTo>
                <a:close/>
                <a:moveTo>
                  <a:pt x="113582" y="45800"/>
                </a:moveTo>
                <a:lnTo>
                  <a:pt x="112147" y="44366"/>
                </a:lnTo>
                <a:lnTo>
                  <a:pt x="112147" y="42365"/>
                </a:lnTo>
                <a:lnTo>
                  <a:pt x="113482" y="41030"/>
                </a:lnTo>
                <a:lnTo>
                  <a:pt x="113482" y="43832"/>
                </a:lnTo>
                <a:lnTo>
                  <a:pt x="115450" y="45800"/>
                </a:lnTo>
                <a:lnTo>
                  <a:pt x="113582" y="45800"/>
                </a:lnTo>
                <a:close/>
                <a:moveTo>
                  <a:pt x="111580" y="41797"/>
                </a:moveTo>
                <a:lnTo>
                  <a:pt x="109579" y="41797"/>
                </a:lnTo>
                <a:lnTo>
                  <a:pt x="108144" y="40363"/>
                </a:lnTo>
                <a:lnTo>
                  <a:pt x="108144" y="38495"/>
                </a:lnTo>
                <a:lnTo>
                  <a:pt x="110112" y="40463"/>
                </a:lnTo>
                <a:lnTo>
                  <a:pt x="112914" y="40463"/>
                </a:lnTo>
                <a:close/>
                <a:moveTo>
                  <a:pt x="107377" y="40363"/>
                </a:moveTo>
                <a:lnTo>
                  <a:pt x="105943" y="41797"/>
                </a:lnTo>
                <a:lnTo>
                  <a:pt x="103941" y="41797"/>
                </a:lnTo>
                <a:lnTo>
                  <a:pt x="102607" y="40463"/>
                </a:lnTo>
                <a:lnTo>
                  <a:pt x="105242" y="40463"/>
                </a:lnTo>
                <a:lnTo>
                  <a:pt x="105376" y="40463"/>
                </a:lnTo>
                <a:lnTo>
                  <a:pt x="107344" y="38495"/>
                </a:lnTo>
                <a:lnTo>
                  <a:pt x="107344" y="40363"/>
                </a:lnTo>
                <a:close/>
                <a:moveTo>
                  <a:pt x="101940" y="46568"/>
                </a:moveTo>
                <a:lnTo>
                  <a:pt x="103374" y="48002"/>
                </a:lnTo>
                <a:lnTo>
                  <a:pt x="103374" y="50003"/>
                </a:lnTo>
                <a:lnTo>
                  <a:pt x="102040" y="51338"/>
                </a:lnTo>
                <a:lnTo>
                  <a:pt x="102040" y="48536"/>
                </a:lnTo>
                <a:lnTo>
                  <a:pt x="100072" y="46568"/>
                </a:lnTo>
                <a:lnTo>
                  <a:pt x="101940" y="46568"/>
                </a:lnTo>
                <a:close/>
                <a:moveTo>
                  <a:pt x="82660" y="48536"/>
                </a:moveTo>
                <a:lnTo>
                  <a:pt x="82660" y="51338"/>
                </a:lnTo>
                <a:lnTo>
                  <a:pt x="81359" y="50003"/>
                </a:lnTo>
                <a:lnTo>
                  <a:pt x="81359" y="48002"/>
                </a:lnTo>
                <a:lnTo>
                  <a:pt x="82793" y="46568"/>
                </a:lnTo>
                <a:lnTo>
                  <a:pt x="84628" y="46568"/>
                </a:lnTo>
                <a:close/>
                <a:moveTo>
                  <a:pt x="82793" y="45800"/>
                </a:moveTo>
                <a:lnTo>
                  <a:pt x="81359" y="44366"/>
                </a:lnTo>
                <a:lnTo>
                  <a:pt x="81359" y="42365"/>
                </a:lnTo>
                <a:lnTo>
                  <a:pt x="82660" y="41030"/>
                </a:lnTo>
                <a:lnTo>
                  <a:pt x="82660" y="43832"/>
                </a:lnTo>
                <a:lnTo>
                  <a:pt x="84628" y="45800"/>
                </a:lnTo>
                <a:lnTo>
                  <a:pt x="82793" y="45800"/>
                </a:lnTo>
                <a:close/>
                <a:moveTo>
                  <a:pt x="80792" y="41797"/>
                </a:moveTo>
                <a:lnTo>
                  <a:pt x="78790" y="41797"/>
                </a:lnTo>
                <a:lnTo>
                  <a:pt x="77356" y="40363"/>
                </a:lnTo>
                <a:lnTo>
                  <a:pt x="77356" y="38495"/>
                </a:lnTo>
                <a:lnTo>
                  <a:pt x="79324" y="40463"/>
                </a:lnTo>
                <a:lnTo>
                  <a:pt x="79491" y="40463"/>
                </a:lnTo>
                <a:lnTo>
                  <a:pt x="82092" y="40463"/>
                </a:lnTo>
                <a:close/>
                <a:moveTo>
                  <a:pt x="76589" y="40363"/>
                </a:moveTo>
                <a:lnTo>
                  <a:pt x="75154" y="41797"/>
                </a:lnTo>
                <a:lnTo>
                  <a:pt x="73153" y="41797"/>
                </a:lnTo>
                <a:lnTo>
                  <a:pt x="71818" y="40463"/>
                </a:lnTo>
                <a:lnTo>
                  <a:pt x="74620" y="40463"/>
                </a:lnTo>
                <a:lnTo>
                  <a:pt x="76589" y="38495"/>
                </a:lnTo>
                <a:close/>
                <a:moveTo>
                  <a:pt x="71151" y="46568"/>
                </a:moveTo>
                <a:lnTo>
                  <a:pt x="72586" y="48002"/>
                </a:lnTo>
                <a:lnTo>
                  <a:pt x="72586" y="50003"/>
                </a:lnTo>
                <a:lnTo>
                  <a:pt x="71251" y="51338"/>
                </a:lnTo>
                <a:lnTo>
                  <a:pt x="71251" y="48536"/>
                </a:lnTo>
                <a:lnTo>
                  <a:pt x="69283" y="46568"/>
                </a:lnTo>
                <a:lnTo>
                  <a:pt x="71151" y="46568"/>
                </a:lnTo>
                <a:close/>
                <a:moveTo>
                  <a:pt x="51871" y="48536"/>
                </a:moveTo>
                <a:lnTo>
                  <a:pt x="51871" y="51338"/>
                </a:lnTo>
                <a:lnTo>
                  <a:pt x="50570" y="50003"/>
                </a:lnTo>
                <a:lnTo>
                  <a:pt x="50570" y="48002"/>
                </a:lnTo>
                <a:lnTo>
                  <a:pt x="51971" y="46568"/>
                </a:lnTo>
                <a:lnTo>
                  <a:pt x="53839" y="46568"/>
                </a:lnTo>
                <a:close/>
                <a:moveTo>
                  <a:pt x="51971" y="45800"/>
                </a:moveTo>
                <a:lnTo>
                  <a:pt x="50570" y="44366"/>
                </a:lnTo>
                <a:lnTo>
                  <a:pt x="50570" y="42365"/>
                </a:lnTo>
                <a:lnTo>
                  <a:pt x="51871" y="41030"/>
                </a:lnTo>
                <a:lnTo>
                  <a:pt x="51871" y="43832"/>
                </a:lnTo>
                <a:lnTo>
                  <a:pt x="53839" y="45800"/>
                </a:lnTo>
                <a:lnTo>
                  <a:pt x="51971" y="45800"/>
                </a:lnTo>
                <a:close/>
                <a:moveTo>
                  <a:pt x="50003" y="41797"/>
                </a:moveTo>
                <a:lnTo>
                  <a:pt x="48001" y="41797"/>
                </a:lnTo>
                <a:lnTo>
                  <a:pt x="46567" y="40363"/>
                </a:lnTo>
                <a:lnTo>
                  <a:pt x="46567" y="38495"/>
                </a:lnTo>
                <a:lnTo>
                  <a:pt x="48535" y="40463"/>
                </a:lnTo>
                <a:lnTo>
                  <a:pt x="51337" y="40463"/>
                </a:lnTo>
                <a:close/>
                <a:moveTo>
                  <a:pt x="45767" y="40363"/>
                </a:moveTo>
                <a:lnTo>
                  <a:pt x="44366" y="41797"/>
                </a:lnTo>
                <a:lnTo>
                  <a:pt x="42364" y="41797"/>
                </a:lnTo>
                <a:lnTo>
                  <a:pt x="41030" y="40463"/>
                </a:lnTo>
                <a:lnTo>
                  <a:pt x="43665" y="40463"/>
                </a:lnTo>
                <a:lnTo>
                  <a:pt x="43798" y="40463"/>
                </a:lnTo>
                <a:lnTo>
                  <a:pt x="45767" y="38495"/>
                </a:lnTo>
                <a:close/>
                <a:moveTo>
                  <a:pt x="40363" y="46568"/>
                </a:moveTo>
                <a:lnTo>
                  <a:pt x="41797" y="48002"/>
                </a:lnTo>
                <a:lnTo>
                  <a:pt x="41797" y="50003"/>
                </a:lnTo>
                <a:lnTo>
                  <a:pt x="40463" y="51338"/>
                </a:lnTo>
                <a:lnTo>
                  <a:pt x="40463" y="48536"/>
                </a:lnTo>
                <a:lnTo>
                  <a:pt x="38495" y="46568"/>
                </a:lnTo>
                <a:lnTo>
                  <a:pt x="40363" y="46568"/>
                </a:lnTo>
                <a:close/>
                <a:moveTo>
                  <a:pt x="40229" y="52672"/>
                </a:moveTo>
                <a:lnTo>
                  <a:pt x="43498" y="52672"/>
                </a:lnTo>
                <a:lnTo>
                  <a:pt x="45767" y="54974"/>
                </a:lnTo>
                <a:lnTo>
                  <a:pt x="45767" y="57342"/>
                </a:lnTo>
                <a:lnTo>
                  <a:pt x="42898" y="54473"/>
                </a:lnTo>
                <a:lnTo>
                  <a:pt x="42631" y="54340"/>
                </a:lnTo>
                <a:lnTo>
                  <a:pt x="38561" y="54340"/>
                </a:lnTo>
                <a:close/>
                <a:moveTo>
                  <a:pt x="45767" y="64714"/>
                </a:moveTo>
                <a:lnTo>
                  <a:pt x="42464" y="68016"/>
                </a:lnTo>
                <a:lnTo>
                  <a:pt x="37761" y="68016"/>
                </a:lnTo>
                <a:lnTo>
                  <a:pt x="36226" y="66482"/>
                </a:lnTo>
                <a:lnTo>
                  <a:pt x="41830" y="66482"/>
                </a:lnTo>
                <a:lnTo>
                  <a:pt x="45767" y="62546"/>
                </a:lnTo>
                <a:lnTo>
                  <a:pt x="45767" y="64714"/>
                </a:lnTo>
                <a:close/>
                <a:moveTo>
                  <a:pt x="40463" y="74621"/>
                </a:moveTo>
                <a:lnTo>
                  <a:pt x="40463" y="71819"/>
                </a:lnTo>
                <a:lnTo>
                  <a:pt x="41797" y="73153"/>
                </a:lnTo>
                <a:lnTo>
                  <a:pt x="41797" y="75155"/>
                </a:lnTo>
                <a:lnTo>
                  <a:pt x="40363" y="76589"/>
                </a:lnTo>
                <a:lnTo>
                  <a:pt x="38495" y="76589"/>
                </a:lnTo>
                <a:close/>
                <a:moveTo>
                  <a:pt x="40363" y="77356"/>
                </a:moveTo>
                <a:lnTo>
                  <a:pt x="41797" y="78791"/>
                </a:lnTo>
                <a:lnTo>
                  <a:pt x="41797" y="80792"/>
                </a:lnTo>
                <a:lnTo>
                  <a:pt x="40463" y="82126"/>
                </a:lnTo>
                <a:lnTo>
                  <a:pt x="40463" y="79324"/>
                </a:lnTo>
                <a:lnTo>
                  <a:pt x="38495" y="77356"/>
                </a:lnTo>
                <a:close/>
                <a:moveTo>
                  <a:pt x="42364" y="81359"/>
                </a:moveTo>
                <a:lnTo>
                  <a:pt x="44366" y="81359"/>
                </a:lnTo>
                <a:lnTo>
                  <a:pt x="45767" y="82794"/>
                </a:lnTo>
                <a:lnTo>
                  <a:pt x="45767" y="84662"/>
                </a:lnTo>
                <a:lnTo>
                  <a:pt x="43798" y="82693"/>
                </a:lnTo>
                <a:lnTo>
                  <a:pt x="43665" y="82693"/>
                </a:lnTo>
                <a:lnTo>
                  <a:pt x="41030" y="82693"/>
                </a:lnTo>
                <a:close/>
                <a:moveTo>
                  <a:pt x="46567" y="82794"/>
                </a:moveTo>
                <a:lnTo>
                  <a:pt x="48001" y="81359"/>
                </a:lnTo>
                <a:lnTo>
                  <a:pt x="50003" y="81359"/>
                </a:lnTo>
                <a:lnTo>
                  <a:pt x="51337" y="82693"/>
                </a:lnTo>
                <a:lnTo>
                  <a:pt x="48535" y="82693"/>
                </a:lnTo>
                <a:lnTo>
                  <a:pt x="46567" y="84662"/>
                </a:lnTo>
                <a:lnTo>
                  <a:pt x="46567" y="82794"/>
                </a:lnTo>
                <a:close/>
                <a:moveTo>
                  <a:pt x="51971" y="76589"/>
                </a:moveTo>
                <a:lnTo>
                  <a:pt x="50570" y="75155"/>
                </a:lnTo>
                <a:lnTo>
                  <a:pt x="50570" y="73153"/>
                </a:lnTo>
                <a:lnTo>
                  <a:pt x="51871" y="71819"/>
                </a:lnTo>
                <a:lnTo>
                  <a:pt x="51871" y="74621"/>
                </a:lnTo>
                <a:lnTo>
                  <a:pt x="53839" y="76589"/>
                </a:lnTo>
                <a:close/>
                <a:moveTo>
                  <a:pt x="71251" y="74621"/>
                </a:moveTo>
                <a:lnTo>
                  <a:pt x="71251" y="71819"/>
                </a:lnTo>
                <a:lnTo>
                  <a:pt x="72586" y="73153"/>
                </a:lnTo>
                <a:lnTo>
                  <a:pt x="72586" y="75155"/>
                </a:lnTo>
                <a:lnTo>
                  <a:pt x="71151" y="76589"/>
                </a:lnTo>
                <a:lnTo>
                  <a:pt x="69283" y="76589"/>
                </a:lnTo>
                <a:close/>
                <a:moveTo>
                  <a:pt x="71151" y="77356"/>
                </a:moveTo>
                <a:lnTo>
                  <a:pt x="72586" y="78791"/>
                </a:lnTo>
                <a:lnTo>
                  <a:pt x="72586" y="80792"/>
                </a:lnTo>
                <a:lnTo>
                  <a:pt x="71251" y="82126"/>
                </a:lnTo>
                <a:lnTo>
                  <a:pt x="71251" y="79324"/>
                </a:lnTo>
                <a:lnTo>
                  <a:pt x="69283" y="77356"/>
                </a:lnTo>
                <a:close/>
                <a:moveTo>
                  <a:pt x="73153" y="81359"/>
                </a:moveTo>
                <a:lnTo>
                  <a:pt x="75154" y="81359"/>
                </a:lnTo>
                <a:lnTo>
                  <a:pt x="76555" y="82794"/>
                </a:lnTo>
                <a:lnTo>
                  <a:pt x="76555" y="84662"/>
                </a:lnTo>
                <a:lnTo>
                  <a:pt x="74587" y="82693"/>
                </a:lnTo>
                <a:lnTo>
                  <a:pt x="71818" y="82693"/>
                </a:lnTo>
                <a:close/>
                <a:moveTo>
                  <a:pt x="77356" y="82794"/>
                </a:moveTo>
                <a:lnTo>
                  <a:pt x="78790" y="81359"/>
                </a:lnTo>
                <a:lnTo>
                  <a:pt x="80792" y="81359"/>
                </a:lnTo>
                <a:lnTo>
                  <a:pt x="82126" y="82693"/>
                </a:lnTo>
                <a:lnTo>
                  <a:pt x="79491" y="82693"/>
                </a:lnTo>
                <a:lnTo>
                  <a:pt x="79324" y="82693"/>
                </a:lnTo>
                <a:lnTo>
                  <a:pt x="77356" y="84662"/>
                </a:lnTo>
                <a:lnTo>
                  <a:pt x="77356" y="82794"/>
                </a:lnTo>
                <a:close/>
                <a:moveTo>
                  <a:pt x="82793" y="76589"/>
                </a:moveTo>
                <a:lnTo>
                  <a:pt x="81359" y="75155"/>
                </a:lnTo>
                <a:lnTo>
                  <a:pt x="81359" y="73153"/>
                </a:lnTo>
                <a:lnTo>
                  <a:pt x="82660" y="71819"/>
                </a:lnTo>
                <a:lnTo>
                  <a:pt x="82660" y="74621"/>
                </a:lnTo>
                <a:lnTo>
                  <a:pt x="84628" y="76589"/>
                </a:lnTo>
                <a:close/>
                <a:moveTo>
                  <a:pt x="102040" y="74621"/>
                </a:moveTo>
                <a:lnTo>
                  <a:pt x="102040" y="71819"/>
                </a:lnTo>
                <a:lnTo>
                  <a:pt x="103374" y="73153"/>
                </a:lnTo>
                <a:lnTo>
                  <a:pt x="103374" y="75155"/>
                </a:lnTo>
                <a:lnTo>
                  <a:pt x="101940" y="76589"/>
                </a:lnTo>
                <a:lnTo>
                  <a:pt x="100072" y="76589"/>
                </a:lnTo>
                <a:close/>
                <a:moveTo>
                  <a:pt x="101940" y="77356"/>
                </a:moveTo>
                <a:lnTo>
                  <a:pt x="103374" y="78791"/>
                </a:lnTo>
                <a:lnTo>
                  <a:pt x="103374" y="80792"/>
                </a:lnTo>
                <a:lnTo>
                  <a:pt x="102040" y="82126"/>
                </a:lnTo>
                <a:lnTo>
                  <a:pt x="102040" y="79324"/>
                </a:lnTo>
                <a:lnTo>
                  <a:pt x="100072" y="77356"/>
                </a:lnTo>
                <a:close/>
                <a:moveTo>
                  <a:pt x="103941" y="81359"/>
                </a:moveTo>
                <a:lnTo>
                  <a:pt x="105943" y="81359"/>
                </a:lnTo>
                <a:lnTo>
                  <a:pt x="107377" y="82794"/>
                </a:lnTo>
                <a:lnTo>
                  <a:pt x="107377" y="84662"/>
                </a:lnTo>
                <a:lnTo>
                  <a:pt x="105409" y="82693"/>
                </a:lnTo>
                <a:lnTo>
                  <a:pt x="105242" y="82693"/>
                </a:lnTo>
                <a:lnTo>
                  <a:pt x="102607" y="82693"/>
                </a:lnTo>
                <a:close/>
                <a:moveTo>
                  <a:pt x="108144" y="82794"/>
                </a:moveTo>
                <a:lnTo>
                  <a:pt x="109579" y="81359"/>
                </a:lnTo>
                <a:lnTo>
                  <a:pt x="111580" y="81359"/>
                </a:lnTo>
                <a:lnTo>
                  <a:pt x="112914" y="82693"/>
                </a:lnTo>
                <a:lnTo>
                  <a:pt x="110112" y="82693"/>
                </a:lnTo>
                <a:lnTo>
                  <a:pt x="108144" y="84662"/>
                </a:lnTo>
                <a:close/>
                <a:moveTo>
                  <a:pt x="113582" y="76589"/>
                </a:moveTo>
                <a:lnTo>
                  <a:pt x="112147" y="75155"/>
                </a:lnTo>
                <a:lnTo>
                  <a:pt x="112147" y="73153"/>
                </a:lnTo>
                <a:lnTo>
                  <a:pt x="113482" y="71819"/>
                </a:lnTo>
                <a:lnTo>
                  <a:pt x="113482" y="74621"/>
                </a:lnTo>
                <a:lnTo>
                  <a:pt x="115450" y="76589"/>
                </a:lnTo>
                <a:close/>
                <a:moveTo>
                  <a:pt x="132862" y="74621"/>
                </a:moveTo>
                <a:lnTo>
                  <a:pt x="132862" y="71819"/>
                </a:lnTo>
                <a:lnTo>
                  <a:pt x="134163" y="73153"/>
                </a:lnTo>
                <a:lnTo>
                  <a:pt x="134163" y="75155"/>
                </a:lnTo>
                <a:lnTo>
                  <a:pt x="132729" y="76589"/>
                </a:lnTo>
                <a:lnTo>
                  <a:pt x="130894" y="76589"/>
                </a:lnTo>
                <a:close/>
                <a:moveTo>
                  <a:pt x="132729" y="77356"/>
                </a:moveTo>
                <a:lnTo>
                  <a:pt x="134163" y="78791"/>
                </a:lnTo>
                <a:lnTo>
                  <a:pt x="134163" y="80792"/>
                </a:lnTo>
                <a:lnTo>
                  <a:pt x="132862" y="82126"/>
                </a:lnTo>
                <a:lnTo>
                  <a:pt x="132862" y="79324"/>
                </a:lnTo>
                <a:lnTo>
                  <a:pt x="130894" y="77356"/>
                </a:lnTo>
                <a:close/>
                <a:moveTo>
                  <a:pt x="134730" y="81359"/>
                </a:moveTo>
                <a:lnTo>
                  <a:pt x="136731" y="81359"/>
                </a:lnTo>
                <a:lnTo>
                  <a:pt x="138166" y="82794"/>
                </a:lnTo>
                <a:lnTo>
                  <a:pt x="138166" y="84662"/>
                </a:lnTo>
                <a:lnTo>
                  <a:pt x="136198" y="82693"/>
                </a:lnTo>
                <a:lnTo>
                  <a:pt x="133396" y="82693"/>
                </a:lnTo>
                <a:close/>
                <a:moveTo>
                  <a:pt x="138933" y="82794"/>
                </a:moveTo>
                <a:lnTo>
                  <a:pt x="140367" y="81359"/>
                </a:lnTo>
                <a:lnTo>
                  <a:pt x="142369" y="81359"/>
                </a:lnTo>
                <a:lnTo>
                  <a:pt x="143703" y="82693"/>
                </a:lnTo>
                <a:lnTo>
                  <a:pt x="141068" y="82693"/>
                </a:lnTo>
                <a:lnTo>
                  <a:pt x="140934" y="82693"/>
                </a:lnTo>
                <a:lnTo>
                  <a:pt x="138966" y="84662"/>
                </a:lnTo>
                <a:lnTo>
                  <a:pt x="138966" y="82794"/>
                </a:lnTo>
                <a:close/>
                <a:moveTo>
                  <a:pt x="144370" y="76589"/>
                </a:moveTo>
                <a:lnTo>
                  <a:pt x="142936" y="75155"/>
                </a:lnTo>
                <a:lnTo>
                  <a:pt x="142936" y="73153"/>
                </a:lnTo>
                <a:lnTo>
                  <a:pt x="144270" y="71819"/>
                </a:lnTo>
                <a:lnTo>
                  <a:pt x="144270" y="74621"/>
                </a:lnTo>
                <a:lnTo>
                  <a:pt x="146238" y="76589"/>
                </a:lnTo>
                <a:close/>
                <a:moveTo>
                  <a:pt x="163651" y="74621"/>
                </a:moveTo>
                <a:lnTo>
                  <a:pt x="163651" y="71819"/>
                </a:lnTo>
                <a:lnTo>
                  <a:pt x="164952" y="73153"/>
                </a:lnTo>
                <a:lnTo>
                  <a:pt x="164952" y="75155"/>
                </a:lnTo>
                <a:lnTo>
                  <a:pt x="163551" y="76589"/>
                </a:lnTo>
                <a:lnTo>
                  <a:pt x="161683" y="76589"/>
                </a:lnTo>
                <a:close/>
                <a:moveTo>
                  <a:pt x="163517" y="77356"/>
                </a:moveTo>
                <a:lnTo>
                  <a:pt x="164952" y="78791"/>
                </a:lnTo>
                <a:lnTo>
                  <a:pt x="164952" y="80792"/>
                </a:lnTo>
                <a:lnTo>
                  <a:pt x="163651" y="82126"/>
                </a:lnTo>
                <a:lnTo>
                  <a:pt x="163651" y="79324"/>
                </a:lnTo>
                <a:lnTo>
                  <a:pt x="161649" y="77356"/>
                </a:lnTo>
                <a:close/>
                <a:moveTo>
                  <a:pt x="165519" y="81359"/>
                </a:moveTo>
                <a:lnTo>
                  <a:pt x="167520" y="81359"/>
                </a:lnTo>
                <a:lnTo>
                  <a:pt x="168954" y="82794"/>
                </a:lnTo>
                <a:lnTo>
                  <a:pt x="168954" y="84662"/>
                </a:lnTo>
                <a:lnTo>
                  <a:pt x="166986" y="82693"/>
                </a:lnTo>
                <a:lnTo>
                  <a:pt x="166820" y="82693"/>
                </a:lnTo>
                <a:lnTo>
                  <a:pt x="164218" y="82693"/>
                </a:lnTo>
                <a:close/>
                <a:moveTo>
                  <a:pt x="169755" y="82794"/>
                </a:moveTo>
                <a:lnTo>
                  <a:pt x="171156" y="81359"/>
                </a:lnTo>
                <a:lnTo>
                  <a:pt x="173191" y="81359"/>
                </a:lnTo>
                <a:lnTo>
                  <a:pt x="174492" y="82693"/>
                </a:lnTo>
                <a:lnTo>
                  <a:pt x="171723" y="82693"/>
                </a:lnTo>
                <a:lnTo>
                  <a:pt x="169755" y="84662"/>
                </a:lnTo>
                <a:lnTo>
                  <a:pt x="169755" y="82794"/>
                </a:lnTo>
                <a:close/>
                <a:moveTo>
                  <a:pt x="175159" y="76589"/>
                </a:moveTo>
                <a:lnTo>
                  <a:pt x="173725" y="75155"/>
                </a:lnTo>
                <a:lnTo>
                  <a:pt x="173725" y="73153"/>
                </a:lnTo>
                <a:lnTo>
                  <a:pt x="175059" y="71819"/>
                </a:lnTo>
                <a:lnTo>
                  <a:pt x="175059" y="74621"/>
                </a:lnTo>
                <a:lnTo>
                  <a:pt x="177027" y="76589"/>
                </a:lnTo>
                <a:close/>
                <a:moveTo>
                  <a:pt x="194439" y="74621"/>
                </a:moveTo>
                <a:lnTo>
                  <a:pt x="194439" y="71819"/>
                </a:lnTo>
                <a:lnTo>
                  <a:pt x="195740" y="73153"/>
                </a:lnTo>
                <a:lnTo>
                  <a:pt x="195740" y="75155"/>
                </a:lnTo>
                <a:lnTo>
                  <a:pt x="194339" y="76589"/>
                </a:lnTo>
                <a:lnTo>
                  <a:pt x="192471" y="76589"/>
                </a:lnTo>
                <a:close/>
                <a:moveTo>
                  <a:pt x="194339" y="77356"/>
                </a:moveTo>
                <a:lnTo>
                  <a:pt x="195740" y="78791"/>
                </a:lnTo>
                <a:lnTo>
                  <a:pt x="195740" y="80792"/>
                </a:lnTo>
                <a:lnTo>
                  <a:pt x="194439" y="82126"/>
                </a:lnTo>
                <a:lnTo>
                  <a:pt x="194439" y="79324"/>
                </a:lnTo>
                <a:lnTo>
                  <a:pt x="192471" y="77356"/>
                </a:lnTo>
                <a:close/>
                <a:moveTo>
                  <a:pt x="196307" y="81359"/>
                </a:moveTo>
                <a:lnTo>
                  <a:pt x="198309" y="81359"/>
                </a:lnTo>
                <a:lnTo>
                  <a:pt x="199743" y="82794"/>
                </a:lnTo>
                <a:lnTo>
                  <a:pt x="199743" y="84662"/>
                </a:lnTo>
                <a:lnTo>
                  <a:pt x="197775" y="82693"/>
                </a:lnTo>
                <a:lnTo>
                  <a:pt x="195006" y="82693"/>
                </a:lnTo>
                <a:close/>
                <a:moveTo>
                  <a:pt x="200544" y="82794"/>
                </a:moveTo>
                <a:lnTo>
                  <a:pt x="201945" y="81359"/>
                </a:lnTo>
                <a:lnTo>
                  <a:pt x="203979" y="81359"/>
                </a:lnTo>
                <a:lnTo>
                  <a:pt x="205280" y="82693"/>
                </a:lnTo>
                <a:lnTo>
                  <a:pt x="202679" y="82693"/>
                </a:lnTo>
                <a:lnTo>
                  <a:pt x="202512" y="82693"/>
                </a:lnTo>
                <a:lnTo>
                  <a:pt x="200544" y="84662"/>
                </a:lnTo>
                <a:lnTo>
                  <a:pt x="200544" y="82794"/>
                </a:lnTo>
                <a:close/>
                <a:moveTo>
                  <a:pt x="205948" y="76589"/>
                </a:moveTo>
                <a:lnTo>
                  <a:pt x="204513" y="75155"/>
                </a:lnTo>
                <a:lnTo>
                  <a:pt x="204513" y="73153"/>
                </a:lnTo>
                <a:lnTo>
                  <a:pt x="205848" y="71819"/>
                </a:lnTo>
                <a:lnTo>
                  <a:pt x="205848" y="74588"/>
                </a:lnTo>
                <a:lnTo>
                  <a:pt x="207816" y="76556"/>
                </a:lnTo>
                <a:lnTo>
                  <a:pt x="205948" y="76556"/>
                </a:lnTo>
                <a:close/>
                <a:moveTo>
                  <a:pt x="206081" y="70485"/>
                </a:moveTo>
                <a:lnTo>
                  <a:pt x="202812" y="70485"/>
                </a:lnTo>
                <a:lnTo>
                  <a:pt x="200544" y="68183"/>
                </a:lnTo>
                <a:lnTo>
                  <a:pt x="200544" y="65815"/>
                </a:lnTo>
                <a:lnTo>
                  <a:pt x="203412" y="68683"/>
                </a:lnTo>
                <a:lnTo>
                  <a:pt x="203679" y="68817"/>
                </a:lnTo>
                <a:lnTo>
                  <a:pt x="207749" y="68817"/>
                </a:lnTo>
                <a:close/>
                <a:moveTo>
                  <a:pt x="200544" y="58476"/>
                </a:moveTo>
                <a:lnTo>
                  <a:pt x="203846" y="55140"/>
                </a:lnTo>
                <a:lnTo>
                  <a:pt x="208549" y="55140"/>
                </a:lnTo>
                <a:lnTo>
                  <a:pt x="210084" y="56675"/>
                </a:lnTo>
                <a:lnTo>
                  <a:pt x="204480" y="56675"/>
                </a:lnTo>
                <a:lnTo>
                  <a:pt x="200544" y="60611"/>
                </a:lnTo>
                <a:close/>
                <a:moveTo>
                  <a:pt x="208316" y="53806"/>
                </a:moveTo>
                <a:lnTo>
                  <a:pt x="206615" y="52105"/>
                </a:lnTo>
                <a:lnTo>
                  <a:pt x="206615" y="48869"/>
                </a:lnTo>
                <a:lnTo>
                  <a:pt x="208916" y="46568"/>
                </a:lnTo>
                <a:lnTo>
                  <a:pt x="211285" y="46568"/>
                </a:lnTo>
                <a:lnTo>
                  <a:pt x="208316" y="49570"/>
                </a:lnTo>
                <a:lnTo>
                  <a:pt x="208316" y="53806"/>
                </a:lnTo>
                <a:close/>
                <a:moveTo>
                  <a:pt x="208916" y="45800"/>
                </a:moveTo>
                <a:lnTo>
                  <a:pt x="206648" y="43499"/>
                </a:lnTo>
                <a:lnTo>
                  <a:pt x="206648" y="40230"/>
                </a:lnTo>
                <a:lnTo>
                  <a:pt x="208316" y="38562"/>
                </a:lnTo>
                <a:lnTo>
                  <a:pt x="208316" y="42798"/>
                </a:lnTo>
                <a:lnTo>
                  <a:pt x="211285" y="45800"/>
                </a:lnTo>
                <a:close/>
                <a:moveTo>
                  <a:pt x="206081" y="39696"/>
                </a:moveTo>
                <a:lnTo>
                  <a:pt x="202812" y="39696"/>
                </a:lnTo>
                <a:lnTo>
                  <a:pt x="200544" y="37394"/>
                </a:lnTo>
                <a:lnTo>
                  <a:pt x="200544" y="35026"/>
                </a:lnTo>
                <a:lnTo>
                  <a:pt x="203512" y="38028"/>
                </a:lnTo>
                <a:lnTo>
                  <a:pt x="203679" y="38028"/>
                </a:lnTo>
                <a:lnTo>
                  <a:pt x="207749" y="38028"/>
                </a:lnTo>
                <a:close/>
                <a:moveTo>
                  <a:pt x="199743" y="37394"/>
                </a:moveTo>
                <a:lnTo>
                  <a:pt x="197441" y="39696"/>
                </a:lnTo>
                <a:lnTo>
                  <a:pt x="194206" y="39696"/>
                </a:lnTo>
                <a:lnTo>
                  <a:pt x="192538" y="37995"/>
                </a:lnTo>
                <a:lnTo>
                  <a:pt x="196741" y="37995"/>
                </a:lnTo>
                <a:lnTo>
                  <a:pt x="199743" y="35026"/>
                </a:lnTo>
                <a:close/>
                <a:moveTo>
                  <a:pt x="193639" y="40263"/>
                </a:moveTo>
                <a:lnTo>
                  <a:pt x="193639" y="43499"/>
                </a:lnTo>
                <a:lnTo>
                  <a:pt x="191337" y="45800"/>
                </a:lnTo>
                <a:lnTo>
                  <a:pt x="188969" y="45800"/>
                </a:lnTo>
                <a:lnTo>
                  <a:pt x="191837" y="42932"/>
                </a:lnTo>
                <a:lnTo>
                  <a:pt x="191971" y="42631"/>
                </a:lnTo>
                <a:lnTo>
                  <a:pt x="191971" y="38562"/>
                </a:lnTo>
                <a:close/>
                <a:moveTo>
                  <a:pt x="177627" y="42932"/>
                </a:moveTo>
                <a:lnTo>
                  <a:pt x="180496" y="45800"/>
                </a:lnTo>
                <a:lnTo>
                  <a:pt x="178128" y="45800"/>
                </a:lnTo>
                <a:lnTo>
                  <a:pt x="175826" y="43499"/>
                </a:lnTo>
                <a:lnTo>
                  <a:pt x="175826" y="40230"/>
                </a:lnTo>
                <a:lnTo>
                  <a:pt x="177527" y="38562"/>
                </a:lnTo>
                <a:lnTo>
                  <a:pt x="177527" y="42631"/>
                </a:lnTo>
                <a:close/>
                <a:moveTo>
                  <a:pt x="175292" y="39696"/>
                </a:moveTo>
                <a:lnTo>
                  <a:pt x="172023" y="39696"/>
                </a:lnTo>
                <a:lnTo>
                  <a:pt x="169755" y="37394"/>
                </a:lnTo>
                <a:lnTo>
                  <a:pt x="169755" y="35026"/>
                </a:lnTo>
                <a:lnTo>
                  <a:pt x="172724" y="38028"/>
                </a:lnTo>
                <a:lnTo>
                  <a:pt x="176960" y="38028"/>
                </a:lnTo>
                <a:close/>
                <a:moveTo>
                  <a:pt x="168954" y="37394"/>
                </a:moveTo>
                <a:lnTo>
                  <a:pt x="166653" y="39696"/>
                </a:lnTo>
                <a:lnTo>
                  <a:pt x="163417" y="39696"/>
                </a:lnTo>
                <a:lnTo>
                  <a:pt x="161716" y="37995"/>
                </a:lnTo>
                <a:lnTo>
                  <a:pt x="165786" y="37995"/>
                </a:lnTo>
                <a:lnTo>
                  <a:pt x="165952" y="37995"/>
                </a:lnTo>
                <a:lnTo>
                  <a:pt x="168954" y="35026"/>
                </a:lnTo>
                <a:close/>
                <a:moveTo>
                  <a:pt x="162850" y="40263"/>
                </a:moveTo>
                <a:lnTo>
                  <a:pt x="162850" y="43499"/>
                </a:lnTo>
                <a:lnTo>
                  <a:pt x="160548" y="45800"/>
                </a:lnTo>
                <a:lnTo>
                  <a:pt x="158180" y="45800"/>
                </a:lnTo>
                <a:lnTo>
                  <a:pt x="161182" y="42798"/>
                </a:lnTo>
                <a:lnTo>
                  <a:pt x="161182" y="38562"/>
                </a:lnTo>
                <a:close/>
                <a:moveTo>
                  <a:pt x="149707" y="45800"/>
                </a:moveTo>
                <a:lnTo>
                  <a:pt x="147339" y="45800"/>
                </a:lnTo>
                <a:lnTo>
                  <a:pt x="145037" y="43499"/>
                </a:lnTo>
                <a:lnTo>
                  <a:pt x="145037" y="40230"/>
                </a:lnTo>
                <a:lnTo>
                  <a:pt x="146739" y="38562"/>
                </a:lnTo>
                <a:lnTo>
                  <a:pt x="146739" y="42798"/>
                </a:lnTo>
                <a:close/>
                <a:moveTo>
                  <a:pt x="144504" y="39696"/>
                </a:moveTo>
                <a:lnTo>
                  <a:pt x="141235" y="39696"/>
                </a:lnTo>
                <a:lnTo>
                  <a:pt x="138933" y="37394"/>
                </a:lnTo>
                <a:lnTo>
                  <a:pt x="138933" y="35026"/>
                </a:lnTo>
                <a:lnTo>
                  <a:pt x="141935" y="38028"/>
                </a:lnTo>
                <a:lnTo>
                  <a:pt x="142102" y="38028"/>
                </a:lnTo>
                <a:lnTo>
                  <a:pt x="146172" y="38028"/>
                </a:lnTo>
                <a:close/>
                <a:moveTo>
                  <a:pt x="138166" y="37394"/>
                </a:moveTo>
                <a:lnTo>
                  <a:pt x="135864" y="39696"/>
                </a:lnTo>
                <a:lnTo>
                  <a:pt x="132629" y="39696"/>
                </a:lnTo>
                <a:lnTo>
                  <a:pt x="130927" y="37995"/>
                </a:lnTo>
                <a:lnTo>
                  <a:pt x="135164" y="37995"/>
                </a:lnTo>
                <a:lnTo>
                  <a:pt x="138166" y="35026"/>
                </a:lnTo>
                <a:close/>
                <a:moveTo>
                  <a:pt x="132061" y="40263"/>
                </a:moveTo>
                <a:lnTo>
                  <a:pt x="132061" y="43499"/>
                </a:lnTo>
                <a:lnTo>
                  <a:pt x="129760" y="45800"/>
                </a:lnTo>
                <a:lnTo>
                  <a:pt x="127391" y="45800"/>
                </a:lnTo>
                <a:lnTo>
                  <a:pt x="130260" y="42932"/>
                </a:lnTo>
                <a:lnTo>
                  <a:pt x="130394" y="42631"/>
                </a:lnTo>
                <a:lnTo>
                  <a:pt x="130394" y="38562"/>
                </a:lnTo>
                <a:close/>
                <a:moveTo>
                  <a:pt x="116050" y="42932"/>
                </a:moveTo>
                <a:lnTo>
                  <a:pt x="118919" y="45800"/>
                </a:lnTo>
                <a:lnTo>
                  <a:pt x="116550" y="45800"/>
                </a:lnTo>
                <a:lnTo>
                  <a:pt x="114249" y="43499"/>
                </a:lnTo>
                <a:lnTo>
                  <a:pt x="114249" y="40230"/>
                </a:lnTo>
                <a:lnTo>
                  <a:pt x="115917" y="38562"/>
                </a:lnTo>
                <a:lnTo>
                  <a:pt x="115917" y="42631"/>
                </a:lnTo>
                <a:close/>
                <a:moveTo>
                  <a:pt x="113682" y="39696"/>
                </a:moveTo>
                <a:lnTo>
                  <a:pt x="110446" y="39696"/>
                </a:lnTo>
                <a:lnTo>
                  <a:pt x="108144" y="37394"/>
                </a:lnTo>
                <a:lnTo>
                  <a:pt x="108144" y="35026"/>
                </a:lnTo>
                <a:lnTo>
                  <a:pt x="111147" y="38028"/>
                </a:lnTo>
                <a:lnTo>
                  <a:pt x="115383" y="38028"/>
                </a:lnTo>
                <a:close/>
                <a:moveTo>
                  <a:pt x="107377" y="37394"/>
                </a:moveTo>
                <a:lnTo>
                  <a:pt x="105076" y="39696"/>
                </a:lnTo>
                <a:lnTo>
                  <a:pt x="101840" y="39696"/>
                </a:lnTo>
                <a:lnTo>
                  <a:pt x="100139" y="37995"/>
                </a:lnTo>
                <a:lnTo>
                  <a:pt x="104208" y="37995"/>
                </a:lnTo>
                <a:lnTo>
                  <a:pt x="104375" y="37995"/>
                </a:lnTo>
                <a:lnTo>
                  <a:pt x="107377" y="35026"/>
                </a:lnTo>
                <a:lnTo>
                  <a:pt x="107377" y="37394"/>
                </a:lnTo>
                <a:close/>
                <a:moveTo>
                  <a:pt x="101273" y="40263"/>
                </a:moveTo>
                <a:lnTo>
                  <a:pt x="101273" y="43499"/>
                </a:lnTo>
                <a:lnTo>
                  <a:pt x="98971" y="45800"/>
                </a:lnTo>
                <a:lnTo>
                  <a:pt x="96603" y="45800"/>
                </a:lnTo>
                <a:lnTo>
                  <a:pt x="99605" y="42798"/>
                </a:lnTo>
                <a:lnTo>
                  <a:pt x="99605" y="38562"/>
                </a:lnTo>
                <a:close/>
                <a:moveTo>
                  <a:pt x="88130" y="45800"/>
                </a:moveTo>
                <a:lnTo>
                  <a:pt x="85762" y="45800"/>
                </a:lnTo>
                <a:lnTo>
                  <a:pt x="83460" y="43499"/>
                </a:lnTo>
                <a:lnTo>
                  <a:pt x="83460" y="40230"/>
                </a:lnTo>
                <a:lnTo>
                  <a:pt x="85128" y="38562"/>
                </a:lnTo>
                <a:lnTo>
                  <a:pt x="85128" y="42798"/>
                </a:lnTo>
                <a:close/>
                <a:moveTo>
                  <a:pt x="82893" y="39696"/>
                </a:moveTo>
                <a:lnTo>
                  <a:pt x="79657" y="39696"/>
                </a:lnTo>
                <a:lnTo>
                  <a:pt x="77356" y="37394"/>
                </a:lnTo>
                <a:lnTo>
                  <a:pt x="77356" y="35026"/>
                </a:lnTo>
                <a:lnTo>
                  <a:pt x="80358" y="38028"/>
                </a:lnTo>
                <a:lnTo>
                  <a:pt x="80525" y="38028"/>
                </a:lnTo>
                <a:lnTo>
                  <a:pt x="84594" y="38028"/>
                </a:lnTo>
                <a:close/>
                <a:moveTo>
                  <a:pt x="76589" y="37394"/>
                </a:moveTo>
                <a:lnTo>
                  <a:pt x="74287" y="39696"/>
                </a:lnTo>
                <a:lnTo>
                  <a:pt x="71018" y="39696"/>
                </a:lnTo>
                <a:lnTo>
                  <a:pt x="69350" y="37995"/>
                </a:lnTo>
                <a:lnTo>
                  <a:pt x="73586" y="37995"/>
                </a:lnTo>
                <a:lnTo>
                  <a:pt x="76589" y="35026"/>
                </a:lnTo>
                <a:close/>
                <a:moveTo>
                  <a:pt x="70484" y="40263"/>
                </a:moveTo>
                <a:lnTo>
                  <a:pt x="70484" y="43499"/>
                </a:lnTo>
                <a:lnTo>
                  <a:pt x="68183" y="45800"/>
                </a:lnTo>
                <a:lnTo>
                  <a:pt x="65814" y="45800"/>
                </a:lnTo>
                <a:lnTo>
                  <a:pt x="68683" y="42932"/>
                </a:lnTo>
                <a:lnTo>
                  <a:pt x="68816" y="42631"/>
                </a:lnTo>
                <a:lnTo>
                  <a:pt x="68816" y="38562"/>
                </a:lnTo>
                <a:close/>
                <a:moveTo>
                  <a:pt x="54473" y="42932"/>
                </a:moveTo>
                <a:lnTo>
                  <a:pt x="57341" y="45800"/>
                </a:lnTo>
                <a:lnTo>
                  <a:pt x="54973" y="45800"/>
                </a:lnTo>
                <a:lnTo>
                  <a:pt x="52671" y="43499"/>
                </a:lnTo>
                <a:lnTo>
                  <a:pt x="52671" y="40230"/>
                </a:lnTo>
                <a:lnTo>
                  <a:pt x="54339" y="38562"/>
                </a:lnTo>
                <a:lnTo>
                  <a:pt x="54339" y="42631"/>
                </a:lnTo>
                <a:close/>
                <a:moveTo>
                  <a:pt x="52104" y="39696"/>
                </a:moveTo>
                <a:lnTo>
                  <a:pt x="48869" y="39696"/>
                </a:lnTo>
                <a:lnTo>
                  <a:pt x="46567" y="37394"/>
                </a:lnTo>
                <a:lnTo>
                  <a:pt x="46567" y="35026"/>
                </a:lnTo>
                <a:lnTo>
                  <a:pt x="49569" y="38028"/>
                </a:lnTo>
                <a:lnTo>
                  <a:pt x="53806" y="38028"/>
                </a:lnTo>
                <a:close/>
                <a:moveTo>
                  <a:pt x="45767" y="37394"/>
                </a:moveTo>
                <a:lnTo>
                  <a:pt x="43498" y="39696"/>
                </a:lnTo>
                <a:lnTo>
                  <a:pt x="40229" y="39696"/>
                </a:lnTo>
                <a:lnTo>
                  <a:pt x="38561" y="37995"/>
                </a:lnTo>
                <a:lnTo>
                  <a:pt x="42631" y="37995"/>
                </a:lnTo>
                <a:lnTo>
                  <a:pt x="42798" y="37995"/>
                </a:lnTo>
                <a:lnTo>
                  <a:pt x="45767" y="35026"/>
                </a:lnTo>
                <a:close/>
                <a:moveTo>
                  <a:pt x="39696" y="40263"/>
                </a:moveTo>
                <a:lnTo>
                  <a:pt x="39696" y="43499"/>
                </a:lnTo>
                <a:lnTo>
                  <a:pt x="37394" y="45800"/>
                </a:lnTo>
                <a:lnTo>
                  <a:pt x="35026" y="45800"/>
                </a:lnTo>
                <a:lnTo>
                  <a:pt x="37994" y="42798"/>
                </a:lnTo>
                <a:lnTo>
                  <a:pt x="37994" y="38562"/>
                </a:lnTo>
                <a:close/>
                <a:moveTo>
                  <a:pt x="33891" y="46568"/>
                </a:moveTo>
                <a:lnTo>
                  <a:pt x="37227" y="49903"/>
                </a:lnTo>
                <a:lnTo>
                  <a:pt x="37227" y="54573"/>
                </a:lnTo>
                <a:lnTo>
                  <a:pt x="35693" y="56108"/>
                </a:lnTo>
                <a:lnTo>
                  <a:pt x="35693" y="50537"/>
                </a:lnTo>
                <a:lnTo>
                  <a:pt x="31723" y="46568"/>
                </a:lnTo>
                <a:close/>
                <a:moveTo>
                  <a:pt x="35793" y="57475"/>
                </a:moveTo>
                <a:lnTo>
                  <a:pt x="41497" y="57475"/>
                </a:lnTo>
                <a:lnTo>
                  <a:pt x="45233" y="61178"/>
                </a:lnTo>
                <a:lnTo>
                  <a:pt x="37461" y="61178"/>
                </a:lnTo>
                <a:lnTo>
                  <a:pt x="35793" y="59510"/>
                </a:lnTo>
                <a:close/>
                <a:moveTo>
                  <a:pt x="45233" y="61979"/>
                </a:moveTo>
                <a:lnTo>
                  <a:pt x="41497" y="65681"/>
                </a:lnTo>
                <a:lnTo>
                  <a:pt x="35793" y="65681"/>
                </a:lnTo>
                <a:lnTo>
                  <a:pt x="35793" y="63646"/>
                </a:lnTo>
                <a:lnTo>
                  <a:pt x="37461" y="61979"/>
                </a:lnTo>
                <a:close/>
                <a:moveTo>
                  <a:pt x="35693" y="67049"/>
                </a:moveTo>
                <a:lnTo>
                  <a:pt x="37227" y="68583"/>
                </a:lnTo>
                <a:lnTo>
                  <a:pt x="37227" y="73253"/>
                </a:lnTo>
                <a:lnTo>
                  <a:pt x="33891" y="76589"/>
                </a:lnTo>
                <a:lnTo>
                  <a:pt x="31723" y="76589"/>
                </a:lnTo>
                <a:lnTo>
                  <a:pt x="35693" y="72620"/>
                </a:lnTo>
                <a:lnTo>
                  <a:pt x="35693" y="67049"/>
                </a:lnTo>
                <a:close/>
                <a:moveTo>
                  <a:pt x="35026" y="77356"/>
                </a:moveTo>
                <a:lnTo>
                  <a:pt x="37394" y="77356"/>
                </a:lnTo>
                <a:lnTo>
                  <a:pt x="39696" y="79658"/>
                </a:lnTo>
                <a:lnTo>
                  <a:pt x="39696" y="82927"/>
                </a:lnTo>
                <a:lnTo>
                  <a:pt x="37994" y="84595"/>
                </a:lnTo>
                <a:lnTo>
                  <a:pt x="37994" y="80358"/>
                </a:lnTo>
                <a:close/>
                <a:moveTo>
                  <a:pt x="40229" y="83461"/>
                </a:moveTo>
                <a:lnTo>
                  <a:pt x="43498" y="83461"/>
                </a:lnTo>
                <a:lnTo>
                  <a:pt x="45767" y="85762"/>
                </a:lnTo>
                <a:lnTo>
                  <a:pt x="45767" y="88131"/>
                </a:lnTo>
                <a:lnTo>
                  <a:pt x="42798" y="85129"/>
                </a:lnTo>
                <a:lnTo>
                  <a:pt x="42631" y="85129"/>
                </a:lnTo>
                <a:lnTo>
                  <a:pt x="38561" y="85129"/>
                </a:lnTo>
                <a:close/>
                <a:moveTo>
                  <a:pt x="46567" y="85762"/>
                </a:moveTo>
                <a:lnTo>
                  <a:pt x="48869" y="83461"/>
                </a:lnTo>
                <a:lnTo>
                  <a:pt x="52104" y="83461"/>
                </a:lnTo>
                <a:lnTo>
                  <a:pt x="53806" y="85162"/>
                </a:lnTo>
                <a:lnTo>
                  <a:pt x="49569" y="85162"/>
                </a:lnTo>
                <a:lnTo>
                  <a:pt x="46567" y="88131"/>
                </a:lnTo>
                <a:close/>
                <a:moveTo>
                  <a:pt x="52671" y="82927"/>
                </a:moveTo>
                <a:lnTo>
                  <a:pt x="52671" y="79658"/>
                </a:lnTo>
                <a:lnTo>
                  <a:pt x="54973" y="77356"/>
                </a:lnTo>
                <a:lnTo>
                  <a:pt x="57341" y="77356"/>
                </a:lnTo>
                <a:lnTo>
                  <a:pt x="54473" y="80258"/>
                </a:lnTo>
                <a:lnTo>
                  <a:pt x="54339" y="80525"/>
                </a:lnTo>
                <a:lnTo>
                  <a:pt x="54339" y="84595"/>
                </a:lnTo>
                <a:close/>
                <a:moveTo>
                  <a:pt x="68683" y="80258"/>
                </a:moveTo>
                <a:lnTo>
                  <a:pt x="65814" y="77356"/>
                </a:lnTo>
                <a:lnTo>
                  <a:pt x="68183" y="77356"/>
                </a:lnTo>
                <a:lnTo>
                  <a:pt x="70484" y="79658"/>
                </a:lnTo>
                <a:lnTo>
                  <a:pt x="70484" y="82927"/>
                </a:lnTo>
                <a:lnTo>
                  <a:pt x="68783" y="84595"/>
                </a:lnTo>
                <a:lnTo>
                  <a:pt x="68783" y="80525"/>
                </a:lnTo>
                <a:close/>
                <a:moveTo>
                  <a:pt x="71018" y="83461"/>
                </a:moveTo>
                <a:lnTo>
                  <a:pt x="74287" y="83461"/>
                </a:lnTo>
                <a:lnTo>
                  <a:pt x="76589" y="85762"/>
                </a:lnTo>
                <a:lnTo>
                  <a:pt x="76589" y="88131"/>
                </a:lnTo>
                <a:lnTo>
                  <a:pt x="73586" y="85129"/>
                </a:lnTo>
                <a:lnTo>
                  <a:pt x="69350" y="85129"/>
                </a:lnTo>
                <a:close/>
                <a:moveTo>
                  <a:pt x="77356" y="85762"/>
                </a:moveTo>
                <a:lnTo>
                  <a:pt x="79657" y="83461"/>
                </a:lnTo>
                <a:lnTo>
                  <a:pt x="82893" y="83461"/>
                </a:lnTo>
                <a:lnTo>
                  <a:pt x="84594" y="85162"/>
                </a:lnTo>
                <a:lnTo>
                  <a:pt x="80525" y="85162"/>
                </a:lnTo>
                <a:lnTo>
                  <a:pt x="80358" y="85162"/>
                </a:lnTo>
                <a:lnTo>
                  <a:pt x="77356" y="88131"/>
                </a:lnTo>
                <a:lnTo>
                  <a:pt x="77356" y="85762"/>
                </a:lnTo>
                <a:close/>
                <a:moveTo>
                  <a:pt x="83460" y="82927"/>
                </a:moveTo>
                <a:lnTo>
                  <a:pt x="83460" y="79658"/>
                </a:lnTo>
                <a:lnTo>
                  <a:pt x="85762" y="77356"/>
                </a:lnTo>
                <a:lnTo>
                  <a:pt x="88130" y="77356"/>
                </a:lnTo>
                <a:lnTo>
                  <a:pt x="85128" y="80358"/>
                </a:lnTo>
                <a:lnTo>
                  <a:pt x="85128" y="84595"/>
                </a:lnTo>
                <a:close/>
                <a:moveTo>
                  <a:pt x="96603" y="77356"/>
                </a:moveTo>
                <a:lnTo>
                  <a:pt x="98971" y="77356"/>
                </a:lnTo>
                <a:lnTo>
                  <a:pt x="101273" y="79658"/>
                </a:lnTo>
                <a:lnTo>
                  <a:pt x="101273" y="82927"/>
                </a:lnTo>
                <a:lnTo>
                  <a:pt x="99572" y="84595"/>
                </a:lnTo>
                <a:lnTo>
                  <a:pt x="99572" y="80358"/>
                </a:lnTo>
                <a:close/>
                <a:moveTo>
                  <a:pt x="101840" y="83461"/>
                </a:moveTo>
                <a:lnTo>
                  <a:pt x="105076" y="83461"/>
                </a:lnTo>
                <a:lnTo>
                  <a:pt x="107377" y="85762"/>
                </a:lnTo>
                <a:lnTo>
                  <a:pt x="107377" y="88131"/>
                </a:lnTo>
                <a:lnTo>
                  <a:pt x="104375" y="85129"/>
                </a:lnTo>
                <a:lnTo>
                  <a:pt x="104208" y="85129"/>
                </a:lnTo>
                <a:lnTo>
                  <a:pt x="100139" y="85129"/>
                </a:lnTo>
                <a:close/>
                <a:moveTo>
                  <a:pt x="108144" y="85762"/>
                </a:moveTo>
                <a:lnTo>
                  <a:pt x="110446" y="83461"/>
                </a:lnTo>
                <a:lnTo>
                  <a:pt x="113682" y="83461"/>
                </a:lnTo>
                <a:lnTo>
                  <a:pt x="115383" y="85162"/>
                </a:lnTo>
                <a:lnTo>
                  <a:pt x="111147" y="85162"/>
                </a:lnTo>
                <a:lnTo>
                  <a:pt x="108144" y="88131"/>
                </a:lnTo>
                <a:close/>
                <a:moveTo>
                  <a:pt x="114249" y="82927"/>
                </a:moveTo>
                <a:lnTo>
                  <a:pt x="114249" y="79658"/>
                </a:lnTo>
                <a:lnTo>
                  <a:pt x="116550" y="77356"/>
                </a:lnTo>
                <a:lnTo>
                  <a:pt x="118919" y="77356"/>
                </a:lnTo>
                <a:lnTo>
                  <a:pt x="116050" y="80258"/>
                </a:lnTo>
                <a:lnTo>
                  <a:pt x="115917" y="80525"/>
                </a:lnTo>
                <a:lnTo>
                  <a:pt x="115917" y="84595"/>
                </a:lnTo>
                <a:close/>
                <a:moveTo>
                  <a:pt x="130260" y="80258"/>
                </a:moveTo>
                <a:lnTo>
                  <a:pt x="127391" y="77356"/>
                </a:lnTo>
                <a:lnTo>
                  <a:pt x="129760" y="77356"/>
                </a:lnTo>
                <a:lnTo>
                  <a:pt x="132061" y="79658"/>
                </a:lnTo>
                <a:lnTo>
                  <a:pt x="132061" y="82927"/>
                </a:lnTo>
                <a:lnTo>
                  <a:pt x="130394" y="84595"/>
                </a:lnTo>
                <a:lnTo>
                  <a:pt x="130394" y="80525"/>
                </a:lnTo>
                <a:close/>
                <a:moveTo>
                  <a:pt x="132629" y="83461"/>
                </a:moveTo>
                <a:lnTo>
                  <a:pt x="135864" y="83461"/>
                </a:lnTo>
                <a:lnTo>
                  <a:pt x="138166" y="85762"/>
                </a:lnTo>
                <a:lnTo>
                  <a:pt x="138166" y="88131"/>
                </a:lnTo>
                <a:lnTo>
                  <a:pt x="135164" y="85129"/>
                </a:lnTo>
                <a:lnTo>
                  <a:pt x="130927" y="85129"/>
                </a:lnTo>
                <a:close/>
                <a:moveTo>
                  <a:pt x="138933" y="85762"/>
                </a:moveTo>
                <a:lnTo>
                  <a:pt x="141235" y="83461"/>
                </a:lnTo>
                <a:lnTo>
                  <a:pt x="144504" y="83461"/>
                </a:lnTo>
                <a:lnTo>
                  <a:pt x="146172" y="85162"/>
                </a:lnTo>
                <a:lnTo>
                  <a:pt x="142102" y="85162"/>
                </a:lnTo>
                <a:lnTo>
                  <a:pt x="141935" y="85162"/>
                </a:lnTo>
                <a:lnTo>
                  <a:pt x="138933" y="88131"/>
                </a:lnTo>
                <a:close/>
                <a:moveTo>
                  <a:pt x="145037" y="82927"/>
                </a:moveTo>
                <a:lnTo>
                  <a:pt x="145037" y="79658"/>
                </a:lnTo>
                <a:lnTo>
                  <a:pt x="147339" y="77356"/>
                </a:lnTo>
                <a:lnTo>
                  <a:pt x="149707" y="77356"/>
                </a:lnTo>
                <a:lnTo>
                  <a:pt x="146705" y="80358"/>
                </a:lnTo>
                <a:lnTo>
                  <a:pt x="146705" y="84595"/>
                </a:lnTo>
                <a:close/>
                <a:moveTo>
                  <a:pt x="158180" y="77356"/>
                </a:moveTo>
                <a:lnTo>
                  <a:pt x="160548" y="77356"/>
                </a:lnTo>
                <a:lnTo>
                  <a:pt x="162850" y="79658"/>
                </a:lnTo>
                <a:lnTo>
                  <a:pt x="162850" y="82927"/>
                </a:lnTo>
                <a:lnTo>
                  <a:pt x="161182" y="84595"/>
                </a:lnTo>
                <a:lnTo>
                  <a:pt x="161182" y="80358"/>
                </a:lnTo>
                <a:close/>
                <a:moveTo>
                  <a:pt x="163417" y="83461"/>
                </a:moveTo>
                <a:lnTo>
                  <a:pt x="166653" y="83461"/>
                </a:lnTo>
                <a:lnTo>
                  <a:pt x="168954" y="85762"/>
                </a:lnTo>
                <a:lnTo>
                  <a:pt x="168954" y="88131"/>
                </a:lnTo>
                <a:lnTo>
                  <a:pt x="165952" y="85129"/>
                </a:lnTo>
                <a:lnTo>
                  <a:pt x="165786" y="85129"/>
                </a:lnTo>
                <a:lnTo>
                  <a:pt x="161716" y="85129"/>
                </a:lnTo>
                <a:close/>
                <a:moveTo>
                  <a:pt x="169755" y="85762"/>
                </a:moveTo>
                <a:lnTo>
                  <a:pt x="172023" y="83461"/>
                </a:lnTo>
                <a:lnTo>
                  <a:pt x="175292" y="83461"/>
                </a:lnTo>
                <a:lnTo>
                  <a:pt x="176960" y="85162"/>
                </a:lnTo>
                <a:lnTo>
                  <a:pt x="172724" y="85162"/>
                </a:lnTo>
                <a:lnTo>
                  <a:pt x="169755" y="88131"/>
                </a:lnTo>
                <a:close/>
                <a:moveTo>
                  <a:pt x="175826" y="82927"/>
                </a:moveTo>
                <a:lnTo>
                  <a:pt x="175826" y="79658"/>
                </a:lnTo>
                <a:lnTo>
                  <a:pt x="178128" y="77356"/>
                </a:lnTo>
                <a:lnTo>
                  <a:pt x="180496" y="77356"/>
                </a:lnTo>
                <a:lnTo>
                  <a:pt x="177627" y="80258"/>
                </a:lnTo>
                <a:lnTo>
                  <a:pt x="177527" y="80525"/>
                </a:lnTo>
                <a:lnTo>
                  <a:pt x="177527" y="84595"/>
                </a:lnTo>
                <a:close/>
                <a:moveTo>
                  <a:pt x="191837" y="80258"/>
                </a:moveTo>
                <a:lnTo>
                  <a:pt x="188969" y="77356"/>
                </a:lnTo>
                <a:lnTo>
                  <a:pt x="191337" y="77356"/>
                </a:lnTo>
                <a:lnTo>
                  <a:pt x="193639" y="79658"/>
                </a:lnTo>
                <a:lnTo>
                  <a:pt x="193639" y="82927"/>
                </a:lnTo>
                <a:lnTo>
                  <a:pt x="191971" y="84595"/>
                </a:lnTo>
                <a:lnTo>
                  <a:pt x="191971" y="80525"/>
                </a:lnTo>
                <a:close/>
                <a:moveTo>
                  <a:pt x="194206" y="83461"/>
                </a:moveTo>
                <a:lnTo>
                  <a:pt x="197441" y="83461"/>
                </a:lnTo>
                <a:lnTo>
                  <a:pt x="199743" y="85762"/>
                </a:lnTo>
                <a:lnTo>
                  <a:pt x="199743" y="88131"/>
                </a:lnTo>
                <a:lnTo>
                  <a:pt x="196741" y="85129"/>
                </a:lnTo>
                <a:lnTo>
                  <a:pt x="192538" y="85129"/>
                </a:lnTo>
                <a:close/>
                <a:moveTo>
                  <a:pt x="200544" y="85762"/>
                </a:moveTo>
                <a:lnTo>
                  <a:pt x="202812" y="83461"/>
                </a:lnTo>
                <a:lnTo>
                  <a:pt x="206081" y="83461"/>
                </a:lnTo>
                <a:lnTo>
                  <a:pt x="207749" y="85162"/>
                </a:lnTo>
                <a:lnTo>
                  <a:pt x="203679" y="85162"/>
                </a:lnTo>
                <a:lnTo>
                  <a:pt x="203512" y="85162"/>
                </a:lnTo>
                <a:lnTo>
                  <a:pt x="200544" y="88131"/>
                </a:lnTo>
                <a:close/>
                <a:moveTo>
                  <a:pt x="206648" y="82927"/>
                </a:moveTo>
                <a:lnTo>
                  <a:pt x="206648" y="79658"/>
                </a:lnTo>
                <a:lnTo>
                  <a:pt x="208916" y="77356"/>
                </a:lnTo>
                <a:lnTo>
                  <a:pt x="211285" y="77356"/>
                </a:lnTo>
                <a:lnTo>
                  <a:pt x="208316" y="80358"/>
                </a:lnTo>
                <a:lnTo>
                  <a:pt x="208316" y="84595"/>
                </a:lnTo>
                <a:close/>
                <a:moveTo>
                  <a:pt x="212419" y="76589"/>
                </a:moveTo>
                <a:lnTo>
                  <a:pt x="209083" y="73253"/>
                </a:lnTo>
                <a:lnTo>
                  <a:pt x="209083" y="68583"/>
                </a:lnTo>
                <a:lnTo>
                  <a:pt x="210618" y="67049"/>
                </a:lnTo>
                <a:lnTo>
                  <a:pt x="210618" y="72620"/>
                </a:lnTo>
                <a:lnTo>
                  <a:pt x="214587" y="76589"/>
                </a:lnTo>
                <a:lnTo>
                  <a:pt x="212419" y="76589"/>
                </a:lnTo>
                <a:close/>
                <a:moveTo>
                  <a:pt x="210518" y="65681"/>
                </a:moveTo>
                <a:lnTo>
                  <a:pt x="204813" y="65681"/>
                </a:lnTo>
                <a:lnTo>
                  <a:pt x="201077" y="61979"/>
                </a:lnTo>
                <a:lnTo>
                  <a:pt x="208850" y="61979"/>
                </a:lnTo>
                <a:lnTo>
                  <a:pt x="210518" y="63646"/>
                </a:lnTo>
                <a:lnTo>
                  <a:pt x="210518" y="65681"/>
                </a:lnTo>
                <a:close/>
                <a:moveTo>
                  <a:pt x="201077" y="61178"/>
                </a:moveTo>
                <a:lnTo>
                  <a:pt x="204813" y="57475"/>
                </a:lnTo>
                <a:lnTo>
                  <a:pt x="210518" y="57475"/>
                </a:lnTo>
                <a:lnTo>
                  <a:pt x="210518" y="59510"/>
                </a:lnTo>
                <a:lnTo>
                  <a:pt x="208850" y="61178"/>
                </a:lnTo>
                <a:close/>
                <a:moveTo>
                  <a:pt x="210618" y="56108"/>
                </a:moveTo>
                <a:lnTo>
                  <a:pt x="209083" y="54573"/>
                </a:lnTo>
                <a:lnTo>
                  <a:pt x="209083" y="49903"/>
                </a:lnTo>
                <a:lnTo>
                  <a:pt x="212419" y="46568"/>
                </a:lnTo>
                <a:lnTo>
                  <a:pt x="214587" y="46568"/>
                </a:lnTo>
                <a:lnTo>
                  <a:pt x="210618" y="50537"/>
                </a:lnTo>
                <a:lnTo>
                  <a:pt x="210618" y="56108"/>
                </a:lnTo>
                <a:close/>
                <a:moveTo>
                  <a:pt x="212419" y="45800"/>
                </a:moveTo>
                <a:lnTo>
                  <a:pt x="209083" y="42465"/>
                </a:lnTo>
                <a:lnTo>
                  <a:pt x="209083" y="37795"/>
                </a:lnTo>
                <a:lnTo>
                  <a:pt x="210618" y="36260"/>
                </a:lnTo>
                <a:lnTo>
                  <a:pt x="210618" y="41831"/>
                </a:lnTo>
                <a:lnTo>
                  <a:pt x="214587" y="45800"/>
                </a:lnTo>
                <a:close/>
                <a:moveTo>
                  <a:pt x="208549" y="37228"/>
                </a:moveTo>
                <a:lnTo>
                  <a:pt x="203846" y="37228"/>
                </a:lnTo>
                <a:lnTo>
                  <a:pt x="200544" y="33892"/>
                </a:lnTo>
                <a:lnTo>
                  <a:pt x="200544" y="31757"/>
                </a:lnTo>
                <a:lnTo>
                  <a:pt x="204480" y="35693"/>
                </a:lnTo>
                <a:lnTo>
                  <a:pt x="204647" y="35693"/>
                </a:lnTo>
                <a:lnTo>
                  <a:pt x="210084" y="35693"/>
                </a:lnTo>
                <a:close/>
                <a:moveTo>
                  <a:pt x="199743" y="33892"/>
                </a:moveTo>
                <a:lnTo>
                  <a:pt x="196441" y="37228"/>
                </a:lnTo>
                <a:lnTo>
                  <a:pt x="191737" y="37228"/>
                </a:lnTo>
                <a:lnTo>
                  <a:pt x="190203" y="35693"/>
                </a:lnTo>
                <a:lnTo>
                  <a:pt x="195807" y="35693"/>
                </a:lnTo>
                <a:lnTo>
                  <a:pt x="199743" y="31757"/>
                </a:lnTo>
                <a:close/>
                <a:moveTo>
                  <a:pt x="188869" y="41497"/>
                </a:moveTo>
                <a:lnTo>
                  <a:pt x="185133" y="45233"/>
                </a:lnTo>
                <a:lnTo>
                  <a:pt x="185133" y="37494"/>
                </a:lnTo>
                <a:lnTo>
                  <a:pt x="186801" y="35793"/>
                </a:lnTo>
                <a:lnTo>
                  <a:pt x="188835" y="35793"/>
                </a:lnTo>
                <a:lnTo>
                  <a:pt x="188835" y="41497"/>
                </a:lnTo>
                <a:close/>
                <a:moveTo>
                  <a:pt x="184332" y="45233"/>
                </a:moveTo>
                <a:lnTo>
                  <a:pt x="180629" y="41497"/>
                </a:lnTo>
                <a:lnTo>
                  <a:pt x="180629" y="35793"/>
                </a:lnTo>
                <a:lnTo>
                  <a:pt x="182664" y="35793"/>
                </a:lnTo>
                <a:lnTo>
                  <a:pt x="184332" y="37461"/>
                </a:lnTo>
                <a:lnTo>
                  <a:pt x="184332" y="45233"/>
                </a:lnTo>
                <a:close/>
                <a:moveTo>
                  <a:pt x="177761" y="37228"/>
                </a:moveTo>
                <a:lnTo>
                  <a:pt x="173057" y="37228"/>
                </a:lnTo>
                <a:lnTo>
                  <a:pt x="169755" y="33892"/>
                </a:lnTo>
                <a:lnTo>
                  <a:pt x="169755" y="31757"/>
                </a:lnTo>
                <a:lnTo>
                  <a:pt x="173691" y="35693"/>
                </a:lnTo>
                <a:lnTo>
                  <a:pt x="179262" y="35693"/>
                </a:lnTo>
                <a:close/>
                <a:moveTo>
                  <a:pt x="168954" y="33892"/>
                </a:moveTo>
                <a:lnTo>
                  <a:pt x="165619" y="37228"/>
                </a:lnTo>
                <a:lnTo>
                  <a:pt x="160949" y="37228"/>
                </a:lnTo>
                <a:lnTo>
                  <a:pt x="159414" y="35693"/>
                </a:lnTo>
                <a:lnTo>
                  <a:pt x="164852" y="35693"/>
                </a:lnTo>
                <a:lnTo>
                  <a:pt x="164985" y="35693"/>
                </a:lnTo>
                <a:lnTo>
                  <a:pt x="168954" y="31757"/>
                </a:lnTo>
                <a:close/>
                <a:moveTo>
                  <a:pt x="158047" y="41497"/>
                </a:moveTo>
                <a:lnTo>
                  <a:pt x="154344" y="45233"/>
                </a:lnTo>
                <a:lnTo>
                  <a:pt x="154344" y="37494"/>
                </a:lnTo>
                <a:lnTo>
                  <a:pt x="156012" y="35793"/>
                </a:lnTo>
                <a:lnTo>
                  <a:pt x="158047" y="35793"/>
                </a:lnTo>
                <a:lnTo>
                  <a:pt x="158047" y="41497"/>
                </a:lnTo>
                <a:close/>
                <a:moveTo>
                  <a:pt x="153543" y="45233"/>
                </a:moveTo>
                <a:lnTo>
                  <a:pt x="149841" y="41497"/>
                </a:lnTo>
                <a:lnTo>
                  <a:pt x="149841" y="35793"/>
                </a:lnTo>
                <a:lnTo>
                  <a:pt x="151876" y="35793"/>
                </a:lnTo>
                <a:lnTo>
                  <a:pt x="153543" y="37461"/>
                </a:lnTo>
                <a:lnTo>
                  <a:pt x="153543" y="45233"/>
                </a:lnTo>
                <a:close/>
                <a:moveTo>
                  <a:pt x="146939" y="37228"/>
                </a:moveTo>
                <a:lnTo>
                  <a:pt x="142269" y="37228"/>
                </a:lnTo>
                <a:lnTo>
                  <a:pt x="138933" y="33892"/>
                </a:lnTo>
                <a:lnTo>
                  <a:pt x="138933" y="31757"/>
                </a:lnTo>
                <a:lnTo>
                  <a:pt x="142903" y="35693"/>
                </a:lnTo>
                <a:lnTo>
                  <a:pt x="143069" y="35693"/>
                </a:lnTo>
                <a:lnTo>
                  <a:pt x="148473" y="35693"/>
                </a:lnTo>
                <a:close/>
                <a:moveTo>
                  <a:pt x="138166" y="33892"/>
                </a:moveTo>
                <a:lnTo>
                  <a:pt x="134830" y="37228"/>
                </a:lnTo>
                <a:lnTo>
                  <a:pt x="130160" y="37228"/>
                </a:lnTo>
                <a:lnTo>
                  <a:pt x="128626" y="35693"/>
                </a:lnTo>
                <a:lnTo>
                  <a:pt x="134196" y="35693"/>
                </a:lnTo>
                <a:lnTo>
                  <a:pt x="138166" y="31757"/>
                </a:lnTo>
                <a:close/>
                <a:moveTo>
                  <a:pt x="127258" y="41497"/>
                </a:moveTo>
                <a:lnTo>
                  <a:pt x="123555" y="45233"/>
                </a:lnTo>
                <a:lnTo>
                  <a:pt x="123555" y="37494"/>
                </a:lnTo>
                <a:lnTo>
                  <a:pt x="125223" y="35793"/>
                </a:lnTo>
                <a:lnTo>
                  <a:pt x="127258" y="35793"/>
                </a:lnTo>
                <a:close/>
                <a:moveTo>
                  <a:pt x="122755" y="45233"/>
                </a:moveTo>
                <a:lnTo>
                  <a:pt x="119052" y="41497"/>
                </a:lnTo>
                <a:lnTo>
                  <a:pt x="119052" y="35793"/>
                </a:lnTo>
                <a:lnTo>
                  <a:pt x="121087" y="35793"/>
                </a:lnTo>
                <a:lnTo>
                  <a:pt x="122755" y="37461"/>
                </a:lnTo>
                <a:close/>
                <a:moveTo>
                  <a:pt x="116150" y="37228"/>
                </a:moveTo>
                <a:lnTo>
                  <a:pt x="111480" y="37228"/>
                </a:lnTo>
                <a:lnTo>
                  <a:pt x="108144" y="33892"/>
                </a:lnTo>
                <a:lnTo>
                  <a:pt x="108144" y="31757"/>
                </a:lnTo>
                <a:lnTo>
                  <a:pt x="112114" y="35693"/>
                </a:lnTo>
                <a:lnTo>
                  <a:pt x="117685" y="35693"/>
                </a:lnTo>
                <a:close/>
                <a:moveTo>
                  <a:pt x="107377" y="33892"/>
                </a:moveTo>
                <a:lnTo>
                  <a:pt x="104041" y="37228"/>
                </a:lnTo>
                <a:lnTo>
                  <a:pt x="99371" y="37228"/>
                </a:lnTo>
                <a:lnTo>
                  <a:pt x="97837" y="35693"/>
                </a:lnTo>
                <a:lnTo>
                  <a:pt x="103241" y="35693"/>
                </a:lnTo>
                <a:lnTo>
                  <a:pt x="103408" y="35693"/>
                </a:lnTo>
                <a:lnTo>
                  <a:pt x="107377" y="31757"/>
                </a:lnTo>
                <a:close/>
                <a:moveTo>
                  <a:pt x="96469" y="41497"/>
                </a:moveTo>
                <a:lnTo>
                  <a:pt x="92767" y="45233"/>
                </a:lnTo>
                <a:lnTo>
                  <a:pt x="92767" y="37494"/>
                </a:lnTo>
                <a:lnTo>
                  <a:pt x="94435" y="35793"/>
                </a:lnTo>
                <a:lnTo>
                  <a:pt x="96469" y="35793"/>
                </a:lnTo>
                <a:close/>
                <a:moveTo>
                  <a:pt x="91966" y="45233"/>
                </a:moveTo>
                <a:lnTo>
                  <a:pt x="88264" y="41497"/>
                </a:lnTo>
                <a:lnTo>
                  <a:pt x="88264" y="35793"/>
                </a:lnTo>
                <a:lnTo>
                  <a:pt x="90298" y="35793"/>
                </a:lnTo>
                <a:lnTo>
                  <a:pt x="91966" y="37461"/>
                </a:lnTo>
                <a:close/>
                <a:moveTo>
                  <a:pt x="85361" y="37228"/>
                </a:moveTo>
                <a:lnTo>
                  <a:pt x="80691" y="37228"/>
                </a:lnTo>
                <a:lnTo>
                  <a:pt x="77356" y="33892"/>
                </a:lnTo>
                <a:lnTo>
                  <a:pt x="77356" y="31757"/>
                </a:lnTo>
                <a:lnTo>
                  <a:pt x="81325" y="35693"/>
                </a:lnTo>
                <a:lnTo>
                  <a:pt x="81492" y="35693"/>
                </a:lnTo>
                <a:lnTo>
                  <a:pt x="86896" y="35693"/>
                </a:lnTo>
                <a:close/>
                <a:moveTo>
                  <a:pt x="76589" y="33892"/>
                </a:moveTo>
                <a:lnTo>
                  <a:pt x="73253" y="37228"/>
                </a:lnTo>
                <a:lnTo>
                  <a:pt x="68583" y="37228"/>
                </a:lnTo>
                <a:lnTo>
                  <a:pt x="67048" y="35693"/>
                </a:lnTo>
                <a:lnTo>
                  <a:pt x="72619" y="35693"/>
                </a:lnTo>
                <a:lnTo>
                  <a:pt x="76589" y="31757"/>
                </a:lnTo>
                <a:close/>
                <a:moveTo>
                  <a:pt x="65681" y="41497"/>
                </a:moveTo>
                <a:lnTo>
                  <a:pt x="61978" y="45233"/>
                </a:lnTo>
                <a:lnTo>
                  <a:pt x="61978" y="37494"/>
                </a:lnTo>
                <a:lnTo>
                  <a:pt x="63646" y="35793"/>
                </a:lnTo>
                <a:lnTo>
                  <a:pt x="65681" y="35793"/>
                </a:lnTo>
                <a:close/>
                <a:moveTo>
                  <a:pt x="61178" y="45233"/>
                </a:moveTo>
                <a:lnTo>
                  <a:pt x="57475" y="41497"/>
                </a:lnTo>
                <a:lnTo>
                  <a:pt x="57475" y="35793"/>
                </a:lnTo>
                <a:lnTo>
                  <a:pt x="59510" y="35793"/>
                </a:lnTo>
                <a:lnTo>
                  <a:pt x="61178" y="37461"/>
                </a:lnTo>
                <a:close/>
                <a:moveTo>
                  <a:pt x="54573" y="37228"/>
                </a:moveTo>
                <a:lnTo>
                  <a:pt x="49903" y="37228"/>
                </a:lnTo>
                <a:lnTo>
                  <a:pt x="46567" y="33892"/>
                </a:lnTo>
                <a:lnTo>
                  <a:pt x="46567" y="31757"/>
                </a:lnTo>
                <a:lnTo>
                  <a:pt x="50537" y="35693"/>
                </a:lnTo>
                <a:lnTo>
                  <a:pt x="56107" y="35693"/>
                </a:lnTo>
                <a:close/>
                <a:moveTo>
                  <a:pt x="45767" y="33892"/>
                </a:moveTo>
                <a:lnTo>
                  <a:pt x="42464" y="37228"/>
                </a:lnTo>
                <a:lnTo>
                  <a:pt x="37761" y="37228"/>
                </a:lnTo>
                <a:lnTo>
                  <a:pt x="36226" y="35693"/>
                </a:lnTo>
                <a:lnTo>
                  <a:pt x="41664" y="35693"/>
                </a:lnTo>
                <a:lnTo>
                  <a:pt x="41830" y="35693"/>
                </a:lnTo>
                <a:lnTo>
                  <a:pt x="45767" y="31757"/>
                </a:lnTo>
                <a:lnTo>
                  <a:pt x="45767" y="33892"/>
                </a:lnTo>
                <a:close/>
                <a:moveTo>
                  <a:pt x="34892" y="41497"/>
                </a:moveTo>
                <a:lnTo>
                  <a:pt x="31189" y="45233"/>
                </a:lnTo>
                <a:lnTo>
                  <a:pt x="31189" y="37494"/>
                </a:lnTo>
                <a:lnTo>
                  <a:pt x="32857" y="35793"/>
                </a:lnTo>
                <a:lnTo>
                  <a:pt x="34892" y="35793"/>
                </a:lnTo>
                <a:close/>
                <a:moveTo>
                  <a:pt x="34892" y="50871"/>
                </a:moveTo>
                <a:lnTo>
                  <a:pt x="34892" y="56575"/>
                </a:lnTo>
                <a:lnTo>
                  <a:pt x="32857" y="56575"/>
                </a:lnTo>
                <a:lnTo>
                  <a:pt x="31189" y="54874"/>
                </a:lnTo>
                <a:lnTo>
                  <a:pt x="31189" y="47135"/>
                </a:lnTo>
                <a:close/>
                <a:moveTo>
                  <a:pt x="32424" y="57242"/>
                </a:moveTo>
                <a:lnTo>
                  <a:pt x="32691" y="57375"/>
                </a:lnTo>
                <a:lnTo>
                  <a:pt x="34592" y="57375"/>
                </a:lnTo>
                <a:lnTo>
                  <a:pt x="33291" y="58643"/>
                </a:lnTo>
                <a:lnTo>
                  <a:pt x="31990" y="58643"/>
                </a:lnTo>
                <a:lnTo>
                  <a:pt x="31189" y="57809"/>
                </a:lnTo>
                <a:lnTo>
                  <a:pt x="31189" y="56008"/>
                </a:lnTo>
                <a:close/>
                <a:moveTo>
                  <a:pt x="33725" y="59077"/>
                </a:moveTo>
                <a:lnTo>
                  <a:pt x="34992" y="57776"/>
                </a:lnTo>
                <a:lnTo>
                  <a:pt x="34992" y="59844"/>
                </a:lnTo>
                <a:lnTo>
                  <a:pt x="36360" y="61178"/>
                </a:lnTo>
                <a:lnTo>
                  <a:pt x="34525" y="61178"/>
                </a:lnTo>
                <a:lnTo>
                  <a:pt x="33725" y="60377"/>
                </a:lnTo>
                <a:close/>
                <a:moveTo>
                  <a:pt x="34525" y="61979"/>
                </a:moveTo>
                <a:lnTo>
                  <a:pt x="36360" y="61979"/>
                </a:lnTo>
                <a:lnTo>
                  <a:pt x="34992" y="63313"/>
                </a:lnTo>
                <a:lnTo>
                  <a:pt x="34992" y="65381"/>
                </a:lnTo>
                <a:lnTo>
                  <a:pt x="33725" y="64080"/>
                </a:lnTo>
                <a:lnTo>
                  <a:pt x="33725" y="62779"/>
                </a:lnTo>
                <a:close/>
                <a:moveTo>
                  <a:pt x="32857" y="66582"/>
                </a:moveTo>
                <a:lnTo>
                  <a:pt x="34892" y="66582"/>
                </a:lnTo>
                <a:lnTo>
                  <a:pt x="34892" y="72286"/>
                </a:lnTo>
                <a:lnTo>
                  <a:pt x="31189" y="76022"/>
                </a:lnTo>
                <a:lnTo>
                  <a:pt x="31189" y="68250"/>
                </a:lnTo>
                <a:close/>
                <a:moveTo>
                  <a:pt x="34892" y="81659"/>
                </a:moveTo>
                <a:lnTo>
                  <a:pt x="34892" y="87363"/>
                </a:lnTo>
                <a:lnTo>
                  <a:pt x="32857" y="87363"/>
                </a:lnTo>
                <a:lnTo>
                  <a:pt x="31189" y="85696"/>
                </a:lnTo>
                <a:lnTo>
                  <a:pt x="31189" y="77923"/>
                </a:lnTo>
                <a:close/>
                <a:moveTo>
                  <a:pt x="37761" y="85929"/>
                </a:moveTo>
                <a:lnTo>
                  <a:pt x="42464" y="85929"/>
                </a:lnTo>
                <a:lnTo>
                  <a:pt x="45767" y="89265"/>
                </a:lnTo>
                <a:lnTo>
                  <a:pt x="45767" y="91400"/>
                </a:lnTo>
                <a:lnTo>
                  <a:pt x="41830" y="87464"/>
                </a:lnTo>
                <a:lnTo>
                  <a:pt x="41664" y="87464"/>
                </a:lnTo>
                <a:lnTo>
                  <a:pt x="36260" y="87464"/>
                </a:lnTo>
                <a:close/>
                <a:moveTo>
                  <a:pt x="46567" y="89265"/>
                </a:moveTo>
                <a:lnTo>
                  <a:pt x="49903" y="85929"/>
                </a:lnTo>
                <a:lnTo>
                  <a:pt x="54573" y="85929"/>
                </a:lnTo>
                <a:lnTo>
                  <a:pt x="56107" y="87464"/>
                </a:lnTo>
                <a:lnTo>
                  <a:pt x="50537" y="87464"/>
                </a:lnTo>
                <a:lnTo>
                  <a:pt x="46567" y="91400"/>
                </a:lnTo>
                <a:close/>
                <a:moveTo>
                  <a:pt x="57475" y="81659"/>
                </a:moveTo>
                <a:lnTo>
                  <a:pt x="61178" y="77923"/>
                </a:lnTo>
                <a:lnTo>
                  <a:pt x="61178" y="85696"/>
                </a:lnTo>
                <a:lnTo>
                  <a:pt x="59510" y="87363"/>
                </a:lnTo>
                <a:lnTo>
                  <a:pt x="57475" y="87363"/>
                </a:lnTo>
                <a:close/>
                <a:moveTo>
                  <a:pt x="61978" y="77923"/>
                </a:moveTo>
                <a:lnTo>
                  <a:pt x="65681" y="81659"/>
                </a:lnTo>
                <a:lnTo>
                  <a:pt x="65681" y="87363"/>
                </a:lnTo>
                <a:lnTo>
                  <a:pt x="63646" y="87363"/>
                </a:lnTo>
                <a:lnTo>
                  <a:pt x="61978" y="85662"/>
                </a:lnTo>
                <a:close/>
                <a:moveTo>
                  <a:pt x="68583" y="85929"/>
                </a:moveTo>
                <a:lnTo>
                  <a:pt x="73253" y="85929"/>
                </a:lnTo>
                <a:lnTo>
                  <a:pt x="76555" y="89265"/>
                </a:lnTo>
                <a:lnTo>
                  <a:pt x="76555" y="91400"/>
                </a:lnTo>
                <a:lnTo>
                  <a:pt x="72619" y="87464"/>
                </a:lnTo>
                <a:lnTo>
                  <a:pt x="67048" y="87464"/>
                </a:lnTo>
                <a:close/>
                <a:moveTo>
                  <a:pt x="77356" y="89265"/>
                </a:moveTo>
                <a:lnTo>
                  <a:pt x="80691" y="85929"/>
                </a:lnTo>
                <a:lnTo>
                  <a:pt x="85361" y="85929"/>
                </a:lnTo>
                <a:lnTo>
                  <a:pt x="86896" y="87464"/>
                </a:lnTo>
                <a:lnTo>
                  <a:pt x="81492" y="87464"/>
                </a:lnTo>
                <a:lnTo>
                  <a:pt x="81325" y="87464"/>
                </a:lnTo>
                <a:lnTo>
                  <a:pt x="77356" y="91400"/>
                </a:lnTo>
                <a:close/>
                <a:moveTo>
                  <a:pt x="88264" y="81659"/>
                </a:moveTo>
                <a:lnTo>
                  <a:pt x="91966" y="77923"/>
                </a:lnTo>
                <a:lnTo>
                  <a:pt x="91966" y="85696"/>
                </a:lnTo>
                <a:lnTo>
                  <a:pt x="90298" y="87363"/>
                </a:lnTo>
                <a:lnTo>
                  <a:pt x="88264" y="87363"/>
                </a:lnTo>
                <a:close/>
                <a:moveTo>
                  <a:pt x="92767" y="77923"/>
                </a:moveTo>
                <a:lnTo>
                  <a:pt x="96469" y="81659"/>
                </a:lnTo>
                <a:lnTo>
                  <a:pt x="96469" y="87363"/>
                </a:lnTo>
                <a:lnTo>
                  <a:pt x="94435" y="87363"/>
                </a:lnTo>
                <a:lnTo>
                  <a:pt x="92767" y="85662"/>
                </a:lnTo>
                <a:close/>
                <a:moveTo>
                  <a:pt x="99371" y="85929"/>
                </a:moveTo>
                <a:lnTo>
                  <a:pt x="104041" y="85929"/>
                </a:lnTo>
                <a:lnTo>
                  <a:pt x="107377" y="89265"/>
                </a:lnTo>
                <a:lnTo>
                  <a:pt x="107377" y="91400"/>
                </a:lnTo>
                <a:lnTo>
                  <a:pt x="103408" y="87464"/>
                </a:lnTo>
                <a:lnTo>
                  <a:pt x="103241" y="87464"/>
                </a:lnTo>
                <a:lnTo>
                  <a:pt x="97837" y="87464"/>
                </a:lnTo>
                <a:close/>
                <a:moveTo>
                  <a:pt x="108144" y="89265"/>
                </a:moveTo>
                <a:lnTo>
                  <a:pt x="111480" y="85929"/>
                </a:lnTo>
                <a:lnTo>
                  <a:pt x="116150" y="85929"/>
                </a:lnTo>
                <a:lnTo>
                  <a:pt x="117685" y="87464"/>
                </a:lnTo>
                <a:lnTo>
                  <a:pt x="112114" y="87464"/>
                </a:lnTo>
                <a:lnTo>
                  <a:pt x="108144" y="91400"/>
                </a:lnTo>
                <a:lnTo>
                  <a:pt x="108144" y="89265"/>
                </a:lnTo>
                <a:close/>
                <a:moveTo>
                  <a:pt x="119052" y="81659"/>
                </a:moveTo>
                <a:lnTo>
                  <a:pt x="122755" y="77923"/>
                </a:lnTo>
                <a:lnTo>
                  <a:pt x="122755" y="85696"/>
                </a:lnTo>
                <a:lnTo>
                  <a:pt x="121087" y="87363"/>
                </a:lnTo>
                <a:lnTo>
                  <a:pt x="119052" y="87363"/>
                </a:lnTo>
                <a:close/>
                <a:moveTo>
                  <a:pt x="123555" y="77923"/>
                </a:moveTo>
                <a:lnTo>
                  <a:pt x="127258" y="81659"/>
                </a:lnTo>
                <a:lnTo>
                  <a:pt x="127258" y="87363"/>
                </a:lnTo>
                <a:lnTo>
                  <a:pt x="125223" y="87363"/>
                </a:lnTo>
                <a:lnTo>
                  <a:pt x="123555" y="85662"/>
                </a:lnTo>
                <a:lnTo>
                  <a:pt x="123555" y="77923"/>
                </a:lnTo>
                <a:close/>
                <a:moveTo>
                  <a:pt x="130160" y="85929"/>
                </a:moveTo>
                <a:lnTo>
                  <a:pt x="134830" y="85929"/>
                </a:lnTo>
                <a:lnTo>
                  <a:pt x="138166" y="89265"/>
                </a:lnTo>
                <a:lnTo>
                  <a:pt x="138166" y="91400"/>
                </a:lnTo>
                <a:lnTo>
                  <a:pt x="134196" y="87464"/>
                </a:lnTo>
                <a:lnTo>
                  <a:pt x="128626" y="87464"/>
                </a:lnTo>
                <a:close/>
                <a:moveTo>
                  <a:pt x="138933" y="89265"/>
                </a:moveTo>
                <a:lnTo>
                  <a:pt x="142269" y="85929"/>
                </a:lnTo>
                <a:lnTo>
                  <a:pt x="146939" y="85929"/>
                </a:lnTo>
                <a:lnTo>
                  <a:pt x="148473" y="87464"/>
                </a:lnTo>
                <a:lnTo>
                  <a:pt x="143069" y="87464"/>
                </a:lnTo>
                <a:lnTo>
                  <a:pt x="142903" y="87464"/>
                </a:lnTo>
                <a:lnTo>
                  <a:pt x="138933" y="91400"/>
                </a:lnTo>
                <a:close/>
                <a:moveTo>
                  <a:pt x="149841" y="81659"/>
                </a:moveTo>
                <a:lnTo>
                  <a:pt x="153543" y="77923"/>
                </a:lnTo>
                <a:lnTo>
                  <a:pt x="153543" y="85696"/>
                </a:lnTo>
                <a:lnTo>
                  <a:pt x="151876" y="87363"/>
                </a:lnTo>
                <a:lnTo>
                  <a:pt x="149841" y="87363"/>
                </a:lnTo>
                <a:lnTo>
                  <a:pt x="149841" y="81659"/>
                </a:lnTo>
                <a:close/>
                <a:moveTo>
                  <a:pt x="154344" y="77923"/>
                </a:moveTo>
                <a:lnTo>
                  <a:pt x="158047" y="81659"/>
                </a:lnTo>
                <a:lnTo>
                  <a:pt x="158047" y="87363"/>
                </a:lnTo>
                <a:lnTo>
                  <a:pt x="156012" y="87363"/>
                </a:lnTo>
                <a:lnTo>
                  <a:pt x="154344" y="85662"/>
                </a:lnTo>
                <a:lnTo>
                  <a:pt x="154344" y="77923"/>
                </a:lnTo>
                <a:close/>
                <a:moveTo>
                  <a:pt x="160949" y="85929"/>
                </a:moveTo>
                <a:lnTo>
                  <a:pt x="165619" y="85929"/>
                </a:lnTo>
                <a:lnTo>
                  <a:pt x="168954" y="89265"/>
                </a:lnTo>
                <a:lnTo>
                  <a:pt x="168954" y="91400"/>
                </a:lnTo>
                <a:lnTo>
                  <a:pt x="164985" y="87464"/>
                </a:lnTo>
                <a:lnTo>
                  <a:pt x="164852" y="87464"/>
                </a:lnTo>
                <a:lnTo>
                  <a:pt x="159414" y="87464"/>
                </a:lnTo>
                <a:close/>
                <a:moveTo>
                  <a:pt x="169755" y="89265"/>
                </a:moveTo>
                <a:lnTo>
                  <a:pt x="173057" y="85929"/>
                </a:lnTo>
                <a:lnTo>
                  <a:pt x="177761" y="85929"/>
                </a:lnTo>
                <a:lnTo>
                  <a:pt x="179262" y="87464"/>
                </a:lnTo>
                <a:lnTo>
                  <a:pt x="173691" y="87464"/>
                </a:lnTo>
                <a:lnTo>
                  <a:pt x="169755" y="91400"/>
                </a:lnTo>
                <a:close/>
                <a:moveTo>
                  <a:pt x="180629" y="81659"/>
                </a:moveTo>
                <a:lnTo>
                  <a:pt x="184332" y="77923"/>
                </a:lnTo>
                <a:lnTo>
                  <a:pt x="184332" y="85696"/>
                </a:lnTo>
                <a:lnTo>
                  <a:pt x="182664" y="87363"/>
                </a:lnTo>
                <a:lnTo>
                  <a:pt x="180629" y="87363"/>
                </a:lnTo>
                <a:lnTo>
                  <a:pt x="180629" y="81659"/>
                </a:lnTo>
                <a:close/>
                <a:moveTo>
                  <a:pt x="185133" y="77923"/>
                </a:moveTo>
                <a:lnTo>
                  <a:pt x="188869" y="81659"/>
                </a:lnTo>
                <a:lnTo>
                  <a:pt x="188869" y="87363"/>
                </a:lnTo>
                <a:lnTo>
                  <a:pt x="186801" y="87363"/>
                </a:lnTo>
                <a:lnTo>
                  <a:pt x="185133" y="85662"/>
                </a:lnTo>
                <a:lnTo>
                  <a:pt x="185133" y="77923"/>
                </a:lnTo>
                <a:close/>
                <a:moveTo>
                  <a:pt x="191737" y="85929"/>
                </a:moveTo>
                <a:lnTo>
                  <a:pt x="196441" y="85929"/>
                </a:lnTo>
                <a:lnTo>
                  <a:pt x="199743" y="89265"/>
                </a:lnTo>
                <a:lnTo>
                  <a:pt x="199743" y="91400"/>
                </a:lnTo>
                <a:lnTo>
                  <a:pt x="195807" y="87464"/>
                </a:lnTo>
                <a:lnTo>
                  <a:pt x="190203" y="87464"/>
                </a:lnTo>
                <a:close/>
                <a:moveTo>
                  <a:pt x="200544" y="89265"/>
                </a:moveTo>
                <a:lnTo>
                  <a:pt x="203846" y="85929"/>
                </a:lnTo>
                <a:lnTo>
                  <a:pt x="208549" y="85929"/>
                </a:lnTo>
                <a:lnTo>
                  <a:pt x="210084" y="87464"/>
                </a:lnTo>
                <a:lnTo>
                  <a:pt x="204647" y="87464"/>
                </a:lnTo>
                <a:lnTo>
                  <a:pt x="204480" y="87464"/>
                </a:lnTo>
                <a:lnTo>
                  <a:pt x="200544" y="91400"/>
                </a:lnTo>
                <a:close/>
                <a:moveTo>
                  <a:pt x="211418" y="81659"/>
                </a:moveTo>
                <a:lnTo>
                  <a:pt x="215154" y="77923"/>
                </a:lnTo>
                <a:lnTo>
                  <a:pt x="215154" y="85696"/>
                </a:lnTo>
                <a:lnTo>
                  <a:pt x="213453" y="87363"/>
                </a:lnTo>
                <a:lnTo>
                  <a:pt x="211418" y="87363"/>
                </a:lnTo>
                <a:lnTo>
                  <a:pt x="211418" y="81659"/>
                </a:lnTo>
                <a:close/>
                <a:moveTo>
                  <a:pt x="211418" y="72286"/>
                </a:moveTo>
                <a:lnTo>
                  <a:pt x="211418" y="66582"/>
                </a:lnTo>
                <a:lnTo>
                  <a:pt x="213453" y="66582"/>
                </a:lnTo>
                <a:lnTo>
                  <a:pt x="215154" y="68283"/>
                </a:lnTo>
                <a:lnTo>
                  <a:pt x="215154" y="76022"/>
                </a:lnTo>
                <a:close/>
                <a:moveTo>
                  <a:pt x="213887" y="65915"/>
                </a:moveTo>
                <a:lnTo>
                  <a:pt x="213620" y="65815"/>
                </a:lnTo>
                <a:lnTo>
                  <a:pt x="211718" y="65815"/>
                </a:lnTo>
                <a:lnTo>
                  <a:pt x="213019" y="64514"/>
                </a:lnTo>
                <a:lnTo>
                  <a:pt x="214320" y="64514"/>
                </a:lnTo>
                <a:lnTo>
                  <a:pt x="215154" y="65348"/>
                </a:lnTo>
                <a:lnTo>
                  <a:pt x="215154" y="67149"/>
                </a:lnTo>
                <a:close/>
                <a:moveTo>
                  <a:pt x="212586" y="64113"/>
                </a:moveTo>
                <a:lnTo>
                  <a:pt x="211318" y="65381"/>
                </a:lnTo>
                <a:lnTo>
                  <a:pt x="211318" y="63346"/>
                </a:lnTo>
                <a:lnTo>
                  <a:pt x="209950" y="61979"/>
                </a:lnTo>
                <a:lnTo>
                  <a:pt x="211785" y="61979"/>
                </a:lnTo>
                <a:lnTo>
                  <a:pt x="212586" y="62813"/>
                </a:lnTo>
                <a:lnTo>
                  <a:pt x="212586" y="64113"/>
                </a:lnTo>
                <a:close/>
                <a:moveTo>
                  <a:pt x="211785" y="61178"/>
                </a:moveTo>
                <a:lnTo>
                  <a:pt x="209950" y="61178"/>
                </a:lnTo>
                <a:lnTo>
                  <a:pt x="211318" y="59844"/>
                </a:lnTo>
                <a:lnTo>
                  <a:pt x="211318" y="57776"/>
                </a:lnTo>
                <a:lnTo>
                  <a:pt x="212586" y="59077"/>
                </a:lnTo>
                <a:lnTo>
                  <a:pt x="212586" y="60377"/>
                </a:lnTo>
                <a:close/>
                <a:moveTo>
                  <a:pt x="213453" y="56575"/>
                </a:moveTo>
                <a:lnTo>
                  <a:pt x="211418" y="56575"/>
                </a:lnTo>
                <a:lnTo>
                  <a:pt x="211418" y="50871"/>
                </a:lnTo>
                <a:lnTo>
                  <a:pt x="215154" y="47135"/>
                </a:lnTo>
                <a:lnTo>
                  <a:pt x="215154" y="54874"/>
                </a:lnTo>
                <a:close/>
                <a:moveTo>
                  <a:pt x="211418" y="41497"/>
                </a:moveTo>
                <a:lnTo>
                  <a:pt x="211418" y="35793"/>
                </a:lnTo>
                <a:lnTo>
                  <a:pt x="213453" y="35793"/>
                </a:lnTo>
                <a:lnTo>
                  <a:pt x="215154" y="37494"/>
                </a:lnTo>
                <a:lnTo>
                  <a:pt x="215154" y="45233"/>
                </a:lnTo>
                <a:close/>
                <a:moveTo>
                  <a:pt x="213887" y="35126"/>
                </a:moveTo>
                <a:lnTo>
                  <a:pt x="213620" y="34993"/>
                </a:lnTo>
                <a:lnTo>
                  <a:pt x="211718" y="34993"/>
                </a:lnTo>
                <a:lnTo>
                  <a:pt x="213019" y="33725"/>
                </a:lnTo>
                <a:lnTo>
                  <a:pt x="214320" y="33725"/>
                </a:lnTo>
                <a:lnTo>
                  <a:pt x="215154" y="34559"/>
                </a:lnTo>
                <a:lnTo>
                  <a:pt x="215154" y="36360"/>
                </a:lnTo>
                <a:close/>
                <a:moveTo>
                  <a:pt x="210518" y="32858"/>
                </a:moveTo>
                <a:lnTo>
                  <a:pt x="210518" y="34893"/>
                </a:lnTo>
                <a:lnTo>
                  <a:pt x="204813" y="34893"/>
                </a:lnTo>
                <a:lnTo>
                  <a:pt x="201077" y="31190"/>
                </a:lnTo>
                <a:lnTo>
                  <a:pt x="208850" y="31190"/>
                </a:lnTo>
                <a:close/>
                <a:moveTo>
                  <a:pt x="195473" y="34893"/>
                </a:moveTo>
                <a:lnTo>
                  <a:pt x="189736" y="34893"/>
                </a:lnTo>
                <a:lnTo>
                  <a:pt x="189736" y="32858"/>
                </a:lnTo>
                <a:lnTo>
                  <a:pt x="191437" y="31190"/>
                </a:lnTo>
                <a:lnTo>
                  <a:pt x="199176" y="31190"/>
                </a:lnTo>
                <a:close/>
                <a:moveTo>
                  <a:pt x="187268" y="33725"/>
                </a:moveTo>
                <a:lnTo>
                  <a:pt x="188535" y="34993"/>
                </a:lnTo>
                <a:lnTo>
                  <a:pt x="186667" y="34993"/>
                </a:lnTo>
                <a:lnTo>
                  <a:pt x="186367" y="35126"/>
                </a:lnTo>
                <a:lnTo>
                  <a:pt x="185133" y="36360"/>
                </a:lnTo>
                <a:lnTo>
                  <a:pt x="185133" y="34559"/>
                </a:lnTo>
                <a:lnTo>
                  <a:pt x="185967" y="33725"/>
                </a:lnTo>
                <a:lnTo>
                  <a:pt x="187268" y="33725"/>
                </a:lnTo>
                <a:close/>
                <a:moveTo>
                  <a:pt x="184332" y="36360"/>
                </a:moveTo>
                <a:lnTo>
                  <a:pt x="183098" y="35126"/>
                </a:lnTo>
                <a:lnTo>
                  <a:pt x="182831" y="34993"/>
                </a:lnTo>
                <a:lnTo>
                  <a:pt x="180930" y="34993"/>
                </a:lnTo>
                <a:lnTo>
                  <a:pt x="182231" y="33725"/>
                </a:lnTo>
                <a:lnTo>
                  <a:pt x="183532" y="33725"/>
                </a:lnTo>
                <a:lnTo>
                  <a:pt x="184332" y="34559"/>
                </a:lnTo>
                <a:close/>
                <a:moveTo>
                  <a:pt x="179729" y="32858"/>
                </a:moveTo>
                <a:lnTo>
                  <a:pt x="179729" y="34893"/>
                </a:lnTo>
                <a:lnTo>
                  <a:pt x="174025" y="34893"/>
                </a:lnTo>
                <a:lnTo>
                  <a:pt x="170289" y="31190"/>
                </a:lnTo>
                <a:lnTo>
                  <a:pt x="178061" y="31190"/>
                </a:lnTo>
                <a:close/>
                <a:moveTo>
                  <a:pt x="164685" y="34893"/>
                </a:moveTo>
                <a:lnTo>
                  <a:pt x="158947" y="34893"/>
                </a:lnTo>
                <a:lnTo>
                  <a:pt x="158947" y="32858"/>
                </a:lnTo>
                <a:lnTo>
                  <a:pt x="160649" y="31190"/>
                </a:lnTo>
                <a:lnTo>
                  <a:pt x="168387" y="31190"/>
                </a:lnTo>
                <a:close/>
                <a:moveTo>
                  <a:pt x="156479" y="33725"/>
                </a:moveTo>
                <a:lnTo>
                  <a:pt x="157746" y="34993"/>
                </a:lnTo>
                <a:lnTo>
                  <a:pt x="155878" y="34993"/>
                </a:lnTo>
                <a:lnTo>
                  <a:pt x="155578" y="35126"/>
                </a:lnTo>
                <a:lnTo>
                  <a:pt x="154344" y="36360"/>
                </a:lnTo>
                <a:lnTo>
                  <a:pt x="154344" y="34559"/>
                </a:lnTo>
                <a:lnTo>
                  <a:pt x="155178" y="33725"/>
                </a:lnTo>
                <a:lnTo>
                  <a:pt x="156479" y="33725"/>
                </a:lnTo>
                <a:close/>
                <a:moveTo>
                  <a:pt x="153543" y="36360"/>
                </a:moveTo>
                <a:lnTo>
                  <a:pt x="152309" y="35126"/>
                </a:lnTo>
                <a:lnTo>
                  <a:pt x="152042" y="34993"/>
                </a:lnTo>
                <a:lnTo>
                  <a:pt x="150141" y="34993"/>
                </a:lnTo>
                <a:lnTo>
                  <a:pt x="151442" y="33725"/>
                </a:lnTo>
                <a:lnTo>
                  <a:pt x="152743" y="33725"/>
                </a:lnTo>
                <a:lnTo>
                  <a:pt x="153543" y="34559"/>
                </a:lnTo>
                <a:close/>
                <a:moveTo>
                  <a:pt x="148940" y="32858"/>
                </a:moveTo>
                <a:lnTo>
                  <a:pt x="148940" y="34893"/>
                </a:lnTo>
                <a:lnTo>
                  <a:pt x="143236" y="34893"/>
                </a:lnTo>
                <a:lnTo>
                  <a:pt x="139500" y="31190"/>
                </a:lnTo>
                <a:lnTo>
                  <a:pt x="147239" y="31190"/>
                </a:lnTo>
                <a:close/>
                <a:moveTo>
                  <a:pt x="133896" y="34893"/>
                </a:moveTo>
                <a:lnTo>
                  <a:pt x="128159" y="34893"/>
                </a:lnTo>
                <a:lnTo>
                  <a:pt x="128159" y="32858"/>
                </a:lnTo>
                <a:lnTo>
                  <a:pt x="129860" y="31190"/>
                </a:lnTo>
                <a:lnTo>
                  <a:pt x="137599" y="31190"/>
                </a:lnTo>
                <a:close/>
                <a:moveTo>
                  <a:pt x="125690" y="33725"/>
                </a:moveTo>
                <a:lnTo>
                  <a:pt x="126958" y="34993"/>
                </a:lnTo>
                <a:lnTo>
                  <a:pt x="125056" y="34993"/>
                </a:lnTo>
                <a:lnTo>
                  <a:pt x="124790" y="35126"/>
                </a:lnTo>
                <a:lnTo>
                  <a:pt x="123555" y="36360"/>
                </a:lnTo>
                <a:lnTo>
                  <a:pt x="123555" y="34559"/>
                </a:lnTo>
                <a:lnTo>
                  <a:pt x="124389" y="33725"/>
                </a:lnTo>
                <a:lnTo>
                  <a:pt x="125690" y="33725"/>
                </a:lnTo>
                <a:close/>
                <a:moveTo>
                  <a:pt x="122755" y="36360"/>
                </a:moveTo>
                <a:lnTo>
                  <a:pt x="121521" y="35126"/>
                </a:lnTo>
                <a:lnTo>
                  <a:pt x="121254" y="34993"/>
                </a:lnTo>
                <a:lnTo>
                  <a:pt x="119352" y="34993"/>
                </a:lnTo>
                <a:lnTo>
                  <a:pt x="120653" y="33725"/>
                </a:lnTo>
                <a:lnTo>
                  <a:pt x="121954" y="33725"/>
                </a:lnTo>
                <a:lnTo>
                  <a:pt x="122755" y="34559"/>
                </a:lnTo>
                <a:lnTo>
                  <a:pt x="122755" y="36360"/>
                </a:lnTo>
                <a:close/>
                <a:moveTo>
                  <a:pt x="118152" y="32858"/>
                </a:moveTo>
                <a:lnTo>
                  <a:pt x="118152" y="34893"/>
                </a:lnTo>
                <a:lnTo>
                  <a:pt x="112447" y="34893"/>
                </a:lnTo>
                <a:lnTo>
                  <a:pt x="108711" y="31190"/>
                </a:lnTo>
                <a:lnTo>
                  <a:pt x="116450" y="31190"/>
                </a:lnTo>
                <a:close/>
                <a:moveTo>
                  <a:pt x="103074" y="34893"/>
                </a:moveTo>
                <a:lnTo>
                  <a:pt x="97370" y="34893"/>
                </a:lnTo>
                <a:lnTo>
                  <a:pt x="97370" y="32858"/>
                </a:lnTo>
                <a:lnTo>
                  <a:pt x="99071" y="31190"/>
                </a:lnTo>
                <a:lnTo>
                  <a:pt x="106810" y="31190"/>
                </a:lnTo>
                <a:close/>
                <a:moveTo>
                  <a:pt x="94868" y="33725"/>
                </a:moveTo>
                <a:lnTo>
                  <a:pt x="96169" y="34993"/>
                </a:lnTo>
                <a:lnTo>
                  <a:pt x="94268" y="34993"/>
                </a:lnTo>
                <a:lnTo>
                  <a:pt x="94001" y="35126"/>
                </a:lnTo>
                <a:lnTo>
                  <a:pt x="92767" y="36360"/>
                </a:lnTo>
                <a:lnTo>
                  <a:pt x="92767" y="34559"/>
                </a:lnTo>
                <a:lnTo>
                  <a:pt x="93567" y="33725"/>
                </a:lnTo>
                <a:lnTo>
                  <a:pt x="94868" y="33725"/>
                </a:lnTo>
                <a:close/>
                <a:moveTo>
                  <a:pt x="91966" y="36360"/>
                </a:moveTo>
                <a:lnTo>
                  <a:pt x="90732" y="35126"/>
                </a:lnTo>
                <a:lnTo>
                  <a:pt x="90465" y="34993"/>
                </a:lnTo>
                <a:lnTo>
                  <a:pt x="88564" y="34993"/>
                </a:lnTo>
                <a:lnTo>
                  <a:pt x="89865" y="33725"/>
                </a:lnTo>
                <a:lnTo>
                  <a:pt x="91166" y="33725"/>
                </a:lnTo>
                <a:lnTo>
                  <a:pt x="91966" y="34559"/>
                </a:lnTo>
                <a:lnTo>
                  <a:pt x="91966" y="36360"/>
                </a:lnTo>
                <a:close/>
                <a:moveTo>
                  <a:pt x="87363" y="32858"/>
                </a:moveTo>
                <a:lnTo>
                  <a:pt x="87363" y="34893"/>
                </a:lnTo>
                <a:lnTo>
                  <a:pt x="81659" y="34893"/>
                </a:lnTo>
                <a:lnTo>
                  <a:pt x="77923" y="31190"/>
                </a:lnTo>
                <a:lnTo>
                  <a:pt x="85662" y="31190"/>
                </a:lnTo>
                <a:close/>
                <a:moveTo>
                  <a:pt x="72285" y="34893"/>
                </a:moveTo>
                <a:lnTo>
                  <a:pt x="66581" y="34893"/>
                </a:lnTo>
                <a:lnTo>
                  <a:pt x="66581" y="32858"/>
                </a:lnTo>
                <a:lnTo>
                  <a:pt x="68249" y="31190"/>
                </a:lnTo>
                <a:lnTo>
                  <a:pt x="76021" y="31190"/>
                </a:lnTo>
                <a:close/>
                <a:moveTo>
                  <a:pt x="64080" y="33725"/>
                </a:moveTo>
                <a:lnTo>
                  <a:pt x="65381" y="34993"/>
                </a:lnTo>
                <a:lnTo>
                  <a:pt x="63479" y="34993"/>
                </a:lnTo>
                <a:lnTo>
                  <a:pt x="63212" y="35126"/>
                </a:lnTo>
                <a:lnTo>
                  <a:pt x="61978" y="36360"/>
                </a:lnTo>
                <a:lnTo>
                  <a:pt x="61978" y="34559"/>
                </a:lnTo>
                <a:lnTo>
                  <a:pt x="62779" y="33725"/>
                </a:lnTo>
                <a:lnTo>
                  <a:pt x="64080" y="33725"/>
                </a:lnTo>
                <a:close/>
                <a:moveTo>
                  <a:pt x="61178" y="36360"/>
                </a:moveTo>
                <a:lnTo>
                  <a:pt x="59943" y="35126"/>
                </a:lnTo>
                <a:lnTo>
                  <a:pt x="59676" y="34993"/>
                </a:lnTo>
                <a:lnTo>
                  <a:pt x="57775" y="34993"/>
                </a:lnTo>
                <a:lnTo>
                  <a:pt x="59043" y="33725"/>
                </a:lnTo>
                <a:lnTo>
                  <a:pt x="60344" y="33725"/>
                </a:lnTo>
                <a:lnTo>
                  <a:pt x="61178" y="34559"/>
                </a:lnTo>
                <a:close/>
                <a:moveTo>
                  <a:pt x="56574" y="32858"/>
                </a:moveTo>
                <a:lnTo>
                  <a:pt x="56574" y="34893"/>
                </a:lnTo>
                <a:lnTo>
                  <a:pt x="50837" y="34893"/>
                </a:lnTo>
                <a:lnTo>
                  <a:pt x="47134" y="31190"/>
                </a:lnTo>
                <a:lnTo>
                  <a:pt x="54873" y="31190"/>
                </a:lnTo>
                <a:close/>
                <a:moveTo>
                  <a:pt x="41497" y="34893"/>
                </a:moveTo>
                <a:lnTo>
                  <a:pt x="35793" y="34893"/>
                </a:lnTo>
                <a:lnTo>
                  <a:pt x="35793" y="32858"/>
                </a:lnTo>
                <a:lnTo>
                  <a:pt x="37461" y="31190"/>
                </a:lnTo>
                <a:lnTo>
                  <a:pt x="45233" y="31190"/>
                </a:lnTo>
                <a:close/>
                <a:moveTo>
                  <a:pt x="33291" y="33725"/>
                </a:moveTo>
                <a:lnTo>
                  <a:pt x="34592" y="34993"/>
                </a:lnTo>
                <a:lnTo>
                  <a:pt x="32691" y="34993"/>
                </a:lnTo>
                <a:lnTo>
                  <a:pt x="32424" y="35126"/>
                </a:lnTo>
                <a:lnTo>
                  <a:pt x="31189" y="36360"/>
                </a:lnTo>
                <a:lnTo>
                  <a:pt x="31189" y="34559"/>
                </a:lnTo>
                <a:lnTo>
                  <a:pt x="31990" y="33725"/>
                </a:lnTo>
                <a:lnTo>
                  <a:pt x="33291" y="33725"/>
                </a:lnTo>
                <a:close/>
                <a:moveTo>
                  <a:pt x="30389" y="57809"/>
                </a:moveTo>
                <a:lnTo>
                  <a:pt x="29555" y="58643"/>
                </a:lnTo>
                <a:lnTo>
                  <a:pt x="28254" y="58643"/>
                </a:lnTo>
                <a:lnTo>
                  <a:pt x="26986" y="57375"/>
                </a:lnTo>
                <a:lnTo>
                  <a:pt x="28854" y="57375"/>
                </a:lnTo>
                <a:lnTo>
                  <a:pt x="29155" y="57242"/>
                </a:lnTo>
                <a:lnTo>
                  <a:pt x="30389" y="56008"/>
                </a:lnTo>
                <a:lnTo>
                  <a:pt x="30389" y="57809"/>
                </a:lnTo>
                <a:close/>
                <a:moveTo>
                  <a:pt x="28521" y="60811"/>
                </a:moveTo>
                <a:lnTo>
                  <a:pt x="28621" y="60511"/>
                </a:lnTo>
                <a:lnTo>
                  <a:pt x="28621" y="59443"/>
                </a:lnTo>
                <a:lnTo>
                  <a:pt x="29889" y="59443"/>
                </a:lnTo>
                <a:lnTo>
                  <a:pt x="30789" y="58543"/>
                </a:lnTo>
                <a:lnTo>
                  <a:pt x="31656" y="59443"/>
                </a:lnTo>
                <a:lnTo>
                  <a:pt x="32924" y="59443"/>
                </a:lnTo>
                <a:lnTo>
                  <a:pt x="32924" y="60511"/>
                </a:lnTo>
                <a:lnTo>
                  <a:pt x="33057" y="60811"/>
                </a:lnTo>
                <a:lnTo>
                  <a:pt x="33825" y="61578"/>
                </a:lnTo>
                <a:lnTo>
                  <a:pt x="33057" y="62346"/>
                </a:lnTo>
                <a:lnTo>
                  <a:pt x="32924" y="62612"/>
                </a:lnTo>
                <a:lnTo>
                  <a:pt x="32924" y="63713"/>
                </a:lnTo>
                <a:lnTo>
                  <a:pt x="31656" y="63713"/>
                </a:lnTo>
                <a:lnTo>
                  <a:pt x="30789" y="64614"/>
                </a:lnTo>
                <a:lnTo>
                  <a:pt x="29889" y="63713"/>
                </a:lnTo>
                <a:lnTo>
                  <a:pt x="28621" y="63713"/>
                </a:lnTo>
                <a:lnTo>
                  <a:pt x="28621" y="62612"/>
                </a:lnTo>
                <a:lnTo>
                  <a:pt x="28521" y="62346"/>
                </a:lnTo>
                <a:lnTo>
                  <a:pt x="27754" y="61578"/>
                </a:lnTo>
                <a:close/>
                <a:moveTo>
                  <a:pt x="28254" y="64514"/>
                </a:moveTo>
                <a:lnTo>
                  <a:pt x="29555" y="64514"/>
                </a:lnTo>
                <a:lnTo>
                  <a:pt x="30389" y="65348"/>
                </a:lnTo>
                <a:lnTo>
                  <a:pt x="30389" y="67149"/>
                </a:lnTo>
                <a:lnTo>
                  <a:pt x="29155" y="65915"/>
                </a:lnTo>
                <a:lnTo>
                  <a:pt x="28854" y="65781"/>
                </a:lnTo>
                <a:lnTo>
                  <a:pt x="26986" y="65781"/>
                </a:lnTo>
                <a:close/>
                <a:moveTo>
                  <a:pt x="31189" y="86796"/>
                </a:moveTo>
                <a:lnTo>
                  <a:pt x="32424" y="88031"/>
                </a:lnTo>
                <a:lnTo>
                  <a:pt x="32691" y="88164"/>
                </a:lnTo>
                <a:lnTo>
                  <a:pt x="34592" y="88164"/>
                </a:lnTo>
                <a:lnTo>
                  <a:pt x="33291" y="89432"/>
                </a:lnTo>
                <a:lnTo>
                  <a:pt x="31990" y="89432"/>
                </a:lnTo>
                <a:lnTo>
                  <a:pt x="31189" y="88631"/>
                </a:lnTo>
                <a:lnTo>
                  <a:pt x="31189" y="86796"/>
                </a:lnTo>
                <a:close/>
                <a:moveTo>
                  <a:pt x="35793" y="90299"/>
                </a:moveTo>
                <a:lnTo>
                  <a:pt x="35793" y="88264"/>
                </a:lnTo>
                <a:lnTo>
                  <a:pt x="41497" y="88264"/>
                </a:lnTo>
                <a:lnTo>
                  <a:pt x="45233" y="91967"/>
                </a:lnTo>
                <a:lnTo>
                  <a:pt x="37461" y="91967"/>
                </a:lnTo>
                <a:close/>
                <a:moveTo>
                  <a:pt x="50837" y="88264"/>
                </a:moveTo>
                <a:lnTo>
                  <a:pt x="56574" y="88264"/>
                </a:lnTo>
                <a:lnTo>
                  <a:pt x="56574" y="90299"/>
                </a:lnTo>
                <a:lnTo>
                  <a:pt x="54873" y="91967"/>
                </a:lnTo>
                <a:lnTo>
                  <a:pt x="47134" y="91967"/>
                </a:lnTo>
                <a:close/>
                <a:moveTo>
                  <a:pt x="59043" y="89432"/>
                </a:moveTo>
                <a:lnTo>
                  <a:pt x="57775" y="88164"/>
                </a:lnTo>
                <a:lnTo>
                  <a:pt x="59676" y="88164"/>
                </a:lnTo>
                <a:lnTo>
                  <a:pt x="59943" y="88031"/>
                </a:lnTo>
                <a:lnTo>
                  <a:pt x="61178" y="86796"/>
                </a:lnTo>
                <a:lnTo>
                  <a:pt x="61178" y="88598"/>
                </a:lnTo>
                <a:lnTo>
                  <a:pt x="60344" y="89432"/>
                </a:lnTo>
                <a:lnTo>
                  <a:pt x="59043" y="89432"/>
                </a:lnTo>
                <a:close/>
                <a:moveTo>
                  <a:pt x="61978" y="86796"/>
                </a:moveTo>
                <a:lnTo>
                  <a:pt x="63212" y="88031"/>
                </a:lnTo>
                <a:lnTo>
                  <a:pt x="63479" y="88164"/>
                </a:lnTo>
                <a:lnTo>
                  <a:pt x="65381" y="88164"/>
                </a:lnTo>
                <a:lnTo>
                  <a:pt x="64080" y="89432"/>
                </a:lnTo>
                <a:lnTo>
                  <a:pt x="62779" y="89432"/>
                </a:lnTo>
                <a:lnTo>
                  <a:pt x="61978" y="88631"/>
                </a:lnTo>
                <a:close/>
                <a:moveTo>
                  <a:pt x="66581" y="90299"/>
                </a:moveTo>
                <a:lnTo>
                  <a:pt x="66581" y="88264"/>
                </a:lnTo>
                <a:lnTo>
                  <a:pt x="72285" y="88264"/>
                </a:lnTo>
                <a:lnTo>
                  <a:pt x="76021" y="91967"/>
                </a:lnTo>
                <a:lnTo>
                  <a:pt x="68249" y="91967"/>
                </a:lnTo>
                <a:close/>
                <a:moveTo>
                  <a:pt x="81659" y="88264"/>
                </a:moveTo>
                <a:lnTo>
                  <a:pt x="87363" y="88264"/>
                </a:lnTo>
                <a:lnTo>
                  <a:pt x="87363" y="90299"/>
                </a:lnTo>
                <a:lnTo>
                  <a:pt x="85662" y="91967"/>
                </a:lnTo>
                <a:lnTo>
                  <a:pt x="77923" y="91967"/>
                </a:lnTo>
                <a:close/>
                <a:moveTo>
                  <a:pt x="89831" y="89432"/>
                </a:moveTo>
                <a:lnTo>
                  <a:pt x="88564" y="88164"/>
                </a:lnTo>
                <a:lnTo>
                  <a:pt x="90465" y="88164"/>
                </a:lnTo>
                <a:lnTo>
                  <a:pt x="90732" y="88031"/>
                </a:lnTo>
                <a:lnTo>
                  <a:pt x="91966" y="86796"/>
                </a:lnTo>
                <a:lnTo>
                  <a:pt x="91966" y="88598"/>
                </a:lnTo>
                <a:lnTo>
                  <a:pt x="91132" y="89432"/>
                </a:lnTo>
                <a:lnTo>
                  <a:pt x="89831" y="89432"/>
                </a:lnTo>
                <a:close/>
                <a:moveTo>
                  <a:pt x="92767" y="86796"/>
                </a:moveTo>
                <a:lnTo>
                  <a:pt x="94001" y="88031"/>
                </a:lnTo>
                <a:lnTo>
                  <a:pt x="94268" y="88164"/>
                </a:lnTo>
                <a:lnTo>
                  <a:pt x="96169" y="88164"/>
                </a:lnTo>
                <a:lnTo>
                  <a:pt x="94868" y="89432"/>
                </a:lnTo>
                <a:lnTo>
                  <a:pt x="93567" y="89432"/>
                </a:lnTo>
                <a:lnTo>
                  <a:pt x="92767" y="88631"/>
                </a:lnTo>
                <a:lnTo>
                  <a:pt x="92767" y="86796"/>
                </a:lnTo>
                <a:close/>
                <a:moveTo>
                  <a:pt x="97370" y="90299"/>
                </a:moveTo>
                <a:lnTo>
                  <a:pt x="97370" y="88264"/>
                </a:lnTo>
                <a:lnTo>
                  <a:pt x="103074" y="88264"/>
                </a:lnTo>
                <a:lnTo>
                  <a:pt x="106810" y="91967"/>
                </a:lnTo>
                <a:lnTo>
                  <a:pt x="99071" y="91967"/>
                </a:lnTo>
                <a:close/>
                <a:moveTo>
                  <a:pt x="112447" y="88264"/>
                </a:moveTo>
                <a:lnTo>
                  <a:pt x="118152" y="88264"/>
                </a:lnTo>
                <a:lnTo>
                  <a:pt x="118152" y="90299"/>
                </a:lnTo>
                <a:lnTo>
                  <a:pt x="116450" y="91967"/>
                </a:lnTo>
                <a:lnTo>
                  <a:pt x="108711" y="91967"/>
                </a:lnTo>
                <a:close/>
                <a:moveTo>
                  <a:pt x="120653" y="89432"/>
                </a:moveTo>
                <a:lnTo>
                  <a:pt x="119352" y="88164"/>
                </a:lnTo>
                <a:lnTo>
                  <a:pt x="121254" y="88164"/>
                </a:lnTo>
                <a:lnTo>
                  <a:pt x="121521" y="88031"/>
                </a:lnTo>
                <a:lnTo>
                  <a:pt x="122755" y="86796"/>
                </a:lnTo>
                <a:lnTo>
                  <a:pt x="122755" y="88598"/>
                </a:lnTo>
                <a:lnTo>
                  <a:pt x="121954" y="89432"/>
                </a:lnTo>
                <a:lnTo>
                  <a:pt x="120653" y="89432"/>
                </a:lnTo>
                <a:close/>
                <a:moveTo>
                  <a:pt x="123555" y="86796"/>
                </a:moveTo>
                <a:lnTo>
                  <a:pt x="124790" y="88031"/>
                </a:lnTo>
                <a:lnTo>
                  <a:pt x="125056" y="88164"/>
                </a:lnTo>
                <a:lnTo>
                  <a:pt x="126958" y="88164"/>
                </a:lnTo>
                <a:lnTo>
                  <a:pt x="125657" y="89432"/>
                </a:lnTo>
                <a:lnTo>
                  <a:pt x="124356" y="89432"/>
                </a:lnTo>
                <a:lnTo>
                  <a:pt x="123555" y="88631"/>
                </a:lnTo>
                <a:lnTo>
                  <a:pt x="123555" y="86796"/>
                </a:lnTo>
                <a:close/>
                <a:moveTo>
                  <a:pt x="128159" y="90299"/>
                </a:moveTo>
                <a:lnTo>
                  <a:pt x="128159" y="88264"/>
                </a:lnTo>
                <a:lnTo>
                  <a:pt x="133863" y="88264"/>
                </a:lnTo>
                <a:lnTo>
                  <a:pt x="137599" y="91967"/>
                </a:lnTo>
                <a:lnTo>
                  <a:pt x="129860" y="91967"/>
                </a:lnTo>
                <a:close/>
                <a:moveTo>
                  <a:pt x="143236" y="88264"/>
                </a:moveTo>
                <a:lnTo>
                  <a:pt x="148940" y="88264"/>
                </a:lnTo>
                <a:lnTo>
                  <a:pt x="148940" y="90299"/>
                </a:lnTo>
                <a:lnTo>
                  <a:pt x="147272" y="91967"/>
                </a:lnTo>
                <a:lnTo>
                  <a:pt x="139500" y="91967"/>
                </a:lnTo>
                <a:close/>
                <a:moveTo>
                  <a:pt x="151442" y="89432"/>
                </a:moveTo>
                <a:lnTo>
                  <a:pt x="150141" y="88164"/>
                </a:lnTo>
                <a:lnTo>
                  <a:pt x="152042" y="88164"/>
                </a:lnTo>
                <a:lnTo>
                  <a:pt x="152309" y="88031"/>
                </a:lnTo>
                <a:lnTo>
                  <a:pt x="153543" y="86796"/>
                </a:lnTo>
                <a:lnTo>
                  <a:pt x="153543" y="88598"/>
                </a:lnTo>
                <a:lnTo>
                  <a:pt x="152743" y="89432"/>
                </a:lnTo>
                <a:lnTo>
                  <a:pt x="151442" y="89432"/>
                </a:lnTo>
                <a:close/>
                <a:moveTo>
                  <a:pt x="154344" y="86796"/>
                </a:moveTo>
                <a:lnTo>
                  <a:pt x="155578" y="88031"/>
                </a:lnTo>
                <a:lnTo>
                  <a:pt x="155845" y="88164"/>
                </a:lnTo>
                <a:lnTo>
                  <a:pt x="157746" y="88164"/>
                </a:lnTo>
                <a:lnTo>
                  <a:pt x="156479" y="89432"/>
                </a:lnTo>
                <a:lnTo>
                  <a:pt x="155178" y="89432"/>
                </a:lnTo>
                <a:lnTo>
                  <a:pt x="154344" y="88631"/>
                </a:lnTo>
                <a:close/>
                <a:moveTo>
                  <a:pt x="158947" y="90299"/>
                </a:moveTo>
                <a:lnTo>
                  <a:pt x="158947" y="88264"/>
                </a:lnTo>
                <a:lnTo>
                  <a:pt x="164685" y="88264"/>
                </a:lnTo>
                <a:lnTo>
                  <a:pt x="168387" y="91967"/>
                </a:lnTo>
                <a:lnTo>
                  <a:pt x="160649" y="91967"/>
                </a:lnTo>
                <a:close/>
                <a:moveTo>
                  <a:pt x="174025" y="88264"/>
                </a:moveTo>
                <a:lnTo>
                  <a:pt x="179729" y="88264"/>
                </a:lnTo>
                <a:lnTo>
                  <a:pt x="179729" y="90299"/>
                </a:lnTo>
                <a:lnTo>
                  <a:pt x="178061" y="91967"/>
                </a:lnTo>
                <a:lnTo>
                  <a:pt x="170289" y="91967"/>
                </a:lnTo>
                <a:close/>
                <a:moveTo>
                  <a:pt x="182231" y="89432"/>
                </a:moveTo>
                <a:lnTo>
                  <a:pt x="180930" y="88164"/>
                </a:lnTo>
                <a:lnTo>
                  <a:pt x="182831" y="88164"/>
                </a:lnTo>
                <a:lnTo>
                  <a:pt x="183098" y="88031"/>
                </a:lnTo>
                <a:lnTo>
                  <a:pt x="184332" y="86796"/>
                </a:lnTo>
                <a:lnTo>
                  <a:pt x="184332" y="88598"/>
                </a:lnTo>
                <a:lnTo>
                  <a:pt x="183532" y="89432"/>
                </a:lnTo>
                <a:lnTo>
                  <a:pt x="182231" y="89432"/>
                </a:lnTo>
                <a:close/>
                <a:moveTo>
                  <a:pt x="185133" y="86796"/>
                </a:moveTo>
                <a:lnTo>
                  <a:pt x="186367" y="88031"/>
                </a:lnTo>
                <a:lnTo>
                  <a:pt x="186667" y="88164"/>
                </a:lnTo>
                <a:lnTo>
                  <a:pt x="188535" y="88164"/>
                </a:lnTo>
                <a:lnTo>
                  <a:pt x="187268" y="89432"/>
                </a:lnTo>
                <a:lnTo>
                  <a:pt x="185967" y="89432"/>
                </a:lnTo>
                <a:lnTo>
                  <a:pt x="185133" y="88631"/>
                </a:lnTo>
                <a:close/>
                <a:moveTo>
                  <a:pt x="189736" y="90299"/>
                </a:moveTo>
                <a:lnTo>
                  <a:pt x="189736" y="88264"/>
                </a:lnTo>
                <a:lnTo>
                  <a:pt x="195473" y="88264"/>
                </a:lnTo>
                <a:lnTo>
                  <a:pt x="199176" y="91967"/>
                </a:lnTo>
                <a:lnTo>
                  <a:pt x="191437" y="91967"/>
                </a:lnTo>
                <a:close/>
                <a:moveTo>
                  <a:pt x="204813" y="88264"/>
                </a:moveTo>
                <a:lnTo>
                  <a:pt x="210518" y="88264"/>
                </a:lnTo>
                <a:lnTo>
                  <a:pt x="210518" y="90299"/>
                </a:lnTo>
                <a:lnTo>
                  <a:pt x="208850" y="91967"/>
                </a:lnTo>
                <a:lnTo>
                  <a:pt x="201077" y="91967"/>
                </a:lnTo>
                <a:close/>
                <a:moveTo>
                  <a:pt x="213019" y="89432"/>
                </a:moveTo>
                <a:lnTo>
                  <a:pt x="211718" y="88164"/>
                </a:lnTo>
                <a:lnTo>
                  <a:pt x="213620" y="88164"/>
                </a:lnTo>
                <a:lnTo>
                  <a:pt x="213887" y="88031"/>
                </a:lnTo>
                <a:lnTo>
                  <a:pt x="215121" y="86796"/>
                </a:lnTo>
                <a:lnTo>
                  <a:pt x="215121" y="88598"/>
                </a:lnTo>
                <a:lnTo>
                  <a:pt x="214320" y="89432"/>
                </a:lnTo>
                <a:lnTo>
                  <a:pt x="213019" y="89432"/>
                </a:lnTo>
                <a:close/>
                <a:moveTo>
                  <a:pt x="215921" y="65348"/>
                </a:moveTo>
                <a:lnTo>
                  <a:pt x="216755" y="64514"/>
                </a:lnTo>
                <a:lnTo>
                  <a:pt x="218056" y="64514"/>
                </a:lnTo>
                <a:lnTo>
                  <a:pt x="219324" y="65815"/>
                </a:lnTo>
                <a:lnTo>
                  <a:pt x="217456" y="65815"/>
                </a:lnTo>
                <a:lnTo>
                  <a:pt x="217156" y="65915"/>
                </a:lnTo>
                <a:lnTo>
                  <a:pt x="215921" y="67149"/>
                </a:lnTo>
                <a:close/>
                <a:moveTo>
                  <a:pt x="217789" y="62346"/>
                </a:moveTo>
                <a:lnTo>
                  <a:pt x="217689" y="62646"/>
                </a:lnTo>
                <a:lnTo>
                  <a:pt x="217689" y="63713"/>
                </a:lnTo>
                <a:lnTo>
                  <a:pt x="216422" y="63713"/>
                </a:lnTo>
                <a:lnTo>
                  <a:pt x="215521" y="64614"/>
                </a:lnTo>
                <a:lnTo>
                  <a:pt x="214654" y="63713"/>
                </a:lnTo>
                <a:lnTo>
                  <a:pt x="213386" y="63713"/>
                </a:lnTo>
                <a:lnTo>
                  <a:pt x="213386" y="62646"/>
                </a:lnTo>
                <a:lnTo>
                  <a:pt x="213286" y="62346"/>
                </a:lnTo>
                <a:lnTo>
                  <a:pt x="212486" y="61578"/>
                </a:lnTo>
                <a:lnTo>
                  <a:pt x="213286" y="60811"/>
                </a:lnTo>
                <a:lnTo>
                  <a:pt x="213386" y="60544"/>
                </a:lnTo>
                <a:lnTo>
                  <a:pt x="213386" y="59443"/>
                </a:lnTo>
                <a:lnTo>
                  <a:pt x="214654" y="59443"/>
                </a:lnTo>
                <a:lnTo>
                  <a:pt x="215521" y="58543"/>
                </a:lnTo>
                <a:lnTo>
                  <a:pt x="216422" y="59443"/>
                </a:lnTo>
                <a:lnTo>
                  <a:pt x="217689" y="59443"/>
                </a:lnTo>
                <a:lnTo>
                  <a:pt x="217689" y="60544"/>
                </a:lnTo>
                <a:lnTo>
                  <a:pt x="217789" y="60811"/>
                </a:lnTo>
                <a:lnTo>
                  <a:pt x="218557" y="61578"/>
                </a:lnTo>
                <a:close/>
                <a:moveTo>
                  <a:pt x="218056" y="58643"/>
                </a:moveTo>
                <a:lnTo>
                  <a:pt x="216755" y="58643"/>
                </a:lnTo>
                <a:lnTo>
                  <a:pt x="215921" y="57809"/>
                </a:lnTo>
                <a:lnTo>
                  <a:pt x="215921" y="56008"/>
                </a:lnTo>
                <a:lnTo>
                  <a:pt x="217156" y="57242"/>
                </a:lnTo>
                <a:lnTo>
                  <a:pt x="217456" y="57375"/>
                </a:lnTo>
                <a:lnTo>
                  <a:pt x="219324" y="57375"/>
                </a:lnTo>
                <a:close/>
                <a:moveTo>
                  <a:pt x="215921" y="34559"/>
                </a:moveTo>
                <a:lnTo>
                  <a:pt x="216755" y="33725"/>
                </a:lnTo>
                <a:lnTo>
                  <a:pt x="218056" y="33725"/>
                </a:lnTo>
                <a:lnTo>
                  <a:pt x="219324" y="34993"/>
                </a:lnTo>
                <a:lnTo>
                  <a:pt x="217456" y="34993"/>
                </a:lnTo>
                <a:lnTo>
                  <a:pt x="217156" y="35126"/>
                </a:lnTo>
                <a:lnTo>
                  <a:pt x="215921" y="36360"/>
                </a:lnTo>
                <a:close/>
                <a:moveTo>
                  <a:pt x="27020" y="31190"/>
                </a:moveTo>
                <a:lnTo>
                  <a:pt x="27854" y="31990"/>
                </a:lnTo>
                <a:lnTo>
                  <a:pt x="27854" y="33291"/>
                </a:lnTo>
                <a:lnTo>
                  <a:pt x="26553" y="34592"/>
                </a:lnTo>
                <a:lnTo>
                  <a:pt x="26553" y="32524"/>
                </a:lnTo>
                <a:lnTo>
                  <a:pt x="25219" y="31190"/>
                </a:lnTo>
                <a:lnTo>
                  <a:pt x="27020" y="31190"/>
                </a:lnTo>
                <a:close/>
                <a:moveTo>
                  <a:pt x="26653" y="35793"/>
                </a:moveTo>
                <a:lnTo>
                  <a:pt x="28721" y="35793"/>
                </a:lnTo>
                <a:lnTo>
                  <a:pt x="30389" y="37494"/>
                </a:lnTo>
                <a:lnTo>
                  <a:pt x="30389" y="45233"/>
                </a:lnTo>
                <a:lnTo>
                  <a:pt x="26653" y="41497"/>
                </a:lnTo>
                <a:lnTo>
                  <a:pt x="26653" y="35793"/>
                </a:lnTo>
                <a:close/>
                <a:moveTo>
                  <a:pt x="30389" y="54874"/>
                </a:moveTo>
                <a:lnTo>
                  <a:pt x="28721" y="56575"/>
                </a:lnTo>
                <a:lnTo>
                  <a:pt x="26653" y="56575"/>
                </a:lnTo>
                <a:lnTo>
                  <a:pt x="26653" y="50871"/>
                </a:lnTo>
                <a:lnTo>
                  <a:pt x="30389" y="47135"/>
                </a:lnTo>
                <a:lnTo>
                  <a:pt x="30389" y="54874"/>
                </a:lnTo>
                <a:close/>
                <a:moveTo>
                  <a:pt x="26553" y="57776"/>
                </a:moveTo>
                <a:lnTo>
                  <a:pt x="27854" y="59077"/>
                </a:lnTo>
                <a:lnTo>
                  <a:pt x="27854" y="60377"/>
                </a:lnTo>
                <a:lnTo>
                  <a:pt x="27020" y="61178"/>
                </a:lnTo>
                <a:lnTo>
                  <a:pt x="25219" y="61178"/>
                </a:lnTo>
                <a:lnTo>
                  <a:pt x="26553" y="59844"/>
                </a:lnTo>
                <a:lnTo>
                  <a:pt x="26553" y="57776"/>
                </a:lnTo>
                <a:close/>
                <a:moveTo>
                  <a:pt x="27020" y="61979"/>
                </a:moveTo>
                <a:lnTo>
                  <a:pt x="27854" y="62813"/>
                </a:lnTo>
                <a:lnTo>
                  <a:pt x="27854" y="64113"/>
                </a:lnTo>
                <a:lnTo>
                  <a:pt x="26553" y="65381"/>
                </a:lnTo>
                <a:lnTo>
                  <a:pt x="26553" y="63346"/>
                </a:lnTo>
                <a:lnTo>
                  <a:pt x="25185" y="61979"/>
                </a:lnTo>
                <a:lnTo>
                  <a:pt x="27020" y="61979"/>
                </a:lnTo>
                <a:close/>
                <a:moveTo>
                  <a:pt x="26653" y="66582"/>
                </a:moveTo>
                <a:lnTo>
                  <a:pt x="28721" y="66582"/>
                </a:lnTo>
                <a:lnTo>
                  <a:pt x="30389" y="68283"/>
                </a:lnTo>
                <a:lnTo>
                  <a:pt x="30389" y="76022"/>
                </a:lnTo>
                <a:lnTo>
                  <a:pt x="26653" y="72286"/>
                </a:lnTo>
                <a:lnTo>
                  <a:pt x="26653" y="66582"/>
                </a:lnTo>
                <a:close/>
                <a:moveTo>
                  <a:pt x="30389" y="85696"/>
                </a:moveTo>
                <a:lnTo>
                  <a:pt x="28721" y="87363"/>
                </a:lnTo>
                <a:lnTo>
                  <a:pt x="26653" y="87363"/>
                </a:lnTo>
                <a:lnTo>
                  <a:pt x="26653" y="81659"/>
                </a:lnTo>
                <a:lnTo>
                  <a:pt x="30389" y="77923"/>
                </a:lnTo>
                <a:lnTo>
                  <a:pt x="30389" y="85696"/>
                </a:lnTo>
                <a:close/>
                <a:moveTo>
                  <a:pt x="26553" y="88564"/>
                </a:moveTo>
                <a:lnTo>
                  <a:pt x="27854" y="89865"/>
                </a:lnTo>
                <a:lnTo>
                  <a:pt x="27854" y="91166"/>
                </a:lnTo>
                <a:lnTo>
                  <a:pt x="27020" y="91967"/>
                </a:lnTo>
                <a:lnTo>
                  <a:pt x="25219" y="91967"/>
                </a:lnTo>
                <a:lnTo>
                  <a:pt x="26553" y="90632"/>
                </a:lnTo>
                <a:lnTo>
                  <a:pt x="26553" y="88564"/>
                </a:lnTo>
                <a:close/>
                <a:moveTo>
                  <a:pt x="219290" y="91967"/>
                </a:moveTo>
                <a:lnTo>
                  <a:pt x="218457" y="91166"/>
                </a:lnTo>
                <a:lnTo>
                  <a:pt x="218457" y="89865"/>
                </a:lnTo>
                <a:lnTo>
                  <a:pt x="219757" y="88564"/>
                </a:lnTo>
                <a:lnTo>
                  <a:pt x="219757" y="90632"/>
                </a:lnTo>
                <a:lnTo>
                  <a:pt x="221092" y="91967"/>
                </a:lnTo>
                <a:lnTo>
                  <a:pt x="219290" y="91967"/>
                </a:lnTo>
                <a:close/>
                <a:moveTo>
                  <a:pt x="219657" y="87363"/>
                </a:moveTo>
                <a:lnTo>
                  <a:pt x="217623" y="87363"/>
                </a:lnTo>
                <a:lnTo>
                  <a:pt x="215921" y="85696"/>
                </a:lnTo>
                <a:lnTo>
                  <a:pt x="215921" y="77923"/>
                </a:lnTo>
                <a:lnTo>
                  <a:pt x="219657" y="81659"/>
                </a:lnTo>
                <a:lnTo>
                  <a:pt x="219657" y="87363"/>
                </a:lnTo>
                <a:close/>
                <a:moveTo>
                  <a:pt x="215921" y="68283"/>
                </a:moveTo>
                <a:lnTo>
                  <a:pt x="217623" y="66582"/>
                </a:lnTo>
                <a:lnTo>
                  <a:pt x="219657" y="66582"/>
                </a:lnTo>
                <a:lnTo>
                  <a:pt x="219657" y="72286"/>
                </a:lnTo>
                <a:lnTo>
                  <a:pt x="215921" y="76022"/>
                </a:lnTo>
                <a:lnTo>
                  <a:pt x="215921" y="68283"/>
                </a:lnTo>
                <a:close/>
                <a:moveTo>
                  <a:pt x="219757" y="65381"/>
                </a:moveTo>
                <a:lnTo>
                  <a:pt x="218457" y="64080"/>
                </a:lnTo>
                <a:lnTo>
                  <a:pt x="218457" y="62779"/>
                </a:lnTo>
                <a:lnTo>
                  <a:pt x="219290" y="61979"/>
                </a:lnTo>
                <a:lnTo>
                  <a:pt x="221092" y="61979"/>
                </a:lnTo>
                <a:lnTo>
                  <a:pt x="219757" y="63313"/>
                </a:lnTo>
                <a:lnTo>
                  <a:pt x="219757" y="65381"/>
                </a:lnTo>
                <a:close/>
                <a:moveTo>
                  <a:pt x="219290" y="61178"/>
                </a:moveTo>
                <a:lnTo>
                  <a:pt x="218457" y="60377"/>
                </a:lnTo>
                <a:lnTo>
                  <a:pt x="218457" y="59077"/>
                </a:lnTo>
                <a:lnTo>
                  <a:pt x="219757" y="57776"/>
                </a:lnTo>
                <a:lnTo>
                  <a:pt x="219757" y="59844"/>
                </a:lnTo>
                <a:lnTo>
                  <a:pt x="221092" y="61178"/>
                </a:lnTo>
                <a:lnTo>
                  <a:pt x="219290" y="61178"/>
                </a:lnTo>
                <a:close/>
                <a:moveTo>
                  <a:pt x="219657" y="56575"/>
                </a:moveTo>
                <a:lnTo>
                  <a:pt x="217623" y="56575"/>
                </a:lnTo>
                <a:lnTo>
                  <a:pt x="215921" y="54874"/>
                </a:lnTo>
                <a:lnTo>
                  <a:pt x="215921" y="47135"/>
                </a:lnTo>
                <a:lnTo>
                  <a:pt x="219657" y="50871"/>
                </a:lnTo>
                <a:lnTo>
                  <a:pt x="219657" y="56575"/>
                </a:lnTo>
                <a:close/>
                <a:moveTo>
                  <a:pt x="215921" y="37494"/>
                </a:moveTo>
                <a:lnTo>
                  <a:pt x="217623" y="35793"/>
                </a:lnTo>
                <a:lnTo>
                  <a:pt x="219657" y="35793"/>
                </a:lnTo>
                <a:lnTo>
                  <a:pt x="219657" y="41497"/>
                </a:lnTo>
                <a:lnTo>
                  <a:pt x="215921" y="45233"/>
                </a:lnTo>
                <a:lnTo>
                  <a:pt x="215921" y="37494"/>
                </a:lnTo>
                <a:close/>
                <a:moveTo>
                  <a:pt x="219757" y="34592"/>
                </a:moveTo>
                <a:lnTo>
                  <a:pt x="218457" y="33291"/>
                </a:lnTo>
                <a:lnTo>
                  <a:pt x="218457" y="31990"/>
                </a:lnTo>
                <a:lnTo>
                  <a:pt x="219290" y="31190"/>
                </a:lnTo>
                <a:lnTo>
                  <a:pt x="221092" y="31190"/>
                </a:lnTo>
                <a:lnTo>
                  <a:pt x="219757" y="32524"/>
                </a:lnTo>
                <a:lnTo>
                  <a:pt x="219757" y="34592"/>
                </a:lnTo>
                <a:close/>
                <a:moveTo>
                  <a:pt x="219290" y="30389"/>
                </a:moveTo>
                <a:lnTo>
                  <a:pt x="218457" y="29555"/>
                </a:lnTo>
                <a:lnTo>
                  <a:pt x="218457" y="28254"/>
                </a:lnTo>
                <a:lnTo>
                  <a:pt x="219757" y="26987"/>
                </a:lnTo>
                <a:lnTo>
                  <a:pt x="219757" y="29022"/>
                </a:lnTo>
                <a:lnTo>
                  <a:pt x="221092" y="30389"/>
                </a:lnTo>
                <a:lnTo>
                  <a:pt x="219290" y="30389"/>
                </a:lnTo>
                <a:close/>
                <a:moveTo>
                  <a:pt x="218056" y="27854"/>
                </a:moveTo>
                <a:lnTo>
                  <a:pt x="216755" y="27854"/>
                </a:lnTo>
                <a:lnTo>
                  <a:pt x="215921" y="27020"/>
                </a:lnTo>
                <a:lnTo>
                  <a:pt x="215921" y="25219"/>
                </a:lnTo>
                <a:lnTo>
                  <a:pt x="217156" y="26453"/>
                </a:lnTo>
                <a:lnTo>
                  <a:pt x="217456" y="26553"/>
                </a:lnTo>
                <a:lnTo>
                  <a:pt x="219324" y="26553"/>
                </a:lnTo>
                <a:close/>
                <a:moveTo>
                  <a:pt x="215121" y="27020"/>
                </a:moveTo>
                <a:lnTo>
                  <a:pt x="214320" y="27854"/>
                </a:lnTo>
                <a:lnTo>
                  <a:pt x="213019" y="27854"/>
                </a:lnTo>
                <a:lnTo>
                  <a:pt x="211718" y="26553"/>
                </a:lnTo>
                <a:lnTo>
                  <a:pt x="213620" y="26553"/>
                </a:lnTo>
                <a:lnTo>
                  <a:pt x="213887" y="26453"/>
                </a:lnTo>
                <a:lnTo>
                  <a:pt x="215121" y="25219"/>
                </a:lnTo>
                <a:close/>
                <a:moveTo>
                  <a:pt x="210518" y="28721"/>
                </a:moveTo>
                <a:lnTo>
                  <a:pt x="208850" y="30389"/>
                </a:lnTo>
                <a:lnTo>
                  <a:pt x="201077" y="30389"/>
                </a:lnTo>
                <a:lnTo>
                  <a:pt x="204813" y="26687"/>
                </a:lnTo>
                <a:lnTo>
                  <a:pt x="210518" y="26687"/>
                </a:lnTo>
                <a:lnTo>
                  <a:pt x="210518" y="28721"/>
                </a:lnTo>
                <a:close/>
                <a:moveTo>
                  <a:pt x="191437" y="30389"/>
                </a:moveTo>
                <a:lnTo>
                  <a:pt x="189736" y="28721"/>
                </a:lnTo>
                <a:lnTo>
                  <a:pt x="189736" y="26687"/>
                </a:lnTo>
                <a:lnTo>
                  <a:pt x="195473" y="26687"/>
                </a:lnTo>
                <a:lnTo>
                  <a:pt x="199176" y="30389"/>
                </a:lnTo>
                <a:lnTo>
                  <a:pt x="191437" y="30389"/>
                </a:lnTo>
                <a:close/>
                <a:moveTo>
                  <a:pt x="187268" y="27854"/>
                </a:moveTo>
                <a:lnTo>
                  <a:pt x="185967" y="27854"/>
                </a:lnTo>
                <a:lnTo>
                  <a:pt x="185133" y="27020"/>
                </a:lnTo>
                <a:lnTo>
                  <a:pt x="185133" y="25219"/>
                </a:lnTo>
                <a:lnTo>
                  <a:pt x="186367" y="26453"/>
                </a:lnTo>
                <a:lnTo>
                  <a:pt x="186667" y="26553"/>
                </a:lnTo>
                <a:lnTo>
                  <a:pt x="188535" y="26553"/>
                </a:lnTo>
                <a:close/>
                <a:moveTo>
                  <a:pt x="184332" y="27020"/>
                </a:moveTo>
                <a:lnTo>
                  <a:pt x="183532" y="27854"/>
                </a:lnTo>
                <a:lnTo>
                  <a:pt x="182231" y="27854"/>
                </a:lnTo>
                <a:lnTo>
                  <a:pt x="180930" y="26553"/>
                </a:lnTo>
                <a:lnTo>
                  <a:pt x="182831" y="26553"/>
                </a:lnTo>
                <a:lnTo>
                  <a:pt x="183098" y="26453"/>
                </a:lnTo>
                <a:lnTo>
                  <a:pt x="184332" y="25219"/>
                </a:lnTo>
                <a:close/>
                <a:moveTo>
                  <a:pt x="179729" y="28721"/>
                </a:moveTo>
                <a:lnTo>
                  <a:pt x="178061" y="30389"/>
                </a:lnTo>
                <a:lnTo>
                  <a:pt x="170289" y="30389"/>
                </a:lnTo>
                <a:lnTo>
                  <a:pt x="174025" y="26687"/>
                </a:lnTo>
                <a:lnTo>
                  <a:pt x="179729" y="26687"/>
                </a:lnTo>
                <a:lnTo>
                  <a:pt x="179729" y="28721"/>
                </a:lnTo>
                <a:close/>
                <a:moveTo>
                  <a:pt x="160649" y="30389"/>
                </a:moveTo>
                <a:lnTo>
                  <a:pt x="158947" y="28721"/>
                </a:lnTo>
                <a:lnTo>
                  <a:pt x="158947" y="26687"/>
                </a:lnTo>
                <a:lnTo>
                  <a:pt x="164685" y="26687"/>
                </a:lnTo>
                <a:lnTo>
                  <a:pt x="168387" y="30389"/>
                </a:lnTo>
                <a:lnTo>
                  <a:pt x="160649" y="30389"/>
                </a:lnTo>
                <a:close/>
                <a:moveTo>
                  <a:pt x="156479" y="27854"/>
                </a:moveTo>
                <a:lnTo>
                  <a:pt x="155178" y="27854"/>
                </a:lnTo>
                <a:lnTo>
                  <a:pt x="154344" y="27020"/>
                </a:lnTo>
                <a:lnTo>
                  <a:pt x="154344" y="25219"/>
                </a:lnTo>
                <a:lnTo>
                  <a:pt x="155578" y="26453"/>
                </a:lnTo>
                <a:lnTo>
                  <a:pt x="155878" y="26553"/>
                </a:lnTo>
                <a:lnTo>
                  <a:pt x="157746" y="26553"/>
                </a:lnTo>
                <a:close/>
                <a:moveTo>
                  <a:pt x="153543" y="27020"/>
                </a:moveTo>
                <a:lnTo>
                  <a:pt x="152743" y="27854"/>
                </a:lnTo>
                <a:lnTo>
                  <a:pt x="151442" y="27854"/>
                </a:lnTo>
                <a:lnTo>
                  <a:pt x="150141" y="26553"/>
                </a:lnTo>
                <a:lnTo>
                  <a:pt x="152042" y="26553"/>
                </a:lnTo>
                <a:lnTo>
                  <a:pt x="152309" y="26453"/>
                </a:lnTo>
                <a:lnTo>
                  <a:pt x="153543" y="25219"/>
                </a:lnTo>
                <a:close/>
                <a:moveTo>
                  <a:pt x="148940" y="28721"/>
                </a:moveTo>
                <a:lnTo>
                  <a:pt x="147272" y="30389"/>
                </a:lnTo>
                <a:lnTo>
                  <a:pt x="139500" y="30389"/>
                </a:lnTo>
                <a:lnTo>
                  <a:pt x="143236" y="26687"/>
                </a:lnTo>
                <a:lnTo>
                  <a:pt x="148940" y="26687"/>
                </a:lnTo>
                <a:lnTo>
                  <a:pt x="148940" y="28721"/>
                </a:lnTo>
                <a:close/>
                <a:moveTo>
                  <a:pt x="129860" y="30389"/>
                </a:moveTo>
                <a:lnTo>
                  <a:pt x="128159" y="28721"/>
                </a:lnTo>
                <a:lnTo>
                  <a:pt x="128159" y="26687"/>
                </a:lnTo>
                <a:lnTo>
                  <a:pt x="133896" y="26687"/>
                </a:lnTo>
                <a:lnTo>
                  <a:pt x="137599" y="30389"/>
                </a:lnTo>
                <a:lnTo>
                  <a:pt x="129860" y="30389"/>
                </a:lnTo>
                <a:close/>
                <a:moveTo>
                  <a:pt x="125690" y="27854"/>
                </a:moveTo>
                <a:lnTo>
                  <a:pt x="124389" y="27854"/>
                </a:lnTo>
                <a:lnTo>
                  <a:pt x="123555" y="27020"/>
                </a:lnTo>
                <a:lnTo>
                  <a:pt x="123555" y="25219"/>
                </a:lnTo>
                <a:lnTo>
                  <a:pt x="124790" y="26453"/>
                </a:lnTo>
                <a:lnTo>
                  <a:pt x="125056" y="26553"/>
                </a:lnTo>
                <a:lnTo>
                  <a:pt x="126958" y="26553"/>
                </a:lnTo>
                <a:close/>
                <a:moveTo>
                  <a:pt x="122755" y="27020"/>
                </a:moveTo>
                <a:lnTo>
                  <a:pt x="121954" y="27854"/>
                </a:lnTo>
                <a:lnTo>
                  <a:pt x="120653" y="27854"/>
                </a:lnTo>
                <a:lnTo>
                  <a:pt x="119352" y="26553"/>
                </a:lnTo>
                <a:lnTo>
                  <a:pt x="121254" y="26553"/>
                </a:lnTo>
                <a:lnTo>
                  <a:pt x="121521" y="26453"/>
                </a:lnTo>
                <a:lnTo>
                  <a:pt x="122755" y="25219"/>
                </a:lnTo>
                <a:lnTo>
                  <a:pt x="122755" y="27020"/>
                </a:lnTo>
                <a:close/>
                <a:moveTo>
                  <a:pt x="118152" y="28721"/>
                </a:moveTo>
                <a:lnTo>
                  <a:pt x="116450" y="30389"/>
                </a:lnTo>
                <a:lnTo>
                  <a:pt x="108711" y="30389"/>
                </a:lnTo>
                <a:lnTo>
                  <a:pt x="112414" y="26687"/>
                </a:lnTo>
                <a:lnTo>
                  <a:pt x="118152" y="26687"/>
                </a:lnTo>
                <a:lnTo>
                  <a:pt x="118152" y="28721"/>
                </a:lnTo>
                <a:close/>
                <a:moveTo>
                  <a:pt x="99071" y="30389"/>
                </a:moveTo>
                <a:lnTo>
                  <a:pt x="97370" y="28721"/>
                </a:lnTo>
                <a:lnTo>
                  <a:pt x="97370" y="26687"/>
                </a:lnTo>
                <a:lnTo>
                  <a:pt x="103074" y="26687"/>
                </a:lnTo>
                <a:lnTo>
                  <a:pt x="106810" y="30389"/>
                </a:lnTo>
                <a:lnTo>
                  <a:pt x="99071" y="30389"/>
                </a:lnTo>
                <a:close/>
                <a:moveTo>
                  <a:pt x="94868" y="27854"/>
                </a:moveTo>
                <a:lnTo>
                  <a:pt x="93567" y="27854"/>
                </a:lnTo>
                <a:lnTo>
                  <a:pt x="92767" y="27020"/>
                </a:lnTo>
                <a:lnTo>
                  <a:pt x="92767" y="25219"/>
                </a:lnTo>
                <a:lnTo>
                  <a:pt x="94001" y="26453"/>
                </a:lnTo>
                <a:lnTo>
                  <a:pt x="94268" y="26587"/>
                </a:lnTo>
                <a:lnTo>
                  <a:pt x="96169" y="26587"/>
                </a:lnTo>
                <a:close/>
                <a:moveTo>
                  <a:pt x="91966" y="27020"/>
                </a:moveTo>
                <a:lnTo>
                  <a:pt x="91166" y="27854"/>
                </a:lnTo>
                <a:lnTo>
                  <a:pt x="89865" y="27854"/>
                </a:lnTo>
                <a:lnTo>
                  <a:pt x="88564" y="26553"/>
                </a:lnTo>
                <a:lnTo>
                  <a:pt x="90465" y="26553"/>
                </a:lnTo>
                <a:lnTo>
                  <a:pt x="90732" y="26453"/>
                </a:lnTo>
                <a:lnTo>
                  <a:pt x="91966" y="25219"/>
                </a:lnTo>
                <a:lnTo>
                  <a:pt x="91966" y="27020"/>
                </a:lnTo>
                <a:close/>
                <a:moveTo>
                  <a:pt x="87363" y="28721"/>
                </a:moveTo>
                <a:lnTo>
                  <a:pt x="85662" y="30389"/>
                </a:lnTo>
                <a:lnTo>
                  <a:pt x="77923" y="30389"/>
                </a:lnTo>
                <a:lnTo>
                  <a:pt x="81625" y="26687"/>
                </a:lnTo>
                <a:lnTo>
                  <a:pt x="87363" y="26687"/>
                </a:lnTo>
                <a:lnTo>
                  <a:pt x="87363" y="28721"/>
                </a:lnTo>
                <a:close/>
                <a:moveTo>
                  <a:pt x="68249" y="30389"/>
                </a:moveTo>
                <a:lnTo>
                  <a:pt x="66581" y="28721"/>
                </a:lnTo>
                <a:lnTo>
                  <a:pt x="66581" y="26687"/>
                </a:lnTo>
                <a:lnTo>
                  <a:pt x="72285" y="26687"/>
                </a:lnTo>
                <a:lnTo>
                  <a:pt x="76021" y="30389"/>
                </a:lnTo>
                <a:lnTo>
                  <a:pt x="68249" y="30389"/>
                </a:lnTo>
                <a:close/>
                <a:moveTo>
                  <a:pt x="64080" y="27854"/>
                </a:moveTo>
                <a:lnTo>
                  <a:pt x="62779" y="27854"/>
                </a:lnTo>
                <a:lnTo>
                  <a:pt x="61978" y="27020"/>
                </a:lnTo>
                <a:lnTo>
                  <a:pt x="61978" y="25219"/>
                </a:lnTo>
                <a:lnTo>
                  <a:pt x="63212" y="26453"/>
                </a:lnTo>
                <a:lnTo>
                  <a:pt x="63479" y="26553"/>
                </a:lnTo>
                <a:lnTo>
                  <a:pt x="65381" y="26553"/>
                </a:lnTo>
                <a:close/>
                <a:moveTo>
                  <a:pt x="61178" y="27020"/>
                </a:moveTo>
                <a:lnTo>
                  <a:pt x="60344" y="27854"/>
                </a:lnTo>
                <a:lnTo>
                  <a:pt x="59043" y="27854"/>
                </a:lnTo>
                <a:lnTo>
                  <a:pt x="57775" y="26553"/>
                </a:lnTo>
                <a:lnTo>
                  <a:pt x="59676" y="26553"/>
                </a:lnTo>
                <a:lnTo>
                  <a:pt x="59943" y="26453"/>
                </a:lnTo>
                <a:lnTo>
                  <a:pt x="61178" y="25219"/>
                </a:lnTo>
                <a:close/>
                <a:moveTo>
                  <a:pt x="56574" y="28721"/>
                </a:moveTo>
                <a:lnTo>
                  <a:pt x="54873" y="30389"/>
                </a:lnTo>
                <a:lnTo>
                  <a:pt x="47134" y="30389"/>
                </a:lnTo>
                <a:lnTo>
                  <a:pt x="50837" y="26687"/>
                </a:lnTo>
                <a:lnTo>
                  <a:pt x="56574" y="26687"/>
                </a:lnTo>
                <a:close/>
                <a:moveTo>
                  <a:pt x="37461" y="30389"/>
                </a:moveTo>
                <a:lnTo>
                  <a:pt x="35793" y="28721"/>
                </a:lnTo>
                <a:lnTo>
                  <a:pt x="35793" y="26687"/>
                </a:lnTo>
                <a:lnTo>
                  <a:pt x="41497" y="26687"/>
                </a:lnTo>
                <a:lnTo>
                  <a:pt x="45233" y="30389"/>
                </a:lnTo>
                <a:lnTo>
                  <a:pt x="37461" y="30389"/>
                </a:lnTo>
                <a:close/>
                <a:moveTo>
                  <a:pt x="33291" y="27854"/>
                </a:moveTo>
                <a:lnTo>
                  <a:pt x="31990" y="27854"/>
                </a:lnTo>
                <a:lnTo>
                  <a:pt x="31189" y="27020"/>
                </a:lnTo>
                <a:lnTo>
                  <a:pt x="31189" y="25219"/>
                </a:lnTo>
                <a:lnTo>
                  <a:pt x="32424" y="26453"/>
                </a:lnTo>
                <a:lnTo>
                  <a:pt x="32691" y="26553"/>
                </a:lnTo>
                <a:lnTo>
                  <a:pt x="34592" y="26553"/>
                </a:lnTo>
                <a:close/>
                <a:moveTo>
                  <a:pt x="30389" y="27020"/>
                </a:moveTo>
                <a:lnTo>
                  <a:pt x="29555" y="27854"/>
                </a:lnTo>
                <a:lnTo>
                  <a:pt x="28254" y="27854"/>
                </a:lnTo>
                <a:lnTo>
                  <a:pt x="26986" y="26553"/>
                </a:lnTo>
                <a:lnTo>
                  <a:pt x="28854" y="26553"/>
                </a:lnTo>
                <a:lnTo>
                  <a:pt x="29155" y="26453"/>
                </a:lnTo>
                <a:lnTo>
                  <a:pt x="30389" y="25219"/>
                </a:lnTo>
                <a:lnTo>
                  <a:pt x="30389" y="27020"/>
                </a:lnTo>
                <a:close/>
                <a:moveTo>
                  <a:pt x="25786" y="28721"/>
                </a:moveTo>
                <a:lnTo>
                  <a:pt x="24084" y="30389"/>
                </a:lnTo>
                <a:lnTo>
                  <a:pt x="16346" y="30389"/>
                </a:lnTo>
                <a:lnTo>
                  <a:pt x="20048" y="26687"/>
                </a:lnTo>
                <a:lnTo>
                  <a:pt x="25752" y="26687"/>
                </a:lnTo>
                <a:lnTo>
                  <a:pt x="25752" y="28721"/>
                </a:lnTo>
                <a:close/>
                <a:moveTo>
                  <a:pt x="24084" y="31190"/>
                </a:moveTo>
                <a:lnTo>
                  <a:pt x="25786" y="32858"/>
                </a:lnTo>
                <a:lnTo>
                  <a:pt x="25786" y="34893"/>
                </a:lnTo>
                <a:lnTo>
                  <a:pt x="20048" y="34893"/>
                </a:lnTo>
                <a:lnTo>
                  <a:pt x="16346" y="31190"/>
                </a:lnTo>
                <a:close/>
                <a:moveTo>
                  <a:pt x="23050" y="45800"/>
                </a:moveTo>
                <a:lnTo>
                  <a:pt x="21182" y="45800"/>
                </a:lnTo>
                <a:lnTo>
                  <a:pt x="19781" y="44366"/>
                </a:lnTo>
                <a:lnTo>
                  <a:pt x="19781" y="42365"/>
                </a:lnTo>
                <a:lnTo>
                  <a:pt x="21082" y="41030"/>
                </a:lnTo>
                <a:lnTo>
                  <a:pt x="21082" y="43832"/>
                </a:lnTo>
                <a:close/>
                <a:moveTo>
                  <a:pt x="18981" y="43132"/>
                </a:moveTo>
                <a:lnTo>
                  <a:pt x="18981" y="44700"/>
                </a:lnTo>
                <a:lnTo>
                  <a:pt x="20082" y="45800"/>
                </a:lnTo>
                <a:lnTo>
                  <a:pt x="16346" y="45800"/>
                </a:lnTo>
                <a:close/>
                <a:moveTo>
                  <a:pt x="15778" y="45233"/>
                </a:moveTo>
                <a:lnTo>
                  <a:pt x="15778" y="41497"/>
                </a:lnTo>
                <a:lnTo>
                  <a:pt x="16879" y="42598"/>
                </a:lnTo>
                <a:lnTo>
                  <a:pt x="17046" y="42598"/>
                </a:lnTo>
                <a:lnTo>
                  <a:pt x="18414" y="42598"/>
                </a:lnTo>
                <a:close/>
                <a:moveTo>
                  <a:pt x="19214" y="41797"/>
                </a:moveTo>
                <a:lnTo>
                  <a:pt x="17213" y="41797"/>
                </a:lnTo>
                <a:lnTo>
                  <a:pt x="15778" y="40363"/>
                </a:lnTo>
                <a:lnTo>
                  <a:pt x="15778" y="38495"/>
                </a:lnTo>
                <a:lnTo>
                  <a:pt x="17747" y="40463"/>
                </a:lnTo>
                <a:lnTo>
                  <a:pt x="17913" y="40463"/>
                </a:lnTo>
                <a:lnTo>
                  <a:pt x="20515" y="40463"/>
                </a:lnTo>
                <a:close/>
                <a:moveTo>
                  <a:pt x="14978" y="45233"/>
                </a:moveTo>
                <a:lnTo>
                  <a:pt x="12343" y="42598"/>
                </a:lnTo>
                <a:lnTo>
                  <a:pt x="13744" y="42598"/>
                </a:lnTo>
                <a:lnTo>
                  <a:pt x="14011" y="42465"/>
                </a:lnTo>
                <a:lnTo>
                  <a:pt x="14978" y="41497"/>
                </a:lnTo>
                <a:close/>
                <a:moveTo>
                  <a:pt x="16346" y="46568"/>
                </a:moveTo>
                <a:lnTo>
                  <a:pt x="20082" y="46568"/>
                </a:lnTo>
                <a:lnTo>
                  <a:pt x="19114" y="47568"/>
                </a:lnTo>
                <a:lnTo>
                  <a:pt x="18981" y="47835"/>
                </a:lnTo>
                <a:lnTo>
                  <a:pt x="18981" y="49203"/>
                </a:lnTo>
                <a:close/>
                <a:moveTo>
                  <a:pt x="18414" y="49770"/>
                </a:moveTo>
                <a:lnTo>
                  <a:pt x="16879" y="49770"/>
                </a:lnTo>
                <a:lnTo>
                  <a:pt x="15778" y="50871"/>
                </a:lnTo>
                <a:lnTo>
                  <a:pt x="15778" y="47135"/>
                </a:lnTo>
                <a:close/>
                <a:moveTo>
                  <a:pt x="24351" y="49903"/>
                </a:moveTo>
                <a:lnTo>
                  <a:pt x="27654" y="46568"/>
                </a:lnTo>
                <a:lnTo>
                  <a:pt x="29822" y="46568"/>
                </a:lnTo>
                <a:lnTo>
                  <a:pt x="25886" y="50537"/>
                </a:lnTo>
                <a:lnTo>
                  <a:pt x="25886" y="56108"/>
                </a:lnTo>
                <a:lnTo>
                  <a:pt x="24351" y="54573"/>
                </a:lnTo>
                <a:lnTo>
                  <a:pt x="24351" y="49903"/>
                </a:lnTo>
                <a:close/>
                <a:moveTo>
                  <a:pt x="25786" y="59510"/>
                </a:moveTo>
                <a:lnTo>
                  <a:pt x="24084" y="61178"/>
                </a:lnTo>
                <a:lnTo>
                  <a:pt x="16346" y="61178"/>
                </a:lnTo>
                <a:lnTo>
                  <a:pt x="20048" y="57475"/>
                </a:lnTo>
                <a:lnTo>
                  <a:pt x="25752" y="57475"/>
                </a:lnTo>
                <a:lnTo>
                  <a:pt x="25752" y="59510"/>
                </a:lnTo>
                <a:close/>
                <a:moveTo>
                  <a:pt x="24084" y="61979"/>
                </a:moveTo>
                <a:lnTo>
                  <a:pt x="25786" y="63646"/>
                </a:lnTo>
                <a:lnTo>
                  <a:pt x="25786" y="65681"/>
                </a:lnTo>
                <a:lnTo>
                  <a:pt x="20048" y="65681"/>
                </a:lnTo>
                <a:lnTo>
                  <a:pt x="16346" y="61979"/>
                </a:lnTo>
                <a:lnTo>
                  <a:pt x="24084" y="61979"/>
                </a:lnTo>
                <a:close/>
                <a:moveTo>
                  <a:pt x="23050" y="76589"/>
                </a:moveTo>
                <a:lnTo>
                  <a:pt x="21182" y="76589"/>
                </a:lnTo>
                <a:lnTo>
                  <a:pt x="19781" y="75155"/>
                </a:lnTo>
                <a:lnTo>
                  <a:pt x="19781" y="73153"/>
                </a:lnTo>
                <a:lnTo>
                  <a:pt x="21082" y="71819"/>
                </a:lnTo>
                <a:lnTo>
                  <a:pt x="21082" y="74621"/>
                </a:lnTo>
                <a:close/>
                <a:moveTo>
                  <a:pt x="18981" y="73920"/>
                </a:moveTo>
                <a:lnTo>
                  <a:pt x="18981" y="75321"/>
                </a:lnTo>
                <a:lnTo>
                  <a:pt x="19114" y="75588"/>
                </a:lnTo>
                <a:lnTo>
                  <a:pt x="20082" y="76589"/>
                </a:lnTo>
                <a:lnTo>
                  <a:pt x="16346" y="76589"/>
                </a:lnTo>
                <a:close/>
                <a:moveTo>
                  <a:pt x="15778" y="76022"/>
                </a:moveTo>
                <a:lnTo>
                  <a:pt x="15778" y="72286"/>
                </a:lnTo>
                <a:lnTo>
                  <a:pt x="16879" y="73387"/>
                </a:lnTo>
                <a:lnTo>
                  <a:pt x="18414" y="73387"/>
                </a:lnTo>
                <a:close/>
                <a:moveTo>
                  <a:pt x="19214" y="72586"/>
                </a:moveTo>
                <a:lnTo>
                  <a:pt x="17213" y="72586"/>
                </a:lnTo>
                <a:lnTo>
                  <a:pt x="15778" y="71152"/>
                </a:lnTo>
                <a:lnTo>
                  <a:pt x="15778" y="69317"/>
                </a:lnTo>
                <a:lnTo>
                  <a:pt x="17747" y="71285"/>
                </a:lnTo>
                <a:lnTo>
                  <a:pt x="20515" y="71285"/>
                </a:lnTo>
                <a:close/>
                <a:moveTo>
                  <a:pt x="14978" y="76022"/>
                </a:moveTo>
                <a:lnTo>
                  <a:pt x="12343" y="73387"/>
                </a:lnTo>
                <a:lnTo>
                  <a:pt x="13744" y="73387"/>
                </a:lnTo>
                <a:lnTo>
                  <a:pt x="14011" y="73253"/>
                </a:lnTo>
                <a:lnTo>
                  <a:pt x="14978" y="72286"/>
                </a:lnTo>
                <a:close/>
                <a:moveTo>
                  <a:pt x="16346" y="77356"/>
                </a:moveTo>
                <a:lnTo>
                  <a:pt x="20082" y="77356"/>
                </a:lnTo>
                <a:lnTo>
                  <a:pt x="18981" y="78457"/>
                </a:lnTo>
                <a:lnTo>
                  <a:pt x="18981" y="80025"/>
                </a:lnTo>
                <a:close/>
                <a:moveTo>
                  <a:pt x="18414" y="80559"/>
                </a:moveTo>
                <a:lnTo>
                  <a:pt x="17046" y="80559"/>
                </a:lnTo>
                <a:lnTo>
                  <a:pt x="16879" y="80559"/>
                </a:lnTo>
                <a:lnTo>
                  <a:pt x="15778" y="81659"/>
                </a:lnTo>
                <a:lnTo>
                  <a:pt x="15778" y="77923"/>
                </a:lnTo>
                <a:close/>
                <a:moveTo>
                  <a:pt x="24351" y="80692"/>
                </a:moveTo>
                <a:lnTo>
                  <a:pt x="27654" y="77356"/>
                </a:lnTo>
                <a:lnTo>
                  <a:pt x="29822" y="77356"/>
                </a:lnTo>
                <a:lnTo>
                  <a:pt x="25886" y="81326"/>
                </a:lnTo>
                <a:lnTo>
                  <a:pt x="25886" y="86896"/>
                </a:lnTo>
                <a:lnTo>
                  <a:pt x="24351" y="85362"/>
                </a:lnTo>
                <a:lnTo>
                  <a:pt x="24351" y="80692"/>
                </a:lnTo>
                <a:close/>
                <a:moveTo>
                  <a:pt x="25786" y="90299"/>
                </a:moveTo>
                <a:lnTo>
                  <a:pt x="24084" y="91967"/>
                </a:lnTo>
                <a:lnTo>
                  <a:pt x="16346" y="91967"/>
                </a:lnTo>
                <a:lnTo>
                  <a:pt x="20048" y="88264"/>
                </a:lnTo>
                <a:lnTo>
                  <a:pt x="25752" y="88264"/>
                </a:lnTo>
                <a:lnTo>
                  <a:pt x="25752" y="90299"/>
                </a:lnTo>
                <a:close/>
                <a:moveTo>
                  <a:pt x="24084" y="92767"/>
                </a:moveTo>
                <a:lnTo>
                  <a:pt x="25786" y="94435"/>
                </a:lnTo>
                <a:lnTo>
                  <a:pt x="25786" y="96470"/>
                </a:lnTo>
                <a:lnTo>
                  <a:pt x="20048" y="96470"/>
                </a:lnTo>
                <a:lnTo>
                  <a:pt x="16346" y="92767"/>
                </a:lnTo>
                <a:close/>
                <a:moveTo>
                  <a:pt x="28254" y="95302"/>
                </a:moveTo>
                <a:lnTo>
                  <a:pt x="29555" y="95302"/>
                </a:lnTo>
                <a:lnTo>
                  <a:pt x="30389" y="96136"/>
                </a:lnTo>
                <a:lnTo>
                  <a:pt x="30389" y="97938"/>
                </a:lnTo>
                <a:lnTo>
                  <a:pt x="29155" y="96703"/>
                </a:lnTo>
                <a:lnTo>
                  <a:pt x="28854" y="96603"/>
                </a:lnTo>
                <a:lnTo>
                  <a:pt x="26986" y="96603"/>
                </a:lnTo>
                <a:close/>
                <a:moveTo>
                  <a:pt x="31189" y="96136"/>
                </a:moveTo>
                <a:lnTo>
                  <a:pt x="31990" y="95302"/>
                </a:lnTo>
                <a:lnTo>
                  <a:pt x="33291" y="95302"/>
                </a:lnTo>
                <a:lnTo>
                  <a:pt x="34592" y="96603"/>
                </a:lnTo>
                <a:lnTo>
                  <a:pt x="32691" y="96603"/>
                </a:lnTo>
                <a:lnTo>
                  <a:pt x="32424" y="96703"/>
                </a:lnTo>
                <a:lnTo>
                  <a:pt x="31156" y="97938"/>
                </a:lnTo>
                <a:lnTo>
                  <a:pt x="31156" y="96136"/>
                </a:lnTo>
                <a:close/>
                <a:moveTo>
                  <a:pt x="35793" y="94435"/>
                </a:moveTo>
                <a:lnTo>
                  <a:pt x="37461" y="92767"/>
                </a:lnTo>
                <a:lnTo>
                  <a:pt x="45233" y="92767"/>
                </a:lnTo>
                <a:lnTo>
                  <a:pt x="41497" y="96470"/>
                </a:lnTo>
                <a:lnTo>
                  <a:pt x="35793" y="96470"/>
                </a:lnTo>
                <a:close/>
                <a:moveTo>
                  <a:pt x="54873" y="92767"/>
                </a:moveTo>
                <a:lnTo>
                  <a:pt x="56574" y="94435"/>
                </a:lnTo>
                <a:lnTo>
                  <a:pt x="56574" y="96470"/>
                </a:lnTo>
                <a:lnTo>
                  <a:pt x="50837" y="96470"/>
                </a:lnTo>
                <a:lnTo>
                  <a:pt x="47134" y="92767"/>
                </a:lnTo>
                <a:close/>
                <a:moveTo>
                  <a:pt x="59043" y="95302"/>
                </a:moveTo>
                <a:lnTo>
                  <a:pt x="60344" y="95302"/>
                </a:lnTo>
                <a:lnTo>
                  <a:pt x="61178" y="96136"/>
                </a:lnTo>
                <a:lnTo>
                  <a:pt x="61178" y="97938"/>
                </a:lnTo>
                <a:lnTo>
                  <a:pt x="59943" y="96703"/>
                </a:lnTo>
                <a:lnTo>
                  <a:pt x="59676" y="96603"/>
                </a:lnTo>
                <a:lnTo>
                  <a:pt x="57775" y="96603"/>
                </a:lnTo>
                <a:close/>
                <a:moveTo>
                  <a:pt x="61978" y="96136"/>
                </a:moveTo>
                <a:lnTo>
                  <a:pt x="62779" y="95302"/>
                </a:lnTo>
                <a:lnTo>
                  <a:pt x="64080" y="95302"/>
                </a:lnTo>
                <a:lnTo>
                  <a:pt x="65381" y="96603"/>
                </a:lnTo>
                <a:lnTo>
                  <a:pt x="63479" y="96603"/>
                </a:lnTo>
                <a:lnTo>
                  <a:pt x="63212" y="96703"/>
                </a:lnTo>
                <a:lnTo>
                  <a:pt x="61978" y="97938"/>
                </a:lnTo>
                <a:close/>
                <a:moveTo>
                  <a:pt x="66581" y="94435"/>
                </a:moveTo>
                <a:lnTo>
                  <a:pt x="68249" y="92767"/>
                </a:lnTo>
                <a:lnTo>
                  <a:pt x="76021" y="92767"/>
                </a:lnTo>
                <a:lnTo>
                  <a:pt x="72285" y="96470"/>
                </a:lnTo>
                <a:lnTo>
                  <a:pt x="66581" y="96470"/>
                </a:lnTo>
                <a:lnTo>
                  <a:pt x="66581" y="94435"/>
                </a:lnTo>
                <a:close/>
                <a:moveTo>
                  <a:pt x="85662" y="92767"/>
                </a:moveTo>
                <a:lnTo>
                  <a:pt x="87363" y="94435"/>
                </a:lnTo>
                <a:lnTo>
                  <a:pt x="87363" y="96470"/>
                </a:lnTo>
                <a:lnTo>
                  <a:pt x="81659" y="96470"/>
                </a:lnTo>
                <a:lnTo>
                  <a:pt x="77923" y="92767"/>
                </a:lnTo>
                <a:close/>
                <a:moveTo>
                  <a:pt x="89831" y="95302"/>
                </a:moveTo>
                <a:lnTo>
                  <a:pt x="91132" y="95302"/>
                </a:lnTo>
                <a:lnTo>
                  <a:pt x="91966" y="96136"/>
                </a:lnTo>
                <a:lnTo>
                  <a:pt x="91966" y="97938"/>
                </a:lnTo>
                <a:lnTo>
                  <a:pt x="90732" y="96703"/>
                </a:lnTo>
                <a:lnTo>
                  <a:pt x="90465" y="96603"/>
                </a:lnTo>
                <a:lnTo>
                  <a:pt x="88564" y="96603"/>
                </a:lnTo>
                <a:close/>
                <a:moveTo>
                  <a:pt x="92767" y="96136"/>
                </a:moveTo>
                <a:lnTo>
                  <a:pt x="93567" y="95302"/>
                </a:lnTo>
                <a:lnTo>
                  <a:pt x="94868" y="95302"/>
                </a:lnTo>
                <a:lnTo>
                  <a:pt x="96169" y="96603"/>
                </a:lnTo>
                <a:lnTo>
                  <a:pt x="94268" y="96603"/>
                </a:lnTo>
                <a:lnTo>
                  <a:pt x="94001" y="96703"/>
                </a:lnTo>
                <a:lnTo>
                  <a:pt x="92767" y="97938"/>
                </a:lnTo>
                <a:lnTo>
                  <a:pt x="92767" y="96136"/>
                </a:lnTo>
                <a:close/>
                <a:moveTo>
                  <a:pt x="97370" y="94435"/>
                </a:moveTo>
                <a:lnTo>
                  <a:pt x="99071" y="92767"/>
                </a:lnTo>
                <a:lnTo>
                  <a:pt x="106810" y="92767"/>
                </a:lnTo>
                <a:lnTo>
                  <a:pt x="103074" y="96470"/>
                </a:lnTo>
                <a:lnTo>
                  <a:pt x="97370" y="96470"/>
                </a:lnTo>
                <a:lnTo>
                  <a:pt x="97370" y="94435"/>
                </a:lnTo>
                <a:close/>
                <a:moveTo>
                  <a:pt x="116450" y="92767"/>
                </a:moveTo>
                <a:lnTo>
                  <a:pt x="118152" y="94435"/>
                </a:lnTo>
                <a:lnTo>
                  <a:pt x="118152" y="96470"/>
                </a:lnTo>
                <a:lnTo>
                  <a:pt x="112447" y="96470"/>
                </a:lnTo>
                <a:lnTo>
                  <a:pt x="108711" y="92767"/>
                </a:lnTo>
                <a:close/>
                <a:moveTo>
                  <a:pt x="120653" y="95302"/>
                </a:moveTo>
                <a:lnTo>
                  <a:pt x="121954" y="95302"/>
                </a:lnTo>
                <a:lnTo>
                  <a:pt x="122755" y="96136"/>
                </a:lnTo>
                <a:lnTo>
                  <a:pt x="122755" y="97938"/>
                </a:lnTo>
                <a:lnTo>
                  <a:pt x="121521" y="96703"/>
                </a:lnTo>
                <a:lnTo>
                  <a:pt x="121254" y="96603"/>
                </a:lnTo>
                <a:lnTo>
                  <a:pt x="119352" y="96603"/>
                </a:lnTo>
                <a:close/>
                <a:moveTo>
                  <a:pt x="123555" y="96136"/>
                </a:moveTo>
                <a:lnTo>
                  <a:pt x="124389" y="95302"/>
                </a:lnTo>
                <a:lnTo>
                  <a:pt x="125657" y="95302"/>
                </a:lnTo>
                <a:lnTo>
                  <a:pt x="126958" y="96603"/>
                </a:lnTo>
                <a:lnTo>
                  <a:pt x="125056" y="96603"/>
                </a:lnTo>
                <a:lnTo>
                  <a:pt x="124790" y="96703"/>
                </a:lnTo>
                <a:lnTo>
                  <a:pt x="123555" y="97938"/>
                </a:lnTo>
                <a:lnTo>
                  <a:pt x="123555" y="96136"/>
                </a:lnTo>
                <a:close/>
                <a:moveTo>
                  <a:pt x="128159" y="94435"/>
                </a:moveTo>
                <a:lnTo>
                  <a:pt x="129860" y="92767"/>
                </a:lnTo>
                <a:lnTo>
                  <a:pt x="137599" y="92767"/>
                </a:lnTo>
                <a:lnTo>
                  <a:pt x="133863" y="96470"/>
                </a:lnTo>
                <a:lnTo>
                  <a:pt x="128159" y="96470"/>
                </a:lnTo>
                <a:lnTo>
                  <a:pt x="128159" y="94435"/>
                </a:lnTo>
                <a:close/>
                <a:moveTo>
                  <a:pt x="147272" y="92767"/>
                </a:moveTo>
                <a:lnTo>
                  <a:pt x="148940" y="94435"/>
                </a:lnTo>
                <a:lnTo>
                  <a:pt x="148940" y="96470"/>
                </a:lnTo>
                <a:lnTo>
                  <a:pt x="143236" y="96470"/>
                </a:lnTo>
                <a:lnTo>
                  <a:pt x="139500" y="92767"/>
                </a:lnTo>
                <a:close/>
                <a:moveTo>
                  <a:pt x="151442" y="95302"/>
                </a:moveTo>
                <a:lnTo>
                  <a:pt x="152743" y="95302"/>
                </a:lnTo>
                <a:lnTo>
                  <a:pt x="153543" y="96136"/>
                </a:lnTo>
                <a:lnTo>
                  <a:pt x="153543" y="97938"/>
                </a:lnTo>
                <a:lnTo>
                  <a:pt x="152309" y="96703"/>
                </a:lnTo>
                <a:lnTo>
                  <a:pt x="152042" y="96603"/>
                </a:lnTo>
                <a:lnTo>
                  <a:pt x="150141" y="96603"/>
                </a:lnTo>
                <a:close/>
                <a:moveTo>
                  <a:pt x="154344" y="96136"/>
                </a:moveTo>
                <a:lnTo>
                  <a:pt x="155178" y="95302"/>
                </a:lnTo>
                <a:lnTo>
                  <a:pt x="156479" y="95302"/>
                </a:lnTo>
                <a:lnTo>
                  <a:pt x="157746" y="96603"/>
                </a:lnTo>
                <a:lnTo>
                  <a:pt x="155845" y="96603"/>
                </a:lnTo>
                <a:lnTo>
                  <a:pt x="155578" y="96703"/>
                </a:lnTo>
                <a:lnTo>
                  <a:pt x="154344" y="97938"/>
                </a:lnTo>
                <a:close/>
                <a:moveTo>
                  <a:pt x="158947" y="94435"/>
                </a:moveTo>
                <a:lnTo>
                  <a:pt x="160649" y="92767"/>
                </a:lnTo>
                <a:lnTo>
                  <a:pt x="168387" y="92767"/>
                </a:lnTo>
                <a:lnTo>
                  <a:pt x="164651" y="96470"/>
                </a:lnTo>
                <a:lnTo>
                  <a:pt x="158947" y="96470"/>
                </a:lnTo>
                <a:lnTo>
                  <a:pt x="158947" y="94435"/>
                </a:lnTo>
                <a:close/>
                <a:moveTo>
                  <a:pt x="178061" y="92767"/>
                </a:moveTo>
                <a:lnTo>
                  <a:pt x="179729" y="94435"/>
                </a:lnTo>
                <a:lnTo>
                  <a:pt x="179729" y="96470"/>
                </a:lnTo>
                <a:lnTo>
                  <a:pt x="174025" y="96470"/>
                </a:lnTo>
                <a:lnTo>
                  <a:pt x="170289" y="92767"/>
                </a:lnTo>
                <a:close/>
                <a:moveTo>
                  <a:pt x="182231" y="95302"/>
                </a:moveTo>
                <a:lnTo>
                  <a:pt x="183532" y="95302"/>
                </a:lnTo>
                <a:lnTo>
                  <a:pt x="184332" y="96136"/>
                </a:lnTo>
                <a:lnTo>
                  <a:pt x="184332" y="97938"/>
                </a:lnTo>
                <a:lnTo>
                  <a:pt x="183098" y="96703"/>
                </a:lnTo>
                <a:lnTo>
                  <a:pt x="182831" y="96603"/>
                </a:lnTo>
                <a:lnTo>
                  <a:pt x="180930" y="96603"/>
                </a:lnTo>
                <a:close/>
                <a:moveTo>
                  <a:pt x="185133" y="96136"/>
                </a:moveTo>
                <a:lnTo>
                  <a:pt x="185967" y="95302"/>
                </a:lnTo>
                <a:lnTo>
                  <a:pt x="187268" y="95302"/>
                </a:lnTo>
                <a:lnTo>
                  <a:pt x="188535" y="96603"/>
                </a:lnTo>
                <a:lnTo>
                  <a:pt x="186667" y="96603"/>
                </a:lnTo>
                <a:lnTo>
                  <a:pt x="186367" y="96703"/>
                </a:lnTo>
                <a:lnTo>
                  <a:pt x="185133" y="97938"/>
                </a:lnTo>
                <a:close/>
                <a:moveTo>
                  <a:pt x="189736" y="94435"/>
                </a:moveTo>
                <a:lnTo>
                  <a:pt x="191437" y="92767"/>
                </a:lnTo>
                <a:lnTo>
                  <a:pt x="199176" y="92767"/>
                </a:lnTo>
                <a:lnTo>
                  <a:pt x="195473" y="96470"/>
                </a:lnTo>
                <a:lnTo>
                  <a:pt x="189736" y="96470"/>
                </a:lnTo>
                <a:lnTo>
                  <a:pt x="189736" y="94435"/>
                </a:lnTo>
                <a:close/>
                <a:moveTo>
                  <a:pt x="208850" y="92767"/>
                </a:moveTo>
                <a:lnTo>
                  <a:pt x="210518" y="94435"/>
                </a:lnTo>
                <a:lnTo>
                  <a:pt x="210518" y="96470"/>
                </a:lnTo>
                <a:lnTo>
                  <a:pt x="204813" y="96470"/>
                </a:lnTo>
                <a:lnTo>
                  <a:pt x="201077" y="92767"/>
                </a:lnTo>
                <a:close/>
                <a:moveTo>
                  <a:pt x="213019" y="95302"/>
                </a:moveTo>
                <a:lnTo>
                  <a:pt x="214320" y="95302"/>
                </a:lnTo>
                <a:lnTo>
                  <a:pt x="215121" y="96136"/>
                </a:lnTo>
                <a:lnTo>
                  <a:pt x="215121" y="97938"/>
                </a:lnTo>
                <a:lnTo>
                  <a:pt x="213887" y="96703"/>
                </a:lnTo>
                <a:lnTo>
                  <a:pt x="213620" y="96603"/>
                </a:lnTo>
                <a:lnTo>
                  <a:pt x="211718" y="96603"/>
                </a:lnTo>
                <a:close/>
                <a:moveTo>
                  <a:pt x="215921" y="96136"/>
                </a:moveTo>
                <a:lnTo>
                  <a:pt x="216755" y="95302"/>
                </a:lnTo>
                <a:lnTo>
                  <a:pt x="218056" y="95302"/>
                </a:lnTo>
                <a:lnTo>
                  <a:pt x="219324" y="96603"/>
                </a:lnTo>
                <a:lnTo>
                  <a:pt x="217456" y="96603"/>
                </a:lnTo>
                <a:lnTo>
                  <a:pt x="217156" y="96703"/>
                </a:lnTo>
                <a:lnTo>
                  <a:pt x="215921" y="97938"/>
                </a:lnTo>
                <a:close/>
                <a:moveTo>
                  <a:pt x="220558" y="94435"/>
                </a:moveTo>
                <a:lnTo>
                  <a:pt x="222226" y="92767"/>
                </a:lnTo>
                <a:lnTo>
                  <a:pt x="229965" y="92767"/>
                </a:lnTo>
                <a:lnTo>
                  <a:pt x="226262" y="96470"/>
                </a:lnTo>
                <a:lnTo>
                  <a:pt x="220525" y="96470"/>
                </a:lnTo>
                <a:lnTo>
                  <a:pt x="220525" y="94435"/>
                </a:lnTo>
                <a:close/>
                <a:moveTo>
                  <a:pt x="222226" y="91967"/>
                </a:moveTo>
                <a:lnTo>
                  <a:pt x="220558" y="90299"/>
                </a:lnTo>
                <a:lnTo>
                  <a:pt x="220558" y="88264"/>
                </a:lnTo>
                <a:lnTo>
                  <a:pt x="226262" y="88264"/>
                </a:lnTo>
                <a:lnTo>
                  <a:pt x="229965" y="91967"/>
                </a:lnTo>
                <a:close/>
                <a:moveTo>
                  <a:pt x="223260" y="77356"/>
                </a:moveTo>
                <a:lnTo>
                  <a:pt x="225128" y="77356"/>
                </a:lnTo>
                <a:lnTo>
                  <a:pt x="226529" y="78791"/>
                </a:lnTo>
                <a:lnTo>
                  <a:pt x="226529" y="80792"/>
                </a:lnTo>
                <a:lnTo>
                  <a:pt x="225228" y="82126"/>
                </a:lnTo>
                <a:lnTo>
                  <a:pt x="225228" y="79324"/>
                </a:lnTo>
                <a:close/>
                <a:moveTo>
                  <a:pt x="227330" y="80025"/>
                </a:moveTo>
                <a:lnTo>
                  <a:pt x="227330" y="78457"/>
                </a:lnTo>
                <a:lnTo>
                  <a:pt x="226229" y="77356"/>
                </a:lnTo>
                <a:lnTo>
                  <a:pt x="229965" y="77356"/>
                </a:lnTo>
                <a:close/>
                <a:moveTo>
                  <a:pt x="230532" y="77923"/>
                </a:moveTo>
                <a:lnTo>
                  <a:pt x="230532" y="81659"/>
                </a:lnTo>
                <a:lnTo>
                  <a:pt x="229431" y="80559"/>
                </a:lnTo>
                <a:lnTo>
                  <a:pt x="229264" y="80559"/>
                </a:lnTo>
                <a:lnTo>
                  <a:pt x="227897" y="80559"/>
                </a:lnTo>
                <a:close/>
                <a:moveTo>
                  <a:pt x="227096" y="81359"/>
                </a:moveTo>
                <a:lnTo>
                  <a:pt x="229097" y="81359"/>
                </a:lnTo>
                <a:lnTo>
                  <a:pt x="230532" y="82794"/>
                </a:lnTo>
                <a:lnTo>
                  <a:pt x="230532" y="84662"/>
                </a:lnTo>
                <a:lnTo>
                  <a:pt x="228564" y="82693"/>
                </a:lnTo>
                <a:lnTo>
                  <a:pt x="228397" y="82693"/>
                </a:lnTo>
                <a:lnTo>
                  <a:pt x="225795" y="82693"/>
                </a:lnTo>
                <a:close/>
                <a:moveTo>
                  <a:pt x="231332" y="77923"/>
                </a:moveTo>
                <a:lnTo>
                  <a:pt x="233968" y="80559"/>
                </a:lnTo>
                <a:lnTo>
                  <a:pt x="232567" y="80559"/>
                </a:lnTo>
                <a:lnTo>
                  <a:pt x="232300" y="80692"/>
                </a:lnTo>
                <a:lnTo>
                  <a:pt x="231332" y="81659"/>
                </a:lnTo>
                <a:lnTo>
                  <a:pt x="231332" y="77923"/>
                </a:lnTo>
                <a:close/>
                <a:moveTo>
                  <a:pt x="229965" y="76589"/>
                </a:moveTo>
                <a:lnTo>
                  <a:pt x="226229" y="76589"/>
                </a:lnTo>
                <a:lnTo>
                  <a:pt x="227229" y="75588"/>
                </a:lnTo>
                <a:lnTo>
                  <a:pt x="227330" y="75321"/>
                </a:lnTo>
                <a:lnTo>
                  <a:pt x="227330" y="73920"/>
                </a:lnTo>
                <a:close/>
                <a:moveTo>
                  <a:pt x="227897" y="73387"/>
                </a:moveTo>
                <a:lnTo>
                  <a:pt x="229431" y="73387"/>
                </a:lnTo>
                <a:lnTo>
                  <a:pt x="230532" y="72286"/>
                </a:lnTo>
                <a:lnTo>
                  <a:pt x="230532" y="76022"/>
                </a:lnTo>
                <a:close/>
                <a:moveTo>
                  <a:pt x="221959" y="73253"/>
                </a:moveTo>
                <a:lnTo>
                  <a:pt x="218657" y="76589"/>
                </a:lnTo>
                <a:lnTo>
                  <a:pt x="216488" y="76589"/>
                </a:lnTo>
                <a:lnTo>
                  <a:pt x="220425" y="72620"/>
                </a:lnTo>
                <a:lnTo>
                  <a:pt x="220425" y="67049"/>
                </a:lnTo>
                <a:lnTo>
                  <a:pt x="221959" y="68583"/>
                </a:lnTo>
                <a:lnTo>
                  <a:pt x="221959" y="73253"/>
                </a:lnTo>
                <a:close/>
                <a:moveTo>
                  <a:pt x="220558" y="63646"/>
                </a:moveTo>
                <a:lnTo>
                  <a:pt x="222226" y="61979"/>
                </a:lnTo>
                <a:lnTo>
                  <a:pt x="229965" y="61979"/>
                </a:lnTo>
                <a:lnTo>
                  <a:pt x="226262" y="65681"/>
                </a:lnTo>
                <a:lnTo>
                  <a:pt x="220525" y="65681"/>
                </a:lnTo>
                <a:lnTo>
                  <a:pt x="220525" y="63646"/>
                </a:lnTo>
                <a:close/>
                <a:moveTo>
                  <a:pt x="222226" y="61178"/>
                </a:moveTo>
                <a:lnTo>
                  <a:pt x="220558" y="59510"/>
                </a:lnTo>
                <a:lnTo>
                  <a:pt x="220558" y="57475"/>
                </a:lnTo>
                <a:lnTo>
                  <a:pt x="226262" y="57475"/>
                </a:lnTo>
                <a:lnTo>
                  <a:pt x="229965" y="61178"/>
                </a:lnTo>
                <a:close/>
                <a:moveTo>
                  <a:pt x="223260" y="46568"/>
                </a:moveTo>
                <a:lnTo>
                  <a:pt x="225128" y="46568"/>
                </a:lnTo>
                <a:lnTo>
                  <a:pt x="226529" y="48002"/>
                </a:lnTo>
                <a:lnTo>
                  <a:pt x="226529" y="50003"/>
                </a:lnTo>
                <a:lnTo>
                  <a:pt x="225228" y="51338"/>
                </a:lnTo>
                <a:lnTo>
                  <a:pt x="225228" y="48536"/>
                </a:lnTo>
                <a:close/>
                <a:moveTo>
                  <a:pt x="227330" y="49236"/>
                </a:moveTo>
                <a:lnTo>
                  <a:pt x="227330" y="47835"/>
                </a:lnTo>
                <a:lnTo>
                  <a:pt x="227229" y="47568"/>
                </a:lnTo>
                <a:lnTo>
                  <a:pt x="226229" y="46568"/>
                </a:lnTo>
                <a:lnTo>
                  <a:pt x="229965" y="46568"/>
                </a:lnTo>
                <a:close/>
                <a:moveTo>
                  <a:pt x="230532" y="47135"/>
                </a:moveTo>
                <a:lnTo>
                  <a:pt x="230532" y="50871"/>
                </a:lnTo>
                <a:lnTo>
                  <a:pt x="229431" y="49770"/>
                </a:lnTo>
                <a:lnTo>
                  <a:pt x="227897" y="49770"/>
                </a:lnTo>
                <a:close/>
                <a:moveTo>
                  <a:pt x="227096" y="50570"/>
                </a:moveTo>
                <a:lnTo>
                  <a:pt x="229097" y="50570"/>
                </a:lnTo>
                <a:lnTo>
                  <a:pt x="230532" y="52005"/>
                </a:lnTo>
                <a:lnTo>
                  <a:pt x="230532" y="53873"/>
                </a:lnTo>
                <a:lnTo>
                  <a:pt x="228564" y="51905"/>
                </a:lnTo>
                <a:lnTo>
                  <a:pt x="225762" y="51905"/>
                </a:lnTo>
                <a:close/>
                <a:moveTo>
                  <a:pt x="231332" y="47135"/>
                </a:moveTo>
                <a:lnTo>
                  <a:pt x="233968" y="49770"/>
                </a:lnTo>
                <a:lnTo>
                  <a:pt x="232567" y="49770"/>
                </a:lnTo>
                <a:lnTo>
                  <a:pt x="232300" y="49903"/>
                </a:lnTo>
                <a:lnTo>
                  <a:pt x="231332" y="50871"/>
                </a:lnTo>
                <a:lnTo>
                  <a:pt x="231332" y="47135"/>
                </a:lnTo>
                <a:close/>
                <a:moveTo>
                  <a:pt x="229965" y="45800"/>
                </a:moveTo>
                <a:lnTo>
                  <a:pt x="226229" y="45800"/>
                </a:lnTo>
                <a:lnTo>
                  <a:pt x="227330" y="44700"/>
                </a:lnTo>
                <a:lnTo>
                  <a:pt x="227330" y="43132"/>
                </a:lnTo>
                <a:close/>
                <a:moveTo>
                  <a:pt x="227897" y="42598"/>
                </a:moveTo>
                <a:lnTo>
                  <a:pt x="229264" y="42598"/>
                </a:lnTo>
                <a:lnTo>
                  <a:pt x="229431" y="42598"/>
                </a:lnTo>
                <a:lnTo>
                  <a:pt x="230532" y="41497"/>
                </a:lnTo>
                <a:lnTo>
                  <a:pt x="230532" y="45233"/>
                </a:lnTo>
                <a:close/>
                <a:moveTo>
                  <a:pt x="221959" y="42465"/>
                </a:moveTo>
                <a:lnTo>
                  <a:pt x="218657" y="45800"/>
                </a:lnTo>
                <a:lnTo>
                  <a:pt x="216488" y="45800"/>
                </a:lnTo>
                <a:lnTo>
                  <a:pt x="220425" y="41831"/>
                </a:lnTo>
                <a:lnTo>
                  <a:pt x="220425" y="36260"/>
                </a:lnTo>
                <a:lnTo>
                  <a:pt x="221959" y="37795"/>
                </a:lnTo>
                <a:lnTo>
                  <a:pt x="221959" y="42465"/>
                </a:lnTo>
                <a:close/>
                <a:moveTo>
                  <a:pt x="220558" y="32858"/>
                </a:moveTo>
                <a:lnTo>
                  <a:pt x="222226" y="31190"/>
                </a:lnTo>
                <a:lnTo>
                  <a:pt x="229965" y="31190"/>
                </a:lnTo>
                <a:lnTo>
                  <a:pt x="226262" y="34893"/>
                </a:lnTo>
                <a:lnTo>
                  <a:pt x="220525" y="34893"/>
                </a:lnTo>
                <a:lnTo>
                  <a:pt x="220525" y="32858"/>
                </a:lnTo>
                <a:close/>
                <a:moveTo>
                  <a:pt x="222226" y="30389"/>
                </a:moveTo>
                <a:lnTo>
                  <a:pt x="220558" y="28721"/>
                </a:lnTo>
                <a:lnTo>
                  <a:pt x="220558" y="26687"/>
                </a:lnTo>
                <a:lnTo>
                  <a:pt x="226262" y="26687"/>
                </a:lnTo>
                <a:lnTo>
                  <a:pt x="229965" y="30389"/>
                </a:lnTo>
                <a:lnTo>
                  <a:pt x="222226" y="30389"/>
                </a:lnTo>
                <a:close/>
                <a:moveTo>
                  <a:pt x="219657" y="25786"/>
                </a:moveTo>
                <a:lnTo>
                  <a:pt x="217623" y="25786"/>
                </a:lnTo>
                <a:lnTo>
                  <a:pt x="215921" y="24085"/>
                </a:lnTo>
                <a:lnTo>
                  <a:pt x="215921" y="16346"/>
                </a:lnTo>
                <a:lnTo>
                  <a:pt x="219657" y="20049"/>
                </a:lnTo>
                <a:lnTo>
                  <a:pt x="219657" y="25786"/>
                </a:lnTo>
                <a:close/>
                <a:moveTo>
                  <a:pt x="215121" y="24085"/>
                </a:moveTo>
                <a:lnTo>
                  <a:pt x="213453" y="25786"/>
                </a:lnTo>
                <a:lnTo>
                  <a:pt x="211418" y="25786"/>
                </a:lnTo>
                <a:lnTo>
                  <a:pt x="211418" y="20049"/>
                </a:lnTo>
                <a:lnTo>
                  <a:pt x="215121" y="16346"/>
                </a:lnTo>
                <a:lnTo>
                  <a:pt x="215121" y="24085"/>
                </a:lnTo>
                <a:close/>
                <a:moveTo>
                  <a:pt x="202679" y="21083"/>
                </a:moveTo>
                <a:lnTo>
                  <a:pt x="202512" y="21083"/>
                </a:lnTo>
                <a:lnTo>
                  <a:pt x="200544" y="23051"/>
                </a:lnTo>
                <a:lnTo>
                  <a:pt x="200544" y="21216"/>
                </a:lnTo>
                <a:lnTo>
                  <a:pt x="201945" y="19782"/>
                </a:lnTo>
                <a:lnTo>
                  <a:pt x="203979" y="19782"/>
                </a:lnTo>
                <a:lnTo>
                  <a:pt x="205280" y="21083"/>
                </a:lnTo>
                <a:close/>
                <a:moveTo>
                  <a:pt x="203746" y="18447"/>
                </a:moveTo>
                <a:lnTo>
                  <a:pt x="201077" y="15779"/>
                </a:lnTo>
                <a:lnTo>
                  <a:pt x="204847" y="15779"/>
                </a:lnTo>
                <a:lnTo>
                  <a:pt x="203746" y="16880"/>
                </a:lnTo>
                <a:lnTo>
                  <a:pt x="203746" y="18447"/>
                </a:lnTo>
                <a:close/>
                <a:moveTo>
                  <a:pt x="200544" y="14445"/>
                </a:moveTo>
                <a:lnTo>
                  <a:pt x="200544" y="10709"/>
                </a:lnTo>
                <a:lnTo>
                  <a:pt x="201644" y="11776"/>
                </a:lnTo>
                <a:lnTo>
                  <a:pt x="203179" y="11776"/>
                </a:lnTo>
                <a:close/>
                <a:moveTo>
                  <a:pt x="199743" y="14445"/>
                </a:moveTo>
                <a:lnTo>
                  <a:pt x="197108" y="11776"/>
                </a:lnTo>
                <a:lnTo>
                  <a:pt x="198476" y="11776"/>
                </a:lnTo>
                <a:lnTo>
                  <a:pt x="198776" y="11676"/>
                </a:lnTo>
                <a:lnTo>
                  <a:pt x="199743" y="10709"/>
                </a:lnTo>
                <a:lnTo>
                  <a:pt x="199743" y="14445"/>
                </a:lnTo>
                <a:close/>
                <a:moveTo>
                  <a:pt x="199176" y="15779"/>
                </a:moveTo>
                <a:lnTo>
                  <a:pt x="196541" y="18414"/>
                </a:lnTo>
                <a:lnTo>
                  <a:pt x="196541" y="16880"/>
                </a:lnTo>
                <a:lnTo>
                  <a:pt x="195440" y="15779"/>
                </a:lnTo>
                <a:close/>
                <a:moveTo>
                  <a:pt x="199743" y="16346"/>
                </a:moveTo>
                <a:lnTo>
                  <a:pt x="199743" y="20082"/>
                </a:lnTo>
                <a:lnTo>
                  <a:pt x="198776" y="19115"/>
                </a:lnTo>
                <a:lnTo>
                  <a:pt x="198476" y="18981"/>
                </a:lnTo>
                <a:lnTo>
                  <a:pt x="197108" y="18981"/>
                </a:lnTo>
                <a:close/>
                <a:moveTo>
                  <a:pt x="188869" y="25786"/>
                </a:moveTo>
                <a:lnTo>
                  <a:pt x="186801" y="25786"/>
                </a:lnTo>
                <a:lnTo>
                  <a:pt x="185133" y="24085"/>
                </a:lnTo>
                <a:lnTo>
                  <a:pt x="185133" y="16346"/>
                </a:lnTo>
                <a:lnTo>
                  <a:pt x="188869" y="20049"/>
                </a:lnTo>
                <a:lnTo>
                  <a:pt x="188869" y="25786"/>
                </a:lnTo>
                <a:close/>
                <a:moveTo>
                  <a:pt x="184332" y="24085"/>
                </a:moveTo>
                <a:lnTo>
                  <a:pt x="182664" y="25786"/>
                </a:lnTo>
                <a:lnTo>
                  <a:pt x="180629" y="25786"/>
                </a:lnTo>
                <a:lnTo>
                  <a:pt x="180629" y="20049"/>
                </a:lnTo>
                <a:lnTo>
                  <a:pt x="184332" y="16346"/>
                </a:lnTo>
                <a:lnTo>
                  <a:pt x="184332" y="24085"/>
                </a:lnTo>
                <a:close/>
                <a:moveTo>
                  <a:pt x="171723" y="21083"/>
                </a:moveTo>
                <a:lnTo>
                  <a:pt x="169755" y="23051"/>
                </a:lnTo>
                <a:lnTo>
                  <a:pt x="169755" y="21216"/>
                </a:lnTo>
                <a:lnTo>
                  <a:pt x="171156" y="19782"/>
                </a:lnTo>
                <a:lnTo>
                  <a:pt x="173157" y="19782"/>
                </a:lnTo>
                <a:lnTo>
                  <a:pt x="174492" y="21083"/>
                </a:lnTo>
                <a:close/>
                <a:moveTo>
                  <a:pt x="172957" y="18447"/>
                </a:moveTo>
                <a:lnTo>
                  <a:pt x="170289" y="15779"/>
                </a:lnTo>
                <a:lnTo>
                  <a:pt x="174025" y="15779"/>
                </a:lnTo>
                <a:lnTo>
                  <a:pt x="172957" y="16880"/>
                </a:lnTo>
                <a:lnTo>
                  <a:pt x="172957" y="18447"/>
                </a:lnTo>
                <a:close/>
                <a:moveTo>
                  <a:pt x="169755" y="14445"/>
                </a:moveTo>
                <a:lnTo>
                  <a:pt x="169755" y="10709"/>
                </a:lnTo>
                <a:lnTo>
                  <a:pt x="170722" y="11676"/>
                </a:lnTo>
                <a:lnTo>
                  <a:pt x="170989" y="11809"/>
                </a:lnTo>
                <a:lnTo>
                  <a:pt x="172390" y="11809"/>
                </a:lnTo>
                <a:close/>
                <a:moveTo>
                  <a:pt x="168954" y="14445"/>
                </a:moveTo>
                <a:lnTo>
                  <a:pt x="166319" y="11776"/>
                </a:lnTo>
                <a:lnTo>
                  <a:pt x="167854" y="11776"/>
                </a:lnTo>
                <a:lnTo>
                  <a:pt x="168954" y="10709"/>
                </a:lnTo>
                <a:close/>
                <a:moveTo>
                  <a:pt x="168387" y="15779"/>
                </a:moveTo>
                <a:lnTo>
                  <a:pt x="165752" y="18414"/>
                </a:lnTo>
                <a:lnTo>
                  <a:pt x="165752" y="16880"/>
                </a:lnTo>
                <a:lnTo>
                  <a:pt x="164651" y="15779"/>
                </a:lnTo>
                <a:close/>
                <a:moveTo>
                  <a:pt x="165519" y="19782"/>
                </a:moveTo>
                <a:lnTo>
                  <a:pt x="167520" y="19782"/>
                </a:lnTo>
                <a:lnTo>
                  <a:pt x="168954" y="21216"/>
                </a:lnTo>
                <a:lnTo>
                  <a:pt x="168954" y="23051"/>
                </a:lnTo>
                <a:lnTo>
                  <a:pt x="166986" y="21083"/>
                </a:lnTo>
                <a:lnTo>
                  <a:pt x="166820" y="21083"/>
                </a:lnTo>
                <a:lnTo>
                  <a:pt x="164218" y="21083"/>
                </a:lnTo>
                <a:close/>
                <a:moveTo>
                  <a:pt x="163417" y="21883"/>
                </a:moveTo>
                <a:lnTo>
                  <a:pt x="166653" y="21883"/>
                </a:lnTo>
                <a:lnTo>
                  <a:pt x="168954" y="24185"/>
                </a:lnTo>
                <a:lnTo>
                  <a:pt x="168954" y="26553"/>
                </a:lnTo>
                <a:lnTo>
                  <a:pt x="165952" y="23551"/>
                </a:lnTo>
                <a:lnTo>
                  <a:pt x="165786" y="23551"/>
                </a:lnTo>
                <a:lnTo>
                  <a:pt x="161716" y="23551"/>
                </a:lnTo>
                <a:close/>
                <a:moveTo>
                  <a:pt x="160949" y="24352"/>
                </a:moveTo>
                <a:lnTo>
                  <a:pt x="165619" y="24352"/>
                </a:lnTo>
                <a:lnTo>
                  <a:pt x="168954" y="27654"/>
                </a:lnTo>
                <a:lnTo>
                  <a:pt x="168954" y="29822"/>
                </a:lnTo>
                <a:lnTo>
                  <a:pt x="164985" y="25886"/>
                </a:lnTo>
                <a:lnTo>
                  <a:pt x="164852" y="25886"/>
                </a:lnTo>
                <a:lnTo>
                  <a:pt x="159414" y="25886"/>
                </a:lnTo>
                <a:close/>
                <a:moveTo>
                  <a:pt x="158047" y="25786"/>
                </a:moveTo>
                <a:lnTo>
                  <a:pt x="156012" y="25786"/>
                </a:lnTo>
                <a:lnTo>
                  <a:pt x="154344" y="24085"/>
                </a:lnTo>
                <a:lnTo>
                  <a:pt x="154344" y="16346"/>
                </a:lnTo>
                <a:lnTo>
                  <a:pt x="158047" y="20049"/>
                </a:lnTo>
                <a:lnTo>
                  <a:pt x="158047" y="25786"/>
                </a:lnTo>
                <a:close/>
                <a:moveTo>
                  <a:pt x="153543" y="24085"/>
                </a:moveTo>
                <a:lnTo>
                  <a:pt x="151876" y="25786"/>
                </a:lnTo>
                <a:lnTo>
                  <a:pt x="149841" y="25786"/>
                </a:lnTo>
                <a:lnTo>
                  <a:pt x="149841" y="20049"/>
                </a:lnTo>
                <a:lnTo>
                  <a:pt x="153543" y="16346"/>
                </a:lnTo>
                <a:lnTo>
                  <a:pt x="153543" y="24085"/>
                </a:lnTo>
                <a:close/>
                <a:moveTo>
                  <a:pt x="141068" y="21083"/>
                </a:moveTo>
                <a:lnTo>
                  <a:pt x="140901" y="21083"/>
                </a:lnTo>
                <a:lnTo>
                  <a:pt x="138933" y="23051"/>
                </a:lnTo>
                <a:lnTo>
                  <a:pt x="138933" y="21216"/>
                </a:lnTo>
                <a:lnTo>
                  <a:pt x="140367" y="19782"/>
                </a:lnTo>
                <a:lnTo>
                  <a:pt x="142369" y="19782"/>
                </a:lnTo>
                <a:lnTo>
                  <a:pt x="143703" y="21083"/>
                </a:lnTo>
                <a:close/>
                <a:moveTo>
                  <a:pt x="142135" y="18447"/>
                </a:moveTo>
                <a:lnTo>
                  <a:pt x="139500" y="15779"/>
                </a:lnTo>
                <a:lnTo>
                  <a:pt x="143236" y="15779"/>
                </a:lnTo>
                <a:lnTo>
                  <a:pt x="142135" y="16880"/>
                </a:lnTo>
                <a:lnTo>
                  <a:pt x="142135" y="18447"/>
                </a:lnTo>
                <a:close/>
                <a:moveTo>
                  <a:pt x="138933" y="14445"/>
                </a:moveTo>
                <a:lnTo>
                  <a:pt x="138933" y="10709"/>
                </a:lnTo>
                <a:lnTo>
                  <a:pt x="140034" y="11776"/>
                </a:lnTo>
                <a:lnTo>
                  <a:pt x="141602" y="11776"/>
                </a:lnTo>
                <a:close/>
                <a:moveTo>
                  <a:pt x="138166" y="14445"/>
                </a:moveTo>
                <a:lnTo>
                  <a:pt x="135531" y="11776"/>
                </a:lnTo>
                <a:lnTo>
                  <a:pt x="136898" y="11776"/>
                </a:lnTo>
                <a:lnTo>
                  <a:pt x="137165" y="11676"/>
                </a:lnTo>
                <a:lnTo>
                  <a:pt x="138166" y="10709"/>
                </a:lnTo>
                <a:lnTo>
                  <a:pt x="138166" y="14445"/>
                </a:lnTo>
                <a:close/>
                <a:moveTo>
                  <a:pt x="137599" y="15779"/>
                </a:moveTo>
                <a:lnTo>
                  <a:pt x="134964" y="18414"/>
                </a:lnTo>
                <a:lnTo>
                  <a:pt x="134964" y="16880"/>
                </a:lnTo>
                <a:lnTo>
                  <a:pt x="133863" y="15779"/>
                </a:lnTo>
                <a:close/>
                <a:moveTo>
                  <a:pt x="138166" y="16346"/>
                </a:moveTo>
                <a:lnTo>
                  <a:pt x="138166" y="20082"/>
                </a:lnTo>
                <a:lnTo>
                  <a:pt x="137165" y="19115"/>
                </a:lnTo>
                <a:lnTo>
                  <a:pt x="136898" y="18981"/>
                </a:lnTo>
                <a:lnTo>
                  <a:pt x="135531" y="18981"/>
                </a:lnTo>
                <a:close/>
                <a:moveTo>
                  <a:pt x="127258" y="25786"/>
                </a:moveTo>
                <a:lnTo>
                  <a:pt x="125223" y="25786"/>
                </a:lnTo>
                <a:lnTo>
                  <a:pt x="123555" y="24085"/>
                </a:lnTo>
                <a:lnTo>
                  <a:pt x="123555" y="16346"/>
                </a:lnTo>
                <a:lnTo>
                  <a:pt x="127258" y="20049"/>
                </a:lnTo>
                <a:close/>
                <a:moveTo>
                  <a:pt x="122755" y="24085"/>
                </a:moveTo>
                <a:lnTo>
                  <a:pt x="121087" y="25786"/>
                </a:lnTo>
                <a:lnTo>
                  <a:pt x="119052" y="25786"/>
                </a:lnTo>
                <a:lnTo>
                  <a:pt x="119052" y="20049"/>
                </a:lnTo>
                <a:lnTo>
                  <a:pt x="122755" y="16346"/>
                </a:lnTo>
                <a:close/>
                <a:moveTo>
                  <a:pt x="110112" y="21083"/>
                </a:moveTo>
                <a:lnTo>
                  <a:pt x="108144" y="23051"/>
                </a:lnTo>
                <a:lnTo>
                  <a:pt x="108144" y="21216"/>
                </a:lnTo>
                <a:lnTo>
                  <a:pt x="109579" y="19782"/>
                </a:lnTo>
                <a:lnTo>
                  <a:pt x="111580" y="19782"/>
                </a:lnTo>
                <a:lnTo>
                  <a:pt x="112914" y="21083"/>
                </a:lnTo>
                <a:close/>
                <a:moveTo>
                  <a:pt x="111347" y="18447"/>
                </a:moveTo>
                <a:lnTo>
                  <a:pt x="108711" y="15779"/>
                </a:lnTo>
                <a:lnTo>
                  <a:pt x="112447" y="15779"/>
                </a:lnTo>
                <a:lnTo>
                  <a:pt x="111347" y="16880"/>
                </a:lnTo>
                <a:close/>
                <a:moveTo>
                  <a:pt x="108144" y="14445"/>
                </a:moveTo>
                <a:lnTo>
                  <a:pt x="108144" y="10709"/>
                </a:lnTo>
                <a:lnTo>
                  <a:pt x="109145" y="11676"/>
                </a:lnTo>
                <a:lnTo>
                  <a:pt x="109412" y="11809"/>
                </a:lnTo>
                <a:lnTo>
                  <a:pt x="110813" y="11809"/>
                </a:lnTo>
                <a:close/>
                <a:moveTo>
                  <a:pt x="107377" y="14445"/>
                </a:moveTo>
                <a:lnTo>
                  <a:pt x="104709" y="11776"/>
                </a:lnTo>
                <a:lnTo>
                  <a:pt x="106276" y="11776"/>
                </a:lnTo>
                <a:lnTo>
                  <a:pt x="107377" y="10709"/>
                </a:lnTo>
                <a:close/>
                <a:moveTo>
                  <a:pt x="106810" y="15779"/>
                </a:moveTo>
                <a:lnTo>
                  <a:pt x="104175" y="18414"/>
                </a:lnTo>
                <a:lnTo>
                  <a:pt x="104175" y="16880"/>
                </a:lnTo>
                <a:lnTo>
                  <a:pt x="103074" y="15779"/>
                </a:lnTo>
                <a:close/>
                <a:moveTo>
                  <a:pt x="103941" y="19782"/>
                </a:moveTo>
                <a:lnTo>
                  <a:pt x="105943" y="19782"/>
                </a:lnTo>
                <a:lnTo>
                  <a:pt x="107344" y="21216"/>
                </a:lnTo>
                <a:lnTo>
                  <a:pt x="107344" y="23051"/>
                </a:lnTo>
                <a:lnTo>
                  <a:pt x="105376" y="21083"/>
                </a:lnTo>
                <a:lnTo>
                  <a:pt x="105242" y="21083"/>
                </a:lnTo>
                <a:lnTo>
                  <a:pt x="102607" y="21083"/>
                </a:lnTo>
                <a:close/>
                <a:moveTo>
                  <a:pt x="101840" y="21883"/>
                </a:moveTo>
                <a:lnTo>
                  <a:pt x="105076" y="21883"/>
                </a:lnTo>
                <a:lnTo>
                  <a:pt x="107377" y="24185"/>
                </a:lnTo>
                <a:lnTo>
                  <a:pt x="107377" y="26553"/>
                </a:lnTo>
                <a:lnTo>
                  <a:pt x="104375" y="23551"/>
                </a:lnTo>
                <a:lnTo>
                  <a:pt x="104208" y="23551"/>
                </a:lnTo>
                <a:lnTo>
                  <a:pt x="100139" y="23551"/>
                </a:lnTo>
                <a:close/>
                <a:moveTo>
                  <a:pt x="99371" y="24352"/>
                </a:moveTo>
                <a:lnTo>
                  <a:pt x="104041" y="24352"/>
                </a:lnTo>
                <a:lnTo>
                  <a:pt x="107377" y="27654"/>
                </a:lnTo>
                <a:lnTo>
                  <a:pt x="107377" y="29822"/>
                </a:lnTo>
                <a:lnTo>
                  <a:pt x="103408" y="25886"/>
                </a:lnTo>
                <a:lnTo>
                  <a:pt x="103241" y="25886"/>
                </a:lnTo>
                <a:lnTo>
                  <a:pt x="97837" y="25886"/>
                </a:lnTo>
                <a:close/>
                <a:moveTo>
                  <a:pt x="96469" y="25786"/>
                </a:moveTo>
                <a:lnTo>
                  <a:pt x="94435" y="25786"/>
                </a:lnTo>
                <a:lnTo>
                  <a:pt x="92767" y="24085"/>
                </a:lnTo>
                <a:lnTo>
                  <a:pt x="92767" y="16346"/>
                </a:lnTo>
                <a:lnTo>
                  <a:pt x="96469" y="20082"/>
                </a:lnTo>
                <a:close/>
                <a:moveTo>
                  <a:pt x="91966" y="24085"/>
                </a:moveTo>
                <a:lnTo>
                  <a:pt x="90298" y="25786"/>
                </a:lnTo>
                <a:lnTo>
                  <a:pt x="88264" y="25786"/>
                </a:lnTo>
                <a:lnTo>
                  <a:pt x="88264" y="20049"/>
                </a:lnTo>
                <a:lnTo>
                  <a:pt x="91966" y="16346"/>
                </a:lnTo>
                <a:close/>
                <a:moveTo>
                  <a:pt x="79491" y="21083"/>
                </a:moveTo>
                <a:lnTo>
                  <a:pt x="79324" y="21083"/>
                </a:lnTo>
                <a:lnTo>
                  <a:pt x="77356" y="23051"/>
                </a:lnTo>
                <a:lnTo>
                  <a:pt x="77356" y="21216"/>
                </a:lnTo>
                <a:lnTo>
                  <a:pt x="78790" y="19782"/>
                </a:lnTo>
                <a:lnTo>
                  <a:pt x="80792" y="19782"/>
                </a:lnTo>
                <a:lnTo>
                  <a:pt x="82126" y="21083"/>
                </a:lnTo>
                <a:close/>
                <a:moveTo>
                  <a:pt x="80558" y="18447"/>
                </a:moveTo>
                <a:lnTo>
                  <a:pt x="77923" y="15779"/>
                </a:lnTo>
                <a:lnTo>
                  <a:pt x="81659" y="15779"/>
                </a:lnTo>
                <a:lnTo>
                  <a:pt x="80558" y="16880"/>
                </a:lnTo>
                <a:close/>
                <a:moveTo>
                  <a:pt x="77356" y="14445"/>
                </a:moveTo>
                <a:lnTo>
                  <a:pt x="77356" y="10709"/>
                </a:lnTo>
                <a:lnTo>
                  <a:pt x="78457" y="11776"/>
                </a:lnTo>
                <a:lnTo>
                  <a:pt x="80024" y="11776"/>
                </a:lnTo>
                <a:close/>
                <a:moveTo>
                  <a:pt x="76589" y="14445"/>
                </a:moveTo>
                <a:lnTo>
                  <a:pt x="73920" y="11776"/>
                </a:lnTo>
                <a:lnTo>
                  <a:pt x="75321" y="11776"/>
                </a:lnTo>
                <a:lnTo>
                  <a:pt x="75588" y="11676"/>
                </a:lnTo>
                <a:lnTo>
                  <a:pt x="76555" y="10709"/>
                </a:lnTo>
                <a:lnTo>
                  <a:pt x="76555" y="14445"/>
                </a:lnTo>
                <a:close/>
                <a:moveTo>
                  <a:pt x="76021" y="15779"/>
                </a:moveTo>
                <a:lnTo>
                  <a:pt x="73386" y="18414"/>
                </a:lnTo>
                <a:lnTo>
                  <a:pt x="73386" y="16880"/>
                </a:lnTo>
                <a:lnTo>
                  <a:pt x="72285" y="15779"/>
                </a:lnTo>
                <a:close/>
                <a:moveTo>
                  <a:pt x="76589" y="16346"/>
                </a:moveTo>
                <a:lnTo>
                  <a:pt x="76589" y="20082"/>
                </a:lnTo>
                <a:lnTo>
                  <a:pt x="75588" y="19115"/>
                </a:lnTo>
                <a:lnTo>
                  <a:pt x="75321" y="18981"/>
                </a:lnTo>
                <a:lnTo>
                  <a:pt x="73920" y="18981"/>
                </a:lnTo>
                <a:close/>
                <a:moveTo>
                  <a:pt x="65681" y="25786"/>
                </a:moveTo>
                <a:lnTo>
                  <a:pt x="63646" y="25786"/>
                </a:lnTo>
                <a:lnTo>
                  <a:pt x="61978" y="24085"/>
                </a:lnTo>
                <a:lnTo>
                  <a:pt x="61978" y="16346"/>
                </a:lnTo>
                <a:lnTo>
                  <a:pt x="65681" y="20049"/>
                </a:lnTo>
                <a:close/>
                <a:moveTo>
                  <a:pt x="61178" y="24085"/>
                </a:moveTo>
                <a:lnTo>
                  <a:pt x="59510" y="25786"/>
                </a:lnTo>
                <a:lnTo>
                  <a:pt x="57475" y="25786"/>
                </a:lnTo>
                <a:lnTo>
                  <a:pt x="57475" y="20049"/>
                </a:lnTo>
                <a:lnTo>
                  <a:pt x="61178" y="16346"/>
                </a:lnTo>
                <a:close/>
                <a:moveTo>
                  <a:pt x="48535" y="21083"/>
                </a:moveTo>
                <a:lnTo>
                  <a:pt x="46567" y="23051"/>
                </a:lnTo>
                <a:lnTo>
                  <a:pt x="46567" y="21216"/>
                </a:lnTo>
                <a:lnTo>
                  <a:pt x="48001" y="19782"/>
                </a:lnTo>
                <a:lnTo>
                  <a:pt x="50003" y="19782"/>
                </a:lnTo>
                <a:lnTo>
                  <a:pt x="51337" y="21083"/>
                </a:lnTo>
                <a:close/>
                <a:moveTo>
                  <a:pt x="49769" y="18447"/>
                </a:moveTo>
                <a:lnTo>
                  <a:pt x="47134" y="15779"/>
                </a:lnTo>
                <a:lnTo>
                  <a:pt x="50870" y="15779"/>
                </a:lnTo>
                <a:lnTo>
                  <a:pt x="49769" y="16880"/>
                </a:lnTo>
                <a:close/>
                <a:moveTo>
                  <a:pt x="46567" y="14445"/>
                </a:moveTo>
                <a:lnTo>
                  <a:pt x="46567" y="10709"/>
                </a:lnTo>
                <a:lnTo>
                  <a:pt x="47534" y="11676"/>
                </a:lnTo>
                <a:lnTo>
                  <a:pt x="47835" y="11809"/>
                </a:lnTo>
                <a:lnTo>
                  <a:pt x="49202" y="11809"/>
                </a:lnTo>
                <a:close/>
                <a:moveTo>
                  <a:pt x="45767" y="14445"/>
                </a:moveTo>
                <a:lnTo>
                  <a:pt x="43131" y="11776"/>
                </a:lnTo>
                <a:lnTo>
                  <a:pt x="44699" y="11776"/>
                </a:lnTo>
                <a:lnTo>
                  <a:pt x="45767" y="10709"/>
                </a:lnTo>
                <a:close/>
                <a:moveTo>
                  <a:pt x="45233" y="15779"/>
                </a:moveTo>
                <a:lnTo>
                  <a:pt x="42564" y="18414"/>
                </a:lnTo>
                <a:lnTo>
                  <a:pt x="42564" y="16880"/>
                </a:lnTo>
                <a:lnTo>
                  <a:pt x="41497" y="15779"/>
                </a:lnTo>
                <a:close/>
                <a:moveTo>
                  <a:pt x="42364" y="19782"/>
                </a:moveTo>
                <a:lnTo>
                  <a:pt x="44366" y="19782"/>
                </a:lnTo>
                <a:lnTo>
                  <a:pt x="45767" y="21216"/>
                </a:lnTo>
                <a:lnTo>
                  <a:pt x="45767" y="23051"/>
                </a:lnTo>
                <a:lnTo>
                  <a:pt x="43798" y="21083"/>
                </a:lnTo>
                <a:lnTo>
                  <a:pt x="43665" y="21083"/>
                </a:lnTo>
                <a:lnTo>
                  <a:pt x="41030" y="21083"/>
                </a:lnTo>
                <a:close/>
                <a:moveTo>
                  <a:pt x="40229" y="21883"/>
                </a:moveTo>
                <a:lnTo>
                  <a:pt x="43498" y="21883"/>
                </a:lnTo>
                <a:lnTo>
                  <a:pt x="45767" y="24185"/>
                </a:lnTo>
                <a:lnTo>
                  <a:pt x="45767" y="26553"/>
                </a:lnTo>
                <a:lnTo>
                  <a:pt x="42798" y="23551"/>
                </a:lnTo>
                <a:lnTo>
                  <a:pt x="42631" y="23551"/>
                </a:lnTo>
                <a:lnTo>
                  <a:pt x="38561" y="23551"/>
                </a:lnTo>
                <a:close/>
                <a:moveTo>
                  <a:pt x="37761" y="24352"/>
                </a:moveTo>
                <a:lnTo>
                  <a:pt x="42464" y="24352"/>
                </a:lnTo>
                <a:lnTo>
                  <a:pt x="45767" y="27654"/>
                </a:lnTo>
                <a:lnTo>
                  <a:pt x="45767" y="29822"/>
                </a:lnTo>
                <a:lnTo>
                  <a:pt x="41830" y="25886"/>
                </a:lnTo>
                <a:lnTo>
                  <a:pt x="41664" y="25886"/>
                </a:lnTo>
                <a:lnTo>
                  <a:pt x="36260" y="25886"/>
                </a:lnTo>
                <a:close/>
                <a:moveTo>
                  <a:pt x="34892" y="25786"/>
                </a:moveTo>
                <a:lnTo>
                  <a:pt x="32857" y="25786"/>
                </a:lnTo>
                <a:lnTo>
                  <a:pt x="31189" y="24085"/>
                </a:lnTo>
                <a:lnTo>
                  <a:pt x="31189" y="16346"/>
                </a:lnTo>
                <a:lnTo>
                  <a:pt x="34892" y="20049"/>
                </a:lnTo>
                <a:close/>
                <a:moveTo>
                  <a:pt x="30389" y="24085"/>
                </a:moveTo>
                <a:lnTo>
                  <a:pt x="28721" y="25786"/>
                </a:lnTo>
                <a:lnTo>
                  <a:pt x="26653" y="25786"/>
                </a:lnTo>
                <a:lnTo>
                  <a:pt x="26653" y="20049"/>
                </a:lnTo>
                <a:lnTo>
                  <a:pt x="30389" y="16346"/>
                </a:lnTo>
                <a:lnTo>
                  <a:pt x="30389" y="24085"/>
                </a:lnTo>
                <a:close/>
                <a:moveTo>
                  <a:pt x="19748" y="35693"/>
                </a:moveTo>
                <a:lnTo>
                  <a:pt x="19881" y="35693"/>
                </a:lnTo>
                <a:lnTo>
                  <a:pt x="25319" y="35693"/>
                </a:lnTo>
                <a:lnTo>
                  <a:pt x="23784" y="37228"/>
                </a:lnTo>
                <a:lnTo>
                  <a:pt x="19081" y="37228"/>
                </a:lnTo>
                <a:lnTo>
                  <a:pt x="15778" y="33892"/>
                </a:lnTo>
                <a:lnTo>
                  <a:pt x="15778" y="31757"/>
                </a:lnTo>
                <a:close/>
                <a:moveTo>
                  <a:pt x="18781" y="38028"/>
                </a:moveTo>
                <a:lnTo>
                  <a:pt x="18947" y="38028"/>
                </a:lnTo>
                <a:lnTo>
                  <a:pt x="22984" y="38028"/>
                </a:lnTo>
                <a:lnTo>
                  <a:pt x="21316" y="39696"/>
                </a:lnTo>
                <a:lnTo>
                  <a:pt x="18080" y="39696"/>
                </a:lnTo>
                <a:lnTo>
                  <a:pt x="15778" y="37394"/>
                </a:lnTo>
                <a:lnTo>
                  <a:pt x="15778" y="35026"/>
                </a:lnTo>
                <a:close/>
                <a:moveTo>
                  <a:pt x="14978" y="40363"/>
                </a:moveTo>
                <a:lnTo>
                  <a:pt x="13577" y="41797"/>
                </a:lnTo>
                <a:lnTo>
                  <a:pt x="11542" y="41797"/>
                </a:lnTo>
                <a:lnTo>
                  <a:pt x="10241" y="40463"/>
                </a:lnTo>
                <a:lnTo>
                  <a:pt x="13010" y="40463"/>
                </a:lnTo>
                <a:lnTo>
                  <a:pt x="14978" y="38495"/>
                </a:lnTo>
                <a:lnTo>
                  <a:pt x="14978" y="40363"/>
                </a:lnTo>
                <a:close/>
                <a:moveTo>
                  <a:pt x="11776" y="43132"/>
                </a:moveTo>
                <a:lnTo>
                  <a:pt x="14411" y="45800"/>
                </a:lnTo>
                <a:lnTo>
                  <a:pt x="10675" y="45800"/>
                </a:lnTo>
                <a:lnTo>
                  <a:pt x="11776" y="44700"/>
                </a:lnTo>
                <a:lnTo>
                  <a:pt x="11776" y="43132"/>
                </a:lnTo>
                <a:close/>
                <a:moveTo>
                  <a:pt x="14978" y="47135"/>
                </a:moveTo>
                <a:lnTo>
                  <a:pt x="14978" y="50871"/>
                </a:lnTo>
                <a:lnTo>
                  <a:pt x="14011" y="49903"/>
                </a:lnTo>
                <a:lnTo>
                  <a:pt x="13744" y="49770"/>
                </a:lnTo>
                <a:lnTo>
                  <a:pt x="12343" y="49770"/>
                </a:lnTo>
                <a:close/>
                <a:moveTo>
                  <a:pt x="15778" y="52005"/>
                </a:moveTo>
                <a:lnTo>
                  <a:pt x="17213" y="50570"/>
                </a:lnTo>
                <a:lnTo>
                  <a:pt x="19214" y="50570"/>
                </a:lnTo>
                <a:lnTo>
                  <a:pt x="20549" y="51905"/>
                </a:lnTo>
                <a:lnTo>
                  <a:pt x="17747" y="51905"/>
                </a:lnTo>
                <a:lnTo>
                  <a:pt x="15778" y="53873"/>
                </a:lnTo>
                <a:close/>
                <a:moveTo>
                  <a:pt x="18080" y="52672"/>
                </a:moveTo>
                <a:lnTo>
                  <a:pt x="21316" y="52672"/>
                </a:lnTo>
                <a:lnTo>
                  <a:pt x="23017" y="54340"/>
                </a:lnTo>
                <a:lnTo>
                  <a:pt x="18947" y="54340"/>
                </a:lnTo>
                <a:lnTo>
                  <a:pt x="18647" y="54473"/>
                </a:lnTo>
                <a:lnTo>
                  <a:pt x="15778" y="57342"/>
                </a:lnTo>
                <a:lnTo>
                  <a:pt x="15778" y="54974"/>
                </a:lnTo>
                <a:close/>
                <a:moveTo>
                  <a:pt x="19081" y="55140"/>
                </a:moveTo>
                <a:lnTo>
                  <a:pt x="23784" y="55140"/>
                </a:lnTo>
                <a:lnTo>
                  <a:pt x="25319" y="56675"/>
                </a:lnTo>
                <a:lnTo>
                  <a:pt x="19748" y="56675"/>
                </a:lnTo>
                <a:lnTo>
                  <a:pt x="15778" y="60611"/>
                </a:lnTo>
                <a:lnTo>
                  <a:pt x="15778" y="58443"/>
                </a:lnTo>
                <a:close/>
                <a:moveTo>
                  <a:pt x="19748" y="66482"/>
                </a:moveTo>
                <a:lnTo>
                  <a:pt x="25319" y="66482"/>
                </a:lnTo>
                <a:lnTo>
                  <a:pt x="23784" y="68016"/>
                </a:lnTo>
                <a:lnTo>
                  <a:pt x="19081" y="68016"/>
                </a:lnTo>
                <a:lnTo>
                  <a:pt x="15778" y="64714"/>
                </a:lnTo>
                <a:lnTo>
                  <a:pt x="15778" y="62546"/>
                </a:lnTo>
                <a:close/>
                <a:moveTo>
                  <a:pt x="18647" y="68683"/>
                </a:moveTo>
                <a:lnTo>
                  <a:pt x="18947" y="68817"/>
                </a:lnTo>
                <a:lnTo>
                  <a:pt x="22984" y="68817"/>
                </a:lnTo>
                <a:lnTo>
                  <a:pt x="21316" y="70485"/>
                </a:lnTo>
                <a:lnTo>
                  <a:pt x="18080" y="70485"/>
                </a:lnTo>
                <a:lnTo>
                  <a:pt x="15778" y="68183"/>
                </a:lnTo>
                <a:lnTo>
                  <a:pt x="15778" y="65815"/>
                </a:lnTo>
                <a:close/>
                <a:moveTo>
                  <a:pt x="14978" y="71152"/>
                </a:moveTo>
                <a:lnTo>
                  <a:pt x="13577" y="72586"/>
                </a:lnTo>
                <a:lnTo>
                  <a:pt x="11542" y="72586"/>
                </a:lnTo>
                <a:lnTo>
                  <a:pt x="10241" y="71285"/>
                </a:lnTo>
                <a:lnTo>
                  <a:pt x="13010" y="71285"/>
                </a:lnTo>
                <a:lnTo>
                  <a:pt x="14978" y="69317"/>
                </a:lnTo>
                <a:lnTo>
                  <a:pt x="14978" y="71152"/>
                </a:lnTo>
                <a:close/>
                <a:moveTo>
                  <a:pt x="11776" y="75321"/>
                </a:moveTo>
                <a:lnTo>
                  <a:pt x="11776" y="73954"/>
                </a:lnTo>
                <a:lnTo>
                  <a:pt x="14411" y="76589"/>
                </a:lnTo>
                <a:lnTo>
                  <a:pt x="10675" y="76589"/>
                </a:lnTo>
                <a:lnTo>
                  <a:pt x="11675" y="75588"/>
                </a:lnTo>
                <a:close/>
                <a:moveTo>
                  <a:pt x="14444" y="77356"/>
                </a:moveTo>
                <a:lnTo>
                  <a:pt x="11776" y="80025"/>
                </a:lnTo>
                <a:lnTo>
                  <a:pt x="11776" y="78457"/>
                </a:lnTo>
                <a:lnTo>
                  <a:pt x="10675" y="77356"/>
                </a:lnTo>
                <a:close/>
                <a:moveTo>
                  <a:pt x="14978" y="77923"/>
                </a:moveTo>
                <a:lnTo>
                  <a:pt x="14978" y="81659"/>
                </a:lnTo>
                <a:lnTo>
                  <a:pt x="14011" y="80692"/>
                </a:lnTo>
                <a:lnTo>
                  <a:pt x="13744" y="80559"/>
                </a:lnTo>
                <a:lnTo>
                  <a:pt x="12343" y="80559"/>
                </a:lnTo>
                <a:close/>
                <a:moveTo>
                  <a:pt x="15778" y="82794"/>
                </a:moveTo>
                <a:lnTo>
                  <a:pt x="17213" y="81359"/>
                </a:lnTo>
                <a:lnTo>
                  <a:pt x="19214" y="81359"/>
                </a:lnTo>
                <a:lnTo>
                  <a:pt x="20549" y="82693"/>
                </a:lnTo>
                <a:lnTo>
                  <a:pt x="17913" y="82693"/>
                </a:lnTo>
                <a:lnTo>
                  <a:pt x="17747" y="82693"/>
                </a:lnTo>
                <a:lnTo>
                  <a:pt x="15778" y="84662"/>
                </a:lnTo>
                <a:close/>
                <a:moveTo>
                  <a:pt x="18080" y="83461"/>
                </a:moveTo>
                <a:lnTo>
                  <a:pt x="21316" y="83461"/>
                </a:lnTo>
                <a:lnTo>
                  <a:pt x="23017" y="85162"/>
                </a:lnTo>
                <a:lnTo>
                  <a:pt x="18947" y="85162"/>
                </a:lnTo>
                <a:lnTo>
                  <a:pt x="18781" y="85162"/>
                </a:lnTo>
                <a:lnTo>
                  <a:pt x="15778" y="88131"/>
                </a:lnTo>
                <a:lnTo>
                  <a:pt x="15778" y="85762"/>
                </a:lnTo>
                <a:close/>
                <a:moveTo>
                  <a:pt x="19081" y="85929"/>
                </a:moveTo>
                <a:lnTo>
                  <a:pt x="23784" y="85929"/>
                </a:lnTo>
                <a:lnTo>
                  <a:pt x="25319" y="87464"/>
                </a:lnTo>
                <a:lnTo>
                  <a:pt x="19881" y="87464"/>
                </a:lnTo>
                <a:lnTo>
                  <a:pt x="19748" y="87464"/>
                </a:lnTo>
                <a:lnTo>
                  <a:pt x="15778" y="91400"/>
                </a:lnTo>
                <a:lnTo>
                  <a:pt x="15778" y="89265"/>
                </a:lnTo>
                <a:close/>
                <a:moveTo>
                  <a:pt x="26653" y="97371"/>
                </a:moveTo>
                <a:lnTo>
                  <a:pt x="28721" y="97371"/>
                </a:lnTo>
                <a:lnTo>
                  <a:pt x="30389" y="99072"/>
                </a:lnTo>
                <a:lnTo>
                  <a:pt x="30389" y="106811"/>
                </a:lnTo>
                <a:lnTo>
                  <a:pt x="26653" y="103108"/>
                </a:lnTo>
                <a:lnTo>
                  <a:pt x="26653" y="97371"/>
                </a:lnTo>
                <a:close/>
                <a:moveTo>
                  <a:pt x="31189" y="99072"/>
                </a:moveTo>
                <a:lnTo>
                  <a:pt x="32857" y="97371"/>
                </a:lnTo>
                <a:lnTo>
                  <a:pt x="34892" y="97371"/>
                </a:lnTo>
                <a:lnTo>
                  <a:pt x="34892" y="103108"/>
                </a:lnTo>
                <a:lnTo>
                  <a:pt x="31189" y="106811"/>
                </a:lnTo>
                <a:close/>
                <a:moveTo>
                  <a:pt x="43665" y="102074"/>
                </a:moveTo>
                <a:lnTo>
                  <a:pt x="43798" y="102074"/>
                </a:lnTo>
                <a:lnTo>
                  <a:pt x="45767" y="100106"/>
                </a:lnTo>
                <a:lnTo>
                  <a:pt x="45767" y="101974"/>
                </a:lnTo>
                <a:lnTo>
                  <a:pt x="44366" y="103375"/>
                </a:lnTo>
                <a:lnTo>
                  <a:pt x="42364" y="103375"/>
                </a:lnTo>
                <a:lnTo>
                  <a:pt x="41030" y="102074"/>
                </a:lnTo>
                <a:close/>
                <a:moveTo>
                  <a:pt x="42564" y="104743"/>
                </a:moveTo>
                <a:lnTo>
                  <a:pt x="45233" y="107378"/>
                </a:lnTo>
                <a:lnTo>
                  <a:pt x="41497" y="107378"/>
                </a:lnTo>
                <a:lnTo>
                  <a:pt x="42564" y="106277"/>
                </a:lnTo>
                <a:lnTo>
                  <a:pt x="42564" y="104743"/>
                </a:lnTo>
                <a:close/>
                <a:moveTo>
                  <a:pt x="45767" y="108712"/>
                </a:moveTo>
                <a:lnTo>
                  <a:pt x="45767" y="112448"/>
                </a:lnTo>
                <a:lnTo>
                  <a:pt x="44699" y="111381"/>
                </a:lnTo>
                <a:lnTo>
                  <a:pt x="43131" y="111381"/>
                </a:lnTo>
                <a:close/>
                <a:moveTo>
                  <a:pt x="46567" y="108712"/>
                </a:moveTo>
                <a:lnTo>
                  <a:pt x="49202" y="111381"/>
                </a:lnTo>
                <a:lnTo>
                  <a:pt x="47835" y="111381"/>
                </a:lnTo>
                <a:lnTo>
                  <a:pt x="47568" y="111481"/>
                </a:lnTo>
                <a:lnTo>
                  <a:pt x="46567" y="112448"/>
                </a:lnTo>
                <a:lnTo>
                  <a:pt x="46567" y="108712"/>
                </a:lnTo>
                <a:close/>
                <a:moveTo>
                  <a:pt x="47134" y="107378"/>
                </a:moveTo>
                <a:lnTo>
                  <a:pt x="49769" y="104743"/>
                </a:lnTo>
                <a:lnTo>
                  <a:pt x="49769" y="106277"/>
                </a:lnTo>
                <a:lnTo>
                  <a:pt x="50870" y="107378"/>
                </a:lnTo>
                <a:close/>
                <a:moveTo>
                  <a:pt x="46567" y="106811"/>
                </a:moveTo>
                <a:lnTo>
                  <a:pt x="46567" y="103075"/>
                </a:lnTo>
                <a:lnTo>
                  <a:pt x="47534" y="104042"/>
                </a:lnTo>
                <a:lnTo>
                  <a:pt x="47835" y="104175"/>
                </a:lnTo>
                <a:lnTo>
                  <a:pt x="49202" y="104175"/>
                </a:lnTo>
                <a:close/>
                <a:moveTo>
                  <a:pt x="57475" y="97371"/>
                </a:moveTo>
                <a:lnTo>
                  <a:pt x="59510" y="97371"/>
                </a:lnTo>
                <a:lnTo>
                  <a:pt x="61178" y="99072"/>
                </a:lnTo>
                <a:lnTo>
                  <a:pt x="61178" y="106811"/>
                </a:lnTo>
                <a:lnTo>
                  <a:pt x="57475" y="103108"/>
                </a:lnTo>
                <a:close/>
                <a:moveTo>
                  <a:pt x="61978" y="99072"/>
                </a:moveTo>
                <a:lnTo>
                  <a:pt x="63646" y="97371"/>
                </a:lnTo>
                <a:lnTo>
                  <a:pt x="65681" y="97371"/>
                </a:lnTo>
                <a:lnTo>
                  <a:pt x="65681" y="103108"/>
                </a:lnTo>
                <a:lnTo>
                  <a:pt x="61978" y="106811"/>
                </a:lnTo>
                <a:close/>
                <a:moveTo>
                  <a:pt x="74620" y="102074"/>
                </a:moveTo>
                <a:lnTo>
                  <a:pt x="76589" y="100106"/>
                </a:lnTo>
                <a:lnTo>
                  <a:pt x="76589" y="101974"/>
                </a:lnTo>
                <a:lnTo>
                  <a:pt x="75154" y="103375"/>
                </a:lnTo>
                <a:lnTo>
                  <a:pt x="73153" y="103375"/>
                </a:lnTo>
                <a:lnTo>
                  <a:pt x="71818" y="102074"/>
                </a:lnTo>
                <a:close/>
                <a:moveTo>
                  <a:pt x="73386" y="104743"/>
                </a:moveTo>
                <a:lnTo>
                  <a:pt x="76021" y="107378"/>
                </a:lnTo>
                <a:lnTo>
                  <a:pt x="72285" y="107378"/>
                </a:lnTo>
                <a:lnTo>
                  <a:pt x="73386" y="106277"/>
                </a:lnTo>
                <a:close/>
                <a:moveTo>
                  <a:pt x="76589" y="108712"/>
                </a:moveTo>
                <a:lnTo>
                  <a:pt x="76589" y="112448"/>
                </a:lnTo>
                <a:lnTo>
                  <a:pt x="75588" y="111481"/>
                </a:lnTo>
                <a:lnTo>
                  <a:pt x="75321" y="111381"/>
                </a:lnTo>
                <a:lnTo>
                  <a:pt x="73920" y="111381"/>
                </a:lnTo>
                <a:close/>
                <a:moveTo>
                  <a:pt x="77356" y="108712"/>
                </a:moveTo>
                <a:lnTo>
                  <a:pt x="80024" y="111381"/>
                </a:lnTo>
                <a:lnTo>
                  <a:pt x="78457" y="111381"/>
                </a:lnTo>
                <a:lnTo>
                  <a:pt x="77356" y="112448"/>
                </a:lnTo>
                <a:close/>
                <a:moveTo>
                  <a:pt x="77923" y="107378"/>
                </a:moveTo>
                <a:lnTo>
                  <a:pt x="80558" y="104743"/>
                </a:lnTo>
                <a:lnTo>
                  <a:pt x="80558" y="106277"/>
                </a:lnTo>
                <a:lnTo>
                  <a:pt x="81659" y="107378"/>
                </a:lnTo>
                <a:close/>
                <a:moveTo>
                  <a:pt x="80792" y="103375"/>
                </a:moveTo>
                <a:lnTo>
                  <a:pt x="78790" y="103375"/>
                </a:lnTo>
                <a:lnTo>
                  <a:pt x="77356" y="101941"/>
                </a:lnTo>
                <a:lnTo>
                  <a:pt x="77356" y="100106"/>
                </a:lnTo>
                <a:lnTo>
                  <a:pt x="79324" y="102074"/>
                </a:lnTo>
                <a:lnTo>
                  <a:pt x="79491" y="102074"/>
                </a:lnTo>
                <a:lnTo>
                  <a:pt x="82092" y="102074"/>
                </a:lnTo>
                <a:close/>
                <a:moveTo>
                  <a:pt x="82893" y="101273"/>
                </a:moveTo>
                <a:lnTo>
                  <a:pt x="79657" y="101273"/>
                </a:lnTo>
                <a:lnTo>
                  <a:pt x="77356" y="98972"/>
                </a:lnTo>
                <a:lnTo>
                  <a:pt x="77356" y="96603"/>
                </a:lnTo>
                <a:lnTo>
                  <a:pt x="80358" y="99606"/>
                </a:lnTo>
                <a:lnTo>
                  <a:pt x="80525" y="99606"/>
                </a:lnTo>
                <a:lnTo>
                  <a:pt x="84594" y="99606"/>
                </a:lnTo>
                <a:close/>
                <a:moveTo>
                  <a:pt x="85361" y="98805"/>
                </a:moveTo>
                <a:lnTo>
                  <a:pt x="80691" y="98805"/>
                </a:lnTo>
                <a:lnTo>
                  <a:pt x="77356" y="95503"/>
                </a:lnTo>
                <a:lnTo>
                  <a:pt x="77356" y="93334"/>
                </a:lnTo>
                <a:lnTo>
                  <a:pt x="81325" y="97271"/>
                </a:lnTo>
                <a:lnTo>
                  <a:pt x="81492" y="97271"/>
                </a:lnTo>
                <a:lnTo>
                  <a:pt x="86896" y="97271"/>
                </a:lnTo>
                <a:close/>
                <a:moveTo>
                  <a:pt x="88264" y="97371"/>
                </a:moveTo>
                <a:lnTo>
                  <a:pt x="90298" y="97371"/>
                </a:lnTo>
                <a:lnTo>
                  <a:pt x="91966" y="99072"/>
                </a:lnTo>
                <a:lnTo>
                  <a:pt x="91966" y="106811"/>
                </a:lnTo>
                <a:lnTo>
                  <a:pt x="88264" y="103108"/>
                </a:lnTo>
                <a:close/>
                <a:moveTo>
                  <a:pt x="92767" y="99072"/>
                </a:moveTo>
                <a:lnTo>
                  <a:pt x="94435" y="97371"/>
                </a:lnTo>
                <a:lnTo>
                  <a:pt x="96469" y="97371"/>
                </a:lnTo>
                <a:lnTo>
                  <a:pt x="96469" y="103108"/>
                </a:lnTo>
                <a:lnTo>
                  <a:pt x="92767" y="106811"/>
                </a:lnTo>
                <a:close/>
                <a:moveTo>
                  <a:pt x="105242" y="102074"/>
                </a:moveTo>
                <a:lnTo>
                  <a:pt x="105409" y="102074"/>
                </a:lnTo>
                <a:lnTo>
                  <a:pt x="107377" y="100106"/>
                </a:lnTo>
                <a:lnTo>
                  <a:pt x="107377" y="101974"/>
                </a:lnTo>
                <a:lnTo>
                  <a:pt x="105943" y="103375"/>
                </a:lnTo>
                <a:lnTo>
                  <a:pt x="103941" y="103375"/>
                </a:lnTo>
                <a:lnTo>
                  <a:pt x="102607" y="102074"/>
                </a:lnTo>
                <a:close/>
                <a:moveTo>
                  <a:pt x="104175" y="104743"/>
                </a:moveTo>
                <a:lnTo>
                  <a:pt x="106810" y="107378"/>
                </a:lnTo>
                <a:lnTo>
                  <a:pt x="103074" y="107378"/>
                </a:lnTo>
                <a:lnTo>
                  <a:pt x="104175" y="106277"/>
                </a:lnTo>
                <a:close/>
                <a:moveTo>
                  <a:pt x="107377" y="108712"/>
                </a:moveTo>
                <a:lnTo>
                  <a:pt x="107377" y="112448"/>
                </a:lnTo>
                <a:lnTo>
                  <a:pt x="106276" y="111381"/>
                </a:lnTo>
                <a:lnTo>
                  <a:pt x="104709" y="111381"/>
                </a:lnTo>
                <a:close/>
                <a:moveTo>
                  <a:pt x="108144" y="108712"/>
                </a:moveTo>
                <a:lnTo>
                  <a:pt x="110813" y="111381"/>
                </a:lnTo>
                <a:lnTo>
                  <a:pt x="109412" y="111381"/>
                </a:lnTo>
                <a:lnTo>
                  <a:pt x="109145" y="111481"/>
                </a:lnTo>
                <a:lnTo>
                  <a:pt x="108144" y="112448"/>
                </a:lnTo>
                <a:lnTo>
                  <a:pt x="108144" y="108712"/>
                </a:lnTo>
                <a:close/>
                <a:moveTo>
                  <a:pt x="108711" y="107378"/>
                </a:moveTo>
                <a:lnTo>
                  <a:pt x="111347" y="104743"/>
                </a:lnTo>
                <a:lnTo>
                  <a:pt x="111347" y="106277"/>
                </a:lnTo>
                <a:lnTo>
                  <a:pt x="112447" y="107378"/>
                </a:lnTo>
                <a:close/>
                <a:moveTo>
                  <a:pt x="108144" y="106811"/>
                </a:moveTo>
                <a:lnTo>
                  <a:pt x="108144" y="103075"/>
                </a:lnTo>
                <a:lnTo>
                  <a:pt x="109145" y="104042"/>
                </a:lnTo>
                <a:lnTo>
                  <a:pt x="109412" y="104175"/>
                </a:lnTo>
                <a:lnTo>
                  <a:pt x="110813" y="104175"/>
                </a:lnTo>
                <a:close/>
                <a:moveTo>
                  <a:pt x="119052" y="97371"/>
                </a:moveTo>
                <a:lnTo>
                  <a:pt x="121087" y="97371"/>
                </a:lnTo>
                <a:lnTo>
                  <a:pt x="122755" y="99072"/>
                </a:lnTo>
                <a:lnTo>
                  <a:pt x="122755" y="106811"/>
                </a:lnTo>
                <a:lnTo>
                  <a:pt x="119052" y="103108"/>
                </a:lnTo>
                <a:close/>
                <a:moveTo>
                  <a:pt x="123555" y="99072"/>
                </a:moveTo>
                <a:lnTo>
                  <a:pt x="125223" y="97371"/>
                </a:lnTo>
                <a:lnTo>
                  <a:pt x="127258" y="97371"/>
                </a:lnTo>
                <a:lnTo>
                  <a:pt x="127258" y="103108"/>
                </a:lnTo>
                <a:lnTo>
                  <a:pt x="123555" y="106811"/>
                </a:lnTo>
                <a:lnTo>
                  <a:pt x="123555" y="99072"/>
                </a:lnTo>
                <a:close/>
                <a:moveTo>
                  <a:pt x="136198" y="102074"/>
                </a:moveTo>
                <a:lnTo>
                  <a:pt x="138166" y="100106"/>
                </a:lnTo>
                <a:lnTo>
                  <a:pt x="138166" y="101974"/>
                </a:lnTo>
                <a:lnTo>
                  <a:pt x="136731" y="103375"/>
                </a:lnTo>
                <a:lnTo>
                  <a:pt x="134730" y="103375"/>
                </a:lnTo>
                <a:lnTo>
                  <a:pt x="133396" y="102074"/>
                </a:lnTo>
                <a:close/>
                <a:moveTo>
                  <a:pt x="134964" y="104743"/>
                </a:moveTo>
                <a:lnTo>
                  <a:pt x="137599" y="107378"/>
                </a:lnTo>
                <a:lnTo>
                  <a:pt x="133863" y="107378"/>
                </a:lnTo>
                <a:lnTo>
                  <a:pt x="134964" y="106277"/>
                </a:lnTo>
                <a:lnTo>
                  <a:pt x="134964" y="104743"/>
                </a:lnTo>
                <a:close/>
                <a:moveTo>
                  <a:pt x="138166" y="108712"/>
                </a:moveTo>
                <a:lnTo>
                  <a:pt x="138166" y="112448"/>
                </a:lnTo>
                <a:lnTo>
                  <a:pt x="137165" y="111481"/>
                </a:lnTo>
                <a:lnTo>
                  <a:pt x="136898" y="111381"/>
                </a:lnTo>
                <a:lnTo>
                  <a:pt x="135531" y="111381"/>
                </a:lnTo>
                <a:close/>
                <a:moveTo>
                  <a:pt x="138933" y="108712"/>
                </a:moveTo>
                <a:lnTo>
                  <a:pt x="141602" y="111381"/>
                </a:lnTo>
                <a:lnTo>
                  <a:pt x="140034" y="111381"/>
                </a:lnTo>
                <a:lnTo>
                  <a:pt x="138933" y="112448"/>
                </a:lnTo>
                <a:close/>
                <a:moveTo>
                  <a:pt x="139500" y="107378"/>
                </a:moveTo>
                <a:lnTo>
                  <a:pt x="142135" y="104743"/>
                </a:lnTo>
                <a:lnTo>
                  <a:pt x="142135" y="106277"/>
                </a:lnTo>
                <a:lnTo>
                  <a:pt x="143236" y="107378"/>
                </a:lnTo>
                <a:close/>
                <a:moveTo>
                  <a:pt x="142369" y="103375"/>
                </a:moveTo>
                <a:lnTo>
                  <a:pt x="140367" y="103375"/>
                </a:lnTo>
                <a:lnTo>
                  <a:pt x="138933" y="101941"/>
                </a:lnTo>
                <a:lnTo>
                  <a:pt x="138933" y="100106"/>
                </a:lnTo>
                <a:lnTo>
                  <a:pt x="140901" y="102074"/>
                </a:lnTo>
                <a:lnTo>
                  <a:pt x="141068" y="102074"/>
                </a:lnTo>
                <a:lnTo>
                  <a:pt x="143703" y="102074"/>
                </a:lnTo>
                <a:close/>
                <a:moveTo>
                  <a:pt x="144504" y="101273"/>
                </a:moveTo>
                <a:lnTo>
                  <a:pt x="141235" y="101273"/>
                </a:lnTo>
                <a:lnTo>
                  <a:pt x="138933" y="98972"/>
                </a:lnTo>
                <a:lnTo>
                  <a:pt x="138933" y="96603"/>
                </a:lnTo>
                <a:lnTo>
                  <a:pt x="141935" y="99606"/>
                </a:lnTo>
                <a:lnTo>
                  <a:pt x="142102" y="99606"/>
                </a:lnTo>
                <a:lnTo>
                  <a:pt x="146172" y="99606"/>
                </a:lnTo>
                <a:close/>
                <a:moveTo>
                  <a:pt x="146939" y="98805"/>
                </a:moveTo>
                <a:lnTo>
                  <a:pt x="142269" y="98805"/>
                </a:lnTo>
                <a:lnTo>
                  <a:pt x="138933" y="95503"/>
                </a:lnTo>
                <a:lnTo>
                  <a:pt x="138933" y="93334"/>
                </a:lnTo>
                <a:lnTo>
                  <a:pt x="142903" y="97271"/>
                </a:lnTo>
                <a:lnTo>
                  <a:pt x="143069" y="97271"/>
                </a:lnTo>
                <a:lnTo>
                  <a:pt x="148473" y="97271"/>
                </a:lnTo>
                <a:close/>
                <a:moveTo>
                  <a:pt x="149841" y="97371"/>
                </a:moveTo>
                <a:lnTo>
                  <a:pt x="151876" y="97371"/>
                </a:lnTo>
                <a:lnTo>
                  <a:pt x="153543" y="99072"/>
                </a:lnTo>
                <a:lnTo>
                  <a:pt x="153543" y="106811"/>
                </a:lnTo>
                <a:lnTo>
                  <a:pt x="149841" y="103108"/>
                </a:lnTo>
                <a:lnTo>
                  <a:pt x="149841" y="97371"/>
                </a:lnTo>
                <a:close/>
                <a:moveTo>
                  <a:pt x="154344" y="99072"/>
                </a:moveTo>
                <a:lnTo>
                  <a:pt x="156012" y="97371"/>
                </a:lnTo>
                <a:lnTo>
                  <a:pt x="158047" y="97371"/>
                </a:lnTo>
                <a:lnTo>
                  <a:pt x="158047" y="103108"/>
                </a:lnTo>
                <a:lnTo>
                  <a:pt x="154344" y="106811"/>
                </a:lnTo>
                <a:lnTo>
                  <a:pt x="154344" y="99072"/>
                </a:lnTo>
                <a:close/>
                <a:moveTo>
                  <a:pt x="166820" y="102074"/>
                </a:moveTo>
                <a:lnTo>
                  <a:pt x="166986" y="102074"/>
                </a:lnTo>
                <a:lnTo>
                  <a:pt x="168954" y="100106"/>
                </a:lnTo>
                <a:lnTo>
                  <a:pt x="168954" y="101974"/>
                </a:lnTo>
                <a:lnTo>
                  <a:pt x="167520" y="103375"/>
                </a:lnTo>
                <a:lnTo>
                  <a:pt x="165519" y="103375"/>
                </a:lnTo>
                <a:lnTo>
                  <a:pt x="164184" y="102074"/>
                </a:lnTo>
                <a:close/>
                <a:moveTo>
                  <a:pt x="165752" y="104743"/>
                </a:moveTo>
                <a:lnTo>
                  <a:pt x="168387" y="107378"/>
                </a:lnTo>
                <a:lnTo>
                  <a:pt x="164651" y="107378"/>
                </a:lnTo>
                <a:lnTo>
                  <a:pt x="165752" y="106277"/>
                </a:lnTo>
                <a:lnTo>
                  <a:pt x="165752" y="104743"/>
                </a:lnTo>
                <a:close/>
                <a:moveTo>
                  <a:pt x="168954" y="108712"/>
                </a:moveTo>
                <a:lnTo>
                  <a:pt x="168954" y="112448"/>
                </a:lnTo>
                <a:lnTo>
                  <a:pt x="167854" y="111381"/>
                </a:lnTo>
                <a:lnTo>
                  <a:pt x="166319" y="111381"/>
                </a:lnTo>
                <a:close/>
                <a:moveTo>
                  <a:pt x="169755" y="108712"/>
                </a:moveTo>
                <a:lnTo>
                  <a:pt x="172390" y="111381"/>
                </a:lnTo>
                <a:lnTo>
                  <a:pt x="170989" y="111381"/>
                </a:lnTo>
                <a:lnTo>
                  <a:pt x="170722" y="111481"/>
                </a:lnTo>
                <a:lnTo>
                  <a:pt x="169755" y="112448"/>
                </a:lnTo>
                <a:lnTo>
                  <a:pt x="169755" y="108712"/>
                </a:lnTo>
                <a:close/>
                <a:moveTo>
                  <a:pt x="170289" y="107378"/>
                </a:moveTo>
                <a:lnTo>
                  <a:pt x="172957" y="104743"/>
                </a:lnTo>
                <a:lnTo>
                  <a:pt x="172957" y="106277"/>
                </a:lnTo>
                <a:lnTo>
                  <a:pt x="174025" y="107378"/>
                </a:lnTo>
                <a:close/>
                <a:moveTo>
                  <a:pt x="169755" y="106811"/>
                </a:moveTo>
                <a:lnTo>
                  <a:pt x="169755" y="103075"/>
                </a:lnTo>
                <a:lnTo>
                  <a:pt x="170722" y="104042"/>
                </a:lnTo>
                <a:lnTo>
                  <a:pt x="170989" y="104175"/>
                </a:lnTo>
                <a:lnTo>
                  <a:pt x="172390" y="104175"/>
                </a:lnTo>
                <a:close/>
                <a:moveTo>
                  <a:pt x="180629" y="97371"/>
                </a:moveTo>
                <a:lnTo>
                  <a:pt x="182664" y="97371"/>
                </a:lnTo>
                <a:lnTo>
                  <a:pt x="184332" y="99072"/>
                </a:lnTo>
                <a:lnTo>
                  <a:pt x="184332" y="106811"/>
                </a:lnTo>
                <a:lnTo>
                  <a:pt x="180629" y="103108"/>
                </a:lnTo>
                <a:lnTo>
                  <a:pt x="180629" y="97371"/>
                </a:lnTo>
                <a:close/>
                <a:moveTo>
                  <a:pt x="185133" y="99072"/>
                </a:moveTo>
                <a:lnTo>
                  <a:pt x="186801" y="97371"/>
                </a:lnTo>
                <a:lnTo>
                  <a:pt x="188835" y="97371"/>
                </a:lnTo>
                <a:lnTo>
                  <a:pt x="188835" y="103108"/>
                </a:lnTo>
                <a:lnTo>
                  <a:pt x="185133" y="106811"/>
                </a:lnTo>
                <a:lnTo>
                  <a:pt x="185133" y="99072"/>
                </a:lnTo>
                <a:close/>
                <a:moveTo>
                  <a:pt x="197775" y="102074"/>
                </a:moveTo>
                <a:lnTo>
                  <a:pt x="199743" y="100106"/>
                </a:lnTo>
                <a:lnTo>
                  <a:pt x="199743" y="101974"/>
                </a:lnTo>
                <a:lnTo>
                  <a:pt x="198309" y="103375"/>
                </a:lnTo>
                <a:lnTo>
                  <a:pt x="196307" y="103375"/>
                </a:lnTo>
                <a:lnTo>
                  <a:pt x="194973" y="102074"/>
                </a:lnTo>
                <a:close/>
                <a:moveTo>
                  <a:pt x="196541" y="104743"/>
                </a:moveTo>
                <a:lnTo>
                  <a:pt x="199176" y="107378"/>
                </a:lnTo>
                <a:lnTo>
                  <a:pt x="195440" y="107378"/>
                </a:lnTo>
                <a:lnTo>
                  <a:pt x="196541" y="106277"/>
                </a:lnTo>
                <a:lnTo>
                  <a:pt x="196541" y="104743"/>
                </a:lnTo>
                <a:close/>
                <a:moveTo>
                  <a:pt x="199743" y="108712"/>
                </a:moveTo>
                <a:lnTo>
                  <a:pt x="199743" y="112448"/>
                </a:lnTo>
                <a:lnTo>
                  <a:pt x="198776" y="111481"/>
                </a:lnTo>
                <a:lnTo>
                  <a:pt x="198476" y="111381"/>
                </a:lnTo>
                <a:lnTo>
                  <a:pt x="197108" y="111381"/>
                </a:lnTo>
                <a:close/>
                <a:moveTo>
                  <a:pt x="200544" y="108712"/>
                </a:moveTo>
                <a:lnTo>
                  <a:pt x="203179" y="111381"/>
                </a:lnTo>
                <a:lnTo>
                  <a:pt x="201644" y="111381"/>
                </a:lnTo>
                <a:lnTo>
                  <a:pt x="200544" y="112448"/>
                </a:lnTo>
                <a:close/>
                <a:moveTo>
                  <a:pt x="201077" y="107378"/>
                </a:moveTo>
                <a:lnTo>
                  <a:pt x="203746" y="104743"/>
                </a:lnTo>
                <a:lnTo>
                  <a:pt x="203746" y="106277"/>
                </a:lnTo>
                <a:lnTo>
                  <a:pt x="204847" y="107378"/>
                </a:lnTo>
                <a:close/>
                <a:moveTo>
                  <a:pt x="203979" y="103375"/>
                </a:moveTo>
                <a:lnTo>
                  <a:pt x="201945" y="103375"/>
                </a:lnTo>
                <a:lnTo>
                  <a:pt x="200544" y="101941"/>
                </a:lnTo>
                <a:lnTo>
                  <a:pt x="200544" y="100106"/>
                </a:lnTo>
                <a:lnTo>
                  <a:pt x="202512" y="102074"/>
                </a:lnTo>
                <a:lnTo>
                  <a:pt x="202645" y="102074"/>
                </a:lnTo>
                <a:lnTo>
                  <a:pt x="205280" y="102074"/>
                </a:lnTo>
                <a:close/>
                <a:moveTo>
                  <a:pt x="206081" y="101273"/>
                </a:moveTo>
                <a:lnTo>
                  <a:pt x="202812" y="101273"/>
                </a:lnTo>
                <a:lnTo>
                  <a:pt x="200544" y="98972"/>
                </a:lnTo>
                <a:lnTo>
                  <a:pt x="200544" y="96603"/>
                </a:lnTo>
                <a:lnTo>
                  <a:pt x="203512" y="99606"/>
                </a:lnTo>
                <a:lnTo>
                  <a:pt x="203679" y="99606"/>
                </a:lnTo>
                <a:lnTo>
                  <a:pt x="207749" y="99606"/>
                </a:lnTo>
                <a:close/>
                <a:moveTo>
                  <a:pt x="208549" y="98805"/>
                </a:moveTo>
                <a:lnTo>
                  <a:pt x="203846" y="98805"/>
                </a:lnTo>
                <a:lnTo>
                  <a:pt x="200544" y="95503"/>
                </a:lnTo>
                <a:lnTo>
                  <a:pt x="200544" y="93334"/>
                </a:lnTo>
                <a:lnTo>
                  <a:pt x="204480" y="97271"/>
                </a:lnTo>
                <a:lnTo>
                  <a:pt x="204647" y="97271"/>
                </a:lnTo>
                <a:lnTo>
                  <a:pt x="210084" y="97271"/>
                </a:lnTo>
                <a:close/>
                <a:moveTo>
                  <a:pt x="211418" y="97371"/>
                </a:moveTo>
                <a:lnTo>
                  <a:pt x="213453" y="97371"/>
                </a:lnTo>
                <a:lnTo>
                  <a:pt x="215154" y="99072"/>
                </a:lnTo>
                <a:lnTo>
                  <a:pt x="215154" y="106811"/>
                </a:lnTo>
                <a:lnTo>
                  <a:pt x="211418" y="103108"/>
                </a:lnTo>
                <a:lnTo>
                  <a:pt x="211418" y="97371"/>
                </a:lnTo>
                <a:close/>
                <a:moveTo>
                  <a:pt x="215921" y="99072"/>
                </a:moveTo>
                <a:lnTo>
                  <a:pt x="217623" y="97371"/>
                </a:lnTo>
                <a:lnTo>
                  <a:pt x="219657" y="97371"/>
                </a:lnTo>
                <a:lnTo>
                  <a:pt x="219657" y="103108"/>
                </a:lnTo>
                <a:lnTo>
                  <a:pt x="215921" y="106811"/>
                </a:lnTo>
                <a:lnTo>
                  <a:pt x="215921" y="99072"/>
                </a:lnTo>
                <a:close/>
                <a:moveTo>
                  <a:pt x="226596" y="87464"/>
                </a:moveTo>
                <a:lnTo>
                  <a:pt x="226429" y="87464"/>
                </a:lnTo>
                <a:lnTo>
                  <a:pt x="220992" y="87464"/>
                </a:lnTo>
                <a:lnTo>
                  <a:pt x="222526" y="85929"/>
                </a:lnTo>
                <a:lnTo>
                  <a:pt x="227229" y="85929"/>
                </a:lnTo>
                <a:lnTo>
                  <a:pt x="230532" y="89265"/>
                </a:lnTo>
                <a:lnTo>
                  <a:pt x="230532" y="91400"/>
                </a:lnTo>
                <a:close/>
                <a:moveTo>
                  <a:pt x="227530" y="85162"/>
                </a:moveTo>
                <a:lnTo>
                  <a:pt x="227396" y="85162"/>
                </a:lnTo>
                <a:lnTo>
                  <a:pt x="223327" y="85162"/>
                </a:lnTo>
                <a:lnTo>
                  <a:pt x="224995" y="83461"/>
                </a:lnTo>
                <a:lnTo>
                  <a:pt x="228230" y="83461"/>
                </a:lnTo>
                <a:lnTo>
                  <a:pt x="230532" y="85762"/>
                </a:lnTo>
                <a:lnTo>
                  <a:pt x="230532" y="88131"/>
                </a:lnTo>
                <a:close/>
                <a:moveTo>
                  <a:pt x="231332" y="82794"/>
                </a:moveTo>
                <a:lnTo>
                  <a:pt x="232733" y="81359"/>
                </a:lnTo>
                <a:lnTo>
                  <a:pt x="234768" y="81359"/>
                </a:lnTo>
                <a:lnTo>
                  <a:pt x="236069" y="82693"/>
                </a:lnTo>
                <a:lnTo>
                  <a:pt x="233300" y="82693"/>
                </a:lnTo>
                <a:lnTo>
                  <a:pt x="231332" y="84662"/>
                </a:lnTo>
                <a:lnTo>
                  <a:pt x="231332" y="82794"/>
                </a:lnTo>
                <a:close/>
                <a:moveTo>
                  <a:pt x="234535" y="80025"/>
                </a:moveTo>
                <a:lnTo>
                  <a:pt x="231899" y="77356"/>
                </a:lnTo>
                <a:lnTo>
                  <a:pt x="235635" y="77356"/>
                </a:lnTo>
                <a:lnTo>
                  <a:pt x="234535" y="78457"/>
                </a:lnTo>
                <a:close/>
                <a:moveTo>
                  <a:pt x="231332" y="76022"/>
                </a:moveTo>
                <a:lnTo>
                  <a:pt x="231332" y="72286"/>
                </a:lnTo>
                <a:lnTo>
                  <a:pt x="232300" y="73253"/>
                </a:lnTo>
                <a:lnTo>
                  <a:pt x="232567" y="73387"/>
                </a:lnTo>
                <a:lnTo>
                  <a:pt x="233968" y="73387"/>
                </a:lnTo>
                <a:close/>
                <a:moveTo>
                  <a:pt x="230532" y="71152"/>
                </a:moveTo>
                <a:lnTo>
                  <a:pt x="229097" y="72586"/>
                </a:lnTo>
                <a:lnTo>
                  <a:pt x="227096" y="72586"/>
                </a:lnTo>
                <a:lnTo>
                  <a:pt x="225762" y="71285"/>
                </a:lnTo>
                <a:lnTo>
                  <a:pt x="228564" y="71285"/>
                </a:lnTo>
                <a:lnTo>
                  <a:pt x="230532" y="69317"/>
                </a:lnTo>
                <a:close/>
                <a:moveTo>
                  <a:pt x="228230" y="70485"/>
                </a:moveTo>
                <a:lnTo>
                  <a:pt x="224995" y="70485"/>
                </a:lnTo>
                <a:lnTo>
                  <a:pt x="223327" y="68783"/>
                </a:lnTo>
                <a:lnTo>
                  <a:pt x="227363" y="68783"/>
                </a:lnTo>
                <a:lnTo>
                  <a:pt x="227663" y="68683"/>
                </a:lnTo>
                <a:lnTo>
                  <a:pt x="230532" y="65815"/>
                </a:lnTo>
                <a:lnTo>
                  <a:pt x="230532" y="68183"/>
                </a:lnTo>
                <a:close/>
                <a:moveTo>
                  <a:pt x="227229" y="68016"/>
                </a:moveTo>
                <a:lnTo>
                  <a:pt x="222526" y="68016"/>
                </a:lnTo>
                <a:lnTo>
                  <a:pt x="220992" y="66482"/>
                </a:lnTo>
                <a:lnTo>
                  <a:pt x="226596" y="66482"/>
                </a:lnTo>
                <a:lnTo>
                  <a:pt x="230532" y="62546"/>
                </a:lnTo>
                <a:lnTo>
                  <a:pt x="230532" y="64714"/>
                </a:lnTo>
                <a:close/>
                <a:moveTo>
                  <a:pt x="226596" y="56675"/>
                </a:moveTo>
                <a:lnTo>
                  <a:pt x="220992" y="56675"/>
                </a:lnTo>
                <a:lnTo>
                  <a:pt x="222526" y="55140"/>
                </a:lnTo>
                <a:lnTo>
                  <a:pt x="227229" y="55140"/>
                </a:lnTo>
                <a:lnTo>
                  <a:pt x="230532" y="58476"/>
                </a:lnTo>
                <a:lnTo>
                  <a:pt x="230532" y="60611"/>
                </a:lnTo>
                <a:close/>
                <a:moveTo>
                  <a:pt x="227663" y="54473"/>
                </a:moveTo>
                <a:lnTo>
                  <a:pt x="227396" y="54340"/>
                </a:lnTo>
                <a:lnTo>
                  <a:pt x="223327" y="54340"/>
                </a:lnTo>
                <a:lnTo>
                  <a:pt x="224995" y="52672"/>
                </a:lnTo>
                <a:lnTo>
                  <a:pt x="228230" y="52672"/>
                </a:lnTo>
                <a:lnTo>
                  <a:pt x="230532" y="54974"/>
                </a:lnTo>
                <a:lnTo>
                  <a:pt x="230532" y="57342"/>
                </a:lnTo>
                <a:close/>
                <a:moveTo>
                  <a:pt x="231332" y="52005"/>
                </a:moveTo>
                <a:lnTo>
                  <a:pt x="232733" y="50570"/>
                </a:lnTo>
                <a:lnTo>
                  <a:pt x="234768" y="50570"/>
                </a:lnTo>
                <a:lnTo>
                  <a:pt x="236069" y="51905"/>
                </a:lnTo>
                <a:lnTo>
                  <a:pt x="233300" y="51905"/>
                </a:lnTo>
                <a:lnTo>
                  <a:pt x="231332" y="53873"/>
                </a:lnTo>
                <a:lnTo>
                  <a:pt x="231332" y="52005"/>
                </a:lnTo>
                <a:close/>
                <a:moveTo>
                  <a:pt x="234535" y="47835"/>
                </a:moveTo>
                <a:lnTo>
                  <a:pt x="234535" y="49203"/>
                </a:lnTo>
                <a:lnTo>
                  <a:pt x="231899" y="46568"/>
                </a:lnTo>
                <a:lnTo>
                  <a:pt x="235635" y="46568"/>
                </a:lnTo>
                <a:lnTo>
                  <a:pt x="234635" y="47568"/>
                </a:lnTo>
                <a:close/>
                <a:moveTo>
                  <a:pt x="231866" y="45800"/>
                </a:moveTo>
                <a:lnTo>
                  <a:pt x="234535" y="43132"/>
                </a:lnTo>
                <a:lnTo>
                  <a:pt x="234535" y="44700"/>
                </a:lnTo>
                <a:lnTo>
                  <a:pt x="235635" y="45800"/>
                </a:lnTo>
                <a:lnTo>
                  <a:pt x="231866" y="45800"/>
                </a:lnTo>
                <a:close/>
                <a:moveTo>
                  <a:pt x="231332" y="45233"/>
                </a:moveTo>
                <a:lnTo>
                  <a:pt x="231332" y="41497"/>
                </a:lnTo>
                <a:lnTo>
                  <a:pt x="232300" y="42465"/>
                </a:lnTo>
                <a:lnTo>
                  <a:pt x="232567" y="42598"/>
                </a:lnTo>
                <a:lnTo>
                  <a:pt x="233968" y="42598"/>
                </a:lnTo>
                <a:close/>
                <a:moveTo>
                  <a:pt x="230532" y="40363"/>
                </a:moveTo>
                <a:lnTo>
                  <a:pt x="229097" y="41797"/>
                </a:lnTo>
                <a:lnTo>
                  <a:pt x="227096" y="41797"/>
                </a:lnTo>
                <a:lnTo>
                  <a:pt x="225762" y="40463"/>
                </a:lnTo>
                <a:lnTo>
                  <a:pt x="228397" y="40463"/>
                </a:lnTo>
                <a:lnTo>
                  <a:pt x="228564" y="40463"/>
                </a:lnTo>
                <a:lnTo>
                  <a:pt x="230532" y="38495"/>
                </a:lnTo>
                <a:lnTo>
                  <a:pt x="230532" y="40363"/>
                </a:lnTo>
                <a:close/>
                <a:moveTo>
                  <a:pt x="228230" y="39696"/>
                </a:moveTo>
                <a:lnTo>
                  <a:pt x="224995" y="39696"/>
                </a:lnTo>
                <a:lnTo>
                  <a:pt x="223327" y="38028"/>
                </a:lnTo>
                <a:lnTo>
                  <a:pt x="227363" y="38028"/>
                </a:lnTo>
                <a:lnTo>
                  <a:pt x="227530" y="38028"/>
                </a:lnTo>
                <a:lnTo>
                  <a:pt x="230532" y="35026"/>
                </a:lnTo>
                <a:lnTo>
                  <a:pt x="230532" y="37394"/>
                </a:lnTo>
                <a:close/>
                <a:moveTo>
                  <a:pt x="227229" y="37228"/>
                </a:moveTo>
                <a:lnTo>
                  <a:pt x="222526" y="37228"/>
                </a:lnTo>
                <a:lnTo>
                  <a:pt x="220992" y="35693"/>
                </a:lnTo>
                <a:lnTo>
                  <a:pt x="226429" y="35693"/>
                </a:lnTo>
                <a:lnTo>
                  <a:pt x="226596" y="35693"/>
                </a:lnTo>
                <a:lnTo>
                  <a:pt x="230532" y="31757"/>
                </a:lnTo>
                <a:lnTo>
                  <a:pt x="230532" y="33892"/>
                </a:lnTo>
                <a:close/>
                <a:moveTo>
                  <a:pt x="226596" y="25886"/>
                </a:moveTo>
                <a:lnTo>
                  <a:pt x="226429" y="25886"/>
                </a:lnTo>
                <a:lnTo>
                  <a:pt x="220992" y="25886"/>
                </a:lnTo>
                <a:lnTo>
                  <a:pt x="222526" y="24352"/>
                </a:lnTo>
                <a:lnTo>
                  <a:pt x="227229" y="24352"/>
                </a:lnTo>
                <a:lnTo>
                  <a:pt x="230532" y="27654"/>
                </a:lnTo>
                <a:lnTo>
                  <a:pt x="230532" y="29822"/>
                </a:lnTo>
                <a:close/>
                <a:moveTo>
                  <a:pt x="227530" y="23551"/>
                </a:moveTo>
                <a:lnTo>
                  <a:pt x="227396" y="23551"/>
                </a:lnTo>
                <a:lnTo>
                  <a:pt x="223327" y="23551"/>
                </a:lnTo>
                <a:lnTo>
                  <a:pt x="224995" y="21883"/>
                </a:lnTo>
                <a:lnTo>
                  <a:pt x="228230" y="21883"/>
                </a:lnTo>
                <a:lnTo>
                  <a:pt x="230532" y="24185"/>
                </a:lnTo>
                <a:lnTo>
                  <a:pt x="230532" y="26553"/>
                </a:lnTo>
                <a:close/>
                <a:moveTo>
                  <a:pt x="227330" y="13744"/>
                </a:moveTo>
                <a:lnTo>
                  <a:pt x="227330" y="12343"/>
                </a:lnTo>
                <a:lnTo>
                  <a:pt x="229965" y="15012"/>
                </a:lnTo>
                <a:lnTo>
                  <a:pt x="226229" y="15012"/>
                </a:lnTo>
                <a:lnTo>
                  <a:pt x="227196" y="14011"/>
                </a:lnTo>
                <a:close/>
                <a:moveTo>
                  <a:pt x="230532" y="20082"/>
                </a:moveTo>
                <a:lnTo>
                  <a:pt x="229431" y="18981"/>
                </a:lnTo>
                <a:lnTo>
                  <a:pt x="229264" y="18981"/>
                </a:lnTo>
                <a:lnTo>
                  <a:pt x="227897" y="18981"/>
                </a:lnTo>
                <a:lnTo>
                  <a:pt x="230532" y="16346"/>
                </a:lnTo>
                <a:close/>
                <a:moveTo>
                  <a:pt x="231332" y="16346"/>
                </a:moveTo>
                <a:lnTo>
                  <a:pt x="233968" y="18981"/>
                </a:lnTo>
                <a:lnTo>
                  <a:pt x="232567" y="18981"/>
                </a:lnTo>
                <a:lnTo>
                  <a:pt x="232300" y="19115"/>
                </a:lnTo>
                <a:lnTo>
                  <a:pt x="231332" y="20082"/>
                </a:lnTo>
                <a:lnTo>
                  <a:pt x="231332" y="16346"/>
                </a:lnTo>
                <a:close/>
                <a:moveTo>
                  <a:pt x="227897" y="11776"/>
                </a:moveTo>
                <a:lnTo>
                  <a:pt x="229431" y="11776"/>
                </a:lnTo>
                <a:lnTo>
                  <a:pt x="230532" y="10709"/>
                </a:lnTo>
                <a:lnTo>
                  <a:pt x="230532" y="14445"/>
                </a:lnTo>
                <a:close/>
                <a:moveTo>
                  <a:pt x="229965" y="15779"/>
                </a:moveTo>
                <a:lnTo>
                  <a:pt x="227330" y="18414"/>
                </a:lnTo>
                <a:lnTo>
                  <a:pt x="227330" y="16880"/>
                </a:lnTo>
                <a:lnTo>
                  <a:pt x="226229" y="15779"/>
                </a:lnTo>
                <a:close/>
                <a:moveTo>
                  <a:pt x="227096" y="19782"/>
                </a:moveTo>
                <a:lnTo>
                  <a:pt x="229097" y="19782"/>
                </a:lnTo>
                <a:lnTo>
                  <a:pt x="230532" y="21216"/>
                </a:lnTo>
                <a:lnTo>
                  <a:pt x="230532" y="23051"/>
                </a:lnTo>
                <a:lnTo>
                  <a:pt x="228564" y="21083"/>
                </a:lnTo>
                <a:lnTo>
                  <a:pt x="228397" y="21083"/>
                </a:lnTo>
                <a:lnTo>
                  <a:pt x="225795" y="21083"/>
                </a:lnTo>
                <a:close/>
                <a:moveTo>
                  <a:pt x="231332" y="21216"/>
                </a:moveTo>
                <a:lnTo>
                  <a:pt x="232733" y="19782"/>
                </a:lnTo>
                <a:lnTo>
                  <a:pt x="234768" y="19782"/>
                </a:lnTo>
                <a:lnTo>
                  <a:pt x="236069" y="21083"/>
                </a:lnTo>
                <a:lnTo>
                  <a:pt x="233300" y="21083"/>
                </a:lnTo>
                <a:lnTo>
                  <a:pt x="231332" y="23051"/>
                </a:lnTo>
                <a:lnTo>
                  <a:pt x="231332" y="21216"/>
                </a:lnTo>
                <a:close/>
                <a:moveTo>
                  <a:pt x="234535" y="18447"/>
                </a:moveTo>
                <a:lnTo>
                  <a:pt x="231899" y="15779"/>
                </a:lnTo>
                <a:lnTo>
                  <a:pt x="235635" y="15779"/>
                </a:lnTo>
                <a:lnTo>
                  <a:pt x="234535" y="16880"/>
                </a:lnTo>
                <a:close/>
                <a:moveTo>
                  <a:pt x="231332" y="14445"/>
                </a:moveTo>
                <a:lnTo>
                  <a:pt x="231332" y="10709"/>
                </a:lnTo>
                <a:lnTo>
                  <a:pt x="232300" y="11676"/>
                </a:lnTo>
                <a:lnTo>
                  <a:pt x="232567" y="11809"/>
                </a:lnTo>
                <a:lnTo>
                  <a:pt x="233968" y="11809"/>
                </a:lnTo>
                <a:close/>
                <a:moveTo>
                  <a:pt x="230532" y="9574"/>
                </a:moveTo>
                <a:lnTo>
                  <a:pt x="229097" y="11009"/>
                </a:lnTo>
                <a:lnTo>
                  <a:pt x="227096" y="11009"/>
                </a:lnTo>
                <a:lnTo>
                  <a:pt x="225762" y="9675"/>
                </a:lnTo>
                <a:lnTo>
                  <a:pt x="228564" y="9675"/>
                </a:lnTo>
                <a:lnTo>
                  <a:pt x="230532" y="7706"/>
                </a:lnTo>
                <a:close/>
                <a:moveTo>
                  <a:pt x="225128" y="15779"/>
                </a:moveTo>
                <a:lnTo>
                  <a:pt x="226529" y="17213"/>
                </a:lnTo>
                <a:lnTo>
                  <a:pt x="226529" y="19215"/>
                </a:lnTo>
                <a:lnTo>
                  <a:pt x="225228" y="20549"/>
                </a:lnTo>
                <a:lnTo>
                  <a:pt x="225228" y="17747"/>
                </a:lnTo>
                <a:lnTo>
                  <a:pt x="223260" y="15779"/>
                </a:lnTo>
                <a:close/>
                <a:moveTo>
                  <a:pt x="205848" y="17747"/>
                </a:moveTo>
                <a:lnTo>
                  <a:pt x="205848" y="20516"/>
                </a:lnTo>
                <a:lnTo>
                  <a:pt x="204513" y="19215"/>
                </a:lnTo>
                <a:lnTo>
                  <a:pt x="204513" y="17213"/>
                </a:lnTo>
                <a:lnTo>
                  <a:pt x="205948" y="15779"/>
                </a:lnTo>
                <a:lnTo>
                  <a:pt x="207816" y="15779"/>
                </a:lnTo>
                <a:close/>
                <a:moveTo>
                  <a:pt x="205948" y="15012"/>
                </a:moveTo>
                <a:lnTo>
                  <a:pt x="204513" y="13577"/>
                </a:lnTo>
                <a:lnTo>
                  <a:pt x="204513" y="11576"/>
                </a:lnTo>
                <a:lnTo>
                  <a:pt x="205848" y="10242"/>
                </a:lnTo>
                <a:lnTo>
                  <a:pt x="205848" y="13010"/>
                </a:lnTo>
                <a:lnTo>
                  <a:pt x="207816" y="14978"/>
                </a:lnTo>
                <a:lnTo>
                  <a:pt x="205948" y="14978"/>
                </a:lnTo>
                <a:close/>
                <a:moveTo>
                  <a:pt x="203979" y="11009"/>
                </a:moveTo>
                <a:lnTo>
                  <a:pt x="201945" y="11009"/>
                </a:lnTo>
                <a:lnTo>
                  <a:pt x="200544" y="9574"/>
                </a:lnTo>
                <a:lnTo>
                  <a:pt x="200544" y="7706"/>
                </a:lnTo>
                <a:lnTo>
                  <a:pt x="202512" y="9675"/>
                </a:lnTo>
                <a:lnTo>
                  <a:pt x="205280" y="9675"/>
                </a:lnTo>
                <a:close/>
                <a:moveTo>
                  <a:pt x="199743" y="9574"/>
                </a:moveTo>
                <a:lnTo>
                  <a:pt x="198309" y="11009"/>
                </a:lnTo>
                <a:lnTo>
                  <a:pt x="196307" y="11009"/>
                </a:lnTo>
                <a:lnTo>
                  <a:pt x="194973" y="9675"/>
                </a:lnTo>
                <a:lnTo>
                  <a:pt x="197775" y="9675"/>
                </a:lnTo>
                <a:lnTo>
                  <a:pt x="199743" y="7706"/>
                </a:lnTo>
                <a:lnTo>
                  <a:pt x="199743" y="9574"/>
                </a:lnTo>
                <a:close/>
                <a:moveTo>
                  <a:pt x="194339" y="15779"/>
                </a:moveTo>
                <a:lnTo>
                  <a:pt x="195740" y="17213"/>
                </a:lnTo>
                <a:lnTo>
                  <a:pt x="195740" y="19215"/>
                </a:lnTo>
                <a:lnTo>
                  <a:pt x="194439" y="20549"/>
                </a:lnTo>
                <a:lnTo>
                  <a:pt x="194439" y="17747"/>
                </a:lnTo>
                <a:lnTo>
                  <a:pt x="192471" y="15779"/>
                </a:lnTo>
                <a:close/>
                <a:moveTo>
                  <a:pt x="175059" y="17747"/>
                </a:moveTo>
                <a:lnTo>
                  <a:pt x="175059" y="20549"/>
                </a:lnTo>
                <a:lnTo>
                  <a:pt x="173725" y="19215"/>
                </a:lnTo>
                <a:lnTo>
                  <a:pt x="173725" y="17213"/>
                </a:lnTo>
                <a:lnTo>
                  <a:pt x="175159" y="15779"/>
                </a:lnTo>
                <a:lnTo>
                  <a:pt x="177027" y="15779"/>
                </a:lnTo>
                <a:close/>
                <a:moveTo>
                  <a:pt x="175159" y="15012"/>
                </a:moveTo>
                <a:lnTo>
                  <a:pt x="173725" y="13577"/>
                </a:lnTo>
                <a:lnTo>
                  <a:pt x="173725" y="11576"/>
                </a:lnTo>
                <a:lnTo>
                  <a:pt x="175059" y="10242"/>
                </a:lnTo>
                <a:lnTo>
                  <a:pt x="175059" y="13010"/>
                </a:lnTo>
                <a:lnTo>
                  <a:pt x="177027" y="14978"/>
                </a:lnTo>
                <a:lnTo>
                  <a:pt x="175159" y="14978"/>
                </a:lnTo>
                <a:close/>
                <a:moveTo>
                  <a:pt x="173191" y="11009"/>
                </a:moveTo>
                <a:lnTo>
                  <a:pt x="171156" y="11009"/>
                </a:lnTo>
                <a:lnTo>
                  <a:pt x="169755" y="9574"/>
                </a:lnTo>
                <a:lnTo>
                  <a:pt x="169755" y="7706"/>
                </a:lnTo>
                <a:lnTo>
                  <a:pt x="171723" y="9675"/>
                </a:lnTo>
                <a:lnTo>
                  <a:pt x="174492" y="9675"/>
                </a:lnTo>
                <a:close/>
                <a:moveTo>
                  <a:pt x="168954" y="9574"/>
                </a:moveTo>
                <a:lnTo>
                  <a:pt x="167520" y="11009"/>
                </a:lnTo>
                <a:lnTo>
                  <a:pt x="165519" y="11009"/>
                </a:lnTo>
                <a:lnTo>
                  <a:pt x="164184" y="9675"/>
                </a:lnTo>
                <a:lnTo>
                  <a:pt x="166986" y="9675"/>
                </a:lnTo>
                <a:lnTo>
                  <a:pt x="168954" y="7706"/>
                </a:lnTo>
                <a:close/>
                <a:moveTo>
                  <a:pt x="163517" y="15779"/>
                </a:moveTo>
                <a:lnTo>
                  <a:pt x="164952" y="17213"/>
                </a:lnTo>
                <a:lnTo>
                  <a:pt x="164952" y="19215"/>
                </a:lnTo>
                <a:lnTo>
                  <a:pt x="163651" y="20549"/>
                </a:lnTo>
                <a:lnTo>
                  <a:pt x="163651" y="17747"/>
                </a:lnTo>
                <a:lnTo>
                  <a:pt x="161649" y="15779"/>
                </a:lnTo>
                <a:close/>
                <a:moveTo>
                  <a:pt x="144270" y="17747"/>
                </a:moveTo>
                <a:lnTo>
                  <a:pt x="144270" y="20549"/>
                </a:lnTo>
                <a:lnTo>
                  <a:pt x="142936" y="19215"/>
                </a:lnTo>
                <a:lnTo>
                  <a:pt x="142936" y="17213"/>
                </a:lnTo>
                <a:lnTo>
                  <a:pt x="144370" y="15779"/>
                </a:lnTo>
                <a:lnTo>
                  <a:pt x="146238" y="15779"/>
                </a:lnTo>
                <a:close/>
                <a:moveTo>
                  <a:pt x="144370" y="15012"/>
                </a:moveTo>
                <a:lnTo>
                  <a:pt x="142936" y="13577"/>
                </a:lnTo>
                <a:lnTo>
                  <a:pt x="142936" y="11576"/>
                </a:lnTo>
                <a:lnTo>
                  <a:pt x="144270" y="10242"/>
                </a:lnTo>
                <a:lnTo>
                  <a:pt x="144270" y="13010"/>
                </a:lnTo>
                <a:lnTo>
                  <a:pt x="146238" y="14978"/>
                </a:lnTo>
                <a:lnTo>
                  <a:pt x="144370" y="14978"/>
                </a:lnTo>
                <a:close/>
                <a:moveTo>
                  <a:pt x="142369" y="11009"/>
                </a:moveTo>
                <a:lnTo>
                  <a:pt x="140367" y="11009"/>
                </a:lnTo>
                <a:lnTo>
                  <a:pt x="138933" y="9574"/>
                </a:lnTo>
                <a:lnTo>
                  <a:pt x="138933" y="7706"/>
                </a:lnTo>
                <a:lnTo>
                  <a:pt x="140901" y="9675"/>
                </a:lnTo>
                <a:lnTo>
                  <a:pt x="143703" y="9675"/>
                </a:lnTo>
                <a:close/>
                <a:moveTo>
                  <a:pt x="138166" y="9574"/>
                </a:moveTo>
                <a:lnTo>
                  <a:pt x="136731" y="11009"/>
                </a:lnTo>
                <a:lnTo>
                  <a:pt x="134730" y="11009"/>
                </a:lnTo>
                <a:lnTo>
                  <a:pt x="133396" y="9675"/>
                </a:lnTo>
                <a:lnTo>
                  <a:pt x="136198" y="9675"/>
                </a:lnTo>
                <a:lnTo>
                  <a:pt x="138166" y="7706"/>
                </a:lnTo>
                <a:close/>
                <a:moveTo>
                  <a:pt x="132729" y="15779"/>
                </a:moveTo>
                <a:lnTo>
                  <a:pt x="134163" y="17213"/>
                </a:lnTo>
                <a:lnTo>
                  <a:pt x="134163" y="19215"/>
                </a:lnTo>
                <a:lnTo>
                  <a:pt x="132862" y="20549"/>
                </a:lnTo>
                <a:lnTo>
                  <a:pt x="132862" y="17747"/>
                </a:lnTo>
                <a:lnTo>
                  <a:pt x="130894" y="15779"/>
                </a:lnTo>
                <a:close/>
                <a:moveTo>
                  <a:pt x="113482" y="17747"/>
                </a:moveTo>
                <a:lnTo>
                  <a:pt x="113482" y="20549"/>
                </a:lnTo>
                <a:lnTo>
                  <a:pt x="112147" y="19215"/>
                </a:lnTo>
                <a:lnTo>
                  <a:pt x="112147" y="17213"/>
                </a:lnTo>
                <a:lnTo>
                  <a:pt x="113582" y="15779"/>
                </a:lnTo>
                <a:lnTo>
                  <a:pt x="115450" y="15779"/>
                </a:lnTo>
                <a:close/>
                <a:moveTo>
                  <a:pt x="113582" y="15012"/>
                </a:moveTo>
                <a:lnTo>
                  <a:pt x="112147" y="13577"/>
                </a:lnTo>
                <a:lnTo>
                  <a:pt x="112147" y="11576"/>
                </a:lnTo>
                <a:lnTo>
                  <a:pt x="113482" y="10242"/>
                </a:lnTo>
                <a:lnTo>
                  <a:pt x="113482" y="13010"/>
                </a:lnTo>
                <a:lnTo>
                  <a:pt x="115450" y="14978"/>
                </a:lnTo>
                <a:lnTo>
                  <a:pt x="113582" y="14978"/>
                </a:lnTo>
                <a:close/>
                <a:moveTo>
                  <a:pt x="111580" y="11009"/>
                </a:moveTo>
                <a:lnTo>
                  <a:pt x="109579" y="11009"/>
                </a:lnTo>
                <a:lnTo>
                  <a:pt x="108144" y="9574"/>
                </a:lnTo>
                <a:lnTo>
                  <a:pt x="108144" y="7706"/>
                </a:lnTo>
                <a:lnTo>
                  <a:pt x="110112" y="9675"/>
                </a:lnTo>
                <a:lnTo>
                  <a:pt x="112914" y="9675"/>
                </a:lnTo>
                <a:close/>
                <a:moveTo>
                  <a:pt x="107377" y="9574"/>
                </a:moveTo>
                <a:lnTo>
                  <a:pt x="105943" y="11009"/>
                </a:lnTo>
                <a:lnTo>
                  <a:pt x="103941" y="11009"/>
                </a:lnTo>
                <a:lnTo>
                  <a:pt x="102607" y="9675"/>
                </a:lnTo>
                <a:lnTo>
                  <a:pt x="105409" y="9675"/>
                </a:lnTo>
                <a:lnTo>
                  <a:pt x="107377" y="7706"/>
                </a:lnTo>
                <a:close/>
                <a:moveTo>
                  <a:pt x="101940" y="15779"/>
                </a:moveTo>
                <a:lnTo>
                  <a:pt x="103374" y="17213"/>
                </a:lnTo>
                <a:lnTo>
                  <a:pt x="103374" y="19215"/>
                </a:lnTo>
                <a:lnTo>
                  <a:pt x="102040" y="20549"/>
                </a:lnTo>
                <a:lnTo>
                  <a:pt x="102040" y="17747"/>
                </a:lnTo>
                <a:lnTo>
                  <a:pt x="100072" y="15779"/>
                </a:lnTo>
                <a:lnTo>
                  <a:pt x="101940" y="15779"/>
                </a:lnTo>
                <a:close/>
                <a:moveTo>
                  <a:pt x="82660" y="17747"/>
                </a:moveTo>
                <a:lnTo>
                  <a:pt x="82660" y="20549"/>
                </a:lnTo>
                <a:lnTo>
                  <a:pt x="81359" y="19215"/>
                </a:lnTo>
                <a:lnTo>
                  <a:pt x="81359" y="17213"/>
                </a:lnTo>
                <a:lnTo>
                  <a:pt x="82793" y="15779"/>
                </a:lnTo>
                <a:lnTo>
                  <a:pt x="84628" y="15779"/>
                </a:lnTo>
                <a:close/>
                <a:moveTo>
                  <a:pt x="82793" y="15012"/>
                </a:moveTo>
                <a:lnTo>
                  <a:pt x="81359" y="13577"/>
                </a:lnTo>
                <a:lnTo>
                  <a:pt x="81359" y="11576"/>
                </a:lnTo>
                <a:lnTo>
                  <a:pt x="82660" y="10242"/>
                </a:lnTo>
                <a:lnTo>
                  <a:pt x="82660" y="13010"/>
                </a:lnTo>
                <a:lnTo>
                  <a:pt x="84628" y="14978"/>
                </a:lnTo>
                <a:lnTo>
                  <a:pt x="82793" y="14978"/>
                </a:lnTo>
                <a:close/>
                <a:moveTo>
                  <a:pt x="80792" y="11009"/>
                </a:moveTo>
                <a:lnTo>
                  <a:pt x="78790" y="11009"/>
                </a:lnTo>
                <a:lnTo>
                  <a:pt x="77356" y="9574"/>
                </a:lnTo>
                <a:lnTo>
                  <a:pt x="77356" y="7706"/>
                </a:lnTo>
                <a:lnTo>
                  <a:pt x="79324" y="9675"/>
                </a:lnTo>
                <a:lnTo>
                  <a:pt x="82126" y="9675"/>
                </a:lnTo>
                <a:close/>
                <a:moveTo>
                  <a:pt x="76589" y="9574"/>
                </a:moveTo>
                <a:lnTo>
                  <a:pt x="75154" y="11009"/>
                </a:lnTo>
                <a:lnTo>
                  <a:pt x="73153" y="11009"/>
                </a:lnTo>
                <a:lnTo>
                  <a:pt x="71818" y="9675"/>
                </a:lnTo>
                <a:lnTo>
                  <a:pt x="74620" y="9675"/>
                </a:lnTo>
                <a:lnTo>
                  <a:pt x="76589" y="7706"/>
                </a:lnTo>
                <a:close/>
                <a:moveTo>
                  <a:pt x="71151" y="15779"/>
                </a:moveTo>
                <a:lnTo>
                  <a:pt x="72586" y="17213"/>
                </a:lnTo>
                <a:lnTo>
                  <a:pt x="72586" y="19215"/>
                </a:lnTo>
                <a:lnTo>
                  <a:pt x="71251" y="20549"/>
                </a:lnTo>
                <a:lnTo>
                  <a:pt x="71251" y="17747"/>
                </a:lnTo>
                <a:lnTo>
                  <a:pt x="69283" y="15779"/>
                </a:lnTo>
                <a:lnTo>
                  <a:pt x="71151" y="15779"/>
                </a:lnTo>
                <a:close/>
                <a:moveTo>
                  <a:pt x="51871" y="17747"/>
                </a:moveTo>
                <a:lnTo>
                  <a:pt x="51871" y="20549"/>
                </a:lnTo>
                <a:lnTo>
                  <a:pt x="50570" y="19215"/>
                </a:lnTo>
                <a:lnTo>
                  <a:pt x="50570" y="17213"/>
                </a:lnTo>
                <a:lnTo>
                  <a:pt x="51971" y="15779"/>
                </a:lnTo>
                <a:lnTo>
                  <a:pt x="53839" y="15779"/>
                </a:lnTo>
                <a:close/>
                <a:moveTo>
                  <a:pt x="51971" y="15012"/>
                </a:moveTo>
                <a:lnTo>
                  <a:pt x="50570" y="13577"/>
                </a:lnTo>
                <a:lnTo>
                  <a:pt x="50570" y="11576"/>
                </a:lnTo>
                <a:lnTo>
                  <a:pt x="51871" y="10242"/>
                </a:lnTo>
                <a:lnTo>
                  <a:pt x="51871" y="13010"/>
                </a:lnTo>
                <a:lnTo>
                  <a:pt x="53839" y="14978"/>
                </a:lnTo>
                <a:lnTo>
                  <a:pt x="51971" y="14978"/>
                </a:lnTo>
                <a:close/>
                <a:moveTo>
                  <a:pt x="50003" y="11009"/>
                </a:moveTo>
                <a:lnTo>
                  <a:pt x="48001" y="11009"/>
                </a:lnTo>
                <a:lnTo>
                  <a:pt x="46567" y="9574"/>
                </a:lnTo>
                <a:lnTo>
                  <a:pt x="46567" y="7706"/>
                </a:lnTo>
                <a:lnTo>
                  <a:pt x="48535" y="9675"/>
                </a:lnTo>
                <a:lnTo>
                  <a:pt x="51337" y="9675"/>
                </a:lnTo>
                <a:close/>
                <a:moveTo>
                  <a:pt x="45767" y="9574"/>
                </a:moveTo>
                <a:lnTo>
                  <a:pt x="44366" y="11009"/>
                </a:lnTo>
                <a:lnTo>
                  <a:pt x="42364" y="11009"/>
                </a:lnTo>
                <a:lnTo>
                  <a:pt x="41030" y="9675"/>
                </a:lnTo>
                <a:lnTo>
                  <a:pt x="43798" y="9675"/>
                </a:lnTo>
                <a:lnTo>
                  <a:pt x="45767" y="7706"/>
                </a:lnTo>
                <a:close/>
                <a:moveTo>
                  <a:pt x="40363" y="15779"/>
                </a:moveTo>
                <a:lnTo>
                  <a:pt x="41797" y="17213"/>
                </a:lnTo>
                <a:lnTo>
                  <a:pt x="41797" y="19215"/>
                </a:lnTo>
                <a:lnTo>
                  <a:pt x="40463" y="20549"/>
                </a:lnTo>
                <a:lnTo>
                  <a:pt x="40463" y="17747"/>
                </a:lnTo>
                <a:lnTo>
                  <a:pt x="38495" y="15779"/>
                </a:lnTo>
                <a:lnTo>
                  <a:pt x="40363" y="15779"/>
                </a:lnTo>
                <a:close/>
                <a:moveTo>
                  <a:pt x="21082" y="17747"/>
                </a:moveTo>
                <a:lnTo>
                  <a:pt x="21082" y="20549"/>
                </a:lnTo>
                <a:lnTo>
                  <a:pt x="19781" y="19215"/>
                </a:lnTo>
                <a:lnTo>
                  <a:pt x="19781" y="17213"/>
                </a:lnTo>
                <a:lnTo>
                  <a:pt x="21182" y="15779"/>
                </a:lnTo>
                <a:lnTo>
                  <a:pt x="23050" y="15779"/>
                </a:lnTo>
                <a:close/>
                <a:moveTo>
                  <a:pt x="21182" y="15012"/>
                </a:moveTo>
                <a:lnTo>
                  <a:pt x="19781" y="13577"/>
                </a:lnTo>
                <a:lnTo>
                  <a:pt x="19781" y="11576"/>
                </a:lnTo>
                <a:lnTo>
                  <a:pt x="21082" y="10242"/>
                </a:lnTo>
                <a:lnTo>
                  <a:pt x="21082" y="13010"/>
                </a:lnTo>
                <a:lnTo>
                  <a:pt x="23050" y="14978"/>
                </a:lnTo>
                <a:lnTo>
                  <a:pt x="21182" y="14978"/>
                </a:lnTo>
                <a:close/>
                <a:moveTo>
                  <a:pt x="19214" y="11009"/>
                </a:moveTo>
                <a:lnTo>
                  <a:pt x="17213" y="11009"/>
                </a:lnTo>
                <a:lnTo>
                  <a:pt x="15778" y="9574"/>
                </a:lnTo>
                <a:lnTo>
                  <a:pt x="15778" y="7706"/>
                </a:lnTo>
                <a:lnTo>
                  <a:pt x="17747" y="9675"/>
                </a:lnTo>
                <a:lnTo>
                  <a:pt x="20515" y="9675"/>
                </a:lnTo>
                <a:close/>
                <a:moveTo>
                  <a:pt x="14978" y="9574"/>
                </a:moveTo>
                <a:lnTo>
                  <a:pt x="13577" y="11009"/>
                </a:lnTo>
                <a:lnTo>
                  <a:pt x="11542" y="11009"/>
                </a:lnTo>
                <a:lnTo>
                  <a:pt x="10241" y="9675"/>
                </a:lnTo>
                <a:lnTo>
                  <a:pt x="13010" y="9675"/>
                </a:lnTo>
                <a:lnTo>
                  <a:pt x="14978" y="7706"/>
                </a:lnTo>
                <a:lnTo>
                  <a:pt x="14978" y="9574"/>
                </a:lnTo>
                <a:close/>
                <a:moveTo>
                  <a:pt x="9574" y="15779"/>
                </a:moveTo>
                <a:lnTo>
                  <a:pt x="11008" y="17213"/>
                </a:lnTo>
                <a:lnTo>
                  <a:pt x="11008" y="19215"/>
                </a:lnTo>
                <a:lnTo>
                  <a:pt x="9674" y="20549"/>
                </a:lnTo>
                <a:lnTo>
                  <a:pt x="9674" y="17747"/>
                </a:lnTo>
                <a:lnTo>
                  <a:pt x="7706" y="15779"/>
                </a:lnTo>
                <a:lnTo>
                  <a:pt x="9574" y="15779"/>
                </a:lnTo>
                <a:close/>
                <a:moveTo>
                  <a:pt x="11542" y="19782"/>
                </a:moveTo>
                <a:lnTo>
                  <a:pt x="13577" y="19782"/>
                </a:lnTo>
                <a:lnTo>
                  <a:pt x="14978" y="21216"/>
                </a:lnTo>
                <a:lnTo>
                  <a:pt x="14978" y="23051"/>
                </a:lnTo>
                <a:lnTo>
                  <a:pt x="13010" y="21083"/>
                </a:lnTo>
                <a:lnTo>
                  <a:pt x="10241" y="21083"/>
                </a:lnTo>
                <a:close/>
                <a:moveTo>
                  <a:pt x="14978" y="37394"/>
                </a:moveTo>
                <a:lnTo>
                  <a:pt x="12710" y="39696"/>
                </a:lnTo>
                <a:lnTo>
                  <a:pt x="9441" y="39696"/>
                </a:lnTo>
                <a:lnTo>
                  <a:pt x="7773" y="37995"/>
                </a:lnTo>
                <a:lnTo>
                  <a:pt x="12009" y="37995"/>
                </a:lnTo>
                <a:lnTo>
                  <a:pt x="14978" y="35026"/>
                </a:lnTo>
                <a:lnTo>
                  <a:pt x="14978" y="37394"/>
                </a:lnTo>
                <a:close/>
                <a:moveTo>
                  <a:pt x="9674" y="41030"/>
                </a:moveTo>
                <a:lnTo>
                  <a:pt x="11008" y="42365"/>
                </a:lnTo>
                <a:lnTo>
                  <a:pt x="11008" y="44366"/>
                </a:lnTo>
                <a:lnTo>
                  <a:pt x="9574" y="45800"/>
                </a:lnTo>
                <a:lnTo>
                  <a:pt x="7706" y="45800"/>
                </a:lnTo>
                <a:lnTo>
                  <a:pt x="9674" y="43832"/>
                </a:lnTo>
                <a:close/>
                <a:moveTo>
                  <a:pt x="9574" y="46568"/>
                </a:moveTo>
                <a:lnTo>
                  <a:pt x="11008" y="48002"/>
                </a:lnTo>
                <a:lnTo>
                  <a:pt x="11008" y="50003"/>
                </a:lnTo>
                <a:lnTo>
                  <a:pt x="9674" y="51338"/>
                </a:lnTo>
                <a:lnTo>
                  <a:pt x="9674" y="48536"/>
                </a:lnTo>
                <a:lnTo>
                  <a:pt x="7706" y="46568"/>
                </a:lnTo>
                <a:lnTo>
                  <a:pt x="9574" y="46568"/>
                </a:lnTo>
                <a:close/>
                <a:moveTo>
                  <a:pt x="11542" y="50570"/>
                </a:moveTo>
                <a:lnTo>
                  <a:pt x="13577" y="50570"/>
                </a:lnTo>
                <a:lnTo>
                  <a:pt x="14978" y="52005"/>
                </a:lnTo>
                <a:lnTo>
                  <a:pt x="14978" y="53873"/>
                </a:lnTo>
                <a:lnTo>
                  <a:pt x="13010" y="51905"/>
                </a:lnTo>
                <a:lnTo>
                  <a:pt x="10241" y="51905"/>
                </a:lnTo>
                <a:close/>
                <a:moveTo>
                  <a:pt x="14978" y="68183"/>
                </a:moveTo>
                <a:lnTo>
                  <a:pt x="12710" y="70485"/>
                </a:lnTo>
                <a:lnTo>
                  <a:pt x="9441" y="70485"/>
                </a:lnTo>
                <a:lnTo>
                  <a:pt x="7773" y="68783"/>
                </a:lnTo>
                <a:lnTo>
                  <a:pt x="12009" y="68783"/>
                </a:lnTo>
                <a:lnTo>
                  <a:pt x="14978" y="65815"/>
                </a:lnTo>
                <a:lnTo>
                  <a:pt x="14978" y="68183"/>
                </a:lnTo>
                <a:close/>
                <a:moveTo>
                  <a:pt x="9674" y="71819"/>
                </a:moveTo>
                <a:lnTo>
                  <a:pt x="11008" y="73153"/>
                </a:lnTo>
                <a:lnTo>
                  <a:pt x="11008" y="75155"/>
                </a:lnTo>
                <a:lnTo>
                  <a:pt x="9574" y="76589"/>
                </a:lnTo>
                <a:lnTo>
                  <a:pt x="7706" y="76589"/>
                </a:lnTo>
                <a:lnTo>
                  <a:pt x="9674" y="74621"/>
                </a:lnTo>
                <a:close/>
                <a:moveTo>
                  <a:pt x="9574" y="77356"/>
                </a:moveTo>
                <a:lnTo>
                  <a:pt x="11008" y="78791"/>
                </a:lnTo>
                <a:lnTo>
                  <a:pt x="11008" y="80792"/>
                </a:lnTo>
                <a:lnTo>
                  <a:pt x="9674" y="82126"/>
                </a:lnTo>
                <a:lnTo>
                  <a:pt x="9674" y="79324"/>
                </a:lnTo>
                <a:lnTo>
                  <a:pt x="7706" y="77356"/>
                </a:lnTo>
                <a:close/>
                <a:moveTo>
                  <a:pt x="11542" y="81359"/>
                </a:moveTo>
                <a:lnTo>
                  <a:pt x="13577" y="81359"/>
                </a:lnTo>
                <a:lnTo>
                  <a:pt x="14978" y="82794"/>
                </a:lnTo>
                <a:lnTo>
                  <a:pt x="14978" y="84662"/>
                </a:lnTo>
                <a:lnTo>
                  <a:pt x="13010" y="82693"/>
                </a:lnTo>
                <a:lnTo>
                  <a:pt x="10241" y="82693"/>
                </a:lnTo>
                <a:close/>
                <a:moveTo>
                  <a:pt x="14978" y="98972"/>
                </a:moveTo>
                <a:lnTo>
                  <a:pt x="12710" y="101273"/>
                </a:lnTo>
                <a:lnTo>
                  <a:pt x="9441" y="101273"/>
                </a:lnTo>
                <a:lnTo>
                  <a:pt x="7773" y="99606"/>
                </a:lnTo>
                <a:lnTo>
                  <a:pt x="12009" y="99606"/>
                </a:lnTo>
                <a:lnTo>
                  <a:pt x="14978" y="96603"/>
                </a:lnTo>
                <a:lnTo>
                  <a:pt x="14978" y="98972"/>
                </a:lnTo>
                <a:close/>
                <a:moveTo>
                  <a:pt x="9674" y="102608"/>
                </a:moveTo>
                <a:lnTo>
                  <a:pt x="11008" y="103942"/>
                </a:lnTo>
                <a:lnTo>
                  <a:pt x="11008" y="105943"/>
                </a:lnTo>
                <a:lnTo>
                  <a:pt x="9574" y="107378"/>
                </a:lnTo>
                <a:lnTo>
                  <a:pt x="7706" y="107378"/>
                </a:lnTo>
                <a:lnTo>
                  <a:pt x="9674" y="105410"/>
                </a:lnTo>
                <a:close/>
                <a:moveTo>
                  <a:pt x="9574" y="108178"/>
                </a:moveTo>
                <a:lnTo>
                  <a:pt x="11008" y="109579"/>
                </a:lnTo>
                <a:lnTo>
                  <a:pt x="11008" y="111614"/>
                </a:lnTo>
                <a:lnTo>
                  <a:pt x="9674" y="112915"/>
                </a:lnTo>
                <a:lnTo>
                  <a:pt x="9674" y="110146"/>
                </a:lnTo>
                <a:lnTo>
                  <a:pt x="7706" y="108178"/>
                </a:lnTo>
                <a:close/>
                <a:moveTo>
                  <a:pt x="11542" y="112148"/>
                </a:moveTo>
                <a:lnTo>
                  <a:pt x="13577" y="112148"/>
                </a:lnTo>
                <a:lnTo>
                  <a:pt x="14978" y="113582"/>
                </a:lnTo>
                <a:lnTo>
                  <a:pt x="14978" y="115450"/>
                </a:lnTo>
                <a:lnTo>
                  <a:pt x="13010" y="113482"/>
                </a:lnTo>
                <a:lnTo>
                  <a:pt x="10241" y="113482"/>
                </a:lnTo>
                <a:close/>
                <a:moveTo>
                  <a:pt x="15778" y="113582"/>
                </a:moveTo>
                <a:lnTo>
                  <a:pt x="17213" y="112148"/>
                </a:lnTo>
                <a:lnTo>
                  <a:pt x="19214" y="112148"/>
                </a:lnTo>
                <a:lnTo>
                  <a:pt x="20515" y="113482"/>
                </a:lnTo>
                <a:lnTo>
                  <a:pt x="17747" y="113482"/>
                </a:lnTo>
                <a:lnTo>
                  <a:pt x="15778" y="115450"/>
                </a:lnTo>
                <a:close/>
                <a:moveTo>
                  <a:pt x="21182" y="107378"/>
                </a:moveTo>
                <a:lnTo>
                  <a:pt x="19781" y="105943"/>
                </a:lnTo>
                <a:lnTo>
                  <a:pt x="19781" y="103942"/>
                </a:lnTo>
                <a:lnTo>
                  <a:pt x="21082" y="102608"/>
                </a:lnTo>
                <a:lnTo>
                  <a:pt x="21082" y="105410"/>
                </a:lnTo>
                <a:lnTo>
                  <a:pt x="23050" y="107378"/>
                </a:lnTo>
                <a:close/>
                <a:moveTo>
                  <a:pt x="40463" y="105410"/>
                </a:moveTo>
                <a:lnTo>
                  <a:pt x="40463" y="102608"/>
                </a:lnTo>
                <a:lnTo>
                  <a:pt x="41797" y="103942"/>
                </a:lnTo>
                <a:lnTo>
                  <a:pt x="41797" y="105943"/>
                </a:lnTo>
                <a:lnTo>
                  <a:pt x="40363" y="107378"/>
                </a:lnTo>
                <a:lnTo>
                  <a:pt x="38495" y="107378"/>
                </a:lnTo>
                <a:close/>
                <a:moveTo>
                  <a:pt x="40363" y="108178"/>
                </a:moveTo>
                <a:lnTo>
                  <a:pt x="41797" y="109579"/>
                </a:lnTo>
                <a:lnTo>
                  <a:pt x="41797" y="111614"/>
                </a:lnTo>
                <a:lnTo>
                  <a:pt x="40463" y="112915"/>
                </a:lnTo>
                <a:lnTo>
                  <a:pt x="40463" y="110146"/>
                </a:lnTo>
                <a:lnTo>
                  <a:pt x="38495" y="108178"/>
                </a:lnTo>
                <a:close/>
                <a:moveTo>
                  <a:pt x="42364" y="112148"/>
                </a:moveTo>
                <a:lnTo>
                  <a:pt x="44366" y="112148"/>
                </a:lnTo>
                <a:lnTo>
                  <a:pt x="45767" y="113582"/>
                </a:lnTo>
                <a:lnTo>
                  <a:pt x="45767" y="115450"/>
                </a:lnTo>
                <a:lnTo>
                  <a:pt x="43798" y="113482"/>
                </a:lnTo>
                <a:lnTo>
                  <a:pt x="41030" y="113482"/>
                </a:lnTo>
                <a:close/>
                <a:moveTo>
                  <a:pt x="46567" y="113582"/>
                </a:moveTo>
                <a:lnTo>
                  <a:pt x="48001" y="112148"/>
                </a:lnTo>
                <a:lnTo>
                  <a:pt x="50003" y="112148"/>
                </a:lnTo>
                <a:lnTo>
                  <a:pt x="51337" y="113482"/>
                </a:lnTo>
                <a:lnTo>
                  <a:pt x="48535" y="113482"/>
                </a:lnTo>
                <a:lnTo>
                  <a:pt x="46567" y="115450"/>
                </a:lnTo>
                <a:close/>
                <a:moveTo>
                  <a:pt x="51971" y="107378"/>
                </a:moveTo>
                <a:lnTo>
                  <a:pt x="50570" y="105943"/>
                </a:lnTo>
                <a:lnTo>
                  <a:pt x="50570" y="103942"/>
                </a:lnTo>
                <a:lnTo>
                  <a:pt x="51871" y="102608"/>
                </a:lnTo>
                <a:lnTo>
                  <a:pt x="51871" y="105410"/>
                </a:lnTo>
                <a:lnTo>
                  <a:pt x="53839" y="107378"/>
                </a:lnTo>
                <a:lnTo>
                  <a:pt x="51971" y="107378"/>
                </a:lnTo>
                <a:close/>
                <a:moveTo>
                  <a:pt x="71251" y="105410"/>
                </a:moveTo>
                <a:lnTo>
                  <a:pt x="71251" y="102608"/>
                </a:lnTo>
                <a:lnTo>
                  <a:pt x="72586" y="103942"/>
                </a:lnTo>
                <a:lnTo>
                  <a:pt x="72586" y="105943"/>
                </a:lnTo>
                <a:lnTo>
                  <a:pt x="71151" y="107378"/>
                </a:lnTo>
                <a:lnTo>
                  <a:pt x="69283" y="107378"/>
                </a:lnTo>
                <a:close/>
                <a:moveTo>
                  <a:pt x="71151" y="108178"/>
                </a:moveTo>
                <a:lnTo>
                  <a:pt x="72586" y="109579"/>
                </a:lnTo>
                <a:lnTo>
                  <a:pt x="72586" y="111614"/>
                </a:lnTo>
                <a:lnTo>
                  <a:pt x="71251" y="112915"/>
                </a:lnTo>
                <a:lnTo>
                  <a:pt x="71251" y="110146"/>
                </a:lnTo>
                <a:lnTo>
                  <a:pt x="69283" y="108178"/>
                </a:lnTo>
                <a:close/>
                <a:moveTo>
                  <a:pt x="73153" y="112148"/>
                </a:moveTo>
                <a:lnTo>
                  <a:pt x="75154" y="112148"/>
                </a:lnTo>
                <a:lnTo>
                  <a:pt x="76555" y="113582"/>
                </a:lnTo>
                <a:lnTo>
                  <a:pt x="76555" y="115450"/>
                </a:lnTo>
                <a:lnTo>
                  <a:pt x="74587" y="113482"/>
                </a:lnTo>
                <a:lnTo>
                  <a:pt x="71818" y="113482"/>
                </a:lnTo>
                <a:close/>
                <a:moveTo>
                  <a:pt x="77356" y="113582"/>
                </a:moveTo>
                <a:lnTo>
                  <a:pt x="78790" y="112148"/>
                </a:lnTo>
                <a:lnTo>
                  <a:pt x="80792" y="112148"/>
                </a:lnTo>
                <a:lnTo>
                  <a:pt x="82126" y="113482"/>
                </a:lnTo>
                <a:lnTo>
                  <a:pt x="79324" y="113482"/>
                </a:lnTo>
                <a:lnTo>
                  <a:pt x="77356" y="115450"/>
                </a:lnTo>
                <a:close/>
                <a:moveTo>
                  <a:pt x="82793" y="107378"/>
                </a:moveTo>
                <a:lnTo>
                  <a:pt x="81359" y="105943"/>
                </a:lnTo>
                <a:lnTo>
                  <a:pt x="81359" y="103942"/>
                </a:lnTo>
                <a:lnTo>
                  <a:pt x="82660" y="102608"/>
                </a:lnTo>
                <a:lnTo>
                  <a:pt x="82660" y="105410"/>
                </a:lnTo>
                <a:lnTo>
                  <a:pt x="84628" y="107378"/>
                </a:lnTo>
                <a:close/>
                <a:moveTo>
                  <a:pt x="102040" y="105410"/>
                </a:moveTo>
                <a:lnTo>
                  <a:pt x="102040" y="102608"/>
                </a:lnTo>
                <a:lnTo>
                  <a:pt x="103374" y="103942"/>
                </a:lnTo>
                <a:lnTo>
                  <a:pt x="103374" y="105943"/>
                </a:lnTo>
                <a:lnTo>
                  <a:pt x="101940" y="107378"/>
                </a:lnTo>
                <a:lnTo>
                  <a:pt x="100072" y="107378"/>
                </a:lnTo>
                <a:close/>
                <a:moveTo>
                  <a:pt x="101940" y="108178"/>
                </a:moveTo>
                <a:lnTo>
                  <a:pt x="103374" y="109579"/>
                </a:lnTo>
                <a:lnTo>
                  <a:pt x="103374" y="111614"/>
                </a:lnTo>
                <a:lnTo>
                  <a:pt x="102040" y="112915"/>
                </a:lnTo>
                <a:lnTo>
                  <a:pt x="102040" y="110146"/>
                </a:lnTo>
                <a:lnTo>
                  <a:pt x="100072" y="108178"/>
                </a:lnTo>
                <a:close/>
                <a:moveTo>
                  <a:pt x="103941" y="112148"/>
                </a:moveTo>
                <a:lnTo>
                  <a:pt x="105943" y="112148"/>
                </a:lnTo>
                <a:lnTo>
                  <a:pt x="107344" y="113582"/>
                </a:lnTo>
                <a:lnTo>
                  <a:pt x="107344" y="115450"/>
                </a:lnTo>
                <a:lnTo>
                  <a:pt x="105376" y="113482"/>
                </a:lnTo>
                <a:lnTo>
                  <a:pt x="102607" y="113482"/>
                </a:lnTo>
                <a:close/>
                <a:moveTo>
                  <a:pt x="108144" y="113582"/>
                </a:moveTo>
                <a:lnTo>
                  <a:pt x="109579" y="112148"/>
                </a:lnTo>
                <a:lnTo>
                  <a:pt x="111580" y="112148"/>
                </a:lnTo>
                <a:lnTo>
                  <a:pt x="112914" y="113482"/>
                </a:lnTo>
                <a:lnTo>
                  <a:pt x="110112" y="113482"/>
                </a:lnTo>
                <a:lnTo>
                  <a:pt x="108144" y="115450"/>
                </a:lnTo>
                <a:close/>
                <a:moveTo>
                  <a:pt x="113582" y="107378"/>
                </a:moveTo>
                <a:lnTo>
                  <a:pt x="112147" y="105943"/>
                </a:lnTo>
                <a:lnTo>
                  <a:pt x="112147" y="103942"/>
                </a:lnTo>
                <a:lnTo>
                  <a:pt x="113482" y="102608"/>
                </a:lnTo>
                <a:lnTo>
                  <a:pt x="113482" y="105410"/>
                </a:lnTo>
                <a:lnTo>
                  <a:pt x="115450" y="107378"/>
                </a:lnTo>
                <a:lnTo>
                  <a:pt x="113582" y="107378"/>
                </a:lnTo>
                <a:close/>
                <a:moveTo>
                  <a:pt x="132862" y="105410"/>
                </a:moveTo>
                <a:lnTo>
                  <a:pt x="132862" y="102608"/>
                </a:lnTo>
                <a:lnTo>
                  <a:pt x="134163" y="103942"/>
                </a:lnTo>
                <a:lnTo>
                  <a:pt x="134163" y="105943"/>
                </a:lnTo>
                <a:lnTo>
                  <a:pt x="132729" y="107378"/>
                </a:lnTo>
                <a:lnTo>
                  <a:pt x="130894" y="107378"/>
                </a:lnTo>
                <a:close/>
                <a:moveTo>
                  <a:pt x="132729" y="108178"/>
                </a:moveTo>
                <a:lnTo>
                  <a:pt x="134163" y="109579"/>
                </a:lnTo>
                <a:lnTo>
                  <a:pt x="134163" y="111614"/>
                </a:lnTo>
                <a:lnTo>
                  <a:pt x="132862" y="112915"/>
                </a:lnTo>
                <a:lnTo>
                  <a:pt x="132862" y="110146"/>
                </a:lnTo>
                <a:lnTo>
                  <a:pt x="130894" y="108178"/>
                </a:lnTo>
                <a:close/>
                <a:moveTo>
                  <a:pt x="134730" y="112148"/>
                </a:moveTo>
                <a:lnTo>
                  <a:pt x="136731" y="112148"/>
                </a:lnTo>
                <a:lnTo>
                  <a:pt x="138166" y="113582"/>
                </a:lnTo>
                <a:lnTo>
                  <a:pt x="138166" y="115450"/>
                </a:lnTo>
                <a:lnTo>
                  <a:pt x="136198" y="113482"/>
                </a:lnTo>
                <a:lnTo>
                  <a:pt x="133396" y="113482"/>
                </a:lnTo>
                <a:close/>
                <a:moveTo>
                  <a:pt x="138933" y="113582"/>
                </a:moveTo>
                <a:lnTo>
                  <a:pt x="140367" y="112148"/>
                </a:lnTo>
                <a:lnTo>
                  <a:pt x="142369" y="112148"/>
                </a:lnTo>
                <a:lnTo>
                  <a:pt x="143703" y="113482"/>
                </a:lnTo>
                <a:lnTo>
                  <a:pt x="140901" y="113482"/>
                </a:lnTo>
                <a:lnTo>
                  <a:pt x="138933" y="115450"/>
                </a:lnTo>
                <a:close/>
                <a:moveTo>
                  <a:pt x="144370" y="107378"/>
                </a:moveTo>
                <a:lnTo>
                  <a:pt x="142936" y="105943"/>
                </a:lnTo>
                <a:lnTo>
                  <a:pt x="142936" y="103942"/>
                </a:lnTo>
                <a:lnTo>
                  <a:pt x="144270" y="102608"/>
                </a:lnTo>
                <a:lnTo>
                  <a:pt x="144270" y="105410"/>
                </a:lnTo>
                <a:lnTo>
                  <a:pt x="146238" y="107378"/>
                </a:lnTo>
                <a:lnTo>
                  <a:pt x="144370" y="107378"/>
                </a:lnTo>
                <a:close/>
                <a:moveTo>
                  <a:pt x="163651" y="105410"/>
                </a:moveTo>
                <a:lnTo>
                  <a:pt x="163651" y="102608"/>
                </a:lnTo>
                <a:lnTo>
                  <a:pt x="164952" y="103942"/>
                </a:lnTo>
                <a:lnTo>
                  <a:pt x="164952" y="105943"/>
                </a:lnTo>
                <a:lnTo>
                  <a:pt x="163551" y="107378"/>
                </a:lnTo>
                <a:lnTo>
                  <a:pt x="161683" y="107378"/>
                </a:lnTo>
                <a:close/>
                <a:moveTo>
                  <a:pt x="163551" y="108178"/>
                </a:moveTo>
                <a:lnTo>
                  <a:pt x="164952" y="109579"/>
                </a:lnTo>
                <a:lnTo>
                  <a:pt x="164952" y="111614"/>
                </a:lnTo>
                <a:lnTo>
                  <a:pt x="163651" y="112915"/>
                </a:lnTo>
                <a:lnTo>
                  <a:pt x="163651" y="110146"/>
                </a:lnTo>
                <a:lnTo>
                  <a:pt x="161683" y="108178"/>
                </a:lnTo>
                <a:close/>
                <a:moveTo>
                  <a:pt x="165519" y="112148"/>
                </a:moveTo>
                <a:lnTo>
                  <a:pt x="167520" y="112148"/>
                </a:lnTo>
                <a:lnTo>
                  <a:pt x="168954" y="113582"/>
                </a:lnTo>
                <a:lnTo>
                  <a:pt x="168954" y="115450"/>
                </a:lnTo>
                <a:lnTo>
                  <a:pt x="166986" y="113482"/>
                </a:lnTo>
                <a:lnTo>
                  <a:pt x="164184" y="113482"/>
                </a:lnTo>
                <a:close/>
                <a:moveTo>
                  <a:pt x="169755" y="113582"/>
                </a:moveTo>
                <a:lnTo>
                  <a:pt x="171156" y="112148"/>
                </a:lnTo>
                <a:lnTo>
                  <a:pt x="173157" y="112148"/>
                </a:lnTo>
                <a:lnTo>
                  <a:pt x="174492" y="113482"/>
                </a:lnTo>
                <a:lnTo>
                  <a:pt x="171723" y="113482"/>
                </a:lnTo>
                <a:lnTo>
                  <a:pt x="169755" y="115450"/>
                </a:lnTo>
                <a:close/>
                <a:moveTo>
                  <a:pt x="175159" y="107378"/>
                </a:moveTo>
                <a:lnTo>
                  <a:pt x="173725" y="105943"/>
                </a:lnTo>
                <a:lnTo>
                  <a:pt x="173725" y="103942"/>
                </a:lnTo>
                <a:lnTo>
                  <a:pt x="175059" y="102608"/>
                </a:lnTo>
                <a:lnTo>
                  <a:pt x="175059" y="105410"/>
                </a:lnTo>
                <a:lnTo>
                  <a:pt x="177027" y="107378"/>
                </a:lnTo>
                <a:lnTo>
                  <a:pt x="175159" y="107378"/>
                </a:lnTo>
                <a:close/>
                <a:moveTo>
                  <a:pt x="194439" y="105410"/>
                </a:moveTo>
                <a:lnTo>
                  <a:pt x="194439" y="102608"/>
                </a:lnTo>
                <a:lnTo>
                  <a:pt x="195740" y="103942"/>
                </a:lnTo>
                <a:lnTo>
                  <a:pt x="195740" y="105943"/>
                </a:lnTo>
                <a:lnTo>
                  <a:pt x="194339" y="107378"/>
                </a:lnTo>
                <a:lnTo>
                  <a:pt x="192471" y="107378"/>
                </a:lnTo>
                <a:close/>
                <a:moveTo>
                  <a:pt x="194339" y="108178"/>
                </a:moveTo>
                <a:lnTo>
                  <a:pt x="195740" y="109579"/>
                </a:lnTo>
                <a:lnTo>
                  <a:pt x="195740" y="111614"/>
                </a:lnTo>
                <a:lnTo>
                  <a:pt x="194439" y="112915"/>
                </a:lnTo>
                <a:lnTo>
                  <a:pt x="194439" y="110146"/>
                </a:lnTo>
                <a:lnTo>
                  <a:pt x="192471" y="108178"/>
                </a:lnTo>
                <a:close/>
                <a:moveTo>
                  <a:pt x="196307" y="112148"/>
                </a:moveTo>
                <a:lnTo>
                  <a:pt x="198309" y="112148"/>
                </a:lnTo>
                <a:lnTo>
                  <a:pt x="199743" y="113582"/>
                </a:lnTo>
                <a:lnTo>
                  <a:pt x="199743" y="115450"/>
                </a:lnTo>
                <a:lnTo>
                  <a:pt x="197775" y="113482"/>
                </a:lnTo>
                <a:lnTo>
                  <a:pt x="195006" y="113482"/>
                </a:lnTo>
                <a:close/>
                <a:moveTo>
                  <a:pt x="200544" y="113582"/>
                </a:moveTo>
                <a:lnTo>
                  <a:pt x="201945" y="112148"/>
                </a:lnTo>
                <a:lnTo>
                  <a:pt x="203979" y="112148"/>
                </a:lnTo>
                <a:lnTo>
                  <a:pt x="205280" y="113482"/>
                </a:lnTo>
                <a:lnTo>
                  <a:pt x="202512" y="113482"/>
                </a:lnTo>
                <a:lnTo>
                  <a:pt x="200544" y="115450"/>
                </a:lnTo>
                <a:close/>
                <a:moveTo>
                  <a:pt x="205948" y="107378"/>
                </a:moveTo>
                <a:lnTo>
                  <a:pt x="204513" y="105943"/>
                </a:lnTo>
                <a:lnTo>
                  <a:pt x="204513" y="103942"/>
                </a:lnTo>
                <a:lnTo>
                  <a:pt x="205848" y="102608"/>
                </a:lnTo>
                <a:lnTo>
                  <a:pt x="205848" y="105410"/>
                </a:lnTo>
                <a:lnTo>
                  <a:pt x="207816" y="107378"/>
                </a:lnTo>
                <a:close/>
                <a:moveTo>
                  <a:pt x="225228" y="105410"/>
                </a:moveTo>
                <a:lnTo>
                  <a:pt x="225228" y="102608"/>
                </a:lnTo>
                <a:lnTo>
                  <a:pt x="226529" y="103942"/>
                </a:lnTo>
                <a:lnTo>
                  <a:pt x="226529" y="105943"/>
                </a:lnTo>
                <a:lnTo>
                  <a:pt x="225128" y="107378"/>
                </a:lnTo>
                <a:lnTo>
                  <a:pt x="223260" y="107378"/>
                </a:lnTo>
                <a:close/>
                <a:moveTo>
                  <a:pt x="225128" y="108178"/>
                </a:moveTo>
                <a:lnTo>
                  <a:pt x="226529" y="109579"/>
                </a:lnTo>
                <a:lnTo>
                  <a:pt x="226529" y="111614"/>
                </a:lnTo>
                <a:lnTo>
                  <a:pt x="225228" y="112915"/>
                </a:lnTo>
                <a:lnTo>
                  <a:pt x="225228" y="110146"/>
                </a:lnTo>
                <a:lnTo>
                  <a:pt x="223260" y="108178"/>
                </a:lnTo>
                <a:close/>
                <a:moveTo>
                  <a:pt x="227096" y="112148"/>
                </a:moveTo>
                <a:lnTo>
                  <a:pt x="229097" y="112148"/>
                </a:lnTo>
                <a:lnTo>
                  <a:pt x="230532" y="113582"/>
                </a:lnTo>
                <a:lnTo>
                  <a:pt x="230532" y="115450"/>
                </a:lnTo>
                <a:lnTo>
                  <a:pt x="228564" y="113482"/>
                </a:lnTo>
                <a:lnTo>
                  <a:pt x="225762" y="113482"/>
                </a:lnTo>
                <a:close/>
                <a:moveTo>
                  <a:pt x="231332" y="113582"/>
                </a:moveTo>
                <a:lnTo>
                  <a:pt x="232733" y="112148"/>
                </a:lnTo>
                <a:lnTo>
                  <a:pt x="234768" y="112148"/>
                </a:lnTo>
                <a:lnTo>
                  <a:pt x="236069" y="113482"/>
                </a:lnTo>
                <a:lnTo>
                  <a:pt x="233300" y="113482"/>
                </a:lnTo>
                <a:lnTo>
                  <a:pt x="231332" y="115450"/>
                </a:lnTo>
                <a:lnTo>
                  <a:pt x="231332" y="113582"/>
                </a:lnTo>
                <a:close/>
                <a:moveTo>
                  <a:pt x="236736" y="107378"/>
                </a:moveTo>
                <a:lnTo>
                  <a:pt x="235302" y="105943"/>
                </a:lnTo>
                <a:lnTo>
                  <a:pt x="235302" y="103942"/>
                </a:lnTo>
                <a:lnTo>
                  <a:pt x="236636" y="102608"/>
                </a:lnTo>
                <a:lnTo>
                  <a:pt x="236636" y="105410"/>
                </a:lnTo>
                <a:lnTo>
                  <a:pt x="238604" y="107378"/>
                </a:lnTo>
                <a:lnTo>
                  <a:pt x="236736" y="107378"/>
                </a:lnTo>
                <a:close/>
                <a:moveTo>
                  <a:pt x="234768" y="103375"/>
                </a:moveTo>
                <a:lnTo>
                  <a:pt x="232733" y="103375"/>
                </a:lnTo>
                <a:lnTo>
                  <a:pt x="231332" y="101941"/>
                </a:lnTo>
                <a:lnTo>
                  <a:pt x="231332" y="100106"/>
                </a:lnTo>
                <a:lnTo>
                  <a:pt x="233300" y="102074"/>
                </a:lnTo>
                <a:lnTo>
                  <a:pt x="236069" y="102074"/>
                </a:lnTo>
                <a:close/>
                <a:moveTo>
                  <a:pt x="231332" y="85762"/>
                </a:moveTo>
                <a:lnTo>
                  <a:pt x="233601" y="83461"/>
                </a:lnTo>
                <a:lnTo>
                  <a:pt x="236870" y="83461"/>
                </a:lnTo>
                <a:lnTo>
                  <a:pt x="238538" y="85162"/>
                </a:lnTo>
                <a:lnTo>
                  <a:pt x="234301" y="85162"/>
                </a:lnTo>
                <a:lnTo>
                  <a:pt x="231332" y="88131"/>
                </a:lnTo>
                <a:close/>
                <a:moveTo>
                  <a:pt x="236636" y="82126"/>
                </a:moveTo>
                <a:lnTo>
                  <a:pt x="235302" y="80792"/>
                </a:lnTo>
                <a:lnTo>
                  <a:pt x="235302" y="78791"/>
                </a:lnTo>
                <a:lnTo>
                  <a:pt x="236736" y="77356"/>
                </a:lnTo>
                <a:lnTo>
                  <a:pt x="238604" y="77356"/>
                </a:lnTo>
                <a:lnTo>
                  <a:pt x="236636" y="79324"/>
                </a:lnTo>
                <a:close/>
                <a:moveTo>
                  <a:pt x="236736" y="76589"/>
                </a:moveTo>
                <a:lnTo>
                  <a:pt x="235302" y="75155"/>
                </a:lnTo>
                <a:lnTo>
                  <a:pt x="235302" y="73153"/>
                </a:lnTo>
                <a:lnTo>
                  <a:pt x="236636" y="71819"/>
                </a:lnTo>
                <a:lnTo>
                  <a:pt x="236636" y="74621"/>
                </a:lnTo>
                <a:lnTo>
                  <a:pt x="238604" y="76589"/>
                </a:lnTo>
                <a:close/>
                <a:moveTo>
                  <a:pt x="234768" y="72586"/>
                </a:moveTo>
                <a:lnTo>
                  <a:pt x="232733" y="72586"/>
                </a:lnTo>
                <a:lnTo>
                  <a:pt x="231332" y="71152"/>
                </a:lnTo>
                <a:lnTo>
                  <a:pt x="231332" y="69317"/>
                </a:lnTo>
                <a:lnTo>
                  <a:pt x="233300" y="71285"/>
                </a:lnTo>
                <a:lnTo>
                  <a:pt x="236069" y="71285"/>
                </a:lnTo>
                <a:close/>
                <a:moveTo>
                  <a:pt x="231332" y="54974"/>
                </a:moveTo>
                <a:lnTo>
                  <a:pt x="233601" y="52672"/>
                </a:lnTo>
                <a:lnTo>
                  <a:pt x="236870" y="52672"/>
                </a:lnTo>
                <a:lnTo>
                  <a:pt x="238538" y="54373"/>
                </a:lnTo>
                <a:lnTo>
                  <a:pt x="234301" y="54373"/>
                </a:lnTo>
                <a:lnTo>
                  <a:pt x="231332" y="57342"/>
                </a:lnTo>
                <a:close/>
                <a:moveTo>
                  <a:pt x="236636" y="51338"/>
                </a:moveTo>
                <a:lnTo>
                  <a:pt x="235302" y="50003"/>
                </a:lnTo>
                <a:lnTo>
                  <a:pt x="235302" y="48002"/>
                </a:lnTo>
                <a:lnTo>
                  <a:pt x="236736" y="46568"/>
                </a:lnTo>
                <a:lnTo>
                  <a:pt x="238604" y="46568"/>
                </a:lnTo>
                <a:lnTo>
                  <a:pt x="236636" y="48536"/>
                </a:lnTo>
                <a:close/>
                <a:moveTo>
                  <a:pt x="236736" y="45800"/>
                </a:moveTo>
                <a:lnTo>
                  <a:pt x="235302" y="44366"/>
                </a:lnTo>
                <a:lnTo>
                  <a:pt x="235302" y="42365"/>
                </a:lnTo>
                <a:lnTo>
                  <a:pt x="236636" y="41030"/>
                </a:lnTo>
                <a:lnTo>
                  <a:pt x="236636" y="43832"/>
                </a:lnTo>
                <a:lnTo>
                  <a:pt x="238604" y="45800"/>
                </a:lnTo>
                <a:lnTo>
                  <a:pt x="236736" y="45800"/>
                </a:lnTo>
                <a:close/>
                <a:moveTo>
                  <a:pt x="234768" y="41797"/>
                </a:moveTo>
                <a:lnTo>
                  <a:pt x="232733" y="41797"/>
                </a:lnTo>
                <a:lnTo>
                  <a:pt x="231332" y="40363"/>
                </a:lnTo>
                <a:lnTo>
                  <a:pt x="231332" y="38495"/>
                </a:lnTo>
                <a:lnTo>
                  <a:pt x="233300" y="40463"/>
                </a:lnTo>
                <a:lnTo>
                  <a:pt x="236069" y="40463"/>
                </a:lnTo>
                <a:close/>
                <a:moveTo>
                  <a:pt x="231332" y="24185"/>
                </a:moveTo>
                <a:lnTo>
                  <a:pt x="233601" y="21883"/>
                </a:lnTo>
                <a:lnTo>
                  <a:pt x="236870" y="21883"/>
                </a:lnTo>
                <a:lnTo>
                  <a:pt x="238538" y="23551"/>
                </a:lnTo>
                <a:lnTo>
                  <a:pt x="234301" y="23551"/>
                </a:lnTo>
                <a:lnTo>
                  <a:pt x="231332" y="26553"/>
                </a:lnTo>
                <a:close/>
                <a:moveTo>
                  <a:pt x="236636" y="20549"/>
                </a:moveTo>
                <a:lnTo>
                  <a:pt x="235302" y="19215"/>
                </a:lnTo>
                <a:lnTo>
                  <a:pt x="235302" y="17213"/>
                </a:lnTo>
                <a:lnTo>
                  <a:pt x="236736" y="15779"/>
                </a:lnTo>
                <a:lnTo>
                  <a:pt x="238604" y="15779"/>
                </a:lnTo>
                <a:lnTo>
                  <a:pt x="236636" y="17747"/>
                </a:lnTo>
                <a:close/>
                <a:moveTo>
                  <a:pt x="236736" y="15012"/>
                </a:moveTo>
                <a:lnTo>
                  <a:pt x="235302" y="13577"/>
                </a:lnTo>
                <a:lnTo>
                  <a:pt x="235302" y="11576"/>
                </a:lnTo>
                <a:lnTo>
                  <a:pt x="236636" y="10242"/>
                </a:lnTo>
                <a:lnTo>
                  <a:pt x="236636" y="13010"/>
                </a:lnTo>
                <a:lnTo>
                  <a:pt x="238604" y="14978"/>
                </a:lnTo>
                <a:lnTo>
                  <a:pt x="236736" y="14978"/>
                </a:lnTo>
                <a:close/>
                <a:moveTo>
                  <a:pt x="234768" y="11009"/>
                </a:moveTo>
                <a:lnTo>
                  <a:pt x="232733" y="11009"/>
                </a:lnTo>
                <a:lnTo>
                  <a:pt x="231332" y="9574"/>
                </a:lnTo>
                <a:lnTo>
                  <a:pt x="231332" y="7706"/>
                </a:lnTo>
                <a:lnTo>
                  <a:pt x="233300" y="9675"/>
                </a:lnTo>
                <a:lnTo>
                  <a:pt x="236069" y="9675"/>
                </a:lnTo>
                <a:close/>
                <a:moveTo>
                  <a:pt x="230532" y="6606"/>
                </a:moveTo>
                <a:lnTo>
                  <a:pt x="228230" y="8874"/>
                </a:lnTo>
                <a:lnTo>
                  <a:pt x="224995" y="8874"/>
                </a:lnTo>
                <a:lnTo>
                  <a:pt x="223327" y="7206"/>
                </a:lnTo>
                <a:lnTo>
                  <a:pt x="227396" y="7206"/>
                </a:lnTo>
                <a:lnTo>
                  <a:pt x="227663" y="7106"/>
                </a:lnTo>
                <a:lnTo>
                  <a:pt x="230532" y="4237"/>
                </a:lnTo>
                <a:close/>
                <a:moveTo>
                  <a:pt x="224427" y="9441"/>
                </a:moveTo>
                <a:lnTo>
                  <a:pt x="224427" y="12710"/>
                </a:lnTo>
                <a:lnTo>
                  <a:pt x="222126" y="15012"/>
                </a:lnTo>
                <a:lnTo>
                  <a:pt x="219757" y="15012"/>
                </a:lnTo>
                <a:lnTo>
                  <a:pt x="222760" y="12010"/>
                </a:lnTo>
                <a:lnTo>
                  <a:pt x="222760" y="7773"/>
                </a:lnTo>
                <a:close/>
                <a:moveTo>
                  <a:pt x="211285" y="15012"/>
                </a:moveTo>
                <a:lnTo>
                  <a:pt x="208916" y="15012"/>
                </a:lnTo>
                <a:lnTo>
                  <a:pt x="206648" y="12710"/>
                </a:lnTo>
                <a:lnTo>
                  <a:pt x="206648" y="9441"/>
                </a:lnTo>
                <a:lnTo>
                  <a:pt x="208316" y="7773"/>
                </a:lnTo>
                <a:lnTo>
                  <a:pt x="208316" y="12010"/>
                </a:lnTo>
                <a:close/>
                <a:moveTo>
                  <a:pt x="206081" y="8907"/>
                </a:moveTo>
                <a:lnTo>
                  <a:pt x="202812" y="8907"/>
                </a:lnTo>
                <a:lnTo>
                  <a:pt x="200544" y="6606"/>
                </a:lnTo>
                <a:lnTo>
                  <a:pt x="200544" y="4237"/>
                </a:lnTo>
                <a:lnTo>
                  <a:pt x="203412" y="7106"/>
                </a:lnTo>
                <a:lnTo>
                  <a:pt x="203679" y="7206"/>
                </a:lnTo>
                <a:lnTo>
                  <a:pt x="207749" y="7206"/>
                </a:lnTo>
                <a:close/>
                <a:moveTo>
                  <a:pt x="199743" y="6606"/>
                </a:moveTo>
                <a:lnTo>
                  <a:pt x="197441" y="8874"/>
                </a:lnTo>
                <a:lnTo>
                  <a:pt x="194206" y="8874"/>
                </a:lnTo>
                <a:lnTo>
                  <a:pt x="192538" y="7206"/>
                </a:lnTo>
                <a:lnTo>
                  <a:pt x="196741" y="7206"/>
                </a:lnTo>
                <a:lnTo>
                  <a:pt x="199743" y="4237"/>
                </a:lnTo>
                <a:close/>
                <a:moveTo>
                  <a:pt x="193639" y="9441"/>
                </a:moveTo>
                <a:lnTo>
                  <a:pt x="193639" y="12710"/>
                </a:lnTo>
                <a:lnTo>
                  <a:pt x="191337" y="15012"/>
                </a:lnTo>
                <a:lnTo>
                  <a:pt x="188969" y="15012"/>
                </a:lnTo>
                <a:lnTo>
                  <a:pt x="191971" y="12010"/>
                </a:lnTo>
                <a:lnTo>
                  <a:pt x="191971" y="7773"/>
                </a:lnTo>
                <a:close/>
                <a:moveTo>
                  <a:pt x="180496" y="15012"/>
                </a:moveTo>
                <a:lnTo>
                  <a:pt x="178128" y="15012"/>
                </a:lnTo>
                <a:lnTo>
                  <a:pt x="175826" y="12710"/>
                </a:lnTo>
                <a:lnTo>
                  <a:pt x="175826" y="9441"/>
                </a:lnTo>
                <a:lnTo>
                  <a:pt x="177527" y="7773"/>
                </a:lnTo>
                <a:lnTo>
                  <a:pt x="177527" y="12010"/>
                </a:lnTo>
                <a:close/>
                <a:moveTo>
                  <a:pt x="175292" y="8907"/>
                </a:moveTo>
                <a:lnTo>
                  <a:pt x="172023" y="8907"/>
                </a:lnTo>
                <a:lnTo>
                  <a:pt x="169755" y="6606"/>
                </a:lnTo>
                <a:lnTo>
                  <a:pt x="169755" y="4237"/>
                </a:lnTo>
                <a:lnTo>
                  <a:pt x="172724" y="7206"/>
                </a:lnTo>
                <a:lnTo>
                  <a:pt x="176960" y="7206"/>
                </a:lnTo>
                <a:close/>
                <a:moveTo>
                  <a:pt x="168954" y="6606"/>
                </a:moveTo>
                <a:lnTo>
                  <a:pt x="166653" y="8874"/>
                </a:lnTo>
                <a:lnTo>
                  <a:pt x="163417" y="8874"/>
                </a:lnTo>
                <a:lnTo>
                  <a:pt x="161716" y="7206"/>
                </a:lnTo>
                <a:lnTo>
                  <a:pt x="165786" y="7206"/>
                </a:lnTo>
                <a:lnTo>
                  <a:pt x="166086" y="7106"/>
                </a:lnTo>
                <a:lnTo>
                  <a:pt x="168954" y="4237"/>
                </a:lnTo>
                <a:close/>
                <a:moveTo>
                  <a:pt x="162850" y="9441"/>
                </a:moveTo>
                <a:lnTo>
                  <a:pt x="162850" y="12710"/>
                </a:lnTo>
                <a:lnTo>
                  <a:pt x="160548" y="15012"/>
                </a:lnTo>
                <a:lnTo>
                  <a:pt x="158180" y="15012"/>
                </a:lnTo>
                <a:lnTo>
                  <a:pt x="161182" y="12010"/>
                </a:lnTo>
                <a:lnTo>
                  <a:pt x="161182" y="7773"/>
                </a:lnTo>
                <a:close/>
                <a:moveTo>
                  <a:pt x="149707" y="15012"/>
                </a:moveTo>
                <a:lnTo>
                  <a:pt x="147339" y="15012"/>
                </a:lnTo>
                <a:lnTo>
                  <a:pt x="145037" y="12710"/>
                </a:lnTo>
                <a:lnTo>
                  <a:pt x="145037" y="9441"/>
                </a:lnTo>
                <a:lnTo>
                  <a:pt x="146739" y="7773"/>
                </a:lnTo>
                <a:lnTo>
                  <a:pt x="146739" y="12010"/>
                </a:lnTo>
                <a:close/>
                <a:moveTo>
                  <a:pt x="144504" y="8907"/>
                </a:moveTo>
                <a:lnTo>
                  <a:pt x="141235" y="8907"/>
                </a:lnTo>
                <a:lnTo>
                  <a:pt x="138933" y="6606"/>
                </a:lnTo>
                <a:lnTo>
                  <a:pt x="138933" y="4237"/>
                </a:lnTo>
                <a:lnTo>
                  <a:pt x="141835" y="7106"/>
                </a:lnTo>
                <a:lnTo>
                  <a:pt x="142102" y="7206"/>
                </a:lnTo>
                <a:lnTo>
                  <a:pt x="146172" y="7206"/>
                </a:lnTo>
                <a:close/>
                <a:moveTo>
                  <a:pt x="138166" y="6606"/>
                </a:moveTo>
                <a:lnTo>
                  <a:pt x="135864" y="8874"/>
                </a:lnTo>
                <a:lnTo>
                  <a:pt x="132629" y="8874"/>
                </a:lnTo>
                <a:lnTo>
                  <a:pt x="130927" y="7206"/>
                </a:lnTo>
                <a:lnTo>
                  <a:pt x="135164" y="7206"/>
                </a:lnTo>
                <a:lnTo>
                  <a:pt x="138166" y="4237"/>
                </a:lnTo>
                <a:close/>
                <a:moveTo>
                  <a:pt x="132061" y="9441"/>
                </a:moveTo>
                <a:lnTo>
                  <a:pt x="132061" y="12710"/>
                </a:lnTo>
                <a:lnTo>
                  <a:pt x="129760" y="15012"/>
                </a:lnTo>
                <a:lnTo>
                  <a:pt x="127391" y="15012"/>
                </a:lnTo>
                <a:lnTo>
                  <a:pt x="130394" y="12010"/>
                </a:lnTo>
                <a:lnTo>
                  <a:pt x="130394" y="7773"/>
                </a:lnTo>
                <a:close/>
                <a:moveTo>
                  <a:pt x="118919" y="15012"/>
                </a:moveTo>
                <a:lnTo>
                  <a:pt x="116550" y="15012"/>
                </a:lnTo>
                <a:lnTo>
                  <a:pt x="114249" y="12710"/>
                </a:lnTo>
                <a:lnTo>
                  <a:pt x="114249" y="9441"/>
                </a:lnTo>
                <a:lnTo>
                  <a:pt x="115950" y="7773"/>
                </a:lnTo>
                <a:lnTo>
                  <a:pt x="115950" y="12010"/>
                </a:lnTo>
                <a:close/>
                <a:moveTo>
                  <a:pt x="113682" y="8907"/>
                </a:moveTo>
                <a:lnTo>
                  <a:pt x="110446" y="8907"/>
                </a:lnTo>
                <a:lnTo>
                  <a:pt x="108144" y="6606"/>
                </a:lnTo>
                <a:lnTo>
                  <a:pt x="108144" y="4237"/>
                </a:lnTo>
                <a:lnTo>
                  <a:pt x="111147" y="7206"/>
                </a:lnTo>
                <a:lnTo>
                  <a:pt x="115383" y="7206"/>
                </a:lnTo>
                <a:close/>
                <a:moveTo>
                  <a:pt x="107377" y="6606"/>
                </a:moveTo>
                <a:lnTo>
                  <a:pt x="105076" y="8874"/>
                </a:lnTo>
                <a:lnTo>
                  <a:pt x="101840" y="8874"/>
                </a:lnTo>
                <a:lnTo>
                  <a:pt x="100139" y="7206"/>
                </a:lnTo>
                <a:lnTo>
                  <a:pt x="104208" y="7206"/>
                </a:lnTo>
                <a:lnTo>
                  <a:pt x="104475" y="7106"/>
                </a:lnTo>
                <a:lnTo>
                  <a:pt x="107377" y="4237"/>
                </a:lnTo>
                <a:lnTo>
                  <a:pt x="107377" y="6606"/>
                </a:lnTo>
                <a:close/>
                <a:moveTo>
                  <a:pt x="101273" y="9441"/>
                </a:moveTo>
                <a:lnTo>
                  <a:pt x="101273" y="12710"/>
                </a:lnTo>
                <a:lnTo>
                  <a:pt x="98971" y="15012"/>
                </a:lnTo>
                <a:lnTo>
                  <a:pt x="96603" y="15012"/>
                </a:lnTo>
                <a:lnTo>
                  <a:pt x="99605" y="12010"/>
                </a:lnTo>
                <a:lnTo>
                  <a:pt x="99605" y="7773"/>
                </a:lnTo>
                <a:close/>
                <a:moveTo>
                  <a:pt x="88130" y="15012"/>
                </a:moveTo>
                <a:lnTo>
                  <a:pt x="85762" y="15012"/>
                </a:lnTo>
                <a:lnTo>
                  <a:pt x="83460" y="12710"/>
                </a:lnTo>
                <a:lnTo>
                  <a:pt x="83460" y="9441"/>
                </a:lnTo>
                <a:lnTo>
                  <a:pt x="85128" y="7773"/>
                </a:lnTo>
                <a:lnTo>
                  <a:pt x="85128" y="12010"/>
                </a:lnTo>
                <a:close/>
                <a:moveTo>
                  <a:pt x="82893" y="8907"/>
                </a:moveTo>
                <a:lnTo>
                  <a:pt x="79657" y="8907"/>
                </a:lnTo>
                <a:lnTo>
                  <a:pt x="77356" y="6606"/>
                </a:lnTo>
                <a:lnTo>
                  <a:pt x="77356" y="4237"/>
                </a:lnTo>
                <a:lnTo>
                  <a:pt x="80224" y="7106"/>
                </a:lnTo>
                <a:lnTo>
                  <a:pt x="80525" y="7206"/>
                </a:lnTo>
                <a:lnTo>
                  <a:pt x="84594" y="7206"/>
                </a:lnTo>
                <a:close/>
                <a:moveTo>
                  <a:pt x="76589" y="6606"/>
                </a:moveTo>
                <a:lnTo>
                  <a:pt x="74287" y="8874"/>
                </a:lnTo>
                <a:lnTo>
                  <a:pt x="71018" y="8874"/>
                </a:lnTo>
                <a:lnTo>
                  <a:pt x="69350" y="7206"/>
                </a:lnTo>
                <a:lnTo>
                  <a:pt x="73586" y="7206"/>
                </a:lnTo>
                <a:lnTo>
                  <a:pt x="76589" y="4237"/>
                </a:lnTo>
                <a:close/>
                <a:moveTo>
                  <a:pt x="70484" y="9441"/>
                </a:moveTo>
                <a:lnTo>
                  <a:pt x="70484" y="12710"/>
                </a:lnTo>
                <a:lnTo>
                  <a:pt x="68183" y="15012"/>
                </a:lnTo>
                <a:lnTo>
                  <a:pt x="65814" y="15012"/>
                </a:lnTo>
                <a:lnTo>
                  <a:pt x="68816" y="12010"/>
                </a:lnTo>
                <a:lnTo>
                  <a:pt x="68816" y="7773"/>
                </a:lnTo>
                <a:close/>
                <a:moveTo>
                  <a:pt x="57341" y="15012"/>
                </a:moveTo>
                <a:lnTo>
                  <a:pt x="54973" y="15012"/>
                </a:lnTo>
                <a:lnTo>
                  <a:pt x="52671" y="12710"/>
                </a:lnTo>
                <a:lnTo>
                  <a:pt x="52671" y="9441"/>
                </a:lnTo>
                <a:lnTo>
                  <a:pt x="54339" y="7773"/>
                </a:lnTo>
                <a:lnTo>
                  <a:pt x="54339" y="12010"/>
                </a:lnTo>
                <a:close/>
                <a:moveTo>
                  <a:pt x="52104" y="8907"/>
                </a:moveTo>
                <a:lnTo>
                  <a:pt x="48869" y="8907"/>
                </a:lnTo>
                <a:lnTo>
                  <a:pt x="46567" y="6606"/>
                </a:lnTo>
                <a:lnTo>
                  <a:pt x="46567" y="4237"/>
                </a:lnTo>
                <a:lnTo>
                  <a:pt x="49569" y="7206"/>
                </a:lnTo>
                <a:lnTo>
                  <a:pt x="53806" y="7206"/>
                </a:lnTo>
                <a:close/>
                <a:moveTo>
                  <a:pt x="45767" y="6606"/>
                </a:moveTo>
                <a:lnTo>
                  <a:pt x="43498" y="8874"/>
                </a:lnTo>
                <a:lnTo>
                  <a:pt x="40229" y="8874"/>
                </a:lnTo>
                <a:lnTo>
                  <a:pt x="38561" y="7206"/>
                </a:lnTo>
                <a:lnTo>
                  <a:pt x="42631" y="7206"/>
                </a:lnTo>
                <a:lnTo>
                  <a:pt x="42898" y="7106"/>
                </a:lnTo>
                <a:lnTo>
                  <a:pt x="45767" y="4237"/>
                </a:lnTo>
                <a:close/>
                <a:moveTo>
                  <a:pt x="39696" y="9441"/>
                </a:moveTo>
                <a:lnTo>
                  <a:pt x="39696" y="12710"/>
                </a:lnTo>
                <a:lnTo>
                  <a:pt x="37394" y="15012"/>
                </a:lnTo>
                <a:lnTo>
                  <a:pt x="35026" y="15012"/>
                </a:lnTo>
                <a:lnTo>
                  <a:pt x="37994" y="12010"/>
                </a:lnTo>
                <a:lnTo>
                  <a:pt x="37994" y="7773"/>
                </a:lnTo>
                <a:close/>
                <a:moveTo>
                  <a:pt x="26553" y="15012"/>
                </a:moveTo>
                <a:lnTo>
                  <a:pt x="24184" y="15012"/>
                </a:lnTo>
                <a:lnTo>
                  <a:pt x="21883" y="12710"/>
                </a:lnTo>
                <a:lnTo>
                  <a:pt x="21883" y="9441"/>
                </a:lnTo>
                <a:lnTo>
                  <a:pt x="23551" y="7773"/>
                </a:lnTo>
                <a:lnTo>
                  <a:pt x="23551" y="12010"/>
                </a:lnTo>
                <a:close/>
                <a:moveTo>
                  <a:pt x="21316" y="8907"/>
                </a:moveTo>
                <a:lnTo>
                  <a:pt x="18080" y="8907"/>
                </a:lnTo>
                <a:lnTo>
                  <a:pt x="15778" y="6606"/>
                </a:lnTo>
                <a:lnTo>
                  <a:pt x="15778" y="4237"/>
                </a:lnTo>
                <a:lnTo>
                  <a:pt x="18647" y="7106"/>
                </a:lnTo>
                <a:lnTo>
                  <a:pt x="18914" y="7206"/>
                </a:lnTo>
                <a:lnTo>
                  <a:pt x="22984" y="7206"/>
                </a:lnTo>
                <a:close/>
                <a:moveTo>
                  <a:pt x="14978" y="6606"/>
                </a:moveTo>
                <a:lnTo>
                  <a:pt x="12710" y="8874"/>
                </a:lnTo>
                <a:lnTo>
                  <a:pt x="9441" y="8874"/>
                </a:lnTo>
                <a:lnTo>
                  <a:pt x="7773" y="7206"/>
                </a:lnTo>
                <a:lnTo>
                  <a:pt x="12009" y="7206"/>
                </a:lnTo>
                <a:lnTo>
                  <a:pt x="14978" y="4237"/>
                </a:lnTo>
                <a:lnTo>
                  <a:pt x="14978" y="6606"/>
                </a:lnTo>
                <a:close/>
                <a:moveTo>
                  <a:pt x="9441" y="21883"/>
                </a:moveTo>
                <a:lnTo>
                  <a:pt x="12710" y="21883"/>
                </a:lnTo>
                <a:lnTo>
                  <a:pt x="14978" y="24185"/>
                </a:lnTo>
                <a:lnTo>
                  <a:pt x="14978" y="26553"/>
                </a:lnTo>
                <a:lnTo>
                  <a:pt x="12009" y="23551"/>
                </a:lnTo>
                <a:lnTo>
                  <a:pt x="7773" y="23551"/>
                </a:lnTo>
                <a:close/>
                <a:moveTo>
                  <a:pt x="14978" y="33892"/>
                </a:moveTo>
                <a:lnTo>
                  <a:pt x="11675" y="37228"/>
                </a:lnTo>
                <a:lnTo>
                  <a:pt x="6972" y="37228"/>
                </a:lnTo>
                <a:lnTo>
                  <a:pt x="5438" y="35693"/>
                </a:lnTo>
                <a:lnTo>
                  <a:pt x="11042" y="35693"/>
                </a:lnTo>
                <a:lnTo>
                  <a:pt x="14978" y="31757"/>
                </a:lnTo>
                <a:lnTo>
                  <a:pt x="14978" y="33892"/>
                </a:lnTo>
                <a:close/>
                <a:moveTo>
                  <a:pt x="7206" y="42631"/>
                </a:moveTo>
                <a:lnTo>
                  <a:pt x="7206" y="38562"/>
                </a:lnTo>
                <a:lnTo>
                  <a:pt x="8873" y="40230"/>
                </a:lnTo>
                <a:lnTo>
                  <a:pt x="8873" y="43499"/>
                </a:lnTo>
                <a:lnTo>
                  <a:pt x="6605" y="45800"/>
                </a:lnTo>
                <a:lnTo>
                  <a:pt x="4237" y="45800"/>
                </a:lnTo>
                <a:lnTo>
                  <a:pt x="7106" y="42932"/>
                </a:lnTo>
                <a:close/>
                <a:moveTo>
                  <a:pt x="6605" y="46568"/>
                </a:moveTo>
                <a:lnTo>
                  <a:pt x="8873" y="48869"/>
                </a:lnTo>
                <a:lnTo>
                  <a:pt x="8873" y="52105"/>
                </a:lnTo>
                <a:lnTo>
                  <a:pt x="7206" y="53806"/>
                </a:lnTo>
                <a:lnTo>
                  <a:pt x="7206" y="49570"/>
                </a:lnTo>
                <a:lnTo>
                  <a:pt x="4203" y="46568"/>
                </a:lnTo>
                <a:close/>
                <a:moveTo>
                  <a:pt x="9441" y="52672"/>
                </a:moveTo>
                <a:lnTo>
                  <a:pt x="12710" y="52672"/>
                </a:lnTo>
                <a:lnTo>
                  <a:pt x="14978" y="54974"/>
                </a:lnTo>
                <a:lnTo>
                  <a:pt x="14978" y="57342"/>
                </a:lnTo>
                <a:lnTo>
                  <a:pt x="12009" y="54340"/>
                </a:lnTo>
                <a:lnTo>
                  <a:pt x="7773" y="54340"/>
                </a:lnTo>
                <a:close/>
                <a:moveTo>
                  <a:pt x="14978" y="64714"/>
                </a:moveTo>
                <a:lnTo>
                  <a:pt x="11675" y="68016"/>
                </a:lnTo>
                <a:lnTo>
                  <a:pt x="6972" y="68016"/>
                </a:lnTo>
                <a:lnTo>
                  <a:pt x="5438" y="66482"/>
                </a:lnTo>
                <a:lnTo>
                  <a:pt x="11042" y="66482"/>
                </a:lnTo>
                <a:lnTo>
                  <a:pt x="14978" y="62546"/>
                </a:lnTo>
                <a:lnTo>
                  <a:pt x="14978" y="64714"/>
                </a:lnTo>
                <a:close/>
                <a:moveTo>
                  <a:pt x="7206" y="69351"/>
                </a:moveTo>
                <a:lnTo>
                  <a:pt x="8873" y="71052"/>
                </a:lnTo>
                <a:lnTo>
                  <a:pt x="8873" y="74287"/>
                </a:lnTo>
                <a:lnTo>
                  <a:pt x="6605" y="76589"/>
                </a:lnTo>
                <a:lnTo>
                  <a:pt x="4237" y="76589"/>
                </a:lnTo>
                <a:lnTo>
                  <a:pt x="7206" y="73587"/>
                </a:lnTo>
                <a:lnTo>
                  <a:pt x="7206" y="69351"/>
                </a:lnTo>
                <a:close/>
                <a:moveTo>
                  <a:pt x="9441" y="83461"/>
                </a:moveTo>
                <a:lnTo>
                  <a:pt x="12710" y="83461"/>
                </a:lnTo>
                <a:lnTo>
                  <a:pt x="14978" y="85762"/>
                </a:lnTo>
                <a:lnTo>
                  <a:pt x="14978" y="88131"/>
                </a:lnTo>
                <a:lnTo>
                  <a:pt x="12009" y="85129"/>
                </a:lnTo>
                <a:lnTo>
                  <a:pt x="7773" y="85129"/>
                </a:lnTo>
                <a:close/>
                <a:moveTo>
                  <a:pt x="14978" y="95503"/>
                </a:moveTo>
                <a:lnTo>
                  <a:pt x="11675" y="98805"/>
                </a:lnTo>
                <a:lnTo>
                  <a:pt x="6972" y="98805"/>
                </a:lnTo>
                <a:lnTo>
                  <a:pt x="5438" y="97271"/>
                </a:lnTo>
                <a:lnTo>
                  <a:pt x="11042" y="97271"/>
                </a:lnTo>
                <a:lnTo>
                  <a:pt x="14978" y="93334"/>
                </a:lnTo>
                <a:lnTo>
                  <a:pt x="14978" y="95503"/>
                </a:lnTo>
                <a:close/>
                <a:moveTo>
                  <a:pt x="7206" y="104209"/>
                </a:moveTo>
                <a:lnTo>
                  <a:pt x="7206" y="100139"/>
                </a:lnTo>
                <a:lnTo>
                  <a:pt x="8873" y="101840"/>
                </a:lnTo>
                <a:lnTo>
                  <a:pt x="8873" y="105076"/>
                </a:lnTo>
                <a:lnTo>
                  <a:pt x="6605" y="107378"/>
                </a:lnTo>
                <a:lnTo>
                  <a:pt x="4237" y="107378"/>
                </a:lnTo>
                <a:lnTo>
                  <a:pt x="7106" y="104509"/>
                </a:lnTo>
                <a:close/>
                <a:moveTo>
                  <a:pt x="6605" y="108178"/>
                </a:moveTo>
                <a:lnTo>
                  <a:pt x="8873" y="110447"/>
                </a:lnTo>
                <a:lnTo>
                  <a:pt x="8873" y="113716"/>
                </a:lnTo>
                <a:lnTo>
                  <a:pt x="7206" y="115384"/>
                </a:lnTo>
                <a:lnTo>
                  <a:pt x="7206" y="111147"/>
                </a:lnTo>
                <a:lnTo>
                  <a:pt x="4203" y="108145"/>
                </a:lnTo>
                <a:lnTo>
                  <a:pt x="6605" y="108145"/>
                </a:lnTo>
                <a:close/>
                <a:moveTo>
                  <a:pt x="9441" y="114249"/>
                </a:moveTo>
                <a:lnTo>
                  <a:pt x="12710" y="114249"/>
                </a:lnTo>
                <a:lnTo>
                  <a:pt x="14978" y="116551"/>
                </a:lnTo>
                <a:lnTo>
                  <a:pt x="14978" y="118919"/>
                </a:lnTo>
                <a:lnTo>
                  <a:pt x="12009" y="115951"/>
                </a:lnTo>
                <a:lnTo>
                  <a:pt x="7773" y="115951"/>
                </a:lnTo>
                <a:close/>
                <a:moveTo>
                  <a:pt x="15778" y="116551"/>
                </a:moveTo>
                <a:lnTo>
                  <a:pt x="18080" y="114249"/>
                </a:lnTo>
                <a:lnTo>
                  <a:pt x="21316" y="114249"/>
                </a:lnTo>
                <a:lnTo>
                  <a:pt x="22984" y="115951"/>
                </a:lnTo>
                <a:lnTo>
                  <a:pt x="18947" y="115951"/>
                </a:lnTo>
                <a:lnTo>
                  <a:pt x="18647" y="116051"/>
                </a:lnTo>
                <a:lnTo>
                  <a:pt x="15778" y="118919"/>
                </a:lnTo>
                <a:close/>
                <a:moveTo>
                  <a:pt x="21883" y="113716"/>
                </a:moveTo>
                <a:lnTo>
                  <a:pt x="21883" y="110447"/>
                </a:lnTo>
                <a:lnTo>
                  <a:pt x="24184" y="108178"/>
                </a:lnTo>
                <a:lnTo>
                  <a:pt x="26553" y="108178"/>
                </a:lnTo>
                <a:lnTo>
                  <a:pt x="23551" y="111147"/>
                </a:lnTo>
                <a:lnTo>
                  <a:pt x="23551" y="115384"/>
                </a:lnTo>
                <a:close/>
                <a:moveTo>
                  <a:pt x="35026" y="108178"/>
                </a:moveTo>
                <a:lnTo>
                  <a:pt x="37394" y="108178"/>
                </a:lnTo>
                <a:lnTo>
                  <a:pt x="39696" y="110447"/>
                </a:lnTo>
                <a:lnTo>
                  <a:pt x="39696" y="113716"/>
                </a:lnTo>
                <a:lnTo>
                  <a:pt x="37994" y="115384"/>
                </a:lnTo>
                <a:lnTo>
                  <a:pt x="37994" y="111147"/>
                </a:lnTo>
                <a:close/>
                <a:moveTo>
                  <a:pt x="40229" y="114249"/>
                </a:moveTo>
                <a:lnTo>
                  <a:pt x="43498" y="114249"/>
                </a:lnTo>
                <a:lnTo>
                  <a:pt x="45767" y="116551"/>
                </a:lnTo>
                <a:lnTo>
                  <a:pt x="45767" y="118919"/>
                </a:lnTo>
                <a:lnTo>
                  <a:pt x="42898" y="116051"/>
                </a:lnTo>
                <a:lnTo>
                  <a:pt x="42631" y="115951"/>
                </a:lnTo>
                <a:lnTo>
                  <a:pt x="38561" y="115951"/>
                </a:lnTo>
                <a:close/>
                <a:moveTo>
                  <a:pt x="46567" y="116551"/>
                </a:moveTo>
                <a:lnTo>
                  <a:pt x="48869" y="114249"/>
                </a:lnTo>
                <a:lnTo>
                  <a:pt x="52104" y="114249"/>
                </a:lnTo>
                <a:lnTo>
                  <a:pt x="53806" y="115951"/>
                </a:lnTo>
                <a:lnTo>
                  <a:pt x="49569" y="115951"/>
                </a:lnTo>
                <a:lnTo>
                  <a:pt x="46567" y="118919"/>
                </a:lnTo>
                <a:close/>
                <a:moveTo>
                  <a:pt x="52671" y="113716"/>
                </a:moveTo>
                <a:lnTo>
                  <a:pt x="52671" y="110447"/>
                </a:lnTo>
                <a:lnTo>
                  <a:pt x="54973" y="108178"/>
                </a:lnTo>
                <a:lnTo>
                  <a:pt x="57341" y="108178"/>
                </a:lnTo>
                <a:lnTo>
                  <a:pt x="54339" y="111147"/>
                </a:lnTo>
                <a:lnTo>
                  <a:pt x="54339" y="115384"/>
                </a:lnTo>
                <a:close/>
                <a:moveTo>
                  <a:pt x="65814" y="108178"/>
                </a:moveTo>
                <a:lnTo>
                  <a:pt x="68183" y="108178"/>
                </a:lnTo>
                <a:lnTo>
                  <a:pt x="70484" y="110447"/>
                </a:lnTo>
                <a:lnTo>
                  <a:pt x="70484" y="113716"/>
                </a:lnTo>
                <a:lnTo>
                  <a:pt x="68783" y="115384"/>
                </a:lnTo>
                <a:lnTo>
                  <a:pt x="68783" y="111147"/>
                </a:lnTo>
                <a:close/>
                <a:moveTo>
                  <a:pt x="71018" y="114249"/>
                </a:moveTo>
                <a:lnTo>
                  <a:pt x="74287" y="114249"/>
                </a:lnTo>
                <a:lnTo>
                  <a:pt x="76555" y="116551"/>
                </a:lnTo>
                <a:lnTo>
                  <a:pt x="76555" y="118919"/>
                </a:lnTo>
                <a:lnTo>
                  <a:pt x="73586" y="115951"/>
                </a:lnTo>
                <a:lnTo>
                  <a:pt x="69350" y="115951"/>
                </a:lnTo>
                <a:close/>
                <a:moveTo>
                  <a:pt x="77356" y="116551"/>
                </a:moveTo>
                <a:lnTo>
                  <a:pt x="79657" y="114249"/>
                </a:lnTo>
                <a:lnTo>
                  <a:pt x="82893" y="114249"/>
                </a:lnTo>
                <a:lnTo>
                  <a:pt x="84594" y="115951"/>
                </a:lnTo>
                <a:lnTo>
                  <a:pt x="80525" y="115951"/>
                </a:lnTo>
                <a:lnTo>
                  <a:pt x="80224" y="116051"/>
                </a:lnTo>
                <a:lnTo>
                  <a:pt x="77356" y="118919"/>
                </a:lnTo>
                <a:lnTo>
                  <a:pt x="77356" y="116551"/>
                </a:lnTo>
                <a:close/>
                <a:moveTo>
                  <a:pt x="83460" y="113716"/>
                </a:moveTo>
                <a:lnTo>
                  <a:pt x="83460" y="110447"/>
                </a:lnTo>
                <a:lnTo>
                  <a:pt x="85762" y="108178"/>
                </a:lnTo>
                <a:lnTo>
                  <a:pt x="88130" y="108178"/>
                </a:lnTo>
                <a:lnTo>
                  <a:pt x="85128" y="111147"/>
                </a:lnTo>
                <a:lnTo>
                  <a:pt x="85128" y="115384"/>
                </a:lnTo>
                <a:close/>
                <a:moveTo>
                  <a:pt x="96603" y="108178"/>
                </a:moveTo>
                <a:lnTo>
                  <a:pt x="98971" y="108178"/>
                </a:lnTo>
                <a:lnTo>
                  <a:pt x="101273" y="110447"/>
                </a:lnTo>
                <a:lnTo>
                  <a:pt x="101273" y="113716"/>
                </a:lnTo>
                <a:lnTo>
                  <a:pt x="99605" y="115384"/>
                </a:lnTo>
                <a:lnTo>
                  <a:pt x="99605" y="111147"/>
                </a:lnTo>
                <a:close/>
                <a:moveTo>
                  <a:pt x="101840" y="114249"/>
                </a:moveTo>
                <a:lnTo>
                  <a:pt x="105076" y="114249"/>
                </a:lnTo>
                <a:lnTo>
                  <a:pt x="107377" y="116551"/>
                </a:lnTo>
                <a:lnTo>
                  <a:pt x="107377" y="118919"/>
                </a:lnTo>
                <a:lnTo>
                  <a:pt x="104508" y="116051"/>
                </a:lnTo>
                <a:lnTo>
                  <a:pt x="104208" y="115951"/>
                </a:lnTo>
                <a:lnTo>
                  <a:pt x="100139" y="115951"/>
                </a:lnTo>
                <a:close/>
                <a:moveTo>
                  <a:pt x="108144" y="116551"/>
                </a:moveTo>
                <a:lnTo>
                  <a:pt x="110446" y="114249"/>
                </a:lnTo>
                <a:lnTo>
                  <a:pt x="113682" y="114249"/>
                </a:lnTo>
                <a:lnTo>
                  <a:pt x="115383" y="115951"/>
                </a:lnTo>
                <a:lnTo>
                  <a:pt x="111147" y="115951"/>
                </a:lnTo>
                <a:lnTo>
                  <a:pt x="108144" y="118919"/>
                </a:lnTo>
                <a:close/>
                <a:moveTo>
                  <a:pt x="114249" y="113716"/>
                </a:moveTo>
                <a:lnTo>
                  <a:pt x="114249" y="110447"/>
                </a:lnTo>
                <a:lnTo>
                  <a:pt x="116550" y="108178"/>
                </a:lnTo>
                <a:lnTo>
                  <a:pt x="118919" y="108178"/>
                </a:lnTo>
                <a:lnTo>
                  <a:pt x="115917" y="111147"/>
                </a:lnTo>
                <a:lnTo>
                  <a:pt x="115917" y="115384"/>
                </a:lnTo>
                <a:close/>
                <a:moveTo>
                  <a:pt x="127391" y="108178"/>
                </a:moveTo>
                <a:lnTo>
                  <a:pt x="129760" y="108178"/>
                </a:lnTo>
                <a:lnTo>
                  <a:pt x="132061" y="110447"/>
                </a:lnTo>
                <a:lnTo>
                  <a:pt x="132061" y="113716"/>
                </a:lnTo>
                <a:lnTo>
                  <a:pt x="130394" y="115384"/>
                </a:lnTo>
                <a:lnTo>
                  <a:pt x="130394" y="111147"/>
                </a:lnTo>
                <a:close/>
                <a:moveTo>
                  <a:pt x="132629" y="114249"/>
                </a:moveTo>
                <a:lnTo>
                  <a:pt x="135864" y="114249"/>
                </a:lnTo>
                <a:lnTo>
                  <a:pt x="138166" y="116551"/>
                </a:lnTo>
                <a:lnTo>
                  <a:pt x="138166" y="118919"/>
                </a:lnTo>
                <a:lnTo>
                  <a:pt x="135164" y="115951"/>
                </a:lnTo>
                <a:lnTo>
                  <a:pt x="130927" y="115951"/>
                </a:lnTo>
                <a:close/>
                <a:moveTo>
                  <a:pt x="138933" y="116551"/>
                </a:moveTo>
                <a:lnTo>
                  <a:pt x="141235" y="114249"/>
                </a:lnTo>
                <a:lnTo>
                  <a:pt x="144504" y="114249"/>
                </a:lnTo>
                <a:lnTo>
                  <a:pt x="146172" y="115951"/>
                </a:lnTo>
                <a:lnTo>
                  <a:pt x="142102" y="115951"/>
                </a:lnTo>
                <a:lnTo>
                  <a:pt x="141835" y="116051"/>
                </a:lnTo>
                <a:lnTo>
                  <a:pt x="138933" y="118919"/>
                </a:lnTo>
                <a:close/>
                <a:moveTo>
                  <a:pt x="145037" y="113716"/>
                </a:moveTo>
                <a:lnTo>
                  <a:pt x="145037" y="110447"/>
                </a:lnTo>
                <a:lnTo>
                  <a:pt x="147339" y="108178"/>
                </a:lnTo>
                <a:lnTo>
                  <a:pt x="149707" y="108178"/>
                </a:lnTo>
                <a:lnTo>
                  <a:pt x="146705" y="111147"/>
                </a:lnTo>
                <a:lnTo>
                  <a:pt x="146705" y="115384"/>
                </a:lnTo>
                <a:close/>
                <a:moveTo>
                  <a:pt x="158180" y="108178"/>
                </a:moveTo>
                <a:lnTo>
                  <a:pt x="160548" y="108178"/>
                </a:lnTo>
                <a:lnTo>
                  <a:pt x="162850" y="110447"/>
                </a:lnTo>
                <a:lnTo>
                  <a:pt x="162850" y="113716"/>
                </a:lnTo>
                <a:lnTo>
                  <a:pt x="161182" y="115384"/>
                </a:lnTo>
                <a:lnTo>
                  <a:pt x="161182" y="111147"/>
                </a:lnTo>
                <a:close/>
                <a:moveTo>
                  <a:pt x="163417" y="114249"/>
                </a:moveTo>
                <a:lnTo>
                  <a:pt x="166653" y="114249"/>
                </a:lnTo>
                <a:lnTo>
                  <a:pt x="168954" y="116551"/>
                </a:lnTo>
                <a:lnTo>
                  <a:pt x="168954" y="118919"/>
                </a:lnTo>
                <a:lnTo>
                  <a:pt x="166086" y="116051"/>
                </a:lnTo>
                <a:lnTo>
                  <a:pt x="165786" y="115951"/>
                </a:lnTo>
                <a:lnTo>
                  <a:pt x="161716" y="115951"/>
                </a:lnTo>
                <a:close/>
                <a:moveTo>
                  <a:pt x="169755" y="116551"/>
                </a:moveTo>
                <a:lnTo>
                  <a:pt x="172023" y="114249"/>
                </a:lnTo>
                <a:lnTo>
                  <a:pt x="175292" y="114249"/>
                </a:lnTo>
                <a:lnTo>
                  <a:pt x="176960" y="115951"/>
                </a:lnTo>
                <a:lnTo>
                  <a:pt x="172724" y="115951"/>
                </a:lnTo>
                <a:lnTo>
                  <a:pt x="169722" y="118919"/>
                </a:lnTo>
                <a:lnTo>
                  <a:pt x="169722" y="116551"/>
                </a:lnTo>
                <a:close/>
                <a:moveTo>
                  <a:pt x="175826" y="113716"/>
                </a:moveTo>
                <a:lnTo>
                  <a:pt x="175826" y="110447"/>
                </a:lnTo>
                <a:lnTo>
                  <a:pt x="178128" y="108178"/>
                </a:lnTo>
                <a:lnTo>
                  <a:pt x="180496" y="108178"/>
                </a:lnTo>
                <a:lnTo>
                  <a:pt x="177527" y="111147"/>
                </a:lnTo>
                <a:lnTo>
                  <a:pt x="177527" y="115384"/>
                </a:lnTo>
                <a:close/>
                <a:moveTo>
                  <a:pt x="188969" y="108178"/>
                </a:moveTo>
                <a:lnTo>
                  <a:pt x="191337" y="108178"/>
                </a:lnTo>
                <a:lnTo>
                  <a:pt x="193639" y="110447"/>
                </a:lnTo>
                <a:lnTo>
                  <a:pt x="193639" y="113716"/>
                </a:lnTo>
                <a:lnTo>
                  <a:pt x="191971" y="115384"/>
                </a:lnTo>
                <a:lnTo>
                  <a:pt x="191971" y="111147"/>
                </a:lnTo>
                <a:close/>
                <a:moveTo>
                  <a:pt x="194206" y="114249"/>
                </a:moveTo>
                <a:lnTo>
                  <a:pt x="197441" y="114249"/>
                </a:lnTo>
                <a:lnTo>
                  <a:pt x="199743" y="116551"/>
                </a:lnTo>
                <a:lnTo>
                  <a:pt x="199743" y="118919"/>
                </a:lnTo>
                <a:lnTo>
                  <a:pt x="196741" y="115951"/>
                </a:lnTo>
                <a:lnTo>
                  <a:pt x="192538" y="115951"/>
                </a:lnTo>
                <a:close/>
                <a:moveTo>
                  <a:pt x="200544" y="116551"/>
                </a:moveTo>
                <a:lnTo>
                  <a:pt x="202812" y="114249"/>
                </a:lnTo>
                <a:lnTo>
                  <a:pt x="206081" y="114249"/>
                </a:lnTo>
                <a:lnTo>
                  <a:pt x="207749" y="115951"/>
                </a:lnTo>
                <a:lnTo>
                  <a:pt x="203679" y="115951"/>
                </a:lnTo>
                <a:lnTo>
                  <a:pt x="203412" y="116051"/>
                </a:lnTo>
                <a:lnTo>
                  <a:pt x="200544" y="118919"/>
                </a:lnTo>
                <a:close/>
                <a:moveTo>
                  <a:pt x="206648" y="113716"/>
                </a:moveTo>
                <a:lnTo>
                  <a:pt x="206648" y="110447"/>
                </a:lnTo>
                <a:lnTo>
                  <a:pt x="208916" y="108178"/>
                </a:lnTo>
                <a:lnTo>
                  <a:pt x="211285" y="108178"/>
                </a:lnTo>
                <a:lnTo>
                  <a:pt x="208316" y="111147"/>
                </a:lnTo>
                <a:lnTo>
                  <a:pt x="208316" y="115384"/>
                </a:lnTo>
                <a:close/>
                <a:moveTo>
                  <a:pt x="219757" y="108178"/>
                </a:moveTo>
                <a:lnTo>
                  <a:pt x="222126" y="108178"/>
                </a:lnTo>
                <a:lnTo>
                  <a:pt x="224427" y="110447"/>
                </a:lnTo>
                <a:lnTo>
                  <a:pt x="224427" y="113716"/>
                </a:lnTo>
                <a:lnTo>
                  <a:pt x="222760" y="115384"/>
                </a:lnTo>
                <a:lnTo>
                  <a:pt x="222760" y="111147"/>
                </a:lnTo>
                <a:close/>
                <a:moveTo>
                  <a:pt x="224995" y="114249"/>
                </a:moveTo>
                <a:lnTo>
                  <a:pt x="228230" y="114249"/>
                </a:lnTo>
                <a:lnTo>
                  <a:pt x="230532" y="116551"/>
                </a:lnTo>
                <a:lnTo>
                  <a:pt x="230532" y="118919"/>
                </a:lnTo>
                <a:lnTo>
                  <a:pt x="227663" y="116051"/>
                </a:lnTo>
                <a:lnTo>
                  <a:pt x="227396" y="115951"/>
                </a:lnTo>
                <a:lnTo>
                  <a:pt x="223327" y="115951"/>
                </a:lnTo>
                <a:close/>
                <a:moveTo>
                  <a:pt x="231332" y="116551"/>
                </a:moveTo>
                <a:lnTo>
                  <a:pt x="233601" y="114249"/>
                </a:lnTo>
                <a:lnTo>
                  <a:pt x="236870" y="114249"/>
                </a:lnTo>
                <a:lnTo>
                  <a:pt x="238538" y="115951"/>
                </a:lnTo>
                <a:lnTo>
                  <a:pt x="234301" y="115951"/>
                </a:lnTo>
                <a:lnTo>
                  <a:pt x="231332" y="118919"/>
                </a:lnTo>
                <a:close/>
                <a:moveTo>
                  <a:pt x="236870" y="101273"/>
                </a:moveTo>
                <a:lnTo>
                  <a:pt x="233601" y="101273"/>
                </a:lnTo>
                <a:lnTo>
                  <a:pt x="231332" y="98972"/>
                </a:lnTo>
                <a:lnTo>
                  <a:pt x="231332" y="96603"/>
                </a:lnTo>
                <a:lnTo>
                  <a:pt x="234301" y="99606"/>
                </a:lnTo>
                <a:lnTo>
                  <a:pt x="238538" y="99606"/>
                </a:lnTo>
                <a:close/>
                <a:moveTo>
                  <a:pt x="231332" y="89265"/>
                </a:moveTo>
                <a:lnTo>
                  <a:pt x="234635" y="85929"/>
                </a:lnTo>
                <a:lnTo>
                  <a:pt x="239338" y="85929"/>
                </a:lnTo>
                <a:lnTo>
                  <a:pt x="240873" y="87464"/>
                </a:lnTo>
                <a:lnTo>
                  <a:pt x="235269" y="87464"/>
                </a:lnTo>
                <a:lnTo>
                  <a:pt x="231332" y="91400"/>
                </a:lnTo>
                <a:lnTo>
                  <a:pt x="231332" y="89265"/>
                </a:lnTo>
                <a:close/>
                <a:moveTo>
                  <a:pt x="239105" y="80525"/>
                </a:moveTo>
                <a:lnTo>
                  <a:pt x="239105" y="84595"/>
                </a:lnTo>
                <a:lnTo>
                  <a:pt x="237437" y="82927"/>
                </a:lnTo>
                <a:lnTo>
                  <a:pt x="237437" y="79658"/>
                </a:lnTo>
                <a:lnTo>
                  <a:pt x="239705" y="77356"/>
                </a:lnTo>
                <a:lnTo>
                  <a:pt x="242073" y="77356"/>
                </a:lnTo>
                <a:lnTo>
                  <a:pt x="239205" y="80225"/>
                </a:lnTo>
                <a:close/>
                <a:moveTo>
                  <a:pt x="239705" y="76589"/>
                </a:moveTo>
                <a:lnTo>
                  <a:pt x="237437" y="74287"/>
                </a:lnTo>
                <a:lnTo>
                  <a:pt x="237437" y="71052"/>
                </a:lnTo>
                <a:lnTo>
                  <a:pt x="239105" y="69351"/>
                </a:lnTo>
                <a:lnTo>
                  <a:pt x="239105" y="73587"/>
                </a:lnTo>
                <a:lnTo>
                  <a:pt x="242073" y="76589"/>
                </a:lnTo>
                <a:lnTo>
                  <a:pt x="239705" y="76589"/>
                </a:lnTo>
                <a:close/>
                <a:moveTo>
                  <a:pt x="236870" y="70485"/>
                </a:moveTo>
                <a:lnTo>
                  <a:pt x="233601" y="70485"/>
                </a:lnTo>
                <a:lnTo>
                  <a:pt x="231332" y="68183"/>
                </a:lnTo>
                <a:lnTo>
                  <a:pt x="231332" y="65815"/>
                </a:lnTo>
                <a:lnTo>
                  <a:pt x="234301" y="68817"/>
                </a:lnTo>
                <a:lnTo>
                  <a:pt x="238538" y="68817"/>
                </a:lnTo>
                <a:close/>
                <a:moveTo>
                  <a:pt x="231332" y="58476"/>
                </a:moveTo>
                <a:lnTo>
                  <a:pt x="234635" y="55140"/>
                </a:lnTo>
                <a:lnTo>
                  <a:pt x="239338" y="55140"/>
                </a:lnTo>
                <a:lnTo>
                  <a:pt x="240873" y="56675"/>
                </a:lnTo>
                <a:lnTo>
                  <a:pt x="235269" y="56675"/>
                </a:lnTo>
                <a:lnTo>
                  <a:pt x="231332" y="60611"/>
                </a:lnTo>
                <a:lnTo>
                  <a:pt x="231332" y="58476"/>
                </a:lnTo>
                <a:close/>
                <a:moveTo>
                  <a:pt x="239105" y="53806"/>
                </a:moveTo>
                <a:lnTo>
                  <a:pt x="237437" y="52105"/>
                </a:lnTo>
                <a:lnTo>
                  <a:pt x="237437" y="48869"/>
                </a:lnTo>
                <a:lnTo>
                  <a:pt x="239705" y="46568"/>
                </a:lnTo>
                <a:lnTo>
                  <a:pt x="242073" y="46568"/>
                </a:lnTo>
                <a:lnTo>
                  <a:pt x="239105" y="49570"/>
                </a:lnTo>
                <a:lnTo>
                  <a:pt x="239105" y="53806"/>
                </a:lnTo>
                <a:close/>
                <a:moveTo>
                  <a:pt x="236870" y="39696"/>
                </a:moveTo>
                <a:lnTo>
                  <a:pt x="233601" y="39696"/>
                </a:lnTo>
                <a:lnTo>
                  <a:pt x="231332" y="37394"/>
                </a:lnTo>
                <a:lnTo>
                  <a:pt x="231332" y="35026"/>
                </a:lnTo>
                <a:lnTo>
                  <a:pt x="234301" y="38028"/>
                </a:lnTo>
                <a:lnTo>
                  <a:pt x="238538" y="38028"/>
                </a:lnTo>
                <a:close/>
                <a:moveTo>
                  <a:pt x="231332" y="27654"/>
                </a:moveTo>
                <a:lnTo>
                  <a:pt x="234635" y="24352"/>
                </a:lnTo>
                <a:lnTo>
                  <a:pt x="239338" y="24352"/>
                </a:lnTo>
                <a:lnTo>
                  <a:pt x="240873" y="25886"/>
                </a:lnTo>
                <a:lnTo>
                  <a:pt x="235269" y="25886"/>
                </a:lnTo>
                <a:lnTo>
                  <a:pt x="231332" y="29822"/>
                </a:lnTo>
                <a:lnTo>
                  <a:pt x="231332" y="27654"/>
                </a:lnTo>
                <a:close/>
                <a:moveTo>
                  <a:pt x="239105" y="18948"/>
                </a:moveTo>
                <a:lnTo>
                  <a:pt x="239105" y="23017"/>
                </a:lnTo>
                <a:lnTo>
                  <a:pt x="237437" y="21316"/>
                </a:lnTo>
                <a:lnTo>
                  <a:pt x="237437" y="18081"/>
                </a:lnTo>
                <a:lnTo>
                  <a:pt x="239705" y="15779"/>
                </a:lnTo>
                <a:lnTo>
                  <a:pt x="242073" y="15779"/>
                </a:lnTo>
                <a:lnTo>
                  <a:pt x="239205" y="18648"/>
                </a:lnTo>
                <a:close/>
                <a:moveTo>
                  <a:pt x="239705" y="15012"/>
                </a:moveTo>
                <a:lnTo>
                  <a:pt x="237437" y="12710"/>
                </a:lnTo>
                <a:lnTo>
                  <a:pt x="237437" y="9441"/>
                </a:lnTo>
                <a:lnTo>
                  <a:pt x="239105" y="7773"/>
                </a:lnTo>
                <a:lnTo>
                  <a:pt x="239105" y="12010"/>
                </a:lnTo>
                <a:lnTo>
                  <a:pt x="242073" y="15012"/>
                </a:lnTo>
                <a:close/>
                <a:moveTo>
                  <a:pt x="236870" y="8907"/>
                </a:moveTo>
                <a:lnTo>
                  <a:pt x="233601" y="8907"/>
                </a:lnTo>
                <a:lnTo>
                  <a:pt x="231332" y="6606"/>
                </a:lnTo>
                <a:lnTo>
                  <a:pt x="231332" y="4237"/>
                </a:lnTo>
                <a:lnTo>
                  <a:pt x="234301" y="7206"/>
                </a:lnTo>
                <a:lnTo>
                  <a:pt x="238538" y="7206"/>
                </a:lnTo>
                <a:close/>
                <a:moveTo>
                  <a:pt x="230532" y="3103"/>
                </a:moveTo>
                <a:lnTo>
                  <a:pt x="227229" y="6439"/>
                </a:lnTo>
                <a:lnTo>
                  <a:pt x="222526" y="6439"/>
                </a:lnTo>
                <a:lnTo>
                  <a:pt x="220992" y="4904"/>
                </a:lnTo>
                <a:lnTo>
                  <a:pt x="226596" y="4904"/>
                </a:lnTo>
                <a:lnTo>
                  <a:pt x="230532" y="935"/>
                </a:lnTo>
                <a:close/>
                <a:moveTo>
                  <a:pt x="219657" y="10709"/>
                </a:moveTo>
                <a:lnTo>
                  <a:pt x="215921" y="14445"/>
                </a:lnTo>
                <a:lnTo>
                  <a:pt x="215921" y="6672"/>
                </a:lnTo>
                <a:lnTo>
                  <a:pt x="217623" y="5004"/>
                </a:lnTo>
                <a:lnTo>
                  <a:pt x="219657" y="5004"/>
                </a:lnTo>
                <a:lnTo>
                  <a:pt x="219657" y="10709"/>
                </a:lnTo>
                <a:close/>
                <a:moveTo>
                  <a:pt x="215121" y="14445"/>
                </a:moveTo>
                <a:lnTo>
                  <a:pt x="211418" y="10709"/>
                </a:lnTo>
                <a:lnTo>
                  <a:pt x="211418" y="5004"/>
                </a:lnTo>
                <a:lnTo>
                  <a:pt x="213453" y="5004"/>
                </a:lnTo>
                <a:lnTo>
                  <a:pt x="215121" y="6672"/>
                </a:lnTo>
                <a:lnTo>
                  <a:pt x="215121" y="14445"/>
                </a:lnTo>
                <a:close/>
                <a:moveTo>
                  <a:pt x="208549" y="6439"/>
                </a:moveTo>
                <a:lnTo>
                  <a:pt x="203846" y="6439"/>
                </a:lnTo>
                <a:lnTo>
                  <a:pt x="200544" y="3103"/>
                </a:lnTo>
                <a:lnTo>
                  <a:pt x="200544" y="935"/>
                </a:lnTo>
                <a:lnTo>
                  <a:pt x="204480" y="4904"/>
                </a:lnTo>
                <a:lnTo>
                  <a:pt x="210084" y="4904"/>
                </a:lnTo>
                <a:close/>
                <a:moveTo>
                  <a:pt x="199743" y="3103"/>
                </a:moveTo>
                <a:lnTo>
                  <a:pt x="196441" y="6439"/>
                </a:lnTo>
                <a:lnTo>
                  <a:pt x="191737" y="6439"/>
                </a:lnTo>
                <a:lnTo>
                  <a:pt x="190203" y="4904"/>
                </a:lnTo>
                <a:lnTo>
                  <a:pt x="195807" y="4904"/>
                </a:lnTo>
                <a:lnTo>
                  <a:pt x="199743" y="935"/>
                </a:lnTo>
                <a:close/>
                <a:moveTo>
                  <a:pt x="188869" y="10709"/>
                </a:moveTo>
                <a:lnTo>
                  <a:pt x="185133" y="14445"/>
                </a:lnTo>
                <a:lnTo>
                  <a:pt x="185133" y="6672"/>
                </a:lnTo>
                <a:lnTo>
                  <a:pt x="186801" y="5004"/>
                </a:lnTo>
                <a:lnTo>
                  <a:pt x="188835" y="5004"/>
                </a:lnTo>
                <a:lnTo>
                  <a:pt x="188835" y="10709"/>
                </a:lnTo>
                <a:close/>
                <a:moveTo>
                  <a:pt x="184332" y="14445"/>
                </a:moveTo>
                <a:lnTo>
                  <a:pt x="180629" y="10709"/>
                </a:lnTo>
                <a:lnTo>
                  <a:pt x="180629" y="5004"/>
                </a:lnTo>
                <a:lnTo>
                  <a:pt x="182664" y="5004"/>
                </a:lnTo>
                <a:lnTo>
                  <a:pt x="184332" y="6672"/>
                </a:lnTo>
                <a:lnTo>
                  <a:pt x="184332" y="14445"/>
                </a:lnTo>
                <a:close/>
                <a:moveTo>
                  <a:pt x="177761" y="6439"/>
                </a:moveTo>
                <a:lnTo>
                  <a:pt x="173057" y="6439"/>
                </a:lnTo>
                <a:lnTo>
                  <a:pt x="169755" y="3103"/>
                </a:lnTo>
                <a:lnTo>
                  <a:pt x="169755" y="935"/>
                </a:lnTo>
                <a:lnTo>
                  <a:pt x="173691" y="4904"/>
                </a:lnTo>
                <a:lnTo>
                  <a:pt x="179262" y="4904"/>
                </a:lnTo>
                <a:close/>
                <a:moveTo>
                  <a:pt x="168954" y="3103"/>
                </a:moveTo>
                <a:lnTo>
                  <a:pt x="165619" y="6439"/>
                </a:lnTo>
                <a:lnTo>
                  <a:pt x="160949" y="6439"/>
                </a:lnTo>
                <a:lnTo>
                  <a:pt x="159414" y="4904"/>
                </a:lnTo>
                <a:lnTo>
                  <a:pt x="164985" y="4904"/>
                </a:lnTo>
                <a:lnTo>
                  <a:pt x="168954" y="935"/>
                </a:lnTo>
                <a:close/>
                <a:moveTo>
                  <a:pt x="158047" y="10709"/>
                </a:moveTo>
                <a:lnTo>
                  <a:pt x="154344" y="14445"/>
                </a:lnTo>
                <a:lnTo>
                  <a:pt x="154344" y="6672"/>
                </a:lnTo>
                <a:lnTo>
                  <a:pt x="156012" y="5004"/>
                </a:lnTo>
                <a:lnTo>
                  <a:pt x="158047" y="5004"/>
                </a:lnTo>
                <a:lnTo>
                  <a:pt x="158047" y="10709"/>
                </a:lnTo>
                <a:close/>
                <a:moveTo>
                  <a:pt x="153543" y="14445"/>
                </a:moveTo>
                <a:lnTo>
                  <a:pt x="149841" y="10709"/>
                </a:lnTo>
                <a:lnTo>
                  <a:pt x="149841" y="5004"/>
                </a:lnTo>
                <a:lnTo>
                  <a:pt x="151876" y="5004"/>
                </a:lnTo>
                <a:lnTo>
                  <a:pt x="153543" y="6672"/>
                </a:lnTo>
                <a:lnTo>
                  <a:pt x="153543" y="14445"/>
                </a:lnTo>
                <a:close/>
                <a:moveTo>
                  <a:pt x="146939" y="6439"/>
                </a:moveTo>
                <a:lnTo>
                  <a:pt x="142269" y="6439"/>
                </a:lnTo>
                <a:lnTo>
                  <a:pt x="138933" y="3103"/>
                </a:lnTo>
                <a:lnTo>
                  <a:pt x="138933" y="935"/>
                </a:lnTo>
                <a:lnTo>
                  <a:pt x="142903" y="4904"/>
                </a:lnTo>
                <a:lnTo>
                  <a:pt x="148473" y="4904"/>
                </a:lnTo>
                <a:close/>
                <a:moveTo>
                  <a:pt x="138166" y="3103"/>
                </a:moveTo>
                <a:lnTo>
                  <a:pt x="134830" y="6439"/>
                </a:lnTo>
                <a:lnTo>
                  <a:pt x="130160" y="6439"/>
                </a:lnTo>
                <a:lnTo>
                  <a:pt x="128626" y="4904"/>
                </a:lnTo>
                <a:lnTo>
                  <a:pt x="134196" y="4904"/>
                </a:lnTo>
                <a:lnTo>
                  <a:pt x="138166" y="935"/>
                </a:lnTo>
                <a:close/>
                <a:moveTo>
                  <a:pt x="127258" y="10709"/>
                </a:moveTo>
                <a:lnTo>
                  <a:pt x="123555" y="14445"/>
                </a:lnTo>
                <a:lnTo>
                  <a:pt x="123555" y="6672"/>
                </a:lnTo>
                <a:lnTo>
                  <a:pt x="125223" y="5004"/>
                </a:lnTo>
                <a:lnTo>
                  <a:pt x="127258" y="5004"/>
                </a:lnTo>
                <a:close/>
                <a:moveTo>
                  <a:pt x="122755" y="14445"/>
                </a:moveTo>
                <a:lnTo>
                  <a:pt x="119052" y="10709"/>
                </a:lnTo>
                <a:lnTo>
                  <a:pt x="119052" y="5004"/>
                </a:lnTo>
                <a:lnTo>
                  <a:pt x="121087" y="5004"/>
                </a:lnTo>
                <a:lnTo>
                  <a:pt x="122755" y="6672"/>
                </a:lnTo>
                <a:close/>
                <a:moveTo>
                  <a:pt x="116150" y="6439"/>
                </a:moveTo>
                <a:lnTo>
                  <a:pt x="111480" y="6439"/>
                </a:lnTo>
                <a:lnTo>
                  <a:pt x="108144" y="3103"/>
                </a:lnTo>
                <a:lnTo>
                  <a:pt x="108144" y="935"/>
                </a:lnTo>
                <a:lnTo>
                  <a:pt x="112114" y="4904"/>
                </a:lnTo>
                <a:lnTo>
                  <a:pt x="117685" y="4904"/>
                </a:lnTo>
                <a:close/>
                <a:moveTo>
                  <a:pt x="107377" y="3103"/>
                </a:moveTo>
                <a:lnTo>
                  <a:pt x="104041" y="6439"/>
                </a:lnTo>
                <a:lnTo>
                  <a:pt x="99371" y="6439"/>
                </a:lnTo>
                <a:lnTo>
                  <a:pt x="97837" y="4904"/>
                </a:lnTo>
                <a:lnTo>
                  <a:pt x="103408" y="4904"/>
                </a:lnTo>
                <a:lnTo>
                  <a:pt x="107377" y="935"/>
                </a:lnTo>
                <a:lnTo>
                  <a:pt x="107377" y="3103"/>
                </a:lnTo>
                <a:close/>
                <a:moveTo>
                  <a:pt x="96469" y="10709"/>
                </a:moveTo>
                <a:lnTo>
                  <a:pt x="92767" y="14445"/>
                </a:lnTo>
                <a:lnTo>
                  <a:pt x="92767" y="6672"/>
                </a:lnTo>
                <a:lnTo>
                  <a:pt x="94435" y="5004"/>
                </a:lnTo>
                <a:lnTo>
                  <a:pt x="96469" y="5004"/>
                </a:lnTo>
                <a:close/>
                <a:moveTo>
                  <a:pt x="91966" y="14445"/>
                </a:moveTo>
                <a:lnTo>
                  <a:pt x="88264" y="10709"/>
                </a:lnTo>
                <a:lnTo>
                  <a:pt x="88264" y="5004"/>
                </a:lnTo>
                <a:lnTo>
                  <a:pt x="90298" y="5004"/>
                </a:lnTo>
                <a:lnTo>
                  <a:pt x="91966" y="6672"/>
                </a:lnTo>
                <a:close/>
                <a:moveTo>
                  <a:pt x="85361" y="6439"/>
                </a:moveTo>
                <a:lnTo>
                  <a:pt x="80691" y="6439"/>
                </a:lnTo>
                <a:lnTo>
                  <a:pt x="77356" y="3103"/>
                </a:lnTo>
                <a:lnTo>
                  <a:pt x="77356" y="935"/>
                </a:lnTo>
                <a:lnTo>
                  <a:pt x="81325" y="4904"/>
                </a:lnTo>
                <a:lnTo>
                  <a:pt x="86896" y="4904"/>
                </a:lnTo>
                <a:close/>
                <a:moveTo>
                  <a:pt x="76589" y="3103"/>
                </a:moveTo>
                <a:lnTo>
                  <a:pt x="73253" y="6439"/>
                </a:lnTo>
                <a:lnTo>
                  <a:pt x="68583" y="6439"/>
                </a:lnTo>
                <a:lnTo>
                  <a:pt x="67048" y="4904"/>
                </a:lnTo>
                <a:lnTo>
                  <a:pt x="72619" y="4904"/>
                </a:lnTo>
                <a:lnTo>
                  <a:pt x="76589" y="935"/>
                </a:lnTo>
                <a:close/>
                <a:moveTo>
                  <a:pt x="65681" y="10709"/>
                </a:moveTo>
                <a:lnTo>
                  <a:pt x="61978" y="14445"/>
                </a:lnTo>
                <a:lnTo>
                  <a:pt x="61978" y="6672"/>
                </a:lnTo>
                <a:lnTo>
                  <a:pt x="63646" y="5004"/>
                </a:lnTo>
                <a:lnTo>
                  <a:pt x="65681" y="5004"/>
                </a:lnTo>
                <a:close/>
                <a:moveTo>
                  <a:pt x="61178" y="14445"/>
                </a:moveTo>
                <a:lnTo>
                  <a:pt x="57475" y="10709"/>
                </a:lnTo>
                <a:lnTo>
                  <a:pt x="57475" y="5004"/>
                </a:lnTo>
                <a:lnTo>
                  <a:pt x="59510" y="5004"/>
                </a:lnTo>
                <a:lnTo>
                  <a:pt x="61178" y="6672"/>
                </a:lnTo>
                <a:close/>
                <a:moveTo>
                  <a:pt x="54573" y="6439"/>
                </a:moveTo>
                <a:lnTo>
                  <a:pt x="49903" y="6439"/>
                </a:lnTo>
                <a:lnTo>
                  <a:pt x="46567" y="3103"/>
                </a:lnTo>
                <a:lnTo>
                  <a:pt x="46567" y="935"/>
                </a:lnTo>
                <a:lnTo>
                  <a:pt x="50537" y="4904"/>
                </a:lnTo>
                <a:lnTo>
                  <a:pt x="56107" y="4904"/>
                </a:lnTo>
                <a:close/>
                <a:moveTo>
                  <a:pt x="45767" y="3103"/>
                </a:moveTo>
                <a:lnTo>
                  <a:pt x="42464" y="6439"/>
                </a:lnTo>
                <a:lnTo>
                  <a:pt x="37761" y="6439"/>
                </a:lnTo>
                <a:lnTo>
                  <a:pt x="36226" y="4904"/>
                </a:lnTo>
                <a:lnTo>
                  <a:pt x="41830" y="4904"/>
                </a:lnTo>
                <a:lnTo>
                  <a:pt x="45767" y="935"/>
                </a:lnTo>
                <a:lnTo>
                  <a:pt x="45767" y="3103"/>
                </a:lnTo>
                <a:close/>
                <a:moveTo>
                  <a:pt x="34892" y="10709"/>
                </a:moveTo>
                <a:lnTo>
                  <a:pt x="31189" y="14445"/>
                </a:lnTo>
                <a:lnTo>
                  <a:pt x="31189" y="6672"/>
                </a:lnTo>
                <a:lnTo>
                  <a:pt x="32857" y="5004"/>
                </a:lnTo>
                <a:lnTo>
                  <a:pt x="34892" y="5004"/>
                </a:lnTo>
                <a:close/>
                <a:moveTo>
                  <a:pt x="30389" y="14445"/>
                </a:moveTo>
                <a:lnTo>
                  <a:pt x="26653" y="10709"/>
                </a:lnTo>
                <a:lnTo>
                  <a:pt x="26653" y="5004"/>
                </a:lnTo>
                <a:lnTo>
                  <a:pt x="28721" y="5004"/>
                </a:lnTo>
                <a:lnTo>
                  <a:pt x="30389" y="6672"/>
                </a:lnTo>
                <a:lnTo>
                  <a:pt x="30389" y="14445"/>
                </a:lnTo>
                <a:close/>
                <a:moveTo>
                  <a:pt x="23784" y="6439"/>
                </a:moveTo>
                <a:lnTo>
                  <a:pt x="19081" y="6439"/>
                </a:lnTo>
                <a:lnTo>
                  <a:pt x="15778" y="3103"/>
                </a:lnTo>
                <a:lnTo>
                  <a:pt x="15778" y="935"/>
                </a:lnTo>
                <a:lnTo>
                  <a:pt x="19715" y="4904"/>
                </a:lnTo>
                <a:lnTo>
                  <a:pt x="25319" y="4904"/>
                </a:lnTo>
                <a:close/>
                <a:moveTo>
                  <a:pt x="14978" y="3103"/>
                </a:moveTo>
                <a:lnTo>
                  <a:pt x="11675" y="6439"/>
                </a:lnTo>
                <a:lnTo>
                  <a:pt x="6972" y="6439"/>
                </a:lnTo>
                <a:lnTo>
                  <a:pt x="5438" y="4904"/>
                </a:lnTo>
                <a:lnTo>
                  <a:pt x="11042" y="4904"/>
                </a:lnTo>
                <a:lnTo>
                  <a:pt x="14978" y="935"/>
                </a:lnTo>
                <a:lnTo>
                  <a:pt x="14978" y="3103"/>
                </a:lnTo>
                <a:close/>
                <a:moveTo>
                  <a:pt x="4904" y="5471"/>
                </a:moveTo>
                <a:lnTo>
                  <a:pt x="6405" y="6973"/>
                </a:lnTo>
                <a:lnTo>
                  <a:pt x="6405" y="11676"/>
                </a:lnTo>
                <a:lnTo>
                  <a:pt x="3103" y="15012"/>
                </a:lnTo>
                <a:lnTo>
                  <a:pt x="934" y="15012"/>
                </a:lnTo>
                <a:lnTo>
                  <a:pt x="4904" y="11042"/>
                </a:lnTo>
                <a:close/>
                <a:moveTo>
                  <a:pt x="3103" y="15779"/>
                </a:moveTo>
                <a:lnTo>
                  <a:pt x="6438" y="19115"/>
                </a:lnTo>
                <a:lnTo>
                  <a:pt x="6438" y="23785"/>
                </a:lnTo>
                <a:lnTo>
                  <a:pt x="4904" y="25319"/>
                </a:lnTo>
                <a:lnTo>
                  <a:pt x="4904" y="19748"/>
                </a:lnTo>
                <a:lnTo>
                  <a:pt x="934" y="15779"/>
                </a:lnTo>
                <a:lnTo>
                  <a:pt x="3103" y="15779"/>
                </a:lnTo>
                <a:close/>
                <a:moveTo>
                  <a:pt x="5004" y="26687"/>
                </a:moveTo>
                <a:lnTo>
                  <a:pt x="10708" y="26687"/>
                </a:lnTo>
                <a:lnTo>
                  <a:pt x="14444" y="30389"/>
                </a:lnTo>
                <a:lnTo>
                  <a:pt x="6672" y="30389"/>
                </a:lnTo>
                <a:lnTo>
                  <a:pt x="5004" y="28721"/>
                </a:lnTo>
                <a:close/>
                <a:moveTo>
                  <a:pt x="14444" y="31190"/>
                </a:moveTo>
                <a:lnTo>
                  <a:pt x="10708" y="34893"/>
                </a:lnTo>
                <a:lnTo>
                  <a:pt x="5004" y="34893"/>
                </a:lnTo>
                <a:lnTo>
                  <a:pt x="5004" y="32858"/>
                </a:lnTo>
                <a:lnTo>
                  <a:pt x="6672" y="31190"/>
                </a:lnTo>
                <a:close/>
                <a:moveTo>
                  <a:pt x="4904" y="36260"/>
                </a:moveTo>
                <a:lnTo>
                  <a:pt x="6405" y="37795"/>
                </a:lnTo>
                <a:lnTo>
                  <a:pt x="6405" y="42465"/>
                </a:lnTo>
                <a:lnTo>
                  <a:pt x="3103" y="45800"/>
                </a:lnTo>
                <a:lnTo>
                  <a:pt x="934" y="45800"/>
                </a:lnTo>
                <a:lnTo>
                  <a:pt x="4904" y="41831"/>
                </a:lnTo>
                <a:close/>
                <a:moveTo>
                  <a:pt x="3103" y="46568"/>
                </a:moveTo>
                <a:lnTo>
                  <a:pt x="6438" y="49903"/>
                </a:lnTo>
                <a:lnTo>
                  <a:pt x="6438" y="54573"/>
                </a:lnTo>
                <a:lnTo>
                  <a:pt x="4904" y="56108"/>
                </a:lnTo>
                <a:lnTo>
                  <a:pt x="4904" y="50537"/>
                </a:lnTo>
                <a:lnTo>
                  <a:pt x="934" y="46568"/>
                </a:lnTo>
                <a:close/>
                <a:moveTo>
                  <a:pt x="5004" y="57475"/>
                </a:moveTo>
                <a:lnTo>
                  <a:pt x="10708" y="57475"/>
                </a:lnTo>
                <a:lnTo>
                  <a:pt x="14444" y="61178"/>
                </a:lnTo>
                <a:lnTo>
                  <a:pt x="6672" y="61178"/>
                </a:lnTo>
                <a:lnTo>
                  <a:pt x="5004" y="59510"/>
                </a:lnTo>
                <a:close/>
                <a:moveTo>
                  <a:pt x="14444" y="61979"/>
                </a:moveTo>
                <a:lnTo>
                  <a:pt x="10708" y="65681"/>
                </a:lnTo>
                <a:lnTo>
                  <a:pt x="5004" y="65681"/>
                </a:lnTo>
                <a:lnTo>
                  <a:pt x="5004" y="63646"/>
                </a:lnTo>
                <a:lnTo>
                  <a:pt x="6672" y="61979"/>
                </a:lnTo>
                <a:close/>
                <a:moveTo>
                  <a:pt x="4904" y="67049"/>
                </a:moveTo>
                <a:lnTo>
                  <a:pt x="6405" y="68583"/>
                </a:lnTo>
                <a:lnTo>
                  <a:pt x="6405" y="73253"/>
                </a:lnTo>
                <a:lnTo>
                  <a:pt x="3103" y="76589"/>
                </a:lnTo>
                <a:lnTo>
                  <a:pt x="934" y="76589"/>
                </a:lnTo>
                <a:lnTo>
                  <a:pt x="4904" y="72620"/>
                </a:lnTo>
                <a:close/>
                <a:moveTo>
                  <a:pt x="3103" y="77356"/>
                </a:moveTo>
                <a:lnTo>
                  <a:pt x="6438" y="80692"/>
                </a:lnTo>
                <a:lnTo>
                  <a:pt x="6438" y="85362"/>
                </a:lnTo>
                <a:lnTo>
                  <a:pt x="4904" y="86896"/>
                </a:lnTo>
                <a:lnTo>
                  <a:pt x="4904" y="81326"/>
                </a:lnTo>
                <a:lnTo>
                  <a:pt x="934" y="77356"/>
                </a:lnTo>
                <a:lnTo>
                  <a:pt x="3103" y="77356"/>
                </a:lnTo>
                <a:close/>
                <a:moveTo>
                  <a:pt x="5004" y="88264"/>
                </a:moveTo>
                <a:lnTo>
                  <a:pt x="10708" y="88264"/>
                </a:lnTo>
                <a:lnTo>
                  <a:pt x="14444" y="91967"/>
                </a:lnTo>
                <a:lnTo>
                  <a:pt x="6672" y="91967"/>
                </a:lnTo>
                <a:lnTo>
                  <a:pt x="5004" y="90299"/>
                </a:lnTo>
                <a:close/>
                <a:moveTo>
                  <a:pt x="14444" y="92767"/>
                </a:moveTo>
                <a:lnTo>
                  <a:pt x="10708" y="96470"/>
                </a:lnTo>
                <a:lnTo>
                  <a:pt x="5004" y="96470"/>
                </a:lnTo>
                <a:lnTo>
                  <a:pt x="5004" y="94435"/>
                </a:lnTo>
                <a:lnTo>
                  <a:pt x="6672" y="92767"/>
                </a:lnTo>
                <a:close/>
                <a:moveTo>
                  <a:pt x="4904" y="97838"/>
                </a:moveTo>
                <a:lnTo>
                  <a:pt x="6405" y="99372"/>
                </a:lnTo>
                <a:lnTo>
                  <a:pt x="6405" y="104042"/>
                </a:lnTo>
                <a:lnTo>
                  <a:pt x="3103" y="107378"/>
                </a:lnTo>
                <a:lnTo>
                  <a:pt x="934" y="107378"/>
                </a:lnTo>
                <a:lnTo>
                  <a:pt x="4904" y="103408"/>
                </a:lnTo>
                <a:close/>
                <a:moveTo>
                  <a:pt x="3103" y="108178"/>
                </a:moveTo>
                <a:lnTo>
                  <a:pt x="6438" y="111481"/>
                </a:lnTo>
                <a:lnTo>
                  <a:pt x="6438" y="116151"/>
                </a:lnTo>
                <a:lnTo>
                  <a:pt x="4904" y="117685"/>
                </a:lnTo>
                <a:lnTo>
                  <a:pt x="4904" y="112114"/>
                </a:lnTo>
                <a:lnTo>
                  <a:pt x="934" y="108178"/>
                </a:lnTo>
                <a:close/>
                <a:moveTo>
                  <a:pt x="6972" y="116718"/>
                </a:moveTo>
                <a:lnTo>
                  <a:pt x="11675" y="116718"/>
                </a:lnTo>
                <a:lnTo>
                  <a:pt x="14978" y="120054"/>
                </a:lnTo>
                <a:lnTo>
                  <a:pt x="14978" y="122222"/>
                </a:lnTo>
                <a:lnTo>
                  <a:pt x="11042" y="118252"/>
                </a:lnTo>
                <a:lnTo>
                  <a:pt x="5438" y="118252"/>
                </a:lnTo>
                <a:close/>
                <a:moveTo>
                  <a:pt x="15778" y="120054"/>
                </a:moveTo>
                <a:lnTo>
                  <a:pt x="19081" y="116718"/>
                </a:lnTo>
                <a:lnTo>
                  <a:pt x="23784" y="116718"/>
                </a:lnTo>
                <a:lnTo>
                  <a:pt x="25319" y="118252"/>
                </a:lnTo>
                <a:lnTo>
                  <a:pt x="19748" y="118252"/>
                </a:lnTo>
                <a:lnTo>
                  <a:pt x="15778" y="122222"/>
                </a:lnTo>
                <a:lnTo>
                  <a:pt x="15778" y="120054"/>
                </a:lnTo>
                <a:close/>
                <a:moveTo>
                  <a:pt x="26653" y="112448"/>
                </a:moveTo>
                <a:lnTo>
                  <a:pt x="30389" y="108712"/>
                </a:lnTo>
                <a:lnTo>
                  <a:pt x="30389" y="116484"/>
                </a:lnTo>
                <a:lnTo>
                  <a:pt x="28688" y="118152"/>
                </a:lnTo>
                <a:lnTo>
                  <a:pt x="26653" y="118152"/>
                </a:lnTo>
                <a:lnTo>
                  <a:pt x="26653" y="112448"/>
                </a:lnTo>
                <a:close/>
                <a:moveTo>
                  <a:pt x="31189" y="108712"/>
                </a:moveTo>
                <a:lnTo>
                  <a:pt x="34892" y="112448"/>
                </a:lnTo>
                <a:lnTo>
                  <a:pt x="34892" y="118152"/>
                </a:lnTo>
                <a:lnTo>
                  <a:pt x="32857" y="118152"/>
                </a:lnTo>
                <a:lnTo>
                  <a:pt x="31189" y="116484"/>
                </a:lnTo>
                <a:close/>
                <a:moveTo>
                  <a:pt x="37761" y="116718"/>
                </a:moveTo>
                <a:lnTo>
                  <a:pt x="42464" y="116718"/>
                </a:lnTo>
                <a:lnTo>
                  <a:pt x="45767" y="120054"/>
                </a:lnTo>
                <a:lnTo>
                  <a:pt x="45767" y="122222"/>
                </a:lnTo>
                <a:lnTo>
                  <a:pt x="41830" y="118252"/>
                </a:lnTo>
                <a:lnTo>
                  <a:pt x="36226" y="118252"/>
                </a:lnTo>
                <a:close/>
                <a:moveTo>
                  <a:pt x="46567" y="120054"/>
                </a:moveTo>
                <a:lnTo>
                  <a:pt x="49903" y="116718"/>
                </a:lnTo>
                <a:lnTo>
                  <a:pt x="54573" y="116718"/>
                </a:lnTo>
                <a:lnTo>
                  <a:pt x="56107" y="118252"/>
                </a:lnTo>
                <a:lnTo>
                  <a:pt x="50537" y="118252"/>
                </a:lnTo>
                <a:lnTo>
                  <a:pt x="46567" y="122222"/>
                </a:lnTo>
                <a:close/>
                <a:moveTo>
                  <a:pt x="57475" y="112448"/>
                </a:moveTo>
                <a:lnTo>
                  <a:pt x="61178" y="108712"/>
                </a:lnTo>
                <a:lnTo>
                  <a:pt x="61178" y="116484"/>
                </a:lnTo>
                <a:lnTo>
                  <a:pt x="59510" y="118152"/>
                </a:lnTo>
                <a:lnTo>
                  <a:pt x="57475" y="118152"/>
                </a:lnTo>
                <a:close/>
                <a:moveTo>
                  <a:pt x="61978" y="108712"/>
                </a:moveTo>
                <a:lnTo>
                  <a:pt x="65681" y="112448"/>
                </a:lnTo>
                <a:lnTo>
                  <a:pt x="65681" y="118152"/>
                </a:lnTo>
                <a:lnTo>
                  <a:pt x="63646" y="118152"/>
                </a:lnTo>
                <a:lnTo>
                  <a:pt x="61978" y="116484"/>
                </a:lnTo>
                <a:close/>
                <a:moveTo>
                  <a:pt x="68583" y="116718"/>
                </a:moveTo>
                <a:lnTo>
                  <a:pt x="73253" y="116718"/>
                </a:lnTo>
                <a:lnTo>
                  <a:pt x="76555" y="120054"/>
                </a:lnTo>
                <a:lnTo>
                  <a:pt x="76555" y="122222"/>
                </a:lnTo>
                <a:lnTo>
                  <a:pt x="72619" y="118252"/>
                </a:lnTo>
                <a:lnTo>
                  <a:pt x="67048" y="118252"/>
                </a:lnTo>
                <a:close/>
                <a:moveTo>
                  <a:pt x="77356" y="120054"/>
                </a:moveTo>
                <a:lnTo>
                  <a:pt x="80691" y="116718"/>
                </a:lnTo>
                <a:lnTo>
                  <a:pt x="85361" y="116718"/>
                </a:lnTo>
                <a:lnTo>
                  <a:pt x="86896" y="118252"/>
                </a:lnTo>
                <a:lnTo>
                  <a:pt x="81325" y="118252"/>
                </a:lnTo>
                <a:lnTo>
                  <a:pt x="77356" y="122222"/>
                </a:lnTo>
                <a:lnTo>
                  <a:pt x="77356" y="120054"/>
                </a:lnTo>
                <a:close/>
                <a:moveTo>
                  <a:pt x="88264" y="112448"/>
                </a:moveTo>
                <a:lnTo>
                  <a:pt x="91966" y="108712"/>
                </a:lnTo>
                <a:lnTo>
                  <a:pt x="91966" y="116484"/>
                </a:lnTo>
                <a:lnTo>
                  <a:pt x="90298" y="118152"/>
                </a:lnTo>
                <a:lnTo>
                  <a:pt x="88264" y="118152"/>
                </a:lnTo>
                <a:close/>
                <a:moveTo>
                  <a:pt x="92767" y="108712"/>
                </a:moveTo>
                <a:lnTo>
                  <a:pt x="96469" y="112448"/>
                </a:lnTo>
                <a:lnTo>
                  <a:pt x="96469" y="118152"/>
                </a:lnTo>
                <a:lnTo>
                  <a:pt x="94435" y="118152"/>
                </a:lnTo>
                <a:lnTo>
                  <a:pt x="92767" y="116484"/>
                </a:lnTo>
                <a:close/>
                <a:moveTo>
                  <a:pt x="99371" y="116718"/>
                </a:moveTo>
                <a:lnTo>
                  <a:pt x="104041" y="116718"/>
                </a:lnTo>
                <a:lnTo>
                  <a:pt x="107377" y="120054"/>
                </a:lnTo>
                <a:lnTo>
                  <a:pt x="107377" y="122222"/>
                </a:lnTo>
                <a:lnTo>
                  <a:pt x="103408" y="118252"/>
                </a:lnTo>
                <a:lnTo>
                  <a:pt x="97837" y="118252"/>
                </a:lnTo>
                <a:close/>
                <a:moveTo>
                  <a:pt x="108144" y="120054"/>
                </a:moveTo>
                <a:lnTo>
                  <a:pt x="111480" y="116718"/>
                </a:lnTo>
                <a:lnTo>
                  <a:pt x="116150" y="116718"/>
                </a:lnTo>
                <a:lnTo>
                  <a:pt x="117685" y="118252"/>
                </a:lnTo>
                <a:lnTo>
                  <a:pt x="112114" y="118252"/>
                </a:lnTo>
                <a:lnTo>
                  <a:pt x="108144" y="122222"/>
                </a:lnTo>
                <a:lnTo>
                  <a:pt x="108144" y="120054"/>
                </a:lnTo>
                <a:close/>
                <a:moveTo>
                  <a:pt x="119052" y="112448"/>
                </a:moveTo>
                <a:lnTo>
                  <a:pt x="122755" y="108712"/>
                </a:lnTo>
                <a:lnTo>
                  <a:pt x="122755" y="116484"/>
                </a:lnTo>
                <a:lnTo>
                  <a:pt x="121087" y="118152"/>
                </a:lnTo>
                <a:lnTo>
                  <a:pt x="119052" y="118152"/>
                </a:lnTo>
                <a:close/>
                <a:moveTo>
                  <a:pt x="123555" y="108712"/>
                </a:moveTo>
                <a:lnTo>
                  <a:pt x="127258" y="112448"/>
                </a:lnTo>
                <a:lnTo>
                  <a:pt x="127258" y="118152"/>
                </a:lnTo>
                <a:lnTo>
                  <a:pt x="125223" y="118152"/>
                </a:lnTo>
                <a:lnTo>
                  <a:pt x="123555" y="116484"/>
                </a:lnTo>
                <a:lnTo>
                  <a:pt x="123555" y="108712"/>
                </a:lnTo>
                <a:close/>
                <a:moveTo>
                  <a:pt x="130160" y="116718"/>
                </a:moveTo>
                <a:lnTo>
                  <a:pt x="134830" y="116718"/>
                </a:lnTo>
                <a:lnTo>
                  <a:pt x="138166" y="120054"/>
                </a:lnTo>
                <a:lnTo>
                  <a:pt x="138166" y="122222"/>
                </a:lnTo>
                <a:lnTo>
                  <a:pt x="134196" y="118252"/>
                </a:lnTo>
                <a:lnTo>
                  <a:pt x="128626" y="118252"/>
                </a:lnTo>
                <a:close/>
                <a:moveTo>
                  <a:pt x="138933" y="120054"/>
                </a:moveTo>
                <a:lnTo>
                  <a:pt x="142269" y="116718"/>
                </a:lnTo>
                <a:lnTo>
                  <a:pt x="146939" y="116718"/>
                </a:lnTo>
                <a:lnTo>
                  <a:pt x="148473" y="118252"/>
                </a:lnTo>
                <a:lnTo>
                  <a:pt x="142903" y="118252"/>
                </a:lnTo>
                <a:lnTo>
                  <a:pt x="138933" y="122222"/>
                </a:lnTo>
                <a:close/>
                <a:moveTo>
                  <a:pt x="149841" y="112448"/>
                </a:moveTo>
                <a:lnTo>
                  <a:pt x="153543" y="108712"/>
                </a:lnTo>
                <a:lnTo>
                  <a:pt x="153543" y="116484"/>
                </a:lnTo>
                <a:lnTo>
                  <a:pt x="151876" y="118152"/>
                </a:lnTo>
                <a:lnTo>
                  <a:pt x="149841" y="118152"/>
                </a:lnTo>
                <a:lnTo>
                  <a:pt x="149841" y="112448"/>
                </a:lnTo>
                <a:close/>
                <a:moveTo>
                  <a:pt x="154344" y="108712"/>
                </a:moveTo>
                <a:lnTo>
                  <a:pt x="158047" y="112448"/>
                </a:lnTo>
                <a:lnTo>
                  <a:pt x="158047" y="118152"/>
                </a:lnTo>
                <a:lnTo>
                  <a:pt x="156012" y="118152"/>
                </a:lnTo>
                <a:lnTo>
                  <a:pt x="154344" y="116484"/>
                </a:lnTo>
                <a:lnTo>
                  <a:pt x="154344" y="108712"/>
                </a:lnTo>
                <a:close/>
                <a:moveTo>
                  <a:pt x="160949" y="116718"/>
                </a:moveTo>
                <a:lnTo>
                  <a:pt x="165619" y="116718"/>
                </a:lnTo>
                <a:lnTo>
                  <a:pt x="168954" y="120054"/>
                </a:lnTo>
                <a:lnTo>
                  <a:pt x="168954" y="122222"/>
                </a:lnTo>
                <a:lnTo>
                  <a:pt x="164985" y="118252"/>
                </a:lnTo>
                <a:lnTo>
                  <a:pt x="159414" y="118252"/>
                </a:lnTo>
                <a:close/>
                <a:moveTo>
                  <a:pt x="169755" y="120054"/>
                </a:moveTo>
                <a:lnTo>
                  <a:pt x="173057" y="116718"/>
                </a:lnTo>
                <a:lnTo>
                  <a:pt x="177761" y="116718"/>
                </a:lnTo>
                <a:lnTo>
                  <a:pt x="179262" y="118252"/>
                </a:lnTo>
                <a:lnTo>
                  <a:pt x="173691" y="118252"/>
                </a:lnTo>
                <a:lnTo>
                  <a:pt x="169755" y="122222"/>
                </a:lnTo>
                <a:close/>
                <a:moveTo>
                  <a:pt x="180629" y="112448"/>
                </a:moveTo>
                <a:lnTo>
                  <a:pt x="184332" y="108712"/>
                </a:lnTo>
                <a:lnTo>
                  <a:pt x="184332" y="116484"/>
                </a:lnTo>
                <a:lnTo>
                  <a:pt x="182664" y="118152"/>
                </a:lnTo>
                <a:lnTo>
                  <a:pt x="180629" y="118152"/>
                </a:lnTo>
                <a:lnTo>
                  <a:pt x="180629" y="112448"/>
                </a:lnTo>
                <a:close/>
                <a:moveTo>
                  <a:pt x="185133" y="108712"/>
                </a:moveTo>
                <a:lnTo>
                  <a:pt x="188869" y="112448"/>
                </a:lnTo>
                <a:lnTo>
                  <a:pt x="188869" y="118152"/>
                </a:lnTo>
                <a:lnTo>
                  <a:pt x="186801" y="118152"/>
                </a:lnTo>
                <a:lnTo>
                  <a:pt x="185133" y="116484"/>
                </a:lnTo>
                <a:lnTo>
                  <a:pt x="185133" y="108712"/>
                </a:lnTo>
                <a:close/>
                <a:moveTo>
                  <a:pt x="191737" y="116718"/>
                </a:moveTo>
                <a:lnTo>
                  <a:pt x="196441" y="116718"/>
                </a:lnTo>
                <a:lnTo>
                  <a:pt x="199743" y="120054"/>
                </a:lnTo>
                <a:lnTo>
                  <a:pt x="199743" y="122222"/>
                </a:lnTo>
                <a:lnTo>
                  <a:pt x="195807" y="118252"/>
                </a:lnTo>
                <a:lnTo>
                  <a:pt x="190203" y="118252"/>
                </a:lnTo>
                <a:close/>
                <a:moveTo>
                  <a:pt x="200544" y="120054"/>
                </a:moveTo>
                <a:lnTo>
                  <a:pt x="203846" y="116718"/>
                </a:lnTo>
                <a:lnTo>
                  <a:pt x="208549" y="116718"/>
                </a:lnTo>
                <a:lnTo>
                  <a:pt x="210084" y="118252"/>
                </a:lnTo>
                <a:lnTo>
                  <a:pt x="204480" y="118252"/>
                </a:lnTo>
                <a:lnTo>
                  <a:pt x="200544" y="122222"/>
                </a:lnTo>
                <a:close/>
                <a:moveTo>
                  <a:pt x="211418" y="112448"/>
                </a:moveTo>
                <a:lnTo>
                  <a:pt x="215154" y="108712"/>
                </a:lnTo>
                <a:lnTo>
                  <a:pt x="215154" y="116484"/>
                </a:lnTo>
                <a:lnTo>
                  <a:pt x="213453" y="118152"/>
                </a:lnTo>
                <a:lnTo>
                  <a:pt x="211418" y="118152"/>
                </a:lnTo>
                <a:lnTo>
                  <a:pt x="211418" y="112448"/>
                </a:lnTo>
                <a:close/>
                <a:moveTo>
                  <a:pt x="215921" y="108712"/>
                </a:moveTo>
                <a:lnTo>
                  <a:pt x="219657" y="112448"/>
                </a:lnTo>
                <a:lnTo>
                  <a:pt x="219657" y="118152"/>
                </a:lnTo>
                <a:lnTo>
                  <a:pt x="217623" y="118152"/>
                </a:lnTo>
                <a:lnTo>
                  <a:pt x="215921" y="116484"/>
                </a:lnTo>
                <a:lnTo>
                  <a:pt x="215921" y="108712"/>
                </a:lnTo>
                <a:close/>
                <a:moveTo>
                  <a:pt x="222526" y="116718"/>
                </a:moveTo>
                <a:lnTo>
                  <a:pt x="227229" y="116718"/>
                </a:lnTo>
                <a:lnTo>
                  <a:pt x="230532" y="120054"/>
                </a:lnTo>
                <a:lnTo>
                  <a:pt x="230532" y="122222"/>
                </a:lnTo>
                <a:lnTo>
                  <a:pt x="226596" y="118252"/>
                </a:lnTo>
                <a:lnTo>
                  <a:pt x="220992" y="118252"/>
                </a:lnTo>
                <a:close/>
                <a:moveTo>
                  <a:pt x="231332" y="120054"/>
                </a:moveTo>
                <a:lnTo>
                  <a:pt x="234635" y="116718"/>
                </a:lnTo>
                <a:lnTo>
                  <a:pt x="239338" y="116718"/>
                </a:lnTo>
                <a:lnTo>
                  <a:pt x="240873" y="118252"/>
                </a:lnTo>
                <a:lnTo>
                  <a:pt x="235269" y="118252"/>
                </a:lnTo>
                <a:lnTo>
                  <a:pt x="231332" y="122222"/>
                </a:lnTo>
                <a:lnTo>
                  <a:pt x="231332" y="120054"/>
                </a:lnTo>
                <a:close/>
                <a:moveTo>
                  <a:pt x="241406" y="117685"/>
                </a:moveTo>
                <a:lnTo>
                  <a:pt x="239905" y="116184"/>
                </a:lnTo>
                <a:lnTo>
                  <a:pt x="239905" y="111481"/>
                </a:lnTo>
                <a:lnTo>
                  <a:pt x="243208" y="108178"/>
                </a:lnTo>
                <a:lnTo>
                  <a:pt x="245376" y="108178"/>
                </a:lnTo>
                <a:lnTo>
                  <a:pt x="241406" y="112114"/>
                </a:lnTo>
                <a:lnTo>
                  <a:pt x="241406" y="117685"/>
                </a:lnTo>
                <a:close/>
                <a:moveTo>
                  <a:pt x="243208" y="107378"/>
                </a:moveTo>
                <a:lnTo>
                  <a:pt x="239872" y="104042"/>
                </a:lnTo>
                <a:lnTo>
                  <a:pt x="239872" y="99372"/>
                </a:lnTo>
                <a:lnTo>
                  <a:pt x="241406" y="97838"/>
                </a:lnTo>
                <a:lnTo>
                  <a:pt x="241406" y="103408"/>
                </a:lnTo>
                <a:lnTo>
                  <a:pt x="245376" y="107378"/>
                </a:lnTo>
                <a:lnTo>
                  <a:pt x="243208" y="107378"/>
                </a:lnTo>
                <a:close/>
                <a:moveTo>
                  <a:pt x="241306" y="96470"/>
                </a:moveTo>
                <a:lnTo>
                  <a:pt x="235602" y="96470"/>
                </a:lnTo>
                <a:lnTo>
                  <a:pt x="231866" y="92767"/>
                </a:lnTo>
                <a:lnTo>
                  <a:pt x="239638" y="92767"/>
                </a:lnTo>
                <a:lnTo>
                  <a:pt x="241306" y="94435"/>
                </a:lnTo>
                <a:lnTo>
                  <a:pt x="241306" y="96470"/>
                </a:lnTo>
                <a:close/>
                <a:moveTo>
                  <a:pt x="231866" y="91967"/>
                </a:moveTo>
                <a:lnTo>
                  <a:pt x="235602" y="88264"/>
                </a:lnTo>
                <a:lnTo>
                  <a:pt x="241306" y="88264"/>
                </a:lnTo>
                <a:lnTo>
                  <a:pt x="241306" y="90299"/>
                </a:lnTo>
                <a:lnTo>
                  <a:pt x="239638" y="91967"/>
                </a:lnTo>
                <a:close/>
                <a:moveTo>
                  <a:pt x="241406" y="86896"/>
                </a:moveTo>
                <a:lnTo>
                  <a:pt x="239905" y="85362"/>
                </a:lnTo>
                <a:lnTo>
                  <a:pt x="239905" y="80692"/>
                </a:lnTo>
                <a:lnTo>
                  <a:pt x="243208" y="77356"/>
                </a:lnTo>
                <a:lnTo>
                  <a:pt x="245376" y="77356"/>
                </a:lnTo>
                <a:lnTo>
                  <a:pt x="241406" y="81326"/>
                </a:lnTo>
                <a:lnTo>
                  <a:pt x="241406" y="86896"/>
                </a:lnTo>
                <a:close/>
                <a:moveTo>
                  <a:pt x="243208" y="76589"/>
                </a:moveTo>
                <a:lnTo>
                  <a:pt x="239872" y="73253"/>
                </a:lnTo>
                <a:lnTo>
                  <a:pt x="239872" y="68583"/>
                </a:lnTo>
                <a:lnTo>
                  <a:pt x="241406" y="67049"/>
                </a:lnTo>
                <a:lnTo>
                  <a:pt x="241406" y="72620"/>
                </a:lnTo>
                <a:lnTo>
                  <a:pt x="245376" y="76589"/>
                </a:lnTo>
                <a:lnTo>
                  <a:pt x="243208" y="76589"/>
                </a:lnTo>
                <a:close/>
                <a:moveTo>
                  <a:pt x="241306" y="65681"/>
                </a:moveTo>
                <a:lnTo>
                  <a:pt x="235602" y="65681"/>
                </a:lnTo>
                <a:lnTo>
                  <a:pt x="231866" y="61979"/>
                </a:lnTo>
                <a:lnTo>
                  <a:pt x="239638" y="61979"/>
                </a:lnTo>
                <a:lnTo>
                  <a:pt x="241306" y="63646"/>
                </a:lnTo>
                <a:lnTo>
                  <a:pt x="241306" y="65681"/>
                </a:lnTo>
                <a:close/>
                <a:moveTo>
                  <a:pt x="231866" y="61178"/>
                </a:moveTo>
                <a:lnTo>
                  <a:pt x="235602" y="57475"/>
                </a:lnTo>
                <a:lnTo>
                  <a:pt x="241306" y="57475"/>
                </a:lnTo>
                <a:lnTo>
                  <a:pt x="241306" y="59510"/>
                </a:lnTo>
                <a:lnTo>
                  <a:pt x="239638" y="61178"/>
                </a:lnTo>
                <a:close/>
                <a:moveTo>
                  <a:pt x="241406" y="56108"/>
                </a:moveTo>
                <a:lnTo>
                  <a:pt x="239905" y="54573"/>
                </a:lnTo>
                <a:lnTo>
                  <a:pt x="239905" y="49903"/>
                </a:lnTo>
                <a:lnTo>
                  <a:pt x="243208" y="46568"/>
                </a:lnTo>
                <a:lnTo>
                  <a:pt x="245376" y="46568"/>
                </a:lnTo>
                <a:lnTo>
                  <a:pt x="241406" y="50537"/>
                </a:lnTo>
                <a:lnTo>
                  <a:pt x="241406" y="56108"/>
                </a:lnTo>
                <a:close/>
                <a:moveTo>
                  <a:pt x="243208" y="45800"/>
                </a:moveTo>
                <a:lnTo>
                  <a:pt x="239872" y="42465"/>
                </a:lnTo>
                <a:lnTo>
                  <a:pt x="239872" y="37795"/>
                </a:lnTo>
                <a:lnTo>
                  <a:pt x="241406" y="36260"/>
                </a:lnTo>
                <a:lnTo>
                  <a:pt x="241406" y="41831"/>
                </a:lnTo>
                <a:lnTo>
                  <a:pt x="245376" y="45800"/>
                </a:lnTo>
                <a:close/>
                <a:moveTo>
                  <a:pt x="241306" y="34893"/>
                </a:moveTo>
                <a:lnTo>
                  <a:pt x="235602" y="34893"/>
                </a:lnTo>
                <a:lnTo>
                  <a:pt x="231866" y="31190"/>
                </a:lnTo>
                <a:lnTo>
                  <a:pt x="239638" y="31190"/>
                </a:lnTo>
                <a:lnTo>
                  <a:pt x="241306" y="32858"/>
                </a:lnTo>
                <a:lnTo>
                  <a:pt x="241306" y="34893"/>
                </a:lnTo>
                <a:close/>
                <a:moveTo>
                  <a:pt x="231866" y="30389"/>
                </a:moveTo>
                <a:lnTo>
                  <a:pt x="235602" y="26653"/>
                </a:lnTo>
                <a:lnTo>
                  <a:pt x="241306" y="26653"/>
                </a:lnTo>
                <a:lnTo>
                  <a:pt x="241306" y="28721"/>
                </a:lnTo>
                <a:lnTo>
                  <a:pt x="239638" y="30389"/>
                </a:lnTo>
                <a:close/>
                <a:moveTo>
                  <a:pt x="241406" y="25319"/>
                </a:moveTo>
                <a:lnTo>
                  <a:pt x="239905" y="23785"/>
                </a:lnTo>
                <a:lnTo>
                  <a:pt x="239905" y="19115"/>
                </a:lnTo>
                <a:lnTo>
                  <a:pt x="243208" y="15779"/>
                </a:lnTo>
                <a:lnTo>
                  <a:pt x="245376" y="15779"/>
                </a:lnTo>
                <a:lnTo>
                  <a:pt x="241406" y="19748"/>
                </a:lnTo>
                <a:lnTo>
                  <a:pt x="241406" y="25319"/>
                </a:lnTo>
                <a:close/>
                <a:moveTo>
                  <a:pt x="243208" y="15012"/>
                </a:moveTo>
                <a:lnTo>
                  <a:pt x="239872" y="11676"/>
                </a:lnTo>
                <a:lnTo>
                  <a:pt x="239872" y="6973"/>
                </a:lnTo>
                <a:lnTo>
                  <a:pt x="241406" y="5471"/>
                </a:lnTo>
                <a:lnTo>
                  <a:pt x="241406" y="11042"/>
                </a:lnTo>
                <a:lnTo>
                  <a:pt x="245376" y="15012"/>
                </a:lnTo>
                <a:lnTo>
                  <a:pt x="243208" y="15012"/>
                </a:lnTo>
                <a:close/>
                <a:moveTo>
                  <a:pt x="239638" y="401"/>
                </a:moveTo>
                <a:lnTo>
                  <a:pt x="241306" y="2069"/>
                </a:lnTo>
                <a:lnTo>
                  <a:pt x="241306" y="4104"/>
                </a:lnTo>
                <a:lnTo>
                  <a:pt x="235602" y="4104"/>
                </a:lnTo>
                <a:lnTo>
                  <a:pt x="231866" y="401"/>
                </a:lnTo>
                <a:close/>
                <a:moveTo>
                  <a:pt x="229965" y="401"/>
                </a:moveTo>
                <a:lnTo>
                  <a:pt x="226262" y="4104"/>
                </a:lnTo>
                <a:lnTo>
                  <a:pt x="220558" y="4104"/>
                </a:lnTo>
                <a:lnTo>
                  <a:pt x="220558" y="2069"/>
                </a:lnTo>
                <a:lnTo>
                  <a:pt x="222226" y="401"/>
                </a:lnTo>
                <a:close/>
                <a:moveTo>
                  <a:pt x="219290" y="401"/>
                </a:moveTo>
                <a:lnTo>
                  <a:pt x="221092" y="401"/>
                </a:lnTo>
                <a:lnTo>
                  <a:pt x="219757" y="1735"/>
                </a:lnTo>
                <a:lnTo>
                  <a:pt x="219757" y="3804"/>
                </a:lnTo>
                <a:lnTo>
                  <a:pt x="218457" y="2503"/>
                </a:lnTo>
                <a:lnTo>
                  <a:pt x="218457" y="1202"/>
                </a:lnTo>
                <a:close/>
                <a:moveTo>
                  <a:pt x="216755" y="2936"/>
                </a:moveTo>
                <a:lnTo>
                  <a:pt x="218056" y="2936"/>
                </a:lnTo>
                <a:lnTo>
                  <a:pt x="219324" y="4204"/>
                </a:lnTo>
                <a:lnTo>
                  <a:pt x="217456" y="4204"/>
                </a:lnTo>
                <a:lnTo>
                  <a:pt x="217156" y="4337"/>
                </a:lnTo>
                <a:lnTo>
                  <a:pt x="215921" y="5572"/>
                </a:lnTo>
                <a:lnTo>
                  <a:pt x="215921" y="3770"/>
                </a:lnTo>
                <a:close/>
                <a:moveTo>
                  <a:pt x="214320" y="2936"/>
                </a:moveTo>
                <a:lnTo>
                  <a:pt x="215154" y="3737"/>
                </a:lnTo>
                <a:lnTo>
                  <a:pt x="215154" y="5572"/>
                </a:lnTo>
                <a:lnTo>
                  <a:pt x="213887" y="4337"/>
                </a:lnTo>
                <a:lnTo>
                  <a:pt x="213620" y="4204"/>
                </a:lnTo>
                <a:lnTo>
                  <a:pt x="211718" y="4204"/>
                </a:lnTo>
                <a:lnTo>
                  <a:pt x="213019" y="2936"/>
                </a:lnTo>
                <a:lnTo>
                  <a:pt x="214320" y="2936"/>
                </a:lnTo>
                <a:close/>
                <a:moveTo>
                  <a:pt x="211785" y="401"/>
                </a:moveTo>
                <a:lnTo>
                  <a:pt x="212586" y="1202"/>
                </a:lnTo>
                <a:lnTo>
                  <a:pt x="212586" y="2503"/>
                </a:lnTo>
                <a:lnTo>
                  <a:pt x="211318" y="3804"/>
                </a:lnTo>
                <a:lnTo>
                  <a:pt x="211318" y="1735"/>
                </a:lnTo>
                <a:lnTo>
                  <a:pt x="209950" y="401"/>
                </a:lnTo>
                <a:lnTo>
                  <a:pt x="211785" y="401"/>
                </a:lnTo>
                <a:close/>
                <a:moveTo>
                  <a:pt x="208850" y="401"/>
                </a:moveTo>
                <a:lnTo>
                  <a:pt x="210518" y="2069"/>
                </a:lnTo>
                <a:lnTo>
                  <a:pt x="210518" y="4104"/>
                </a:lnTo>
                <a:lnTo>
                  <a:pt x="204813" y="4104"/>
                </a:lnTo>
                <a:lnTo>
                  <a:pt x="201077" y="401"/>
                </a:lnTo>
                <a:close/>
                <a:moveTo>
                  <a:pt x="199176" y="401"/>
                </a:moveTo>
                <a:lnTo>
                  <a:pt x="195473" y="4104"/>
                </a:lnTo>
                <a:lnTo>
                  <a:pt x="189736" y="4104"/>
                </a:lnTo>
                <a:lnTo>
                  <a:pt x="189736" y="2069"/>
                </a:lnTo>
                <a:lnTo>
                  <a:pt x="191437" y="401"/>
                </a:lnTo>
                <a:close/>
                <a:moveTo>
                  <a:pt x="188502" y="401"/>
                </a:moveTo>
                <a:lnTo>
                  <a:pt x="190303" y="401"/>
                </a:lnTo>
                <a:lnTo>
                  <a:pt x="188969" y="1735"/>
                </a:lnTo>
                <a:lnTo>
                  <a:pt x="188969" y="3804"/>
                </a:lnTo>
                <a:lnTo>
                  <a:pt x="187668" y="2503"/>
                </a:lnTo>
                <a:lnTo>
                  <a:pt x="187668" y="1202"/>
                </a:lnTo>
                <a:close/>
                <a:moveTo>
                  <a:pt x="185967" y="2936"/>
                </a:moveTo>
                <a:lnTo>
                  <a:pt x="187268" y="2936"/>
                </a:lnTo>
                <a:lnTo>
                  <a:pt x="188535" y="4204"/>
                </a:lnTo>
                <a:lnTo>
                  <a:pt x="186667" y="4204"/>
                </a:lnTo>
                <a:lnTo>
                  <a:pt x="186367" y="4337"/>
                </a:lnTo>
                <a:lnTo>
                  <a:pt x="185133" y="5572"/>
                </a:lnTo>
                <a:lnTo>
                  <a:pt x="185133" y="3770"/>
                </a:lnTo>
                <a:close/>
                <a:moveTo>
                  <a:pt x="183532" y="2936"/>
                </a:moveTo>
                <a:lnTo>
                  <a:pt x="184332" y="3737"/>
                </a:lnTo>
                <a:lnTo>
                  <a:pt x="184332" y="5572"/>
                </a:lnTo>
                <a:lnTo>
                  <a:pt x="183098" y="4337"/>
                </a:lnTo>
                <a:lnTo>
                  <a:pt x="182831" y="4204"/>
                </a:lnTo>
                <a:lnTo>
                  <a:pt x="180930" y="4204"/>
                </a:lnTo>
                <a:lnTo>
                  <a:pt x="182231" y="2936"/>
                </a:lnTo>
                <a:lnTo>
                  <a:pt x="183532" y="2936"/>
                </a:lnTo>
                <a:close/>
                <a:moveTo>
                  <a:pt x="180996" y="401"/>
                </a:moveTo>
                <a:lnTo>
                  <a:pt x="181797" y="1202"/>
                </a:lnTo>
                <a:lnTo>
                  <a:pt x="181797" y="2503"/>
                </a:lnTo>
                <a:lnTo>
                  <a:pt x="180529" y="3804"/>
                </a:lnTo>
                <a:lnTo>
                  <a:pt x="180529" y="1735"/>
                </a:lnTo>
                <a:lnTo>
                  <a:pt x="179162" y="401"/>
                </a:lnTo>
                <a:lnTo>
                  <a:pt x="180996" y="401"/>
                </a:lnTo>
                <a:close/>
                <a:moveTo>
                  <a:pt x="178061" y="401"/>
                </a:moveTo>
                <a:lnTo>
                  <a:pt x="179729" y="2069"/>
                </a:lnTo>
                <a:lnTo>
                  <a:pt x="179729" y="4104"/>
                </a:lnTo>
                <a:lnTo>
                  <a:pt x="174025" y="4104"/>
                </a:lnTo>
                <a:lnTo>
                  <a:pt x="170289" y="401"/>
                </a:lnTo>
                <a:close/>
                <a:moveTo>
                  <a:pt x="168387" y="401"/>
                </a:moveTo>
                <a:lnTo>
                  <a:pt x="164685" y="4104"/>
                </a:lnTo>
                <a:lnTo>
                  <a:pt x="158947" y="4104"/>
                </a:lnTo>
                <a:lnTo>
                  <a:pt x="158947" y="2069"/>
                </a:lnTo>
                <a:lnTo>
                  <a:pt x="160649" y="401"/>
                </a:lnTo>
                <a:close/>
                <a:moveTo>
                  <a:pt x="157713" y="401"/>
                </a:moveTo>
                <a:lnTo>
                  <a:pt x="159514" y="401"/>
                </a:lnTo>
                <a:lnTo>
                  <a:pt x="158180" y="1735"/>
                </a:lnTo>
                <a:lnTo>
                  <a:pt x="158180" y="3804"/>
                </a:lnTo>
                <a:lnTo>
                  <a:pt x="156879" y="2503"/>
                </a:lnTo>
                <a:lnTo>
                  <a:pt x="156879" y="1202"/>
                </a:lnTo>
                <a:close/>
                <a:moveTo>
                  <a:pt x="155178" y="2936"/>
                </a:moveTo>
                <a:lnTo>
                  <a:pt x="156479" y="2936"/>
                </a:lnTo>
                <a:lnTo>
                  <a:pt x="157746" y="4204"/>
                </a:lnTo>
                <a:lnTo>
                  <a:pt x="155845" y="4204"/>
                </a:lnTo>
                <a:lnTo>
                  <a:pt x="155578" y="4337"/>
                </a:lnTo>
                <a:lnTo>
                  <a:pt x="154344" y="5572"/>
                </a:lnTo>
                <a:lnTo>
                  <a:pt x="154344" y="3770"/>
                </a:lnTo>
                <a:close/>
                <a:moveTo>
                  <a:pt x="152743" y="2936"/>
                </a:moveTo>
                <a:lnTo>
                  <a:pt x="153543" y="3737"/>
                </a:lnTo>
                <a:lnTo>
                  <a:pt x="153543" y="5572"/>
                </a:lnTo>
                <a:lnTo>
                  <a:pt x="152309" y="4337"/>
                </a:lnTo>
                <a:lnTo>
                  <a:pt x="152042" y="4204"/>
                </a:lnTo>
                <a:lnTo>
                  <a:pt x="150141" y="4204"/>
                </a:lnTo>
                <a:lnTo>
                  <a:pt x="151442" y="2936"/>
                </a:lnTo>
                <a:lnTo>
                  <a:pt x="152743" y="2936"/>
                </a:lnTo>
                <a:close/>
                <a:moveTo>
                  <a:pt x="150174" y="401"/>
                </a:moveTo>
                <a:lnTo>
                  <a:pt x="151008" y="1202"/>
                </a:lnTo>
                <a:lnTo>
                  <a:pt x="151008" y="2503"/>
                </a:lnTo>
                <a:lnTo>
                  <a:pt x="149741" y="3804"/>
                </a:lnTo>
                <a:lnTo>
                  <a:pt x="149741" y="1735"/>
                </a:lnTo>
                <a:lnTo>
                  <a:pt x="148373" y="401"/>
                </a:lnTo>
                <a:lnTo>
                  <a:pt x="150174" y="401"/>
                </a:lnTo>
                <a:close/>
                <a:moveTo>
                  <a:pt x="147272" y="401"/>
                </a:moveTo>
                <a:lnTo>
                  <a:pt x="148940" y="2069"/>
                </a:lnTo>
                <a:lnTo>
                  <a:pt x="148940" y="4104"/>
                </a:lnTo>
                <a:lnTo>
                  <a:pt x="143236" y="4104"/>
                </a:lnTo>
                <a:lnTo>
                  <a:pt x="139500" y="401"/>
                </a:lnTo>
                <a:close/>
                <a:moveTo>
                  <a:pt x="137599" y="401"/>
                </a:moveTo>
                <a:lnTo>
                  <a:pt x="133863" y="4104"/>
                </a:lnTo>
                <a:lnTo>
                  <a:pt x="128159" y="4104"/>
                </a:lnTo>
                <a:lnTo>
                  <a:pt x="128159" y="2069"/>
                </a:lnTo>
                <a:lnTo>
                  <a:pt x="129860" y="401"/>
                </a:lnTo>
                <a:close/>
                <a:moveTo>
                  <a:pt x="126924" y="401"/>
                </a:moveTo>
                <a:lnTo>
                  <a:pt x="128726" y="401"/>
                </a:lnTo>
                <a:lnTo>
                  <a:pt x="127391" y="1735"/>
                </a:lnTo>
                <a:lnTo>
                  <a:pt x="127391" y="3804"/>
                </a:lnTo>
                <a:lnTo>
                  <a:pt x="126091" y="2503"/>
                </a:lnTo>
                <a:lnTo>
                  <a:pt x="126091" y="1202"/>
                </a:lnTo>
                <a:close/>
                <a:moveTo>
                  <a:pt x="124389" y="2936"/>
                </a:moveTo>
                <a:lnTo>
                  <a:pt x="125657" y="2936"/>
                </a:lnTo>
                <a:lnTo>
                  <a:pt x="126958" y="4204"/>
                </a:lnTo>
                <a:lnTo>
                  <a:pt x="125056" y="4204"/>
                </a:lnTo>
                <a:lnTo>
                  <a:pt x="124790" y="4337"/>
                </a:lnTo>
                <a:lnTo>
                  <a:pt x="123555" y="5572"/>
                </a:lnTo>
                <a:lnTo>
                  <a:pt x="123555" y="3770"/>
                </a:lnTo>
                <a:close/>
                <a:moveTo>
                  <a:pt x="121954" y="2936"/>
                </a:moveTo>
                <a:lnTo>
                  <a:pt x="122755" y="3737"/>
                </a:lnTo>
                <a:lnTo>
                  <a:pt x="122755" y="5572"/>
                </a:lnTo>
                <a:lnTo>
                  <a:pt x="121521" y="4337"/>
                </a:lnTo>
                <a:lnTo>
                  <a:pt x="121254" y="4204"/>
                </a:lnTo>
                <a:lnTo>
                  <a:pt x="119352" y="4204"/>
                </a:lnTo>
                <a:lnTo>
                  <a:pt x="120653" y="2936"/>
                </a:lnTo>
                <a:lnTo>
                  <a:pt x="121954" y="2936"/>
                </a:lnTo>
                <a:close/>
                <a:moveTo>
                  <a:pt x="119386" y="401"/>
                </a:moveTo>
                <a:lnTo>
                  <a:pt x="120220" y="1202"/>
                </a:lnTo>
                <a:lnTo>
                  <a:pt x="120220" y="2503"/>
                </a:lnTo>
                <a:lnTo>
                  <a:pt x="118952" y="3804"/>
                </a:lnTo>
                <a:lnTo>
                  <a:pt x="118952" y="1735"/>
                </a:lnTo>
                <a:lnTo>
                  <a:pt x="117584" y="401"/>
                </a:lnTo>
                <a:lnTo>
                  <a:pt x="119386" y="401"/>
                </a:lnTo>
                <a:close/>
                <a:moveTo>
                  <a:pt x="116450" y="401"/>
                </a:moveTo>
                <a:lnTo>
                  <a:pt x="118152" y="2069"/>
                </a:lnTo>
                <a:lnTo>
                  <a:pt x="118152" y="4104"/>
                </a:lnTo>
                <a:lnTo>
                  <a:pt x="112447" y="4104"/>
                </a:lnTo>
                <a:lnTo>
                  <a:pt x="108711" y="401"/>
                </a:lnTo>
                <a:close/>
                <a:moveTo>
                  <a:pt x="106810" y="401"/>
                </a:moveTo>
                <a:lnTo>
                  <a:pt x="103074" y="4104"/>
                </a:lnTo>
                <a:lnTo>
                  <a:pt x="97370" y="4104"/>
                </a:lnTo>
                <a:lnTo>
                  <a:pt x="97370" y="2069"/>
                </a:lnTo>
                <a:lnTo>
                  <a:pt x="99071" y="401"/>
                </a:lnTo>
                <a:close/>
                <a:moveTo>
                  <a:pt x="96136" y="401"/>
                </a:moveTo>
                <a:lnTo>
                  <a:pt x="97937" y="401"/>
                </a:lnTo>
                <a:lnTo>
                  <a:pt x="96569" y="1735"/>
                </a:lnTo>
                <a:lnTo>
                  <a:pt x="96569" y="3804"/>
                </a:lnTo>
                <a:lnTo>
                  <a:pt x="95302" y="2503"/>
                </a:lnTo>
                <a:lnTo>
                  <a:pt x="95302" y="1202"/>
                </a:lnTo>
                <a:close/>
                <a:moveTo>
                  <a:pt x="93567" y="2936"/>
                </a:moveTo>
                <a:lnTo>
                  <a:pt x="94868" y="2936"/>
                </a:lnTo>
                <a:lnTo>
                  <a:pt x="96169" y="4204"/>
                </a:lnTo>
                <a:lnTo>
                  <a:pt x="94268" y="4204"/>
                </a:lnTo>
                <a:lnTo>
                  <a:pt x="94001" y="4337"/>
                </a:lnTo>
                <a:lnTo>
                  <a:pt x="92767" y="5572"/>
                </a:lnTo>
                <a:lnTo>
                  <a:pt x="92767" y="3770"/>
                </a:lnTo>
                <a:close/>
                <a:moveTo>
                  <a:pt x="91166" y="2936"/>
                </a:moveTo>
                <a:lnTo>
                  <a:pt x="91966" y="3737"/>
                </a:lnTo>
                <a:lnTo>
                  <a:pt x="91966" y="5572"/>
                </a:lnTo>
                <a:lnTo>
                  <a:pt x="90732" y="4337"/>
                </a:lnTo>
                <a:lnTo>
                  <a:pt x="90465" y="4204"/>
                </a:lnTo>
                <a:lnTo>
                  <a:pt x="88564" y="4204"/>
                </a:lnTo>
                <a:lnTo>
                  <a:pt x="89865" y="2936"/>
                </a:lnTo>
                <a:lnTo>
                  <a:pt x="91166" y="2936"/>
                </a:lnTo>
                <a:close/>
                <a:moveTo>
                  <a:pt x="88597" y="401"/>
                </a:moveTo>
                <a:lnTo>
                  <a:pt x="89431" y="1202"/>
                </a:lnTo>
                <a:lnTo>
                  <a:pt x="89431" y="2503"/>
                </a:lnTo>
                <a:lnTo>
                  <a:pt x="88130" y="3804"/>
                </a:lnTo>
                <a:lnTo>
                  <a:pt x="88130" y="1735"/>
                </a:lnTo>
                <a:lnTo>
                  <a:pt x="86796" y="401"/>
                </a:lnTo>
                <a:lnTo>
                  <a:pt x="88597" y="401"/>
                </a:lnTo>
                <a:close/>
                <a:moveTo>
                  <a:pt x="85662" y="401"/>
                </a:moveTo>
                <a:lnTo>
                  <a:pt x="87363" y="2069"/>
                </a:lnTo>
                <a:lnTo>
                  <a:pt x="87363" y="4104"/>
                </a:lnTo>
                <a:lnTo>
                  <a:pt x="81659" y="4104"/>
                </a:lnTo>
                <a:lnTo>
                  <a:pt x="77923" y="401"/>
                </a:lnTo>
                <a:close/>
                <a:moveTo>
                  <a:pt x="76021" y="401"/>
                </a:moveTo>
                <a:lnTo>
                  <a:pt x="72285" y="4104"/>
                </a:lnTo>
                <a:lnTo>
                  <a:pt x="66581" y="4104"/>
                </a:lnTo>
                <a:lnTo>
                  <a:pt x="66581" y="2069"/>
                </a:lnTo>
                <a:lnTo>
                  <a:pt x="68249" y="401"/>
                </a:lnTo>
                <a:close/>
                <a:moveTo>
                  <a:pt x="65347" y="401"/>
                </a:moveTo>
                <a:lnTo>
                  <a:pt x="67148" y="401"/>
                </a:lnTo>
                <a:lnTo>
                  <a:pt x="65781" y="1735"/>
                </a:lnTo>
                <a:lnTo>
                  <a:pt x="65781" y="3804"/>
                </a:lnTo>
                <a:lnTo>
                  <a:pt x="64513" y="2503"/>
                </a:lnTo>
                <a:lnTo>
                  <a:pt x="64513" y="1202"/>
                </a:lnTo>
                <a:close/>
                <a:moveTo>
                  <a:pt x="62779" y="2936"/>
                </a:moveTo>
                <a:lnTo>
                  <a:pt x="64080" y="2936"/>
                </a:lnTo>
                <a:lnTo>
                  <a:pt x="65381" y="4204"/>
                </a:lnTo>
                <a:lnTo>
                  <a:pt x="63479" y="4204"/>
                </a:lnTo>
                <a:lnTo>
                  <a:pt x="63212" y="4337"/>
                </a:lnTo>
                <a:lnTo>
                  <a:pt x="61978" y="5572"/>
                </a:lnTo>
                <a:lnTo>
                  <a:pt x="61978" y="3770"/>
                </a:lnTo>
                <a:close/>
                <a:moveTo>
                  <a:pt x="60344" y="2936"/>
                </a:moveTo>
                <a:lnTo>
                  <a:pt x="61178" y="3737"/>
                </a:lnTo>
                <a:lnTo>
                  <a:pt x="61178" y="5572"/>
                </a:lnTo>
                <a:lnTo>
                  <a:pt x="59943" y="4337"/>
                </a:lnTo>
                <a:lnTo>
                  <a:pt x="59676" y="4204"/>
                </a:lnTo>
                <a:lnTo>
                  <a:pt x="57775" y="4204"/>
                </a:lnTo>
                <a:lnTo>
                  <a:pt x="59043" y="2936"/>
                </a:lnTo>
                <a:lnTo>
                  <a:pt x="60344" y="2936"/>
                </a:lnTo>
                <a:close/>
                <a:moveTo>
                  <a:pt x="57808" y="401"/>
                </a:moveTo>
                <a:lnTo>
                  <a:pt x="58642" y="1202"/>
                </a:lnTo>
                <a:lnTo>
                  <a:pt x="58642" y="2503"/>
                </a:lnTo>
                <a:lnTo>
                  <a:pt x="57341" y="3804"/>
                </a:lnTo>
                <a:lnTo>
                  <a:pt x="57341" y="1735"/>
                </a:lnTo>
                <a:lnTo>
                  <a:pt x="56007" y="401"/>
                </a:lnTo>
                <a:lnTo>
                  <a:pt x="57808" y="401"/>
                </a:lnTo>
                <a:close/>
                <a:moveTo>
                  <a:pt x="54873" y="401"/>
                </a:moveTo>
                <a:lnTo>
                  <a:pt x="56574" y="2069"/>
                </a:lnTo>
                <a:lnTo>
                  <a:pt x="56574" y="4104"/>
                </a:lnTo>
                <a:lnTo>
                  <a:pt x="50837" y="4104"/>
                </a:lnTo>
                <a:lnTo>
                  <a:pt x="47134" y="401"/>
                </a:lnTo>
                <a:close/>
                <a:moveTo>
                  <a:pt x="45233" y="401"/>
                </a:moveTo>
                <a:lnTo>
                  <a:pt x="41497" y="4104"/>
                </a:lnTo>
                <a:lnTo>
                  <a:pt x="35793" y="4104"/>
                </a:lnTo>
                <a:lnTo>
                  <a:pt x="35793" y="2069"/>
                </a:lnTo>
                <a:lnTo>
                  <a:pt x="37461" y="401"/>
                </a:lnTo>
                <a:close/>
                <a:moveTo>
                  <a:pt x="34525" y="401"/>
                </a:moveTo>
                <a:lnTo>
                  <a:pt x="36360" y="401"/>
                </a:lnTo>
                <a:lnTo>
                  <a:pt x="34992" y="1735"/>
                </a:lnTo>
                <a:lnTo>
                  <a:pt x="34992" y="3804"/>
                </a:lnTo>
                <a:lnTo>
                  <a:pt x="33725" y="2503"/>
                </a:lnTo>
                <a:lnTo>
                  <a:pt x="33725" y="1202"/>
                </a:lnTo>
                <a:close/>
                <a:moveTo>
                  <a:pt x="31990" y="2936"/>
                </a:moveTo>
                <a:lnTo>
                  <a:pt x="33291" y="2936"/>
                </a:lnTo>
                <a:lnTo>
                  <a:pt x="34592" y="4204"/>
                </a:lnTo>
                <a:lnTo>
                  <a:pt x="32691" y="4204"/>
                </a:lnTo>
                <a:lnTo>
                  <a:pt x="32424" y="4337"/>
                </a:lnTo>
                <a:lnTo>
                  <a:pt x="31189" y="5572"/>
                </a:lnTo>
                <a:lnTo>
                  <a:pt x="31189" y="3770"/>
                </a:lnTo>
                <a:close/>
                <a:moveTo>
                  <a:pt x="29555" y="2936"/>
                </a:moveTo>
                <a:lnTo>
                  <a:pt x="30389" y="3737"/>
                </a:lnTo>
                <a:lnTo>
                  <a:pt x="30389" y="5572"/>
                </a:lnTo>
                <a:lnTo>
                  <a:pt x="29155" y="4337"/>
                </a:lnTo>
                <a:lnTo>
                  <a:pt x="28854" y="4204"/>
                </a:lnTo>
                <a:lnTo>
                  <a:pt x="26986" y="4204"/>
                </a:lnTo>
                <a:lnTo>
                  <a:pt x="28254" y="2936"/>
                </a:lnTo>
                <a:lnTo>
                  <a:pt x="29555" y="2936"/>
                </a:lnTo>
                <a:close/>
                <a:moveTo>
                  <a:pt x="27020" y="401"/>
                </a:moveTo>
                <a:lnTo>
                  <a:pt x="27854" y="1202"/>
                </a:lnTo>
                <a:lnTo>
                  <a:pt x="27854" y="2503"/>
                </a:lnTo>
                <a:lnTo>
                  <a:pt x="26553" y="3804"/>
                </a:lnTo>
                <a:lnTo>
                  <a:pt x="26553" y="1735"/>
                </a:lnTo>
                <a:lnTo>
                  <a:pt x="25219" y="401"/>
                </a:lnTo>
                <a:lnTo>
                  <a:pt x="27020" y="401"/>
                </a:lnTo>
                <a:close/>
                <a:moveTo>
                  <a:pt x="24084" y="401"/>
                </a:moveTo>
                <a:lnTo>
                  <a:pt x="25786" y="2069"/>
                </a:lnTo>
                <a:lnTo>
                  <a:pt x="25786" y="4104"/>
                </a:lnTo>
                <a:lnTo>
                  <a:pt x="20048" y="4104"/>
                </a:lnTo>
                <a:lnTo>
                  <a:pt x="16346" y="401"/>
                </a:lnTo>
                <a:close/>
                <a:moveTo>
                  <a:pt x="14444" y="401"/>
                </a:moveTo>
                <a:lnTo>
                  <a:pt x="10708" y="4104"/>
                </a:lnTo>
                <a:lnTo>
                  <a:pt x="5004" y="4104"/>
                </a:lnTo>
                <a:lnTo>
                  <a:pt x="5004" y="2069"/>
                </a:lnTo>
                <a:lnTo>
                  <a:pt x="6672" y="401"/>
                </a:lnTo>
                <a:close/>
                <a:moveTo>
                  <a:pt x="3736" y="401"/>
                </a:moveTo>
                <a:lnTo>
                  <a:pt x="5571" y="401"/>
                </a:lnTo>
                <a:lnTo>
                  <a:pt x="4203" y="1735"/>
                </a:lnTo>
                <a:lnTo>
                  <a:pt x="4203" y="3804"/>
                </a:lnTo>
                <a:lnTo>
                  <a:pt x="2936" y="2503"/>
                </a:lnTo>
                <a:lnTo>
                  <a:pt x="2936" y="1202"/>
                </a:lnTo>
                <a:close/>
                <a:moveTo>
                  <a:pt x="367" y="3737"/>
                </a:moveTo>
                <a:lnTo>
                  <a:pt x="1201" y="2936"/>
                </a:lnTo>
                <a:lnTo>
                  <a:pt x="2502" y="2936"/>
                </a:lnTo>
                <a:lnTo>
                  <a:pt x="3803" y="4204"/>
                </a:lnTo>
                <a:lnTo>
                  <a:pt x="1902" y="4204"/>
                </a:lnTo>
                <a:lnTo>
                  <a:pt x="1635" y="4337"/>
                </a:lnTo>
                <a:lnTo>
                  <a:pt x="367" y="5572"/>
                </a:lnTo>
                <a:lnTo>
                  <a:pt x="367" y="3737"/>
                </a:lnTo>
                <a:close/>
                <a:moveTo>
                  <a:pt x="367" y="6672"/>
                </a:moveTo>
                <a:lnTo>
                  <a:pt x="2069" y="5004"/>
                </a:lnTo>
                <a:lnTo>
                  <a:pt x="4103" y="5004"/>
                </a:lnTo>
                <a:lnTo>
                  <a:pt x="4103" y="10709"/>
                </a:lnTo>
                <a:lnTo>
                  <a:pt x="367" y="14445"/>
                </a:lnTo>
                <a:close/>
                <a:moveTo>
                  <a:pt x="367" y="16346"/>
                </a:moveTo>
                <a:lnTo>
                  <a:pt x="4103" y="20082"/>
                </a:lnTo>
                <a:lnTo>
                  <a:pt x="4103" y="25786"/>
                </a:lnTo>
                <a:lnTo>
                  <a:pt x="2069" y="25786"/>
                </a:lnTo>
                <a:lnTo>
                  <a:pt x="367" y="24085"/>
                </a:lnTo>
                <a:close/>
                <a:moveTo>
                  <a:pt x="1201" y="27854"/>
                </a:moveTo>
                <a:lnTo>
                  <a:pt x="367" y="27020"/>
                </a:lnTo>
                <a:lnTo>
                  <a:pt x="367" y="25219"/>
                </a:lnTo>
                <a:lnTo>
                  <a:pt x="1635" y="26453"/>
                </a:lnTo>
                <a:lnTo>
                  <a:pt x="1902" y="26587"/>
                </a:lnTo>
                <a:lnTo>
                  <a:pt x="3803" y="26587"/>
                </a:lnTo>
                <a:lnTo>
                  <a:pt x="2502" y="27854"/>
                </a:lnTo>
                <a:lnTo>
                  <a:pt x="1201" y="27854"/>
                </a:lnTo>
                <a:close/>
                <a:moveTo>
                  <a:pt x="2936" y="29555"/>
                </a:moveTo>
                <a:lnTo>
                  <a:pt x="2936" y="28254"/>
                </a:lnTo>
                <a:lnTo>
                  <a:pt x="4203" y="26987"/>
                </a:lnTo>
                <a:lnTo>
                  <a:pt x="4203" y="29022"/>
                </a:lnTo>
                <a:lnTo>
                  <a:pt x="5571" y="30389"/>
                </a:lnTo>
                <a:lnTo>
                  <a:pt x="3736" y="30389"/>
                </a:lnTo>
                <a:close/>
                <a:moveTo>
                  <a:pt x="3736" y="31190"/>
                </a:moveTo>
                <a:lnTo>
                  <a:pt x="5571" y="31190"/>
                </a:lnTo>
                <a:lnTo>
                  <a:pt x="4203" y="32524"/>
                </a:lnTo>
                <a:lnTo>
                  <a:pt x="4203" y="34592"/>
                </a:lnTo>
                <a:lnTo>
                  <a:pt x="2936" y="33291"/>
                </a:lnTo>
                <a:lnTo>
                  <a:pt x="2936" y="31990"/>
                </a:lnTo>
                <a:close/>
                <a:moveTo>
                  <a:pt x="367" y="34559"/>
                </a:moveTo>
                <a:lnTo>
                  <a:pt x="1201" y="33725"/>
                </a:lnTo>
                <a:lnTo>
                  <a:pt x="2502" y="33725"/>
                </a:lnTo>
                <a:lnTo>
                  <a:pt x="3803" y="34993"/>
                </a:lnTo>
                <a:lnTo>
                  <a:pt x="1902" y="34993"/>
                </a:lnTo>
                <a:lnTo>
                  <a:pt x="1635" y="35126"/>
                </a:lnTo>
                <a:lnTo>
                  <a:pt x="367" y="36360"/>
                </a:lnTo>
                <a:lnTo>
                  <a:pt x="367" y="34559"/>
                </a:lnTo>
                <a:close/>
                <a:moveTo>
                  <a:pt x="367" y="37494"/>
                </a:moveTo>
                <a:lnTo>
                  <a:pt x="2069" y="35793"/>
                </a:lnTo>
                <a:lnTo>
                  <a:pt x="4103" y="35793"/>
                </a:lnTo>
                <a:lnTo>
                  <a:pt x="4103" y="41497"/>
                </a:lnTo>
                <a:lnTo>
                  <a:pt x="367" y="45233"/>
                </a:lnTo>
                <a:close/>
                <a:moveTo>
                  <a:pt x="367" y="47135"/>
                </a:moveTo>
                <a:lnTo>
                  <a:pt x="4103" y="50871"/>
                </a:lnTo>
                <a:lnTo>
                  <a:pt x="4103" y="56575"/>
                </a:lnTo>
                <a:lnTo>
                  <a:pt x="2069" y="56575"/>
                </a:lnTo>
                <a:lnTo>
                  <a:pt x="367" y="54874"/>
                </a:lnTo>
                <a:close/>
                <a:moveTo>
                  <a:pt x="1201" y="58643"/>
                </a:moveTo>
                <a:lnTo>
                  <a:pt x="367" y="57809"/>
                </a:lnTo>
                <a:lnTo>
                  <a:pt x="367" y="56008"/>
                </a:lnTo>
                <a:lnTo>
                  <a:pt x="1635" y="57242"/>
                </a:lnTo>
                <a:lnTo>
                  <a:pt x="1902" y="57375"/>
                </a:lnTo>
                <a:lnTo>
                  <a:pt x="3803" y="57375"/>
                </a:lnTo>
                <a:lnTo>
                  <a:pt x="2502" y="58643"/>
                </a:lnTo>
                <a:lnTo>
                  <a:pt x="1201" y="58643"/>
                </a:lnTo>
                <a:close/>
                <a:moveTo>
                  <a:pt x="2936" y="60377"/>
                </a:moveTo>
                <a:lnTo>
                  <a:pt x="2936" y="59077"/>
                </a:lnTo>
                <a:lnTo>
                  <a:pt x="4203" y="57776"/>
                </a:lnTo>
                <a:lnTo>
                  <a:pt x="4203" y="59844"/>
                </a:lnTo>
                <a:lnTo>
                  <a:pt x="5571" y="61178"/>
                </a:lnTo>
                <a:lnTo>
                  <a:pt x="3736" y="61178"/>
                </a:lnTo>
                <a:close/>
                <a:moveTo>
                  <a:pt x="3736" y="61979"/>
                </a:moveTo>
                <a:lnTo>
                  <a:pt x="5571" y="61979"/>
                </a:lnTo>
                <a:lnTo>
                  <a:pt x="4203" y="63313"/>
                </a:lnTo>
                <a:lnTo>
                  <a:pt x="4203" y="65381"/>
                </a:lnTo>
                <a:lnTo>
                  <a:pt x="2903" y="64080"/>
                </a:lnTo>
                <a:lnTo>
                  <a:pt x="2903" y="62779"/>
                </a:lnTo>
                <a:close/>
                <a:moveTo>
                  <a:pt x="367" y="65348"/>
                </a:moveTo>
                <a:lnTo>
                  <a:pt x="1201" y="64514"/>
                </a:lnTo>
                <a:lnTo>
                  <a:pt x="2502" y="64514"/>
                </a:lnTo>
                <a:lnTo>
                  <a:pt x="3803" y="65815"/>
                </a:lnTo>
                <a:lnTo>
                  <a:pt x="1902" y="65815"/>
                </a:lnTo>
                <a:lnTo>
                  <a:pt x="1635" y="65915"/>
                </a:lnTo>
                <a:lnTo>
                  <a:pt x="367" y="67149"/>
                </a:lnTo>
                <a:lnTo>
                  <a:pt x="367" y="65348"/>
                </a:lnTo>
                <a:close/>
                <a:moveTo>
                  <a:pt x="367" y="68283"/>
                </a:moveTo>
                <a:lnTo>
                  <a:pt x="2069" y="66582"/>
                </a:lnTo>
                <a:lnTo>
                  <a:pt x="4103" y="66582"/>
                </a:lnTo>
                <a:lnTo>
                  <a:pt x="4103" y="72286"/>
                </a:lnTo>
                <a:lnTo>
                  <a:pt x="367" y="76022"/>
                </a:lnTo>
                <a:close/>
                <a:moveTo>
                  <a:pt x="367" y="77923"/>
                </a:moveTo>
                <a:lnTo>
                  <a:pt x="4103" y="81659"/>
                </a:lnTo>
                <a:lnTo>
                  <a:pt x="4103" y="87363"/>
                </a:lnTo>
                <a:lnTo>
                  <a:pt x="2069" y="87363"/>
                </a:lnTo>
                <a:lnTo>
                  <a:pt x="367" y="85662"/>
                </a:lnTo>
                <a:close/>
                <a:moveTo>
                  <a:pt x="1201" y="89432"/>
                </a:moveTo>
                <a:lnTo>
                  <a:pt x="367" y="88598"/>
                </a:lnTo>
                <a:lnTo>
                  <a:pt x="367" y="86796"/>
                </a:lnTo>
                <a:lnTo>
                  <a:pt x="1635" y="88031"/>
                </a:lnTo>
                <a:lnTo>
                  <a:pt x="1902" y="88164"/>
                </a:lnTo>
                <a:lnTo>
                  <a:pt x="3803" y="88164"/>
                </a:lnTo>
                <a:lnTo>
                  <a:pt x="2502" y="89432"/>
                </a:lnTo>
                <a:lnTo>
                  <a:pt x="1201" y="89432"/>
                </a:lnTo>
                <a:close/>
                <a:moveTo>
                  <a:pt x="2936" y="91166"/>
                </a:moveTo>
                <a:lnTo>
                  <a:pt x="2936" y="89865"/>
                </a:lnTo>
                <a:lnTo>
                  <a:pt x="4203" y="88564"/>
                </a:lnTo>
                <a:lnTo>
                  <a:pt x="4203" y="90632"/>
                </a:lnTo>
                <a:lnTo>
                  <a:pt x="5571" y="91967"/>
                </a:lnTo>
                <a:lnTo>
                  <a:pt x="3736" y="91967"/>
                </a:lnTo>
                <a:close/>
                <a:moveTo>
                  <a:pt x="3736" y="92767"/>
                </a:moveTo>
                <a:lnTo>
                  <a:pt x="5571" y="92767"/>
                </a:lnTo>
                <a:lnTo>
                  <a:pt x="4203" y="94102"/>
                </a:lnTo>
                <a:lnTo>
                  <a:pt x="4203" y="96170"/>
                </a:lnTo>
                <a:lnTo>
                  <a:pt x="2936" y="94869"/>
                </a:lnTo>
                <a:lnTo>
                  <a:pt x="2936" y="93568"/>
                </a:lnTo>
                <a:close/>
                <a:moveTo>
                  <a:pt x="367" y="96136"/>
                </a:moveTo>
                <a:lnTo>
                  <a:pt x="1201" y="95302"/>
                </a:lnTo>
                <a:lnTo>
                  <a:pt x="2502" y="95302"/>
                </a:lnTo>
                <a:lnTo>
                  <a:pt x="3803" y="96603"/>
                </a:lnTo>
                <a:lnTo>
                  <a:pt x="1902" y="96603"/>
                </a:lnTo>
                <a:lnTo>
                  <a:pt x="1635" y="96703"/>
                </a:lnTo>
                <a:lnTo>
                  <a:pt x="367" y="97938"/>
                </a:lnTo>
                <a:lnTo>
                  <a:pt x="367" y="96136"/>
                </a:lnTo>
                <a:close/>
                <a:moveTo>
                  <a:pt x="367" y="99072"/>
                </a:moveTo>
                <a:lnTo>
                  <a:pt x="2069" y="97371"/>
                </a:lnTo>
                <a:lnTo>
                  <a:pt x="4103" y="97371"/>
                </a:lnTo>
                <a:lnTo>
                  <a:pt x="4103" y="103108"/>
                </a:lnTo>
                <a:lnTo>
                  <a:pt x="367" y="106811"/>
                </a:lnTo>
                <a:close/>
                <a:moveTo>
                  <a:pt x="367" y="108712"/>
                </a:moveTo>
                <a:lnTo>
                  <a:pt x="4103" y="112448"/>
                </a:lnTo>
                <a:lnTo>
                  <a:pt x="4103" y="118152"/>
                </a:lnTo>
                <a:lnTo>
                  <a:pt x="2069" y="118152"/>
                </a:lnTo>
                <a:lnTo>
                  <a:pt x="367" y="116484"/>
                </a:lnTo>
                <a:close/>
                <a:moveTo>
                  <a:pt x="1201" y="120220"/>
                </a:moveTo>
                <a:lnTo>
                  <a:pt x="367" y="119386"/>
                </a:lnTo>
                <a:lnTo>
                  <a:pt x="367" y="117585"/>
                </a:lnTo>
                <a:lnTo>
                  <a:pt x="1635" y="118819"/>
                </a:lnTo>
                <a:lnTo>
                  <a:pt x="1902" y="118953"/>
                </a:lnTo>
                <a:lnTo>
                  <a:pt x="3803" y="118953"/>
                </a:lnTo>
                <a:lnTo>
                  <a:pt x="2502" y="120220"/>
                </a:lnTo>
                <a:lnTo>
                  <a:pt x="1201" y="120220"/>
                </a:lnTo>
                <a:close/>
                <a:moveTo>
                  <a:pt x="3736" y="122755"/>
                </a:moveTo>
                <a:lnTo>
                  <a:pt x="2936" y="121955"/>
                </a:lnTo>
                <a:lnTo>
                  <a:pt x="2936" y="120654"/>
                </a:lnTo>
                <a:lnTo>
                  <a:pt x="4203" y="119353"/>
                </a:lnTo>
                <a:lnTo>
                  <a:pt x="4203" y="121421"/>
                </a:lnTo>
                <a:lnTo>
                  <a:pt x="5571" y="122755"/>
                </a:lnTo>
                <a:lnTo>
                  <a:pt x="3736" y="122755"/>
                </a:lnTo>
                <a:close/>
                <a:moveTo>
                  <a:pt x="6672" y="122755"/>
                </a:moveTo>
                <a:lnTo>
                  <a:pt x="5004" y="121088"/>
                </a:lnTo>
                <a:lnTo>
                  <a:pt x="5004" y="119053"/>
                </a:lnTo>
                <a:lnTo>
                  <a:pt x="10708" y="119053"/>
                </a:lnTo>
                <a:lnTo>
                  <a:pt x="14444" y="122755"/>
                </a:lnTo>
                <a:lnTo>
                  <a:pt x="6672" y="122755"/>
                </a:lnTo>
                <a:close/>
                <a:moveTo>
                  <a:pt x="16346" y="122755"/>
                </a:moveTo>
                <a:lnTo>
                  <a:pt x="20048" y="119053"/>
                </a:lnTo>
                <a:lnTo>
                  <a:pt x="25752" y="119053"/>
                </a:lnTo>
                <a:lnTo>
                  <a:pt x="25752" y="121088"/>
                </a:lnTo>
                <a:lnTo>
                  <a:pt x="24084" y="122755"/>
                </a:lnTo>
                <a:lnTo>
                  <a:pt x="16346" y="122755"/>
                </a:lnTo>
                <a:close/>
                <a:moveTo>
                  <a:pt x="27020" y="122755"/>
                </a:moveTo>
                <a:lnTo>
                  <a:pt x="25219" y="122755"/>
                </a:lnTo>
                <a:lnTo>
                  <a:pt x="26553" y="121421"/>
                </a:lnTo>
                <a:lnTo>
                  <a:pt x="26553" y="119353"/>
                </a:lnTo>
                <a:lnTo>
                  <a:pt x="27854" y="120654"/>
                </a:lnTo>
                <a:lnTo>
                  <a:pt x="27854" y="121955"/>
                </a:lnTo>
                <a:close/>
                <a:moveTo>
                  <a:pt x="29555" y="120220"/>
                </a:moveTo>
                <a:lnTo>
                  <a:pt x="28254" y="120220"/>
                </a:lnTo>
                <a:lnTo>
                  <a:pt x="26986" y="118953"/>
                </a:lnTo>
                <a:lnTo>
                  <a:pt x="28854" y="118953"/>
                </a:lnTo>
                <a:lnTo>
                  <a:pt x="29155" y="118819"/>
                </a:lnTo>
                <a:lnTo>
                  <a:pt x="30389" y="117585"/>
                </a:lnTo>
                <a:lnTo>
                  <a:pt x="30389" y="119386"/>
                </a:lnTo>
                <a:close/>
                <a:moveTo>
                  <a:pt x="31990" y="120220"/>
                </a:moveTo>
                <a:lnTo>
                  <a:pt x="31189" y="119386"/>
                </a:lnTo>
                <a:lnTo>
                  <a:pt x="31189" y="117585"/>
                </a:lnTo>
                <a:lnTo>
                  <a:pt x="32424" y="118819"/>
                </a:lnTo>
                <a:lnTo>
                  <a:pt x="32691" y="118953"/>
                </a:lnTo>
                <a:lnTo>
                  <a:pt x="34592" y="118953"/>
                </a:lnTo>
                <a:lnTo>
                  <a:pt x="33291" y="120220"/>
                </a:lnTo>
                <a:lnTo>
                  <a:pt x="31990" y="120220"/>
                </a:lnTo>
                <a:close/>
                <a:moveTo>
                  <a:pt x="34525" y="122755"/>
                </a:moveTo>
                <a:lnTo>
                  <a:pt x="33725" y="121955"/>
                </a:lnTo>
                <a:lnTo>
                  <a:pt x="33725" y="120654"/>
                </a:lnTo>
                <a:lnTo>
                  <a:pt x="34992" y="119353"/>
                </a:lnTo>
                <a:lnTo>
                  <a:pt x="34992" y="121421"/>
                </a:lnTo>
                <a:lnTo>
                  <a:pt x="36360" y="122755"/>
                </a:lnTo>
                <a:lnTo>
                  <a:pt x="34525" y="122755"/>
                </a:lnTo>
                <a:close/>
                <a:moveTo>
                  <a:pt x="37461" y="122755"/>
                </a:moveTo>
                <a:lnTo>
                  <a:pt x="35793" y="121088"/>
                </a:lnTo>
                <a:lnTo>
                  <a:pt x="35793" y="119053"/>
                </a:lnTo>
                <a:lnTo>
                  <a:pt x="41497" y="119053"/>
                </a:lnTo>
                <a:lnTo>
                  <a:pt x="45233" y="122755"/>
                </a:lnTo>
                <a:lnTo>
                  <a:pt x="37461" y="122755"/>
                </a:lnTo>
                <a:close/>
                <a:moveTo>
                  <a:pt x="47134" y="122755"/>
                </a:moveTo>
                <a:lnTo>
                  <a:pt x="50837" y="119053"/>
                </a:lnTo>
                <a:lnTo>
                  <a:pt x="56574" y="119053"/>
                </a:lnTo>
                <a:lnTo>
                  <a:pt x="56574" y="121088"/>
                </a:lnTo>
                <a:lnTo>
                  <a:pt x="54873" y="122755"/>
                </a:lnTo>
                <a:lnTo>
                  <a:pt x="47134" y="122755"/>
                </a:lnTo>
                <a:close/>
                <a:moveTo>
                  <a:pt x="57808" y="122755"/>
                </a:moveTo>
                <a:lnTo>
                  <a:pt x="56007" y="122755"/>
                </a:lnTo>
                <a:lnTo>
                  <a:pt x="57341" y="121421"/>
                </a:lnTo>
                <a:lnTo>
                  <a:pt x="57341" y="119353"/>
                </a:lnTo>
                <a:lnTo>
                  <a:pt x="58642" y="120654"/>
                </a:lnTo>
                <a:lnTo>
                  <a:pt x="58642" y="121955"/>
                </a:lnTo>
                <a:close/>
                <a:moveTo>
                  <a:pt x="60344" y="120220"/>
                </a:moveTo>
                <a:lnTo>
                  <a:pt x="59043" y="120220"/>
                </a:lnTo>
                <a:lnTo>
                  <a:pt x="57775" y="118953"/>
                </a:lnTo>
                <a:lnTo>
                  <a:pt x="59676" y="118953"/>
                </a:lnTo>
                <a:lnTo>
                  <a:pt x="59943" y="118819"/>
                </a:lnTo>
                <a:lnTo>
                  <a:pt x="61178" y="117585"/>
                </a:lnTo>
                <a:lnTo>
                  <a:pt x="61178" y="119386"/>
                </a:lnTo>
                <a:close/>
                <a:moveTo>
                  <a:pt x="62779" y="120220"/>
                </a:moveTo>
                <a:lnTo>
                  <a:pt x="61978" y="119386"/>
                </a:lnTo>
                <a:lnTo>
                  <a:pt x="61978" y="117585"/>
                </a:lnTo>
                <a:lnTo>
                  <a:pt x="63212" y="118819"/>
                </a:lnTo>
                <a:lnTo>
                  <a:pt x="63479" y="118953"/>
                </a:lnTo>
                <a:lnTo>
                  <a:pt x="65381" y="118953"/>
                </a:lnTo>
                <a:lnTo>
                  <a:pt x="64080" y="120220"/>
                </a:lnTo>
                <a:lnTo>
                  <a:pt x="62779" y="120220"/>
                </a:lnTo>
                <a:close/>
                <a:moveTo>
                  <a:pt x="65347" y="122755"/>
                </a:moveTo>
                <a:lnTo>
                  <a:pt x="64513" y="121955"/>
                </a:lnTo>
                <a:lnTo>
                  <a:pt x="64513" y="120654"/>
                </a:lnTo>
                <a:lnTo>
                  <a:pt x="65781" y="119353"/>
                </a:lnTo>
                <a:lnTo>
                  <a:pt x="65781" y="121421"/>
                </a:lnTo>
                <a:lnTo>
                  <a:pt x="67148" y="122755"/>
                </a:lnTo>
                <a:lnTo>
                  <a:pt x="65347" y="122755"/>
                </a:lnTo>
                <a:close/>
                <a:moveTo>
                  <a:pt x="68249" y="122755"/>
                </a:moveTo>
                <a:lnTo>
                  <a:pt x="66581" y="121088"/>
                </a:lnTo>
                <a:lnTo>
                  <a:pt x="66581" y="119053"/>
                </a:lnTo>
                <a:lnTo>
                  <a:pt x="72285" y="119053"/>
                </a:lnTo>
                <a:lnTo>
                  <a:pt x="76021" y="122755"/>
                </a:lnTo>
                <a:lnTo>
                  <a:pt x="68249" y="122755"/>
                </a:lnTo>
                <a:close/>
                <a:moveTo>
                  <a:pt x="77923" y="122755"/>
                </a:moveTo>
                <a:lnTo>
                  <a:pt x="81659" y="119053"/>
                </a:lnTo>
                <a:lnTo>
                  <a:pt x="87363" y="119053"/>
                </a:lnTo>
                <a:lnTo>
                  <a:pt x="87363" y="121088"/>
                </a:lnTo>
                <a:lnTo>
                  <a:pt x="85662" y="122755"/>
                </a:lnTo>
                <a:lnTo>
                  <a:pt x="77923" y="122755"/>
                </a:lnTo>
                <a:close/>
                <a:moveTo>
                  <a:pt x="88597" y="122755"/>
                </a:moveTo>
                <a:lnTo>
                  <a:pt x="86796" y="122755"/>
                </a:lnTo>
                <a:lnTo>
                  <a:pt x="88163" y="121421"/>
                </a:lnTo>
                <a:lnTo>
                  <a:pt x="88163" y="119353"/>
                </a:lnTo>
                <a:lnTo>
                  <a:pt x="89431" y="120654"/>
                </a:lnTo>
                <a:lnTo>
                  <a:pt x="89431" y="121955"/>
                </a:lnTo>
                <a:close/>
                <a:moveTo>
                  <a:pt x="91166" y="120220"/>
                </a:moveTo>
                <a:lnTo>
                  <a:pt x="89865" y="120220"/>
                </a:lnTo>
                <a:lnTo>
                  <a:pt x="88564" y="118953"/>
                </a:lnTo>
                <a:lnTo>
                  <a:pt x="90465" y="118953"/>
                </a:lnTo>
                <a:lnTo>
                  <a:pt x="90732" y="118819"/>
                </a:lnTo>
                <a:lnTo>
                  <a:pt x="91966" y="117585"/>
                </a:lnTo>
                <a:lnTo>
                  <a:pt x="91966" y="119386"/>
                </a:lnTo>
                <a:close/>
                <a:moveTo>
                  <a:pt x="93567" y="120220"/>
                </a:moveTo>
                <a:lnTo>
                  <a:pt x="92767" y="119386"/>
                </a:lnTo>
                <a:lnTo>
                  <a:pt x="92767" y="117585"/>
                </a:lnTo>
                <a:lnTo>
                  <a:pt x="94001" y="118819"/>
                </a:lnTo>
                <a:lnTo>
                  <a:pt x="94268" y="118953"/>
                </a:lnTo>
                <a:lnTo>
                  <a:pt x="96169" y="118953"/>
                </a:lnTo>
                <a:lnTo>
                  <a:pt x="94868" y="120220"/>
                </a:lnTo>
                <a:lnTo>
                  <a:pt x="93567" y="120220"/>
                </a:lnTo>
                <a:close/>
                <a:moveTo>
                  <a:pt x="96136" y="122755"/>
                </a:moveTo>
                <a:lnTo>
                  <a:pt x="95302" y="121955"/>
                </a:lnTo>
                <a:lnTo>
                  <a:pt x="95302" y="120654"/>
                </a:lnTo>
                <a:lnTo>
                  <a:pt x="96569" y="119353"/>
                </a:lnTo>
                <a:lnTo>
                  <a:pt x="96569" y="121421"/>
                </a:lnTo>
                <a:lnTo>
                  <a:pt x="97937" y="122755"/>
                </a:lnTo>
                <a:lnTo>
                  <a:pt x="96136" y="122755"/>
                </a:lnTo>
                <a:close/>
                <a:moveTo>
                  <a:pt x="99071" y="122755"/>
                </a:moveTo>
                <a:lnTo>
                  <a:pt x="97370" y="121088"/>
                </a:lnTo>
                <a:lnTo>
                  <a:pt x="97370" y="119053"/>
                </a:lnTo>
                <a:lnTo>
                  <a:pt x="103074" y="119053"/>
                </a:lnTo>
                <a:lnTo>
                  <a:pt x="106810" y="122755"/>
                </a:lnTo>
                <a:lnTo>
                  <a:pt x="99071" y="122755"/>
                </a:lnTo>
                <a:close/>
                <a:moveTo>
                  <a:pt x="108711" y="122755"/>
                </a:moveTo>
                <a:lnTo>
                  <a:pt x="112447" y="119053"/>
                </a:lnTo>
                <a:lnTo>
                  <a:pt x="118152" y="119053"/>
                </a:lnTo>
                <a:lnTo>
                  <a:pt x="118152" y="121088"/>
                </a:lnTo>
                <a:lnTo>
                  <a:pt x="116450" y="122755"/>
                </a:lnTo>
                <a:lnTo>
                  <a:pt x="108711" y="122755"/>
                </a:lnTo>
                <a:close/>
                <a:moveTo>
                  <a:pt x="119386" y="122755"/>
                </a:moveTo>
                <a:lnTo>
                  <a:pt x="117584" y="122755"/>
                </a:lnTo>
                <a:lnTo>
                  <a:pt x="118952" y="121421"/>
                </a:lnTo>
                <a:lnTo>
                  <a:pt x="118952" y="119353"/>
                </a:lnTo>
                <a:lnTo>
                  <a:pt x="120220" y="120654"/>
                </a:lnTo>
                <a:lnTo>
                  <a:pt x="120220" y="121955"/>
                </a:lnTo>
                <a:close/>
                <a:moveTo>
                  <a:pt x="121954" y="120220"/>
                </a:moveTo>
                <a:lnTo>
                  <a:pt x="120653" y="120220"/>
                </a:lnTo>
                <a:lnTo>
                  <a:pt x="119352" y="118953"/>
                </a:lnTo>
                <a:lnTo>
                  <a:pt x="121254" y="118953"/>
                </a:lnTo>
                <a:lnTo>
                  <a:pt x="121521" y="118819"/>
                </a:lnTo>
                <a:lnTo>
                  <a:pt x="122755" y="117585"/>
                </a:lnTo>
                <a:lnTo>
                  <a:pt x="122755" y="119386"/>
                </a:lnTo>
                <a:close/>
                <a:moveTo>
                  <a:pt x="124389" y="120220"/>
                </a:moveTo>
                <a:lnTo>
                  <a:pt x="123555" y="119386"/>
                </a:lnTo>
                <a:lnTo>
                  <a:pt x="123555" y="117585"/>
                </a:lnTo>
                <a:lnTo>
                  <a:pt x="124790" y="118819"/>
                </a:lnTo>
                <a:lnTo>
                  <a:pt x="125056" y="118953"/>
                </a:lnTo>
                <a:lnTo>
                  <a:pt x="126958" y="118953"/>
                </a:lnTo>
                <a:lnTo>
                  <a:pt x="125657" y="120220"/>
                </a:lnTo>
                <a:lnTo>
                  <a:pt x="124389" y="120220"/>
                </a:lnTo>
                <a:close/>
                <a:moveTo>
                  <a:pt x="126924" y="122755"/>
                </a:moveTo>
                <a:lnTo>
                  <a:pt x="126091" y="121955"/>
                </a:lnTo>
                <a:lnTo>
                  <a:pt x="126091" y="120654"/>
                </a:lnTo>
                <a:lnTo>
                  <a:pt x="127358" y="119353"/>
                </a:lnTo>
                <a:lnTo>
                  <a:pt x="127358" y="121421"/>
                </a:lnTo>
                <a:lnTo>
                  <a:pt x="128726" y="122755"/>
                </a:lnTo>
                <a:lnTo>
                  <a:pt x="126924" y="122755"/>
                </a:lnTo>
                <a:close/>
                <a:moveTo>
                  <a:pt x="129860" y="122755"/>
                </a:moveTo>
                <a:lnTo>
                  <a:pt x="128159" y="121088"/>
                </a:lnTo>
                <a:lnTo>
                  <a:pt x="128159" y="119053"/>
                </a:lnTo>
                <a:lnTo>
                  <a:pt x="133896" y="119053"/>
                </a:lnTo>
                <a:lnTo>
                  <a:pt x="137599" y="122755"/>
                </a:lnTo>
                <a:lnTo>
                  <a:pt x="129860" y="122755"/>
                </a:lnTo>
                <a:close/>
                <a:moveTo>
                  <a:pt x="139500" y="122755"/>
                </a:moveTo>
                <a:lnTo>
                  <a:pt x="143236" y="119053"/>
                </a:lnTo>
                <a:lnTo>
                  <a:pt x="148940" y="119053"/>
                </a:lnTo>
                <a:lnTo>
                  <a:pt x="148940" y="121088"/>
                </a:lnTo>
                <a:lnTo>
                  <a:pt x="147272" y="122755"/>
                </a:lnTo>
                <a:lnTo>
                  <a:pt x="139500" y="122755"/>
                </a:lnTo>
                <a:close/>
                <a:moveTo>
                  <a:pt x="150174" y="122755"/>
                </a:moveTo>
                <a:lnTo>
                  <a:pt x="148373" y="122755"/>
                </a:lnTo>
                <a:lnTo>
                  <a:pt x="149741" y="121421"/>
                </a:lnTo>
                <a:lnTo>
                  <a:pt x="149741" y="119353"/>
                </a:lnTo>
                <a:lnTo>
                  <a:pt x="151008" y="120654"/>
                </a:lnTo>
                <a:lnTo>
                  <a:pt x="151008" y="121955"/>
                </a:lnTo>
                <a:close/>
                <a:moveTo>
                  <a:pt x="152743" y="120220"/>
                </a:moveTo>
                <a:lnTo>
                  <a:pt x="151442" y="120220"/>
                </a:lnTo>
                <a:lnTo>
                  <a:pt x="150141" y="118953"/>
                </a:lnTo>
                <a:lnTo>
                  <a:pt x="152042" y="118953"/>
                </a:lnTo>
                <a:lnTo>
                  <a:pt x="152309" y="118819"/>
                </a:lnTo>
                <a:lnTo>
                  <a:pt x="153543" y="117585"/>
                </a:lnTo>
                <a:lnTo>
                  <a:pt x="153543" y="119386"/>
                </a:lnTo>
                <a:close/>
                <a:moveTo>
                  <a:pt x="155178" y="120220"/>
                </a:moveTo>
                <a:lnTo>
                  <a:pt x="154344" y="119386"/>
                </a:lnTo>
                <a:lnTo>
                  <a:pt x="154344" y="117585"/>
                </a:lnTo>
                <a:lnTo>
                  <a:pt x="155578" y="118819"/>
                </a:lnTo>
                <a:lnTo>
                  <a:pt x="155845" y="118953"/>
                </a:lnTo>
                <a:lnTo>
                  <a:pt x="157746" y="118953"/>
                </a:lnTo>
                <a:lnTo>
                  <a:pt x="156479" y="120220"/>
                </a:lnTo>
                <a:lnTo>
                  <a:pt x="155178" y="120220"/>
                </a:lnTo>
                <a:close/>
                <a:moveTo>
                  <a:pt x="157713" y="122755"/>
                </a:moveTo>
                <a:lnTo>
                  <a:pt x="156879" y="121955"/>
                </a:lnTo>
                <a:lnTo>
                  <a:pt x="156879" y="120654"/>
                </a:lnTo>
                <a:lnTo>
                  <a:pt x="158180" y="119353"/>
                </a:lnTo>
                <a:lnTo>
                  <a:pt x="158180" y="121421"/>
                </a:lnTo>
                <a:lnTo>
                  <a:pt x="159514" y="122755"/>
                </a:lnTo>
                <a:lnTo>
                  <a:pt x="157713" y="122755"/>
                </a:lnTo>
                <a:close/>
                <a:moveTo>
                  <a:pt x="160649" y="122755"/>
                </a:moveTo>
                <a:lnTo>
                  <a:pt x="158947" y="121088"/>
                </a:lnTo>
                <a:lnTo>
                  <a:pt x="158947" y="119053"/>
                </a:lnTo>
                <a:lnTo>
                  <a:pt x="164685" y="119053"/>
                </a:lnTo>
                <a:lnTo>
                  <a:pt x="168387" y="122755"/>
                </a:lnTo>
                <a:lnTo>
                  <a:pt x="160649" y="122755"/>
                </a:lnTo>
                <a:close/>
                <a:moveTo>
                  <a:pt x="170289" y="122755"/>
                </a:moveTo>
                <a:lnTo>
                  <a:pt x="174025" y="119053"/>
                </a:lnTo>
                <a:lnTo>
                  <a:pt x="179729" y="119053"/>
                </a:lnTo>
                <a:lnTo>
                  <a:pt x="179729" y="121088"/>
                </a:lnTo>
                <a:lnTo>
                  <a:pt x="178061" y="122755"/>
                </a:lnTo>
                <a:lnTo>
                  <a:pt x="170289" y="122755"/>
                </a:lnTo>
                <a:close/>
                <a:moveTo>
                  <a:pt x="180996" y="122755"/>
                </a:moveTo>
                <a:lnTo>
                  <a:pt x="179162" y="122755"/>
                </a:lnTo>
                <a:lnTo>
                  <a:pt x="180529" y="121421"/>
                </a:lnTo>
                <a:lnTo>
                  <a:pt x="180529" y="119353"/>
                </a:lnTo>
                <a:lnTo>
                  <a:pt x="181797" y="120654"/>
                </a:lnTo>
                <a:lnTo>
                  <a:pt x="181797" y="121955"/>
                </a:lnTo>
                <a:close/>
                <a:moveTo>
                  <a:pt x="183532" y="120220"/>
                </a:moveTo>
                <a:lnTo>
                  <a:pt x="182231" y="120220"/>
                </a:lnTo>
                <a:lnTo>
                  <a:pt x="180930" y="118953"/>
                </a:lnTo>
                <a:lnTo>
                  <a:pt x="182831" y="118953"/>
                </a:lnTo>
                <a:lnTo>
                  <a:pt x="183098" y="118819"/>
                </a:lnTo>
                <a:lnTo>
                  <a:pt x="184332" y="117585"/>
                </a:lnTo>
                <a:lnTo>
                  <a:pt x="184332" y="119386"/>
                </a:lnTo>
                <a:close/>
                <a:moveTo>
                  <a:pt x="185967" y="120220"/>
                </a:moveTo>
                <a:lnTo>
                  <a:pt x="185133" y="119386"/>
                </a:lnTo>
                <a:lnTo>
                  <a:pt x="185133" y="117585"/>
                </a:lnTo>
                <a:lnTo>
                  <a:pt x="186367" y="118819"/>
                </a:lnTo>
                <a:lnTo>
                  <a:pt x="186667" y="118953"/>
                </a:lnTo>
                <a:lnTo>
                  <a:pt x="188535" y="118953"/>
                </a:lnTo>
                <a:lnTo>
                  <a:pt x="187268" y="120220"/>
                </a:lnTo>
                <a:lnTo>
                  <a:pt x="185967" y="120220"/>
                </a:lnTo>
                <a:close/>
                <a:moveTo>
                  <a:pt x="188502" y="122755"/>
                </a:moveTo>
                <a:lnTo>
                  <a:pt x="187668" y="121955"/>
                </a:lnTo>
                <a:lnTo>
                  <a:pt x="187668" y="120654"/>
                </a:lnTo>
                <a:lnTo>
                  <a:pt x="188969" y="119353"/>
                </a:lnTo>
                <a:lnTo>
                  <a:pt x="188969" y="121421"/>
                </a:lnTo>
                <a:lnTo>
                  <a:pt x="190303" y="122755"/>
                </a:lnTo>
                <a:lnTo>
                  <a:pt x="188502" y="122755"/>
                </a:lnTo>
                <a:close/>
                <a:moveTo>
                  <a:pt x="191437" y="122755"/>
                </a:moveTo>
                <a:lnTo>
                  <a:pt x="189736" y="121088"/>
                </a:lnTo>
                <a:lnTo>
                  <a:pt x="189736" y="119053"/>
                </a:lnTo>
                <a:lnTo>
                  <a:pt x="195473" y="119053"/>
                </a:lnTo>
                <a:lnTo>
                  <a:pt x="199176" y="122755"/>
                </a:lnTo>
                <a:lnTo>
                  <a:pt x="191437" y="122755"/>
                </a:lnTo>
                <a:close/>
                <a:moveTo>
                  <a:pt x="201077" y="122755"/>
                </a:moveTo>
                <a:lnTo>
                  <a:pt x="204813" y="119053"/>
                </a:lnTo>
                <a:lnTo>
                  <a:pt x="210518" y="119053"/>
                </a:lnTo>
                <a:lnTo>
                  <a:pt x="210518" y="121088"/>
                </a:lnTo>
                <a:lnTo>
                  <a:pt x="208850" y="122755"/>
                </a:lnTo>
                <a:lnTo>
                  <a:pt x="201077" y="122755"/>
                </a:lnTo>
                <a:close/>
                <a:moveTo>
                  <a:pt x="211785" y="122755"/>
                </a:moveTo>
                <a:lnTo>
                  <a:pt x="209950" y="122755"/>
                </a:lnTo>
                <a:lnTo>
                  <a:pt x="211318" y="121421"/>
                </a:lnTo>
                <a:lnTo>
                  <a:pt x="211318" y="119353"/>
                </a:lnTo>
                <a:lnTo>
                  <a:pt x="212586" y="120654"/>
                </a:lnTo>
                <a:lnTo>
                  <a:pt x="212586" y="121955"/>
                </a:lnTo>
                <a:close/>
                <a:moveTo>
                  <a:pt x="214320" y="120220"/>
                </a:moveTo>
                <a:lnTo>
                  <a:pt x="213019" y="120220"/>
                </a:lnTo>
                <a:lnTo>
                  <a:pt x="211718" y="118953"/>
                </a:lnTo>
                <a:lnTo>
                  <a:pt x="213620" y="118953"/>
                </a:lnTo>
                <a:lnTo>
                  <a:pt x="213887" y="118819"/>
                </a:lnTo>
                <a:lnTo>
                  <a:pt x="215154" y="117585"/>
                </a:lnTo>
                <a:lnTo>
                  <a:pt x="215154" y="119386"/>
                </a:lnTo>
                <a:close/>
                <a:moveTo>
                  <a:pt x="216755" y="120220"/>
                </a:moveTo>
                <a:lnTo>
                  <a:pt x="215921" y="119386"/>
                </a:lnTo>
                <a:lnTo>
                  <a:pt x="215921" y="117585"/>
                </a:lnTo>
                <a:lnTo>
                  <a:pt x="217156" y="118819"/>
                </a:lnTo>
                <a:lnTo>
                  <a:pt x="217456" y="118953"/>
                </a:lnTo>
                <a:lnTo>
                  <a:pt x="219324" y="118953"/>
                </a:lnTo>
                <a:lnTo>
                  <a:pt x="218056" y="120220"/>
                </a:lnTo>
                <a:lnTo>
                  <a:pt x="216755" y="120220"/>
                </a:lnTo>
                <a:close/>
                <a:moveTo>
                  <a:pt x="219290" y="122755"/>
                </a:moveTo>
                <a:lnTo>
                  <a:pt x="218457" y="121955"/>
                </a:lnTo>
                <a:lnTo>
                  <a:pt x="218457" y="120654"/>
                </a:lnTo>
                <a:lnTo>
                  <a:pt x="219757" y="119353"/>
                </a:lnTo>
                <a:lnTo>
                  <a:pt x="219757" y="121421"/>
                </a:lnTo>
                <a:lnTo>
                  <a:pt x="221092" y="122755"/>
                </a:lnTo>
                <a:lnTo>
                  <a:pt x="219290" y="122755"/>
                </a:lnTo>
                <a:close/>
                <a:moveTo>
                  <a:pt x="222226" y="122755"/>
                </a:moveTo>
                <a:lnTo>
                  <a:pt x="220558" y="121088"/>
                </a:lnTo>
                <a:lnTo>
                  <a:pt x="220558" y="119053"/>
                </a:lnTo>
                <a:lnTo>
                  <a:pt x="226262" y="119053"/>
                </a:lnTo>
                <a:lnTo>
                  <a:pt x="229965" y="122755"/>
                </a:lnTo>
                <a:lnTo>
                  <a:pt x="222226" y="122755"/>
                </a:lnTo>
                <a:close/>
                <a:moveTo>
                  <a:pt x="231866" y="122755"/>
                </a:moveTo>
                <a:lnTo>
                  <a:pt x="235602" y="119053"/>
                </a:lnTo>
                <a:lnTo>
                  <a:pt x="241306" y="119053"/>
                </a:lnTo>
                <a:lnTo>
                  <a:pt x="241306" y="121088"/>
                </a:lnTo>
                <a:lnTo>
                  <a:pt x="239638" y="122755"/>
                </a:lnTo>
                <a:lnTo>
                  <a:pt x="231866" y="122755"/>
                </a:lnTo>
                <a:close/>
                <a:moveTo>
                  <a:pt x="242574" y="122755"/>
                </a:moveTo>
                <a:lnTo>
                  <a:pt x="240739" y="122755"/>
                </a:lnTo>
                <a:lnTo>
                  <a:pt x="242107" y="121421"/>
                </a:lnTo>
                <a:lnTo>
                  <a:pt x="242107" y="119353"/>
                </a:lnTo>
                <a:lnTo>
                  <a:pt x="243408" y="120654"/>
                </a:lnTo>
                <a:lnTo>
                  <a:pt x="243408" y="121955"/>
                </a:lnTo>
                <a:close/>
                <a:moveTo>
                  <a:pt x="245943" y="119420"/>
                </a:moveTo>
                <a:lnTo>
                  <a:pt x="245109" y="120220"/>
                </a:lnTo>
                <a:lnTo>
                  <a:pt x="243808" y="120220"/>
                </a:lnTo>
                <a:lnTo>
                  <a:pt x="242507" y="118953"/>
                </a:lnTo>
                <a:lnTo>
                  <a:pt x="244408" y="118953"/>
                </a:lnTo>
                <a:lnTo>
                  <a:pt x="244675" y="118819"/>
                </a:lnTo>
                <a:lnTo>
                  <a:pt x="245909" y="117585"/>
                </a:lnTo>
                <a:lnTo>
                  <a:pt x="245909" y="119420"/>
                </a:lnTo>
                <a:close/>
                <a:moveTo>
                  <a:pt x="245943" y="116484"/>
                </a:moveTo>
                <a:lnTo>
                  <a:pt x="244242" y="118152"/>
                </a:lnTo>
                <a:lnTo>
                  <a:pt x="242207" y="118152"/>
                </a:lnTo>
                <a:lnTo>
                  <a:pt x="242207" y="112448"/>
                </a:lnTo>
                <a:lnTo>
                  <a:pt x="245943" y="108712"/>
                </a:lnTo>
                <a:close/>
                <a:moveTo>
                  <a:pt x="245943" y="106811"/>
                </a:moveTo>
                <a:lnTo>
                  <a:pt x="242207" y="103108"/>
                </a:lnTo>
                <a:lnTo>
                  <a:pt x="242207" y="97371"/>
                </a:lnTo>
                <a:lnTo>
                  <a:pt x="244242" y="97371"/>
                </a:lnTo>
                <a:lnTo>
                  <a:pt x="245943" y="99072"/>
                </a:lnTo>
                <a:close/>
                <a:moveTo>
                  <a:pt x="245109" y="95302"/>
                </a:moveTo>
                <a:lnTo>
                  <a:pt x="245943" y="96136"/>
                </a:lnTo>
                <a:lnTo>
                  <a:pt x="245943" y="97938"/>
                </a:lnTo>
                <a:lnTo>
                  <a:pt x="244675" y="96703"/>
                </a:lnTo>
                <a:lnTo>
                  <a:pt x="244408" y="96603"/>
                </a:lnTo>
                <a:lnTo>
                  <a:pt x="242507" y="96603"/>
                </a:lnTo>
                <a:lnTo>
                  <a:pt x="243808" y="95302"/>
                </a:lnTo>
                <a:lnTo>
                  <a:pt x="245109" y="95302"/>
                </a:lnTo>
                <a:close/>
                <a:moveTo>
                  <a:pt x="243374" y="93601"/>
                </a:moveTo>
                <a:lnTo>
                  <a:pt x="243374" y="94902"/>
                </a:lnTo>
                <a:lnTo>
                  <a:pt x="242107" y="96170"/>
                </a:lnTo>
                <a:lnTo>
                  <a:pt x="242107" y="94135"/>
                </a:lnTo>
                <a:lnTo>
                  <a:pt x="240739" y="92767"/>
                </a:lnTo>
                <a:lnTo>
                  <a:pt x="242574" y="92767"/>
                </a:lnTo>
                <a:close/>
                <a:moveTo>
                  <a:pt x="242574" y="91967"/>
                </a:moveTo>
                <a:lnTo>
                  <a:pt x="240739" y="91967"/>
                </a:lnTo>
                <a:lnTo>
                  <a:pt x="242107" y="90632"/>
                </a:lnTo>
                <a:lnTo>
                  <a:pt x="242107" y="88564"/>
                </a:lnTo>
                <a:lnTo>
                  <a:pt x="243374" y="89865"/>
                </a:lnTo>
                <a:lnTo>
                  <a:pt x="243374" y="91166"/>
                </a:lnTo>
                <a:close/>
                <a:moveTo>
                  <a:pt x="245943" y="88598"/>
                </a:moveTo>
                <a:lnTo>
                  <a:pt x="245109" y="89432"/>
                </a:lnTo>
                <a:lnTo>
                  <a:pt x="243808" y="89432"/>
                </a:lnTo>
                <a:lnTo>
                  <a:pt x="242507" y="88164"/>
                </a:lnTo>
                <a:lnTo>
                  <a:pt x="244408" y="88164"/>
                </a:lnTo>
                <a:lnTo>
                  <a:pt x="244675" y="88031"/>
                </a:lnTo>
                <a:lnTo>
                  <a:pt x="245909" y="86796"/>
                </a:lnTo>
                <a:lnTo>
                  <a:pt x="245909" y="88598"/>
                </a:lnTo>
                <a:close/>
                <a:moveTo>
                  <a:pt x="245943" y="85696"/>
                </a:moveTo>
                <a:lnTo>
                  <a:pt x="244242" y="87363"/>
                </a:lnTo>
                <a:lnTo>
                  <a:pt x="242207" y="87363"/>
                </a:lnTo>
                <a:lnTo>
                  <a:pt x="242207" y="81659"/>
                </a:lnTo>
                <a:lnTo>
                  <a:pt x="245943" y="77923"/>
                </a:lnTo>
                <a:close/>
                <a:moveTo>
                  <a:pt x="245943" y="76022"/>
                </a:moveTo>
                <a:lnTo>
                  <a:pt x="242207" y="72286"/>
                </a:lnTo>
                <a:lnTo>
                  <a:pt x="242207" y="66582"/>
                </a:lnTo>
                <a:lnTo>
                  <a:pt x="244242" y="66582"/>
                </a:lnTo>
                <a:lnTo>
                  <a:pt x="245943" y="68283"/>
                </a:lnTo>
                <a:close/>
                <a:moveTo>
                  <a:pt x="245109" y="64514"/>
                </a:moveTo>
                <a:lnTo>
                  <a:pt x="245943" y="65348"/>
                </a:lnTo>
                <a:lnTo>
                  <a:pt x="245943" y="67149"/>
                </a:lnTo>
                <a:lnTo>
                  <a:pt x="244675" y="65915"/>
                </a:lnTo>
                <a:lnTo>
                  <a:pt x="244408" y="65781"/>
                </a:lnTo>
                <a:lnTo>
                  <a:pt x="242507" y="65781"/>
                </a:lnTo>
                <a:lnTo>
                  <a:pt x="243808" y="64514"/>
                </a:lnTo>
                <a:lnTo>
                  <a:pt x="245109" y="64514"/>
                </a:lnTo>
                <a:close/>
                <a:moveTo>
                  <a:pt x="243374" y="62779"/>
                </a:moveTo>
                <a:lnTo>
                  <a:pt x="243374" y="64080"/>
                </a:lnTo>
                <a:lnTo>
                  <a:pt x="242107" y="65381"/>
                </a:lnTo>
                <a:lnTo>
                  <a:pt x="242107" y="63313"/>
                </a:lnTo>
                <a:lnTo>
                  <a:pt x="240739" y="61979"/>
                </a:lnTo>
                <a:lnTo>
                  <a:pt x="242574" y="61979"/>
                </a:lnTo>
                <a:close/>
                <a:moveTo>
                  <a:pt x="242574" y="61178"/>
                </a:moveTo>
                <a:lnTo>
                  <a:pt x="240739" y="61178"/>
                </a:lnTo>
                <a:lnTo>
                  <a:pt x="242107" y="59844"/>
                </a:lnTo>
                <a:lnTo>
                  <a:pt x="242107" y="57776"/>
                </a:lnTo>
                <a:lnTo>
                  <a:pt x="243374" y="59077"/>
                </a:lnTo>
                <a:lnTo>
                  <a:pt x="243374" y="60377"/>
                </a:lnTo>
                <a:close/>
                <a:moveTo>
                  <a:pt x="245943" y="57809"/>
                </a:moveTo>
                <a:lnTo>
                  <a:pt x="245109" y="58643"/>
                </a:lnTo>
                <a:lnTo>
                  <a:pt x="243808" y="58643"/>
                </a:lnTo>
                <a:lnTo>
                  <a:pt x="242507" y="57375"/>
                </a:lnTo>
                <a:lnTo>
                  <a:pt x="244408" y="57375"/>
                </a:lnTo>
                <a:lnTo>
                  <a:pt x="244675" y="57242"/>
                </a:lnTo>
                <a:lnTo>
                  <a:pt x="245909" y="56008"/>
                </a:lnTo>
                <a:lnTo>
                  <a:pt x="245909" y="57809"/>
                </a:lnTo>
                <a:close/>
                <a:moveTo>
                  <a:pt x="245943" y="54874"/>
                </a:moveTo>
                <a:lnTo>
                  <a:pt x="244242" y="56575"/>
                </a:lnTo>
                <a:lnTo>
                  <a:pt x="242207" y="56575"/>
                </a:lnTo>
                <a:lnTo>
                  <a:pt x="242207" y="50871"/>
                </a:lnTo>
                <a:lnTo>
                  <a:pt x="245943" y="47135"/>
                </a:lnTo>
                <a:close/>
                <a:moveTo>
                  <a:pt x="245943" y="45233"/>
                </a:moveTo>
                <a:lnTo>
                  <a:pt x="242207" y="41497"/>
                </a:lnTo>
                <a:lnTo>
                  <a:pt x="242207" y="35793"/>
                </a:lnTo>
                <a:lnTo>
                  <a:pt x="244242" y="35793"/>
                </a:lnTo>
                <a:lnTo>
                  <a:pt x="245943" y="37461"/>
                </a:lnTo>
                <a:close/>
                <a:moveTo>
                  <a:pt x="245109" y="33725"/>
                </a:moveTo>
                <a:lnTo>
                  <a:pt x="245943" y="34559"/>
                </a:lnTo>
                <a:lnTo>
                  <a:pt x="245943" y="36360"/>
                </a:lnTo>
                <a:lnTo>
                  <a:pt x="244675" y="35126"/>
                </a:lnTo>
                <a:lnTo>
                  <a:pt x="244408" y="34993"/>
                </a:lnTo>
                <a:lnTo>
                  <a:pt x="242507" y="34993"/>
                </a:lnTo>
                <a:lnTo>
                  <a:pt x="243808" y="33725"/>
                </a:lnTo>
                <a:lnTo>
                  <a:pt x="245109" y="33725"/>
                </a:lnTo>
                <a:close/>
                <a:moveTo>
                  <a:pt x="243374" y="31990"/>
                </a:moveTo>
                <a:lnTo>
                  <a:pt x="243374" y="33291"/>
                </a:lnTo>
                <a:lnTo>
                  <a:pt x="242107" y="34592"/>
                </a:lnTo>
                <a:lnTo>
                  <a:pt x="242107" y="32524"/>
                </a:lnTo>
                <a:lnTo>
                  <a:pt x="240739" y="31190"/>
                </a:lnTo>
                <a:lnTo>
                  <a:pt x="242574" y="31190"/>
                </a:lnTo>
                <a:close/>
                <a:moveTo>
                  <a:pt x="242574" y="30389"/>
                </a:moveTo>
                <a:lnTo>
                  <a:pt x="240739" y="30389"/>
                </a:lnTo>
                <a:lnTo>
                  <a:pt x="242107" y="29055"/>
                </a:lnTo>
                <a:lnTo>
                  <a:pt x="242107" y="26987"/>
                </a:lnTo>
                <a:lnTo>
                  <a:pt x="243374" y="28254"/>
                </a:lnTo>
                <a:lnTo>
                  <a:pt x="243374" y="29555"/>
                </a:lnTo>
                <a:close/>
                <a:moveTo>
                  <a:pt x="245943" y="27020"/>
                </a:moveTo>
                <a:lnTo>
                  <a:pt x="245109" y="27854"/>
                </a:lnTo>
                <a:lnTo>
                  <a:pt x="243808" y="27854"/>
                </a:lnTo>
                <a:lnTo>
                  <a:pt x="242507" y="26553"/>
                </a:lnTo>
                <a:lnTo>
                  <a:pt x="244408" y="26553"/>
                </a:lnTo>
                <a:lnTo>
                  <a:pt x="244675" y="26453"/>
                </a:lnTo>
                <a:lnTo>
                  <a:pt x="245909" y="25219"/>
                </a:lnTo>
                <a:lnTo>
                  <a:pt x="245909" y="27020"/>
                </a:lnTo>
                <a:close/>
                <a:moveTo>
                  <a:pt x="245943" y="24085"/>
                </a:moveTo>
                <a:lnTo>
                  <a:pt x="244242" y="25786"/>
                </a:lnTo>
                <a:lnTo>
                  <a:pt x="242207" y="25786"/>
                </a:lnTo>
                <a:lnTo>
                  <a:pt x="242207" y="20049"/>
                </a:lnTo>
                <a:lnTo>
                  <a:pt x="245943" y="16346"/>
                </a:lnTo>
                <a:close/>
                <a:moveTo>
                  <a:pt x="245943" y="14445"/>
                </a:moveTo>
                <a:lnTo>
                  <a:pt x="242207" y="10709"/>
                </a:lnTo>
                <a:lnTo>
                  <a:pt x="242207" y="5004"/>
                </a:lnTo>
                <a:lnTo>
                  <a:pt x="244242" y="5004"/>
                </a:lnTo>
                <a:lnTo>
                  <a:pt x="245943" y="6672"/>
                </a:lnTo>
                <a:close/>
                <a:moveTo>
                  <a:pt x="245943" y="5572"/>
                </a:moveTo>
                <a:lnTo>
                  <a:pt x="244675" y="4337"/>
                </a:lnTo>
                <a:lnTo>
                  <a:pt x="244408" y="4204"/>
                </a:lnTo>
                <a:lnTo>
                  <a:pt x="242507" y="4204"/>
                </a:lnTo>
                <a:lnTo>
                  <a:pt x="243808" y="2936"/>
                </a:lnTo>
                <a:lnTo>
                  <a:pt x="245109" y="2936"/>
                </a:lnTo>
                <a:lnTo>
                  <a:pt x="245943" y="3737"/>
                </a:lnTo>
                <a:lnTo>
                  <a:pt x="245943" y="5572"/>
                </a:lnTo>
                <a:close/>
              </a:path>
            </a:pathLst>
          </a:custGeom>
          <a:solidFill>
            <a:srgbClr val="594129">
              <a:alpha val="5137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0" name="Google Shape;70;p6"/>
          <p:cNvGrpSpPr/>
          <p:nvPr/>
        </p:nvGrpSpPr>
        <p:grpSpPr>
          <a:xfrm>
            <a:off x="7839776" y="-1"/>
            <a:ext cx="1304277" cy="1306311"/>
            <a:chOff x="7839776" y="-1"/>
            <a:chExt cx="1304277" cy="1306311"/>
          </a:xfrm>
        </p:grpSpPr>
        <p:sp>
          <p:nvSpPr>
            <p:cNvPr id="71" name="Google Shape;71;p6"/>
            <p:cNvSpPr/>
            <p:nvPr/>
          </p:nvSpPr>
          <p:spPr>
            <a:xfrm>
              <a:off x="8491926" y="-1"/>
              <a:ext cx="652127" cy="653161"/>
            </a:xfrm>
            <a:custGeom>
              <a:rect b="b" l="l" r="r" t="t"/>
              <a:pathLst>
                <a:path extrusionOk="0" h="147774" w="147540">
                  <a:moveTo>
                    <a:pt x="146839" y="72352"/>
                  </a:moveTo>
                  <a:lnTo>
                    <a:pt x="126624" y="52105"/>
                  </a:lnTo>
                  <a:lnTo>
                    <a:pt x="126624" y="23517"/>
                  </a:lnTo>
                  <a:cubicBezTo>
                    <a:pt x="126624" y="22217"/>
                    <a:pt x="125557" y="21149"/>
                    <a:pt x="124256" y="21149"/>
                  </a:cubicBezTo>
                  <a:lnTo>
                    <a:pt x="95669" y="21149"/>
                  </a:lnTo>
                  <a:lnTo>
                    <a:pt x="75454" y="935"/>
                  </a:lnTo>
                  <a:cubicBezTo>
                    <a:pt x="74520" y="1"/>
                    <a:pt x="73019" y="1"/>
                    <a:pt x="72119" y="935"/>
                  </a:cubicBezTo>
                  <a:lnTo>
                    <a:pt x="51871" y="21149"/>
                  </a:lnTo>
                  <a:lnTo>
                    <a:pt x="23284" y="21149"/>
                  </a:lnTo>
                  <a:cubicBezTo>
                    <a:pt x="21983" y="21149"/>
                    <a:pt x="20915" y="22217"/>
                    <a:pt x="20915" y="23517"/>
                  </a:cubicBezTo>
                  <a:lnTo>
                    <a:pt x="20915" y="52105"/>
                  </a:lnTo>
                  <a:lnTo>
                    <a:pt x="701" y="72319"/>
                  </a:lnTo>
                  <a:cubicBezTo>
                    <a:pt x="267" y="72786"/>
                    <a:pt x="0" y="73386"/>
                    <a:pt x="0" y="73987"/>
                  </a:cubicBezTo>
                  <a:cubicBezTo>
                    <a:pt x="0" y="74621"/>
                    <a:pt x="267" y="75221"/>
                    <a:pt x="701" y="75655"/>
                  </a:cubicBezTo>
                  <a:lnTo>
                    <a:pt x="20915" y="95903"/>
                  </a:lnTo>
                  <a:lnTo>
                    <a:pt x="20915" y="124490"/>
                  </a:lnTo>
                  <a:cubicBezTo>
                    <a:pt x="20915" y="125791"/>
                    <a:pt x="21983" y="126858"/>
                    <a:pt x="23284" y="126858"/>
                  </a:cubicBezTo>
                  <a:lnTo>
                    <a:pt x="51871" y="126858"/>
                  </a:lnTo>
                  <a:lnTo>
                    <a:pt x="72119" y="147073"/>
                  </a:lnTo>
                  <a:cubicBezTo>
                    <a:pt x="72552" y="147506"/>
                    <a:pt x="73153" y="147773"/>
                    <a:pt x="73786" y="147773"/>
                  </a:cubicBezTo>
                  <a:cubicBezTo>
                    <a:pt x="74387" y="147773"/>
                    <a:pt x="74987" y="147506"/>
                    <a:pt x="75421" y="147073"/>
                  </a:cubicBezTo>
                  <a:lnTo>
                    <a:pt x="95669" y="126858"/>
                  </a:lnTo>
                  <a:lnTo>
                    <a:pt x="124256" y="126858"/>
                  </a:lnTo>
                  <a:cubicBezTo>
                    <a:pt x="125557" y="126858"/>
                    <a:pt x="126624" y="125791"/>
                    <a:pt x="126624" y="124490"/>
                  </a:cubicBezTo>
                  <a:lnTo>
                    <a:pt x="126624" y="95903"/>
                  </a:lnTo>
                  <a:lnTo>
                    <a:pt x="146839" y="75655"/>
                  </a:lnTo>
                  <a:cubicBezTo>
                    <a:pt x="147272" y="75221"/>
                    <a:pt x="147539" y="74621"/>
                    <a:pt x="147539" y="73987"/>
                  </a:cubicBezTo>
                  <a:cubicBezTo>
                    <a:pt x="147539" y="73386"/>
                    <a:pt x="147306" y="72786"/>
                    <a:pt x="146839" y="72352"/>
                  </a:cubicBezTo>
                  <a:close/>
                  <a:moveTo>
                    <a:pt x="122621" y="93267"/>
                  </a:moveTo>
                  <a:cubicBezTo>
                    <a:pt x="122154" y="93701"/>
                    <a:pt x="121921" y="94301"/>
                    <a:pt x="121921" y="94935"/>
                  </a:cubicBezTo>
                  <a:lnTo>
                    <a:pt x="121921" y="122155"/>
                  </a:lnTo>
                  <a:lnTo>
                    <a:pt x="94701" y="122155"/>
                  </a:lnTo>
                  <a:cubicBezTo>
                    <a:pt x="94068" y="122155"/>
                    <a:pt x="93467" y="122388"/>
                    <a:pt x="93034" y="122822"/>
                  </a:cubicBezTo>
                  <a:lnTo>
                    <a:pt x="73786" y="142102"/>
                  </a:lnTo>
                  <a:lnTo>
                    <a:pt x="54506" y="122855"/>
                  </a:lnTo>
                  <a:cubicBezTo>
                    <a:pt x="54072" y="122388"/>
                    <a:pt x="53472" y="122155"/>
                    <a:pt x="52838" y="122155"/>
                  </a:cubicBezTo>
                  <a:lnTo>
                    <a:pt x="25619" y="122155"/>
                  </a:lnTo>
                  <a:lnTo>
                    <a:pt x="25619" y="94935"/>
                  </a:lnTo>
                  <a:cubicBezTo>
                    <a:pt x="25619" y="94301"/>
                    <a:pt x="25385" y="93701"/>
                    <a:pt x="24952" y="93267"/>
                  </a:cubicBezTo>
                  <a:lnTo>
                    <a:pt x="5671" y="74020"/>
                  </a:lnTo>
                  <a:lnTo>
                    <a:pt x="24952" y="54740"/>
                  </a:lnTo>
                  <a:cubicBezTo>
                    <a:pt x="25385" y="54306"/>
                    <a:pt x="25619" y="53706"/>
                    <a:pt x="25619" y="53105"/>
                  </a:cubicBezTo>
                  <a:lnTo>
                    <a:pt x="25619" y="25852"/>
                  </a:lnTo>
                  <a:lnTo>
                    <a:pt x="52838" y="25852"/>
                  </a:lnTo>
                  <a:cubicBezTo>
                    <a:pt x="53472" y="25852"/>
                    <a:pt x="54072" y="25619"/>
                    <a:pt x="54506" y="25185"/>
                  </a:cubicBezTo>
                  <a:lnTo>
                    <a:pt x="73786" y="5905"/>
                  </a:lnTo>
                  <a:lnTo>
                    <a:pt x="93034" y="25185"/>
                  </a:lnTo>
                  <a:cubicBezTo>
                    <a:pt x="93467" y="25619"/>
                    <a:pt x="94068" y="25852"/>
                    <a:pt x="94701" y="25852"/>
                  </a:cubicBezTo>
                  <a:lnTo>
                    <a:pt x="121921" y="25852"/>
                  </a:lnTo>
                  <a:lnTo>
                    <a:pt x="121921" y="53072"/>
                  </a:lnTo>
                  <a:cubicBezTo>
                    <a:pt x="121921" y="53706"/>
                    <a:pt x="122154" y="54306"/>
                    <a:pt x="122588" y="54740"/>
                  </a:cubicBezTo>
                  <a:lnTo>
                    <a:pt x="141868" y="73987"/>
                  </a:lnTo>
                  <a:close/>
                </a:path>
              </a:pathLst>
            </a:custGeom>
            <a:solidFill>
              <a:srgbClr val="9575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6"/>
            <p:cNvSpPr/>
            <p:nvPr/>
          </p:nvSpPr>
          <p:spPr>
            <a:xfrm>
              <a:off x="7839776" y="-1"/>
              <a:ext cx="652127" cy="653161"/>
            </a:xfrm>
            <a:custGeom>
              <a:rect b="b" l="l" r="r" t="t"/>
              <a:pathLst>
                <a:path extrusionOk="0" h="147774" w="147540">
                  <a:moveTo>
                    <a:pt x="146839" y="72352"/>
                  </a:moveTo>
                  <a:lnTo>
                    <a:pt x="126624" y="52105"/>
                  </a:lnTo>
                  <a:lnTo>
                    <a:pt x="126624" y="23517"/>
                  </a:lnTo>
                  <a:cubicBezTo>
                    <a:pt x="126624" y="22217"/>
                    <a:pt x="125557" y="21149"/>
                    <a:pt x="124256" y="21149"/>
                  </a:cubicBezTo>
                  <a:lnTo>
                    <a:pt x="95669" y="21149"/>
                  </a:lnTo>
                  <a:lnTo>
                    <a:pt x="75454" y="935"/>
                  </a:lnTo>
                  <a:cubicBezTo>
                    <a:pt x="74520" y="1"/>
                    <a:pt x="73019" y="1"/>
                    <a:pt x="72119" y="935"/>
                  </a:cubicBezTo>
                  <a:lnTo>
                    <a:pt x="51871" y="21149"/>
                  </a:lnTo>
                  <a:lnTo>
                    <a:pt x="23284" y="21149"/>
                  </a:lnTo>
                  <a:cubicBezTo>
                    <a:pt x="21983" y="21149"/>
                    <a:pt x="20915" y="22217"/>
                    <a:pt x="20915" y="23517"/>
                  </a:cubicBezTo>
                  <a:lnTo>
                    <a:pt x="20915" y="52105"/>
                  </a:lnTo>
                  <a:lnTo>
                    <a:pt x="701" y="72319"/>
                  </a:lnTo>
                  <a:cubicBezTo>
                    <a:pt x="267" y="72786"/>
                    <a:pt x="0" y="73386"/>
                    <a:pt x="0" y="73987"/>
                  </a:cubicBezTo>
                  <a:cubicBezTo>
                    <a:pt x="0" y="74621"/>
                    <a:pt x="267" y="75221"/>
                    <a:pt x="701" y="75655"/>
                  </a:cubicBezTo>
                  <a:lnTo>
                    <a:pt x="20915" y="95903"/>
                  </a:lnTo>
                  <a:lnTo>
                    <a:pt x="20915" y="124490"/>
                  </a:lnTo>
                  <a:cubicBezTo>
                    <a:pt x="20915" y="125791"/>
                    <a:pt x="21983" y="126858"/>
                    <a:pt x="23284" y="126858"/>
                  </a:cubicBezTo>
                  <a:lnTo>
                    <a:pt x="51871" y="126858"/>
                  </a:lnTo>
                  <a:lnTo>
                    <a:pt x="72119" y="147073"/>
                  </a:lnTo>
                  <a:cubicBezTo>
                    <a:pt x="72552" y="147506"/>
                    <a:pt x="73153" y="147773"/>
                    <a:pt x="73786" y="147773"/>
                  </a:cubicBezTo>
                  <a:cubicBezTo>
                    <a:pt x="74387" y="147773"/>
                    <a:pt x="74987" y="147506"/>
                    <a:pt x="75421" y="147073"/>
                  </a:cubicBezTo>
                  <a:lnTo>
                    <a:pt x="95669" y="126858"/>
                  </a:lnTo>
                  <a:lnTo>
                    <a:pt x="124256" y="126858"/>
                  </a:lnTo>
                  <a:cubicBezTo>
                    <a:pt x="125557" y="126858"/>
                    <a:pt x="126624" y="125791"/>
                    <a:pt x="126624" y="124490"/>
                  </a:cubicBezTo>
                  <a:lnTo>
                    <a:pt x="126624" y="95903"/>
                  </a:lnTo>
                  <a:lnTo>
                    <a:pt x="146839" y="75655"/>
                  </a:lnTo>
                  <a:cubicBezTo>
                    <a:pt x="147272" y="75221"/>
                    <a:pt x="147539" y="74621"/>
                    <a:pt x="147539" y="73987"/>
                  </a:cubicBezTo>
                  <a:cubicBezTo>
                    <a:pt x="147539" y="73386"/>
                    <a:pt x="147306" y="72786"/>
                    <a:pt x="146839" y="72352"/>
                  </a:cubicBezTo>
                  <a:close/>
                  <a:moveTo>
                    <a:pt x="122621" y="93267"/>
                  </a:moveTo>
                  <a:cubicBezTo>
                    <a:pt x="122154" y="93701"/>
                    <a:pt x="121921" y="94301"/>
                    <a:pt x="121921" y="94935"/>
                  </a:cubicBezTo>
                  <a:lnTo>
                    <a:pt x="121921" y="122155"/>
                  </a:lnTo>
                  <a:lnTo>
                    <a:pt x="94701" y="122155"/>
                  </a:lnTo>
                  <a:cubicBezTo>
                    <a:pt x="94068" y="122155"/>
                    <a:pt x="93467" y="122388"/>
                    <a:pt x="93034" y="122822"/>
                  </a:cubicBezTo>
                  <a:lnTo>
                    <a:pt x="73786" y="142102"/>
                  </a:lnTo>
                  <a:lnTo>
                    <a:pt x="54506" y="122855"/>
                  </a:lnTo>
                  <a:cubicBezTo>
                    <a:pt x="54072" y="122388"/>
                    <a:pt x="53472" y="122155"/>
                    <a:pt x="52838" y="122155"/>
                  </a:cubicBezTo>
                  <a:lnTo>
                    <a:pt x="25619" y="122155"/>
                  </a:lnTo>
                  <a:lnTo>
                    <a:pt x="25619" y="94935"/>
                  </a:lnTo>
                  <a:cubicBezTo>
                    <a:pt x="25619" y="94301"/>
                    <a:pt x="25385" y="93701"/>
                    <a:pt x="24952" y="93267"/>
                  </a:cubicBezTo>
                  <a:lnTo>
                    <a:pt x="5671" y="74020"/>
                  </a:lnTo>
                  <a:lnTo>
                    <a:pt x="24952" y="54740"/>
                  </a:lnTo>
                  <a:cubicBezTo>
                    <a:pt x="25385" y="54306"/>
                    <a:pt x="25619" y="53706"/>
                    <a:pt x="25619" y="53105"/>
                  </a:cubicBezTo>
                  <a:lnTo>
                    <a:pt x="25619" y="25852"/>
                  </a:lnTo>
                  <a:lnTo>
                    <a:pt x="52838" y="25852"/>
                  </a:lnTo>
                  <a:cubicBezTo>
                    <a:pt x="53472" y="25852"/>
                    <a:pt x="54072" y="25619"/>
                    <a:pt x="54506" y="25185"/>
                  </a:cubicBezTo>
                  <a:lnTo>
                    <a:pt x="73786" y="5905"/>
                  </a:lnTo>
                  <a:lnTo>
                    <a:pt x="93034" y="25185"/>
                  </a:lnTo>
                  <a:cubicBezTo>
                    <a:pt x="93467" y="25619"/>
                    <a:pt x="94068" y="25852"/>
                    <a:pt x="94701" y="25852"/>
                  </a:cubicBezTo>
                  <a:lnTo>
                    <a:pt x="121921" y="25852"/>
                  </a:lnTo>
                  <a:lnTo>
                    <a:pt x="121921" y="53072"/>
                  </a:lnTo>
                  <a:cubicBezTo>
                    <a:pt x="121921" y="53706"/>
                    <a:pt x="122154" y="54306"/>
                    <a:pt x="122588" y="54740"/>
                  </a:cubicBezTo>
                  <a:lnTo>
                    <a:pt x="141868" y="73987"/>
                  </a:lnTo>
                  <a:close/>
                </a:path>
              </a:pathLst>
            </a:custGeom>
            <a:solidFill>
              <a:srgbClr val="9575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6"/>
            <p:cNvSpPr/>
            <p:nvPr/>
          </p:nvSpPr>
          <p:spPr>
            <a:xfrm>
              <a:off x="8491926" y="653149"/>
              <a:ext cx="652127" cy="653161"/>
            </a:xfrm>
            <a:custGeom>
              <a:rect b="b" l="l" r="r" t="t"/>
              <a:pathLst>
                <a:path extrusionOk="0" h="147774" w="147540">
                  <a:moveTo>
                    <a:pt x="146839" y="72352"/>
                  </a:moveTo>
                  <a:lnTo>
                    <a:pt x="126624" y="52105"/>
                  </a:lnTo>
                  <a:lnTo>
                    <a:pt x="126624" y="23517"/>
                  </a:lnTo>
                  <a:cubicBezTo>
                    <a:pt x="126624" y="22217"/>
                    <a:pt x="125557" y="21149"/>
                    <a:pt x="124256" y="21149"/>
                  </a:cubicBezTo>
                  <a:lnTo>
                    <a:pt x="95669" y="21149"/>
                  </a:lnTo>
                  <a:lnTo>
                    <a:pt x="75454" y="935"/>
                  </a:lnTo>
                  <a:cubicBezTo>
                    <a:pt x="74520" y="1"/>
                    <a:pt x="73019" y="1"/>
                    <a:pt x="72119" y="935"/>
                  </a:cubicBezTo>
                  <a:lnTo>
                    <a:pt x="51871" y="21149"/>
                  </a:lnTo>
                  <a:lnTo>
                    <a:pt x="23284" y="21149"/>
                  </a:lnTo>
                  <a:cubicBezTo>
                    <a:pt x="21983" y="21149"/>
                    <a:pt x="20915" y="22217"/>
                    <a:pt x="20915" y="23517"/>
                  </a:cubicBezTo>
                  <a:lnTo>
                    <a:pt x="20915" y="52105"/>
                  </a:lnTo>
                  <a:lnTo>
                    <a:pt x="701" y="72319"/>
                  </a:lnTo>
                  <a:cubicBezTo>
                    <a:pt x="267" y="72786"/>
                    <a:pt x="0" y="73386"/>
                    <a:pt x="0" y="73987"/>
                  </a:cubicBezTo>
                  <a:cubicBezTo>
                    <a:pt x="0" y="74621"/>
                    <a:pt x="267" y="75221"/>
                    <a:pt x="701" y="75655"/>
                  </a:cubicBezTo>
                  <a:lnTo>
                    <a:pt x="20915" y="95903"/>
                  </a:lnTo>
                  <a:lnTo>
                    <a:pt x="20915" y="124490"/>
                  </a:lnTo>
                  <a:cubicBezTo>
                    <a:pt x="20915" y="125791"/>
                    <a:pt x="21983" y="126858"/>
                    <a:pt x="23284" y="126858"/>
                  </a:cubicBezTo>
                  <a:lnTo>
                    <a:pt x="51871" y="126858"/>
                  </a:lnTo>
                  <a:lnTo>
                    <a:pt x="72119" y="147073"/>
                  </a:lnTo>
                  <a:cubicBezTo>
                    <a:pt x="72552" y="147506"/>
                    <a:pt x="73153" y="147773"/>
                    <a:pt x="73786" y="147773"/>
                  </a:cubicBezTo>
                  <a:cubicBezTo>
                    <a:pt x="74387" y="147773"/>
                    <a:pt x="74987" y="147506"/>
                    <a:pt x="75421" y="147073"/>
                  </a:cubicBezTo>
                  <a:lnTo>
                    <a:pt x="95669" y="126858"/>
                  </a:lnTo>
                  <a:lnTo>
                    <a:pt x="124256" y="126858"/>
                  </a:lnTo>
                  <a:cubicBezTo>
                    <a:pt x="125557" y="126858"/>
                    <a:pt x="126624" y="125791"/>
                    <a:pt x="126624" y="124490"/>
                  </a:cubicBezTo>
                  <a:lnTo>
                    <a:pt x="126624" y="95903"/>
                  </a:lnTo>
                  <a:lnTo>
                    <a:pt x="146839" y="75655"/>
                  </a:lnTo>
                  <a:cubicBezTo>
                    <a:pt x="147272" y="75221"/>
                    <a:pt x="147539" y="74621"/>
                    <a:pt x="147539" y="73987"/>
                  </a:cubicBezTo>
                  <a:cubicBezTo>
                    <a:pt x="147539" y="73386"/>
                    <a:pt x="147306" y="72786"/>
                    <a:pt x="146839" y="72352"/>
                  </a:cubicBezTo>
                  <a:close/>
                  <a:moveTo>
                    <a:pt x="122621" y="93267"/>
                  </a:moveTo>
                  <a:cubicBezTo>
                    <a:pt x="122154" y="93701"/>
                    <a:pt x="121921" y="94301"/>
                    <a:pt x="121921" y="94935"/>
                  </a:cubicBezTo>
                  <a:lnTo>
                    <a:pt x="121921" y="122155"/>
                  </a:lnTo>
                  <a:lnTo>
                    <a:pt x="94701" y="122155"/>
                  </a:lnTo>
                  <a:cubicBezTo>
                    <a:pt x="94068" y="122155"/>
                    <a:pt x="93467" y="122388"/>
                    <a:pt x="93034" y="122822"/>
                  </a:cubicBezTo>
                  <a:lnTo>
                    <a:pt x="73786" y="142102"/>
                  </a:lnTo>
                  <a:lnTo>
                    <a:pt x="54506" y="122855"/>
                  </a:lnTo>
                  <a:cubicBezTo>
                    <a:pt x="54072" y="122388"/>
                    <a:pt x="53472" y="122155"/>
                    <a:pt x="52838" y="122155"/>
                  </a:cubicBezTo>
                  <a:lnTo>
                    <a:pt x="25619" y="122155"/>
                  </a:lnTo>
                  <a:lnTo>
                    <a:pt x="25619" y="94935"/>
                  </a:lnTo>
                  <a:cubicBezTo>
                    <a:pt x="25619" y="94301"/>
                    <a:pt x="25385" y="93701"/>
                    <a:pt x="24952" y="93267"/>
                  </a:cubicBezTo>
                  <a:lnTo>
                    <a:pt x="5671" y="74020"/>
                  </a:lnTo>
                  <a:lnTo>
                    <a:pt x="24952" y="54740"/>
                  </a:lnTo>
                  <a:cubicBezTo>
                    <a:pt x="25385" y="54306"/>
                    <a:pt x="25619" y="53706"/>
                    <a:pt x="25619" y="53105"/>
                  </a:cubicBezTo>
                  <a:lnTo>
                    <a:pt x="25619" y="25852"/>
                  </a:lnTo>
                  <a:lnTo>
                    <a:pt x="52838" y="25852"/>
                  </a:lnTo>
                  <a:cubicBezTo>
                    <a:pt x="53472" y="25852"/>
                    <a:pt x="54072" y="25619"/>
                    <a:pt x="54506" y="25185"/>
                  </a:cubicBezTo>
                  <a:lnTo>
                    <a:pt x="73786" y="5905"/>
                  </a:lnTo>
                  <a:lnTo>
                    <a:pt x="93034" y="25185"/>
                  </a:lnTo>
                  <a:cubicBezTo>
                    <a:pt x="93467" y="25619"/>
                    <a:pt x="94068" y="25852"/>
                    <a:pt x="94701" y="25852"/>
                  </a:cubicBezTo>
                  <a:lnTo>
                    <a:pt x="121921" y="25852"/>
                  </a:lnTo>
                  <a:lnTo>
                    <a:pt x="121921" y="53072"/>
                  </a:lnTo>
                  <a:cubicBezTo>
                    <a:pt x="121921" y="53706"/>
                    <a:pt x="122154" y="54306"/>
                    <a:pt x="122588" y="54740"/>
                  </a:cubicBezTo>
                  <a:lnTo>
                    <a:pt x="141868" y="73987"/>
                  </a:lnTo>
                  <a:close/>
                </a:path>
              </a:pathLst>
            </a:custGeom>
            <a:solidFill>
              <a:srgbClr val="9575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4" name="Google Shape;74;p6"/>
          <p:cNvGrpSpPr/>
          <p:nvPr/>
        </p:nvGrpSpPr>
        <p:grpSpPr>
          <a:xfrm>
            <a:off x="1" y="3837199"/>
            <a:ext cx="1304277" cy="1306311"/>
            <a:chOff x="1" y="3837199"/>
            <a:chExt cx="1304277" cy="1306311"/>
          </a:xfrm>
        </p:grpSpPr>
        <p:sp>
          <p:nvSpPr>
            <p:cNvPr id="75" name="Google Shape;75;p6"/>
            <p:cNvSpPr/>
            <p:nvPr/>
          </p:nvSpPr>
          <p:spPr>
            <a:xfrm rot="10800000">
              <a:off x="1" y="4490349"/>
              <a:ext cx="652127" cy="653161"/>
            </a:xfrm>
            <a:custGeom>
              <a:rect b="b" l="l" r="r" t="t"/>
              <a:pathLst>
                <a:path extrusionOk="0" h="147774" w="147540">
                  <a:moveTo>
                    <a:pt x="146839" y="72352"/>
                  </a:moveTo>
                  <a:lnTo>
                    <a:pt x="126624" y="52105"/>
                  </a:lnTo>
                  <a:lnTo>
                    <a:pt x="126624" y="23517"/>
                  </a:lnTo>
                  <a:cubicBezTo>
                    <a:pt x="126624" y="22217"/>
                    <a:pt x="125557" y="21149"/>
                    <a:pt x="124256" y="21149"/>
                  </a:cubicBezTo>
                  <a:lnTo>
                    <a:pt x="95669" y="21149"/>
                  </a:lnTo>
                  <a:lnTo>
                    <a:pt x="75454" y="935"/>
                  </a:lnTo>
                  <a:cubicBezTo>
                    <a:pt x="74520" y="1"/>
                    <a:pt x="73019" y="1"/>
                    <a:pt x="72119" y="935"/>
                  </a:cubicBezTo>
                  <a:lnTo>
                    <a:pt x="51871" y="21149"/>
                  </a:lnTo>
                  <a:lnTo>
                    <a:pt x="23284" y="21149"/>
                  </a:lnTo>
                  <a:cubicBezTo>
                    <a:pt x="21983" y="21149"/>
                    <a:pt x="20915" y="22217"/>
                    <a:pt x="20915" y="23517"/>
                  </a:cubicBezTo>
                  <a:lnTo>
                    <a:pt x="20915" y="52105"/>
                  </a:lnTo>
                  <a:lnTo>
                    <a:pt x="701" y="72319"/>
                  </a:lnTo>
                  <a:cubicBezTo>
                    <a:pt x="267" y="72786"/>
                    <a:pt x="0" y="73386"/>
                    <a:pt x="0" y="73987"/>
                  </a:cubicBezTo>
                  <a:cubicBezTo>
                    <a:pt x="0" y="74621"/>
                    <a:pt x="267" y="75221"/>
                    <a:pt x="701" y="75655"/>
                  </a:cubicBezTo>
                  <a:lnTo>
                    <a:pt x="20915" y="95903"/>
                  </a:lnTo>
                  <a:lnTo>
                    <a:pt x="20915" y="124490"/>
                  </a:lnTo>
                  <a:cubicBezTo>
                    <a:pt x="20915" y="125791"/>
                    <a:pt x="21983" y="126858"/>
                    <a:pt x="23284" y="126858"/>
                  </a:cubicBezTo>
                  <a:lnTo>
                    <a:pt x="51871" y="126858"/>
                  </a:lnTo>
                  <a:lnTo>
                    <a:pt x="72119" y="147073"/>
                  </a:lnTo>
                  <a:cubicBezTo>
                    <a:pt x="72552" y="147506"/>
                    <a:pt x="73153" y="147773"/>
                    <a:pt x="73786" y="147773"/>
                  </a:cubicBezTo>
                  <a:cubicBezTo>
                    <a:pt x="74387" y="147773"/>
                    <a:pt x="74987" y="147506"/>
                    <a:pt x="75421" y="147073"/>
                  </a:cubicBezTo>
                  <a:lnTo>
                    <a:pt x="95669" y="126858"/>
                  </a:lnTo>
                  <a:lnTo>
                    <a:pt x="124256" y="126858"/>
                  </a:lnTo>
                  <a:cubicBezTo>
                    <a:pt x="125557" y="126858"/>
                    <a:pt x="126624" y="125791"/>
                    <a:pt x="126624" y="124490"/>
                  </a:cubicBezTo>
                  <a:lnTo>
                    <a:pt x="126624" y="95903"/>
                  </a:lnTo>
                  <a:lnTo>
                    <a:pt x="146839" y="75655"/>
                  </a:lnTo>
                  <a:cubicBezTo>
                    <a:pt x="147272" y="75221"/>
                    <a:pt x="147539" y="74621"/>
                    <a:pt x="147539" y="73987"/>
                  </a:cubicBezTo>
                  <a:cubicBezTo>
                    <a:pt x="147539" y="73386"/>
                    <a:pt x="147306" y="72786"/>
                    <a:pt x="146839" y="72352"/>
                  </a:cubicBezTo>
                  <a:close/>
                  <a:moveTo>
                    <a:pt x="122621" y="93267"/>
                  </a:moveTo>
                  <a:cubicBezTo>
                    <a:pt x="122154" y="93701"/>
                    <a:pt x="121921" y="94301"/>
                    <a:pt x="121921" y="94935"/>
                  </a:cubicBezTo>
                  <a:lnTo>
                    <a:pt x="121921" y="122155"/>
                  </a:lnTo>
                  <a:lnTo>
                    <a:pt x="94701" y="122155"/>
                  </a:lnTo>
                  <a:cubicBezTo>
                    <a:pt x="94068" y="122155"/>
                    <a:pt x="93467" y="122388"/>
                    <a:pt x="93034" y="122822"/>
                  </a:cubicBezTo>
                  <a:lnTo>
                    <a:pt x="73786" y="142102"/>
                  </a:lnTo>
                  <a:lnTo>
                    <a:pt x="54506" y="122855"/>
                  </a:lnTo>
                  <a:cubicBezTo>
                    <a:pt x="54072" y="122388"/>
                    <a:pt x="53472" y="122155"/>
                    <a:pt x="52838" y="122155"/>
                  </a:cubicBezTo>
                  <a:lnTo>
                    <a:pt x="25619" y="122155"/>
                  </a:lnTo>
                  <a:lnTo>
                    <a:pt x="25619" y="94935"/>
                  </a:lnTo>
                  <a:cubicBezTo>
                    <a:pt x="25619" y="94301"/>
                    <a:pt x="25385" y="93701"/>
                    <a:pt x="24952" y="93267"/>
                  </a:cubicBezTo>
                  <a:lnTo>
                    <a:pt x="5671" y="74020"/>
                  </a:lnTo>
                  <a:lnTo>
                    <a:pt x="24952" y="54740"/>
                  </a:lnTo>
                  <a:cubicBezTo>
                    <a:pt x="25385" y="54306"/>
                    <a:pt x="25619" y="53706"/>
                    <a:pt x="25619" y="53105"/>
                  </a:cubicBezTo>
                  <a:lnTo>
                    <a:pt x="25619" y="25852"/>
                  </a:lnTo>
                  <a:lnTo>
                    <a:pt x="52838" y="25852"/>
                  </a:lnTo>
                  <a:cubicBezTo>
                    <a:pt x="53472" y="25852"/>
                    <a:pt x="54072" y="25619"/>
                    <a:pt x="54506" y="25185"/>
                  </a:cubicBezTo>
                  <a:lnTo>
                    <a:pt x="73786" y="5905"/>
                  </a:lnTo>
                  <a:lnTo>
                    <a:pt x="93034" y="25185"/>
                  </a:lnTo>
                  <a:cubicBezTo>
                    <a:pt x="93467" y="25619"/>
                    <a:pt x="94068" y="25852"/>
                    <a:pt x="94701" y="25852"/>
                  </a:cubicBezTo>
                  <a:lnTo>
                    <a:pt x="121921" y="25852"/>
                  </a:lnTo>
                  <a:lnTo>
                    <a:pt x="121921" y="53072"/>
                  </a:lnTo>
                  <a:cubicBezTo>
                    <a:pt x="121921" y="53706"/>
                    <a:pt x="122154" y="54306"/>
                    <a:pt x="122588" y="54740"/>
                  </a:cubicBezTo>
                  <a:lnTo>
                    <a:pt x="141868" y="73987"/>
                  </a:lnTo>
                  <a:close/>
                </a:path>
              </a:pathLst>
            </a:custGeom>
            <a:solidFill>
              <a:srgbClr val="9575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6"/>
            <p:cNvSpPr/>
            <p:nvPr/>
          </p:nvSpPr>
          <p:spPr>
            <a:xfrm rot="10800000">
              <a:off x="652151" y="4490349"/>
              <a:ext cx="652127" cy="653161"/>
            </a:xfrm>
            <a:custGeom>
              <a:rect b="b" l="l" r="r" t="t"/>
              <a:pathLst>
                <a:path extrusionOk="0" h="147774" w="147540">
                  <a:moveTo>
                    <a:pt x="146839" y="72352"/>
                  </a:moveTo>
                  <a:lnTo>
                    <a:pt x="126624" y="52105"/>
                  </a:lnTo>
                  <a:lnTo>
                    <a:pt x="126624" y="23517"/>
                  </a:lnTo>
                  <a:cubicBezTo>
                    <a:pt x="126624" y="22217"/>
                    <a:pt x="125557" y="21149"/>
                    <a:pt x="124256" y="21149"/>
                  </a:cubicBezTo>
                  <a:lnTo>
                    <a:pt x="95669" y="21149"/>
                  </a:lnTo>
                  <a:lnTo>
                    <a:pt x="75454" y="935"/>
                  </a:lnTo>
                  <a:cubicBezTo>
                    <a:pt x="74520" y="1"/>
                    <a:pt x="73019" y="1"/>
                    <a:pt x="72119" y="935"/>
                  </a:cubicBezTo>
                  <a:lnTo>
                    <a:pt x="51871" y="21149"/>
                  </a:lnTo>
                  <a:lnTo>
                    <a:pt x="23284" y="21149"/>
                  </a:lnTo>
                  <a:cubicBezTo>
                    <a:pt x="21983" y="21149"/>
                    <a:pt x="20915" y="22217"/>
                    <a:pt x="20915" y="23517"/>
                  </a:cubicBezTo>
                  <a:lnTo>
                    <a:pt x="20915" y="52105"/>
                  </a:lnTo>
                  <a:lnTo>
                    <a:pt x="701" y="72319"/>
                  </a:lnTo>
                  <a:cubicBezTo>
                    <a:pt x="267" y="72786"/>
                    <a:pt x="0" y="73386"/>
                    <a:pt x="0" y="73987"/>
                  </a:cubicBezTo>
                  <a:cubicBezTo>
                    <a:pt x="0" y="74621"/>
                    <a:pt x="267" y="75221"/>
                    <a:pt x="701" y="75655"/>
                  </a:cubicBezTo>
                  <a:lnTo>
                    <a:pt x="20915" y="95903"/>
                  </a:lnTo>
                  <a:lnTo>
                    <a:pt x="20915" y="124490"/>
                  </a:lnTo>
                  <a:cubicBezTo>
                    <a:pt x="20915" y="125791"/>
                    <a:pt x="21983" y="126858"/>
                    <a:pt x="23284" y="126858"/>
                  </a:cubicBezTo>
                  <a:lnTo>
                    <a:pt x="51871" y="126858"/>
                  </a:lnTo>
                  <a:lnTo>
                    <a:pt x="72119" y="147073"/>
                  </a:lnTo>
                  <a:cubicBezTo>
                    <a:pt x="72552" y="147506"/>
                    <a:pt x="73153" y="147773"/>
                    <a:pt x="73786" y="147773"/>
                  </a:cubicBezTo>
                  <a:cubicBezTo>
                    <a:pt x="74387" y="147773"/>
                    <a:pt x="74987" y="147506"/>
                    <a:pt x="75421" y="147073"/>
                  </a:cubicBezTo>
                  <a:lnTo>
                    <a:pt x="95669" y="126858"/>
                  </a:lnTo>
                  <a:lnTo>
                    <a:pt x="124256" y="126858"/>
                  </a:lnTo>
                  <a:cubicBezTo>
                    <a:pt x="125557" y="126858"/>
                    <a:pt x="126624" y="125791"/>
                    <a:pt x="126624" y="124490"/>
                  </a:cubicBezTo>
                  <a:lnTo>
                    <a:pt x="126624" y="95903"/>
                  </a:lnTo>
                  <a:lnTo>
                    <a:pt x="146839" y="75655"/>
                  </a:lnTo>
                  <a:cubicBezTo>
                    <a:pt x="147272" y="75221"/>
                    <a:pt x="147539" y="74621"/>
                    <a:pt x="147539" y="73987"/>
                  </a:cubicBezTo>
                  <a:cubicBezTo>
                    <a:pt x="147539" y="73386"/>
                    <a:pt x="147306" y="72786"/>
                    <a:pt x="146839" y="72352"/>
                  </a:cubicBezTo>
                  <a:close/>
                  <a:moveTo>
                    <a:pt x="122621" y="93267"/>
                  </a:moveTo>
                  <a:cubicBezTo>
                    <a:pt x="122154" y="93701"/>
                    <a:pt x="121921" y="94301"/>
                    <a:pt x="121921" y="94935"/>
                  </a:cubicBezTo>
                  <a:lnTo>
                    <a:pt x="121921" y="122155"/>
                  </a:lnTo>
                  <a:lnTo>
                    <a:pt x="94701" y="122155"/>
                  </a:lnTo>
                  <a:cubicBezTo>
                    <a:pt x="94068" y="122155"/>
                    <a:pt x="93467" y="122388"/>
                    <a:pt x="93034" y="122822"/>
                  </a:cubicBezTo>
                  <a:lnTo>
                    <a:pt x="73786" y="142102"/>
                  </a:lnTo>
                  <a:lnTo>
                    <a:pt x="54506" y="122855"/>
                  </a:lnTo>
                  <a:cubicBezTo>
                    <a:pt x="54072" y="122388"/>
                    <a:pt x="53472" y="122155"/>
                    <a:pt x="52838" y="122155"/>
                  </a:cubicBezTo>
                  <a:lnTo>
                    <a:pt x="25619" y="122155"/>
                  </a:lnTo>
                  <a:lnTo>
                    <a:pt x="25619" y="94935"/>
                  </a:lnTo>
                  <a:cubicBezTo>
                    <a:pt x="25619" y="94301"/>
                    <a:pt x="25385" y="93701"/>
                    <a:pt x="24952" y="93267"/>
                  </a:cubicBezTo>
                  <a:lnTo>
                    <a:pt x="5671" y="74020"/>
                  </a:lnTo>
                  <a:lnTo>
                    <a:pt x="24952" y="54740"/>
                  </a:lnTo>
                  <a:cubicBezTo>
                    <a:pt x="25385" y="54306"/>
                    <a:pt x="25619" y="53706"/>
                    <a:pt x="25619" y="53105"/>
                  </a:cubicBezTo>
                  <a:lnTo>
                    <a:pt x="25619" y="25852"/>
                  </a:lnTo>
                  <a:lnTo>
                    <a:pt x="52838" y="25852"/>
                  </a:lnTo>
                  <a:cubicBezTo>
                    <a:pt x="53472" y="25852"/>
                    <a:pt x="54072" y="25619"/>
                    <a:pt x="54506" y="25185"/>
                  </a:cubicBezTo>
                  <a:lnTo>
                    <a:pt x="73786" y="5905"/>
                  </a:lnTo>
                  <a:lnTo>
                    <a:pt x="93034" y="25185"/>
                  </a:lnTo>
                  <a:cubicBezTo>
                    <a:pt x="93467" y="25619"/>
                    <a:pt x="94068" y="25852"/>
                    <a:pt x="94701" y="25852"/>
                  </a:cubicBezTo>
                  <a:lnTo>
                    <a:pt x="121921" y="25852"/>
                  </a:lnTo>
                  <a:lnTo>
                    <a:pt x="121921" y="53072"/>
                  </a:lnTo>
                  <a:cubicBezTo>
                    <a:pt x="121921" y="53706"/>
                    <a:pt x="122154" y="54306"/>
                    <a:pt x="122588" y="54740"/>
                  </a:cubicBezTo>
                  <a:lnTo>
                    <a:pt x="141868" y="73987"/>
                  </a:lnTo>
                  <a:close/>
                </a:path>
              </a:pathLst>
            </a:custGeom>
            <a:solidFill>
              <a:srgbClr val="9575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6"/>
            <p:cNvSpPr/>
            <p:nvPr/>
          </p:nvSpPr>
          <p:spPr>
            <a:xfrm rot="10800000">
              <a:off x="1" y="3837199"/>
              <a:ext cx="652127" cy="653161"/>
            </a:xfrm>
            <a:custGeom>
              <a:rect b="b" l="l" r="r" t="t"/>
              <a:pathLst>
                <a:path extrusionOk="0" h="147774" w="147540">
                  <a:moveTo>
                    <a:pt x="146839" y="72352"/>
                  </a:moveTo>
                  <a:lnTo>
                    <a:pt x="126624" y="52105"/>
                  </a:lnTo>
                  <a:lnTo>
                    <a:pt x="126624" y="23517"/>
                  </a:lnTo>
                  <a:cubicBezTo>
                    <a:pt x="126624" y="22217"/>
                    <a:pt x="125557" y="21149"/>
                    <a:pt x="124256" y="21149"/>
                  </a:cubicBezTo>
                  <a:lnTo>
                    <a:pt x="95669" y="21149"/>
                  </a:lnTo>
                  <a:lnTo>
                    <a:pt x="75454" y="935"/>
                  </a:lnTo>
                  <a:cubicBezTo>
                    <a:pt x="74520" y="1"/>
                    <a:pt x="73019" y="1"/>
                    <a:pt x="72119" y="935"/>
                  </a:cubicBezTo>
                  <a:lnTo>
                    <a:pt x="51871" y="21149"/>
                  </a:lnTo>
                  <a:lnTo>
                    <a:pt x="23284" y="21149"/>
                  </a:lnTo>
                  <a:cubicBezTo>
                    <a:pt x="21983" y="21149"/>
                    <a:pt x="20915" y="22217"/>
                    <a:pt x="20915" y="23517"/>
                  </a:cubicBezTo>
                  <a:lnTo>
                    <a:pt x="20915" y="52105"/>
                  </a:lnTo>
                  <a:lnTo>
                    <a:pt x="701" y="72319"/>
                  </a:lnTo>
                  <a:cubicBezTo>
                    <a:pt x="267" y="72786"/>
                    <a:pt x="0" y="73386"/>
                    <a:pt x="0" y="73987"/>
                  </a:cubicBezTo>
                  <a:cubicBezTo>
                    <a:pt x="0" y="74621"/>
                    <a:pt x="267" y="75221"/>
                    <a:pt x="701" y="75655"/>
                  </a:cubicBezTo>
                  <a:lnTo>
                    <a:pt x="20915" y="95903"/>
                  </a:lnTo>
                  <a:lnTo>
                    <a:pt x="20915" y="124490"/>
                  </a:lnTo>
                  <a:cubicBezTo>
                    <a:pt x="20915" y="125791"/>
                    <a:pt x="21983" y="126858"/>
                    <a:pt x="23284" y="126858"/>
                  </a:cubicBezTo>
                  <a:lnTo>
                    <a:pt x="51871" y="126858"/>
                  </a:lnTo>
                  <a:lnTo>
                    <a:pt x="72119" y="147073"/>
                  </a:lnTo>
                  <a:cubicBezTo>
                    <a:pt x="72552" y="147506"/>
                    <a:pt x="73153" y="147773"/>
                    <a:pt x="73786" y="147773"/>
                  </a:cubicBezTo>
                  <a:cubicBezTo>
                    <a:pt x="74387" y="147773"/>
                    <a:pt x="74987" y="147506"/>
                    <a:pt x="75421" y="147073"/>
                  </a:cubicBezTo>
                  <a:lnTo>
                    <a:pt x="95669" y="126858"/>
                  </a:lnTo>
                  <a:lnTo>
                    <a:pt x="124256" y="126858"/>
                  </a:lnTo>
                  <a:cubicBezTo>
                    <a:pt x="125557" y="126858"/>
                    <a:pt x="126624" y="125791"/>
                    <a:pt x="126624" y="124490"/>
                  </a:cubicBezTo>
                  <a:lnTo>
                    <a:pt x="126624" y="95903"/>
                  </a:lnTo>
                  <a:lnTo>
                    <a:pt x="146839" y="75655"/>
                  </a:lnTo>
                  <a:cubicBezTo>
                    <a:pt x="147272" y="75221"/>
                    <a:pt x="147539" y="74621"/>
                    <a:pt x="147539" y="73987"/>
                  </a:cubicBezTo>
                  <a:cubicBezTo>
                    <a:pt x="147539" y="73386"/>
                    <a:pt x="147306" y="72786"/>
                    <a:pt x="146839" y="72352"/>
                  </a:cubicBezTo>
                  <a:close/>
                  <a:moveTo>
                    <a:pt x="122621" y="93267"/>
                  </a:moveTo>
                  <a:cubicBezTo>
                    <a:pt x="122154" y="93701"/>
                    <a:pt x="121921" y="94301"/>
                    <a:pt x="121921" y="94935"/>
                  </a:cubicBezTo>
                  <a:lnTo>
                    <a:pt x="121921" y="122155"/>
                  </a:lnTo>
                  <a:lnTo>
                    <a:pt x="94701" y="122155"/>
                  </a:lnTo>
                  <a:cubicBezTo>
                    <a:pt x="94068" y="122155"/>
                    <a:pt x="93467" y="122388"/>
                    <a:pt x="93034" y="122822"/>
                  </a:cubicBezTo>
                  <a:lnTo>
                    <a:pt x="73786" y="142102"/>
                  </a:lnTo>
                  <a:lnTo>
                    <a:pt x="54506" y="122855"/>
                  </a:lnTo>
                  <a:cubicBezTo>
                    <a:pt x="54072" y="122388"/>
                    <a:pt x="53472" y="122155"/>
                    <a:pt x="52838" y="122155"/>
                  </a:cubicBezTo>
                  <a:lnTo>
                    <a:pt x="25619" y="122155"/>
                  </a:lnTo>
                  <a:lnTo>
                    <a:pt x="25619" y="94935"/>
                  </a:lnTo>
                  <a:cubicBezTo>
                    <a:pt x="25619" y="94301"/>
                    <a:pt x="25385" y="93701"/>
                    <a:pt x="24952" y="93267"/>
                  </a:cubicBezTo>
                  <a:lnTo>
                    <a:pt x="5671" y="74020"/>
                  </a:lnTo>
                  <a:lnTo>
                    <a:pt x="24952" y="54740"/>
                  </a:lnTo>
                  <a:cubicBezTo>
                    <a:pt x="25385" y="54306"/>
                    <a:pt x="25619" y="53706"/>
                    <a:pt x="25619" y="53105"/>
                  </a:cubicBezTo>
                  <a:lnTo>
                    <a:pt x="25619" y="25852"/>
                  </a:lnTo>
                  <a:lnTo>
                    <a:pt x="52838" y="25852"/>
                  </a:lnTo>
                  <a:cubicBezTo>
                    <a:pt x="53472" y="25852"/>
                    <a:pt x="54072" y="25619"/>
                    <a:pt x="54506" y="25185"/>
                  </a:cubicBezTo>
                  <a:lnTo>
                    <a:pt x="73786" y="5905"/>
                  </a:lnTo>
                  <a:lnTo>
                    <a:pt x="93034" y="25185"/>
                  </a:lnTo>
                  <a:cubicBezTo>
                    <a:pt x="93467" y="25619"/>
                    <a:pt x="94068" y="25852"/>
                    <a:pt x="94701" y="25852"/>
                  </a:cubicBezTo>
                  <a:lnTo>
                    <a:pt x="121921" y="25852"/>
                  </a:lnTo>
                  <a:lnTo>
                    <a:pt x="121921" y="53072"/>
                  </a:lnTo>
                  <a:cubicBezTo>
                    <a:pt x="121921" y="53706"/>
                    <a:pt x="122154" y="54306"/>
                    <a:pt x="122588" y="54740"/>
                  </a:cubicBezTo>
                  <a:lnTo>
                    <a:pt x="141868" y="73987"/>
                  </a:lnTo>
                  <a:close/>
                </a:path>
              </a:pathLst>
            </a:custGeom>
            <a:solidFill>
              <a:srgbClr val="9575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8" name="Google Shape;78;p6"/>
          <p:cNvSpPr txBox="1"/>
          <p:nvPr>
            <p:ph idx="1" type="subTitle"/>
          </p:nvPr>
        </p:nvSpPr>
        <p:spPr>
          <a:xfrm flipH="1">
            <a:off x="5303788" y="3002219"/>
            <a:ext cx="2394600" cy="1701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Font typeface="Raleway Black"/>
              <a:buNone/>
              <a:defRPr sz="2500">
                <a:solidFill>
                  <a:schemeClr val="lt2"/>
                </a:solidFill>
                <a:latin typeface="Redressed"/>
                <a:ea typeface="Redressed"/>
                <a:cs typeface="Redressed"/>
                <a:sym typeface="Redressed"/>
              </a:defRPr>
            </a:lvl1pPr>
            <a:lvl2pPr lvl="1" algn="l">
              <a:lnSpc>
                <a:spcPct val="100000"/>
              </a:lnSpc>
              <a:spcBef>
                <a:spcPts val="0"/>
              </a:spcBef>
              <a:spcAft>
                <a:spcPts val="0"/>
              </a:spcAft>
              <a:buSzPts val="1400"/>
              <a:buFont typeface="Raleway Black"/>
              <a:buNone/>
              <a:defRPr>
                <a:latin typeface="Raleway Black"/>
                <a:ea typeface="Raleway Black"/>
                <a:cs typeface="Raleway Black"/>
                <a:sym typeface="Raleway Black"/>
              </a:defRPr>
            </a:lvl2pPr>
            <a:lvl3pPr lvl="2" algn="l">
              <a:lnSpc>
                <a:spcPct val="100000"/>
              </a:lnSpc>
              <a:spcBef>
                <a:spcPts val="0"/>
              </a:spcBef>
              <a:spcAft>
                <a:spcPts val="0"/>
              </a:spcAft>
              <a:buSzPts val="1400"/>
              <a:buFont typeface="Raleway Black"/>
              <a:buNone/>
              <a:defRPr>
                <a:latin typeface="Raleway Black"/>
                <a:ea typeface="Raleway Black"/>
                <a:cs typeface="Raleway Black"/>
                <a:sym typeface="Raleway Black"/>
              </a:defRPr>
            </a:lvl3pPr>
            <a:lvl4pPr lvl="3" algn="l">
              <a:lnSpc>
                <a:spcPct val="100000"/>
              </a:lnSpc>
              <a:spcBef>
                <a:spcPts val="0"/>
              </a:spcBef>
              <a:spcAft>
                <a:spcPts val="0"/>
              </a:spcAft>
              <a:buSzPts val="1400"/>
              <a:buFont typeface="Raleway Black"/>
              <a:buNone/>
              <a:defRPr>
                <a:latin typeface="Raleway Black"/>
                <a:ea typeface="Raleway Black"/>
                <a:cs typeface="Raleway Black"/>
                <a:sym typeface="Raleway Black"/>
              </a:defRPr>
            </a:lvl4pPr>
            <a:lvl5pPr lvl="4" algn="l">
              <a:lnSpc>
                <a:spcPct val="100000"/>
              </a:lnSpc>
              <a:spcBef>
                <a:spcPts val="0"/>
              </a:spcBef>
              <a:spcAft>
                <a:spcPts val="0"/>
              </a:spcAft>
              <a:buSzPts val="1400"/>
              <a:buFont typeface="Raleway Black"/>
              <a:buNone/>
              <a:defRPr>
                <a:latin typeface="Raleway Black"/>
                <a:ea typeface="Raleway Black"/>
                <a:cs typeface="Raleway Black"/>
                <a:sym typeface="Raleway Black"/>
              </a:defRPr>
            </a:lvl5pPr>
            <a:lvl6pPr lvl="5" algn="l">
              <a:lnSpc>
                <a:spcPct val="100000"/>
              </a:lnSpc>
              <a:spcBef>
                <a:spcPts val="0"/>
              </a:spcBef>
              <a:spcAft>
                <a:spcPts val="0"/>
              </a:spcAft>
              <a:buSzPts val="1400"/>
              <a:buFont typeface="Raleway Black"/>
              <a:buNone/>
              <a:defRPr>
                <a:latin typeface="Raleway Black"/>
                <a:ea typeface="Raleway Black"/>
                <a:cs typeface="Raleway Black"/>
                <a:sym typeface="Raleway Black"/>
              </a:defRPr>
            </a:lvl6pPr>
            <a:lvl7pPr lvl="6" algn="l">
              <a:lnSpc>
                <a:spcPct val="100000"/>
              </a:lnSpc>
              <a:spcBef>
                <a:spcPts val="0"/>
              </a:spcBef>
              <a:spcAft>
                <a:spcPts val="0"/>
              </a:spcAft>
              <a:buSzPts val="1400"/>
              <a:buFont typeface="Raleway Black"/>
              <a:buNone/>
              <a:defRPr>
                <a:latin typeface="Raleway Black"/>
                <a:ea typeface="Raleway Black"/>
                <a:cs typeface="Raleway Black"/>
                <a:sym typeface="Raleway Black"/>
              </a:defRPr>
            </a:lvl7pPr>
            <a:lvl8pPr lvl="7" algn="l">
              <a:lnSpc>
                <a:spcPct val="100000"/>
              </a:lnSpc>
              <a:spcBef>
                <a:spcPts val="0"/>
              </a:spcBef>
              <a:spcAft>
                <a:spcPts val="0"/>
              </a:spcAft>
              <a:buSzPts val="1400"/>
              <a:buFont typeface="Raleway Black"/>
              <a:buNone/>
              <a:defRPr>
                <a:latin typeface="Raleway Black"/>
                <a:ea typeface="Raleway Black"/>
                <a:cs typeface="Raleway Black"/>
                <a:sym typeface="Raleway Black"/>
              </a:defRPr>
            </a:lvl8pPr>
            <a:lvl9pPr lvl="8" algn="l">
              <a:lnSpc>
                <a:spcPct val="100000"/>
              </a:lnSpc>
              <a:spcBef>
                <a:spcPts val="0"/>
              </a:spcBef>
              <a:spcAft>
                <a:spcPts val="0"/>
              </a:spcAft>
              <a:buSzPts val="1400"/>
              <a:buFont typeface="Raleway Black"/>
              <a:buNone/>
              <a:defRPr>
                <a:latin typeface="Raleway Black"/>
                <a:ea typeface="Raleway Black"/>
                <a:cs typeface="Raleway Black"/>
                <a:sym typeface="Raleway Black"/>
              </a:defRPr>
            </a:lvl9pPr>
          </a:lstStyle>
          <a:p/>
        </p:txBody>
      </p:sp>
      <p:sp>
        <p:nvSpPr>
          <p:cNvPr id="79" name="Google Shape;79;p6"/>
          <p:cNvSpPr txBox="1"/>
          <p:nvPr>
            <p:ph idx="2" type="subTitle"/>
          </p:nvPr>
        </p:nvSpPr>
        <p:spPr>
          <a:xfrm>
            <a:off x="1445013" y="3219867"/>
            <a:ext cx="2394600" cy="570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6"/>
          <p:cNvSpPr txBox="1"/>
          <p:nvPr>
            <p:ph idx="3" type="subTitle"/>
          </p:nvPr>
        </p:nvSpPr>
        <p:spPr>
          <a:xfrm flipH="1">
            <a:off x="1445013" y="3002219"/>
            <a:ext cx="2394600" cy="173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Font typeface="Raleway Black"/>
              <a:buNone/>
              <a:defRPr sz="2500">
                <a:solidFill>
                  <a:schemeClr val="lt2"/>
                </a:solidFill>
                <a:latin typeface="Redressed"/>
                <a:ea typeface="Redressed"/>
                <a:cs typeface="Redressed"/>
                <a:sym typeface="Redressed"/>
              </a:defRPr>
            </a:lvl1pPr>
            <a:lvl2pPr lvl="1" algn="r">
              <a:lnSpc>
                <a:spcPct val="100000"/>
              </a:lnSpc>
              <a:spcBef>
                <a:spcPts val="0"/>
              </a:spcBef>
              <a:spcAft>
                <a:spcPts val="0"/>
              </a:spcAft>
              <a:buSzPts val="1400"/>
              <a:buFont typeface="Raleway Black"/>
              <a:buNone/>
              <a:defRPr>
                <a:latin typeface="Raleway Black"/>
                <a:ea typeface="Raleway Black"/>
                <a:cs typeface="Raleway Black"/>
                <a:sym typeface="Raleway Black"/>
              </a:defRPr>
            </a:lvl2pPr>
            <a:lvl3pPr lvl="2" algn="r">
              <a:lnSpc>
                <a:spcPct val="100000"/>
              </a:lnSpc>
              <a:spcBef>
                <a:spcPts val="0"/>
              </a:spcBef>
              <a:spcAft>
                <a:spcPts val="0"/>
              </a:spcAft>
              <a:buSzPts val="1400"/>
              <a:buFont typeface="Raleway Black"/>
              <a:buNone/>
              <a:defRPr>
                <a:latin typeface="Raleway Black"/>
                <a:ea typeface="Raleway Black"/>
                <a:cs typeface="Raleway Black"/>
                <a:sym typeface="Raleway Black"/>
              </a:defRPr>
            </a:lvl3pPr>
            <a:lvl4pPr lvl="3" algn="r">
              <a:lnSpc>
                <a:spcPct val="100000"/>
              </a:lnSpc>
              <a:spcBef>
                <a:spcPts val="0"/>
              </a:spcBef>
              <a:spcAft>
                <a:spcPts val="0"/>
              </a:spcAft>
              <a:buSzPts val="1400"/>
              <a:buFont typeface="Raleway Black"/>
              <a:buNone/>
              <a:defRPr>
                <a:latin typeface="Raleway Black"/>
                <a:ea typeface="Raleway Black"/>
                <a:cs typeface="Raleway Black"/>
                <a:sym typeface="Raleway Black"/>
              </a:defRPr>
            </a:lvl4pPr>
            <a:lvl5pPr lvl="4" algn="r">
              <a:lnSpc>
                <a:spcPct val="100000"/>
              </a:lnSpc>
              <a:spcBef>
                <a:spcPts val="0"/>
              </a:spcBef>
              <a:spcAft>
                <a:spcPts val="0"/>
              </a:spcAft>
              <a:buSzPts val="1400"/>
              <a:buFont typeface="Raleway Black"/>
              <a:buNone/>
              <a:defRPr>
                <a:latin typeface="Raleway Black"/>
                <a:ea typeface="Raleway Black"/>
                <a:cs typeface="Raleway Black"/>
                <a:sym typeface="Raleway Black"/>
              </a:defRPr>
            </a:lvl5pPr>
            <a:lvl6pPr lvl="5" algn="r">
              <a:lnSpc>
                <a:spcPct val="100000"/>
              </a:lnSpc>
              <a:spcBef>
                <a:spcPts val="0"/>
              </a:spcBef>
              <a:spcAft>
                <a:spcPts val="0"/>
              </a:spcAft>
              <a:buSzPts val="1400"/>
              <a:buFont typeface="Raleway Black"/>
              <a:buNone/>
              <a:defRPr>
                <a:latin typeface="Raleway Black"/>
                <a:ea typeface="Raleway Black"/>
                <a:cs typeface="Raleway Black"/>
                <a:sym typeface="Raleway Black"/>
              </a:defRPr>
            </a:lvl6pPr>
            <a:lvl7pPr lvl="6" algn="r">
              <a:lnSpc>
                <a:spcPct val="100000"/>
              </a:lnSpc>
              <a:spcBef>
                <a:spcPts val="0"/>
              </a:spcBef>
              <a:spcAft>
                <a:spcPts val="0"/>
              </a:spcAft>
              <a:buSzPts val="1400"/>
              <a:buFont typeface="Raleway Black"/>
              <a:buNone/>
              <a:defRPr>
                <a:latin typeface="Raleway Black"/>
                <a:ea typeface="Raleway Black"/>
                <a:cs typeface="Raleway Black"/>
                <a:sym typeface="Raleway Black"/>
              </a:defRPr>
            </a:lvl7pPr>
            <a:lvl8pPr lvl="7" algn="r">
              <a:lnSpc>
                <a:spcPct val="100000"/>
              </a:lnSpc>
              <a:spcBef>
                <a:spcPts val="0"/>
              </a:spcBef>
              <a:spcAft>
                <a:spcPts val="0"/>
              </a:spcAft>
              <a:buSzPts val="1400"/>
              <a:buFont typeface="Raleway Black"/>
              <a:buNone/>
              <a:defRPr>
                <a:latin typeface="Raleway Black"/>
                <a:ea typeface="Raleway Black"/>
                <a:cs typeface="Raleway Black"/>
                <a:sym typeface="Raleway Black"/>
              </a:defRPr>
            </a:lvl8pPr>
            <a:lvl9pPr lvl="8" algn="r">
              <a:lnSpc>
                <a:spcPct val="100000"/>
              </a:lnSpc>
              <a:spcBef>
                <a:spcPts val="0"/>
              </a:spcBef>
              <a:spcAft>
                <a:spcPts val="0"/>
              </a:spcAft>
              <a:buSzPts val="1400"/>
              <a:buFont typeface="Raleway Black"/>
              <a:buNone/>
              <a:defRPr>
                <a:latin typeface="Raleway Black"/>
                <a:ea typeface="Raleway Black"/>
                <a:cs typeface="Raleway Black"/>
                <a:sym typeface="Raleway Black"/>
              </a:defRPr>
            </a:lvl9pPr>
          </a:lstStyle>
          <a:p/>
        </p:txBody>
      </p:sp>
      <p:sp>
        <p:nvSpPr>
          <p:cNvPr id="81" name="Google Shape;81;p6"/>
          <p:cNvSpPr txBox="1"/>
          <p:nvPr>
            <p:ph idx="4" type="subTitle"/>
          </p:nvPr>
        </p:nvSpPr>
        <p:spPr>
          <a:xfrm>
            <a:off x="5303188" y="3219867"/>
            <a:ext cx="2395800" cy="567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500"/>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sp>
        <p:nvSpPr>
          <p:cNvPr id="82" name="Google Shape;82;p6"/>
          <p:cNvSpPr txBox="1"/>
          <p:nvPr>
            <p:ph type="title"/>
          </p:nvPr>
        </p:nvSpPr>
        <p:spPr>
          <a:xfrm>
            <a:off x="720000" y="541975"/>
            <a:ext cx="7704000" cy="314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b="0" sz="3500"/>
            </a:lvl1pPr>
            <a:lvl2pPr lvl="1" algn="ctr">
              <a:lnSpc>
                <a:spcPct val="100000"/>
              </a:lnSpc>
              <a:spcBef>
                <a:spcPts val="0"/>
              </a:spcBef>
              <a:spcAft>
                <a:spcPts val="0"/>
              </a:spcAft>
              <a:buClr>
                <a:schemeClr val="dk1"/>
              </a:buClr>
              <a:buSzPts val="3500"/>
              <a:buNone/>
              <a:defRPr sz="3500">
                <a:solidFill>
                  <a:schemeClr val="dk1"/>
                </a:solidFill>
              </a:defRPr>
            </a:lvl2pPr>
            <a:lvl3pPr lvl="2" algn="ctr">
              <a:lnSpc>
                <a:spcPct val="100000"/>
              </a:lnSpc>
              <a:spcBef>
                <a:spcPts val="0"/>
              </a:spcBef>
              <a:spcAft>
                <a:spcPts val="0"/>
              </a:spcAft>
              <a:buClr>
                <a:schemeClr val="dk1"/>
              </a:buClr>
              <a:buSzPts val="3500"/>
              <a:buNone/>
              <a:defRPr sz="3500">
                <a:solidFill>
                  <a:schemeClr val="dk1"/>
                </a:solidFill>
              </a:defRPr>
            </a:lvl3pPr>
            <a:lvl4pPr lvl="3" algn="ctr">
              <a:lnSpc>
                <a:spcPct val="100000"/>
              </a:lnSpc>
              <a:spcBef>
                <a:spcPts val="0"/>
              </a:spcBef>
              <a:spcAft>
                <a:spcPts val="0"/>
              </a:spcAft>
              <a:buClr>
                <a:schemeClr val="dk1"/>
              </a:buClr>
              <a:buSzPts val="3500"/>
              <a:buNone/>
              <a:defRPr sz="3500">
                <a:solidFill>
                  <a:schemeClr val="dk1"/>
                </a:solidFill>
              </a:defRPr>
            </a:lvl4pPr>
            <a:lvl5pPr lvl="4" algn="ctr">
              <a:lnSpc>
                <a:spcPct val="100000"/>
              </a:lnSpc>
              <a:spcBef>
                <a:spcPts val="0"/>
              </a:spcBef>
              <a:spcAft>
                <a:spcPts val="0"/>
              </a:spcAft>
              <a:buClr>
                <a:schemeClr val="dk1"/>
              </a:buClr>
              <a:buSzPts val="3500"/>
              <a:buNone/>
              <a:defRPr sz="3500">
                <a:solidFill>
                  <a:schemeClr val="dk1"/>
                </a:solidFill>
              </a:defRPr>
            </a:lvl5pPr>
            <a:lvl6pPr lvl="5" algn="ctr">
              <a:lnSpc>
                <a:spcPct val="100000"/>
              </a:lnSpc>
              <a:spcBef>
                <a:spcPts val="0"/>
              </a:spcBef>
              <a:spcAft>
                <a:spcPts val="0"/>
              </a:spcAft>
              <a:buClr>
                <a:schemeClr val="dk1"/>
              </a:buClr>
              <a:buSzPts val="3500"/>
              <a:buNone/>
              <a:defRPr sz="3500">
                <a:solidFill>
                  <a:schemeClr val="dk1"/>
                </a:solidFill>
              </a:defRPr>
            </a:lvl6pPr>
            <a:lvl7pPr lvl="6" algn="ctr">
              <a:lnSpc>
                <a:spcPct val="100000"/>
              </a:lnSpc>
              <a:spcBef>
                <a:spcPts val="0"/>
              </a:spcBef>
              <a:spcAft>
                <a:spcPts val="0"/>
              </a:spcAft>
              <a:buClr>
                <a:schemeClr val="dk1"/>
              </a:buClr>
              <a:buSzPts val="3500"/>
              <a:buNone/>
              <a:defRPr sz="3500">
                <a:solidFill>
                  <a:schemeClr val="dk1"/>
                </a:solidFill>
              </a:defRPr>
            </a:lvl7pPr>
            <a:lvl8pPr lvl="7" algn="ctr">
              <a:lnSpc>
                <a:spcPct val="100000"/>
              </a:lnSpc>
              <a:spcBef>
                <a:spcPts val="0"/>
              </a:spcBef>
              <a:spcAft>
                <a:spcPts val="0"/>
              </a:spcAft>
              <a:buClr>
                <a:schemeClr val="dk1"/>
              </a:buClr>
              <a:buSzPts val="3500"/>
              <a:buNone/>
              <a:defRPr sz="3500">
                <a:solidFill>
                  <a:schemeClr val="dk1"/>
                </a:solidFill>
              </a:defRPr>
            </a:lvl8pPr>
            <a:lvl9pPr lvl="8" algn="ctr">
              <a:lnSpc>
                <a:spcPct val="100000"/>
              </a:lnSpc>
              <a:spcBef>
                <a:spcPts val="0"/>
              </a:spcBef>
              <a:spcAft>
                <a:spcPts val="0"/>
              </a:spcAft>
              <a:buClr>
                <a:schemeClr val="dk1"/>
              </a:buClr>
              <a:buSzPts val="3500"/>
              <a:buNone/>
              <a:defRPr sz="3500">
                <a:solidFill>
                  <a:schemeClr val="dk1"/>
                </a:solidFil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12">
    <p:spTree>
      <p:nvGrpSpPr>
        <p:cNvPr id="83" name="Shape 83"/>
        <p:cNvGrpSpPr/>
        <p:nvPr/>
      </p:nvGrpSpPr>
      <p:grpSpPr>
        <a:xfrm>
          <a:off x="0" y="0"/>
          <a:ext cx="0" cy="0"/>
          <a:chOff x="0" y="0"/>
          <a:chExt cx="0" cy="0"/>
        </a:xfrm>
      </p:grpSpPr>
      <p:sp>
        <p:nvSpPr>
          <p:cNvPr id="84" name="Google Shape;84;p7"/>
          <p:cNvSpPr/>
          <p:nvPr/>
        </p:nvSpPr>
        <p:spPr>
          <a:xfrm>
            <a:off x="0" y="0"/>
            <a:ext cx="9144259" cy="5143463"/>
          </a:xfrm>
          <a:custGeom>
            <a:rect b="b" l="l" r="r" t="t"/>
            <a:pathLst>
              <a:path extrusionOk="0" h="123123" w="246310">
                <a:moveTo>
                  <a:pt x="245442" y="2136"/>
                </a:moveTo>
                <a:lnTo>
                  <a:pt x="244175" y="2136"/>
                </a:lnTo>
                <a:lnTo>
                  <a:pt x="244175" y="1035"/>
                </a:lnTo>
                <a:lnTo>
                  <a:pt x="244075" y="768"/>
                </a:lnTo>
                <a:lnTo>
                  <a:pt x="243274" y="1"/>
                </a:lnTo>
                <a:lnTo>
                  <a:pt x="243141" y="1"/>
                </a:lnTo>
                <a:lnTo>
                  <a:pt x="242173" y="1"/>
                </a:lnTo>
                <a:lnTo>
                  <a:pt x="240372" y="1"/>
                </a:lnTo>
                <a:lnTo>
                  <a:pt x="239238" y="1"/>
                </a:lnTo>
                <a:lnTo>
                  <a:pt x="231499" y="1"/>
                </a:lnTo>
                <a:lnTo>
                  <a:pt x="231332" y="1"/>
                </a:lnTo>
                <a:lnTo>
                  <a:pt x="230532" y="1"/>
                </a:lnTo>
                <a:lnTo>
                  <a:pt x="230365" y="1"/>
                </a:lnTo>
                <a:lnTo>
                  <a:pt x="222626" y="1"/>
                </a:lnTo>
                <a:lnTo>
                  <a:pt x="222626" y="1"/>
                </a:lnTo>
                <a:lnTo>
                  <a:pt x="221492" y="1"/>
                </a:lnTo>
                <a:lnTo>
                  <a:pt x="219691" y="1"/>
                </a:lnTo>
                <a:lnTo>
                  <a:pt x="218723" y="1"/>
                </a:lnTo>
                <a:lnTo>
                  <a:pt x="218557" y="1"/>
                </a:lnTo>
                <a:lnTo>
                  <a:pt x="217789" y="768"/>
                </a:lnTo>
                <a:lnTo>
                  <a:pt x="217689" y="1035"/>
                </a:lnTo>
                <a:lnTo>
                  <a:pt x="217689" y="2136"/>
                </a:lnTo>
                <a:lnTo>
                  <a:pt x="216422" y="2136"/>
                </a:lnTo>
                <a:lnTo>
                  <a:pt x="215521" y="3036"/>
                </a:lnTo>
                <a:lnTo>
                  <a:pt x="214654" y="2136"/>
                </a:lnTo>
                <a:lnTo>
                  <a:pt x="213386" y="2136"/>
                </a:lnTo>
                <a:lnTo>
                  <a:pt x="213386" y="1035"/>
                </a:lnTo>
                <a:lnTo>
                  <a:pt x="213286" y="768"/>
                </a:lnTo>
                <a:lnTo>
                  <a:pt x="212519" y="1"/>
                </a:lnTo>
                <a:lnTo>
                  <a:pt x="212352" y="1"/>
                </a:lnTo>
                <a:lnTo>
                  <a:pt x="211385" y="1"/>
                </a:lnTo>
                <a:lnTo>
                  <a:pt x="209584" y="1"/>
                </a:lnTo>
                <a:lnTo>
                  <a:pt x="208449" y="1"/>
                </a:lnTo>
                <a:lnTo>
                  <a:pt x="200710" y="1"/>
                </a:lnTo>
                <a:lnTo>
                  <a:pt x="200544" y="1"/>
                </a:lnTo>
                <a:lnTo>
                  <a:pt x="199743" y="1"/>
                </a:lnTo>
                <a:lnTo>
                  <a:pt x="199576" y="1"/>
                </a:lnTo>
                <a:lnTo>
                  <a:pt x="191837" y="1"/>
                </a:lnTo>
                <a:lnTo>
                  <a:pt x="190703" y="1"/>
                </a:lnTo>
                <a:lnTo>
                  <a:pt x="188902" y="1"/>
                </a:lnTo>
                <a:lnTo>
                  <a:pt x="187935" y="1"/>
                </a:lnTo>
                <a:lnTo>
                  <a:pt x="187801" y="1"/>
                </a:lnTo>
                <a:lnTo>
                  <a:pt x="187001" y="768"/>
                </a:lnTo>
                <a:lnTo>
                  <a:pt x="186901" y="1035"/>
                </a:lnTo>
                <a:lnTo>
                  <a:pt x="186901" y="2136"/>
                </a:lnTo>
                <a:lnTo>
                  <a:pt x="185633" y="2136"/>
                </a:lnTo>
                <a:lnTo>
                  <a:pt x="184766" y="3036"/>
                </a:lnTo>
                <a:lnTo>
                  <a:pt x="183865" y="2136"/>
                </a:lnTo>
                <a:lnTo>
                  <a:pt x="182598" y="2136"/>
                </a:lnTo>
                <a:lnTo>
                  <a:pt x="182598" y="1035"/>
                </a:lnTo>
                <a:lnTo>
                  <a:pt x="182497" y="768"/>
                </a:lnTo>
                <a:lnTo>
                  <a:pt x="181730" y="1"/>
                </a:lnTo>
                <a:lnTo>
                  <a:pt x="181563" y="1"/>
                </a:lnTo>
                <a:lnTo>
                  <a:pt x="180596" y="1"/>
                </a:lnTo>
                <a:lnTo>
                  <a:pt x="178795" y="1"/>
                </a:lnTo>
                <a:lnTo>
                  <a:pt x="177661" y="1"/>
                </a:lnTo>
                <a:lnTo>
                  <a:pt x="169922" y="1"/>
                </a:lnTo>
                <a:lnTo>
                  <a:pt x="169755" y="1"/>
                </a:lnTo>
                <a:lnTo>
                  <a:pt x="168954" y="1"/>
                </a:lnTo>
                <a:lnTo>
                  <a:pt x="168788" y="1"/>
                </a:lnTo>
                <a:lnTo>
                  <a:pt x="161049" y="1"/>
                </a:lnTo>
                <a:lnTo>
                  <a:pt x="159948" y="1"/>
                </a:lnTo>
                <a:lnTo>
                  <a:pt x="158113" y="1"/>
                </a:lnTo>
                <a:lnTo>
                  <a:pt x="157179" y="1"/>
                </a:lnTo>
                <a:lnTo>
                  <a:pt x="157013" y="1"/>
                </a:lnTo>
                <a:lnTo>
                  <a:pt x="156245" y="768"/>
                </a:lnTo>
                <a:lnTo>
                  <a:pt x="156112" y="1035"/>
                </a:lnTo>
                <a:lnTo>
                  <a:pt x="156112" y="2136"/>
                </a:lnTo>
                <a:lnTo>
                  <a:pt x="154844" y="2136"/>
                </a:lnTo>
                <a:lnTo>
                  <a:pt x="153944" y="3036"/>
                </a:lnTo>
                <a:lnTo>
                  <a:pt x="153076" y="2136"/>
                </a:lnTo>
                <a:lnTo>
                  <a:pt x="151809" y="2136"/>
                </a:lnTo>
                <a:lnTo>
                  <a:pt x="151809" y="1035"/>
                </a:lnTo>
                <a:lnTo>
                  <a:pt x="151675" y="768"/>
                </a:lnTo>
                <a:lnTo>
                  <a:pt x="150908" y="1"/>
                </a:lnTo>
                <a:lnTo>
                  <a:pt x="150741" y="1"/>
                </a:lnTo>
                <a:lnTo>
                  <a:pt x="149807" y="1"/>
                </a:lnTo>
                <a:lnTo>
                  <a:pt x="147973" y="1"/>
                </a:lnTo>
                <a:lnTo>
                  <a:pt x="146872" y="1"/>
                </a:lnTo>
                <a:lnTo>
                  <a:pt x="139133" y="1"/>
                </a:lnTo>
                <a:lnTo>
                  <a:pt x="138966" y="1"/>
                </a:lnTo>
                <a:lnTo>
                  <a:pt x="138166" y="1"/>
                </a:lnTo>
                <a:lnTo>
                  <a:pt x="137999" y="1"/>
                </a:lnTo>
                <a:lnTo>
                  <a:pt x="130260" y="1"/>
                </a:lnTo>
                <a:lnTo>
                  <a:pt x="129126" y="1"/>
                </a:lnTo>
                <a:lnTo>
                  <a:pt x="127325" y="1"/>
                </a:lnTo>
                <a:lnTo>
                  <a:pt x="126357" y="1"/>
                </a:lnTo>
                <a:lnTo>
                  <a:pt x="126191" y="1"/>
                </a:lnTo>
                <a:lnTo>
                  <a:pt x="125423" y="768"/>
                </a:lnTo>
                <a:lnTo>
                  <a:pt x="125323" y="1035"/>
                </a:lnTo>
                <a:lnTo>
                  <a:pt x="125323" y="2136"/>
                </a:lnTo>
                <a:lnTo>
                  <a:pt x="124056" y="2136"/>
                </a:lnTo>
                <a:lnTo>
                  <a:pt x="123155" y="3036"/>
                </a:lnTo>
                <a:lnTo>
                  <a:pt x="122254" y="2136"/>
                </a:lnTo>
                <a:lnTo>
                  <a:pt x="121020" y="2136"/>
                </a:lnTo>
                <a:lnTo>
                  <a:pt x="121020" y="1035"/>
                </a:lnTo>
                <a:lnTo>
                  <a:pt x="120887" y="768"/>
                </a:lnTo>
                <a:lnTo>
                  <a:pt x="120120" y="1"/>
                </a:lnTo>
                <a:lnTo>
                  <a:pt x="119953" y="1"/>
                </a:lnTo>
                <a:lnTo>
                  <a:pt x="119019" y="1"/>
                </a:lnTo>
                <a:lnTo>
                  <a:pt x="117184" y="1"/>
                </a:lnTo>
                <a:lnTo>
                  <a:pt x="116083" y="1"/>
                </a:lnTo>
                <a:lnTo>
                  <a:pt x="108311" y="1"/>
                </a:lnTo>
                <a:lnTo>
                  <a:pt x="108144" y="1"/>
                </a:lnTo>
                <a:lnTo>
                  <a:pt x="107377" y="1"/>
                </a:lnTo>
                <a:lnTo>
                  <a:pt x="107210" y="1"/>
                </a:lnTo>
                <a:lnTo>
                  <a:pt x="99472" y="1"/>
                </a:lnTo>
                <a:lnTo>
                  <a:pt x="98337" y="1"/>
                </a:lnTo>
                <a:lnTo>
                  <a:pt x="96536" y="1"/>
                </a:lnTo>
                <a:lnTo>
                  <a:pt x="95569" y="1"/>
                </a:lnTo>
                <a:lnTo>
                  <a:pt x="95402" y="1"/>
                </a:lnTo>
                <a:lnTo>
                  <a:pt x="94635" y="768"/>
                </a:lnTo>
                <a:lnTo>
                  <a:pt x="94535" y="1035"/>
                </a:lnTo>
                <a:lnTo>
                  <a:pt x="94535" y="2136"/>
                </a:lnTo>
                <a:lnTo>
                  <a:pt x="93267" y="2136"/>
                </a:lnTo>
                <a:lnTo>
                  <a:pt x="92366" y="3036"/>
                </a:lnTo>
                <a:lnTo>
                  <a:pt x="91499" y="2136"/>
                </a:lnTo>
                <a:lnTo>
                  <a:pt x="90232" y="2136"/>
                </a:lnTo>
                <a:lnTo>
                  <a:pt x="90232" y="1035"/>
                </a:lnTo>
                <a:lnTo>
                  <a:pt x="90098" y="768"/>
                </a:lnTo>
                <a:lnTo>
                  <a:pt x="89331" y="1"/>
                </a:lnTo>
                <a:lnTo>
                  <a:pt x="89164" y="1"/>
                </a:lnTo>
                <a:lnTo>
                  <a:pt x="88197" y="1"/>
                </a:lnTo>
                <a:lnTo>
                  <a:pt x="86396" y="1"/>
                </a:lnTo>
                <a:lnTo>
                  <a:pt x="85295" y="1"/>
                </a:lnTo>
                <a:lnTo>
                  <a:pt x="77523" y="1"/>
                </a:lnTo>
                <a:lnTo>
                  <a:pt x="77356" y="1"/>
                </a:lnTo>
                <a:lnTo>
                  <a:pt x="76589" y="1"/>
                </a:lnTo>
                <a:lnTo>
                  <a:pt x="76422" y="1"/>
                </a:lnTo>
                <a:lnTo>
                  <a:pt x="68650" y="1"/>
                </a:lnTo>
                <a:lnTo>
                  <a:pt x="67549" y="1"/>
                </a:lnTo>
                <a:lnTo>
                  <a:pt x="65714" y="1"/>
                </a:lnTo>
                <a:lnTo>
                  <a:pt x="64780" y="1"/>
                </a:lnTo>
                <a:lnTo>
                  <a:pt x="64613" y="1"/>
                </a:lnTo>
                <a:lnTo>
                  <a:pt x="63846" y="768"/>
                </a:lnTo>
                <a:lnTo>
                  <a:pt x="63713" y="1035"/>
                </a:lnTo>
                <a:lnTo>
                  <a:pt x="63713" y="2136"/>
                </a:lnTo>
                <a:lnTo>
                  <a:pt x="62478" y="2136"/>
                </a:lnTo>
                <a:lnTo>
                  <a:pt x="61578" y="3036"/>
                </a:lnTo>
                <a:lnTo>
                  <a:pt x="60677" y="2136"/>
                </a:lnTo>
                <a:lnTo>
                  <a:pt x="59443" y="2136"/>
                </a:lnTo>
                <a:lnTo>
                  <a:pt x="59443" y="1035"/>
                </a:lnTo>
                <a:lnTo>
                  <a:pt x="59310" y="768"/>
                </a:lnTo>
                <a:lnTo>
                  <a:pt x="58542" y="1"/>
                </a:lnTo>
                <a:lnTo>
                  <a:pt x="58376" y="1"/>
                </a:lnTo>
                <a:lnTo>
                  <a:pt x="57408" y="1"/>
                </a:lnTo>
                <a:lnTo>
                  <a:pt x="55607" y="1"/>
                </a:lnTo>
                <a:lnTo>
                  <a:pt x="54506" y="1"/>
                </a:lnTo>
                <a:lnTo>
                  <a:pt x="46734" y="1"/>
                </a:lnTo>
                <a:lnTo>
                  <a:pt x="46567" y="1"/>
                </a:lnTo>
                <a:lnTo>
                  <a:pt x="45767" y="1"/>
                </a:lnTo>
                <a:lnTo>
                  <a:pt x="45600" y="1"/>
                </a:lnTo>
                <a:lnTo>
                  <a:pt x="37861" y="1"/>
                </a:lnTo>
                <a:lnTo>
                  <a:pt x="36760" y="1"/>
                </a:lnTo>
                <a:lnTo>
                  <a:pt x="34925" y="1"/>
                </a:lnTo>
                <a:lnTo>
                  <a:pt x="33991" y="1"/>
                </a:lnTo>
                <a:lnTo>
                  <a:pt x="33825" y="1"/>
                </a:lnTo>
                <a:lnTo>
                  <a:pt x="33057" y="768"/>
                </a:lnTo>
                <a:lnTo>
                  <a:pt x="32924" y="1035"/>
                </a:lnTo>
                <a:lnTo>
                  <a:pt x="32924" y="2136"/>
                </a:lnTo>
                <a:lnTo>
                  <a:pt x="31690" y="2136"/>
                </a:lnTo>
                <a:lnTo>
                  <a:pt x="30789" y="3036"/>
                </a:lnTo>
                <a:lnTo>
                  <a:pt x="29889" y="2136"/>
                </a:lnTo>
                <a:lnTo>
                  <a:pt x="28654" y="2136"/>
                </a:lnTo>
                <a:lnTo>
                  <a:pt x="28654" y="1035"/>
                </a:lnTo>
                <a:lnTo>
                  <a:pt x="28521" y="768"/>
                </a:lnTo>
                <a:lnTo>
                  <a:pt x="27754" y="1"/>
                </a:lnTo>
                <a:lnTo>
                  <a:pt x="27587" y="1"/>
                </a:lnTo>
                <a:lnTo>
                  <a:pt x="26620" y="1"/>
                </a:lnTo>
                <a:lnTo>
                  <a:pt x="24818" y="1"/>
                </a:lnTo>
                <a:lnTo>
                  <a:pt x="23684" y="1"/>
                </a:lnTo>
                <a:lnTo>
                  <a:pt x="23684" y="1"/>
                </a:lnTo>
                <a:lnTo>
                  <a:pt x="15945" y="1"/>
                </a:lnTo>
                <a:lnTo>
                  <a:pt x="15778" y="1"/>
                </a:lnTo>
                <a:lnTo>
                  <a:pt x="14978" y="1"/>
                </a:lnTo>
                <a:lnTo>
                  <a:pt x="14811" y="1"/>
                </a:lnTo>
                <a:lnTo>
                  <a:pt x="7072" y="1"/>
                </a:lnTo>
                <a:lnTo>
                  <a:pt x="5938" y="1"/>
                </a:lnTo>
                <a:lnTo>
                  <a:pt x="4137" y="1"/>
                </a:lnTo>
                <a:lnTo>
                  <a:pt x="3169" y="1"/>
                </a:lnTo>
                <a:lnTo>
                  <a:pt x="3036" y="1"/>
                </a:lnTo>
                <a:lnTo>
                  <a:pt x="2235" y="768"/>
                </a:lnTo>
                <a:lnTo>
                  <a:pt x="2135" y="1035"/>
                </a:lnTo>
                <a:lnTo>
                  <a:pt x="2135" y="2136"/>
                </a:lnTo>
                <a:lnTo>
                  <a:pt x="868" y="2136"/>
                </a:lnTo>
                <a:lnTo>
                  <a:pt x="0" y="3036"/>
                </a:lnTo>
                <a:lnTo>
                  <a:pt x="0" y="3203"/>
                </a:lnTo>
                <a:lnTo>
                  <a:pt x="0" y="4137"/>
                </a:lnTo>
                <a:lnTo>
                  <a:pt x="0" y="5972"/>
                </a:lnTo>
                <a:lnTo>
                  <a:pt x="0" y="7073"/>
                </a:lnTo>
                <a:lnTo>
                  <a:pt x="0" y="14845"/>
                </a:lnTo>
                <a:lnTo>
                  <a:pt x="0" y="14978"/>
                </a:lnTo>
                <a:lnTo>
                  <a:pt x="0" y="15779"/>
                </a:lnTo>
                <a:lnTo>
                  <a:pt x="0" y="15946"/>
                </a:lnTo>
                <a:lnTo>
                  <a:pt x="0" y="23685"/>
                </a:lnTo>
                <a:lnTo>
                  <a:pt x="0" y="24819"/>
                </a:lnTo>
                <a:lnTo>
                  <a:pt x="0" y="26620"/>
                </a:lnTo>
                <a:lnTo>
                  <a:pt x="0" y="27587"/>
                </a:lnTo>
                <a:lnTo>
                  <a:pt x="0" y="27754"/>
                </a:lnTo>
                <a:lnTo>
                  <a:pt x="868" y="28621"/>
                </a:lnTo>
                <a:lnTo>
                  <a:pt x="2135" y="28621"/>
                </a:lnTo>
                <a:lnTo>
                  <a:pt x="2135" y="29722"/>
                </a:lnTo>
                <a:lnTo>
                  <a:pt x="2235" y="30022"/>
                </a:lnTo>
                <a:lnTo>
                  <a:pt x="3036" y="30790"/>
                </a:lnTo>
                <a:lnTo>
                  <a:pt x="2235" y="31557"/>
                </a:lnTo>
                <a:lnTo>
                  <a:pt x="2135" y="31824"/>
                </a:lnTo>
                <a:lnTo>
                  <a:pt x="2135" y="32924"/>
                </a:lnTo>
                <a:lnTo>
                  <a:pt x="868" y="32924"/>
                </a:lnTo>
                <a:lnTo>
                  <a:pt x="0" y="33825"/>
                </a:lnTo>
                <a:lnTo>
                  <a:pt x="0" y="33959"/>
                </a:lnTo>
                <a:lnTo>
                  <a:pt x="0" y="34926"/>
                </a:lnTo>
                <a:lnTo>
                  <a:pt x="0" y="36727"/>
                </a:lnTo>
                <a:lnTo>
                  <a:pt x="0" y="37861"/>
                </a:lnTo>
                <a:lnTo>
                  <a:pt x="0" y="45600"/>
                </a:lnTo>
                <a:lnTo>
                  <a:pt x="0" y="45767"/>
                </a:lnTo>
                <a:lnTo>
                  <a:pt x="0" y="46568"/>
                </a:lnTo>
                <a:lnTo>
                  <a:pt x="0" y="46734"/>
                </a:lnTo>
                <a:lnTo>
                  <a:pt x="0" y="54473"/>
                </a:lnTo>
                <a:lnTo>
                  <a:pt x="0" y="55607"/>
                </a:lnTo>
                <a:lnTo>
                  <a:pt x="0" y="57409"/>
                </a:lnTo>
                <a:lnTo>
                  <a:pt x="0" y="58376"/>
                </a:lnTo>
                <a:lnTo>
                  <a:pt x="0" y="58509"/>
                </a:lnTo>
                <a:lnTo>
                  <a:pt x="868" y="59410"/>
                </a:lnTo>
                <a:lnTo>
                  <a:pt x="2135" y="59410"/>
                </a:lnTo>
                <a:lnTo>
                  <a:pt x="2135" y="60511"/>
                </a:lnTo>
                <a:lnTo>
                  <a:pt x="2235" y="60778"/>
                </a:lnTo>
                <a:lnTo>
                  <a:pt x="3036" y="61545"/>
                </a:lnTo>
                <a:lnTo>
                  <a:pt x="2235" y="62312"/>
                </a:lnTo>
                <a:lnTo>
                  <a:pt x="2135" y="62612"/>
                </a:lnTo>
                <a:lnTo>
                  <a:pt x="2135" y="63713"/>
                </a:lnTo>
                <a:lnTo>
                  <a:pt x="868" y="63713"/>
                </a:lnTo>
                <a:lnTo>
                  <a:pt x="0" y="64580"/>
                </a:lnTo>
                <a:lnTo>
                  <a:pt x="0" y="64747"/>
                </a:lnTo>
                <a:lnTo>
                  <a:pt x="0" y="65715"/>
                </a:lnTo>
                <a:lnTo>
                  <a:pt x="0" y="67516"/>
                </a:lnTo>
                <a:lnTo>
                  <a:pt x="0" y="68650"/>
                </a:lnTo>
                <a:lnTo>
                  <a:pt x="0" y="76389"/>
                </a:lnTo>
                <a:lnTo>
                  <a:pt x="0" y="76556"/>
                </a:lnTo>
                <a:lnTo>
                  <a:pt x="0" y="77356"/>
                </a:lnTo>
                <a:lnTo>
                  <a:pt x="0" y="77490"/>
                </a:lnTo>
                <a:lnTo>
                  <a:pt x="0" y="85262"/>
                </a:lnTo>
                <a:lnTo>
                  <a:pt x="0" y="86363"/>
                </a:lnTo>
                <a:lnTo>
                  <a:pt x="0" y="88197"/>
                </a:lnTo>
                <a:lnTo>
                  <a:pt x="0" y="89131"/>
                </a:lnTo>
                <a:lnTo>
                  <a:pt x="0" y="89298"/>
                </a:lnTo>
                <a:lnTo>
                  <a:pt x="868" y="90199"/>
                </a:lnTo>
                <a:lnTo>
                  <a:pt x="2135" y="90199"/>
                </a:lnTo>
                <a:lnTo>
                  <a:pt x="2135" y="91266"/>
                </a:lnTo>
                <a:lnTo>
                  <a:pt x="2235" y="91566"/>
                </a:lnTo>
                <a:lnTo>
                  <a:pt x="3036" y="92334"/>
                </a:lnTo>
                <a:lnTo>
                  <a:pt x="2235" y="93101"/>
                </a:lnTo>
                <a:lnTo>
                  <a:pt x="2135" y="93368"/>
                </a:lnTo>
                <a:lnTo>
                  <a:pt x="2135" y="94469"/>
                </a:lnTo>
                <a:lnTo>
                  <a:pt x="868" y="94469"/>
                </a:lnTo>
                <a:lnTo>
                  <a:pt x="0" y="95369"/>
                </a:lnTo>
                <a:lnTo>
                  <a:pt x="0" y="95536"/>
                </a:lnTo>
                <a:lnTo>
                  <a:pt x="0" y="96470"/>
                </a:lnTo>
                <a:lnTo>
                  <a:pt x="0" y="98305"/>
                </a:lnTo>
                <a:lnTo>
                  <a:pt x="0" y="99405"/>
                </a:lnTo>
                <a:lnTo>
                  <a:pt x="0" y="107178"/>
                </a:lnTo>
                <a:lnTo>
                  <a:pt x="0" y="107311"/>
                </a:lnTo>
                <a:lnTo>
                  <a:pt x="0" y="108112"/>
                </a:lnTo>
                <a:lnTo>
                  <a:pt x="0" y="108278"/>
                </a:lnTo>
                <a:lnTo>
                  <a:pt x="0" y="116017"/>
                </a:lnTo>
                <a:lnTo>
                  <a:pt x="0" y="117151"/>
                </a:lnTo>
                <a:lnTo>
                  <a:pt x="0" y="118953"/>
                </a:lnTo>
                <a:lnTo>
                  <a:pt x="0" y="119920"/>
                </a:lnTo>
                <a:lnTo>
                  <a:pt x="0" y="120087"/>
                </a:lnTo>
                <a:lnTo>
                  <a:pt x="868" y="120954"/>
                </a:lnTo>
                <a:lnTo>
                  <a:pt x="2135" y="120954"/>
                </a:lnTo>
                <a:lnTo>
                  <a:pt x="2135" y="122055"/>
                </a:lnTo>
                <a:lnTo>
                  <a:pt x="2235" y="122355"/>
                </a:lnTo>
                <a:lnTo>
                  <a:pt x="3036" y="123122"/>
                </a:lnTo>
                <a:lnTo>
                  <a:pt x="3169" y="123122"/>
                </a:lnTo>
                <a:lnTo>
                  <a:pt x="4137" y="123122"/>
                </a:lnTo>
                <a:lnTo>
                  <a:pt x="5938" y="123122"/>
                </a:lnTo>
                <a:lnTo>
                  <a:pt x="7072" y="123122"/>
                </a:lnTo>
                <a:lnTo>
                  <a:pt x="14811" y="123122"/>
                </a:lnTo>
                <a:lnTo>
                  <a:pt x="14978" y="123122"/>
                </a:lnTo>
                <a:lnTo>
                  <a:pt x="15778" y="123122"/>
                </a:lnTo>
                <a:lnTo>
                  <a:pt x="15945" y="123122"/>
                </a:lnTo>
                <a:lnTo>
                  <a:pt x="23684" y="123122"/>
                </a:lnTo>
                <a:lnTo>
                  <a:pt x="23684" y="123122"/>
                </a:lnTo>
                <a:lnTo>
                  <a:pt x="24818" y="123122"/>
                </a:lnTo>
                <a:lnTo>
                  <a:pt x="26620" y="123122"/>
                </a:lnTo>
                <a:lnTo>
                  <a:pt x="27587" y="123122"/>
                </a:lnTo>
                <a:lnTo>
                  <a:pt x="27754" y="123122"/>
                </a:lnTo>
                <a:lnTo>
                  <a:pt x="28521" y="122355"/>
                </a:lnTo>
                <a:lnTo>
                  <a:pt x="28621" y="122055"/>
                </a:lnTo>
                <a:lnTo>
                  <a:pt x="28621" y="120954"/>
                </a:lnTo>
                <a:lnTo>
                  <a:pt x="29889" y="120954"/>
                </a:lnTo>
                <a:lnTo>
                  <a:pt x="30789" y="120087"/>
                </a:lnTo>
                <a:lnTo>
                  <a:pt x="31656" y="120954"/>
                </a:lnTo>
                <a:lnTo>
                  <a:pt x="32924" y="120954"/>
                </a:lnTo>
                <a:lnTo>
                  <a:pt x="32924" y="122055"/>
                </a:lnTo>
                <a:lnTo>
                  <a:pt x="33024" y="122355"/>
                </a:lnTo>
                <a:lnTo>
                  <a:pt x="33825" y="123122"/>
                </a:lnTo>
                <a:lnTo>
                  <a:pt x="33958" y="123122"/>
                </a:lnTo>
                <a:lnTo>
                  <a:pt x="34925" y="123122"/>
                </a:lnTo>
                <a:lnTo>
                  <a:pt x="36727" y="123122"/>
                </a:lnTo>
                <a:lnTo>
                  <a:pt x="37861" y="123122"/>
                </a:lnTo>
                <a:lnTo>
                  <a:pt x="45600" y="123122"/>
                </a:lnTo>
                <a:lnTo>
                  <a:pt x="45767" y="123122"/>
                </a:lnTo>
                <a:lnTo>
                  <a:pt x="46567" y="123122"/>
                </a:lnTo>
                <a:lnTo>
                  <a:pt x="46734" y="123122"/>
                </a:lnTo>
                <a:lnTo>
                  <a:pt x="54473" y="123122"/>
                </a:lnTo>
                <a:lnTo>
                  <a:pt x="55607" y="123122"/>
                </a:lnTo>
                <a:lnTo>
                  <a:pt x="57408" y="123122"/>
                </a:lnTo>
                <a:lnTo>
                  <a:pt x="58376" y="123122"/>
                </a:lnTo>
                <a:lnTo>
                  <a:pt x="58542" y="123122"/>
                </a:lnTo>
                <a:lnTo>
                  <a:pt x="59310" y="122355"/>
                </a:lnTo>
                <a:lnTo>
                  <a:pt x="59410" y="122055"/>
                </a:lnTo>
                <a:lnTo>
                  <a:pt x="59410" y="120954"/>
                </a:lnTo>
                <a:lnTo>
                  <a:pt x="60677" y="120954"/>
                </a:lnTo>
                <a:lnTo>
                  <a:pt x="61578" y="120087"/>
                </a:lnTo>
                <a:lnTo>
                  <a:pt x="62445" y="120954"/>
                </a:lnTo>
                <a:lnTo>
                  <a:pt x="63713" y="120954"/>
                </a:lnTo>
                <a:lnTo>
                  <a:pt x="63713" y="122055"/>
                </a:lnTo>
                <a:lnTo>
                  <a:pt x="63813" y="122355"/>
                </a:lnTo>
                <a:lnTo>
                  <a:pt x="64613" y="123122"/>
                </a:lnTo>
                <a:lnTo>
                  <a:pt x="64747" y="123122"/>
                </a:lnTo>
                <a:lnTo>
                  <a:pt x="65714" y="123122"/>
                </a:lnTo>
                <a:lnTo>
                  <a:pt x="67515" y="123122"/>
                </a:lnTo>
                <a:lnTo>
                  <a:pt x="68650" y="123122"/>
                </a:lnTo>
                <a:lnTo>
                  <a:pt x="76388" y="123122"/>
                </a:lnTo>
                <a:lnTo>
                  <a:pt x="76555" y="123122"/>
                </a:lnTo>
                <a:lnTo>
                  <a:pt x="77356" y="123122"/>
                </a:lnTo>
                <a:lnTo>
                  <a:pt x="77523" y="123122"/>
                </a:lnTo>
                <a:lnTo>
                  <a:pt x="85261" y="123122"/>
                </a:lnTo>
                <a:lnTo>
                  <a:pt x="86362" y="123122"/>
                </a:lnTo>
                <a:lnTo>
                  <a:pt x="88197" y="123122"/>
                </a:lnTo>
                <a:lnTo>
                  <a:pt x="89131" y="123122"/>
                </a:lnTo>
                <a:lnTo>
                  <a:pt x="89298" y="123122"/>
                </a:lnTo>
                <a:lnTo>
                  <a:pt x="90065" y="122355"/>
                </a:lnTo>
                <a:lnTo>
                  <a:pt x="90198" y="122055"/>
                </a:lnTo>
                <a:lnTo>
                  <a:pt x="90198" y="120954"/>
                </a:lnTo>
                <a:lnTo>
                  <a:pt x="91466" y="120954"/>
                </a:lnTo>
                <a:lnTo>
                  <a:pt x="92333" y="120087"/>
                </a:lnTo>
                <a:lnTo>
                  <a:pt x="93234" y="120954"/>
                </a:lnTo>
                <a:lnTo>
                  <a:pt x="94501" y="120954"/>
                </a:lnTo>
                <a:lnTo>
                  <a:pt x="94501" y="122055"/>
                </a:lnTo>
                <a:lnTo>
                  <a:pt x="94601" y="122355"/>
                </a:lnTo>
                <a:lnTo>
                  <a:pt x="95369" y="123122"/>
                </a:lnTo>
                <a:lnTo>
                  <a:pt x="95535" y="123122"/>
                </a:lnTo>
                <a:lnTo>
                  <a:pt x="96503" y="123122"/>
                </a:lnTo>
                <a:lnTo>
                  <a:pt x="98304" y="123122"/>
                </a:lnTo>
                <a:lnTo>
                  <a:pt x="99438" y="123122"/>
                </a:lnTo>
                <a:lnTo>
                  <a:pt x="107177" y="123122"/>
                </a:lnTo>
                <a:lnTo>
                  <a:pt x="107344" y="123122"/>
                </a:lnTo>
                <a:lnTo>
                  <a:pt x="108111" y="123122"/>
                </a:lnTo>
                <a:lnTo>
                  <a:pt x="108278" y="123122"/>
                </a:lnTo>
                <a:lnTo>
                  <a:pt x="116050" y="123122"/>
                </a:lnTo>
                <a:lnTo>
                  <a:pt x="117151" y="123122"/>
                </a:lnTo>
                <a:lnTo>
                  <a:pt x="118985" y="123122"/>
                </a:lnTo>
                <a:lnTo>
                  <a:pt x="119919" y="123122"/>
                </a:lnTo>
                <a:lnTo>
                  <a:pt x="120086" y="123122"/>
                </a:lnTo>
                <a:lnTo>
                  <a:pt x="120853" y="122355"/>
                </a:lnTo>
                <a:lnTo>
                  <a:pt x="120987" y="122055"/>
                </a:lnTo>
                <a:lnTo>
                  <a:pt x="120987" y="120954"/>
                </a:lnTo>
                <a:lnTo>
                  <a:pt x="122221" y="120954"/>
                </a:lnTo>
                <a:lnTo>
                  <a:pt x="123122" y="120087"/>
                </a:lnTo>
                <a:lnTo>
                  <a:pt x="124022" y="120954"/>
                </a:lnTo>
                <a:lnTo>
                  <a:pt x="125257" y="120954"/>
                </a:lnTo>
                <a:lnTo>
                  <a:pt x="125257" y="122055"/>
                </a:lnTo>
                <a:lnTo>
                  <a:pt x="125390" y="122355"/>
                </a:lnTo>
                <a:lnTo>
                  <a:pt x="126157" y="123122"/>
                </a:lnTo>
                <a:lnTo>
                  <a:pt x="126324" y="123122"/>
                </a:lnTo>
                <a:lnTo>
                  <a:pt x="127291" y="123122"/>
                </a:lnTo>
                <a:lnTo>
                  <a:pt x="129093" y="123122"/>
                </a:lnTo>
                <a:lnTo>
                  <a:pt x="130193" y="123122"/>
                </a:lnTo>
                <a:lnTo>
                  <a:pt x="137966" y="123122"/>
                </a:lnTo>
                <a:lnTo>
                  <a:pt x="138132" y="123122"/>
                </a:lnTo>
                <a:lnTo>
                  <a:pt x="138900" y="123122"/>
                </a:lnTo>
                <a:lnTo>
                  <a:pt x="139066" y="123122"/>
                </a:lnTo>
                <a:lnTo>
                  <a:pt x="146839" y="123122"/>
                </a:lnTo>
                <a:lnTo>
                  <a:pt x="147939" y="123122"/>
                </a:lnTo>
                <a:lnTo>
                  <a:pt x="149741" y="123122"/>
                </a:lnTo>
                <a:lnTo>
                  <a:pt x="150708" y="123122"/>
                </a:lnTo>
                <a:lnTo>
                  <a:pt x="150875" y="123122"/>
                </a:lnTo>
                <a:lnTo>
                  <a:pt x="151642" y="122355"/>
                </a:lnTo>
                <a:lnTo>
                  <a:pt x="151776" y="122055"/>
                </a:lnTo>
                <a:lnTo>
                  <a:pt x="151776" y="120954"/>
                </a:lnTo>
                <a:lnTo>
                  <a:pt x="153010" y="120954"/>
                </a:lnTo>
                <a:lnTo>
                  <a:pt x="153910" y="120087"/>
                </a:lnTo>
                <a:lnTo>
                  <a:pt x="154778" y="120954"/>
                </a:lnTo>
                <a:lnTo>
                  <a:pt x="156112" y="120954"/>
                </a:lnTo>
                <a:lnTo>
                  <a:pt x="156112" y="122055"/>
                </a:lnTo>
                <a:lnTo>
                  <a:pt x="156212" y="122355"/>
                </a:lnTo>
                <a:lnTo>
                  <a:pt x="156979" y="123122"/>
                </a:lnTo>
                <a:lnTo>
                  <a:pt x="157146" y="123122"/>
                </a:lnTo>
                <a:lnTo>
                  <a:pt x="158113" y="123122"/>
                </a:lnTo>
                <a:lnTo>
                  <a:pt x="159915" y="123122"/>
                </a:lnTo>
                <a:lnTo>
                  <a:pt x="161049" y="123122"/>
                </a:lnTo>
                <a:lnTo>
                  <a:pt x="168788" y="123122"/>
                </a:lnTo>
                <a:lnTo>
                  <a:pt x="168954" y="123122"/>
                </a:lnTo>
                <a:lnTo>
                  <a:pt x="169722" y="123122"/>
                </a:lnTo>
                <a:lnTo>
                  <a:pt x="169888" y="123122"/>
                </a:lnTo>
                <a:lnTo>
                  <a:pt x="177661" y="123122"/>
                </a:lnTo>
                <a:lnTo>
                  <a:pt x="178761" y="123122"/>
                </a:lnTo>
                <a:lnTo>
                  <a:pt x="180596" y="123122"/>
                </a:lnTo>
                <a:lnTo>
                  <a:pt x="181530" y="123122"/>
                </a:lnTo>
                <a:lnTo>
                  <a:pt x="181697" y="123122"/>
                </a:lnTo>
                <a:lnTo>
                  <a:pt x="182464" y="122355"/>
                </a:lnTo>
                <a:lnTo>
                  <a:pt x="182598" y="122055"/>
                </a:lnTo>
                <a:lnTo>
                  <a:pt x="182598" y="120954"/>
                </a:lnTo>
                <a:lnTo>
                  <a:pt x="183832" y="120954"/>
                </a:lnTo>
                <a:lnTo>
                  <a:pt x="184732" y="120087"/>
                </a:lnTo>
                <a:lnTo>
                  <a:pt x="185633" y="120954"/>
                </a:lnTo>
                <a:lnTo>
                  <a:pt x="186867" y="120954"/>
                </a:lnTo>
                <a:lnTo>
                  <a:pt x="186867" y="122055"/>
                </a:lnTo>
                <a:lnTo>
                  <a:pt x="187001" y="122355"/>
                </a:lnTo>
                <a:lnTo>
                  <a:pt x="187768" y="123122"/>
                </a:lnTo>
                <a:lnTo>
                  <a:pt x="187935" y="123122"/>
                </a:lnTo>
                <a:lnTo>
                  <a:pt x="188869" y="123122"/>
                </a:lnTo>
                <a:lnTo>
                  <a:pt x="190703" y="123122"/>
                </a:lnTo>
                <a:lnTo>
                  <a:pt x="191804" y="123122"/>
                </a:lnTo>
                <a:lnTo>
                  <a:pt x="199576" y="123122"/>
                </a:lnTo>
                <a:lnTo>
                  <a:pt x="199743" y="123122"/>
                </a:lnTo>
                <a:lnTo>
                  <a:pt x="200510" y="123122"/>
                </a:lnTo>
                <a:lnTo>
                  <a:pt x="200677" y="123122"/>
                </a:lnTo>
                <a:lnTo>
                  <a:pt x="208449" y="123122"/>
                </a:lnTo>
                <a:lnTo>
                  <a:pt x="209550" y="123122"/>
                </a:lnTo>
                <a:lnTo>
                  <a:pt x="211351" y="123122"/>
                </a:lnTo>
                <a:lnTo>
                  <a:pt x="212319" y="123122"/>
                </a:lnTo>
                <a:lnTo>
                  <a:pt x="212486" y="123122"/>
                </a:lnTo>
                <a:lnTo>
                  <a:pt x="213253" y="122355"/>
                </a:lnTo>
                <a:lnTo>
                  <a:pt x="213386" y="122055"/>
                </a:lnTo>
                <a:lnTo>
                  <a:pt x="213386" y="120954"/>
                </a:lnTo>
                <a:lnTo>
                  <a:pt x="214620" y="120954"/>
                </a:lnTo>
                <a:lnTo>
                  <a:pt x="215521" y="120087"/>
                </a:lnTo>
                <a:lnTo>
                  <a:pt x="216388" y="120954"/>
                </a:lnTo>
                <a:lnTo>
                  <a:pt x="217656" y="120954"/>
                </a:lnTo>
                <a:lnTo>
                  <a:pt x="217656" y="122055"/>
                </a:lnTo>
                <a:lnTo>
                  <a:pt x="217789" y="122355"/>
                </a:lnTo>
                <a:lnTo>
                  <a:pt x="218557" y="123122"/>
                </a:lnTo>
                <a:lnTo>
                  <a:pt x="218723" y="123122"/>
                </a:lnTo>
                <a:lnTo>
                  <a:pt x="219657" y="123122"/>
                </a:lnTo>
                <a:lnTo>
                  <a:pt x="221492" y="123122"/>
                </a:lnTo>
                <a:lnTo>
                  <a:pt x="222593" y="123122"/>
                </a:lnTo>
                <a:lnTo>
                  <a:pt x="222593" y="123122"/>
                </a:lnTo>
                <a:lnTo>
                  <a:pt x="230365" y="123122"/>
                </a:lnTo>
                <a:lnTo>
                  <a:pt x="230498" y="123122"/>
                </a:lnTo>
                <a:lnTo>
                  <a:pt x="231299" y="123122"/>
                </a:lnTo>
                <a:lnTo>
                  <a:pt x="231466" y="123122"/>
                </a:lnTo>
                <a:lnTo>
                  <a:pt x="239205" y="123122"/>
                </a:lnTo>
                <a:lnTo>
                  <a:pt x="240339" y="123122"/>
                </a:lnTo>
                <a:lnTo>
                  <a:pt x="242140" y="123122"/>
                </a:lnTo>
                <a:lnTo>
                  <a:pt x="243107" y="123122"/>
                </a:lnTo>
                <a:lnTo>
                  <a:pt x="243274" y="123122"/>
                </a:lnTo>
                <a:lnTo>
                  <a:pt x="244041" y="122355"/>
                </a:lnTo>
                <a:lnTo>
                  <a:pt x="244142" y="122055"/>
                </a:lnTo>
                <a:lnTo>
                  <a:pt x="244142" y="120954"/>
                </a:lnTo>
                <a:lnTo>
                  <a:pt x="245409" y="120954"/>
                </a:lnTo>
                <a:lnTo>
                  <a:pt x="246310" y="120087"/>
                </a:lnTo>
                <a:lnTo>
                  <a:pt x="246310" y="119920"/>
                </a:lnTo>
                <a:lnTo>
                  <a:pt x="246310" y="118953"/>
                </a:lnTo>
                <a:lnTo>
                  <a:pt x="246310" y="117151"/>
                </a:lnTo>
                <a:lnTo>
                  <a:pt x="246310" y="116017"/>
                </a:lnTo>
                <a:lnTo>
                  <a:pt x="246310" y="108278"/>
                </a:lnTo>
                <a:lnTo>
                  <a:pt x="246310" y="108112"/>
                </a:lnTo>
                <a:lnTo>
                  <a:pt x="246310" y="107311"/>
                </a:lnTo>
                <a:lnTo>
                  <a:pt x="246310" y="107178"/>
                </a:lnTo>
                <a:lnTo>
                  <a:pt x="246310" y="99405"/>
                </a:lnTo>
                <a:lnTo>
                  <a:pt x="246310" y="98305"/>
                </a:lnTo>
                <a:lnTo>
                  <a:pt x="246310" y="96470"/>
                </a:lnTo>
                <a:lnTo>
                  <a:pt x="246310" y="95536"/>
                </a:lnTo>
                <a:lnTo>
                  <a:pt x="246310" y="95369"/>
                </a:lnTo>
                <a:lnTo>
                  <a:pt x="245409" y="94469"/>
                </a:lnTo>
                <a:lnTo>
                  <a:pt x="244142" y="94469"/>
                </a:lnTo>
                <a:lnTo>
                  <a:pt x="244142" y="93368"/>
                </a:lnTo>
                <a:lnTo>
                  <a:pt x="244041" y="93101"/>
                </a:lnTo>
                <a:lnTo>
                  <a:pt x="243274" y="92334"/>
                </a:lnTo>
                <a:lnTo>
                  <a:pt x="244041" y="91566"/>
                </a:lnTo>
                <a:lnTo>
                  <a:pt x="244142" y="91266"/>
                </a:lnTo>
                <a:lnTo>
                  <a:pt x="244142" y="90199"/>
                </a:lnTo>
                <a:lnTo>
                  <a:pt x="245409" y="90199"/>
                </a:lnTo>
                <a:lnTo>
                  <a:pt x="246310" y="89298"/>
                </a:lnTo>
                <a:lnTo>
                  <a:pt x="246310" y="89131"/>
                </a:lnTo>
                <a:lnTo>
                  <a:pt x="246310" y="88197"/>
                </a:lnTo>
                <a:lnTo>
                  <a:pt x="246310" y="86363"/>
                </a:lnTo>
                <a:lnTo>
                  <a:pt x="246310" y="85262"/>
                </a:lnTo>
                <a:lnTo>
                  <a:pt x="246310" y="77490"/>
                </a:lnTo>
                <a:lnTo>
                  <a:pt x="246310" y="77323"/>
                </a:lnTo>
                <a:lnTo>
                  <a:pt x="246310" y="76556"/>
                </a:lnTo>
                <a:lnTo>
                  <a:pt x="246310" y="76389"/>
                </a:lnTo>
                <a:lnTo>
                  <a:pt x="246310" y="68617"/>
                </a:lnTo>
                <a:lnTo>
                  <a:pt x="246310" y="67516"/>
                </a:lnTo>
                <a:lnTo>
                  <a:pt x="246310" y="65715"/>
                </a:lnTo>
                <a:lnTo>
                  <a:pt x="246310" y="64747"/>
                </a:lnTo>
                <a:lnTo>
                  <a:pt x="246310" y="64580"/>
                </a:lnTo>
                <a:lnTo>
                  <a:pt x="245409" y="63713"/>
                </a:lnTo>
                <a:lnTo>
                  <a:pt x="244142" y="63713"/>
                </a:lnTo>
                <a:lnTo>
                  <a:pt x="244142" y="62612"/>
                </a:lnTo>
                <a:lnTo>
                  <a:pt x="244041" y="62312"/>
                </a:lnTo>
                <a:lnTo>
                  <a:pt x="243274" y="61545"/>
                </a:lnTo>
                <a:lnTo>
                  <a:pt x="244041" y="60778"/>
                </a:lnTo>
                <a:lnTo>
                  <a:pt x="244142" y="60511"/>
                </a:lnTo>
                <a:lnTo>
                  <a:pt x="244142" y="59410"/>
                </a:lnTo>
                <a:lnTo>
                  <a:pt x="245409" y="59410"/>
                </a:lnTo>
                <a:lnTo>
                  <a:pt x="246310" y="58509"/>
                </a:lnTo>
                <a:lnTo>
                  <a:pt x="246310" y="58376"/>
                </a:lnTo>
                <a:lnTo>
                  <a:pt x="246310" y="57409"/>
                </a:lnTo>
                <a:lnTo>
                  <a:pt x="246310" y="55607"/>
                </a:lnTo>
                <a:lnTo>
                  <a:pt x="246310" y="54473"/>
                </a:lnTo>
                <a:lnTo>
                  <a:pt x="246310" y="46734"/>
                </a:lnTo>
                <a:lnTo>
                  <a:pt x="246310" y="46568"/>
                </a:lnTo>
                <a:lnTo>
                  <a:pt x="246310" y="45800"/>
                </a:lnTo>
                <a:lnTo>
                  <a:pt x="246310" y="45634"/>
                </a:lnTo>
                <a:lnTo>
                  <a:pt x="246310" y="37861"/>
                </a:lnTo>
                <a:lnTo>
                  <a:pt x="246310" y="36761"/>
                </a:lnTo>
                <a:lnTo>
                  <a:pt x="246310" y="34926"/>
                </a:lnTo>
                <a:lnTo>
                  <a:pt x="246310" y="33992"/>
                </a:lnTo>
                <a:lnTo>
                  <a:pt x="246310" y="33825"/>
                </a:lnTo>
                <a:lnTo>
                  <a:pt x="245409" y="32924"/>
                </a:lnTo>
                <a:lnTo>
                  <a:pt x="244142" y="32924"/>
                </a:lnTo>
                <a:lnTo>
                  <a:pt x="244142" y="31824"/>
                </a:lnTo>
                <a:lnTo>
                  <a:pt x="244041" y="31557"/>
                </a:lnTo>
                <a:lnTo>
                  <a:pt x="243274" y="30790"/>
                </a:lnTo>
                <a:lnTo>
                  <a:pt x="244041" y="30022"/>
                </a:lnTo>
                <a:lnTo>
                  <a:pt x="244142" y="29722"/>
                </a:lnTo>
                <a:lnTo>
                  <a:pt x="244142" y="28655"/>
                </a:lnTo>
                <a:lnTo>
                  <a:pt x="245409" y="28655"/>
                </a:lnTo>
                <a:lnTo>
                  <a:pt x="246310" y="27754"/>
                </a:lnTo>
                <a:lnTo>
                  <a:pt x="246310" y="27587"/>
                </a:lnTo>
                <a:lnTo>
                  <a:pt x="246310" y="26620"/>
                </a:lnTo>
                <a:lnTo>
                  <a:pt x="246310" y="24819"/>
                </a:lnTo>
                <a:lnTo>
                  <a:pt x="246310" y="23718"/>
                </a:lnTo>
                <a:lnTo>
                  <a:pt x="246310" y="15946"/>
                </a:lnTo>
                <a:lnTo>
                  <a:pt x="246310" y="15779"/>
                </a:lnTo>
                <a:lnTo>
                  <a:pt x="246310" y="15012"/>
                </a:lnTo>
                <a:lnTo>
                  <a:pt x="246310" y="14845"/>
                </a:lnTo>
                <a:lnTo>
                  <a:pt x="246310" y="7073"/>
                </a:lnTo>
                <a:lnTo>
                  <a:pt x="246310" y="5972"/>
                </a:lnTo>
                <a:lnTo>
                  <a:pt x="246310" y="4137"/>
                </a:lnTo>
                <a:lnTo>
                  <a:pt x="246310" y="3203"/>
                </a:lnTo>
                <a:lnTo>
                  <a:pt x="246310" y="3036"/>
                </a:lnTo>
                <a:close/>
                <a:moveTo>
                  <a:pt x="242574" y="401"/>
                </a:moveTo>
                <a:lnTo>
                  <a:pt x="243374" y="1202"/>
                </a:lnTo>
                <a:lnTo>
                  <a:pt x="243374" y="2503"/>
                </a:lnTo>
                <a:lnTo>
                  <a:pt x="242107" y="3804"/>
                </a:lnTo>
                <a:lnTo>
                  <a:pt x="242107" y="1735"/>
                </a:lnTo>
                <a:lnTo>
                  <a:pt x="240739" y="401"/>
                </a:lnTo>
                <a:lnTo>
                  <a:pt x="242574" y="401"/>
                </a:lnTo>
                <a:close/>
                <a:moveTo>
                  <a:pt x="239338" y="6439"/>
                </a:moveTo>
                <a:lnTo>
                  <a:pt x="234635" y="6439"/>
                </a:lnTo>
                <a:lnTo>
                  <a:pt x="231332" y="3103"/>
                </a:lnTo>
                <a:lnTo>
                  <a:pt x="231332" y="935"/>
                </a:lnTo>
                <a:lnTo>
                  <a:pt x="235269" y="4904"/>
                </a:lnTo>
                <a:lnTo>
                  <a:pt x="240873" y="4904"/>
                </a:lnTo>
                <a:close/>
                <a:moveTo>
                  <a:pt x="239338" y="37228"/>
                </a:moveTo>
                <a:lnTo>
                  <a:pt x="234635" y="37228"/>
                </a:lnTo>
                <a:lnTo>
                  <a:pt x="231332" y="33892"/>
                </a:lnTo>
                <a:lnTo>
                  <a:pt x="231332" y="31757"/>
                </a:lnTo>
                <a:lnTo>
                  <a:pt x="235269" y="35693"/>
                </a:lnTo>
                <a:lnTo>
                  <a:pt x="240873" y="35693"/>
                </a:lnTo>
                <a:close/>
                <a:moveTo>
                  <a:pt x="239205" y="42932"/>
                </a:moveTo>
                <a:lnTo>
                  <a:pt x="242073" y="45800"/>
                </a:lnTo>
                <a:lnTo>
                  <a:pt x="239705" y="45800"/>
                </a:lnTo>
                <a:lnTo>
                  <a:pt x="237437" y="43499"/>
                </a:lnTo>
                <a:lnTo>
                  <a:pt x="237437" y="40230"/>
                </a:lnTo>
                <a:lnTo>
                  <a:pt x="239105" y="38562"/>
                </a:lnTo>
                <a:lnTo>
                  <a:pt x="239105" y="42631"/>
                </a:lnTo>
                <a:close/>
                <a:moveTo>
                  <a:pt x="239338" y="68016"/>
                </a:moveTo>
                <a:lnTo>
                  <a:pt x="234635" y="68016"/>
                </a:lnTo>
                <a:lnTo>
                  <a:pt x="231332" y="64714"/>
                </a:lnTo>
                <a:lnTo>
                  <a:pt x="231332" y="62546"/>
                </a:lnTo>
                <a:lnTo>
                  <a:pt x="235269" y="66482"/>
                </a:lnTo>
                <a:lnTo>
                  <a:pt x="240873" y="66482"/>
                </a:lnTo>
                <a:close/>
                <a:moveTo>
                  <a:pt x="239338" y="98805"/>
                </a:moveTo>
                <a:lnTo>
                  <a:pt x="234635" y="98805"/>
                </a:lnTo>
                <a:lnTo>
                  <a:pt x="231332" y="95503"/>
                </a:lnTo>
                <a:lnTo>
                  <a:pt x="231332" y="93334"/>
                </a:lnTo>
                <a:lnTo>
                  <a:pt x="235269" y="97271"/>
                </a:lnTo>
                <a:lnTo>
                  <a:pt x="240873" y="97271"/>
                </a:lnTo>
                <a:close/>
                <a:moveTo>
                  <a:pt x="239205" y="104509"/>
                </a:moveTo>
                <a:lnTo>
                  <a:pt x="242073" y="107378"/>
                </a:lnTo>
                <a:lnTo>
                  <a:pt x="239705" y="107378"/>
                </a:lnTo>
                <a:lnTo>
                  <a:pt x="237437" y="105076"/>
                </a:lnTo>
                <a:lnTo>
                  <a:pt x="237437" y="101840"/>
                </a:lnTo>
                <a:lnTo>
                  <a:pt x="239105" y="100139"/>
                </a:lnTo>
                <a:lnTo>
                  <a:pt x="239105" y="104209"/>
                </a:lnTo>
                <a:close/>
                <a:moveTo>
                  <a:pt x="239105" y="115384"/>
                </a:moveTo>
                <a:lnTo>
                  <a:pt x="237437" y="113716"/>
                </a:lnTo>
                <a:lnTo>
                  <a:pt x="237437" y="110447"/>
                </a:lnTo>
                <a:lnTo>
                  <a:pt x="239705" y="108145"/>
                </a:lnTo>
                <a:lnTo>
                  <a:pt x="242073" y="108145"/>
                </a:lnTo>
                <a:lnTo>
                  <a:pt x="239105" y="111147"/>
                </a:lnTo>
                <a:lnTo>
                  <a:pt x="239105" y="115384"/>
                </a:lnTo>
                <a:close/>
                <a:moveTo>
                  <a:pt x="220425" y="117685"/>
                </a:moveTo>
                <a:lnTo>
                  <a:pt x="220425" y="112114"/>
                </a:lnTo>
                <a:lnTo>
                  <a:pt x="216488" y="108178"/>
                </a:lnTo>
                <a:lnTo>
                  <a:pt x="218657" y="108178"/>
                </a:lnTo>
                <a:lnTo>
                  <a:pt x="221959" y="111481"/>
                </a:lnTo>
                <a:lnTo>
                  <a:pt x="221959" y="116151"/>
                </a:lnTo>
                <a:close/>
                <a:moveTo>
                  <a:pt x="210618" y="117685"/>
                </a:moveTo>
                <a:lnTo>
                  <a:pt x="209083" y="116184"/>
                </a:lnTo>
                <a:lnTo>
                  <a:pt x="209083" y="111481"/>
                </a:lnTo>
                <a:lnTo>
                  <a:pt x="212419" y="108178"/>
                </a:lnTo>
                <a:lnTo>
                  <a:pt x="214587" y="108178"/>
                </a:lnTo>
                <a:lnTo>
                  <a:pt x="210618" y="112114"/>
                </a:lnTo>
                <a:lnTo>
                  <a:pt x="210618" y="117685"/>
                </a:lnTo>
                <a:close/>
                <a:moveTo>
                  <a:pt x="189636" y="117685"/>
                </a:moveTo>
                <a:lnTo>
                  <a:pt x="189636" y="112114"/>
                </a:lnTo>
                <a:lnTo>
                  <a:pt x="185700" y="108178"/>
                </a:lnTo>
                <a:lnTo>
                  <a:pt x="187868" y="108178"/>
                </a:lnTo>
                <a:lnTo>
                  <a:pt x="191170" y="111481"/>
                </a:lnTo>
                <a:lnTo>
                  <a:pt x="191170" y="116151"/>
                </a:lnTo>
                <a:close/>
                <a:moveTo>
                  <a:pt x="179829" y="117685"/>
                </a:moveTo>
                <a:lnTo>
                  <a:pt x="178294" y="116184"/>
                </a:lnTo>
                <a:lnTo>
                  <a:pt x="178294" y="111481"/>
                </a:lnTo>
                <a:lnTo>
                  <a:pt x="181630" y="108178"/>
                </a:lnTo>
                <a:lnTo>
                  <a:pt x="183798" y="108178"/>
                </a:lnTo>
                <a:lnTo>
                  <a:pt x="179829" y="112114"/>
                </a:lnTo>
                <a:lnTo>
                  <a:pt x="179829" y="117685"/>
                </a:lnTo>
                <a:close/>
                <a:moveTo>
                  <a:pt x="158847" y="117685"/>
                </a:moveTo>
                <a:lnTo>
                  <a:pt x="158847" y="112114"/>
                </a:lnTo>
                <a:lnTo>
                  <a:pt x="154911" y="108178"/>
                </a:lnTo>
                <a:lnTo>
                  <a:pt x="157079" y="108178"/>
                </a:lnTo>
                <a:lnTo>
                  <a:pt x="160382" y="111481"/>
                </a:lnTo>
                <a:lnTo>
                  <a:pt x="160382" y="116151"/>
                </a:lnTo>
                <a:close/>
                <a:moveTo>
                  <a:pt x="149040" y="117685"/>
                </a:moveTo>
                <a:lnTo>
                  <a:pt x="147506" y="116184"/>
                </a:lnTo>
                <a:lnTo>
                  <a:pt x="147506" y="111481"/>
                </a:lnTo>
                <a:lnTo>
                  <a:pt x="150842" y="108178"/>
                </a:lnTo>
                <a:lnTo>
                  <a:pt x="152976" y="108178"/>
                </a:lnTo>
                <a:lnTo>
                  <a:pt x="149040" y="112114"/>
                </a:lnTo>
                <a:lnTo>
                  <a:pt x="149040" y="117685"/>
                </a:lnTo>
                <a:close/>
                <a:moveTo>
                  <a:pt x="128059" y="117685"/>
                </a:moveTo>
                <a:lnTo>
                  <a:pt x="128059" y="112114"/>
                </a:lnTo>
                <a:lnTo>
                  <a:pt x="124122" y="108178"/>
                </a:lnTo>
                <a:lnTo>
                  <a:pt x="126291" y="108178"/>
                </a:lnTo>
                <a:lnTo>
                  <a:pt x="129593" y="111481"/>
                </a:lnTo>
                <a:lnTo>
                  <a:pt x="129593" y="116151"/>
                </a:lnTo>
                <a:close/>
                <a:moveTo>
                  <a:pt x="118252" y="117685"/>
                </a:moveTo>
                <a:lnTo>
                  <a:pt x="116717" y="116184"/>
                </a:lnTo>
                <a:lnTo>
                  <a:pt x="116717" y="111481"/>
                </a:lnTo>
                <a:lnTo>
                  <a:pt x="120053" y="108178"/>
                </a:lnTo>
                <a:lnTo>
                  <a:pt x="122188" y="108178"/>
                </a:lnTo>
                <a:lnTo>
                  <a:pt x="118252" y="112114"/>
                </a:lnTo>
                <a:close/>
                <a:moveTo>
                  <a:pt x="97270" y="117685"/>
                </a:moveTo>
                <a:lnTo>
                  <a:pt x="97270" y="112114"/>
                </a:lnTo>
                <a:lnTo>
                  <a:pt x="93334" y="108178"/>
                </a:lnTo>
                <a:lnTo>
                  <a:pt x="95469" y="108178"/>
                </a:lnTo>
                <a:lnTo>
                  <a:pt x="98804" y="111481"/>
                </a:lnTo>
                <a:lnTo>
                  <a:pt x="98804" y="116151"/>
                </a:lnTo>
                <a:close/>
                <a:moveTo>
                  <a:pt x="87463" y="117685"/>
                </a:moveTo>
                <a:lnTo>
                  <a:pt x="85929" y="116184"/>
                </a:lnTo>
                <a:lnTo>
                  <a:pt x="85929" y="111481"/>
                </a:lnTo>
                <a:lnTo>
                  <a:pt x="89231" y="108178"/>
                </a:lnTo>
                <a:lnTo>
                  <a:pt x="91399" y="108178"/>
                </a:lnTo>
                <a:lnTo>
                  <a:pt x="87463" y="112114"/>
                </a:lnTo>
                <a:close/>
                <a:moveTo>
                  <a:pt x="66481" y="117685"/>
                </a:moveTo>
                <a:lnTo>
                  <a:pt x="66481" y="112114"/>
                </a:lnTo>
                <a:lnTo>
                  <a:pt x="62545" y="108178"/>
                </a:lnTo>
                <a:lnTo>
                  <a:pt x="64680" y="108178"/>
                </a:lnTo>
                <a:lnTo>
                  <a:pt x="68016" y="111481"/>
                </a:lnTo>
                <a:lnTo>
                  <a:pt x="68016" y="116151"/>
                </a:lnTo>
                <a:close/>
                <a:moveTo>
                  <a:pt x="56674" y="117685"/>
                </a:moveTo>
                <a:lnTo>
                  <a:pt x="55140" y="116184"/>
                </a:lnTo>
                <a:lnTo>
                  <a:pt x="55140" y="111481"/>
                </a:lnTo>
                <a:lnTo>
                  <a:pt x="58442" y="108178"/>
                </a:lnTo>
                <a:lnTo>
                  <a:pt x="60610" y="108178"/>
                </a:lnTo>
                <a:lnTo>
                  <a:pt x="56674" y="112114"/>
                </a:lnTo>
                <a:close/>
                <a:moveTo>
                  <a:pt x="35693" y="117685"/>
                </a:moveTo>
                <a:lnTo>
                  <a:pt x="35693" y="112114"/>
                </a:lnTo>
                <a:lnTo>
                  <a:pt x="31723" y="108178"/>
                </a:lnTo>
                <a:lnTo>
                  <a:pt x="33891" y="108178"/>
                </a:lnTo>
                <a:lnTo>
                  <a:pt x="37227" y="111481"/>
                </a:lnTo>
                <a:lnTo>
                  <a:pt x="37227" y="116151"/>
                </a:lnTo>
                <a:close/>
                <a:moveTo>
                  <a:pt x="25886" y="117685"/>
                </a:moveTo>
                <a:lnTo>
                  <a:pt x="24351" y="116184"/>
                </a:lnTo>
                <a:lnTo>
                  <a:pt x="24351" y="111481"/>
                </a:lnTo>
                <a:lnTo>
                  <a:pt x="27654" y="108178"/>
                </a:lnTo>
                <a:lnTo>
                  <a:pt x="29822" y="108178"/>
                </a:lnTo>
                <a:lnTo>
                  <a:pt x="25886" y="112114"/>
                </a:lnTo>
                <a:lnTo>
                  <a:pt x="25886" y="117685"/>
                </a:lnTo>
                <a:close/>
                <a:moveTo>
                  <a:pt x="6972" y="85929"/>
                </a:moveTo>
                <a:lnTo>
                  <a:pt x="11675" y="85929"/>
                </a:lnTo>
                <a:lnTo>
                  <a:pt x="14978" y="89265"/>
                </a:lnTo>
                <a:lnTo>
                  <a:pt x="14978" y="91400"/>
                </a:lnTo>
                <a:lnTo>
                  <a:pt x="11042" y="87464"/>
                </a:lnTo>
                <a:lnTo>
                  <a:pt x="5438" y="87464"/>
                </a:lnTo>
                <a:close/>
                <a:moveTo>
                  <a:pt x="7106" y="80258"/>
                </a:moveTo>
                <a:lnTo>
                  <a:pt x="4237" y="77356"/>
                </a:lnTo>
                <a:lnTo>
                  <a:pt x="6605" y="77356"/>
                </a:lnTo>
                <a:lnTo>
                  <a:pt x="8873" y="79658"/>
                </a:lnTo>
                <a:lnTo>
                  <a:pt x="8873" y="82927"/>
                </a:lnTo>
                <a:lnTo>
                  <a:pt x="7206" y="84595"/>
                </a:lnTo>
                <a:lnTo>
                  <a:pt x="7206" y="80525"/>
                </a:lnTo>
                <a:close/>
                <a:moveTo>
                  <a:pt x="6972" y="55140"/>
                </a:moveTo>
                <a:lnTo>
                  <a:pt x="11675" y="55140"/>
                </a:lnTo>
                <a:lnTo>
                  <a:pt x="14978" y="58443"/>
                </a:lnTo>
                <a:lnTo>
                  <a:pt x="14978" y="60611"/>
                </a:lnTo>
                <a:lnTo>
                  <a:pt x="11042" y="56675"/>
                </a:lnTo>
                <a:lnTo>
                  <a:pt x="5438" y="56675"/>
                </a:lnTo>
                <a:close/>
                <a:moveTo>
                  <a:pt x="6972" y="24352"/>
                </a:moveTo>
                <a:lnTo>
                  <a:pt x="11675" y="24352"/>
                </a:lnTo>
                <a:lnTo>
                  <a:pt x="14978" y="27654"/>
                </a:lnTo>
                <a:lnTo>
                  <a:pt x="14978" y="29822"/>
                </a:lnTo>
                <a:lnTo>
                  <a:pt x="11042" y="25886"/>
                </a:lnTo>
                <a:lnTo>
                  <a:pt x="5438" y="25886"/>
                </a:lnTo>
                <a:close/>
                <a:moveTo>
                  <a:pt x="7106" y="18648"/>
                </a:moveTo>
                <a:lnTo>
                  <a:pt x="4237" y="15779"/>
                </a:lnTo>
                <a:lnTo>
                  <a:pt x="6605" y="15779"/>
                </a:lnTo>
                <a:lnTo>
                  <a:pt x="8873" y="18081"/>
                </a:lnTo>
                <a:lnTo>
                  <a:pt x="8873" y="21316"/>
                </a:lnTo>
                <a:lnTo>
                  <a:pt x="7206" y="23017"/>
                </a:lnTo>
                <a:lnTo>
                  <a:pt x="7206" y="18948"/>
                </a:lnTo>
                <a:close/>
                <a:moveTo>
                  <a:pt x="7206" y="7773"/>
                </a:moveTo>
                <a:lnTo>
                  <a:pt x="8873" y="9441"/>
                </a:lnTo>
                <a:lnTo>
                  <a:pt x="8873" y="12710"/>
                </a:lnTo>
                <a:lnTo>
                  <a:pt x="6605" y="15012"/>
                </a:lnTo>
                <a:lnTo>
                  <a:pt x="4237" y="15012"/>
                </a:lnTo>
                <a:lnTo>
                  <a:pt x="7206" y="12010"/>
                </a:lnTo>
                <a:lnTo>
                  <a:pt x="7206" y="7773"/>
                </a:lnTo>
                <a:close/>
                <a:moveTo>
                  <a:pt x="25886" y="5471"/>
                </a:moveTo>
                <a:lnTo>
                  <a:pt x="25886" y="11042"/>
                </a:lnTo>
                <a:lnTo>
                  <a:pt x="29822" y="15012"/>
                </a:lnTo>
                <a:lnTo>
                  <a:pt x="27654" y="15012"/>
                </a:lnTo>
                <a:lnTo>
                  <a:pt x="24351" y="11676"/>
                </a:lnTo>
                <a:lnTo>
                  <a:pt x="24351" y="6973"/>
                </a:lnTo>
                <a:close/>
                <a:moveTo>
                  <a:pt x="35693" y="5471"/>
                </a:moveTo>
                <a:lnTo>
                  <a:pt x="37227" y="6973"/>
                </a:lnTo>
                <a:lnTo>
                  <a:pt x="37227" y="11676"/>
                </a:lnTo>
                <a:lnTo>
                  <a:pt x="33891" y="15012"/>
                </a:lnTo>
                <a:lnTo>
                  <a:pt x="31723" y="15012"/>
                </a:lnTo>
                <a:lnTo>
                  <a:pt x="35693" y="11042"/>
                </a:lnTo>
                <a:lnTo>
                  <a:pt x="35693" y="5471"/>
                </a:lnTo>
                <a:close/>
                <a:moveTo>
                  <a:pt x="56674" y="5471"/>
                </a:moveTo>
                <a:lnTo>
                  <a:pt x="56674" y="11042"/>
                </a:lnTo>
                <a:lnTo>
                  <a:pt x="60610" y="15012"/>
                </a:lnTo>
                <a:lnTo>
                  <a:pt x="58442" y="15012"/>
                </a:lnTo>
                <a:lnTo>
                  <a:pt x="55140" y="11676"/>
                </a:lnTo>
                <a:lnTo>
                  <a:pt x="55140" y="6973"/>
                </a:lnTo>
                <a:close/>
                <a:moveTo>
                  <a:pt x="66481" y="5471"/>
                </a:moveTo>
                <a:lnTo>
                  <a:pt x="68016" y="6973"/>
                </a:lnTo>
                <a:lnTo>
                  <a:pt x="68016" y="11676"/>
                </a:lnTo>
                <a:lnTo>
                  <a:pt x="64680" y="15012"/>
                </a:lnTo>
                <a:lnTo>
                  <a:pt x="62512" y="15012"/>
                </a:lnTo>
                <a:lnTo>
                  <a:pt x="66481" y="11042"/>
                </a:lnTo>
                <a:lnTo>
                  <a:pt x="66481" y="5471"/>
                </a:lnTo>
                <a:close/>
                <a:moveTo>
                  <a:pt x="87463" y="5471"/>
                </a:moveTo>
                <a:lnTo>
                  <a:pt x="87463" y="11042"/>
                </a:lnTo>
                <a:lnTo>
                  <a:pt x="91399" y="15012"/>
                </a:lnTo>
                <a:lnTo>
                  <a:pt x="89231" y="15012"/>
                </a:lnTo>
                <a:lnTo>
                  <a:pt x="85929" y="11676"/>
                </a:lnTo>
                <a:lnTo>
                  <a:pt x="85929" y="6973"/>
                </a:lnTo>
                <a:close/>
                <a:moveTo>
                  <a:pt x="97270" y="5471"/>
                </a:moveTo>
                <a:lnTo>
                  <a:pt x="98804" y="6973"/>
                </a:lnTo>
                <a:lnTo>
                  <a:pt x="98804" y="11676"/>
                </a:lnTo>
                <a:lnTo>
                  <a:pt x="95502" y="15012"/>
                </a:lnTo>
                <a:lnTo>
                  <a:pt x="93334" y="15012"/>
                </a:lnTo>
                <a:lnTo>
                  <a:pt x="97270" y="11042"/>
                </a:lnTo>
                <a:lnTo>
                  <a:pt x="97270" y="5471"/>
                </a:lnTo>
                <a:close/>
                <a:moveTo>
                  <a:pt x="118252" y="5471"/>
                </a:moveTo>
                <a:lnTo>
                  <a:pt x="118252" y="11042"/>
                </a:lnTo>
                <a:lnTo>
                  <a:pt x="122188" y="15012"/>
                </a:lnTo>
                <a:lnTo>
                  <a:pt x="120053" y="15012"/>
                </a:lnTo>
                <a:lnTo>
                  <a:pt x="116717" y="11676"/>
                </a:lnTo>
                <a:lnTo>
                  <a:pt x="116717" y="6973"/>
                </a:lnTo>
                <a:close/>
                <a:moveTo>
                  <a:pt x="128059" y="5471"/>
                </a:moveTo>
                <a:lnTo>
                  <a:pt x="129593" y="6973"/>
                </a:lnTo>
                <a:lnTo>
                  <a:pt x="129593" y="11676"/>
                </a:lnTo>
                <a:lnTo>
                  <a:pt x="126291" y="15012"/>
                </a:lnTo>
                <a:lnTo>
                  <a:pt x="124122" y="15012"/>
                </a:lnTo>
                <a:lnTo>
                  <a:pt x="128059" y="11042"/>
                </a:lnTo>
                <a:lnTo>
                  <a:pt x="128059" y="5471"/>
                </a:lnTo>
                <a:close/>
                <a:moveTo>
                  <a:pt x="149040" y="5471"/>
                </a:moveTo>
                <a:lnTo>
                  <a:pt x="149040" y="11042"/>
                </a:lnTo>
                <a:lnTo>
                  <a:pt x="153010" y="15012"/>
                </a:lnTo>
                <a:lnTo>
                  <a:pt x="150842" y="15012"/>
                </a:lnTo>
                <a:lnTo>
                  <a:pt x="147506" y="11676"/>
                </a:lnTo>
                <a:lnTo>
                  <a:pt x="147506" y="6973"/>
                </a:lnTo>
                <a:close/>
                <a:moveTo>
                  <a:pt x="158847" y="5471"/>
                </a:moveTo>
                <a:lnTo>
                  <a:pt x="160382" y="6973"/>
                </a:lnTo>
                <a:lnTo>
                  <a:pt x="160382" y="11676"/>
                </a:lnTo>
                <a:lnTo>
                  <a:pt x="157079" y="15012"/>
                </a:lnTo>
                <a:lnTo>
                  <a:pt x="154911" y="15012"/>
                </a:lnTo>
                <a:lnTo>
                  <a:pt x="158847" y="11042"/>
                </a:lnTo>
                <a:close/>
                <a:moveTo>
                  <a:pt x="179829" y="5471"/>
                </a:moveTo>
                <a:lnTo>
                  <a:pt x="179829" y="11042"/>
                </a:lnTo>
                <a:lnTo>
                  <a:pt x="183798" y="15012"/>
                </a:lnTo>
                <a:lnTo>
                  <a:pt x="181630" y="15012"/>
                </a:lnTo>
                <a:lnTo>
                  <a:pt x="178294" y="11676"/>
                </a:lnTo>
                <a:lnTo>
                  <a:pt x="178294" y="6973"/>
                </a:lnTo>
                <a:close/>
                <a:moveTo>
                  <a:pt x="189636" y="5471"/>
                </a:moveTo>
                <a:lnTo>
                  <a:pt x="191170" y="6973"/>
                </a:lnTo>
                <a:lnTo>
                  <a:pt x="191170" y="11676"/>
                </a:lnTo>
                <a:lnTo>
                  <a:pt x="187868" y="15012"/>
                </a:lnTo>
                <a:lnTo>
                  <a:pt x="185700" y="15012"/>
                </a:lnTo>
                <a:lnTo>
                  <a:pt x="189636" y="11042"/>
                </a:lnTo>
                <a:lnTo>
                  <a:pt x="189636" y="5471"/>
                </a:lnTo>
                <a:close/>
                <a:moveTo>
                  <a:pt x="210618" y="5471"/>
                </a:moveTo>
                <a:lnTo>
                  <a:pt x="210618" y="11042"/>
                </a:lnTo>
                <a:lnTo>
                  <a:pt x="214587" y="15012"/>
                </a:lnTo>
                <a:lnTo>
                  <a:pt x="212419" y="15012"/>
                </a:lnTo>
                <a:lnTo>
                  <a:pt x="209083" y="11676"/>
                </a:lnTo>
                <a:lnTo>
                  <a:pt x="209083" y="6973"/>
                </a:lnTo>
                <a:close/>
                <a:moveTo>
                  <a:pt x="220425" y="5471"/>
                </a:moveTo>
                <a:lnTo>
                  <a:pt x="221959" y="6973"/>
                </a:lnTo>
                <a:lnTo>
                  <a:pt x="221959" y="11676"/>
                </a:lnTo>
                <a:lnTo>
                  <a:pt x="218657" y="15012"/>
                </a:lnTo>
                <a:lnTo>
                  <a:pt x="216488" y="15012"/>
                </a:lnTo>
                <a:lnTo>
                  <a:pt x="220425" y="11042"/>
                </a:lnTo>
                <a:lnTo>
                  <a:pt x="220425" y="5471"/>
                </a:lnTo>
                <a:close/>
                <a:moveTo>
                  <a:pt x="236636" y="112915"/>
                </a:moveTo>
                <a:lnTo>
                  <a:pt x="235302" y="111581"/>
                </a:lnTo>
                <a:lnTo>
                  <a:pt x="235302" y="109579"/>
                </a:lnTo>
                <a:lnTo>
                  <a:pt x="236736" y="108145"/>
                </a:lnTo>
                <a:lnTo>
                  <a:pt x="238604" y="108145"/>
                </a:lnTo>
                <a:lnTo>
                  <a:pt x="236636" y="110113"/>
                </a:lnTo>
                <a:close/>
                <a:moveTo>
                  <a:pt x="219757" y="107378"/>
                </a:moveTo>
                <a:lnTo>
                  <a:pt x="222760" y="104376"/>
                </a:lnTo>
                <a:lnTo>
                  <a:pt x="222760" y="100139"/>
                </a:lnTo>
                <a:lnTo>
                  <a:pt x="224427" y="101840"/>
                </a:lnTo>
                <a:lnTo>
                  <a:pt x="224427" y="105076"/>
                </a:lnTo>
                <a:lnTo>
                  <a:pt x="222159" y="107378"/>
                </a:lnTo>
                <a:close/>
                <a:moveTo>
                  <a:pt x="216488" y="107378"/>
                </a:moveTo>
                <a:lnTo>
                  <a:pt x="220425" y="103408"/>
                </a:lnTo>
                <a:lnTo>
                  <a:pt x="220425" y="97838"/>
                </a:lnTo>
                <a:lnTo>
                  <a:pt x="221959" y="99372"/>
                </a:lnTo>
                <a:lnTo>
                  <a:pt x="221959" y="104042"/>
                </a:lnTo>
                <a:lnTo>
                  <a:pt x="218657" y="107378"/>
                </a:lnTo>
                <a:lnTo>
                  <a:pt x="216488" y="107378"/>
                </a:lnTo>
                <a:close/>
                <a:moveTo>
                  <a:pt x="212419" y="107378"/>
                </a:moveTo>
                <a:lnTo>
                  <a:pt x="209083" y="104042"/>
                </a:lnTo>
                <a:lnTo>
                  <a:pt x="209083" y="99372"/>
                </a:lnTo>
                <a:lnTo>
                  <a:pt x="210618" y="97838"/>
                </a:lnTo>
                <a:lnTo>
                  <a:pt x="210618" y="103408"/>
                </a:lnTo>
                <a:lnTo>
                  <a:pt x="214587" y="107378"/>
                </a:lnTo>
                <a:lnTo>
                  <a:pt x="212419" y="107378"/>
                </a:lnTo>
                <a:close/>
                <a:moveTo>
                  <a:pt x="208916" y="107378"/>
                </a:moveTo>
                <a:lnTo>
                  <a:pt x="206648" y="105076"/>
                </a:lnTo>
                <a:lnTo>
                  <a:pt x="206648" y="101840"/>
                </a:lnTo>
                <a:lnTo>
                  <a:pt x="208316" y="100139"/>
                </a:lnTo>
                <a:lnTo>
                  <a:pt x="208316" y="104376"/>
                </a:lnTo>
                <a:lnTo>
                  <a:pt x="211285" y="107378"/>
                </a:lnTo>
                <a:lnTo>
                  <a:pt x="208916" y="107378"/>
                </a:lnTo>
                <a:close/>
                <a:moveTo>
                  <a:pt x="205848" y="112915"/>
                </a:moveTo>
                <a:lnTo>
                  <a:pt x="204513" y="111581"/>
                </a:lnTo>
                <a:lnTo>
                  <a:pt x="204513" y="109579"/>
                </a:lnTo>
                <a:lnTo>
                  <a:pt x="205948" y="108145"/>
                </a:lnTo>
                <a:lnTo>
                  <a:pt x="207816" y="108145"/>
                </a:lnTo>
                <a:lnTo>
                  <a:pt x="205848" y="110113"/>
                </a:lnTo>
                <a:close/>
                <a:moveTo>
                  <a:pt x="188969" y="107378"/>
                </a:moveTo>
                <a:lnTo>
                  <a:pt x="191837" y="104509"/>
                </a:lnTo>
                <a:lnTo>
                  <a:pt x="191971" y="104209"/>
                </a:lnTo>
                <a:lnTo>
                  <a:pt x="191971" y="100139"/>
                </a:lnTo>
                <a:lnTo>
                  <a:pt x="193639" y="101840"/>
                </a:lnTo>
                <a:lnTo>
                  <a:pt x="193639" y="105076"/>
                </a:lnTo>
                <a:lnTo>
                  <a:pt x="191337" y="107378"/>
                </a:lnTo>
                <a:lnTo>
                  <a:pt x="188969" y="107378"/>
                </a:lnTo>
                <a:close/>
                <a:moveTo>
                  <a:pt x="185700" y="107378"/>
                </a:moveTo>
                <a:lnTo>
                  <a:pt x="189636" y="103408"/>
                </a:lnTo>
                <a:lnTo>
                  <a:pt x="189636" y="97838"/>
                </a:lnTo>
                <a:lnTo>
                  <a:pt x="191170" y="99372"/>
                </a:lnTo>
                <a:lnTo>
                  <a:pt x="191170" y="104042"/>
                </a:lnTo>
                <a:lnTo>
                  <a:pt x="187868" y="107378"/>
                </a:lnTo>
                <a:lnTo>
                  <a:pt x="185700" y="107378"/>
                </a:lnTo>
                <a:close/>
                <a:moveTo>
                  <a:pt x="181630" y="107378"/>
                </a:moveTo>
                <a:lnTo>
                  <a:pt x="178294" y="104042"/>
                </a:lnTo>
                <a:lnTo>
                  <a:pt x="178294" y="99372"/>
                </a:lnTo>
                <a:lnTo>
                  <a:pt x="179829" y="97838"/>
                </a:lnTo>
                <a:lnTo>
                  <a:pt x="179829" y="103408"/>
                </a:lnTo>
                <a:lnTo>
                  <a:pt x="183798" y="107378"/>
                </a:lnTo>
                <a:lnTo>
                  <a:pt x="181630" y="107378"/>
                </a:lnTo>
                <a:close/>
                <a:moveTo>
                  <a:pt x="178128" y="107378"/>
                </a:moveTo>
                <a:lnTo>
                  <a:pt x="175826" y="105076"/>
                </a:lnTo>
                <a:lnTo>
                  <a:pt x="175826" y="101840"/>
                </a:lnTo>
                <a:lnTo>
                  <a:pt x="177527" y="100139"/>
                </a:lnTo>
                <a:lnTo>
                  <a:pt x="177527" y="104209"/>
                </a:lnTo>
                <a:lnTo>
                  <a:pt x="177627" y="104509"/>
                </a:lnTo>
                <a:lnTo>
                  <a:pt x="180496" y="107378"/>
                </a:lnTo>
                <a:lnTo>
                  <a:pt x="178128" y="107378"/>
                </a:lnTo>
                <a:close/>
                <a:moveTo>
                  <a:pt x="175059" y="112915"/>
                </a:moveTo>
                <a:lnTo>
                  <a:pt x="173725" y="111581"/>
                </a:lnTo>
                <a:lnTo>
                  <a:pt x="173725" y="109579"/>
                </a:lnTo>
                <a:lnTo>
                  <a:pt x="175159" y="108145"/>
                </a:lnTo>
                <a:lnTo>
                  <a:pt x="177027" y="108145"/>
                </a:lnTo>
                <a:lnTo>
                  <a:pt x="175059" y="110113"/>
                </a:lnTo>
                <a:close/>
                <a:moveTo>
                  <a:pt x="158180" y="107378"/>
                </a:moveTo>
                <a:lnTo>
                  <a:pt x="161182" y="104376"/>
                </a:lnTo>
                <a:lnTo>
                  <a:pt x="161182" y="100139"/>
                </a:lnTo>
                <a:lnTo>
                  <a:pt x="162850" y="101840"/>
                </a:lnTo>
                <a:lnTo>
                  <a:pt x="162850" y="105076"/>
                </a:lnTo>
                <a:lnTo>
                  <a:pt x="160548" y="107378"/>
                </a:lnTo>
                <a:close/>
                <a:moveTo>
                  <a:pt x="154911" y="107378"/>
                </a:moveTo>
                <a:lnTo>
                  <a:pt x="158847" y="103408"/>
                </a:lnTo>
                <a:lnTo>
                  <a:pt x="158847" y="97838"/>
                </a:lnTo>
                <a:lnTo>
                  <a:pt x="160382" y="99372"/>
                </a:lnTo>
                <a:lnTo>
                  <a:pt x="160382" y="104042"/>
                </a:lnTo>
                <a:lnTo>
                  <a:pt x="157079" y="107378"/>
                </a:lnTo>
                <a:lnTo>
                  <a:pt x="154911" y="107378"/>
                </a:lnTo>
                <a:close/>
                <a:moveTo>
                  <a:pt x="150842" y="107378"/>
                </a:moveTo>
                <a:lnTo>
                  <a:pt x="147506" y="104042"/>
                </a:lnTo>
                <a:lnTo>
                  <a:pt x="147506" y="99372"/>
                </a:lnTo>
                <a:lnTo>
                  <a:pt x="149040" y="97838"/>
                </a:lnTo>
                <a:lnTo>
                  <a:pt x="149040" y="103408"/>
                </a:lnTo>
                <a:lnTo>
                  <a:pt x="153010" y="107378"/>
                </a:lnTo>
                <a:lnTo>
                  <a:pt x="150842" y="107378"/>
                </a:lnTo>
                <a:close/>
                <a:moveTo>
                  <a:pt x="147339" y="107378"/>
                </a:moveTo>
                <a:lnTo>
                  <a:pt x="145037" y="105076"/>
                </a:lnTo>
                <a:lnTo>
                  <a:pt x="145037" y="101840"/>
                </a:lnTo>
                <a:lnTo>
                  <a:pt x="146739" y="100139"/>
                </a:lnTo>
                <a:lnTo>
                  <a:pt x="146739" y="104376"/>
                </a:lnTo>
                <a:lnTo>
                  <a:pt x="149707" y="107378"/>
                </a:lnTo>
                <a:lnTo>
                  <a:pt x="147339" y="107378"/>
                </a:lnTo>
                <a:close/>
                <a:moveTo>
                  <a:pt x="144270" y="112915"/>
                </a:moveTo>
                <a:lnTo>
                  <a:pt x="142936" y="111581"/>
                </a:lnTo>
                <a:lnTo>
                  <a:pt x="142936" y="109579"/>
                </a:lnTo>
                <a:lnTo>
                  <a:pt x="144370" y="108145"/>
                </a:lnTo>
                <a:lnTo>
                  <a:pt x="146238" y="108145"/>
                </a:lnTo>
                <a:lnTo>
                  <a:pt x="144270" y="110113"/>
                </a:lnTo>
                <a:close/>
                <a:moveTo>
                  <a:pt x="127391" y="107378"/>
                </a:moveTo>
                <a:lnTo>
                  <a:pt x="130260" y="104509"/>
                </a:lnTo>
                <a:lnTo>
                  <a:pt x="130394" y="104209"/>
                </a:lnTo>
                <a:lnTo>
                  <a:pt x="130394" y="100139"/>
                </a:lnTo>
                <a:lnTo>
                  <a:pt x="132061" y="101840"/>
                </a:lnTo>
                <a:lnTo>
                  <a:pt x="132061" y="105076"/>
                </a:lnTo>
                <a:lnTo>
                  <a:pt x="129760" y="107378"/>
                </a:lnTo>
                <a:lnTo>
                  <a:pt x="127391" y="107378"/>
                </a:lnTo>
                <a:close/>
                <a:moveTo>
                  <a:pt x="124122" y="107378"/>
                </a:moveTo>
                <a:lnTo>
                  <a:pt x="128059" y="103408"/>
                </a:lnTo>
                <a:lnTo>
                  <a:pt x="128059" y="97838"/>
                </a:lnTo>
                <a:lnTo>
                  <a:pt x="129593" y="99372"/>
                </a:lnTo>
                <a:lnTo>
                  <a:pt x="129593" y="104042"/>
                </a:lnTo>
                <a:lnTo>
                  <a:pt x="126291" y="107378"/>
                </a:lnTo>
                <a:lnTo>
                  <a:pt x="124122" y="107378"/>
                </a:lnTo>
                <a:close/>
                <a:moveTo>
                  <a:pt x="120053" y="107378"/>
                </a:moveTo>
                <a:lnTo>
                  <a:pt x="116717" y="104042"/>
                </a:lnTo>
                <a:lnTo>
                  <a:pt x="116717" y="99372"/>
                </a:lnTo>
                <a:lnTo>
                  <a:pt x="118252" y="97838"/>
                </a:lnTo>
                <a:lnTo>
                  <a:pt x="118252" y="103408"/>
                </a:lnTo>
                <a:lnTo>
                  <a:pt x="122188" y="107378"/>
                </a:lnTo>
                <a:lnTo>
                  <a:pt x="120053" y="107378"/>
                </a:lnTo>
                <a:close/>
                <a:moveTo>
                  <a:pt x="116550" y="107378"/>
                </a:moveTo>
                <a:lnTo>
                  <a:pt x="114249" y="105076"/>
                </a:lnTo>
                <a:lnTo>
                  <a:pt x="114249" y="101840"/>
                </a:lnTo>
                <a:lnTo>
                  <a:pt x="115950" y="100139"/>
                </a:lnTo>
                <a:lnTo>
                  <a:pt x="115950" y="104209"/>
                </a:lnTo>
                <a:lnTo>
                  <a:pt x="116050" y="104509"/>
                </a:lnTo>
                <a:lnTo>
                  <a:pt x="118919" y="107378"/>
                </a:lnTo>
                <a:lnTo>
                  <a:pt x="116550" y="107378"/>
                </a:lnTo>
                <a:close/>
                <a:moveTo>
                  <a:pt x="113482" y="112915"/>
                </a:moveTo>
                <a:lnTo>
                  <a:pt x="112147" y="111581"/>
                </a:lnTo>
                <a:lnTo>
                  <a:pt x="112147" y="109579"/>
                </a:lnTo>
                <a:lnTo>
                  <a:pt x="113582" y="108145"/>
                </a:lnTo>
                <a:lnTo>
                  <a:pt x="115450" y="108145"/>
                </a:lnTo>
                <a:lnTo>
                  <a:pt x="113482" y="110113"/>
                </a:lnTo>
                <a:close/>
                <a:moveTo>
                  <a:pt x="96603" y="107378"/>
                </a:moveTo>
                <a:lnTo>
                  <a:pt x="99605" y="104376"/>
                </a:lnTo>
                <a:lnTo>
                  <a:pt x="99605" y="100139"/>
                </a:lnTo>
                <a:lnTo>
                  <a:pt x="101273" y="101840"/>
                </a:lnTo>
                <a:lnTo>
                  <a:pt x="101273" y="105076"/>
                </a:lnTo>
                <a:lnTo>
                  <a:pt x="98971" y="107378"/>
                </a:lnTo>
                <a:close/>
                <a:moveTo>
                  <a:pt x="93334" y="107378"/>
                </a:moveTo>
                <a:lnTo>
                  <a:pt x="97270" y="103408"/>
                </a:lnTo>
                <a:lnTo>
                  <a:pt x="97270" y="97838"/>
                </a:lnTo>
                <a:lnTo>
                  <a:pt x="98804" y="99372"/>
                </a:lnTo>
                <a:lnTo>
                  <a:pt x="98804" y="104042"/>
                </a:lnTo>
                <a:lnTo>
                  <a:pt x="95469" y="107378"/>
                </a:lnTo>
                <a:lnTo>
                  <a:pt x="93334" y="107378"/>
                </a:lnTo>
                <a:close/>
                <a:moveTo>
                  <a:pt x="89231" y="107378"/>
                </a:moveTo>
                <a:lnTo>
                  <a:pt x="85929" y="104042"/>
                </a:lnTo>
                <a:lnTo>
                  <a:pt x="85929" y="99372"/>
                </a:lnTo>
                <a:lnTo>
                  <a:pt x="87463" y="97838"/>
                </a:lnTo>
                <a:lnTo>
                  <a:pt x="87463" y="103408"/>
                </a:lnTo>
                <a:lnTo>
                  <a:pt x="91399" y="107378"/>
                </a:lnTo>
                <a:lnTo>
                  <a:pt x="89231" y="107378"/>
                </a:lnTo>
                <a:close/>
                <a:moveTo>
                  <a:pt x="85762" y="107378"/>
                </a:moveTo>
                <a:lnTo>
                  <a:pt x="83460" y="105076"/>
                </a:lnTo>
                <a:lnTo>
                  <a:pt x="83460" y="101840"/>
                </a:lnTo>
                <a:lnTo>
                  <a:pt x="85128" y="100139"/>
                </a:lnTo>
                <a:lnTo>
                  <a:pt x="85128" y="104376"/>
                </a:lnTo>
                <a:lnTo>
                  <a:pt x="88130" y="107378"/>
                </a:lnTo>
                <a:lnTo>
                  <a:pt x="85762" y="107378"/>
                </a:lnTo>
                <a:close/>
                <a:moveTo>
                  <a:pt x="82660" y="112915"/>
                </a:moveTo>
                <a:lnTo>
                  <a:pt x="81359" y="111581"/>
                </a:lnTo>
                <a:lnTo>
                  <a:pt x="81359" y="109579"/>
                </a:lnTo>
                <a:lnTo>
                  <a:pt x="82793" y="108145"/>
                </a:lnTo>
                <a:lnTo>
                  <a:pt x="84628" y="108145"/>
                </a:lnTo>
                <a:lnTo>
                  <a:pt x="82660" y="110113"/>
                </a:lnTo>
                <a:close/>
                <a:moveTo>
                  <a:pt x="65814" y="107378"/>
                </a:moveTo>
                <a:lnTo>
                  <a:pt x="68683" y="104509"/>
                </a:lnTo>
                <a:lnTo>
                  <a:pt x="68816" y="104209"/>
                </a:lnTo>
                <a:lnTo>
                  <a:pt x="68816" y="100139"/>
                </a:lnTo>
                <a:lnTo>
                  <a:pt x="70484" y="101840"/>
                </a:lnTo>
                <a:lnTo>
                  <a:pt x="70484" y="105076"/>
                </a:lnTo>
                <a:lnTo>
                  <a:pt x="68183" y="107378"/>
                </a:lnTo>
                <a:lnTo>
                  <a:pt x="65814" y="107378"/>
                </a:lnTo>
                <a:close/>
                <a:moveTo>
                  <a:pt x="62512" y="107378"/>
                </a:moveTo>
                <a:lnTo>
                  <a:pt x="66481" y="103408"/>
                </a:lnTo>
                <a:lnTo>
                  <a:pt x="66481" y="97838"/>
                </a:lnTo>
                <a:lnTo>
                  <a:pt x="68016" y="99372"/>
                </a:lnTo>
                <a:lnTo>
                  <a:pt x="68016" y="104042"/>
                </a:lnTo>
                <a:lnTo>
                  <a:pt x="64680" y="107378"/>
                </a:lnTo>
                <a:lnTo>
                  <a:pt x="62512" y="107378"/>
                </a:lnTo>
                <a:close/>
                <a:moveTo>
                  <a:pt x="58442" y="107378"/>
                </a:moveTo>
                <a:lnTo>
                  <a:pt x="55140" y="104042"/>
                </a:lnTo>
                <a:lnTo>
                  <a:pt x="55140" y="99372"/>
                </a:lnTo>
                <a:lnTo>
                  <a:pt x="56674" y="97838"/>
                </a:lnTo>
                <a:lnTo>
                  <a:pt x="56674" y="103408"/>
                </a:lnTo>
                <a:lnTo>
                  <a:pt x="60610" y="107378"/>
                </a:lnTo>
                <a:lnTo>
                  <a:pt x="58442" y="107378"/>
                </a:lnTo>
                <a:close/>
                <a:moveTo>
                  <a:pt x="54973" y="107378"/>
                </a:moveTo>
                <a:lnTo>
                  <a:pt x="52671" y="105076"/>
                </a:lnTo>
                <a:lnTo>
                  <a:pt x="52671" y="101840"/>
                </a:lnTo>
                <a:lnTo>
                  <a:pt x="54339" y="100139"/>
                </a:lnTo>
                <a:lnTo>
                  <a:pt x="54339" y="104209"/>
                </a:lnTo>
                <a:lnTo>
                  <a:pt x="54473" y="104509"/>
                </a:lnTo>
                <a:lnTo>
                  <a:pt x="57341" y="107378"/>
                </a:lnTo>
                <a:lnTo>
                  <a:pt x="54973" y="107378"/>
                </a:lnTo>
                <a:close/>
                <a:moveTo>
                  <a:pt x="51871" y="112915"/>
                </a:moveTo>
                <a:lnTo>
                  <a:pt x="50570" y="111581"/>
                </a:lnTo>
                <a:lnTo>
                  <a:pt x="50570" y="109579"/>
                </a:lnTo>
                <a:lnTo>
                  <a:pt x="51971" y="108145"/>
                </a:lnTo>
                <a:lnTo>
                  <a:pt x="53839" y="108145"/>
                </a:lnTo>
                <a:lnTo>
                  <a:pt x="51871" y="110113"/>
                </a:lnTo>
                <a:close/>
                <a:moveTo>
                  <a:pt x="35026" y="107378"/>
                </a:moveTo>
                <a:lnTo>
                  <a:pt x="37994" y="104376"/>
                </a:lnTo>
                <a:lnTo>
                  <a:pt x="37994" y="100139"/>
                </a:lnTo>
                <a:lnTo>
                  <a:pt x="39696" y="101840"/>
                </a:lnTo>
                <a:lnTo>
                  <a:pt x="39696" y="105076"/>
                </a:lnTo>
                <a:lnTo>
                  <a:pt x="37394" y="107378"/>
                </a:lnTo>
                <a:close/>
                <a:moveTo>
                  <a:pt x="31723" y="107378"/>
                </a:moveTo>
                <a:lnTo>
                  <a:pt x="35693" y="103408"/>
                </a:lnTo>
                <a:lnTo>
                  <a:pt x="35693" y="97838"/>
                </a:lnTo>
                <a:lnTo>
                  <a:pt x="37227" y="99372"/>
                </a:lnTo>
                <a:lnTo>
                  <a:pt x="37227" y="104042"/>
                </a:lnTo>
                <a:lnTo>
                  <a:pt x="33891" y="107378"/>
                </a:lnTo>
                <a:lnTo>
                  <a:pt x="31723" y="107378"/>
                </a:lnTo>
                <a:close/>
                <a:moveTo>
                  <a:pt x="27654" y="107378"/>
                </a:moveTo>
                <a:lnTo>
                  <a:pt x="24351" y="104042"/>
                </a:lnTo>
                <a:lnTo>
                  <a:pt x="24351" y="99372"/>
                </a:lnTo>
                <a:lnTo>
                  <a:pt x="25886" y="97838"/>
                </a:lnTo>
                <a:lnTo>
                  <a:pt x="25886" y="103408"/>
                </a:lnTo>
                <a:lnTo>
                  <a:pt x="29822" y="107378"/>
                </a:lnTo>
                <a:lnTo>
                  <a:pt x="27654" y="107378"/>
                </a:lnTo>
                <a:close/>
                <a:moveTo>
                  <a:pt x="24184" y="107378"/>
                </a:moveTo>
                <a:lnTo>
                  <a:pt x="21883" y="105076"/>
                </a:lnTo>
                <a:lnTo>
                  <a:pt x="21883" y="101840"/>
                </a:lnTo>
                <a:lnTo>
                  <a:pt x="23551" y="100139"/>
                </a:lnTo>
                <a:lnTo>
                  <a:pt x="23551" y="104376"/>
                </a:lnTo>
                <a:lnTo>
                  <a:pt x="26553" y="107378"/>
                </a:lnTo>
                <a:lnTo>
                  <a:pt x="24184" y="107378"/>
                </a:lnTo>
                <a:close/>
                <a:moveTo>
                  <a:pt x="21082" y="112915"/>
                </a:moveTo>
                <a:lnTo>
                  <a:pt x="19781" y="111581"/>
                </a:lnTo>
                <a:lnTo>
                  <a:pt x="19781" y="109579"/>
                </a:lnTo>
                <a:lnTo>
                  <a:pt x="21182" y="108145"/>
                </a:lnTo>
                <a:lnTo>
                  <a:pt x="23050" y="108145"/>
                </a:lnTo>
                <a:lnTo>
                  <a:pt x="21082" y="110113"/>
                </a:lnTo>
                <a:close/>
                <a:moveTo>
                  <a:pt x="9674" y="10242"/>
                </a:moveTo>
                <a:lnTo>
                  <a:pt x="11008" y="11576"/>
                </a:lnTo>
                <a:lnTo>
                  <a:pt x="11008" y="13577"/>
                </a:lnTo>
                <a:lnTo>
                  <a:pt x="9574" y="15012"/>
                </a:lnTo>
                <a:lnTo>
                  <a:pt x="7706" y="15012"/>
                </a:lnTo>
                <a:lnTo>
                  <a:pt x="9674" y="13044"/>
                </a:lnTo>
                <a:close/>
                <a:moveTo>
                  <a:pt x="26553" y="15779"/>
                </a:moveTo>
                <a:lnTo>
                  <a:pt x="23551" y="18781"/>
                </a:lnTo>
                <a:lnTo>
                  <a:pt x="23551" y="23017"/>
                </a:lnTo>
                <a:lnTo>
                  <a:pt x="21883" y="21316"/>
                </a:lnTo>
                <a:lnTo>
                  <a:pt x="21883" y="18081"/>
                </a:lnTo>
                <a:lnTo>
                  <a:pt x="24184" y="15779"/>
                </a:lnTo>
                <a:lnTo>
                  <a:pt x="26553" y="15779"/>
                </a:lnTo>
                <a:close/>
                <a:moveTo>
                  <a:pt x="29822" y="15779"/>
                </a:moveTo>
                <a:lnTo>
                  <a:pt x="25886" y="19748"/>
                </a:lnTo>
                <a:lnTo>
                  <a:pt x="25886" y="25319"/>
                </a:lnTo>
                <a:lnTo>
                  <a:pt x="24351" y="23785"/>
                </a:lnTo>
                <a:lnTo>
                  <a:pt x="24351" y="19115"/>
                </a:lnTo>
                <a:lnTo>
                  <a:pt x="27654" y="15779"/>
                </a:lnTo>
                <a:lnTo>
                  <a:pt x="29822" y="15779"/>
                </a:lnTo>
                <a:close/>
                <a:moveTo>
                  <a:pt x="33891" y="15779"/>
                </a:moveTo>
                <a:lnTo>
                  <a:pt x="37227" y="19115"/>
                </a:lnTo>
                <a:lnTo>
                  <a:pt x="37227" y="23785"/>
                </a:lnTo>
                <a:lnTo>
                  <a:pt x="35693" y="25319"/>
                </a:lnTo>
                <a:lnTo>
                  <a:pt x="35693" y="19748"/>
                </a:lnTo>
                <a:lnTo>
                  <a:pt x="31723" y="15779"/>
                </a:lnTo>
                <a:lnTo>
                  <a:pt x="33891" y="15779"/>
                </a:lnTo>
                <a:close/>
                <a:moveTo>
                  <a:pt x="37394" y="15779"/>
                </a:moveTo>
                <a:lnTo>
                  <a:pt x="39696" y="18081"/>
                </a:lnTo>
                <a:lnTo>
                  <a:pt x="39696" y="21316"/>
                </a:lnTo>
                <a:lnTo>
                  <a:pt x="37994" y="23017"/>
                </a:lnTo>
                <a:lnTo>
                  <a:pt x="37994" y="18781"/>
                </a:lnTo>
                <a:lnTo>
                  <a:pt x="35026" y="15779"/>
                </a:lnTo>
                <a:lnTo>
                  <a:pt x="37394" y="15779"/>
                </a:lnTo>
                <a:close/>
                <a:moveTo>
                  <a:pt x="40463" y="10242"/>
                </a:moveTo>
                <a:lnTo>
                  <a:pt x="41797" y="11576"/>
                </a:lnTo>
                <a:lnTo>
                  <a:pt x="41797" y="13577"/>
                </a:lnTo>
                <a:lnTo>
                  <a:pt x="40363" y="15012"/>
                </a:lnTo>
                <a:lnTo>
                  <a:pt x="38495" y="15012"/>
                </a:lnTo>
                <a:lnTo>
                  <a:pt x="40463" y="13044"/>
                </a:lnTo>
                <a:close/>
                <a:moveTo>
                  <a:pt x="57341" y="15779"/>
                </a:moveTo>
                <a:lnTo>
                  <a:pt x="54473" y="18648"/>
                </a:lnTo>
                <a:lnTo>
                  <a:pt x="54339" y="18948"/>
                </a:lnTo>
                <a:lnTo>
                  <a:pt x="54339" y="23017"/>
                </a:lnTo>
                <a:lnTo>
                  <a:pt x="52671" y="21316"/>
                </a:lnTo>
                <a:lnTo>
                  <a:pt x="52671" y="18081"/>
                </a:lnTo>
                <a:lnTo>
                  <a:pt x="54973" y="15779"/>
                </a:lnTo>
                <a:lnTo>
                  <a:pt x="57341" y="15779"/>
                </a:lnTo>
                <a:close/>
                <a:moveTo>
                  <a:pt x="60610" y="15779"/>
                </a:moveTo>
                <a:lnTo>
                  <a:pt x="56674" y="19748"/>
                </a:lnTo>
                <a:lnTo>
                  <a:pt x="56674" y="25319"/>
                </a:lnTo>
                <a:lnTo>
                  <a:pt x="55140" y="23785"/>
                </a:lnTo>
                <a:lnTo>
                  <a:pt x="55140" y="19115"/>
                </a:lnTo>
                <a:lnTo>
                  <a:pt x="58442" y="15779"/>
                </a:lnTo>
                <a:lnTo>
                  <a:pt x="60610" y="15779"/>
                </a:lnTo>
                <a:close/>
                <a:moveTo>
                  <a:pt x="64680" y="15779"/>
                </a:moveTo>
                <a:lnTo>
                  <a:pt x="68016" y="19115"/>
                </a:lnTo>
                <a:lnTo>
                  <a:pt x="68016" y="23785"/>
                </a:lnTo>
                <a:lnTo>
                  <a:pt x="66481" y="25319"/>
                </a:lnTo>
                <a:lnTo>
                  <a:pt x="66481" y="19748"/>
                </a:lnTo>
                <a:lnTo>
                  <a:pt x="62545" y="15779"/>
                </a:lnTo>
                <a:lnTo>
                  <a:pt x="64680" y="15779"/>
                </a:lnTo>
                <a:close/>
                <a:moveTo>
                  <a:pt x="68183" y="15779"/>
                </a:moveTo>
                <a:lnTo>
                  <a:pt x="70484" y="18081"/>
                </a:lnTo>
                <a:lnTo>
                  <a:pt x="70484" y="21316"/>
                </a:lnTo>
                <a:lnTo>
                  <a:pt x="68783" y="23017"/>
                </a:lnTo>
                <a:lnTo>
                  <a:pt x="68783" y="18948"/>
                </a:lnTo>
                <a:lnTo>
                  <a:pt x="68683" y="18648"/>
                </a:lnTo>
                <a:lnTo>
                  <a:pt x="65814" y="15779"/>
                </a:lnTo>
                <a:lnTo>
                  <a:pt x="68183" y="15779"/>
                </a:lnTo>
                <a:close/>
                <a:moveTo>
                  <a:pt x="71251" y="10242"/>
                </a:moveTo>
                <a:lnTo>
                  <a:pt x="72586" y="11576"/>
                </a:lnTo>
                <a:lnTo>
                  <a:pt x="72586" y="13577"/>
                </a:lnTo>
                <a:lnTo>
                  <a:pt x="71151" y="15012"/>
                </a:lnTo>
                <a:lnTo>
                  <a:pt x="69283" y="15012"/>
                </a:lnTo>
                <a:lnTo>
                  <a:pt x="71251" y="13044"/>
                </a:lnTo>
                <a:lnTo>
                  <a:pt x="71251" y="10242"/>
                </a:lnTo>
                <a:close/>
                <a:moveTo>
                  <a:pt x="88130" y="15779"/>
                </a:moveTo>
                <a:lnTo>
                  <a:pt x="85128" y="18781"/>
                </a:lnTo>
                <a:lnTo>
                  <a:pt x="85128" y="23017"/>
                </a:lnTo>
                <a:lnTo>
                  <a:pt x="83460" y="21316"/>
                </a:lnTo>
                <a:lnTo>
                  <a:pt x="83460" y="18081"/>
                </a:lnTo>
                <a:lnTo>
                  <a:pt x="85762" y="15779"/>
                </a:lnTo>
                <a:lnTo>
                  <a:pt x="88130" y="15779"/>
                </a:lnTo>
                <a:close/>
                <a:moveTo>
                  <a:pt x="91399" y="15779"/>
                </a:moveTo>
                <a:lnTo>
                  <a:pt x="87463" y="19748"/>
                </a:lnTo>
                <a:lnTo>
                  <a:pt x="87463" y="25319"/>
                </a:lnTo>
                <a:lnTo>
                  <a:pt x="85929" y="23785"/>
                </a:lnTo>
                <a:lnTo>
                  <a:pt x="85929" y="19115"/>
                </a:lnTo>
                <a:lnTo>
                  <a:pt x="89231" y="15779"/>
                </a:lnTo>
                <a:lnTo>
                  <a:pt x="91399" y="15779"/>
                </a:lnTo>
                <a:close/>
                <a:moveTo>
                  <a:pt x="95469" y="15779"/>
                </a:moveTo>
                <a:lnTo>
                  <a:pt x="98804" y="19115"/>
                </a:lnTo>
                <a:lnTo>
                  <a:pt x="98804" y="23785"/>
                </a:lnTo>
                <a:lnTo>
                  <a:pt x="97270" y="25319"/>
                </a:lnTo>
                <a:lnTo>
                  <a:pt x="97270" y="19748"/>
                </a:lnTo>
                <a:lnTo>
                  <a:pt x="93334" y="15779"/>
                </a:lnTo>
                <a:lnTo>
                  <a:pt x="95469" y="15779"/>
                </a:lnTo>
                <a:close/>
                <a:moveTo>
                  <a:pt x="98971" y="15779"/>
                </a:moveTo>
                <a:lnTo>
                  <a:pt x="101273" y="18081"/>
                </a:lnTo>
                <a:lnTo>
                  <a:pt x="101273" y="21316"/>
                </a:lnTo>
                <a:lnTo>
                  <a:pt x="99572" y="23017"/>
                </a:lnTo>
                <a:lnTo>
                  <a:pt x="99572" y="18781"/>
                </a:lnTo>
                <a:lnTo>
                  <a:pt x="96603" y="15779"/>
                </a:lnTo>
                <a:lnTo>
                  <a:pt x="98971" y="15779"/>
                </a:lnTo>
                <a:close/>
                <a:moveTo>
                  <a:pt x="102040" y="10242"/>
                </a:moveTo>
                <a:lnTo>
                  <a:pt x="103374" y="11576"/>
                </a:lnTo>
                <a:lnTo>
                  <a:pt x="103374" y="13577"/>
                </a:lnTo>
                <a:lnTo>
                  <a:pt x="101940" y="15012"/>
                </a:lnTo>
                <a:lnTo>
                  <a:pt x="100072" y="15012"/>
                </a:lnTo>
                <a:lnTo>
                  <a:pt x="102040" y="13044"/>
                </a:lnTo>
                <a:close/>
                <a:moveTo>
                  <a:pt x="118919" y="15779"/>
                </a:moveTo>
                <a:lnTo>
                  <a:pt x="116050" y="18648"/>
                </a:lnTo>
                <a:lnTo>
                  <a:pt x="115917" y="18948"/>
                </a:lnTo>
                <a:lnTo>
                  <a:pt x="115917" y="23017"/>
                </a:lnTo>
                <a:lnTo>
                  <a:pt x="114249" y="21316"/>
                </a:lnTo>
                <a:lnTo>
                  <a:pt x="114249" y="18081"/>
                </a:lnTo>
                <a:lnTo>
                  <a:pt x="116550" y="15779"/>
                </a:lnTo>
                <a:lnTo>
                  <a:pt x="118919" y="15779"/>
                </a:lnTo>
                <a:close/>
                <a:moveTo>
                  <a:pt x="122188" y="15779"/>
                </a:moveTo>
                <a:lnTo>
                  <a:pt x="118252" y="19748"/>
                </a:lnTo>
                <a:lnTo>
                  <a:pt x="118252" y="25319"/>
                </a:lnTo>
                <a:lnTo>
                  <a:pt x="116717" y="23785"/>
                </a:lnTo>
                <a:lnTo>
                  <a:pt x="116717" y="19115"/>
                </a:lnTo>
                <a:lnTo>
                  <a:pt x="120053" y="15779"/>
                </a:lnTo>
                <a:lnTo>
                  <a:pt x="122188" y="15779"/>
                </a:lnTo>
                <a:close/>
                <a:moveTo>
                  <a:pt x="126291" y="15779"/>
                </a:moveTo>
                <a:lnTo>
                  <a:pt x="129593" y="19115"/>
                </a:lnTo>
                <a:lnTo>
                  <a:pt x="129593" y="23785"/>
                </a:lnTo>
                <a:lnTo>
                  <a:pt x="128059" y="25319"/>
                </a:lnTo>
                <a:lnTo>
                  <a:pt x="128059" y="19748"/>
                </a:lnTo>
                <a:lnTo>
                  <a:pt x="124122" y="15779"/>
                </a:lnTo>
                <a:lnTo>
                  <a:pt x="126291" y="15779"/>
                </a:lnTo>
                <a:close/>
                <a:moveTo>
                  <a:pt x="129760" y="15779"/>
                </a:moveTo>
                <a:lnTo>
                  <a:pt x="132061" y="18081"/>
                </a:lnTo>
                <a:lnTo>
                  <a:pt x="132061" y="21316"/>
                </a:lnTo>
                <a:lnTo>
                  <a:pt x="130394" y="23017"/>
                </a:lnTo>
                <a:lnTo>
                  <a:pt x="130394" y="18948"/>
                </a:lnTo>
                <a:lnTo>
                  <a:pt x="130260" y="18648"/>
                </a:lnTo>
                <a:lnTo>
                  <a:pt x="127391" y="15779"/>
                </a:lnTo>
                <a:lnTo>
                  <a:pt x="129760" y="15779"/>
                </a:lnTo>
                <a:close/>
                <a:moveTo>
                  <a:pt x="132862" y="10242"/>
                </a:moveTo>
                <a:lnTo>
                  <a:pt x="134163" y="11576"/>
                </a:lnTo>
                <a:lnTo>
                  <a:pt x="134163" y="13577"/>
                </a:lnTo>
                <a:lnTo>
                  <a:pt x="132729" y="15012"/>
                </a:lnTo>
                <a:lnTo>
                  <a:pt x="130894" y="15012"/>
                </a:lnTo>
                <a:lnTo>
                  <a:pt x="132862" y="13044"/>
                </a:lnTo>
                <a:close/>
                <a:moveTo>
                  <a:pt x="149707" y="15779"/>
                </a:moveTo>
                <a:lnTo>
                  <a:pt x="146739" y="18781"/>
                </a:lnTo>
                <a:lnTo>
                  <a:pt x="146739" y="23017"/>
                </a:lnTo>
                <a:lnTo>
                  <a:pt x="145037" y="21316"/>
                </a:lnTo>
                <a:lnTo>
                  <a:pt x="145037" y="18081"/>
                </a:lnTo>
                <a:lnTo>
                  <a:pt x="147339" y="15779"/>
                </a:lnTo>
                <a:lnTo>
                  <a:pt x="149707" y="15779"/>
                </a:lnTo>
                <a:close/>
                <a:moveTo>
                  <a:pt x="153010" y="15779"/>
                </a:moveTo>
                <a:lnTo>
                  <a:pt x="149040" y="19748"/>
                </a:lnTo>
                <a:lnTo>
                  <a:pt x="149040" y="25319"/>
                </a:lnTo>
                <a:lnTo>
                  <a:pt x="147506" y="23785"/>
                </a:lnTo>
                <a:lnTo>
                  <a:pt x="147506" y="19115"/>
                </a:lnTo>
                <a:lnTo>
                  <a:pt x="150842" y="15779"/>
                </a:lnTo>
                <a:lnTo>
                  <a:pt x="153010" y="15779"/>
                </a:lnTo>
                <a:close/>
                <a:moveTo>
                  <a:pt x="157079" y="15779"/>
                </a:moveTo>
                <a:lnTo>
                  <a:pt x="160382" y="19115"/>
                </a:lnTo>
                <a:lnTo>
                  <a:pt x="160382" y="23785"/>
                </a:lnTo>
                <a:lnTo>
                  <a:pt x="158847" y="25319"/>
                </a:lnTo>
                <a:lnTo>
                  <a:pt x="158847" y="19748"/>
                </a:lnTo>
                <a:lnTo>
                  <a:pt x="154911" y="15779"/>
                </a:lnTo>
                <a:lnTo>
                  <a:pt x="157079" y="15779"/>
                </a:lnTo>
                <a:close/>
                <a:moveTo>
                  <a:pt x="160548" y="15779"/>
                </a:moveTo>
                <a:lnTo>
                  <a:pt x="162850" y="18081"/>
                </a:lnTo>
                <a:lnTo>
                  <a:pt x="162850" y="21316"/>
                </a:lnTo>
                <a:lnTo>
                  <a:pt x="161182" y="23017"/>
                </a:lnTo>
                <a:lnTo>
                  <a:pt x="161182" y="18781"/>
                </a:lnTo>
                <a:lnTo>
                  <a:pt x="158180" y="15779"/>
                </a:lnTo>
                <a:lnTo>
                  <a:pt x="160548" y="15779"/>
                </a:lnTo>
                <a:close/>
                <a:moveTo>
                  <a:pt x="163651" y="10242"/>
                </a:moveTo>
                <a:lnTo>
                  <a:pt x="164952" y="11576"/>
                </a:lnTo>
                <a:lnTo>
                  <a:pt x="164952" y="13577"/>
                </a:lnTo>
                <a:lnTo>
                  <a:pt x="163551" y="15012"/>
                </a:lnTo>
                <a:lnTo>
                  <a:pt x="161683" y="15012"/>
                </a:lnTo>
                <a:lnTo>
                  <a:pt x="163651" y="13044"/>
                </a:lnTo>
                <a:close/>
                <a:moveTo>
                  <a:pt x="180496" y="15779"/>
                </a:moveTo>
                <a:lnTo>
                  <a:pt x="177627" y="18648"/>
                </a:lnTo>
                <a:lnTo>
                  <a:pt x="177527" y="18948"/>
                </a:lnTo>
                <a:lnTo>
                  <a:pt x="177527" y="23017"/>
                </a:lnTo>
                <a:lnTo>
                  <a:pt x="175826" y="21316"/>
                </a:lnTo>
                <a:lnTo>
                  <a:pt x="175826" y="18081"/>
                </a:lnTo>
                <a:lnTo>
                  <a:pt x="178128" y="15779"/>
                </a:lnTo>
                <a:lnTo>
                  <a:pt x="180496" y="15779"/>
                </a:lnTo>
                <a:close/>
                <a:moveTo>
                  <a:pt x="183798" y="15779"/>
                </a:moveTo>
                <a:lnTo>
                  <a:pt x="179829" y="19748"/>
                </a:lnTo>
                <a:lnTo>
                  <a:pt x="179829" y="25319"/>
                </a:lnTo>
                <a:lnTo>
                  <a:pt x="178294" y="23785"/>
                </a:lnTo>
                <a:lnTo>
                  <a:pt x="178294" y="19115"/>
                </a:lnTo>
                <a:lnTo>
                  <a:pt x="181630" y="15779"/>
                </a:lnTo>
                <a:lnTo>
                  <a:pt x="183798" y="15779"/>
                </a:lnTo>
                <a:close/>
                <a:moveTo>
                  <a:pt x="187868" y="15779"/>
                </a:moveTo>
                <a:lnTo>
                  <a:pt x="191170" y="19115"/>
                </a:lnTo>
                <a:lnTo>
                  <a:pt x="191170" y="23785"/>
                </a:lnTo>
                <a:lnTo>
                  <a:pt x="189636" y="25319"/>
                </a:lnTo>
                <a:lnTo>
                  <a:pt x="189636" y="19748"/>
                </a:lnTo>
                <a:lnTo>
                  <a:pt x="185700" y="15779"/>
                </a:lnTo>
                <a:lnTo>
                  <a:pt x="187868" y="15779"/>
                </a:lnTo>
                <a:close/>
                <a:moveTo>
                  <a:pt x="191337" y="15779"/>
                </a:moveTo>
                <a:lnTo>
                  <a:pt x="193639" y="18081"/>
                </a:lnTo>
                <a:lnTo>
                  <a:pt x="193639" y="21316"/>
                </a:lnTo>
                <a:lnTo>
                  <a:pt x="191971" y="23017"/>
                </a:lnTo>
                <a:lnTo>
                  <a:pt x="191971" y="18948"/>
                </a:lnTo>
                <a:lnTo>
                  <a:pt x="191837" y="18648"/>
                </a:lnTo>
                <a:lnTo>
                  <a:pt x="188969" y="15779"/>
                </a:lnTo>
                <a:lnTo>
                  <a:pt x="191337" y="15779"/>
                </a:lnTo>
                <a:close/>
                <a:moveTo>
                  <a:pt x="194439" y="10242"/>
                </a:moveTo>
                <a:lnTo>
                  <a:pt x="195740" y="11576"/>
                </a:lnTo>
                <a:lnTo>
                  <a:pt x="195740" y="13577"/>
                </a:lnTo>
                <a:lnTo>
                  <a:pt x="194339" y="15012"/>
                </a:lnTo>
                <a:lnTo>
                  <a:pt x="192471" y="15012"/>
                </a:lnTo>
                <a:lnTo>
                  <a:pt x="194439" y="13044"/>
                </a:lnTo>
                <a:close/>
                <a:moveTo>
                  <a:pt x="211285" y="15779"/>
                </a:moveTo>
                <a:lnTo>
                  <a:pt x="208316" y="18781"/>
                </a:lnTo>
                <a:lnTo>
                  <a:pt x="208316" y="23017"/>
                </a:lnTo>
                <a:lnTo>
                  <a:pt x="206615" y="21316"/>
                </a:lnTo>
                <a:lnTo>
                  <a:pt x="206615" y="18081"/>
                </a:lnTo>
                <a:lnTo>
                  <a:pt x="208916" y="15779"/>
                </a:lnTo>
                <a:lnTo>
                  <a:pt x="211285" y="15779"/>
                </a:lnTo>
                <a:close/>
                <a:moveTo>
                  <a:pt x="214587" y="15779"/>
                </a:moveTo>
                <a:lnTo>
                  <a:pt x="210618" y="19748"/>
                </a:lnTo>
                <a:lnTo>
                  <a:pt x="210618" y="25319"/>
                </a:lnTo>
                <a:lnTo>
                  <a:pt x="209083" y="23785"/>
                </a:lnTo>
                <a:lnTo>
                  <a:pt x="209083" y="19115"/>
                </a:lnTo>
                <a:lnTo>
                  <a:pt x="212419" y="15779"/>
                </a:lnTo>
                <a:lnTo>
                  <a:pt x="214587" y="15779"/>
                </a:lnTo>
                <a:close/>
                <a:moveTo>
                  <a:pt x="218657" y="15779"/>
                </a:moveTo>
                <a:lnTo>
                  <a:pt x="221959" y="19115"/>
                </a:lnTo>
                <a:lnTo>
                  <a:pt x="221959" y="23785"/>
                </a:lnTo>
                <a:lnTo>
                  <a:pt x="220425" y="25319"/>
                </a:lnTo>
                <a:lnTo>
                  <a:pt x="220425" y="19748"/>
                </a:lnTo>
                <a:lnTo>
                  <a:pt x="216488" y="15779"/>
                </a:lnTo>
                <a:lnTo>
                  <a:pt x="218657" y="15779"/>
                </a:lnTo>
                <a:close/>
                <a:moveTo>
                  <a:pt x="222126" y="15779"/>
                </a:moveTo>
                <a:lnTo>
                  <a:pt x="224427" y="18081"/>
                </a:lnTo>
                <a:lnTo>
                  <a:pt x="224427" y="21316"/>
                </a:lnTo>
                <a:lnTo>
                  <a:pt x="222760" y="23017"/>
                </a:lnTo>
                <a:lnTo>
                  <a:pt x="222760" y="18781"/>
                </a:lnTo>
                <a:lnTo>
                  <a:pt x="219757" y="15779"/>
                </a:lnTo>
                <a:lnTo>
                  <a:pt x="222126" y="15779"/>
                </a:lnTo>
                <a:close/>
                <a:moveTo>
                  <a:pt x="225228" y="10242"/>
                </a:moveTo>
                <a:lnTo>
                  <a:pt x="226529" y="11576"/>
                </a:lnTo>
                <a:lnTo>
                  <a:pt x="226529" y="13577"/>
                </a:lnTo>
                <a:lnTo>
                  <a:pt x="225128" y="15012"/>
                </a:lnTo>
                <a:lnTo>
                  <a:pt x="223260" y="15012"/>
                </a:lnTo>
                <a:lnTo>
                  <a:pt x="225228" y="13044"/>
                </a:lnTo>
                <a:close/>
                <a:moveTo>
                  <a:pt x="234635" y="14011"/>
                </a:moveTo>
                <a:lnTo>
                  <a:pt x="235635" y="15012"/>
                </a:lnTo>
                <a:lnTo>
                  <a:pt x="231866" y="15012"/>
                </a:lnTo>
                <a:lnTo>
                  <a:pt x="234535" y="12343"/>
                </a:lnTo>
                <a:lnTo>
                  <a:pt x="234535" y="13744"/>
                </a:lnTo>
                <a:close/>
                <a:moveTo>
                  <a:pt x="234635" y="75588"/>
                </a:moveTo>
                <a:lnTo>
                  <a:pt x="235635" y="76589"/>
                </a:lnTo>
                <a:lnTo>
                  <a:pt x="231866" y="76589"/>
                </a:lnTo>
                <a:lnTo>
                  <a:pt x="234535" y="73920"/>
                </a:lnTo>
                <a:lnTo>
                  <a:pt x="234535" y="75321"/>
                </a:lnTo>
                <a:close/>
                <a:moveTo>
                  <a:pt x="234535" y="109413"/>
                </a:moveTo>
                <a:lnTo>
                  <a:pt x="234535" y="110814"/>
                </a:lnTo>
                <a:lnTo>
                  <a:pt x="231899" y="108178"/>
                </a:lnTo>
                <a:lnTo>
                  <a:pt x="235635" y="108178"/>
                </a:lnTo>
                <a:lnTo>
                  <a:pt x="234635" y="109146"/>
                </a:lnTo>
                <a:close/>
                <a:moveTo>
                  <a:pt x="227229" y="109146"/>
                </a:moveTo>
                <a:lnTo>
                  <a:pt x="226229" y="108178"/>
                </a:lnTo>
                <a:lnTo>
                  <a:pt x="229965" y="108178"/>
                </a:lnTo>
                <a:lnTo>
                  <a:pt x="227330" y="110814"/>
                </a:lnTo>
                <a:lnTo>
                  <a:pt x="227330" y="109413"/>
                </a:lnTo>
                <a:close/>
                <a:moveTo>
                  <a:pt x="227330" y="104743"/>
                </a:moveTo>
                <a:lnTo>
                  <a:pt x="229965" y="107378"/>
                </a:lnTo>
                <a:lnTo>
                  <a:pt x="226229" y="107378"/>
                </a:lnTo>
                <a:lnTo>
                  <a:pt x="227330" y="106277"/>
                </a:lnTo>
                <a:lnTo>
                  <a:pt x="227330" y="104743"/>
                </a:lnTo>
                <a:close/>
                <a:moveTo>
                  <a:pt x="227897" y="104175"/>
                </a:moveTo>
                <a:lnTo>
                  <a:pt x="229264" y="104175"/>
                </a:lnTo>
                <a:lnTo>
                  <a:pt x="229431" y="104175"/>
                </a:lnTo>
                <a:lnTo>
                  <a:pt x="230532" y="103075"/>
                </a:lnTo>
                <a:lnTo>
                  <a:pt x="230532" y="106811"/>
                </a:lnTo>
                <a:close/>
                <a:moveTo>
                  <a:pt x="230532" y="108712"/>
                </a:moveTo>
                <a:lnTo>
                  <a:pt x="230532" y="112448"/>
                </a:lnTo>
                <a:lnTo>
                  <a:pt x="229431" y="111381"/>
                </a:lnTo>
                <a:lnTo>
                  <a:pt x="227897" y="111381"/>
                </a:lnTo>
                <a:close/>
                <a:moveTo>
                  <a:pt x="231332" y="108712"/>
                </a:moveTo>
                <a:lnTo>
                  <a:pt x="233968" y="111381"/>
                </a:lnTo>
                <a:lnTo>
                  <a:pt x="232567" y="111381"/>
                </a:lnTo>
                <a:lnTo>
                  <a:pt x="232300" y="111481"/>
                </a:lnTo>
                <a:lnTo>
                  <a:pt x="231332" y="112448"/>
                </a:lnTo>
                <a:lnTo>
                  <a:pt x="231332" y="108712"/>
                </a:lnTo>
                <a:close/>
                <a:moveTo>
                  <a:pt x="231866" y="107378"/>
                </a:moveTo>
                <a:lnTo>
                  <a:pt x="234535" y="104743"/>
                </a:lnTo>
                <a:lnTo>
                  <a:pt x="234535" y="106277"/>
                </a:lnTo>
                <a:lnTo>
                  <a:pt x="235635" y="107378"/>
                </a:lnTo>
                <a:close/>
                <a:moveTo>
                  <a:pt x="231332" y="106811"/>
                </a:moveTo>
                <a:lnTo>
                  <a:pt x="231332" y="103075"/>
                </a:lnTo>
                <a:lnTo>
                  <a:pt x="232300" y="104042"/>
                </a:lnTo>
                <a:lnTo>
                  <a:pt x="232567" y="104175"/>
                </a:lnTo>
                <a:lnTo>
                  <a:pt x="233968" y="104175"/>
                </a:lnTo>
                <a:close/>
                <a:moveTo>
                  <a:pt x="230532" y="101941"/>
                </a:moveTo>
                <a:lnTo>
                  <a:pt x="229097" y="103375"/>
                </a:lnTo>
                <a:lnTo>
                  <a:pt x="227096" y="103375"/>
                </a:lnTo>
                <a:lnTo>
                  <a:pt x="225762" y="102074"/>
                </a:lnTo>
                <a:lnTo>
                  <a:pt x="228397" y="102074"/>
                </a:lnTo>
                <a:lnTo>
                  <a:pt x="228564" y="102074"/>
                </a:lnTo>
                <a:lnTo>
                  <a:pt x="230532" y="100106"/>
                </a:lnTo>
                <a:lnTo>
                  <a:pt x="230532" y="101941"/>
                </a:lnTo>
                <a:close/>
                <a:moveTo>
                  <a:pt x="228230" y="101273"/>
                </a:moveTo>
                <a:lnTo>
                  <a:pt x="224995" y="101273"/>
                </a:lnTo>
                <a:lnTo>
                  <a:pt x="223327" y="99606"/>
                </a:lnTo>
                <a:lnTo>
                  <a:pt x="227363" y="99606"/>
                </a:lnTo>
                <a:lnTo>
                  <a:pt x="227530" y="99606"/>
                </a:lnTo>
                <a:lnTo>
                  <a:pt x="230532" y="96603"/>
                </a:lnTo>
                <a:lnTo>
                  <a:pt x="230532" y="98972"/>
                </a:lnTo>
                <a:close/>
                <a:moveTo>
                  <a:pt x="227229" y="98805"/>
                </a:moveTo>
                <a:lnTo>
                  <a:pt x="222526" y="98805"/>
                </a:lnTo>
                <a:lnTo>
                  <a:pt x="220992" y="97271"/>
                </a:lnTo>
                <a:lnTo>
                  <a:pt x="226429" y="97271"/>
                </a:lnTo>
                <a:lnTo>
                  <a:pt x="226596" y="97271"/>
                </a:lnTo>
                <a:lnTo>
                  <a:pt x="230532" y="93334"/>
                </a:lnTo>
                <a:lnTo>
                  <a:pt x="230532" y="95503"/>
                </a:lnTo>
                <a:close/>
                <a:moveTo>
                  <a:pt x="203746" y="109413"/>
                </a:moveTo>
                <a:lnTo>
                  <a:pt x="203746" y="110814"/>
                </a:lnTo>
                <a:lnTo>
                  <a:pt x="201077" y="108178"/>
                </a:lnTo>
                <a:lnTo>
                  <a:pt x="204847" y="108178"/>
                </a:lnTo>
                <a:lnTo>
                  <a:pt x="203846" y="109146"/>
                </a:lnTo>
                <a:close/>
                <a:moveTo>
                  <a:pt x="196407" y="109146"/>
                </a:moveTo>
                <a:lnTo>
                  <a:pt x="195440" y="108178"/>
                </a:lnTo>
                <a:lnTo>
                  <a:pt x="199176" y="108178"/>
                </a:lnTo>
                <a:lnTo>
                  <a:pt x="196541" y="110814"/>
                </a:lnTo>
                <a:lnTo>
                  <a:pt x="196541" y="109413"/>
                </a:lnTo>
                <a:close/>
                <a:moveTo>
                  <a:pt x="192538" y="99606"/>
                </a:moveTo>
                <a:lnTo>
                  <a:pt x="196741" y="99606"/>
                </a:lnTo>
                <a:lnTo>
                  <a:pt x="199743" y="96603"/>
                </a:lnTo>
                <a:lnTo>
                  <a:pt x="199743" y="98972"/>
                </a:lnTo>
                <a:lnTo>
                  <a:pt x="197441" y="101273"/>
                </a:lnTo>
                <a:lnTo>
                  <a:pt x="194206" y="101273"/>
                </a:lnTo>
                <a:close/>
                <a:moveTo>
                  <a:pt x="190203" y="97271"/>
                </a:moveTo>
                <a:lnTo>
                  <a:pt x="195807" y="97271"/>
                </a:lnTo>
                <a:lnTo>
                  <a:pt x="199743" y="93334"/>
                </a:lnTo>
                <a:lnTo>
                  <a:pt x="199743" y="95503"/>
                </a:lnTo>
                <a:lnTo>
                  <a:pt x="196441" y="98805"/>
                </a:lnTo>
                <a:lnTo>
                  <a:pt x="191737" y="98805"/>
                </a:lnTo>
                <a:close/>
                <a:moveTo>
                  <a:pt x="177761" y="98805"/>
                </a:moveTo>
                <a:lnTo>
                  <a:pt x="173057" y="98805"/>
                </a:lnTo>
                <a:lnTo>
                  <a:pt x="169755" y="95503"/>
                </a:lnTo>
                <a:lnTo>
                  <a:pt x="169755" y="93334"/>
                </a:lnTo>
                <a:lnTo>
                  <a:pt x="173691" y="97271"/>
                </a:lnTo>
                <a:lnTo>
                  <a:pt x="179262" y="97271"/>
                </a:lnTo>
                <a:close/>
                <a:moveTo>
                  <a:pt x="175292" y="101273"/>
                </a:moveTo>
                <a:lnTo>
                  <a:pt x="172023" y="101273"/>
                </a:lnTo>
                <a:lnTo>
                  <a:pt x="169755" y="98972"/>
                </a:lnTo>
                <a:lnTo>
                  <a:pt x="169755" y="96603"/>
                </a:lnTo>
                <a:lnTo>
                  <a:pt x="172724" y="99606"/>
                </a:lnTo>
                <a:lnTo>
                  <a:pt x="176960" y="99606"/>
                </a:lnTo>
                <a:close/>
                <a:moveTo>
                  <a:pt x="173191" y="103375"/>
                </a:moveTo>
                <a:lnTo>
                  <a:pt x="171156" y="103375"/>
                </a:lnTo>
                <a:lnTo>
                  <a:pt x="169755" y="101941"/>
                </a:lnTo>
                <a:lnTo>
                  <a:pt x="169755" y="100106"/>
                </a:lnTo>
                <a:lnTo>
                  <a:pt x="171723" y="102074"/>
                </a:lnTo>
                <a:lnTo>
                  <a:pt x="174492" y="102074"/>
                </a:lnTo>
                <a:close/>
                <a:moveTo>
                  <a:pt x="172957" y="109413"/>
                </a:moveTo>
                <a:lnTo>
                  <a:pt x="172957" y="110814"/>
                </a:lnTo>
                <a:lnTo>
                  <a:pt x="170289" y="108178"/>
                </a:lnTo>
                <a:lnTo>
                  <a:pt x="174025" y="108178"/>
                </a:lnTo>
                <a:lnTo>
                  <a:pt x="173057" y="109146"/>
                </a:lnTo>
                <a:close/>
                <a:moveTo>
                  <a:pt x="165619" y="109146"/>
                </a:moveTo>
                <a:lnTo>
                  <a:pt x="164651" y="108178"/>
                </a:lnTo>
                <a:lnTo>
                  <a:pt x="168387" y="108178"/>
                </a:lnTo>
                <a:lnTo>
                  <a:pt x="165752" y="110814"/>
                </a:lnTo>
                <a:lnTo>
                  <a:pt x="165752" y="109413"/>
                </a:lnTo>
                <a:close/>
                <a:moveTo>
                  <a:pt x="161749" y="99606"/>
                </a:moveTo>
                <a:lnTo>
                  <a:pt x="165786" y="99606"/>
                </a:lnTo>
                <a:lnTo>
                  <a:pt x="165952" y="99606"/>
                </a:lnTo>
                <a:lnTo>
                  <a:pt x="168954" y="96603"/>
                </a:lnTo>
                <a:lnTo>
                  <a:pt x="168954" y="98972"/>
                </a:lnTo>
                <a:lnTo>
                  <a:pt x="166653" y="101273"/>
                </a:lnTo>
                <a:lnTo>
                  <a:pt x="163417" y="101273"/>
                </a:lnTo>
                <a:close/>
                <a:moveTo>
                  <a:pt x="159414" y="97271"/>
                </a:moveTo>
                <a:lnTo>
                  <a:pt x="164852" y="97271"/>
                </a:lnTo>
                <a:lnTo>
                  <a:pt x="164985" y="97271"/>
                </a:lnTo>
                <a:lnTo>
                  <a:pt x="168954" y="93334"/>
                </a:lnTo>
                <a:lnTo>
                  <a:pt x="168954" y="95503"/>
                </a:lnTo>
                <a:lnTo>
                  <a:pt x="165619" y="98805"/>
                </a:lnTo>
                <a:lnTo>
                  <a:pt x="160949" y="98805"/>
                </a:lnTo>
                <a:close/>
                <a:moveTo>
                  <a:pt x="142135" y="109413"/>
                </a:moveTo>
                <a:lnTo>
                  <a:pt x="142135" y="110814"/>
                </a:lnTo>
                <a:lnTo>
                  <a:pt x="139500" y="108178"/>
                </a:lnTo>
                <a:lnTo>
                  <a:pt x="143236" y="108178"/>
                </a:lnTo>
                <a:lnTo>
                  <a:pt x="142269" y="109146"/>
                </a:lnTo>
                <a:close/>
                <a:moveTo>
                  <a:pt x="134830" y="109146"/>
                </a:moveTo>
                <a:lnTo>
                  <a:pt x="133863" y="108178"/>
                </a:lnTo>
                <a:lnTo>
                  <a:pt x="137599" y="108178"/>
                </a:lnTo>
                <a:lnTo>
                  <a:pt x="134964" y="110814"/>
                </a:lnTo>
                <a:lnTo>
                  <a:pt x="134964" y="109413"/>
                </a:lnTo>
                <a:close/>
                <a:moveTo>
                  <a:pt x="130927" y="99606"/>
                </a:moveTo>
                <a:lnTo>
                  <a:pt x="135164" y="99606"/>
                </a:lnTo>
                <a:lnTo>
                  <a:pt x="138166" y="96603"/>
                </a:lnTo>
                <a:lnTo>
                  <a:pt x="138166" y="98972"/>
                </a:lnTo>
                <a:lnTo>
                  <a:pt x="135864" y="101273"/>
                </a:lnTo>
                <a:lnTo>
                  <a:pt x="132629" y="101273"/>
                </a:lnTo>
                <a:close/>
                <a:moveTo>
                  <a:pt x="128626" y="97271"/>
                </a:moveTo>
                <a:lnTo>
                  <a:pt x="134196" y="97271"/>
                </a:lnTo>
                <a:lnTo>
                  <a:pt x="138166" y="93334"/>
                </a:lnTo>
                <a:lnTo>
                  <a:pt x="138166" y="95503"/>
                </a:lnTo>
                <a:lnTo>
                  <a:pt x="134830" y="98805"/>
                </a:lnTo>
                <a:lnTo>
                  <a:pt x="130160" y="98805"/>
                </a:lnTo>
                <a:close/>
                <a:moveTo>
                  <a:pt x="116150" y="98805"/>
                </a:moveTo>
                <a:lnTo>
                  <a:pt x="111480" y="98805"/>
                </a:lnTo>
                <a:lnTo>
                  <a:pt x="108144" y="95503"/>
                </a:lnTo>
                <a:lnTo>
                  <a:pt x="108144" y="93334"/>
                </a:lnTo>
                <a:lnTo>
                  <a:pt x="112114" y="97271"/>
                </a:lnTo>
                <a:lnTo>
                  <a:pt x="117685" y="97271"/>
                </a:lnTo>
                <a:close/>
                <a:moveTo>
                  <a:pt x="113682" y="101273"/>
                </a:moveTo>
                <a:lnTo>
                  <a:pt x="110446" y="101273"/>
                </a:lnTo>
                <a:lnTo>
                  <a:pt x="108144" y="98972"/>
                </a:lnTo>
                <a:lnTo>
                  <a:pt x="108144" y="96603"/>
                </a:lnTo>
                <a:lnTo>
                  <a:pt x="111147" y="99606"/>
                </a:lnTo>
                <a:lnTo>
                  <a:pt x="115383" y="99606"/>
                </a:lnTo>
                <a:close/>
                <a:moveTo>
                  <a:pt x="111580" y="103375"/>
                </a:moveTo>
                <a:lnTo>
                  <a:pt x="109579" y="103375"/>
                </a:lnTo>
                <a:lnTo>
                  <a:pt x="108144" y="101941"/>
                </a:lnTo>
                <a:lnTo>
                  <a:pt x="108144" y="100106"/>
                </a:lnTo>
                <a:lnTo>
                  <a:pt x="110112" y="102074"/>
                </a:lnTo>
                <a:lnTo>
                  <a:pt x="112914" y="102074"/>
                </a:lnTo>
                <a:close/>
                <a:moveTo>
                  <a:pt x="111347" y="109413"/>
                </a:moveTo>
                <a:lnTo>
                  <a:pt x="111347" y="110814"/>
                </a:lnTo>
                <a:lnTo>
                  <a:pt x="108711" y="108178"/>
                </a:lnTo>
                <a:lnTo>
                  <a:pt x="112447" y="108178"/>
                </a:lnTo>
                <a:lnTo>
                  <a:pt x="111480" y="109146"/>
                </a:lnTo>
                <a:close/>
                <a:moveTo>
                  <a:pt x="104041" y="109146"/>
                </a:moveTo>
                <a:lnTo>
                  <a:pt x="103074" y="108178"/>
                </a:lnTo>
                <a:lnTo>
                  <a:pt x="106810" y="108178"/>
                </a:lnTo>
                <a:lnTo>
                  <a:pt x="104175" y="110814"/>
                </a:lnTo>
                <a:lnTo>
                  <a:pt x="104175" y="109413"/>
                </a:lnTo>
                <a:close/>
                <a:moveTo>
                  <a:pt x="100139" y="99606"/>
                </a:moveTo>
                <a:lnTo>
                  <a:pt x="104208" y="99606"/>
                </a:lnTo>
                <a:lnTo>
                  <a:pt x="104375" y="99606"/>
                </a:lnTo>
                <a:lnTo>
                  <a:pt x="107377" y="96603"/>
                </a:lnTo>
                <a:lnTo>
                  <a:pt x="107377" y="98972"/>
                </a:lnTo>
                <a:lnTo>
                  <a:pt x="105076" y="101273"/>
                </a:lnTo>
                <a:lnTo>
                  <a:pt x="101807" y="101273"/>
                </a:lnTo>
                <a:close/>
                <a:moveTo>
                  <a:pt x="97837" y="97271"/>
                </a:moveTo>
                <a:lnTo>
                  <a:pt x="103241" y="97271"/>
                </a:lnTo>
                <a:lnTo>
                  <a:pt x="103408" y="97271"/>
                </a:lnTo>
                <a:lnTo>
                  <a:pt x="107344" y="93334"/>
                </a:lnTo>
                <a:lnTo>
                  <a:pt x="107344" y="95503"/>
                </a:lnTo>
                <a:lnTo>
                  <a:pt x="104041" y="98805"/>
                </a:lnTo>
                <a:lnTo>
                  <a:pt x="99371" y="98805"/>
                </a:lnTo>
                <a:close/>
                <a:moveTo>
                  <a:pt x="80558" y="109413"/>
                </a:moveTo>
                <a:lnTo>
                  <a:pt x="80558" y="110814"/>
                </a:lnTo>
                <a:lnTo>
                  <a:pt x="77923" y="108178"/>
                </a:lnTo>
                <a:lnTo>
                  <a:pt x="81659" y="108178"/>
                </a:lnTo>
                <a:lnTo>
                  <a:pt x="80691" y="109146"/>
                </a:lnTo>
                <a:close/>
                <a:moveTo>
                  <a:pt x="73253" y="109146"/>
                </a:moveTo>
                <a:lnTo>
                  <a:pt x="72285" y="108178"/>
                </a:lnTo>
                <a:lnTo>
                  <a:pt x="76021" y="108178"/>
                </a:lnTo>
                <a:lnTo>
                  <a:pt x="73386" y="110814"/>
                </a:lnTo>
                <a:lnTo>
                  <a:pt x="73386" y="109413"/>
                </a:lnTo>
                <a:close/>
                <a:moveTo>
                  <a:pt x="69350" y="99606"/>
                </a:moveTo>
                <a:lnTo>
                  <a:pt x="73586" y="99606"/>
                </a:lnTo>
                <a:lnTo>
                  <a:pt x="76589" y="96603"/>
                </a:lnTo>
                <a:lnTo>
                  <a:pt x="76589" y="98972"/>
                </a:lnTo>
                <a:lnTo>
                  <a:pt x="74287" y="101273"/>
                </a:lnTo>
                <a:lnTo>
                  <a:pt x="71018" y="101273"/>
                </a:lnTo>
                <a:close/>
                <a:moveTo>
                  <a:pt x="67048" y="97271"/>
                </a:moveTo>
                <a:lnTo>
                  <a:pt x="72619" y="97271"/>
                </a:lnTo>
                <a:lnTo>
                  <a:pt x="76589" y="93334"/>
                </a:lnTo>
                <a:lnTo>
                  <a:pt x="76589" y="95503"/>
                </a:lnTo>
                <a:lnTo>
                  <a:pt x="73253" y="98805"/>
                </a:lnTo>
                <a:lnTo>
                  <a:pt x="68583" y="98805"/>
                </a:lnTo>
                <a:close/>
                <a:moveTo>
                  <a:pt x="54573" y="98805"/>
                </a:moveTo>
                <a:lnTo>
                  <a:pt x="49903" y="98805"/>
                </a:lnTo>
                <a:lnTo>
                  <a:pt x="46567" y="95503"/>
                </a:lnTo>
                <a:lnTo>
                  <a:pt x="46567" y="93334"/>
                </a:lnTo>
                <a:lnTo>
                  <a:pt x="50537" y="97271"/>
                </a:lnTo>
                <a:lnTo>
                  <a:pt x="56107" y="97271"/>
                </a:lnTo>
                <a:close/>
                <a:moveTo>
                  <a:pt x="52104" y="101273"/>
                </a:moveTo>
                <a:lnTo>
                  <a:pt x="48869" y="101273"/>
                </a:lnTo>
                <a:lnTo>
                  <a:pt x="46567" y="98972"/>
                </a:lnTo>
                <a:lnTo>
                  <a:pt x="46567" y="96603"/>
                </a:lnTo>
                <a:lnTo>
                  <a:pt x="49569" y="99606"/>
                </a:lnTo>
                <a:lnTo>
                  <a:pt x="53806" y="99606"/>
                </a:lnTo>
                <a:close/>
                <a:moveTo>
                  <a:pt x="50003" y="103375"/>
                </a:moveTo>
                <a:lnTo>
                  <a:pt x="48001" y="103375"/>
                </a:lnTo>
                <a:lnTo>
                  <a:pt x="46567" y="101941"/>
                </a:lnTo>
                <a:lnTo>
                  <a:pt x="46567" y="100106"/>
                </a:lnTo>
                <a:lnTo>
                  <a:pt x="48535" y="102074"/>
                </a:lnTo>
                <a:lnTo>
                  <a:pt x="51337" y="102074"/>
                </a:lnTo>
                <a:close/>
                <a:moveTo>
                  <a:pt x="49769" y="109413"/>
                </a:moveTo>
                <a:lnTo>
                  <a:pt x="49769" y="110814"/>
                </a:lnTo>
                <a:lnTo>
                  <a:pt x="47134" y="108178"/>
                </a:lnTo>
                <a:lnTo>
                  <a:pt x="50870" y="108178"/>
                </a:lnTo>
                <a:lnTo>
                  <a:pt x="49903" y="109146"/>
                </a:lnTo>
                <a:close/>
                <a:moveTo>
                  <a:pt x="42464" y="109146"/>
                </a:moveTo>
                <a:lnTo>
                  <a:pt x="41497" y="108178"/>
                </a:lnTo>
                <a:lnTo>
                  <a:pt x="45233" y="108178"/>
                </a:lnTo>
                <a:lnTo>
                  <a:pt x="42564" y="110814"/>
                </a:lnTo>
                <a:lnTo>
                  <a:pt x="42564" y="109413"/>
                </a:lnTo>
                <a:close/>
                <a:moveTo>
                  <a:pt x="38561" y="99606"/>
                </a:moveTo>
                <a:lnTo>
                  <a:pt x="42631" y="99606"/>
                </a:lnTo>
                <a:lnTo>
                  <a:pt x="42798" y="99606"/>
                </a:lnTo>
                <a:lnTo>
                  <a:pt x="45800" y="96603"/>
                </a:lnTo>
                <a:lnTo>
                  <a:pt x="45800" y="98972"/>
                </a:lnTo>
                <a:lnTo>
                  <a:pt x="43498" y="101273"/>
                </a:lnTo>
                <a:lnTo>
                  <a:pt x="40229" y="101273"/>
                </a:lnTo>
                <a:close/>
                <a:moveTo>
                  <a:pt x="36260" y="97271"/>
                </a:moveTo>
                <a:lnTo>
                  <a:pt x="41664" y="97271"/>
                </a:lnTo>
                <a:lnTo>
                  <a:pt x="41830" y="97271"/>
                </a:lnTo>
                <a:lnTo>
                  <a:pt x="45767" y="93334"/>
                </a:lnTo>
                <a:lnTo>
                  <a:pt x="45767" y="95503"/>
                </a:lnTo>
                <a:lnTo>
                  <a:pt x="42464" y="98805"/>
                </a:lnTo>
                <a:lnTo>
                  <a:pt x="37761" y="98805"/>
                </a:lnTo>
                <a:close/>
                <a:moveTo>
                  <a:pt x="18981" y="109413"/>
                </a:moveTo>
                <a:lnTo>
                  <a:pt x="18981" y="110814"/>
                </a:lnTo>
                <a:lnTo>
                  <a:pt x="16346" y="108178"/>
                </a:lnTo>
                <a:lnTo>
                  <a:pt x="20082" y="108178"/>
                </a:lnTo>
                <a:lnTo>
                  <a:pt x="19114" y="109146"/>
                </a:lnTo>
                <a:close/>
                <a:moveTo>
                  <a:pt x="11675" y="109146"/>
                </a:moveTo>
                <a:lnTo>
                  <a:pt x="10675" y="108178"/>
                </a:lnTo>
                <a:lnTo>
                  <a:pt x="14444" y="108178"/>
                </a:lnTo>
                <a:lnTo>
                  <a:pt x="11776" y="110814"/>
                </a:lnTo>
                <a:lnTo>
                  <a:pt x="11776" y="109413"/>
                </a:lnTo>
                <a:close/>
                <a:moveTo>
                  <a:pt x="15778" y="103075"/>
                </a:moveTo>
                <a:lnTo>
                  <a:pt x="16879" y="104175"/>
                </a:lnTo>
                <a:lnTo>
                  <a:pt x="17046" y="104175"/>
                </a:lnTo>
                <a:lnTo>
                  <a:pt x="18414" y="104175"/>
                </a:lnTo>
                <a:lnTo>
                  <a:pt x="15778" y="106811"/>
                </a:lnTo>
                <a:close/>
                <a:moveTo>
                  <a:pt x="14978" y="106811"/>
                </a:moveTo>
                <a:lnTo>
                  <a:pt x="12343" y="104175"/>
                </a:lnTo>
                <a:lnTo>
                  <a:pt x="13744" y="104175"/>
                </a:lnTo>
                <a:lnTo>
                  <a:pt x="14011" y="104042"/>
                </a:lnTo>
                <a:lnTo>
                  <a:pt x="14978" y="103075"/>
                </a:lnTo>
                <a:close/>
                <a:moveTo>
                  <a:pt x="14978" y="101941"/>
                </a:moveTo>
                <a:lnTo>
                  <a:pt x="13577" y="103375"/>
                </a:lnTo>
                <a:lnTo>
                  <a:pt x="11542" y="103375"/>
                </a:lnTo>
                <a:lnTo>
                  <a:pt x="10241" y="102074"/>
                </a:lnTo>
                <a:lnTo>
                  <a:pt x="13010" y="102074"/>
                </a:lnTo>
                <a:lnTo>
                  <a:pt x="14978" y="100106"/>
                </a:lnTo>
                <a:lnTo>
                  <a:pt x="14978" y="101941"/>
                </a:lnTo>
                <a:close/>
                <a:moveTo>
                  <a:pt x="11776" y="104743"/>
                </a:moveTo>
                <a:lnTo>
                  <a:pt x="14411" y="107378"/>
                </a:lnTo>
                <a:lnTo>
                  <a:pt x="10675" y="107378"/>
                </a:lnTo>
                <a:lnTo>
                  <a:pt x="11776" y="106277"/>
                </a:lnTo>
                <a:lnTo>
                  <a:pt x="11776" y="104743"/>
                </a:lnTo>
                <a:close/>
                <a:moveTo>
                  <a:pt x="14978" y="108712"/>
                </a:moveTo>
                <a:lnTo>
                  <a:pt x="14978" y="112448"/>
                </a:lnTo>
                <a:lnTo>
                  <a:pt x="14011" y="111481"/>
                </a:lnTo>
                <a:lnTo>
                  <a:pt x="13744" y="111381"/>
                </a:lnTo>
                <a:lnTo>
                  <a:pt x="12343" y="111381"/>
                </a:lnTo>
                <a:close/>
                <a:moveTo>
                  <a:pt x="15778" y="108712"/>
                </a:moveTo>
                <a:lnTo>
                  <a:pt x="18414" y="111381"/>
                </a:lnTo>
                <a:lnTo>
                  <a:pt x="16879" y="111381"/>
                </a:lnTo>
                <a:lnTo>
                  <a:pt x="15778" y="112448"/>
                </a:lnTo>
                <a:close/>
                <a:moveTo>
                  <a:pt x="16346" y="107378"/>
                </a:moveTo>
                <a:lnTo>
                  <a:pt x="18981" y="104743"/>
                </a:lnTo>
                <a:lnTo>
                  <a:pt x="18981" y="106277"/>
                </a:lnTo>
                <a:lnTo>
                  <a:pt x="20082" y="107378"/>
                </a:lnTo>
                <a:close/>
                <a:moveTo>
                  <a:pt x="19214" y="103375"/>
                </a:moveTo>
                <a:lnTo>
                  <a:pt x="17213" y="103375"/>
                </a:lnTo>
                <a:lnTo>
                  <a:pt x="15778" y="101941"/>
                </a:lnTo>
                <a:lnTo>
                  <a:pt x="15778" y="100106"/>
                </a:lnTo>
                <a:lnTo>
                  <a:pt x="17747" y="102074"/>
                </a:lnTo>
                <a:lnTo>
                  <a:pt x="17913" y="102074"/>
                </a:lnTo>
                <a:lnTo>
                  <a:pt x="20515" y="102074"/>
                </a:lnTo>
                <a:close/>
                <a:moveTo>
                  <a:pt x="21316" y="101273"/>
                </a:moveTo>
                <a:lnTo>
                  <a:pt x="18080" y="101273"/>
                </a:lnTo>
                <a:lnTo>
                  <a:pt x="15778" y="98972"/>
                </a:lnTo>
                <a:lnTo>
                  <a:pt x="15778" y="96603"/>
                </a:lnTo>
                <a:lnTo>
                  <a:pt x="18781" y="99606"/>
                </a:lnTo>
                <a:lnTo>
                  <a:pt x="18914" y="99606"/>
                </a:lnTo>
                <a:lnTo>
                  <a:pt x="22984" y="99606"/>
                </a:lnTo>
                <a:close/>
                <a:moveTo>
                  <a:pt x="23784" y="98805"/>
                </a:moveTo>
                <a:lnTo>
                  <a:pt x="19081" y="98805"/>
                </a:lnTo>
                <a:lnTo>
                  <a:pt x="15778" y="95503"/>
                </a:lnTo>
                <a:lnTo>
                  <a:pt x="15778" y="93334"/>
                </a:lnTo>
                <a:lnTo>
                  <a:pt x="19715" y="97271"/>
                </a:lnTo>
                <a:lnTo>
                  <a:pt x="19881" y="97271"/>
                </a:lnTo>
                <a:lnTo>
                  <a:pt x="25319" y="97271"/>
                </a:lnTo>
                <a:close/>
                <a:moveTo>
                  <a:pt x="11675" y="47568"/>
                </a:moveTo>
                <a:lnTo>
                  <a:pt x="10675" y="46568"/>
                </a:lnTo>
                <a:lnTo>
                  <a:pt x="14444" y="46568"/>
                </a:lnTo>
                <a:lnTo>
                  <a:pt x="11776" y="49236"/>
                </a:lnTo>
                <a:lnTo>
                  <a:pt x="11776" y="47835"/>
                </a:lnTo>
                <a:close/>
                <a:moveTo>
                  <a:pt x="11776" y="13744"/>
                </a:moveTo>
                <a:lnTo>
                  <a:pt x="11776" y="12343"/>
                </a:lnTo>
                <a:lnTo>
                  <a:pt x="14411" y="15012"/>
                </a:lnTo>
                <a:lnTo>
                  <a:pt x="10675" y="15012"/>
                </a:lnTo>
                <a:lnTo>
                  <a:pt x="11675" y="14011"/>
                </a:lnTo>
                <a:close/>
                <a:moveTo>
                  <a:pt x="19114" y="14011"/>
                </a:moveTo>
                <a:lnTo>
                  <a:pt x="20082" y="15012"/>
                </a:lnTo>
                <a:lnTo>
                  <a:pt x="16346" y="15012"/>
                </a:lnTo>
                <a:lnTo>
                  <a:pt x="18981" y="12343"/>
                </a:lnTo>
                <a:lnTo>
                  <a:pt x="18981" y="13744"/>
                </a:lnTo>
                <a:close/>
                <a:moveTo>
                  <a:pt x="18981" y="18447"/>
                </a:moveTo>
                <a:lnTo>
                  <a:pt x="16346" y="15779"/>
                </a:lnTo>
                <a:lnTo>
                  <a:pt x="20082" y="15779"/>
                </a:lnTo>
                <a:lnTo>
                  <a:pt x="18981" y="16880"/>
                </a:lnTo>
                <a:lnTo>
                  <a:pt x="18981" y="18447"/>
                </a:lnTo>
                <a:close/>
                <a:moveTo>
                  <a:pt x="18414" y="18981"/>
                </a:moveTo>
                <a:lnTo>
                  <a:pt x="17046" y="18981"/>
                </a:lnTo>
                <a:lnTo>
                  <a:pt x="16879" y="18981"/>
                </a:lnTo>
                <a:lnTo>
                  <a:pt x="15778" y="20082"/>
                </a:lnTo>
                <a:lnTo>
                  <a:pt x="15778" y="16346"/>
                </a:lnTo>
                <a:close/>
                <a:moveTo>
                  <a:pt x="15778" y="14445"/>
                </a:moveTo>
                <a:lnTo>
                  <a:pt x="15778" y="10709"/>
                </a:lnTo>
                <a:lnTo>
                  <a:pt x="16879" y="11776"/>
                </a:lnTo>
                <a:lnTo>
                  <a:pt x="18414" y="11776"/>
                </a:lnTo>
                <a:close/>
                <a:moveTo>
                  <a:pt x="14978" y="14445"/>
                </a:moveTo>
                <a:lnTo>
                  <a:pt x="12343" y="11776"/>
                </a:lnTo>
                <a:lnTo>
                  <a:pt x="13744" y="11776"/>
                </a:lnTo>
                <a:lnTo>
                  <a:pt x="14011" y="11676"/>
                </a:lnTo>
                <a:lnTo>
                  <a:pt x="14978" y="10709"/>
                </a:lnTo>
                <a:close/>
                <a:moveTo>
                  <a:pt x="14444" y="15779"/>
                </a:moveTo>
                <a:lnTo>
                  <a:pt x="11776" y="18414"/>
                </a:lnTo>
                <a:lnTo>
                  <a:pt x="11776" y="16880"/>
                </a:lnTo>
                <a:lnTo>
                  <a:pt x="10675" y="15779"/>
                </a:lnTo>
                <a:close/>
                <a:moveTo>
                  <a:pt x="14978" y="16346"/>
                </a:moveTo>
                <a:lnTo>
                  <a:pt x="14978" y="20082"/>
                </a:lnTo>
                <a:lnTo>
                  <a:pt x="14011" y="19115"/>
                </a:lnTo>
                <a:lnTo>
                  <a:pt x="13744" y="18981"/>
                </a:lnTo>
                <a:lnTo>
                  <a:pt x="12343" y="18981"/>
                </a:lnTo>
                <a:close/>
                <a:moveTo>
                  <a:pt x="15778" y="21216"/>
                </a:moveTo>
                <a:lnTo>
                  <a:pt x="17213" y="19782"/>
                </a:lnTo>
                <a:lnTo>
                  <a:pt x="19214" y="19782"/>
                </a:lnTo>
                <a:lnTo>
                  <a:pt x="20515" y="21083"/>
                </a:lnTo>
                <a:lnTo>
                  <a:pt x="17913" y="21083"/>
                </a:lnTo>
                <a:lnTo>
                  <a:pt x="17747" y="21083"/>
                </a:lnTo>
                <a:lnTo>
                  <a:pt x="15778" y="23051"/>
                </a:lnTo>
                <a:close/>
                <a:moveTo>
                  <a:pt x="18080" y="21883"/>
                </a:moveTo>
                <a:lnTo>
                  <a:pt x="21316" y="21883"/>
                </a:lnTo>
                <a:lnTo>
                  <a:pt x="23017" y="23551"/>
                </a:lnTo>
                <a:lnTo>
                  <a:pt x="18947" y="23551"/>
                </a:lnTo>
                <a:lnTo>
                  <a:pt x="18781" y="23551"/>
                </a:lnTo>
                <a:lnTo>
                  <a:pt x="15778" y="26553"/>
                </a:lnTo>
                <a:lnTo>
                  <a:pt x="15778" y="24185"/>
                </a:lnTo>
                <a:close/>
                <a:moveTo>
                  <a:pt x="19081" y="24352"/>
                </a:moveTo>
                <a:lnTo>
                  <a:pt x="23784" y="24352"/>
                </a:lnTo>
                <a:lnTo>
                  <a:pt x="25319" y="25886"/>
                </a:lnTo>
                <a:lnTo>
                  <a:pt x="19881" y="25886"/>
                </a:lnTo>
                <a:lnTo>
                  <a:pt x="19748" y="25886"/>
                </a:lnTo>
                <a:lnTo>
                  <a:pt x="15778" y="29822"/>
                </a:lnTo>
                <a:lnTo>
                  <a:pt x="15778" y="27654"/>
                </a:lnTo>
                <a:close/>
                <a:moveTo>
                  <a:pt x="42564" y="13744"/>
                </a:moveTo>
                <a:lnTo>
                  <a:pt x="42564" y="12343"/>
                </a:lnTo>
                <a:lnTo>
                  <a:pt x="45233" y="15012"/>
                </a:lnTo>
                <a:lnTo>
                  <a:pt x="41497" y="15012"/>
                </a:lnTo>
                <a:lnTo>
                  <a:pt x="42464" y="14011"/>
                </a:lnTo>
                <a:close/>
                <a:moveTo>
                  <a:pt x="49903" y="14011"/>
                </a:moveTo>
                <a:lnTo>
                  <a:pt x="50870" y="15012"/>
                </a:lnTo>
                <a:lnTo>
                  <a:pt x="47134" y="15012"/>
                </a:lnTo>
                <a:lnTo>
                  <a:pt x="49769" y="12343"/>
                </a:lnTo>
                <a:lnTo>
                  <a:pt x="49769" y="13744"/>
                </a:lnTo>
                <a:close/>
                <a:moveTo>
                  <a:pt x="53772" y="23551"/>
                </a:moveTo>
                <a:lnTo>
                  <a:pt x="49569" y="23551"/>
                </a:lnTo>
                <a:lnTo>
                  <a:pt x="46567" y="26553"/>
                </a:lnTo>
                <a:lnTo>
                  <a:pt x="46567" y="24185"/>
                </a:lnTo>
                <a:lnTo>
                  <a:pt x="48869" y="21883"/>
                </a:lnTo>
                <a:lnTo>
                  <a:pt x="52104" y="21883"/>
                </a:lnTo>
                <a:close/>
                <a:moveTo>
                  <a:pt x="56107" y="25886"/>
                </a:moveTo>
                <a:lnTo>
                  <a:pt x="50537" y="25886"/>
                </a:lnTo>
                <a:lnTo>
                  <a:pt x="46567" y="29822"/>
                </a:lnTo>
                <a:lnTo>
                  <a:pt x="46567" y="27654"/>
                </a:lnTo>
                <a:lnTo>
                  <a:pt x="49903" y="24352"/>
                </a:lnTo>
                <a:lnTo>
                  <a:pt x="54573" y="24352"/>
                </a:lnTo>
                <a:close/>
                <a:moveTo>
                  <a:pt x="68583" y="24352"/>
                </a:moveTo>
                <a:lnTo>
                  <a:pt x="73253" y="24352"/>
                </a:lnTo>
                <a:lnTo>
                  <a:pt x="76555" y="27654"/>
                </a:lnTo>
                <a:lnTo>
                  <a:pt x="76555" y="29822"/>
                </a:lnTo>
                <a:lnTo>
                  <a:pt x="72619" y="25886"/>
                </a:lnTo>
                <a:lnTo>
                  <a:pt x="67048" y="25886"/>
                </a:lnTo>
                <a:close/>
                <a:moveTo>
                  <a:pt x="71018" y="21883"/>
                </a:moveTo>
                <a:lnTo>
                  <a:pt x="74287" y="21883"/>
                </a:lnTo>
                <a:lnTo>
                  <a:pt x="76589" y="24185"/>
                </a:lnTo>
                <a:lnTo>
                  <a:pt x="76589" y="26553"/>
                </a:lnTo>
                <a:lnTo>
                  <a:pt x="73586" y="23551"/>
                </a:lnTo>
                <a:lnTo>
                  <a:pt x="69350" y="23551"/>
                </a:lnTo>
                <a:close/>
                <a:moveTo>
                  <a:pt x="73153" y="19782"/>
                </a:moveTo>
                <a:lnTo>
                  <a:pt x="75154" y="19782"/>
                </a:lnTo>
                <a:lnTo>
                  <a:pt x="76555" y="21216"/>
                </a:lnTo>
                <a:lnTo>
                  <a:pt x="76555" y="23051"/>
                </a:lnTo>
                <a:lnTo>
                  <a:pt x="74587" y="21083"/>
                </a:lnTo>
                <a:lnTo>
                  <a:pt x="71818" y="21083"/>
                </a:lnTo>
                <a:close/>
                <a:moveTo>
                  <a:pt x="73386" y="13744"/>
                </a:moveTo>
                <a:lnTo>
                  <a:pt x="73386" y="12343"/>
                </a:lnTo>
                <a:lnTo>
                  <a:pt x="76021" y="15012"/>
                </a:lnTo>
                <a:lnTo>
                  <a:pt x="72285" y="15012"/>
                </a:lnTo>
                <a:lnTo>
                  <a:pt x="73253" y="14011"/>
                </a:lnTo>
                <a:close/>
                <a:moveTo>
                  <a:pt x="80691" y="14011"/>
                </a:moveTo>
                <a:lnTo>
                  <a:pt x="81659" y="15012"/>
                </a:lnTo>
                <a:lnTo>
                  <a:pt x="77923" y="15012"/>
                </a:lnTo>
                <a:lnTo>
                  <a:pt x="80558" y="12343"/>
                </a:lnTo>
                <a:lnTo>
                  <a:pt x="80558" y="13744"/>
                </a:lnTo>
                <a:close/>
                <a:moveTo>
                  <a:pt x="84561" y="23551"/>
                </a:moveTo>
                <a:lnTo>
                  <a:pt x="80525" y="23551"/>
                </a:lnTo>
                <a:lnTo>
                  <a:pt x="80358" y="23551"/>
                </a:lnTo>
                <a:lnTo>
                  <a:pt x="77356" y="26553"/>
                </a:lnTo>
                <a:lnTo>
                  <a:pt x="77356" y="24185"/>
                </a:lnTo>
                <a:lnTo>
                  <a:pt x="79657" y="21883"/>
                </a:lnTo>
                <a:lnTo>
                  <a:pt x="82893" y="21883"/>
                </a:lnTo>
                <a:close/>
                <a:moveTo>
                  <a:pt x="86896" y="25886"/>
                </a:moveTo>
                <a:lnTo>
                  <a:pt x="81492" y="25886"/>
                </a:lnTo>
                <a:lnTo>
                  <a:pt x="81325" y="25886"/>
                </a:lnTo>
                <a:lnTo>
                  <a:pt x="77356" y="29822"/>
                </a:lnTo>
                <a:lnTo>
                  <a:pt x="77356" y="27654"/>
                </a:lnTo>
                <a:lnTo>
                  <a:pt x="80691" y="24352"/>
                </a:lnTo>
                <a:lnTo>
                  <a:pt x="85361" y="24352"/>
                </a:lnTo>
                <a:close/>
                <a:moveTo>
                  <a:pt x="104175" y="13744"/>
                </a:moveTo>
                <a:lnTo>
                  <a:pt x="104175" y="12343"/>
                </a:lnTo>
                <a:lnTo>
                  <a:pt x="106810" y="15012"/>
                </a:lnTo>
                <a:lnTo>
                  <a:pt x="103074" y="15012"/>
                </a:lnTo>
                <a:lnTo>
                  <a:pt x="104041" y="14011"/>
                </a:lnTo>
                <a:close/>
                <a:moveTo>
                  <a:pt x="111480" y="14011"/>
                </a:moveTo>
                <a:lnTo>
                  <a:pt x="112447" y="15012"/>
                </a:lnTo>
                <a:lnTo>
                  <a:pt x="108711" y="15012"/>
                </a:lnTo>
                <a:lnTo>
                  <a:pt x="111347" y="12343"/>
                </a:lnTo>
                <a:lnTo>
                  <a:pt x="111347" y="13744"/>
                </a:lnTo>
                <a:close/>
                <a:moveTo>
                  <a:pt x="115383" y="23551"/>
                </a:moveTo>
                <a:lnTo>
                  <a:pt x="111147" y="23551"/>
                </a:lnTo>
                <a:lnTo>
                  <a:pt x="108144" y="26553"/>
                </a:lnTo>
                <a:lnTo>
                  <a:pt x="108144" y="24185"/>
                </a:lnTo>
                <a:lnTo>
                  <a:pt x="110446" y="21883"/>
                </a:lnTo>
                <a:lnTo>
                  <a:pt x="113682" y="21883"/>
                </a:lnTo>
                <a:close/>
                <a:moveTo>
                  <a:pt x="117685" y="25886"/>
                </a:moveTo>
                <a:lnTo>
                  <a:pt x="112114" y="25886"/>
                </a:lnTo>
                <a:lnTo>
                  <a:pt x="108144" y="29822"/>
                </a:lnTo>
                <a:lnTo>
                  <a:pt x="108144" y="27654"/>
                </a:lnTo>
                <a:lnTo>
                  <a:pt x="111480" y="24352"/>
                </a:lnTo>
                <a:lnTo>
                  <a:pt x="116150" y="24352"/>
                </a:lnTo>
                <a:close/>
                <a:moveTo>
                  <a:pt x="130160" y="24352"/>
                </a:moveTo>
                <a:lnTo>
                  <a:pt x="134830" y="24352"/>
                </a:lnTo>
                <a:lnTo>
                  <a:pt x="138166" y="27654"/>
                </a:lnTo>
                <a:lnTo>
                  <a:pt x="138166" y="29822"/>
                </a:lnTo>
                <a:lnTo>
                  <a:pt x="134196" y="25886"/>
                </a:lnTo>
                <a:lnTo>
                  <a:pt x="128626" y="25886"/>
                </a:lnTo>
                <a:close/>
                <a:moveTo>
                  <a:pt x="132629" y="21883"/>
                </a:moveTo>
                <a:lnTo>
                  <a:pt x="135864" y="21883"/>
                </a:lnTo>
                <a:lnTo>
                  <a:pt x="138166" y="24185"/>
                </a:lnTo>
                <a:lnTo>
                  <a:pt x="138166" y="26553"/>
                </a:lnTo>
                <a:lnTo>
                  <a:pt x="135164" y="23551"/>
                </a:lnTo>
                <a:lnTo>
                  <a:pt x="130927" y="23551"/>
                </a:lnTo>
                <a:close/>
                <a:moveTo>
                  <a:pt x="134730" y="19782"/>
                </a:moveTo>
                <a:lnTo>
                  <a:pt x="136731" y="19782"/>
                </a:lnTo>
                <a:lnTo>
                  <a:pt x="138166" y="21216"/>
                </a:lnTo>
                <a:lnTo>
                  <a:pt x="138166" y="23051"/>
                </a:lnTo>
                <a:lnTo>
                  <a:pt x="136198" y="21083"/>
                </a:lnTo>
                <a:lnTo>
                  <a:pt x="133396" y="21083"/>
                </a:lnTo>
                <a:close/>
                <a:moveTo>
                  <a:pt x="134964" y="13744"/>
                </a:moveTo>
                <a:lnTo>
                  <a:pt x="134964" y="12343"/>
                </a:lnTo>
                <a:lnTo>
                  <a:pt x="137599" y="15012"/>
                </a:lnTo>
                <a:lnTo>
                  <a:pt x="133863" y="15012"/>
                </a:lnTo>
                <a:lnTo>
                  <a:pt x="134830" y="14011"/>
                </a:lnTo>
                <a:close/>
                <a:moveTo>
                  <a:pt x="142269" y="14011"/>
                </a:moveTo>
                <a:lnTo>
                  <a:pt x="143236" y="15012"/>
                </a:lnTo>
                <a:lnTo>
                  <a:pt x="139500" y="15012"/>
                </a:lnTo>
                <a:lnTo>
                  <a:pt x="142135" y="12343"/>
                </a:lnTo>
                <a:lnTo>
                  <a:pt x="142135" y="13744"/>
                </a:lnTo>
                <a:close/>
                <a:moveTo>
                  <a:pt x="146172" y="23551"/>
                </a:moveTo>
                <a:lnTo>
                  <a:pt x="142102" y="23551"/>
                </a:lnTo>
                <a:lnTo>
                  <a:pt x="141935" y="23551"/>
                </a:lnTo>
                <a:lnTo>
                  <a:pt x="138933" y="26553"/>
                </a:lnTo>
                <a:lnTo>
                  <a:pt x="138933" y="24185"/>
                </a:lnTo>
                <a:lnTo>
                  <a:pt x="141235" y="21883"/>
                </a:lnTo>
                <a:lnTo>
                  <a:pt x="144504" y="21883"/>
                </a:lnTo>
                <a:close/>
                <a:moveTo>
                  <a:pt x="148473" y="25886"/>
                </a:moveTo>
                <a:lnTo>
                  <a:pt x="143069" y="25886"/>
                </a:lnTo>
                <a:lnTo>
                  <a:pt x="142903" y="25886"/>
                </a:lnTo>
                <a:lnTo>
                  <a:pt x="138966" y="29822"/>
                </a:lnTo>
                <a:lnTo>
                  <a:pt x="138966" y="27654"/>
                </a:lnTo>
                <a:lnTo>
                  <a:pt x="142269" y="24352"/>
                </a:lnTo>
                <a:lnTo>
                  <a:pt x="146972" y="24352"/>
                </a:lnTo>
                <a:close/>
                <a:moveTo>
                  <a:pt x="165752" y="13744"/>
                </a:moveTo>
                <a:lnTo>
                  <a:pt x="165752" y="12343"/>
                </a:lnTo>
                <a:lnTo>
                  <a:pt x="168387" y="15012"/>
                </a:lnTo>
                <a:lnTo>
                  <a:pt x="164651" y="15012"/>
                </a:lnTo>
                <a:lnTo>
                  <a:pt x="165619" y="14011"/>
                </a:lnTo>
                <a:close/>
                <a:moveTo>
                  <a:pt x="173057" y="14011"/>
                </a:moveTo>
                <a:lnTo>
                  <a:pt x="174025" y="15012"/>
                </a:lnTo>
                <a:lnTo>
                  <a:pt x="170289" y="15012"/>
                </a:lnTo>
                <a:lnTo>
                  <a:pt x="172957" y="12343"/>
                </a:lnTo>
                <a:lnTo>
                  <a:pt x="172957" y="13744"/>
                </a:lnTo>
                <a:close/>
                <a:moveTo>
                  <a:pt x="176960" y="23551"/>
                </a:moveTo>
                <a:lnTo>
                  <a:pt x="172724" y="23551"/>
                </a:lnTo>
                <a:lnTo>
                  <a:pt x="169722" y="26553"/>
                </a:lnTo>
                <a:lnTo>
                  <a:pt x="169722" y="24185"/>
                </a:lnTo>
                <a:lnTo>
                  <a:pt x="172023" y="21883"/>
                </a:lnTo>
                <a:lnTo>
                  <a:pt x="175292" y="21883"/>
                </a:lnTo>
                <a:close/>
                <a:moveTo>
                  <a:pt x="179262" y="25886"/>
                </a:moveTo>
                <a:lnTo>
                  <a:pt x="173691" y="25886"/>
                </a:lnTo>
                <a:lnTo>
                  <a:pt x="169755" y="29822"/>
                </a:lnTo>
                <a:lnTo>
                  <a:pt x="169755" y="27654"/>
                </a:lnTo>
                <a:lnTo>
                  <a:pt x="173057" y="24352"/>
                </a:lnTo>
                <a:lnTo>
                  <a:pt x="177727" y="24352"/>
                </a:lnTo>
                <a:close/>
                <a:moveTo>
                  <a:pt x="191737" y="24352"/>
                </a:moveTo>
                <a:lnTo>
                  <a:pt x="196441" y="24352"/>
                </a:lnTo>
                <a:lnTo>
                  <a:pt x="199743" y="27654"/>
                </a:lnTo>
                <a:lnTo>
                  <a:pt x="199743" y="29822"/>
                </a:lnTo>
                <a:lnTo>
                  <a:pt x="195807" y="25886"/>
                </a:lnTo>
                <a:lnTo>
                  <a:pt x="190203" y="25886"/>
                </a:lnTo>
                <a:close/>
                <a:moveTo>
                  <a:pt x="194206" y="21883"/>
                </a:moveTo>
                <a:lnTo>
                  <a:pt x="197441" y="21883"/>
                </a:lnTo>
                <a:lnTo>
                  <a:pt x="199743" y="24185"/>
                </a:lnTo>
                <a:lnTo>
                  <a:pt x="199743" y="26553"/>
                </a:lnTo>
                <a:lnTo>
                  <a:pt x="196741" y="23551"/>
                </a:lnTo>
                <a:lnTo>
                  <a:pt x="192538" y="23551"/>
                </a:lnTo>
                <a:close/>
                <a:moveTo>
                  <a:pt x="196307" y="19782"/>
                </a:moveTo>
                <a:lnTo>
                  <a:pt x="198309" y="19782"/>
                </a:lnTo>
                <a:lnTo>
                  <a:pt x="199743" y="21216"/>
                </a:lnTo>
                <a:lnTo>
                  <a:pt x="199743" y="23051"/>
                </a:lnTo>
                <a:lnTo>
                  <a:pt x="197775" y="21083"/>
                </a:lnTo>
                <a:lnTo>
                  <a:pt x="195006" y="21083"/>
                </a:lnTo>
                <a:close/>
                <a:moveTo>
                  <a:pt x="196541" y="13744"/>
                </a:moveTo>
                <a:lnTo>
                  <a:pt x="196541" y="12343"/>
                </a:lnTo>
                <a:lnTo>
                  <a:pt x="199176" y="15012"/>
                </a:lnTo>
                <a:lnTo>
                  <a:pt x="195440" y="15012"/>
                </a:lnTo>
                <a:lnTo>
                  <a:pt x="196407" y="14011"/>
                </a:lnTo>
                <a:close/>
                <a:moveTo>
                  <a:pt x="203846" y="14011"/>
                </a:moveTo>
                <a:lnTo>
                  <a:pt x="204847" y="15012"/>
                </a:lnTo>
                <a:lnTo>
                  <a:pt x="201077" y="15012"/>
                </a:lnTo>
                <a:lnTo>
                  <a:pt x="203746" y="12343"/>
                </a:lnTo>
                <a:lnTo>
                  <a:pt x="203746" y="13744"/>
                </a:lnTo>
                <a:close/>
                <a:moveTo>
                  <a:pt x="207749" y="23551"/>
                </a:moveTo>
                <a:lnTo>
                  <a:pt x="203679" y="23551"/>
                </a:lnTo>
                <a:lnTo>
                  <a:pt x="203512" y="23551"/>
                </a:lnTo>
                <a:lnTo>
                  <a:pt x="200544" y="26553"/>
                </a:lnTo>
                <a:lnTo>
                  <a:pt x="200544" y="24185"/>
                </a:lnTo>
                <a:lnTo>
                  <a:pt x="202812" y="21883"/>
                </a:lnTo>
                <a:lnTo>
                  <a:pt x="206081" y="21883"/>
                </a:lnTo>
                <a:close/>
                <a:moveTo>
                  <a:pt x="210084" y="25886"/>
                </a:moveTo>
                <a:lnTo>
                  <a:pt x="204647" y="25886"/>
                </a:lnTo>
                <a:lnTo>
                  <a:pt x="204480" y="25886"/>
                </a:lnTo>
                <a:lnTo>
                  <a:pt x="200544" y="29822"/>
                </a:lnTo>
                <a:lnTo>
                  <a:pt x="200544" y="27654"/>
                </a:lnTo>
                <a:lnTo>
                  <a:pt x="203846" y="24352"/>
                </a:lnTo>
                <a:lnTo>
                  <a:pt x="208549" y="24352"/>
                </a:lnTo>
                <a:close/>
                <a:moveTo>
                  <a:pt x="224427" y="40263"/>
                </a:moveTo>
                <a:lnTo>
                  <a:pt x="224427" y="43499"/>
                </a:lnTo>
                <a:lnTo>
                  <a:pt x="222126" y="45800"/>
                </a:lnTo>
                <a:lnTo>
                  <a:pt x="219757" y="45800"/>
                </a:lnTo>
                <a:lnTo>
                  <a:pt x="222760" y="42798"/>
                </a:lnTo>
                <a:lnTo>
                  <a:pt x="222760" y="38562"/>
                </a:lnTo>
                <a:close/>
                <a:moveTo>
                  <a:pt x="226529" y="42365"/>
                </a:moveTo>
                <a:lnTo>
                  <a:pt x="226529" y="44366"/>
                </a:lnTo>
                <a:lnTo>
                  <a:pt x="225128" y="45800"/>
                </a:lnTo>
                <a:lnTo>
                  <a:pt x="223260" y="45800"/>
                </a:lnTo>
                <a:lnTo>
                  <a:pt x="225228" y="43832"/>
                </a:lnTo>
                <a:lnTo>
                  <a:pt x="225228" y="41030"/>
                </a:lnTo>
                <a:close/>
                <a:moveTo>
                  <a:pt x="222760" y="53806"/>
                </a:moveTo>
                <a:lnTo>
                  <a:pt x="222760" y="49570"/>
                </a:lnTo>
                <a:lnTo>
                  <a:pt x="219757" y="46568"/>
                </a:lnTo>
                <a:lnTo>
                  <a:pt x="222126" y="46568"/>
                </a:lnTo>
                <a:lnTo>
                  <a:pt x="224427" y="48869"/>
                </a:lnTo>
                <a:lnTo>
                  <a:pt x="224427" y="52105"/>
                </a:lnTo>
                <a:close/>
                <a:moveTo>
                  <a:pt x="220425" y="56108"/>
                </a:moveTo>
                <a:lnTo>
                  <a:pt x="220425" y="50537"/>
                </a:lnTo>
                <a:lnTo>
                  <a:pt x="216488" y="46568"/>
                </a:lnTo>
                <a:lnTo>
                  <a:pt x="218657" y="46568"/>
                </a:lnTo>
                <a:lnTo>
                  <a:pt x="221959" y="49903"/>
                </a:lnTo>
                <a:lnTo>
                  <a:pt x="221959" y="54573"/>
                </a:lnTo>
                <a:close/>
                <a:moveTo>
                  <a:pt x="224427" y="71052"/>
                </a:moveTo>
                <a:lnTo>
                  <a:pt x="224427" y="74287"/>
                </a:lnTo>
                <a:lnTo>
                  <a:pt x="222126" y="76589"/>
                </a:lnTo>
                <a:lnTo>
                  <a:pt x="219757" y="76589"/>
                </a:lnTo>
                <a:lnTo>
                  <a:pt x="222760" y="73587"/>
                </a:lnTo>
                <a:lnTo>
                  <a:pt x="222760" y="69351"/>
                </a:lnTo>
                <a:close/>
                <a:moveTo>
                  <a:pt x="226529" y="73153"/>
                </a:moveTo>
                <a:lnTo>
                  <a:pt x="226529" y="75155"/>
                </a:lnTo>
                <a:lnTo>
                  <a:pt x="225128" y="76589"/>
                </a:lnTo>
                <a:lnTo>
                  <a:pt x="223260" y="76589"/>
                </a:lnTo>
                <a:lnTo>
                  <a:pt x="225228" y="74621"/>
                </a:lnTo>
                <a:lnTo>
                  <a:pt x="225228" y="71819"/>
                </a:lnTo>
                <a:close/>
                <a:moveTo>
                  <a:pt x="222760" y="84595"/>
                </a:moveTo>
                <a:lnTo>
                  <a:pt x="222760" y="80358"/>
                </a:lnTo>
                <a:lnTo>
                  <a:pt x="219757" y="77356"/>
                </a:lnTo>
                <a:lnTo>
                  <a:pt x="222126" y="77356"/>
                </a:lnTo>
                <a:lnTo>
                  <a:pt x="224427" y="79658"/>
                </a:lnTo>
                <a:lnTo>
                  <a:pt x="224427" y="82894"/>
                </a:lnTo>
                <a:close/>
                <a:moveTo>
                  <a:pt x="220425" y="86896"/>
                </a:moveTo>
                <a:lnTo>
                  <a:pt x="220425" y="81326"/>
                </a:lnTo>
                <a:lnTo>
                  <a:pt x="216488" y="77356"/>
                </a:lnTo>
                <a:lnTo>
                  <a:pt x="218657" y="77356"/>
                </a:lnTo>
                <a:lnTo>
                  <a:pt x="221959" y="80692"/>
                </a:lnTo>
                <a:lnTo>
                  <a:pt x="221959" y="85362"/>
                </a:lnTo>
                <a:close/>
                <a:moveTo>
                  <a:pt x="200544" y="103075"/>
                </a:moveTo>
                <a:lnTo>
                  <a:pt x="201644" y="104175"/>
                </a:lnTo>
                <a:lnTo>
                  <a:pt x="201778" y="104175"/>
                </a:lnTo>
                <a:lnTo>
                  <a:pt x="203179" y="104175"/>
                </a:lnTo>
                <a:lnTo>
                  <a:pt x="200544" y="106811"/>
                </a:lnTo>
                <a:close/>
                <a:moveTo>
                  <a:pt x="199743" y="106811"/>
                </a:moveTo>
                <a:lnTo>
                  <a:pt x="197108" y="104175"/>
                </a:lnTo>
                <a:lnTo>
                  <a:pt x="198476" y="104175"/>
                </a:lnTo>
                <a:lnTo>
                  <a:pt x="198776" y="104042"/>
                </a:lnTo>
                <a:lnTo>
                  <a:pt x="199743" y="103075"/>
                </a:lnTo>
                <a:lnTo>
                  <a:pt x="199743" y="106811"/>
                </a:lnTo>
                <a:close/>
                <a:moveTo>
                  <a:pt x="168954" y="106811"/>
                </a:moveTo>
                <a:lnTo>
                  <a:pt x="166319" y="104175"/>
                </a:lnTo>
                <a:lnTo>
                  <a:pt x="167687" y="104175"/>
                </a:lnTo>
                <a:lnTo>
                  <a:pt x="167854" y="104175"/>
                </a:lnTo>
                <a:lnTo>
                  <a:pt x="168954" y="103075"/>
                </a:lnTo>
                <a:close/>
                <a:moveTo>
                  <a:pt x="138933" y="103075"/>
                </a:moveTo>
                <a:lnTo>
                  <a:pt x="140034" y="104175"/>
                </a:lnTo>
                <a:lnTo>
                  <a:pt x="140201" y="104175"/>
                </a:lnTo>
                <a:lnTo>
                  <a:pt x="141602" y="104175"/>
                </a:lnTo>
                <a:lnTo>
                  <a:pt x="138933" y="106811"/>
                </a:lnTo>
                <a:close/>
                <a:moveTo>
                  <a:pt x="138166" y="106811"/>
                </a:moveTo>
                <a:lnTo>
                  <a:pt x="135531" y="104175"/>
                </a:lnTo>
                <a:lnTo>
                  <a:pt x="136898" y="104175"/>
                </a:lnTo>
                <a:lnTo>
                  <a:pt x="137165" y="104042"/>
                </a:lnTo>
                <a:lnTo>
                  <a:pt x="138166" y="103075"/>
                </a:lnTo>
                <a:lnTo>
                  <a:pt x="138166" y="106811"/>
                </a:lnTo>
                <a:close/>
                <a:moveTo>
                  <a:pt x="107377" y="106811"/>
                </a:moveTo>
                <a:lnTo>
                  <a:pt x="104709" y="104175"/>
                </a:lnTo>
                <a:lnTo>
                  <a:pt x="106110" y="104175"/>
                </a:lnTo>
                <a:lnTo>
                  <a:pt x="106276" y="104175"/>
                </a:lnTo>
                <a:lnTo>
                  <a:pt x="107377" y="103075"/>
                </a:lnTo>
                <a:lnTo>
                  <a:pt x="107377" y="106811"/>
                </a:lnTo>
                <a:close/>
                <a:moveTo>
                  <a:pt x="77356" y="103075"/>
                </a:moveTo>
                <a:lnTo>
                  <a:pt x="78457" y="104175"/>
                </a:lnTo>
                <a:lnTo>
                  <a:pt x="78623" y="104175"/>
                </a:lnTo>
                <a:lnTo>
                  <a:pt x="79991" y="104175"/>
                </a:lnTo>
                <a:lnTo>
                  <a:pt x="77356" y="106811"/>
                </a:lnTo>
                <a:lnTo>
                  <a:pt x="77356" y="103075"/>
                </a:lnTo>
                <a:close/>
                <a:moveTo>
                  <a:pt x="76589" y="106811"/>
                </a:moveTo>
                <a:lnTo>
                  <a:pt x="73920" y="104175"/>
                </a:lnTo>
                <a:lnTo>
                  <a:pt x="75321" y="104175"/>
                </a:lnTo>
                <a:lnTo>
                  <a:pt x="75588" y="104042"/>
                </a:lnTo>
                <a:lnTo>
                  <a:pt x="76555" y="103075"/>
                </a:lnTo>
                <a:lnTo>
                  <a:pt x="76555" y="106811"/>
                </a:lnTo>
                <a:close/>
                <a:moveTo>
                  <a:pt x="45767" y="106811"/>
                </a:moveTo>
                <a:lnTo>
                  <a:pt x="43131" y="104175"/>
                </a:lnTo>
                <a:lnTo>
                  <a:pt x="44532" y="104175"/>
                </a:lnTo>
                <a:lnTo>
                  <a:pt x="44699" y="104175"/>
                </a:lnTo>
                <a:lnTo>
                  <a:pt x="45767" y="103075"/>
                </a:lnTo>
                <a:close/>
                <a:moveTo>
                  <a:pt x="21883" y="82927"/>
                </a:moveTo>
                <a:lnTo>
                  <a:pt x="21883" y="79658"/>
                </a:lnTo>
                <a:lnTo>
                  <a:pt x="24184" y="77356"/>
                </a:lnTo>
                <a:lnTo>
                  <a:pt x="26553" y="77356"/>
                </a:lnTo>
                <a:lnTo>
                  <a:pt x="23551" y="80358"/>
                </a:lnTo>
                <a:lnTo>
                  <a:pt x="23551" y="84595"/>
                </a:lnTo>
                <a:close/>
                <a:moveTo>
                  <a:pt x="19781" y="80792"/>
                </a:moveTo>
                <a:lnTo>
                  <a:pt x="19781" y="78791"/>
                </a:lnTo>
                <a:lnTo>
                  <a:pt x="21182" y="77356"/>
                </a:lnTo>
                <a:lnTo>
                  <a:pt x="23050" y="77356"/>
                </a:lnTo>
                <a:lnTo>
                  <a:pt x="21082" y="79324"/>
                </a:lnTo>
                <a:lnTo>
                  <a:pt x="21082" y="82126"/>
                </a:lnTo>
                <a:close/>
                <a:moveTo>
                  <a:pt x="23551" y="69351"/>
                </a:moveTo>
                <a:lnTo>
                  <a:pt x="23551" y="73587"/>
                </a:lnTo>
                <a:lnTo>
                  <a:pt x="26553" y="76589"/>
                </a:lnTo>
                <a:lnTo>
                  <a:pt x="24184" y="76589"/>
                </a:lnTo>
                <a:lnTo>
                  <a:pt x="21883" y="74287"/>
                </a:lnTo>
                <a:lnTo>
                  <a:pt x="21883" y="71052"/>
                </a:lnTo>
                <a:close/>
                <a:moveTo>
                  <a:pt x="25886" y="67049"/>
                </a:moveTo>
                <a:lnTo>
                  <a:pt x="25886" y="72620"/>
                </a:lnTo>
                <a:lnTo>
                  <a:pt x="29822" y="76589"/>
                </a:lnTo>
                <a:lnTo>
                  <a:pt x="27654" y="76589"/>
                </a:lnTo>
                <a:lnTo>
                  <a:pt x="24351" y="73253"/>
                </a:lnTo>
                <a:lnTo>
                  <a:pt x="24351" y="68583"/>
                </a:lnTo>
                <a:close/>
                <a:moveTo>
                  <a:pt x="21883" y="52105"/>
                </a:moveTo>
                <a:lnTo>
                  <a:pt x="21883" y="48869"/>
                </a:lnTo>
                <a:lnTo>
                  <a:pt x="24184" y="46568"/>
                </a:lnTo>
                <a:lnTo>
                  <a:pt x="26553" y="46568"/>
                </a:lnTo>
                <a:lnTo>
                  <a:pt x="23551" y="49570"/>
                </a:lnTo>
                <a:lnTo>
                  <a:pt x="23551" y="53806"/>
                </a:lnTo>
                <a:close/>
                <a:moveTo>
                  <a:pt x="19781" y="50003"/>
                </a:moveTo>
                <a:lnTo>
                  <a:pt x="19781" y="48002"/>
                </a:lnTo>
                <a:lnTo>
                  <a:pt x="21182" y="46568"/>
                </a:lnTo>
                <a:lnTo>
                  <a:pt x="23050" y="46568"/>
                </a:lnTo>
                <a:lnTo>
                  <a:pt x="21082" y="48536"/>
                </a:lnTo>
                <a:lnTo>
                  <a:pt x="21082" y="51338"/>
                </a:lnTo>
                <a:close/>
                <a:moveTo>
                  <a:pt x="23551" y="38562"/>
                </a:moveTo>
                <a:lnTo>
                  <a:pt x="23551" y="42798"/>
                </a:lnTo>
                <a:lnTo>
                  <a:pt x="26553" y="45800"/>
                </a:lnTo>
                <a:lnTo>
                  <a:pt x="24184" y="45800"/>
                </a:lnTo>
                <a:lnTo>
                  <a:pt x="21883" y="43499"/>
                </a:lnTo>
                <a:lnTo>
                  <a:pt x="21883" y="40230"/>
                </a:lnTo>
                <a:close/>
                <a:moveTo>
                  <a:pt x="25886" y="36260"/>
                </a:moveTo>
                <a:lnTo>
                  <a:pt x="25886" y="41831"/>
                </a:lnTo>
                <a:lnTo>
                  <a:pt x="29822" y="45800"/>
                </a:lnTo>
                <a:lnTo>
                  <a:pt x="27654" y="45800"/>
                </a:lnTo>
                <a:lnTo>
                  <a:pt x="24351" y="42465"/>
                </a:lnTo>
                <a:lnTo>
                  <a:pt x="24351" y="37795"/>
                </a:lnTo>
                <a:close/>
                <a:moveTo>
                  <a:pt x="45767" y="20082"/>
                </a:moveTo>
                <a:lnTo>
                  <a:pt x="44699" y="18981"/>
                </a:lnTo>
                <a:lnTo>
                  <a:pt x="44532" y="18981"/>
                </a:lnTo>
                <a:lnTo>
                  <a:pt x="43131" y="18981"/>
                </a:lnTo>
                <a:lnTo>
                  <a:pt x="45767" y="16346"/>
                </a:lnTo>
                <a:close/>
                <a:moveTo>
                  <a:pt x="46567" y="16346"/>
                </a:moveTo>
                <a:lnTo>
                  <a:pt x="49202" y="18981"/>
                </a:lnTo>
                <a:lnTo>
                  <a:pt x="47835" y="18981"/>
                </a:lnTo>
                <a:lnTo>
                  <a:pt x="47568" y="19115"/>
                </a:lnTo>
                <a:lnTo>
                  <a:pt x="46567" y="20082"/>
                </a:lnTo>
                <a:lnTo>
                  <a:pt x="46567" y="16346"/>
                </a:lnTo>
                <a:close/>
                <a:moveTo>
                  <a:pt x="77356" y="16346"/>
                </a:moveTo>
                <a:lnTo>
                  <a:pt x="80024" y="18981"/>
                </a:lnTo>
                <a:lnTo>
                  <a:pt x="78623" y="18981"/>
                </a:lnTo>
                <a:lnTo>
                  <a:pt x="78457" y="18981"/>
                </a:lnTo>
                <a:lnTo>
                  <a:pt x="77356" y="20082"/>
                </a:lnTo>
                <a:lnTo>
                  <a:pt x="77356" y="16346"/>
                </a:lnTo>
                <a:close/>
                <a:moveTo>
                  <a:pt x="107377" y="20082"/>
                </a:moveTo>
                <a:lnTo>
                  <a:pt x="106276" y="18981"/>
                </a:lnTo>
                <a:lnTo>
                  <a:pt x="106110" y="18981"/>
                </a:lnTo>
                <a:lnTo>
                  <a:pt x="104709" y="18981"/>
                </a:lnTo>
                <a:lnTo>
                  <a:pt x="107377" y="16346"/>
                </a:lnTo>
                <a:lnTo>
                  <a:pt x="107377" y="20082"/>
                </a:lnTo>
                <a:close/>
                <a:moveTo>
                  <a:pt x="108144" y="16346"/>
                </a:moveTo>
                <a:lnTo>
                  <a:pt x="110813" y="18981"/>
                </a:lnTo>
                <a:lnTo>
                  <a:pt x="109412" y="18981"/>
                </a:lnTo>
                <a:lnTo>
                  <a:pt x="109145" y="19115"/>
                </a:lnTo>
                <a:lnTo>
                  <a:pt x="108144" y="20082"/>
                </a:lnTo>
                <a:lnTo>
                  <a:pt x="108144" y="16346"/>
                </a:lnTo>
                <a:close/>
                <a:moveTo>
                  <a:pt x="138933" y="16346"/>
                </a:moveTo>
                <a:lnTo>
                  <a:pt x="141602" y="18981"/>
                </a:lnTo>
                <a:lnTo>
                  <a:pt x="140201" y="18981"/>
                </a:lnTo>
                <a:lnTo>
                  <a:pt x="140034" y="18981"/>
                </a:lnTo>
                <a:lnTo>
                  <a:pt x="138933" y="20082"/>
                </a:lnTo>
                <a:close/>
                <a:moveTo>
                  <a:pt x="168954" y="20082"/>
                </a:moveTo>
                <a:lnTo>
                  <a:pt x="167854" y="18981"/>
                </a:lnTo>
                <a:lnTo>
                  <a:pt x="167687" y="18981"/>
                </a:lnTo>
                <a:lnTo>
                  <a:pt x="166319" y="18981"/>
                </a:lnTo>
                <a:lnTo>
                  <a:pt x="168954" y="16346"/>
                </a:lnTo>
                <a:close/>
                <a:moveTo>
                  <a:pt x="169755" y="16346"/>
                </a:moveTo>
                <a:lnTo>
                  <a:pt x="172390" y="18981"/>
                </a:lnTo>
                <a:lnTo>
                  <a:pt x="170989" y="18981"/>
                </a:lnTo>
                <a:lnTo>
                  <a:pt x="170722" y="19115"/>
                </a:lnTo>
                <a:lnTo>
                  <a:pt x="169755" y="20082"/>
                </a:lnTo>
                <a:lnTo>
                  <a:pt x="169755" y="16346"/>
                </a:lnTo>
                <a:close/>
                <a:moveTo>
                  <a:pt x="200544" y="16346"/>
                </a:moveTo>
                <a:lnTo>
                  <a:pt x="203179" y="18981"/>
                </a:lnTo>
                <a:lnTo>
                  <a:pt x="201778" y="18981"/>
                </a:lnTo>
                <a:lnTo>
                  <a:pt x="201644" y="18981"/>
                </a:lnTo>
                <a:lnTo>
                  <a:pt x="200544" y="20082"/>
                </a:lnTo>
                <a:close/>
                <a:moveTo>
                  <a:pt x="219757" y="96170"/>
                </a:moveTo>
                <a:lnTo>
                  <a:pt x="218457" y="94902"/>
                </a:lnTo>
                <a:lnTo>
                  <a:pt x="218457" y="93568"/>
                </a:lnTo>
                <a:lnTo>
                  <a:pt x="219290" y="92767"/>
                </a:lnTo>
                <a:lnTo>
                  <a:pt x="221092" y="92767"/>
                </a:lnTo>
                <a:lnTo>
                  <a:pt x="219757" y="94102"/>
                </a:lnTo>
                <a:lnTo>
                  <a:pt x="219757" y="96170"/>
                </a:lnTo>
                <a:close/>
                <a:moveTo>
                  <a:pt x="215521" y="95403"/>
                </a:moveTo>
                <a:lnTo>
                  <a:pt x="214654" y="94502"/>
                </a:lnTo>
                <a:lnTo>
                  <a:pt x="213386" y="94502"/>
                </a:lnTo>
                <a:lnTo>
                  <a:pt x="213386" y="93434"/>
                </a:lnTo>
                <a:lnTo>
                  <a:pt x="213286" y="93134"/>
                </a:lnTo>
                <a:lnTo>
                  <a:pt x="212486" y="92367"/>
                </a:lnTo>
                <a:lnTo>
                  <a:pt x="213286" y="91600"/>
                </a:lnTo>
                <a:lnTo>
                  <a:pt x="213386" y="91333"/>
                </a:lnTo>
                <a:lnTo>
                  <a:pt x="213386" y="90232"/>
                </a:lnTo>
                <a:lnTo>
                  <a:pt x="214654" y="90232"/>
                </a:lnTo>
                <a:lnTo>
                  <a:pt x="215521" y="89332"/>
                </a:lnTo>
                <a:lnTo>
                  <a:pt x="216422" y="90232"/>
                </a:lnTo>
                <a:lnTo>
                  <a:pt x="217689" y="90232"/>
                </a:lnTo>
                <a:lnTo>
                  <a:pt x="217689" y="91333"/>
                </a:lnTo>
                <a:lnTo>
                  <a:pt x="217789" y="91600"/>
                </a:lnTo>
                <a:lnTo>
                  <a:pt x="218557" y="92367"/>
                </a:lnTo>
                <a:lnTo>
                  <a:pt x="217789" y="93134"/>
                </a:lnTo>
                <a:lnTo>
                  <a:pt x="217689" y="93434"/>
                </a:lnTo>
                <a:lnTo>
                  <a:pt x="217689" y="94502"/>
                </a:lnTo>
                <a:lnTo>
                  <a:pt x="216422" y="94502"/>
                </a:lnTo>
                <a:close/>
                <a:moveTo>
                  <a:pt x="211318" y="96170"/>
                </a:moveTo>
                <a:lnTo>
                  <a:pt x="211318" y="94135"/>
                </a:lnTo>
                <a:lnTo>
                  <a:pt x="209950" y="92767"/>
                </a:lnTo>
                <a:lnTo>
                  <a:pt x="211785" y="92767"/>
                </a:lnTo>
                <a:lnTo>
                  <a:pt x="212586" y="93601"/>
                </a:lnTo>
                <a:lnTo>
                  <a:pt x="212586" y="94902"/>
                </a:lnTo>
                <a:close/>
                <a:moveTo>
                  <a:pt x="188969" y="96170"/>
                </a:moveTo>
                <a:lnTo>
                  <a:pt x="187668" y="94902"/>
                </a:lnTo>
                <a:lnTo>
                  <a:pt x="187668" y="93568"/>
                </a:lnTo>
                <a:lnTo>
                  <a:pt x="188502" y="92767"/>
                </a:lnTo>
                <a:lnTo>
                  <a:pt x="190303" y="92767"/>
                </a:lnTo>
                <a:lnTo>
                  <a:pt x="188969" y="94102"/>
                </a:lnTo>
                <a:lnTo>
                  <a:pt x="188969" y="96170"/>
                </a:lnTo>
                <a:close/>
                <a:moveTo>
                  <a:pt x="184732" y="95403"/>
                </a:moveTo>
                <a:lnTo>
                  <a:pt x="183865" y="94502"/>
                </a:lnTo>
                <a:lnTo>
                  <a:pt x="182598" y="94502"/>
                </a:lnTo>
                <a:lnTo>
                  <a:pt x="182598" y="93434"/>
                </a:lnTo>
                <a:lnTo>
                  <a:pt x="182464" y="93134"/>
                </a:lnTo>
                <a:lnTo>
                  <a:pt x="181697" y="92367"/>
                </a:lnTo>
                <a:lnTo>
                  <a:pt x="182464" y="91600"/>
                </a:lnTo>
                <a:lnTo>
                  <a:pt x="182598" y="91333"/>
                </a:lnTo>
                <a:lnTo>
                  <a:pt x="182598" y="90232"/>
                </a:lnTo>
                <a:lnTo>
                  <a:pt x="183865" y="90232"/>
                </a:lnTo>
                <a:lnTo>
                  <a:pt x="184732" y="89332"/>
                </a:lnTo>
                <a:lnTo>
                  <a:pt x="185633" y="90232"/>
                </a:lnTo>
                <a:lnTo>
                  <a:pt x="186901" y="90232"/>
                </a:lnTo>
                <a:lnTo>
                  <a:pt x="186901" y="91333"/>
                </a:lnTo>
                <a:lnTo>
                  <a:pt x="187001" y="91600"/>
                </a:lnTo>
                <a:lnTo>
                  <a:pt x="187768" y="92367"/>
                </a:lnTo>
                <a:lnTo>
                  <a:pt x="187001" y="93134"/>
                </a:lnTo>
                <a:lnTo>
                  <a:pt x="186901" y="93434"/>
                </a:lnTo>
                <a:lnTo>
                  <a:pt x="186901" y="94502"/>
                </a:lnTo>
                <a:lnTo>
                  <a:pt x="185633" y="94502"/>
                </a:lnTo>
                <a:close/>
                <a:moveTo>
                  <a:pt x="180529" y="96170"/>
                </a:moveTo>
                <a:lnTo>
                  <a:pt x="180529" y="94135"/>
                </a:lnTo>
                <a:lnTo>
                  <a:pt x="179162" y="92767"/>
                </a:lnTo>
                <a:lnTo>
                  <a:pt x="180996" y="92767"/>
                </a:lnTo>
                <a:lnTo>
                  <a:pt x="181797" y="93601"/>
                </a:lnTo>
                <a:lnTo>
                  <a:pt x="181797" y="94902"/>
                </a:lnTo>
                <a:close/>
                <a:moveTo>
                  <a:pt x="158180" y="96170"/>
                </a:moveTo>
                <a:lnTo>
                  <a:pt x="156879" y="94902"/>
                </a:lnTo>
                <a:lnTo>
                  <a:pt x="156879" y="93568"/>
                </a:lnTo>
                <a:lnTo>
                  <a:pt x="157713" y="92767"/>
                </a:lnTo>
                <a:lnTo>
                  <a:pt x="159514" y="92767"/>
                </a:lnTo>
                <a:lnTo>
                  <a:pt x="158180" y="94102"/>
                </a:lnTo>
                <a:lnTo>
                  <a:pt x="158180" y="96170"/>
                </a:lnTo>
                <a:close/>
                <a:moveTo>
                  <a:pt x="153944" y="95403"/>
                </a:moveTo>
                <a:lnTo>
                  <a:pt x="153076" y="94502"/>
                </a:lnTo>
                <a:lnTo>
                  <a:pt x="151809" y="94502"/>
                </a:lnTo>
                <a:lnTo>
                  <a:pt x="151809" y="93434"/>
                </a:lnTo>
                <a:lnTo>
                  <a:pt x="151675" y="93134"/>
                </a:lnTo>
                <a:lnTo>
                  <a:pt x="150908" y="92367"/>
                </a:lnTo>
                <a:lnTo>
                  <a:pt x="151675" y="91600"/>
                </a:lnTo>
                <a:lnTo>
                  <a:pt x="151809" y="91333"/>
                </a:lnTo>
                <a:lnTo>
                  <a:pt x="151809" y="90232"/>
                </a:lnTo>
                <a:lnTo>
                  <a:pt x="153076" y="90232"/>
                </a:lnTo>
                <a:lnTo>
                  <a:pt x="153944" y="89332"/>
                </a:lnTo>
                <a:lnTo>
                  <a:pt x="154844" y="90232"/>
                </a:lnTo>
                <a:lnTo>
                  <a:pt x="156112" y="90232"/>
                </a:lnTo>
                <a:lnTo>
                  <a:pt x="156112" y="91333"/>
                </a:lnTo>
                <a:lnTo>
                  <a:pt x="156212" y="91600"/>
                </a:lnTo>
                <a:lnTo>
                  <a:pt x="156979" y="92367"/>
                </a:lnTo>
                <a:lnTo>
                  <a:pt x="156212" y="93134"/>
                </a:lnTo>
                <a:lnTo>
                  <a:pt x="156112" y="93434"/>
                </a:lnTo>
                <a:lnTo>
                  <a:pt x="156112" y="94502"/>
                </a:lnTo>
                <a:lnTo>
                  <a:pt x="154844" y="94502"/>
                </a:lnTo>
                <a:close/>
                <a:moveTo>
                  <a:pt x="149741" y="96170"/>
                </a:moveTo>
                <a:lnTo>
                  <a:pt x="149741" y="94135"/>
                </a:lnTo>
                <a:lnTo>
                  <a:pt x="148373" y="92767"/>
                </a:lnTo>
                <a:lnTo>
                  <a:pt x="150208" y="92767"/>
                </a:lnTo>
                <a:lnTo>
                  <a:pt x="151008" y="93601"/>
                </a:lnTo>
                <a:lnTo>
                  <a:pt x="151008" y="94902"/>
                </a:lnTo>
                <a:close/>
                <a:moveTo>
                  <a:pt x="127391" y="96170"/>
                </a:moveTo>
                <a:lnTo>
                  <a:pt x="126091" y="94902"/>
                </a:lnTo>
                <a:lnTo>
                  <a:pt x="126091" y="93568"/>
                </a:lnTo>
                <a:lnTo>
                  <a:pt x="126924" y="92767"/>
                </a:lnTo>
                <a:lnTo>
                  <a:pt x="128726" y="92767"/>
                </a:lnTo>
                <a:lnTo>
                  <a:pt x="127391" y="94102"/>
                </a:lnTo>
                <a:lnTo>
                  <a:pt x="127391" y="96170"/>
                </a:lnTo>
                <a:close/>
                <a:moveTo>
                  <a:pt x="123155" y="95403"/>
                </a:moveTo>
                <a:lnTo>
                  <a:pt x="122254" y="94502"/>
                </a:lnTo>
                <a:lnTo>
                  <a:pt x="121020" y="94502"/>
                </a:lnTo>
                <a:lnTo>
                  <a:pt x="121020" y="93434"/>
                </a:lnTo>
                <a:lnTo>
                  <a:pt x="120887" y="93134"/>
                </a:lnTo>
                <a:lnTo>
                  <a:pt x="120120" y="92367"/>
                </a:lnTo>
                <a:lnTo>
                  <a:pt x="120887" y="91600"/>
                </a:lnTo>
                <a:lnTo>
                  <a:pt x="121020" y="91333"/>
                </a:lnTo>
                <a:lnTo>
                  <a:pt x="121020" y="90232"/>
                </a:lnTo>
                <a:lnTo>
                  <a:pt x="122254" y="90232"/>
                </a:lnTo>
                <a:lnTo>
                  <a:pt x="123155" y="89332"/>
                </a:lnTo>
                <a:lnTo>
                  <a:pt x="124056" y="90232"/>
                </a:lnTo>
                <a:lnTo>
                  <a:pt x="125290" y="90232"/>
                </a:lnTo>
                <a:lnTo>
                  <a:pt x="125290" y="91333"/>
                </a:lnTo>
                <a:lnTo>
                  <a:pt x="125423" y="91600"/>
                </a:lnTo>
                <a:lnTo>
                  <a:pt x="126191" y="92367"/>
                </a:lnTo>
                <a:lnTo>
                  <a:pt x="125423" y="93134"/>
                </a:lnTo>
                <a:lnTo>
                  <a:pt x="125290" y="93434"/>
                </a:lnTo>
                <a:lnTo>
                  <a:pt x="125290" y="94502"/>
                </a:lnTo>
                <a:lnTo>
                  <a:pt x="124056" y="94502"/>
                </a:lnTo>
                <a:close/>
                <a:moveTo>
                  <a:pt x="118952" y="96170"/>
                </a:moveTo>
                <a:lnTo>
                  <a:pt x="118952" y="94135"/>
                </a:lnTo>
                <a:lnTo>
                  <a:pt x="117584" y="92767"/>
                </a:lnTo>
                <a:lnTo>
                  <a:pt x="119386" y="92767"/>
                </a:lnTo>
                <a:lnTo>
                  <a:pt x="120220" y="93601"/>
                </a:lnTo>
                <a:lnTo>
                  <a:pt x="120220" y="94902"/>
                </a:lnTo>
                <a:close/>
                <a:moveTo>
                  <a:pt x="96569" y="96170"/>
                </a:moveTo>
                <a:lnTo>
                  <a:pt x="95302" y="94902"/>
                </a:lnTo>
                <a:lnTo>
                  <a:pt x="95302" y="93568"/>
                </a:lnTo>
                <a:lnTo>
                  <a:pt x="96136" y="92767"/>
                </a:lnTo>
                <a:lnTo>
                  <a:pt x="97937" y="92767"/>
                </a:lnTo>
                <a:lnTo>
                  <a:pt x="96569" y="94102"/>
                </a:lnTo>
                <a:lnTo>
                  <a:pt x="96569" y="96170"/>
                </a:lnTo>
                <a:close/>
                <a:moveTo>
                  <a:pt x="92366" y="95403"/>
                </a:moveTo>
                <a:lnTo>
                  <a:pt x="91466" y="94502"/>
                </a:lnTo>
                <a:lnTo>
                  <a:pt x="90232" y="94502"/>
                </a:lnTo>
                <a:lnTo>
                  <a:pt x="90232" y="93434"/>
                </a:lnTo>
                <a:lnTo>
                  <a:pt x="90098" y="93134"/>
                </a:lnTo>
                <a:lnTo>
                  <a:pt x="89331" y="92367"/>
                </a:lnTo>
                <a:lnTo>
                  <a:pt x="90098" y="91600"/>
                </a:lnTo>
                <a:lnTo>
                  <a:pt x="90232" y="91333"/>
                </a:lnTo>
                <a:lnTo>
                  <a:pt x="90232" y="90232"/>
                </a:lnTo>
                <a:lnTo>
                  <a:pt x="91466" y="90232"/>
                </a:lnTo>
                <a:lnTo>
                  <a:pt x="92366" y="89332"/>
                </a:lnTo>
                <a:lnTo>
                  <a:pt x="93267" y="90232"/>
                </a:lnTo>
                <a:lnTo>
                  <a:pt x="94501" y="90232"/>
                </a:lnTo>
                <a:lnTo>
                  <a:pt x="94501" y="91333"/>
                </a:lnTo>
                <a:lnTo>
                  <a:pt x="94635" y="91600"/>
                </a:lnTo>
                <a:lnTo>
                  <a:pt x="95402" y="92367"/>
                </a:lnTo>
                <a:lnTo>
                  <a:pt x="94635" y="93134"/>
                </a:lnTo>
                <a:lnTo>
                  <a:pt x="94501" y="93434"/>
                </a:lnTo>
                <a:lnTo>
                  <a:pt x="94501" y="94502"/>
                </a:lnTo>
                <a:lnTo>
                  <a:pt x="93267" y="94502"/>
                </a:lnTo>
                <a:close/>
                <a:moveTo>
                  <a:pt x="88130" y="96170"/>
                </a:moveTo>
                <a:lnTo>
                  <a:pt x="88130" y="94135"/>
                </a:lnTo>
                <a:lnTo>
                  <a:pt x="86796" y="92767"/>
                </a:lnTo>
                <a:lnTo>
                  <a:pt x="88597" y="92767"/>
                </a:lnTo>
                <a:lnTo>
                  <a:pt x="89431" y="93601"/>
                </a:lnTo>
                <a:lnTo>
                  <a:pt x="89431" y="94902"/>
                </a:lnTo>
                <a:close/>
                <a:moveTo>
                  <a:pt x="65781" y="96170"/>
                </a:moveTo>
                <a:lnTo>
                  <a:pt x="64513" y="94902"/>
                </a:lnTo>
                <a:lnTo>
                  <a:pt x="64513" y="93568"/>
                </a:lnTo>
                <a:lnTo>
                  <a:pt x="65347" y="92767"/>
                </a:lnTo>
                <a:lnTo>
                  <a:pt x="67148" y="92767"/>
                </a:lnTo>
                <a:lnTo>
                  <a:pt x="65781" y="94102"/>
                </a:lnTo>
                <a:close/>
                <a:moveTo>
                  <a:pt x="61578" y="95403"/>
                </a:moveTo>
                <a:lnTo>
                  <a:pt x="60677" y="94502"/>
                </a:lnTo>
                <a:lnTo>
                  <a:pt x="59410" y="94502"/>
                </a:lnTo>
                <a:lnTo>
                  <a:pt x="59410" y="93434"/>
                </a:lnTo>
                <a:lnTo>
                  <a:pt x="59310" y="93134"/>
                </a:lnTo>
                <a:lnTo>
                  <a:pt x="58542" y="92367"/>
                </a:lnTo>
                <a:lnTo>
                  <a:pt x="59310" y="91600"/>
                </a:lnTo>
                <a:lnTo>
                  <a:pt x="59410" y="91333"/>
                </a:lnTo>
                <a:lnTo>
                  <a:pt x="59410" y="90232"/>
                </a:lnTo>
                <a:lnTo>
                  <a:pt x="60677" y="90232"/>
                </a:lnTo>
                <a:lnTo>
                  <a:pt x="61578" y="89332"/>
                </a:lnTo>
                <a:lnTo>
                  <a:pt x="62445" y="90232"/>
                </a:lnTo>
                <a:lnTo>
                  <a:pt x="63713" y="90232"/>
                </a:lnTo>
                <a:lnTo>
                  <a:pt x="63713" y="91333"/>
                </a:lnTo>
                <a:lnTo>
                  <a:pt x="63846" y="91600"/>
                </a:lnTo>
                <a:lnTo>
                  <a:pt x="64613" y="92367"/>
                </a:lnTo>
                <a:lnTo>
                  <a:pt x="63846" y="93134"/>
                </a:lnTo>
                <a:lnTo>
                  <a:pt x="63713" y="93434"/>
                </a:lnTo>
                <a:lnTo>
                  <a:pt x="63713" y="94502"/>
                </a:lnTo>
                <a:lnTo>
                  <a:pt x="62445" y="94502"/>
                </a:lnTo>
                <a:close/>
                <a:moveTo>
                  <a:pt x="57341" y="96170"/>
                </a:moveTo>
                <a:lnTo>
                  <a:pt x="57341" y="94135"/>
                </a:lnTo>
                <a:lnTo>
                  <a:pt x="56007" y="92767"/>
                </a:lnTo>
                <a:lnTo>
                  <a:pt x="57808" y="92767"/>
                </a:lnTo>
                <a:lnTo>
                  <a:pt x="58642" y="93601"/>
                </a:lnTo>
                <a:lnTo>
                  <a:pt x="58642" y="94902"/>
                </a:lnTo>
                <a:close/>
                <a:moveTo>
                  <a:pt x="34992" y="96170"/>
                </a:moveTo>
                <a:lnTo>
                  <a:pt x="33725" y="94902"/>
                </a:lnTo>
                <a:lnTo>
                  <a:pt x="33725" y="93568"/>
                </a:lnTo>
                <a:lnTo>
                  <a:pt x="34525" y="92767"/>
                </a:lnTo>
                <a:lnTo>
                  <a:pt x="36360" y="92767"/>
                </a:lnTo>
                <a:lnTo>
                  <a:pt x="34992" y="94102"/>
                </a:lnTo>
                <a:close/>
                <a:moveTo>
                  <a:pt x="30789" y="95403"/>
                </a:moveTo>
                <a:lnTo>
                  <a:pt x="29889" y="94502"/>
                </a:lnTo>
                <a:lnTo>
                  <a:pt x="28621" y="94502"/>
                </a:lnTo>
                <a:lnTo>
                  <a:pt x="28621" y="93434"/>
                </a:lnTo>
                <a:lnTo>
                  <a:pt x="28521" y="93134"/>
                </a:lnTo>
                <a:lnTo>
                  <a:pt x="27754" y="92367"/>
                </a:lnTo>
                <a:lnTo>
                  <a:pt x="28521" y="91600"/>
                </a:lnTo>
                <a:lnTo>
                  <a:pt x="28621" y="91333"/>
                </a:lnTo>
                <a:lnTo>
                  <a:pt x="28621" y="90232"/>
                </a:lnTo>
                <a:lnTo>
                  <a:pt x="29889" y="90232"/>
                </a:lnTo>
                <a:lnTo>
                  <a:pt x="30789" y="89332"/>
                </a:lnTo>
                <a:lnTo>
                  <a:pt x="31656" y="90232"/>
                </a:lnTo>
                <a:lnTo>
                  <a:pt x="32924" y="90232"/>
                </a:lnTo>
                <a:lnTo>
                  <a:pt x="32924" y="91333"/>
                </a:lnTo>
                <a:lnTo>
                  <a:pt x="33057" y="91600"/>
                </a:lnTo>
                <a:lnTo>
                  <a:pt x="33825" y="92367"/>
                </a:lnTo>
                <a:lnTo>
                  <a:pt x="33057" y="93134"/>
                </a:lnTo>
                <a:lnTo>
                  <a:pt x="32924" y="93434"/>
                </a:lnTo>
                <a:lnTo>
                  <a:pt x="32924" y="94502"/>
                </a:lnTo>
                <a:lnTo>
                  <a:pt x="31656" y="94502"/>
                </a:lnTo>
                <a:close/>
                <a:moveTo>
                  <a:pt x="26553" y="96170"/>
                </a:moveTo>
                <a:lnTo>
                  <a:pt x="26553" y="94135"/>
                </a:lnTo>
                <a:lnTo>
                  <a:pt x="25219" y="92767"/>
                </a:lnTo>
                <a:lnTo>
                  <a:pt x="27020" y="92767"/>
                </a:lnTo>
                <a:lnTo>
                  <a:pt x="27854" y="93601"/>
                </a:lnTo>
                <a:lnTo>
                  <a:pt x="27854" y="94902"/>
                </a:lnTo>
                <a:close/>
                <a:moveTo>
                  <a:pt x="26553" y="26987"/>
                </a:moveTo>
                <a:lnTo>
                  <a:pt x="27854" y="28254"/>
                </a:lnTo>
                <a:lnTo>
                  <a:pt x="27854" y="29555"/>
                </a:lnTo>
                <a:lnTo>
                  <a:pt x="27020" y="30389"/>
                </a:lnTo>
                <a:lnTo>
                  <a:pt x="25219" y="30389"/>
                </a:lnTo>
                <a:lnTo>
                  <a:pt x="26553" y="29055"/>
                </a:lnTo>
                <a:lnTo>
                  <a:pt x="26553" y="26987"/>
                </a:lnTo>
                <a:close/>
                <a:moveTo>
                  <a:pt x="30789" y="27754"/>
                </a:moveTo>
                <a:lnTo>
                  <a:pt x="31656" y="28655"/>
                </a:lnTo>
                <a:lnTo>
                  <a:pt x="32924" y="28655"/>
                </a:lnTo>
                <a:lnTo>
                  <a:pt x="32924" y="29722"/>
                </a:lnTo>
                <a:lnTo>
                  <a:pt x="33057" y="30022"/>
                </a:lnTo>
                <a:lnTo>
                  <a:pt x="33825" y="30790"/>
                </a:lnTo>
                <a:lnTo>
                  <a:pt x="33057" y="31557"/>
                </a:lnTo>
                <a:lnTo>
                  <a:pt x="32924" y="31824"/>
                </a:lnTo>
                <a:lnTo>
                  <a:pt x="32924" y="32924"/>
                </a:lnTo>
                <a:lnTo>
                  <a:pt x="31656" y="32924"/>
                </a:lnTo>
                <a:lnTo>
                  <a:pt x="30789" y="33825"/>
                </a:lnTo>
                <a:lnTo>
                  <a:pt x="29889" y="32924"/>
                </a:lnTo>
                <a:lnTo>
                  <a:pt x="28621" y="32924"/>
                </a:lnTo>
                <a:lnTo>
                  <a:pt x="28621" y="31824"/>
                </a:lnTo>
                <a:lnTo>
                  <a:pt x="28521" y="31557"/>
                </a:lnTo>
                <a:lnTo>
                  <a:pt x="27754" y="30790"/>
                </a:lnTo>
                <a:lnTo>
                  <a:pt x="28521" y="30022"/>
                </a:lnTo>
                <a:lnTo>
                  <a:pt x="28621" y="29722"/>
                </a:lnTo>
                <a:lnTo>
                  <a:pt x="28621" y="28655"/>
                </a:lnTo>
                <a:lnTo>
                  <a:pt x="29889" y="28655"/>
                </a:lnTo>
                <a:close/>
                <a:moveTo>
                  <a:pt x="34992" y="26987"/>
                </a:moveTo>
                <a:lnTo>
                  <a:pt x="34992" y="29022"/>
                </a:lnTo>
                <a:lnTo>
                  <a:pt x="36360" y="30389"/>
                </a:lnTo>
                <a:lnTo>
                  <a:pt x="34525" y="30389"/>
                </a:lnTo>
                <a:lnTo>
                  <a:pt x="33725" y="29555"/>
                </a:lnTo>
                <a:lnTo>
                  <a:pt x="33725" y="28254"/>
                </a:lnTo>
                <a:close/>
                <a:moveTo>
                  <a:pt x="57341" y="26987"/>
                </a:moveTo>
                <a:lnTo>
                  <a:pt x="58642" y="28254"/>
                </a:lnTo>
                <a:lnTo>
                  <a:pt x="58642" y="29555"/>
                </a:lnTo>
                <a:lnTo>
                  <a:pt x="57808" y="30389"/>
                </a:lnTo>
                <a:lnTo>
                  <a:pt x="56007" y="30389"/>
                </a:lnTo>
                <a:lnTo>
                  <a:pt x="57341" y="29055"/>
                </a:lnTo>
                <a:close/>
                <a:moveTo>
                  <a:pt x="61578" y="27754"/>
                </a:moveTo>
                <a:lnTo>
                  <a:pt x="62445" y="28655"/>
                </a:lnTo>
                <a:lnTo>
                  <a:pt x="63713" y="28655"/>
                </a:lnTo>
                <a:lnTo>
                  <a:pt x="63713" y="29722"/>
                </a:lnTo>
                <a:lnTo>
                  <a:pt x="63846" y="30022"/>
                </a:lnTo>
                <a:lnTo>
                  <a:pt x="64613" y="30790"/>
                </a:lnTo>
                <a:lnTo>
                  <a:pt x="63846" y="31557"/>
                </a:lnTo>
                <a:lnTo>
                  <a:pt x="63713" y="31824"/>
                </a:lnTo>
                <a:lnTo>
                  <a:pt x="63713" y="32924"/>
                </a:lnTo>
                <a:lnTo>
                  <a:pt x="62445" y="32924"/>
                </a:lnTo>
                <a:lnTo>
                  <a:pt x="61578" y="33825"/>
                </a:lnTo>
                <a:lnTo>
                  <a:pt x="60677" y="32924"/>
                </a:lnTo>
                <a:lnTo>
                  <a:pt x="59410" y="32924"/>
                </a:lnTo>
                <a:lnTo>
                  <a:pt x="59410" y="31824"/>
                </a:lnTo>
                <a:lnTo>
                  <a:pt x="59310" y="31557"/>
                </a:lnTo>
                <a:lnTo>
                  <a:pt x="58542" y="30790"/>
                </a:lnTo>
                <a:lnTo>
                  <a:pt x="59310" y="30022"/>
                </a:lnTo>
                <a:lnTo>
                  <a:pt x="59410" y="29722"/>
                </a:lnTo>
                <a:lnTo>
                  <a:pt x="59410" y="28655"/>
                </a:lnTo>
                <a:lnTo>
                  <a:pt x="60677" y="28655"/>
                </a:lnTo>
                <a:close/>
                <a:moveTo>
                  <a:pt x="65781" y="26987"/>
                </a:moveTo>
                <a:lnTo>
                  <a:pt x="65781" y="29022"/>
                </a:lnTo>
                <a:lnTo>
                  <a:pt x="67148" y="30389"/>
                </a:lnTo>
                <a:lnTo>
                  <a:pt x="65347" y="30389"/>
                </a:lnTo>
                <a:lnTo>
                  <a:pt x="64513" y="29555"/>
                </a:lnTo>
                <a:lnTo>
                  <a:pt x="64513" y="28254"/>
                </a:lnTo>
                <a:close/>
                <a:moveTo>
                  <a:pt x="88130" y="26987"/>
                </a:moveTo>
                <a:lnTo>
                  <a:pt x="89431" y="28254"/>
                </a:lnTo>
                <a:lnTo>
                  <a:pt x="89431" y="29555"/>
                </a:lnTo>
                <a:lnTo>
                  <a:pt x="88597" y="30389"/>
                </a:lnTo>
                <a:lnTo>
                  <a:pt x="86796" y="30389"/>
                </a:lnTo>
                <a:lnTo>
                  <a:pt x="88130" y="29055"/>
                </a:lnTo>
                <a:lnTo>
                  <a:pt x="88130" y="26987"/>
                </a:lnTo>
                <a:close/>
                <a:moveTo>
                  <a:pt x="92366" y="27754"/>
                </a:moveTo>
                <a:lnTo>
                  <a:pt x="93267" y="28655"/>
                </a:lnTo>
                <a:lnTo>
                  <a:pt x="94501" y="28655"/>
                </a:lnTo>
                <a:lnTo>
                  <a:pt x="94501" y="29722"/>
                </a:lnTo>
                <a:lnTo>
                  <a:pt x="94635" y="30022"/>
                </a:lnTo>
                <a:lnTo>
                  <a:pt x="95402" y="30790"/>
                </a:lnTo>
                <a:lnTo>
                  <a:pt x="94635" y="31557"/>
                </a:lnTo>
                <a:lnTo>
                  <a:pt x="94501" y="31824"/>
                </a:lnTo>
                <a:lnTo>
                  <a:pt x="94501" y="32924"/>
                </a:lnTo>
                <a:lnTo>
                  <a:pt x="93267" y="32924"/>
                </a:lnTo>
                <a:lnTo>
                  <a:pt x="92366" y="33825"/>
                </a:lnTo>
                <a:lnTo>
                  <a:pt x="91466" y="32924"/>
                </a:lnTo>
                <a:lnTo>
                  <a:pt x="90232" y="32924"/>
                </a:lnTo>
                <a:lnTo>
                  <a:pt x="90232" y="31824"/>
                </a:lnTo>
                <a:lnTo>
                  <a:pt x="90098" y="31557"/>
                </a:lnTo>
                <a:lnTo>
                  <a:pt x="89331" y="30790"/>
                </a:lnTo>
                <a:lnTo>
                  <a:pt x="90098" y="30022"/>
                </a:lnTo>
                <a:lnTo>
                  <a:pt x="90232" y="29722"/>
                </a:lnTo>
                <a:lnTo>
                  <a:pt x="90232" y="28655"/>
                </a:lnTo>
                <a:lnTo>
                  <a:pt x="91466" y="28655"/>
                </a:lnTo>
                <a:close/>
                <a:moveTo>
                  <a:pt x="96569" y="26987"/>
                </a:moveTo>
                <a:lnTo>
                  <a:pt x="96569" y="29022"/>
                </a:lnTo>
                <a:lnTo>
                  <a:pt x="97937" y="30389"/>
                </a:lnTo>
                <a:lnTo>
                  <a:pt x="96136" y="30389"/>
                </a:lnTo>
                <a:lnTo>
                  <a:pt x="95302" y="29555"/>
                </a:lnTo>
                <a:lnTo>
                  <a:pt x="95302" y="28254"/>
                </a:lnTo>
                <a:close/>
                <a:moveTo>
                  <a:pt x="118952" y="26987"/>
                </a:moveTo>
                <a:lnTo>
                  <a:pt x="120220" y="28254"/>
                </a:lnTo>
                <a:lnTo>
                  <a:pt x="120220" y="29555"/>
                </a:lnTo>
                <a:lnTo>
                  <a:pt x="119386" y="30389"/>
                </a:lnTo>
                <a:lnTo>
                  <a:pt x="117584" y="30389"/>
                </a:lnTo>
                <a:lnTo>
                  <a:pt x="118952" y="29055"/>
                </a:lnTo>
                <a:lnTo>
                  <a:pt x="118952" y="26987"/>
                </a:lnTo>
                <a:close/>
                <a:moveTo>
                  <a:pt x="123155" y="27754"/>
                </a:moveTo>
                <a:lnTo>
                  <a:pt x="124056" y="28655"/>
                </a:lnTo>
                <a:lnTo>
                  <a:pt x="125290" y="28655"/>
                </a:lnTo>
                <a:lnTo>
                  <a:pt x="125290" y="29722"/>
                </a:lnTo>
                <a:lnTo>
                  <a:pt x="125423" y="30022"/>
                </a:lnTo>
                <a:lnTo>
                  <a:pt x="126191" y="30790"/>
                </a:lnTo>
                <a:lnTo>
                  <a:pt x="125423" y="31557"/>
                </a:lnTo>
                <a:lnTo>
                  <a:pt x="125290" y="31824"/>
                </a:lnTo>
                <a:lnTo>
                  <a:pt x="125290" y="32924"/>
                </a:lnTo>
                <a:lnTo>
                  <a:pt x="124056" y="32924"/>
                </a:lnTo>
                <a:lnTo>
                  <a:pt x="123155" y="33825"/>
                </a:lnTo>
                <a:lnTo>
                  <a:pt x="122254" y="32924"/>
                </a:lnTo>
                <a:lnTo>
                  <a:pt x="121020" y="32924"/>
                </a:lnTo>
                <a:lnTo>
                  <a:pt x="121020" y="31857"/>
                </a:lnTo>
                <a:lnTo>
                  <a:pt x="120887" y="31557"/>
                </a:lnTo>
                <a:lnTo>
                  <a:pt x="120120" y="30790"/>
                </a:lnTo>
                <a:lnTo>
                  <a:pt x="120887" y="30022"/>
                </a:lnTo>
                <a:lnTo>
                  <a:pt x="121020" y="29722"/>
                </a:lnTo>
                <a:lnTo>
                  <a:pt x="121020" y="28655"/>
                </a:lnTo>
                <a:lnTo>
                  <a:pt x="122254" y="28655"/>
                </a:lnTo>
                <a:close/>
                <a:moveTo>
                  <a:pt x="127391" y="26987"/>
                </a:moveTo>
                <a:lnTo>
                  <a:pt x="127391" y="29022"/>
                </a:lnTo>
                <a:lnTo>
                  <a:pt x="128726" y="30389"/>
                </a:lnTo>
                <a:lnTo>
                  <a:pt x="126924" y="30389"/>
                </a:lnTo>
                <a:lnTo>
                  <a:pt x="126091" y="29555"/>
                </a:lnTo>
                <a:lnTo>
                  <a:pt x="126091" y="28254"/>
                </a:lnTo>
                <a:close/>
                <a:moveTo>
                  <a:pt x="149741" y="26987"/>
                </a:moveTo>
                <a:lnTo>
                  <a:pt x="151008" y="28254"/>
                </a:lnTo>
                <a:lnTo>
                  <a:pt x="151008" y="29555"/>
                </a:lnTo>
                <a:lnTo>
                  <a:pt x="150174" y="30389"/>
                </a:lnTo>
                <a:lnTo>
                  <a:pt x="148373" y="30389"/>
                </a:lnTo>
                <a:lnTo>
                  <a:pt x="149741" y="29055"/>
                </a:lnTo>
                <a:lnTo>
                  <a:pt x="149741" y="26987"/>
                </a:lnTo>
                <a:close/>
                <a:moveTo>
                  <a:pt x="153944" y="27754"/>
                </a:moveTo>
                <a:lnTo>
                  <a:pt x="154844" y="28655"/>
                </a:lnTo>
                <a:lnTo>
                  <a:pt x="156112" y="28655"/>
                </a:lnTo>
                <a:lnTo>
                  <a:pt x="156112" y="29722"/>
                </a:lnTo>
                <a:lnTo>
                  <a:pt x="156212" y="30022"/>
                </a:lnTo>
                <a:lnTo>
                  <a:pt x="156979" y="30790"/>
                </a:lnTo>
                <a:lnTo>
                  <a:pt x="156212" y="31557"/>
                </a:lnTo>
                <a:lnTo>
                  <a:pt x="156112" y="31824"/>
                </a:lnTo>
                <a:lnTo>
                  <a:pt x="156112" y="32924"/>
                </a:lnTo>
                <a:lnTo>
                  <a:pt x="154844" y="32924"/>
                </a:lnTo>
                <a:lnTo>
                  <a:pt x="153944" y="33825"/>
                </a:lnTo>
                <a:lnTo>
                  <a:pt x="153076" y="32924"/>
                </a:lnTo>
                <a:lnTo>
                  <a:pt x="151809" y="32924"/>
                </a:lnTo>
                <a:lnTo>
                  <a:pt x="151809" y="31824"/>
                </a:lnTo>
                <a:lnTo>
                  <a:pt x="151675" y="31557"/>
                </a:lnTo>
                <a:lnTo>
                  <a:pt x="150908" y="30790"/>
                </a:lnTo>
                <a:lnTo>
                  <a:pt x="151675" y="30022"/>
                </a:lnTo>
                <a:lnTo>
                  <a:pt x="151809" y="29722"/>
                </a:lnTo>
                <a:lnTo>
                  <a:pt x="151809" y="28655"/>
                </a:lnTo>
                <a:lnTo>
                  <a:pt x="153076" y="28655"/>
                </a:lnTo>
                <a:close/>
                <a:moveTo>
                  <a:pt x="158180" y="26987"/>
                </a:moveTo>
                <a:lnTo>
                  <a:pt x="158180" y="29022"/>
                </a:lnTo>
                <a:lnTo>
                  <a:pt x="159514" y="30389"/>
                </a:lnTo>
                <a:lnTo>
                  <a:pt x="157713" y="30389"/>
                </a:lnTo>
                <a:lnTo>
                  <a:pt x="156879" y="29555"/>
                </a:lnTo>
                <a:lnTo>
                  <a:pt x="156879" y="28254"/>
                </a:lnTo>
                <a:close/>
                <a:moveTo>
                  <a:pt x="180529" y="26987"/>
                </a:moveTo>
                <a:lnTo>
                  <a:pt x="181797" y="28254"/>
                </a:lnTo>
                <a:lnTo>
                  <a:pt x="181797" y="29555"/>
                </a:lnTo>
                <a:lnTo>
                  <a:pt x="180963" y="30389"/>
                </a:lnTo>
                <a:lnTo>
                  <a:pt x="179162" y="30389"/>
                </a:lnTo>
                <a:lnTo>
                  <a:pt x="180529" y="29055"/>
                </a:lnTo>
                <a:lnTo>
                  <a:pt x="180529" y="26987"/>
                </a:lnTo>
                <a:close/>
                <a:moveTo>
                  <a:pt x="184732" y="27754"/>
                </a:moveTo>
                <a:lnTo>
                  <a:pt x="185633" y="28655"/>
                </a:lnTo>
                <a:lnTo>
                  <a:pt x="186901" y="28655"/>
                </a:lnTo>
                <a:lnTo>
                  <a:pt x="186901" y="29722"/>
                </a:lnTo>
                <a:lnTo>
                  <a:pt x="187001" y="30022"/>
                </a:lnTo>
                <a:lnTo>
                  <a:pt x="187768" y="30790"/>
                </a:lnTo>
                <a:lnTo>
                  <a:pt x="187001" y="31557"/>
                </a:lnTo>
                <a:lnTo>
                  <a:pt x="186901" y="31824"/>
                </a:lnTo>
                <a:lnTo>
                  <a:pt x="186901" y="32924"/>
                </a:lnTo>
                <a:lnTo>
                  <a:pt x="185633" y="32924"/>
                </a:lnTo>
                <a:lnTo>
                  <a:pt x="184732" y="33825"/>
                </a:lnTo>
                <a:lnTo>
                  <a:pt x="183865" y="32924"/>
                </a:lnTo>
                <a:lnTo>
                  <a:pt x="182598" y="32924"/>
                </a:lnTo>
                <a:lnTo>
                  <a:pt x="182598" y="31824"/>
                </a:lnTo>
                <a:lnTo>
                  <a:pt x="182464" y="31557"/>
                </a:lnTo>
                <a:lnTo>
                  <a:pt x="181697" y="30790"/>
                </a:lnTo>
                <a:lnTo>
                  <a:pt x="182464" y="30022"/>
                </a:lnTo>
                <a:lnTo>
                  <a:pt x="182598" y="29722"/>
                </a:lnTo>
                <a:lnTo>
                  <a:pt x="182598" y="28655"/>
                </a:lnTo>
                <a:lnTo>
                  <a:pt x="183865" y="28655"/>
                </a:lnTo>
                <a:close/>
                <a:moveTo>
                  <a:pt x="188969" y="26987"/>
                </a:moveTo>
                <a:lnTo>
                  <a:pt x="188969" y="29022"/>
                </a:lnTo>
                <a:lnTo>
                  <a:pt x="190303" y="30389"/>
                </a:lnTo>
                <a:lnTo>
                  <a:pt x="188502" y="30389"/>
                </a:lnTo>
                <a:lnTo>
                  <a:pt x="187668" y="29555"/>
                </a:lnTo>
                <a:lnTo>
                  <a:pt x="187668" y="28254"/>
                </a:lnTo>
                <a:close/>
                <a:moveTo>
                  <a:pt x="211318" y="26987"/>
                </a:moveTo>
                <a:lnTo>
                  <a:pt x="212586" y="28254"/>
                </a:lnTo>
                <a:lnTo>
                  <a:pt x="212586" y="29555"/>
                </a:lnTo>
                <a:lnTo>
                  <a:pt x="211785" y="30389"/>
                </a:lnTo>
                <a:lnTo>
                  <a:pt x="209950" y="30389"/>
                </a:lnTo>
                <a:lnTo>
                  <a:pt x="211318" y="29055"/>
                </a:lnTo>
                <a:lnTo>
                  <a:pt x="211318" y="26987"/>
                </a:lnTo>
                <a:close/>
                <a:moveTo>
                  <a:pt x="215521" y="27754"/>
                </a:moveTo>
                <a:lnTo>
                  <a:pt x="216422" y="28655"/>
                </a:lnTo>
                <a:lnTo>
                  <a:pt x="217689" y="28655"/>
                </a:lnTo>
                <a:lnTo>
                  <a:pt x="217689" y="29722"/>
                </a:lnTo>
                <a:lnTo>
                  <a:pt x="217789" y="30022"/>
                </a:lnTo>
                <a:lnTo>
                  <a:pt x="218557" y="30790"/>
                </a:lnTo>
                <a:lnTo>
                  <a:pt x="217789" y="31557"/>
                </a:lnTo>
                <a:lnTo>
                  <a:pt x="217689" y="31824"/>
                </a:lnTo>
                <a:lnTo>
                  <a:pt x="217689" y="32924"/>
                </a:lnTo>
                <a:lnTo>
                  <a:pt x="216422" y="32924"/>
                </a:lnTo>
                <a:lnTo>
                  <a:pt x="215521" y="33825"/>
                </a:lnTo>
                <a:lnTo>
                  <a:pt x="214654" y="32924"/>
                </a:lnTo>
                <a:lnTo>
                  <a:pt x="213386" y="32924"/>
                </a:lnTo>
                <a:lnTo>
                  <a:pt x="213386" y="31824"/>
                </a:lnTo>
                <a:lnTo>
                  <a:pt x="213286" y="31557"/>
                </a:lnTo>
                <a:lnTo>
                  <a:pt x="212486" y="30790"/>
                </a:lnTo>
                <a:lnTo>
                  <a:pt x="213286" y="30022"/>
                </a:lnTo>
                <a:lnTo>
                  <a:pt x="213386" y="29722"/>
                </a:lnTo>
                <a:lnTo>
                  <a:pt x="213386" y="28655"/>
                </a:lnTo>
                <a:lnTo>
                  <a:pt x="214654" y="28655"/>
                </a:lnTo>
                <a:close/>
                <a:moveTo>
                  <a:pt x="218056" y="89432"/>
                </a:moveTo>
                <a:lnTo>
                  <a:pt x="216755" y="89432"/>
                </a:lnTo>
                <a:lnTo>
                  <a:pt x="215921" y="88598"/>
                </a:lnTo>
                <a:lnTo>
                  <a:pt x="215921" y="86796"/>
                </a:lnTo>
                <a:lnTo>
                  <a:pt x="217156" y="88031"/>
                </a:lnTo>
                <a:lnTo>
                  <a:pt x="217456" y="88164"/>
                </a:lnTo>
                <a:lnTo>
                  <a:pt x="219324" y="88164"/>
                </a:lnTo>
                <a:close/>
                <a:moveTo>
                  <a:pt x="211785" y="91967"/>
                </a:moveTo>
                <a:lnTo>
                  <a:pt x="209950" y="91967"/>
                </a:lnTo>
                <a:lnTo>
                  <a:pt x="211318" y="90632"/>
                </a:lnTo>
                <a:lnTo>
                  <a:pt x="211318" y="88564"/>
                </a:lnTo>
                <a:lnTo>
                  <a:pt x="212586" y="89865"/>
                </a:lnTo>
                <a:lnTo>
                  <a:pt x="212586" y="91166"/>
                </a:lnTo>
                <a:close/>
                <a:moveTo>
                  <a:pt x="188502" y="91967"/>
                </a:moveTo>
                <a:lnTo>
                  <a:pt x="187668" y="91166"/>
                </a:lnTo>
                <a:lnTo>
                  <a:pt x="187668" y="89865"/>
                </a:lnTo>
                <a:lnTo>
                  <a:pt x="188969" y="88564"/>
                </a:lnTo>
                <a:lnTo>
                  <a:pt x="188969" y="90632"/>
                </a:lnTo>
                <a:lnTo>
                  <a:pt x="190303" y="91967"/>
                </a:lnTo>
                <a:lnTo>
                  <a:pt x="188502" y="91967"/>
                </a:lnTo>
                <a:close/>
                <a:moveTo>
                  <a:pt x="180996" y="91967"/>
                </a:moveTo>
                <a:lnTo>
                  <a:pt x="179162" y="91967"/>
                </a:lnTo>
                <a:lnTo>
                  <a:pt x="180529" y="90632"/>
                </a:lnTo>
                <a:lnTo>
                  <a:pt x="180529" y="88564"/>
                </a:lnTo>
                <a:lnTo>
                  <a:pt x="181797" y="89865"/>
                </a:lnTo>
                <a:lnTo>
                  <a:pt x="181797" y="91166"/>
                </a:lnTo>
                <a:close/>
                <a:moveTo>
                  <a:pt x="157713" y="91967"/>
                </a:moveTo>
                <a:lnTo>
                  <a:pt x="156879" y="91166"/>
                </a:lnTo>
                <a:lnTo>
                  <a:pt x="156879" y="89865"/>
                </a:lnTo>
                <a:lnTo>
                  <a:pt x="158180" y="88564"/>
                </a:lnTo>
                <a:lnTo>
                  <a:pt x="158180" y="90632"/>
                </a:lnTo>
                <a:lnTo>
                  <a:pt x="159514" y="91967"/>
                </a:lnTo>
                <a:lnTo>
                  <a:pt x="157713" y="91967"/>
                </a:lnTo>
                <a:close/>
                <a:moveTo>
                  <a:pt x="150174" y="91967"/>
                </a:moveTo>
                <a:lnTo>
                  <a:pt x="148373" y="91967"/>
                </a:lnTo>
                <a:lnTo>
                  <a:pt x="149741" y="90632"/>
                </a:lnTo>
                <a:lnTo>
                  <a:pt x="149741" y="88564"/>
                </a:lnTo>
                <a:lnTo>
                  <a:pt x="151008" y="89865"/>
                </a:lnTo>
                <a:lnTo>
                  <a:pt x="151008" y="91166"/>
                </a:lnTo>
                <a:close/>
                <a:moveTo>
                  <a:pt x="126924" y="91967"/>
                </a:moveTo>
                <a:lnTo>
                  <a:pt x="126091" y="91166"/>
                </a:lnTo>
                <a:lnTo>
                  <a:pt x="126091" y="89865"/>
                </a:lnTo>
                <a:lnTo>
                  <a:pt x="127358" y="88564"/>
                </a:lnTo>
                <a:lnTo>
                  <a:pt x="127358" y="90632"/>
                </a:lnTo>
                <a:lnTo>
                  <a:pt x="128726" y="91967"/>
                </a:lnTo>
                <a:lnTo>
                  <a:pt x="126924" y="91967"/>
                </a:lnTo>
                <a:close/>
                <a:moveTo>
                  <a:pt x="119386" y="91967"/>
                </a:moveTo>
                <a:lnTo>
                  <a:pt x="117584" y="91967"/>
                </a:lnTo>
                <a:lnTo>
                  <a:pt x="118952" y="90632"/>
                </a:lnTo>
                <a:lnTo>
                  <a:pt x="118952" y="88564"/>
                </a:lnTo>
                <a:lnTo>
                  <a:pt x="120220" y="89865"/>
                </a:lnTo>
                <a:lnTo>
                  <a:pt x="120220" y="91166"/>
                </a:lnTo>
                <a:close/>
                <a:moveTo>
                  <a:pt x="96136" y="91967"/>
                </a:moveTo>
                <a:lnTo>
                  <a:pt x="95302" y="91166"/>
                </a:lnTo>
                <a:lnTo>
                  <a:pt x="95302" y="89865"/>
                </a:lnTo>
                <a:lnTo>
                  <a:pt x="96569" y="88564"/>
                </a:lnTo>
                <a:lnTo>
                  <a:pt x="96569" y="90632"/>
                </a:lnTo>
                <a:lnTo>
                  <a:pt x="97937" y="91967"/>
                </a:lnTo>
                <a:lnTo>
                  <a:pt x="96136" y="91967"/>
                </a:lnTo>
                <a:close/>
                <a:moveTo>
                  <a:pt x="88597" y="91967"/>
                </a:moveTo>
                <a:lnTo>
                  <a:pt x="86796" y="91967"/>
                </a:lnTo>
                <a:lnTo>
                  <a:pt x="88130" y="90632"/>
                </a:lnTo>
                <a:lnTo>
                  <a:pt x="88130" y="88564"/>
                </a:lnTo>
                <a:lnTo>
                  <a:pt x="89431" y="89865"/>
                </a:lnTo>
                <a:lnTo>
                  <a:pt x="89431" y="91166"/>
                </a:lnTo>
                <a:close/>
                <a:moveTo>
                  <a:pt x="65347" y="91967"/>
                </a:moveTo>
                <a:lnTo>
                  <a:pt x="64513" y="91166"/>
                </a:lnTo>
                <a:lnTo>
                  <a:pt x="64513" y="89865"/>
                </a:lnTo>
                <a:lnTo>
                  <a:pt x="65781" y="88564"/>
                </a:lnTo>
                <a:lnTo>
                  <a:pt x="65781" y="90632"/>
                </a:lnTo>
                <a:lnTo>
                  <a:pt x="67148" y="91967"/>
                </a:lnTo>
                <a:lnTo>
                  <a:pt x="65347" y="91967"/>
                </a:lnTo>
                <a:close/>
                <a:moveTo>
                  <a:pt x="57808" y="91967"/>
                </a:moveTo>
                <a:lnTo>
                  <a:pt x="56007" y="91967"/>
                </a:lnTo>
                <a:lnTo>
                  <a:pt x="57341" y="90632"/>
                </a:lnTo>
                <a:lnTo>
                  <a:pt x="57341" y="88564"/>
                </a:lnTo>
                <a:lnTo>
                  <a:pt x="58642" y="89865"/>
                </a:lnTo>
                <a:lnTo>
                  <a:pt x="58642" y="91166"/>
                </a:lnTo>
                <a:close/>
                <a:moveTo>
                  <a:pt x="34525" y="91967"/>
                </a:moveTo>
                <a:lnTo>
                  <a:pt x="33725" y="91166"/>
                </a:lnTo>
                <a:lnTo>
                  <a:pt x="33725" y="89865"/>
                </a:lnTo>
                <a:lnTo>
                  <a:pt x="34992" y="88564"/>
                </a:lnTo>
                <a:lnTo>
                  <a:pt x="34992" y="90632"/>
                </a:lnTo>
                <a:lnTo>
                  <a:pt x="36360" y="91967"/>
                </a:lnTo>
                <a:lnTo>
                  <a:pt x="34525" y="91967"/>
                </a:lnTo>
                <a:close/>
                <a:moveTo>
                  <a:pt x="28254" y="89432"/>
                </a:moveTo>
                <a:lnTo>
                  <a:pt x="26986" y="88164"/>
                </a:lnTo>
                <a:lnTo>
                  <a:pt x="28854" y="88164"/>
                </a:lnTo>
                <a:lnTo>
                  <a:pt x="29155" y="88031"/>
                </a:lnTo>
                <a:lnTo>
                  <a:pt x="30389" y="86796"/>
                </a:lnTo>
                <a:lnTo>
                  <a:pt x="30389" y="88598"/>
                </a:lnTo>
                <a:lnTo>
                  <a:pt x="29555" y="89432"/>
                </a:lnTo>
                <a:lnTo>
                  <a:pt x="28254" y="89432"/>
                </a:lnTo>
                <a:close/>
                <a:moveTo>
                  <a:pt x="28254" y="33725"/>
                </a:moveTo>
                <a:lnTo>
                  <a:pt x="29555" y="33725"/>
                </a:lnTo>
                <a:lnTo>
                  <a:pt x="30389" y="34559"/>
                </a:lnTo>
                <a:lnTo>
                  <a:pt x="30389" y="36360"/>
                </a:lnTo>
                <a:lnTo>
                  <a:pt x="29155" y="35126"/>
                </a:lnTo>
                <a:lnTo>
                  <a:pt x="28854" y="34993"/>
                </a:lnTo>
                <a:lnTo>
                  <a:pt x="26986" y="34993"/>
                </a:lnTo>
                <a:close/>
                <a:moveTo>
                  <a:pt x="34525" y="31190"/>
                </a:moveTo>
                <a:lnTo>
                  <a:pt x="36360" y="31190"/>
                </a:lnTo>
                <a:lnTo>
                  <a:pt x="34992" y="32524"/>
                </a:lnTo>
                <a:lnTo>
                  <a:pt x="34992" y="34592"/>
                </a:lnTo>
                <a:lnTo>
                  <a:pt x="33725" y="33291"/>
                </a:lnTo>
                <a:lnTo>
                  <a:pt x="33725" y="31990"/>
                </a:lnTo>
                <a:close/>
                <a:moveTo>
                  <a:pt x="57808" y="31190"/>
                </a:moveTo>
                <a:lnTo>
                  <a:pt x="58642" y="31990"/>
                </a:lnTo>
                <a:lnTo>
                  <a:pt x="58642" y="33291"/>
                </a:lnTo>
                <a:lnTo>
                  <a:pt x="57341" y="34592"/>
                </a:lnTo>
                <a:lnTo>
                  <a:pt x="57341" y="32524"/>
                </a:lnTo>
                <a:lnTo>
                  <a:pt x="56007" y="31190"/>
                </a:lnTo>
                <a:lnTo>
                  <a:pt x="57808" y="31190"/>
                </a:lnTo>
                <a:close/>
                <a:moveTo>
                  <a:pt x="65347" y="31190"/>
                </a:moveTo>
                <a:lnTo>
                  <a:pt x="67148" y="31190"/>
                </a:lnTo>
                <a:lnTo>
                  <a:pt x="65781" y="32524"/>
                </a:lnTo>
                <a:lnTo>
                  <a:pt x="65781" y="34592"/>
                </a:lnTo>
                <a:lnTo>
                  <a:pt x="64513" y="33291"/>
                </a:lnTo>
                <a:lnTo>
                  <a:pt x="64513" y="31990"/>
                </a:lnTo>
                <a:close/>
                <a:moveTo>
                  <a:pt x="88597" y="31190"/>
                </a:moveTo>
                <a:lnTo>
                  <a:pt x="89431" y="31990"/>
                </a:lnTo>
                <a:lnTo>
                  <a:pt x="89431" y="33291"/>
                </a:lnTo>
                <a:lnTo>
                  <a:pt x="88130" y="34592"/>
                </a:lnTo>
                <a:lnTo>
                  <a:pt x="88130" y="32524"/>
                </a:lnTo>
                <a:lnTo>
                  <a:pt x="86796" y="31190"/>
                </a:lnTo>
                <a:lnTo>
                  <a:pt x="88597" y="31190"/>
                </a:lnTo>
                <a:close/>
                <a:moveTo>
                  <a:pt x="96136" y="31190"/>
                </a:moveTo>
                <a:lnTo>
                  <a:pt x="97937" y="31190"/>
                </a:lnTo>
                <a:lnTo>
                  <a:pt x="96569" y="32524"/>
                </a:lnTo>
                <a:lnTo>
                  <a:pt x="96569" y="34592"/>
                </a:lnTo>
                <a:lnTo>
                  <a:pt x="95302" y="33291"/>
                </a:lnTo>
                <a:lnTo>
                  <a:pt x="95302" y="31990"/>
                </a:lnTo>
                <a:close/>
                <a:moveTo>
                  <a:pt x="119386" y="31190"/>
                </a:moveTo>
                <a:lnTo>
                  <a:pt x="120220" y="31990"/>
                </a:lnTo>
                <a:lnTo>
                  <a:pt x="120220" y="33291"/>
                </a:lnTo>
                <a:lnTo>
                  <a:pt x="118952" y="34592"/>
                </a:lnTo>
                <a:lnTo>
                  <a:pt x="118952" y="32524"/>
                </a:lnTo>
                <a:lnTo>
                  <a:pt x="117584" y="31190"/>
                </a:lnTo>
                <a:lnTo>
                  <a:pt x="119386" y="31190"/>
                </a:lnTo>
                <a:close/>
                <a:moveTo>
                  <a:pt x="126924" y="31190"/>
                </a:moveTo>
                <a:lnTo>
                  <a:pt x="128726" y="31190"/>
                </a:lnTo>
                <a:lnTo>
                  <a:pt x="127391" y="32524"/>
                </a:lnTo>
                <a:lnTo>
                  <a:pt x="127391" y="34592"/>
                </a:lnTo>
                <a:lnTo>
                  <a:pt x="126091" y="33291"/>
                </a:lnTo>
                <a:lnTo>
                  <a:pt x="126091" y="31990"/>
                </a:lnTo>
                <a:close/>
                <a:moveTo>
                  <a:pt x="150174" y="31190"/>
                </a:moveTo>
                <a:lnTo>
                  <a:pt x="151008" y="31990"/>
                </a:lnTo>
                <a:lnTo>
                  <a:pt x="151008" y="33291"/>
                </a:lnTo>
                <a:lnTo>
                  <a:pt x="149741" y="34592"/>
                </a:lnTo>
                <a:lnTo>
                  <a:pt x="149741" y="32524"/>
                </a:lnTo>
                <a:lnTo>
                  <a:pt x="148373" y="31190"/>
                </a:lnTo>
                <a:lnTo>
                  <a:pt x="150174" y="31190"/>
                </a:lnTo>
                <a:close/>
                <a:moveTo>
                  <a:pt x="157713" y="31190"/>
                </a:moveTo>
                <a:lnTo>
                  <a:pt x="159514" y="31190"/>
                </a:lnTo>
                <a:lnTo>
                  <a:pt x="158180" y="32524"/>
                </a:lnTo>
                <a:lnTo>
                  <a:pt x="158180" y="34592"/>
                </a:lnTo>
                <a:lnTo>
                  <a:pt x="156879" y="33291"/>
                </a:lnTo>
                <a:lnTo>
                  <a:pt x="156879" y="31990"/>
                </a:lnTo>
                <a:close/>
                <a:moveTo>
                  <a:pt x="180996" y="31190"/>
                </a:moveTo>
                <a:lnTo>
                  <a:pt x="181797" y="31990"/>
                </a:lnTo>
                <a:lnTo>
                  <a:pt x="181797" y="33291"/>
                </a:lnTo>
                <a:lnTo>
                  <a:pt x="180529" y="34592"/>
                </a:lnTo>
                <a:lnTo>
                  <a:pt x="180529" y="32524"/>
                </a:lnTo>
                <a:lnTo>
                  <a:pt x="179162" y="31190"/>
                </a:lnTo>
                <a:lnTo>
                  <a:pt x="180996" y="31190"/>
                </a:lnTo>
                <a:close/>
                <a:moveTo>
                  <a:pt x="188502" y="31190"/>
                </a:moveTo>
                <a:lnTo>
                  <a:pt x="190303" y="31190"/>
                </a:lnTo>
                <a:lnTo>
                  <a:pt x="188969" y="32524"/>
                </a:lnTo>
                <a:lnTo>
                  <a:pt x="188969" y="34592"/>
                </a:lnTo>
                <a:lnTo>
                  <a:pt x="187668" y="33291"/>
                </a:lnTo>
                <a:lnTo>
                  <a:pt x="187668" y="31990"/>
                </a:lnTo>
                <a:close/>
                <a:moveTo>
                  <a:pt x="211785" y="31190"/>
                </a:moveTo>
                <a:lnTo>
                  <a:pt x="212586" y="31990"/>
                </a:lnTo>
                <a:lnTo>
                  <a:pt x="212586" y="33291"/>
                </a:lnTo>
                <a:lnTo>
                  <a:pt x="211318" y="34592"/>
                </a:lnTo>
                <a:lnTo>
                  <a:pt x="211318" y="32524"/>
                </a:lnTo>
                <a:lnTo>
                  <a:pt x="209950" y="31190"/>
                </a:lnTo>
                <a:lnTo>
                  <a:pt x="211785" y="31190"/>
                </a:lnTo>
                <a:close/>
                <a:moveTo>
                  <a:pt x="215121" y="57809"/>
                </a:moveTo>
                <a:lnTo>
                  <a:pt x="214320" y="58643"/>
                </a:lnTo>
                <a:lnTo>
                  <a:pt x="213019" y="58643"/>
                </a:lnTo>
                <a:lnTo>
                  <a:pt x="211718" y="57375"/>
                </a:lnTo>
                <a:lnTo>
                  <a:pt x="213620" y="57375"/>
                </a:lnTo>
                <a:lnTo>
                  <a:pt x="213887" y="57242"/>
                </a:lnTo>
                <a:lnTo>
                  <a:pt x="215121" y="56008"/>
                </a:lnTo>
                <a:close/>
                <a:moveTo>
                  <a:pt x="31189" y="65348"/>
                </a:moveTo>
                <a:lnTo>
                  <a:pt x="31990" y="64514"/>
                </a:lnTo>
                <a:lnTo>
                  <a:pt x="33291" y="64514"/>
                </a:lnTo>
                <a:lnTo>
                  <a:pt x="34592" y="65815"/>
                </a:lnTo>
                <a:lnTo>
                  <a:pt x="32691" y="65815"/>
                </a:lnTo>
                <a:lnTo>
                  <a:pt x="32424" y="65915"/>
                </a:lnTo>
                <a:lnTo>
                  <a:pt x="31156" y="67149"/>
                </a:lnTo>
                <a:lnTo>
                  <a:pt x="31156" y="65348"/>
                </a:lnTo>
                <a:close/>
                <a:moveTo>
                  <a:pt x="210618" y="86896"/>
                </a:moveTo>
                <a:lnTo>
                  <a:pt x="209083" y="85362"/>
                </a:lnTo>
                <a:lnTo>
                  <a:pt x="209083" y="80692"/>
                </a:lnTo>
                <a:lnTo>
                  <a:pt x="212419" y="77356"/>
                </a:lnTo>
                <a:lnTo>
                  <a:pt x="214587" y="77356"/>
                </a:lnTo>
                <a:lnTo>
                  <a:pt x="210618" y="81326"/>
                </a:lnTo>
                <a:lnTo>
                  <a:pt x="210618" y="86896"/>
                </a:lnTo>
                <a:close/>
                <a:moveTo>
                  <a:pt x="189636" y="86896"/>
                </a:moveTo>
                <a:lnTo>
                  <a:pt x="189636" y="81326"/>
                </a:lnTo>
                <a:lnTo>
                  <a:pt x="185700" y="77356"/>
                </a:lnTo>
                <a:lnTo>
                  <a:pt x="187868" y="77356"/>
                </a:lnTo>
                <a:lnTo>
                  <a:pt x="191170" y="80692"/>
                </a:lnTo>
                <a:lnTo>
                  <a:pt x="191170" y="85362"/>
                </a:lnTo>
                <a:close/>
                <a:moveTo>
                  <a:pt x="179829" y="86896"/>
                </a:moveTo>
                <a:lnTo>
                  <a:pt x="178294" y="85362"/>
                </a:lnTo>
                <a:lnTo>
                  <a:pt x="178294" y="80692"/>
                </a:lnTo>
                <a:lnTo>
                  <a:pt x="181630" y="77356"/>
                </a:lnTo>
                <a:lnTo>
                  <a:pt x="183798" y="77356"/>
                </a:lnTo>
                <a:lnTo>
                  <a:pt x="179829" y="81326"/>
                </a:lnTo>
                <a:lnTo>
                  <a:pt x="179829" y="86896"/>
                </a:lnTo>
                <a:close/>
                <a:moveTo>
                  <a:pt x="158847" y="86896"/>
                </a:moveTo>
                <a:lnTo>
                  <a:pt x="158847" y="81326"/>
                </a:lnTo>
                <a:lnTo>
                  <a:pt x="154911" y="77356"/>
                </a:lnTo>
                <a:lnTo>
                  <a:pt x="157079" y="77356"/>
                </a:lnTo>
                <a:lnTo>
                  <a:pt x="160382" y="80692"/>
                </a:lnTo>
                <a:lnTo>
                  <a:pt x="160382" y="85362"/>
                </a:lnTo>
                <a:close/>
                <a:moveTo>
                  <a:pt x="149040" y="86896"/>
                </a:moveTo>
                <a:lnTo>
                  <a:pt x="147506" y="85362"/>
                </a:lnTo>
                <a:lnTo>
                  <a:pt x="147506" y="80692"/>
                </a:lnTo>
                <a:lnTo>
                  <a:pt x="150842" y="77356"/>
                </a:lnTo>
                <a:lnTo>
                  <a:pt x="152976" y="77356"/>
                </a:lnTo>
                <a:lnTo>
                  <a:pt x="149040" y="81326"/>
                </a:lnTo>
                <a:lnTo>
                  <a:pt x="149040" y="86896"/>
                </a:lnTo>
                <a:close/>
                <a:moveTo>
                  <a:pt x="128059" y="86896"/>
                </a:moveTo>
                <a:lnTo>
                  <a:pt x="128059" y="81326"/>
                </a:lnTo>
                <a:lnTo>
                  <a:pt x="124122" y="77356"/>
                </a:lnTo>
                <a:lnTo>
                  <a:pt x="126291" y="77356"/>
                </a:lnTo>
                <a:lnTo>
                  <a:pt x="129593" y="80692"/>
                </a:lnTo>
                <a:lnTo>
                  <a:pt x="129593" y="85362"/>
                </a:lnTo>
                <a:close/>
                <a:moveTo>
                  <a:pt x="118252" y="86896"/>
                </a:moveTo>
                <a:lnTo>
                  <a:pt x="116717" y="85362"/>
                </a:lnTo>
                <a:lnTo>
                  <a:pt x="116717" y="80692"/>
                </a:lnTo>
                <a:lnTo>
                  <a:pt x="120053" y="77356"/>
                </a:lnTo>
                <a:lnTo>
                  <a:pt x="122188" y="77356"/>
                </a:lnTo>
                <a:lnTo>
                  <a:pt x="118252" y="81326"/>
                </a:lnTo>
                <a:close/>
                <a:moveTo>
                  <a:pt x="97270" y="86896"/>
                </a:moveTo>
                <a:lnTo>
                  <a:pt x="97270" y="81326"/>
                </a:lnTo>
                <a:lnTo>
                  <a:pt x="93334" y="77356"/>
                </a:lnTo>
                <a:lnTo>
                  <a:pt x="95469" y="77356"/>
                </a:lnTo>
                <a:lnTo>
                  <a:pt x="98804" y="80692"/>
                </a:lnTo>
                <a:lnTo>
                  <a:pt x="98804" y="85362"/>
                </a:lnTo>
                <a:close/>
                <a:moveTo>
                  <a:pt x="87463" y="86896"/>
                </a:moveTo>
                <a:lnTo>
                  <a:pt x="85929" y="85362"/>
                </a:lnTo>
                <a:lnTo>
                  <a:pt x="85929" y="80692"/>
                </a:lnTo>
                <a:lnTo>
                  <a:pt x="89231" y="77356"/>
                </a:lnTo>
                <a:lnTo>
                  <a:pt x="91399" y="77356"/>
                </a:lnTo>
                <a:lnTo>
                  <a:pt x="87463" y="81326"/>
                </a:lnTo>
                <a:close/>
                <a:moveTo>
                  <a:pt x="66481" y="86896"/>
                </a:moveTo>
                <a:lnTo>
                  <a:pt x="66481" y="81326"/>
                </a:lnTo>
                <a:lnTo>
                  <a:pt x="62545" y="77356"/>
                </a:lnTo>
                <a:lnTo>
                  <a:pt x="64713" y="77356"/>
                </a:lnTo>
                <a:lnTo>
                  <a:pt x="68016" y="80692"/>
                </a:lnTo>
                <a:lnTo>
                  <a:pt x="68016" y="85362"/>
                </a:lnTo>
                <a:close/>
                <a:moveTo>
                  <a:pt x="56674" y="86896"/>
                </a:moveTo>
                <a:lnTo>
                  <a:pt x="55140" y="85362"/>
                </a:lnTo>
                <a:lnTo>
                  <a:pt x="55140" y="80692"/>
                </a:lnTo>
                <a:lnTo>
                  <a:pt x="58442" y="77356"/>
                </a:lnTo>
                <a:lnTo>
                  <a:pt x="60610" y="77356"/>
                </a:lnTo>
                <a:lnTo>
                  <a:pt x="56674" y="81326"/>
                </a:lnTo>
                <a:close/>
                <a:moveTo>
                  <a:pt x="35693" y="86896"/>
                </a:moveTo>
                <a:lnTo>
                  <a:pt x="35693" y="81326"/>
                </a:lnTo>
                <a:lnTo>
                  <a:pt x="31723" y="77356"/>
                </a:lnTo>
                <a:lnTo>
                  <a:pt x="33891" y="77356"/>
                </a:lnTo>
                <a:lnTo>
                  <a:pt x="37227" y="80692"/>
                </a:lnTo>
                <a:lnTo>
                  <a:pt x="37227" y="85362"/>
                </a:lnTo>
                <a:close/>
                <a:moveTo>
                  <a:pt x="35693" y="36260"/>
                </a:moveTo>
                <a:lnTo>
                  <a:pt x="37227" y="37795"/>
                </a:lnTo>
                <a:lnTo>
                  <a:pt x="37227" y="42465"/>
                </a:lnTo>
                <a:lnTo>
                  <a:pt x="33891" y="45800"/>
                </a:lnTo>
                <a:lnTo>
                  <a:pt x="31723" y="45800"/>
                </a:lnTo>
                <a:lnTo>
                  <a:pt x="35693" y="41831"/>
                </a:lnTo>
                <a:lnTo>
                  <a:pt x="35693" y="36260"/>
                </a:lnTo>
                <a:close/>
                <a:moveTo>
                  <a:pt x="56674" y="36260"/>
                </a:moveTo>
                <a:lnTo>
                  <a:pt x="56674" y="41831"/>
                </a:lnTo>
                <a:lnTo>
                  <a:pt x="60610" y="45800"/>
                </a:lnTo>
                <a:lnTo>
                  <a:pt x="58442" y="45800"/>
                </a:lnTo>
                <a:lnTo>
                  <a:pt x="55140" y="42465"/>
                </a:lnTo>
                <a:lnTo>
                  <a:pt x="55140" y="37795"/>
                </a:lnTo>
                <a:close/>
                <a:moveTo>
                  <a:pt x="66481" y="36260"/>
                </a:moveTo>
                <a:lnTo>
                  <a:pt x="68016" y="37795"/>
                </a:lnTo>
                <a:lnTo>
                  <a:pt x="68016" y="42465"/>
                </a:lnTo>
                <a:lnTo>
                  <a:pt x="64680" y="45800"/>
                </a:lnTo>
                <a:lnTo>
                  <a:pt x="62512" y="45800"/>
                </a:lnTo>
                <a:lnTo>
                  <a:pt x="66481" y="41831"/>
                </a:lnTo>
                <a:lnTo>
                  <a:pt x="66481" y="36260"/>
                </a:lnTo>
                <a:close/>
                <a:moveTo>
                  <a:pt x="87463" y="36260"/>
                </a:moveTo>
                <a:lnTo>
                  <a:pt x="87463" y="41831"/>
                </a:lnTo>
                <a:lnTo>
                  <a:pt x="91399" y="45800"/>
                </a:lnTo>
                <a:lnTo>
                  <a:pt x="89231" y="45800"/>
                </a:lnTo>
                <a:lnTo>
                  <a:pt x="85929" y="42465"/>
                </a:lnTo>
                <a:lnTo>
                  <a:pt x="85929" y="37795"/>
                </a:lnTo>
                <a:close/>
                <a:moveTo>
                  <a:pt x="97270" y="36260"/>
                </a:moveTo>
                <a:lnTo>
                  <a:pt x="98804" y="37795"/>
                </a:lnTo>
                <a:lnTo>
                  <a:pt x="98804" y="42465"/>
                </a:lnTo>
                <a:lnTo>
                  <a:pt x="95469" y="45800"/>
                </a:lnTo>
                <a:lnTo>
                  <a:pt x="93334" y="45800"/>
                </a:lnTo>
                <a:lnTo>
                  <a:pt x="97270" y="41831"/>
                </a:lnTo>
                <a:close/>
                <a:moveTo>
                  <a:pt x="118252" y="36260"/>
                </a:moveTo>
                <a:lnTo>
                  <a:pt x="118252" y="41831"/>
                </a:lnTo>
                <a:lnTo>
                  <a:pt x="122188" y="45800"/>
                </a:lnTo>
                <a:lnTo>
                  <a:pt x="120053" y="45800"/>
                </a:lnTo>
                <a:lnTo>
                  <a:pt x="116717" y="42465"/>
                </a:lnTo>
                <a:lnTo>
                  <a:pt x="116717" y="37795"/>
                </a:lnTo>
                <a:close/>
                <a:moveTo>
                  <a:pt x="128059" y="36260"/>
                </a:moveTo>
                <a:lnTo>
                  <a:pt x="129593" y="37795"/>
                </a:lnTo>
                <a:lnTo>
                  <a:pt x="129593" y="42465"/>
                </a:lnTo>
                <a:lnTo>
                  <a:pt x="126291" y="45800"/>
                </a:lnTo>
                <a:lnTo>
                  <a:pt x="124122" y="45800"/>
                </a:lnTo>
                <a:lnTo>
                  <a:pt x="128059" y="41831"/>
                </a:lnTo>
                <a:lnTo>
                  <a:pt x="128059" y="36260"/>
                </a:lnTo>
                <a:close/>
                <a:moveTo>
                  <a:pt x="149040" y="36260"/>
                </a:moveTo>
                <a:lnTo>
                  <a:pt x="149040" y="41831"/>
                </a:lnTo>
                <a:lnTo>
                  <a:pt x="153010" y="45800"/>
                </a:lnTo>
                <a:lnTo>
                  <a:pt x="150842" y="45800"/>
                </a:lnTo>
                <a:lnTo>
                  <a:pt x="147506" y="42465"/>
                </a:lnTo>
                <a:lnTo>
                  <a:pt x="147506" y="37795"/>
                </a:lnTo>
                <a:close/>
                <a:moveTo>
                  <a:pt x="158847" y="36260"/>
                </a:moveTo>
                <a:lnTo>
                  <a:pt x="160382" y="37795"/>
                </a:lnTo>
                <a:lnTo>
                  <a:pt x="160382" y="42465"/>
                </a:lnTo>
                <a:lnTo>
                  <a:pt x="157079" y="45800"/>
                </a:lnTo>
                <a:lnTo>
                  <a:pt x="154911" y="45800"/>
                </a:lnTo>
                <a:lnTo>
                  <a:pt x="158847" y="41831"/>
                </a:lnTo>
                <a:lnTo>
                  <a:pt x="158847" y="36260"/>
                </a:lnTo>
                <a:close/>
                <a:moveTo>
                  <a:pt x="179829" y="36260"/>
                </a:moveTo>
                <a:lnTo>
                  <a:pt x="179829" y="41831"/>
                </a:lnTo>
                <a:lnTo>
                  <a:pt x="183798" y="45800"/>
                </a:lnTo>
                <a:lnTo>
                  <a:pt x="181630" y="45800"/>
                </a:lnTo>
                <a:lnTo>
                  <a:pt x="178294" y="42465"/>
                </a:lnTo>
                <a:lnTo>
                  <a:pt x="178294" y="37795"/>
                </a:lnTo>
                <a:close/>
                <a:moveTo>
                  <a:pt x="189636" y="36260"/>
                </a:moveTo>
                <a:lnTo>
                  <a:pt x="191170" y="37795"/>
                </a:lnTo>
                <a:lnTo>
                  <a:pt x="191170" y="42465"/>
                </a:lnTo>
                <a:lnTo>
                  <a:pt x="187868" y="45800"/>
                </a:lnTo>
                <a:lnTo>
                  <a:pt x="185700" y="45800"/>
                </a:lnTo>
                <a:lnTo>
                  <a:pt x="189636" y="41831"/>
                </a:lnTo>
                <a:lnTo>
                  <a:pt x="189636" y="36260"/>
                </a:lnTo>
                <a:close/>
                <a:moveTo>
                  <a:pt x="208549" y="68016"/>
                </a:moveTo>
                <a:lnTo>
                  <a:pt x="203846" y="68016"/>
                </a:lnTo>
                <a:lnTo>
                  <a:pt x="200544" y="64714"/>
                </a:lnTo>
                <a:lnTo>
                  <a:pt x="200544" y="62546"/>
                </a:lnTo>
                <a:lnTo>
                  <a:pt x="204480" y="66482"/>
                </a:lnTo>
                <a:lnTo>
                  <a:pt x="210084" y="66482"/>
                </a:lnTo>
                <a:close/>
                <a:moveTo>
                  <a:pt x="208916" y="76589"/>
                </a:moveTo>
                <a:lnTo>
                  <a:pt x="206648" y="74287"/>
                </a:lnTo>
                <a:lnTo>
                  <a:pt x="206648" y="71052"/>
                </a:lnTo>
                <a:lnTo>
                  <a:pt x="208316" y="69351"/>
                </a:lnTo>
                <a:lnTo>
                  <a:pt x="208316" y="73587"/>
                </a:lnTo>
                <a:lnTo>
                  <a:pt x="211285" y="76589"/>
                </a:lnTo>
                <a:lnTo>
                  <a:pt x="208916" y="76589"/>
                </a:lnTo>
                <a:close/>
                <a:moveTo>
                  <a:pt x="205848" y="82126"/>
                </a:moveTo>
                <a:lnTo>
                  <a:pt x="204513" y="80792"/>
                </a:lnTo>
                <a:lnTo>
                  <a:pt x="204513" y="78791"/>
                </a:lnTo>
                <a:lnTo>
                  <a:pt x="205948" y="77356"/>
                </a:lnTo>
                <a:lnTo>
                  <a:pt x="207816" y="77356"/>
                </a:lnTo>
                <a:lnTo>
                  <a:pt x="205848" y="79324"/>
                </a:lnTo>
                <a:close/>
                <a:moveTo>
                  <a:pt x="188969" y="76589"/>
                </a:moveTo>
                <a:lnTo>
                  <a:pt x="191971" y="73587"/>
                </a:lnTo>
                <a:lnTo>
                  <a:pt x="191971" y="69351"/>
                </a:lnTo>
                <a:lnTo>
                  <a:pt x="193639" y="71052"/>
                </a:lnTo>
                <a:lnTo>
                  <a:pt x="193639" y="74287"/>
                </a:lnTo>
                <a:lnTo>
                  <a:pt x="191337" y="76589"/>
                </a:lnTo>
                <a:close/>
                <a:moveTo>
                  <a:pt x="185700" y="76589"/>
                </a:moveTo>
                <a:lnTo>
                  <a:pt x="189636" y="72620"/>
                </a:lnTo>
                <a:lnTo>
                  <a:pt x="189636" y="67049"/>
                </a:lnTo>
                <a:lnTo>
                  <a:pt x="191170" y="68583"/>
                </a:lnTo>
                <a:lnTo>
                  <a:pt x="191170" y="73253"/>
                </a:lnTo>
                <a:lnTo>
                  <a:pt x="187868" y="76589"/>
                </a:lnTo>
                <a:lnTo>
                  <a:pt x="185700" y="76589"/>
                </a:lnTo>
                <a:close/>
                <a:moveTo>
                  <a:pt x="181630" y="76589"/>
                </a:moveTo>
                <a:lnTo>
                  <a:pt x="178294" y="73253"/>
                </a:lnTo>
                <a:lnTo>
                  <a:pt x="178294" y="68583"/>
                </a:lnTo>
                <a:lnTo>
                  <a:pt x="179829" y="67049"/>
                </a:lnTo>
                <a:lnTo>
                  <a:pt x="179829" y="72620"/>
                </a:lnTo>
                <a:lnTo>
                  <a:pt x="183798" y="76589"/>
                </a:lnTo>
                <a:lnTo>
                  <a:pt x="181630" y="76589"/>
                </a:lnTo>
                <a:close/>
                <a:moveTo>
                  <a:pt x="178128" y="76589"/>
                </a:moveTo>
                <a:lnTo>
                  <a:pt x="175826" y="74287"/>
                </a:lnTo>
                <a:lnTo>
                  <a:pt x="175826" y="71052"/>
                </a:lnTo>
                <a:lnTo>
                  <a:pt x="177527" y="69351"/>
                </a:lnTo>
                <a:lnTo>
                  <a:pt x="177527" y="73587"/>
                </a:lnTo>
                <a:lnTo>
                  <a:pt x="180496" y="76589"/>
                </a:lnTo>
                <a:lnTo>
                  <a:pt x="178128" y="76589"/>
                </a:lnTo>
                <a:close/>
                <a:moveTo>
                  <a:pt x="175059" y="82126"/>
                </a:moveTo>
                <a:lnTo>
                  <a:pt x="173725" y="80792"/>
                </a:lnTo>
                <a:lnTo>
                  <a:pt x="173725" y="78791"/>
                </a:lnTo>
                <a:lnTo>
                  <a:pt x="175159" y="77356"/>
                </a:lnTo>
                <a:lnTo>
                  <a:pt x="177027" y="77356"/>
                </a:lnTo>
                <a:lnTo>
                  <a:pt x="175059" y="79324"/>
                </a:lnTo>
                <a:close/>
                <a:moveTo>
                  <a:pt x="158180" y="76589"/>
                </a:moveTo>
                <a:lnTo>
                  <a:pt x="161182" y="73587"/>
                </a:lnTo>
                <a:lnTo>
                  <a:pt x="161182" y="69351"/>
                </a:lnTo>
                <a:lnTo>
                  <a:pt x="162850" y="71052"/>
                </a:lnTo>
                <a:lnTo>
                  <a:pt x="162850" y="74287"/>
                </a:lnTo>
                <a:lnTo>
                  <a:pt x="160548" y="76589"/>
                </a:lnTo>
                <a:close/>
                <a:moveTo>
                  <a:pt x="154911" y="76589"/>
                </a:moveTo>
                <a:lnTo>
                  <a:pt x="158847" y="72620"/>
                </a:lnTo>
                <a:lnTo>
                  <a:pt x="158847" y="67049"/>
                </a:lnTo>
                <a:lnTo>
                  <a:pt x="160382" y="68583"/>
                </a:lnTo>
                <a:lnTo>
                  <a:pt x="160382" y="73253"/>
                </a:lnTo>
                <a:lnTo>
                  <a:pt x="157079" y="76589"/>
                </a:lnTo>
                <a:lnTo>
                  <a:pt x="154911" y="76589"/>
                </a:lnTo>
                <a:close/>
                <a:moveTo>
                  <a:pt x="150842" y="76589"/>
                </a:moveTo>
                <a:lnTo>
                  <a:pt x="147506" y="73253"/>
                </a:lnTo>
                <a:lnTo>
                  <a:pt x="147506" y="68583"/>
                </a:lnTo>
                <a:lnTo>
                  <a:pt x="149040" y="67049"/>
                </a:lnTo>
                <a:lnTo>
                  <a:pt x="149040" y="72620"/>
                </a:lnTo>
                <a:lnTo>
                  <a:pt x="153010" y="76589"/>
                </a:lnTo>
                <a:lnTo>
                  <a:pt x="150842" y="76589"/>
                </a:lnTo>
                <a:close/>
                <a:moveTo>
                  <a:pt x="147339" y="76589"/>
                </a:moveTo>
                <a:lnTo>
                  <a:pt x="145037" y="74287"/>
                </a:lnTo>
                <a:lnTo>
                  <a:pt x="145037" y="71052"/>
                </a:lnTo>
                <a:lnTo>
                  <a:pt x="146739" y="69351"/>
                </a:lnTo>
                <a:lnTo>
                  <a:pt x="146739" y="73587"/>
                </a:lnTo>
                <a:lnTo>
                  <a:pt x="149707" y="76589"/>
                </a:lnTo>
                <a:lnTo>
                  <a:pt x="147339" y="76589"/>
                </a:lnTo>
                <a:close/>
                <a:moveTo>
                  <a:pt x="144270" y="82126"/>
                </a:moveTo>
                <a:lnTo>
                  <a:pt x="142936" y="80792"/>
                </a:lnTo>
                <a:lnTo>
                  <a:pt x="142936" y="78791"/>
                </a:lnTo>
                <a:lnTo>
                  <a:pt x="144370" y="77356"/>
                </a:lnTo>
                <a:lnTo>
                  <a:pt x="146238" y="77356"/>
                </a:lnTo>
                <a:lnTo>
                  <a:pt x="144270" y="79324"/>
                </a:lnTo>
                <a:close/>
                <a:moveTo>
                  <a:pt x="127391" y="76589"/>
                </a:moveTo>
                <a:lnTo>
                  <a:pt x="130394" y="73587"/>
                </a:lnTo>
                <a:lnTo>
                  <a:pt x="130394" y="69351"/>
                </a:lnTo>
                <a:lnTo>
                  <a:pt x="132061" y="71052"/>
                </a:lnTo>
                <a:lnTo>
                  <a:pt x="132061" y="74287"/>
                </a:lnTo>
                <a:lnTo>
                  <a:pt x="129760" y="76589"/>
                </a:lnTo>
                <a:close/>
                <a:moveTo>
                  <a:pt x="124122" y="76589"/>
                </a:moveTo>
                <a:lnTo>
                  <a:pt x="128059" y="72620"/>
                </a:lnTo>
                <a:lnTo>
                  <a:pt x="128059" y="67049"/>
                </a:lnTo>
                <a:lnTo>
                  <a:pt x="129593" y="68583"/>
                </a:lnTo>
                <a:lnTo>
                  <a:pt x="129593" y="73253"/>
                </a:lnTo>
                <a:lnTo>
                  <a:pt x="126291" y="76589"/>
                </a:lnTo>
                <a:lnTo>
                  <a:pt x="124122" y="76589"/>
                </a:lnTo>
                <a:close/>
                <a:moveTo>
                  <a:pt x="120053" y="76589"/>
                </a:moveTo>
                <a:lnTo>
                  <a:pt x="116717" y="73253"/>
                </a:lnTo>
                <a:lnTo>
                  <a:pt x="116717" y="68583"/>
                </a:lnTo>
                <a:lnTo>
                  <a:pt x="118252" y="67049"/>
                </a:lnTo>
                <a:lnTo>
                  <a:pt x="118252" y="72620"/>
                </a:lnTo>
                <a:lnTo>
                  <a:pt x="122188" y="76589"/>
                </a:lnTo>
                <a:lnTo>
                  <a:pt x="120053" y="76589"/>
                </a:lnTo>
                <a:close/>
                <a:moveTo>
                  <a:pt x="116550" y="76589"/>
                </a:moveTo>
                <a:lnTo>
                  <a:pt x="114249" y="74287"/>
                </a:lnTo>
                <a:lnTo>
                  <a:pt x="114249" y="71052"/>
                </a:lnTo>
                <a:lnTo>
                  <a:pt x="115950" y="69351"/>
                </a:lnTo>
                <a:lnTo>
                  <a:pt x="115950" y="73587"/>
                </a:lnTo>
                <a:lnTo>
                  <a:pt x="118919" y="76589"/>
                </a:lnTo>
                <a:lnTo>
                  <a:pt x="116550" y="76589"/>
                </a:lnTo>
                <a:close/>
                <a:moveTo>
                  <a:pt x="113482" y="82126"/>
                </a:moveTo>
                <a:lnTo>
                  <a:pt x="112147" y="80792"/>
                </a:lnTo>
                <a:lnTo>
                  <a:pt x="112147" y="78791"/>
                </a:lnTo>
                <a:lnTo>
                  <a:pt x="113582" y="77356"/>
                </a:lnTo>
                <a:lnTo>
                  <a:pt x="115450" y="77356"/>
                </a:lnTo>
                <a:lnTo>
                  <a:pt x="113482" y="79324"/>
                </a:lnTo>
                <a:close/>
                <a:moveTo>
                  <a:pt x="96603" y="76589"/>
                </a:moveTo>
                <a:lnTo>
                  <a:pt x="99605" y="73587"/>
                </a:lnTo>
                <a:lnTo>
                  <a:pt x="99605" y="69351"/>
                </a:lnTo>
                <a:lnTo>
                  <a:pt x="101273" y="71052"/>
                </a:lnTo>
                <a:lnTo>
                  <a:pt x="101273" y="74287"/>
                </a:lnTo>
                <a:lnTo>
                  <a:pt x="98971" y="76589"/>
                </a:lnTo>
                <a:close/>
                <a:moveTo>
                  <a:pt x="93334" y="76589"/>
                </a:moveTo>
                <a:lnTo>
                  <a:pt x="97270" y="72620"/>
                </a:lnTo>
                <a:lnTo>
                  <a:pt x="97270" y="67049"/>
                </a:lnTo>
                <a:lnTo>
                  <a:pt x="98804" y="68583"/>
                </a:lnTo>
                <a:lnTo>
                  <a:pt x="98804" y="73253"/>
                </a:lnTo>
                <a:lnTo>
                  <a:pt x="95469" y="76589"/>
                </a:lnTo>
                <a:lnTo>
                  <a:pt x="93334" y="76589"/>
                </a:lnTo>
                <a:close/>
                <a:moveTo>
                  <a:pt x="89231" y="76589"/>
                </a:moveTo>
                <a:lnTo>
                  <a:pt x="85929" y="73253"/>
                </a:lnTo>
                <a:lnTo>
                  <a:pt x="85929" y="68583"/>
                </a:lnTo>
                <a:lnTo>
                  <a:pt x="87463" y="67049"/>
                </a:lnTo>
                <a:lnTo>
                  <a:pt x="87463" y="72620"/>
                </a:lnTo>
                <a:lnTo>
                  <a:pt x="91399" y="76589"/>
                </a:lnTo>
                <a:lnTo>
                  <a:pt x="89231" y="76589"/>
                </a:lnTo>
                <a:close/>
                <a:moveTo>
                  <a:pt x="85762" y="76589"/>
                </a:moveTo>
                <a:lnTo>
                  <a:pt x="83460" y="74287"/>
                </a:lnTo>
                <a:lnTo>
                  <a:pt x="83460" y="71052"/>
                </a:lnTo>
                <a:lnTo>
                  <a:pt x="85128" y="69351"/>
                </a:lnTo>
                <a:lnTo>
                  <a:pt x="85128" y="73587"/>
                </a:lnTo>
                <a:lnTo>
                  <a:pt x="88130" y="76589"/>
                </a:lnTo>
                <a:lnTo>
                  <a:pt x="85762" y="76589"/>
                </a:lnTo>
                <a:close/>
                <a:moveTo>
                  <a:pt x="82660" y="82126"/>
                </a:moveTo>
                <a:lnTo>
                  <a:pt x="81359" y="80792"/>
                </a:lnTo>
                <a:lnTo>
                  <a:pt x="81359" y="78791"/>
                </a:lnTo>
                <a:lnTo>
                  <a:pt x="82793" y="77356"/>
                </a:lnTo>
                <a:lnTo>
                  <a:pt x="84628" y="77356"/>
                </a:lnTo>
                <a:lnTo>
                  <a:pt x="82660" y="79324"/>
                </a:lnTo>
                <a:close/>
                <a:moveTo>
                  <a:pt x="65814" y="76589"/>
                </a:moveTo>
                <a:lnTo>
                  <a:pt x="68816" y="73587"/>
                </a:lnTo>
                <a:lnTo>
                  <a:pt x="68816" y="69351"/>
                </a:lnTo>
                <a:lnTo>
                  <a:pt x="70484" y="71052"/>
                </a:lnTo>
                <a:lnTo>
                  <a:pt x="70484" y="74287"/>
                </a:lnTo>
                <a:lnTo>
                  <a:pt x="68183" y="76589"/>
                </a:lnTo>
                <a:close/>
                <a:moveTo>
                  <a:pt x="62512" y="76589"/>
                </a:moveTo>
                <a:lnTo>
                  <a:pt x="66481" y="72620"/>
                </a:lnTo>
                <a:lnTo>
                  <a:pt x="66481" y="67049"/>
                </a:lnTo>
                <a:lnTo>
                  <a:pt x="68016" y="68583"/>
                </a:lnTo>
                <a:lnTo>
                  <a:pt x="68016" y="73253"/>
                </a:lnTo>
                <a:lnTo>
                  <a:pt x="64680" y="76589"/>
                </a:lnTo>
                <a:lnTo>
                  <a:pt x="62512" y="76589"/>
                </a:lnTo>
                <a:close/>
                <a:moveTo>
                  <a:pt x="58442" y="76589"/>
                </a:moveTo>
                <a:lnTo>
                  <a:pt x="55140" y="73253"/>
                </a:lnTo>
                <a:lnTo>
                  <a:pt x="55140" y="68583"/>
                </a:lnTo>
                <a:lnTo>
                  <a:pt x="56674" y="67049"/>
                </a:lnTo>
                <a:lnTo>
                  <a:pt x="56674" y="72620"/>
                </a:lnTo>
                <a:lnTo>
                  <a:pt x="60610" y="76589"/>
                </a:lnTo>
                <a:lnTo>
                  <a:pt x="58442" y="76589"/>
                </a:lnTo>
                <a:close/>
                <a:moveTo>
                  <a:pt x="54973" y="76589"/>
                </a:moveTo>
                <a:lnTo>
                  <a:pt x="52671" y="74287"/>
                </a:lnTo>
                <a:lnTo>
                  <a:pt x="52671" y="71052"/>
                </a:lnTo>
                <a:lnTo>
                  <a:pt x="54339" y="69351"/>
                </a:lnTo>
                <a:lnTo>
                  <a:pt x="54339" y="73587"/>
                </a:lnTo>
                <a:lnTo>
                  <a:pt x="57341" y="76589"/>
                </a:lnTo>
                <a:lnTo>
                  <a:pt x="54973" y="76589"/>
                </a:lnTo>
                <a:close/>
                <a:moveTo>
                  <a:pt x="51871" y="82126"/>
                </a:moveTo>
                <a:lnTo>
                  <a:pt x="50570" y="80792"/>
                </a:lnTo>
                <a:lnTo>
                  <a:pt x="50570" y="78791"/>
                </a:lnTo>
                <a:lnTo>
                  <a:pt x="51971" y="77356"/>
                </a:lnTo>
                <a:lnTo>
                  <a:pt x="53839" y="77356"/>
                </a:lnTo>
                <a:lnTo>
                  <a:pt x="51871" y="79324"/>
                </a:lnTo>
                <a:close/>
                <a:moveTo>
                  <a:pt x="35026" y="76589"/>
                </a:moveTo>
                <a:lnTo>
                  <a:pt x="37994" y="73587"/>
                </a:lnTo>
                <a:lnTo>
                  <a:pt x="37994" y="69351"/>
                </a:lnTo>
                <a:lnTo>
                  <a:pt x="39696" y="71052"/>
                </a:lnTo>
                <a:lnTo>
                  <a:pt x="39696" y="74287"/>
                </a:lnTo>
                <a:lnTo>
                  <a:pt x="37394" y="76589"/>
                </a:lnTo>
                <a:close/>
                <a:moveTo>
                  <a:pt x="37761" y="55140"/>
                </a:moveTo>
                <a:lnTo>
                  <a:pt x="42464" y="55140"/>
                </a:lnTo>
                <a:lnTo>
                  <a:pt x="45767" y="58443"/>
                </a:lnTo>
                <a:lnTo>
                  <a:pt x="45767" y="60611"/>
                </a:lnTo>
                <a:lnTo>
                  <a:pt x="41830" y="56675"/>
                </a:lnTo>
                <a:lnTo>
                  <a:pt x="36226" y="56675"/>
                </a:lnTo>
                <a:close/>
                <a:moveTo>
                  <a:pt x="37394" y="46568"/>
                </a:moveTo>
                <a:lnTo>
                  <a:pt x="39696" y="48869"/>
                </a:lnTo>
                <a:lnTo>
                  <a:pt x="39696" y="52105"/>
                </a:lnTo>
                <a:lnTo>
                  <a:pt x="37994" y="53806"/>
                </a:lnTo>
                <a:lnTo>
                  <a:pt x="37994" y="49570"/>
                </a:lnTo>
                <a:lnTo>
                  <a:pt x="35026" y="46568"/>
                </a:lnTo>
                <a:close/>
                <a:moveTo>
                  <a:pt x="40463" y="41030"/>
                </a:moveTo>
                <a:lnTo>
                  <a:pt x="41797" y="42365"/>
                </a:lnTo>
                <a:lnTo>
                  <a:pt x="41797" y="44366"/>
                </a:lnTo>
                <a:lnTo>
                  <a:pt x="40363" y="45800"/>
                </a:lnTo>
                <a:lnTo>
                  <a:pt x="38495" y="45800"/>
                </a:lnTo>
                <a:lnTo>
                  <a:pt x="40463" y="43832"/>
                </a:lnTo>
                <a:close/>
                <a:moveTo>
                  <a:pt x="57341" y="46568"/>
                </a:moveTo>
                <a:lnTo>
                  <a:pt x="54339" y="49570"/>
                </a:lnTo>
                <a:lnTo>
                  <a:pt x="54339" y="53806"/>
                </a:lnTo>
                <a:lnTo>
                  <a:pt x="52671" y="52105"/>
                </a:lnTo>
                <a:lnTo>
                  <a:pt x="52671" y="48869"/>
                </a:lnTo>
                <a:lnTo>
                  <a:pt x="54973" y="46568"/>
                </a:lnTo>
                <a:close/>
                <a:moveTo>
                  <a:pt x="60610" y="46568"/>
                </a:moveTo>
                <a:lnTo>
                  <a:pt x="56674" y="50537"/>
                </a:lnTo>
                <a:lnTo>
                  <a:pt x="56674" y="56108"/>
                </a:lnTo>
                <a:lnTo>
                  <a:pt x="55140" y="54573"/>
                </a:lnTo>
                <a:lnTo>
                  <a:pt x="55140" y="49903"/>
                </a:lnTo>
                <a:lnTo>
                  <a:pt x="58442" y="46568"/>
                </a:lnTo>
                <a:close/>
                <a:moveTo>
                  <a:pt x="64680" y="46568"/>
                </a:moveTo>
                <a:lnTo>
                  <a:pt x="68016" y="49903"/>
                </a:lnTo>
                <a:lnTo>
                  <a:pt x="68016" y="54573"/>
                </a:lnTo>
                <a:lnTo>
                  <a:pt x="66481" y="56108"/>
                </a:lnTo>
                <a:lnTo>
                  <a:pt x="66481" y="50537"/>
                </a:lnTo>
                <a:lnTo>
                  <a:pt x="62545" y="46568"/>
                </a:lnTo>
                <a:close/>
                <a:moveTo>
                  <a:pt x="68183" y="46568"/>
                </a:moveTo>
                <a:lnTo>
                  <a:pt x="70484" y="48869"/>
                </a:lnTo>
                <a:lnTo>
                  <a:pt x="70484" y="52105"/>
                </a:lnTo>
                <a:lnTo>
                  <a:pt x="68783" y="53806"/>
                </a:lnTo>
                <a:lnTo>
                  <a:pt x="68783" y="49570"/>
                </a:lnTo>
                <a:lnTo>
                  <a:pt x="65814" y="46568"/>
                </a:lnTo>
                <a:close/>
                <a:moveTo>
                  <a:pt x="71251" y="41030"/>
                </a:moveTo>
                <a:lnTo>
                  <a:pt x="72586" y="42365"/>
                </a:lnTo>
                <a:lnTo>
                  <a:pt x="72586" y="44366"/>
                </a:lnTo>
                <a:lnTo>
                  <a:pt x="71151" y="45800"/>
                </a:lnTo>
                <a:lnTo>
                  <a:pt x="69283" y="45800"/>
                </a:lnTo>
                <a:lnTo>
                  <a:pt x="71251" y="43832"/>
                </a:lnTo>
                <a:lnTo>
                  <a:pt x="71251" y="41030"/>
                </a:lnTo>
                <a:close/>
                <a:moveTo>
                  <a:pt x="88130" y="46568"/>
                </a:moveTo>
                <a:lnTo>
                  <a:pt x="85128" y="49570"/>
                </a:lnTo>
                <a:lnTo>
                  <a:pt x="85128" y="53806"/>
                </a:lnTo>
                <a:lnTo>
                  <a:pt x="83460" y="52105"/>
                </a:lnTo>
                <a:lnTo>
                  <a:pt x="83460" y="48869"/>
                </a:lnTo>
                <a:lnTo>
                  <a:pt x="85762" y="46568"/>
                </a:lnTo>
                <a:close/>
                <a:moveTo>
                  <a:pt x="91399" y="46568"/>
                </a:moveTo>
                <a:lnTo>
                  <a:pt x="87463" y="50537"/>
                </a:lnTo>
                <a:lnTo>
                  <a:pt x="87463" y="56108"/>
                </a:lnTo>
                <a:lnTo>
                  <a:pt x="85929" y="54573"/>
                </a:lnTo>
                <a:lnTo>
                  <a:pt x="85929" y="49903"/>
                </a:lnTo>
                <a:lnTo>
                  <a:pt x="89231" y="46568"/>
                </a:lnTo>
                <a:close/>
                <a:moveTo>
                  <a:pt x="95469" y="46568"/>
                </a:moveTo>
                <a:lnTo>
                  <a:pt x="98804" y="49903"/>
                </a:lnTo>
                <a:lnTo>
                  <a:pt x="98804" y="54573"/>
                </a:lnTo>
                <a:lnTo>
                  <a:pt x="97270" y="56108"/>
                </a:lnTo>
                <a:lnTo>
                  <a:pt x="97270" y="50537"/>
                </a:lnTo>
                <a:lnTo>
                  <a:pt x="93334" y="46568"/>
                </a:lnTo>
                <a:close/>
                <a:moveTo>
                  <a:pt x="98971" y="46568"/>
                </a:moveTo>
                <a:lnTo>
                  <a:pt x="101273" y="48869"/>
                </a:lnTo>
                <a:lnTo>
                  <a:pt x="101273" y="52105"/>
                </a:lnTo>
                <a:lnTo>
                  <a:pt x="99572" y="53806"/>
                </a:lnTo>
                <a:lnTo>
                  <a:pt x="99572" y="49570"/>
                </a:lnTo>
                <a:lnTo>
                  <a:pt x="96603" y="46568"/>
                </a:lnTo>
                <a:close/>
                <a:moveTo>
                  <a:pt x="102040" y="41030"/>
                </a:moveTo>
                <a:lnTo>
                  <a:pt x="103374" y="42365"/>
                </a:lnTo>
                <a:lnTo>
                  <a:pt x="103374" y="44366"/>
                </a:lnTo>
                <a:lnTo>
                  <a:pt x="101940" y="45800"/>
                </a:lnTo>
                <a:lnTo>
                  <a:pt x="100072" y="45800"/>
                </a:lnTo>
                <a:lnTo>
                  <a:pt x="102040" y="43832"/>
                </a:lnTo>
                <a:close/>
                <a:moveTo>
                  <a:pt x="118919" y="46568"/>
                </a:moveTo>
                <a:lnTo>
                  <a:pt x="115917" y="49570"/>
                </a:lnTo>
                <a:lnTo>
                  <a:pt x="115917" y="53806"/>
                </a:lnTo>
                <a:lnTo>
                  <a:pt x="114249" y="52105"/>
                </a:lnTo>
                <a:lnTo>
                  <a:pt x="114249" y="48869"/>
                </a:lnTo>
                <a:lnTo>
                  <a:pt x="116550" y="46568"/>
                </a:lnTo>
                <a:close/>
                <a:moveTo>
                  <a:pt x="122188" y="46568"/>
                </a:moveTo>
                <a:lnTo>
                  <a:pt x="118252" y="50537"/>
                </a:lnTo>
                <a:lnTo>
                  <a:pt x="118252" y="56108"/>
                </a:lnTo>
                <a:lnTo>
                  <a:pt x="116717" y="54573"/>
                </a:lnTo>
                <a:lnTo>
                  <a:pt x="116717" y="49903"/>
                </a:lnTo>
                <a:lnTo>
                  <a:pt x="120053" y="46568"/>
                </a:lnTo>
                <a:close/>
                <a:moveTo>
                  <a:pt x="126291" y="46568"/>
                </a:moveTo>
                <a:lnTo>
                  <a:pt x="129593" y="49903"/>
                </a:lnTo>
                <a:lnTo>
                  <a:pt x="129593" y="54573"/>
                </a:lnTo>
                <a:lnTo>
                  <a:pt x="128059" y="56108"/>
                </a:lnTo>
                <a:lnTo>
                  <a:pt x="128059" y="50537"/>
                </a:lnTo>
                <a:lnTo>
                  <a:pt x="124122" y="46568"/>
                </a:lnTo>
                <a:close/>
                <a:moveTo>
                  <a:pt x="129760" y="46568"/>
                </a:moveTo>
                <a:lnTo>
                  <a:pt x="132061" y="48869"/>
                </a:lnTo>
                <a:lnTo>
                  <a:pt x="132061" y="52105"/>
                </a:lnTo>
                <a:lnTo>
                  <a:pt x="130394" y="53806"/>
                </a:lnTo>
                <a:lnTo>
                  <a:pt x="130394" y="49570"/>
                </a:lnTo>
                <a:lnTo>
                  <a:pt x="127391" y="46568"/>
                </a:lnTo>
                <a:close/>
                <a:moveTo>
                  <a:pt x="132862" y="41030"/>
                </a:moveTo>
                <a:lnTo>
                  <a:pt x="134163" y="42365"/>
                </a:lnTo>
                <a:lnTo>
                  <a:pt x="134163" y="44366"/>
                </a:lnTo>
                <a:lnTo>
                  <a:pt x="132729" y="45800"/>
                </a:lnTo>
                <a:lnTo>
                  <a:pt x="130894" y="45800"/>
                </a:lnTo>
                <a:lnTo>
                  <a:pt x="132862" y="43832"/>
                </a:lnTo>
                <a:close/>
                <a:moveTo>
                  <a:pt x="149707" y="46568"/>
                </a:moveTo>
                <a:lnTo>
                  <a:pt x="146739" y="49570"/>
                </a:lnTo>
                <a:lnTo>
                  <a:pt x="146739" y="53806"/>
                </a:lnTo>
                <a:lnTo>
                  <a:pt x="145037" y="52105"/>
                </a:lnTo>
                <a:lnTo>
                  <a:pt x="145037" y="48869"/>
                </a:lnTo>
                <a:lnTo>
                  <a:pt x="147339" y="46568"/>
                </a:lnTo>
                <a:close/>
                <a:moveTo>
                  <a:pt x="153010" y="46568"/>
                </a:moveTo>
                <a:lnTo>
                  <a:pt x="149040" y="50537"/>
                </a:lnTo>
                <a:lnTo>
                  <a:pt x="149040" y="56108"/>
                </a:lnTo>
                <a:lnTo>
                  <a:pt x="147506" y="54573"/>
                </a:lnTo>
                <a:lnTo>
                  <a:pt x="147506" y="49903"/>
                </a:lnTo>
                <a:lnTo>
                  <a:pt x="150842" y="46568"/>
                </a:lnTo>
                <a:close/>
                <a:moveTo>
                  <a:pt x="157079" y="46568"/>
                </a:moveTo>
                <a:lnTo>
                  <a:pt x="160382" y="49903"/>
                </a:lnTo>
                <a:lnTo>
                  <a:pt x="160382" y="54573"/>
                </a:lnTo>
                <a:lnTo>
                  <a:pt x="158847" y="56108"/>
                </a:lnTo>
                <a:lnTo>
                  <a:pt x="158847" y="50537"/>
                </a:lnTo>
                <a:lnTo>
                  <a:pt x="154911" y="46568"/>
                </a:lnTo>
                <a:close/>
                <a:moveTo>
                  <a:pt x="160548" y="46568"/>
                </a:moveTo>
                <a:lnTo>
                  <a:pt x="162850" y="48869"/>
                </a:lnTo>
                <a:lnTo>
                  <a:pt x="162850" y="52105"/>
                </a:lnTo>
                <a:lnTo>
                  <a:pt x="161182" y="53806"/>
                </a:lnTo>
                <a:lnTo>
                  <a:pt x="161182" y="49570"/>
                </a:lnTo>
                <a:lnTo>
                  <a:pt x="158180" y="46568"/>
                </a:lnTo>
                <a:close/>
                <a:moveTo>
                  <a:pt x="163651" y="41030"/>
                </a:moveTo>
                <a:lnTo>
                  <a:pt x="164952" y="42365"/>
                </a:lnTo>
                <a:lnTo>
                  <a:pt x="164952" y="44366"/>
                </a:lnTo>
                <a:lnTo>
                  <a:pt x="163551" y="45800"/>
                </a:lnTo>
                <a:lnTo>
                  <a:pt x="161683" y="45800"/>
                </a:lnTo>
                <a:lnTo>
                  <a:pt x="163651" y="43832"/>
                </a:lnTo>
                <a:close/>
                <a:moveTo>
                  <a:pt x="180496" y="46568"/>
                </a:moveTo>
                <a:lnTo>
                  <a:pt x="177494" y="49570"/>
                </a:lnTo>
                <a:lnTo>
                  <a:pt x="177494" y="53806"/>
                </a:lnTo>
                <a:lnTo>
                  <a:pt x="175826" y="52105"/>
                </a:lnTo>
                <a:lnTo>
                  <a:pt x="175826" y="48869"/>
                </a:lnTo>
                <a:lnTo>
                  <a:pt x="178128" y="46568"/>
                </a:lnTo>
                <a:close/>
                <a:moveTo>
                  <a:pt x="183798" y="46568"/>
                </a:moveTo>
                <a:lnTo>
                  <a:pt x="179829" y="50537"/>
                </a:lnTo>
                <a:lnTo>
                  <a:pt x="179829" y="56108"/>
                </a:lnTo>
                <a:lnTo>
                  <a:pt x="178294" y="54573"/>
                </a:lnTo>
                <a:lnTo>
                  <a:pt x="178294" y="49903"/>
                </a:lnTo>
                <a:lnTo>
                  <a:pt x="181630" y="46568"/>
                </a:lnTo>
                <a:close/>
                <a:moveTo>
                  <a:pt x="187868" y="46568"/>
                </a:moveTo>
                <a:lnTo>
                  <a:pt x="191170" y="49903"/>
                </a:lnTo>
                <a:lnTo>
                  <a:pt x="191170" y="54573"/>
                </a:lnTo>
                <a:lnTo>
                  <a:pt x="189636" y="56108"/>
                </a:lnTo>
                <a:lnTo>
                  <a:pt x="189636" y="50537"/>
                </a:lnTo>
                <a:lnTo>
                  <a:pt x="185700" y="46568"/>
                </a:lnTo>
                <a:close/>
                <a:moveTo>
                  <a:pt x="191337" y="46568"/>
                </a:moveTo>
                <a:lnTo>
                  <a:pt x="193639" y="48869"/>
                </a:lnTo>
                <a:lnTo>
                  <a:pt x="193639" y="52105"/>
                </a:lnTo>
                <a:lnTo>
                  <a:pt x="191971" y="53806"/>
                </a:lnTo>
                <a:lnTo>
                  <a:pt x="191971" y="49570"/>
                </a:lnTo>
                <a:lnTo>
                  <a:pt x="188969" y="46568"/>
                </a:lnTo>
                <a:close/>
                <a:moveTo>
                  <a:pt x="194439" y="41030"/>
                </a:moveTo>
                <a:lnTo>
                  <a:pt x="195740" y="42365"/>
                </a:lnTo>
                <a:lnTo>
                  <a:pt x="195740" y="44366"/>
                </a:lnTo>
                <a:lnTo>
                  <a:pt x="194339" y="45800"/>
                </a:lnTo>
                <a:lnTo>
                  <a:pt x="192471" y="45800"/>
                </a:lnTo>
                <a:lnTo>
                  <a:pt x="194439" y="43832"/>
                </a:lnTo>
                <a:close/>
                <a:moveTo>
                  <a:pt x="203979" y="72586"/>
                </a:moveTo>
                <a:lnTo>
                  <a:pt x="201945" y="72586"/>
                </a:lnTo>
                <a:lnTo>
                  <a:pt x="200544" y="71152"/>
                </a:lnTo>
                <a:lnTo>
                  <a:pt x="200544" y="69317"/>
                </a:lnTo>
                <a:lnTo>
                  <a:pt x="202512" y="71285"/>
                </a:lnTo>
                <a:lnTo>
                  <a:pt x="205280" y="71285"/>
                </a:lnTo>
                <a:close/>
                <a:moveTo>
                  <a:pt x="203846" y="75588"/>
                </a:moveTo>
                <a:lnTo>
                  <a:pt x="204847" y="76589"/>
                </a:lnTo>
                <a:lnTo>
                  <a:pt x="201077" y="76589"/>
                </a:lnTo>
                <a:lnTo>
                  <a:pt x="203746" y="73920"/>
                </a:lnTo>
                <a:lnTo>
                  <a:pt x="203746" y="75321"/>
                </a:lnTo>
                <a:close/>
                <a:moveTo>
                  <a:pt x="203746" y="80025"/>
                </a:moveTo>
                <a:lnTo>
                  <a:pt x="201077" y="77356"/>
                </a:lnTo>
                <a:lnTo>
                  <a:pt x="204847" y="77356"/>
                </a:lnTo>
                <a:lnTo>
                  <a:pt x="203746" y="78457"/>
                </a:lnTo>
                <a:lnTo>
                  <a:pt x="203746" y="80025"/>
                </a:lnTo>
                <a:close/>
                <a:moveTo>
                  <a:pt x="192538" y="68817"/>
                </a:moveTo>
                <a:lnTo>
                  <a:pt x="196741" y="68817"/>
                </a:lnTo>
                <a:lnTo>
                  <a:pt x="199743" y="65815"/>
                </a:lnTo>
                <a:lnTo>
                  <a:pt x="199743" y="68183"/>
                </a:lnTo>
                <a:lnTo>
                  <a:pt x="197441" y="70485"/>
                </a:lnTo>
                <a:lnTo>
                  <a:pt x="194206" y="70485"/>
                </a:lnTo>
                <a:close/>
                <a:moveTo>
                  <a:pt x="190203" y="66482"/>
                </a:moveTo>
                <a:lnTo>
                  <a:pt x="195807" y="66482"/>
                </a:lnTo>
                <a:lnTo>
                  <a:pt x="199743" y="62546"/>
                </a:lnTo>
                <a:lnTo>
                  <a:pt x="199743" y="64714"/>
                </a:lnTo>
                <a:lnTo>
                  <a:pt x="196441" y="68016"/>
                </a:lnTo>
                <a:lnTo>
                  <a:pt x="191737" y="68016"/>
                </a:lnTo>
                <a:close/>
                <a:moveTo>
                  <a:pt x="177761" y="68016"/>
                </a:moveTo>
                <a:lnTo>
                  <a:pt x="173057" y="68016"/>
                </a:lnTo>
                <a:lnTo>
                  <a:pt x="169755" y="64714"/>
                </a:lnTo>
                <a:lnTo>
                  <a:pt x="169755" y="62546"/>
                </a:lnTo>
                <a:lnTo>
                  <a:pt x="173691" y="66482"/>
                </a:lnTo>
                <a:lnTo>
                  <a:pt x="179262" y="66482"/>
                </a:lnTo>
                <a:close/>
                <a:moveTo>
                  <a:pt x="175292" y="70485"/>
                </a:moveTo>
                <a:lnTo>
                  <a:pt x="172023" y="70485"/>
                </a:lnTo>
                <a:lnTo>
                  <a:pt x="169755" y="68183"/>
                </a:lnTo>
                <a:lnTo>
                  <a:pt x="169755" y="65815"/>
                </a:lnTo>
                <a:lnTo>
                  <a:pt x="172724" y="68817"/>
                </a:lnTo>
                <a:lnTo>
                  <a:pt x="176960" y="68817"/>
                </a:lnTo>
                <a:close/>
                <a:moveTo>
                  <a:pt x="173191" y="72586"/>
                </a:moveTo>
                <a:lnTo>
                  <a:pt x="171156" y="72586"/>
                </a:lnTo>
                <a:lnTo>
                  <a:pt x="169755" y="71152"/>
                </a:lnTo>
                <a:lnTo>
                  <a:pt x="169755" y="69317"/>
                </a:lnTo>
                <a:lnTo>
                  <a:pt x="171723" y="71285"/>
                </a:lnTo>
                <a:lnTo>
                  <a:pt x="174492" y="71285"/>
                </a:lnTo>
                <a:close/>
                <a:moveTo>
                  <a:pt x="173057" y="75588"/>
                </a:moveTo>
                <a:lnTo>
                  <a:pt x="174025" y="76589"/>
                </a:lnTo>
                <a:lnTo>
                  <a:pt x="170289" y="76589"/>
                </a:lnTo>
                <a:lnTo>
                  <a:pt x="172957" y="73920"/>
                </a:lnTo>
                <a:lnTo>
                  <a:pt x="172957" y="75321"/>
                </a:lnTo>
                <a:close/>
                <a:moveTo>
                  <a:pt x="172957" y="80025"/>
                </a:moveTo>
                <a:lnTo>
                  <a:pt x="170289" y="77356"/>
                </a:lnTo>
                <a:lnTo>
                  <a:pt x="174025" y="77356"/>
                </a:lnTo>
                <a:lnTo>
                  <a:pt x="172957" y="78457"/>
                </a:lnTo>
                <a:lnTo>
                  <a:pt x="172957" y="80025"/>
                </a:lnTo>
                <a:close/>
                <a:moveTo>
                  <a:pt x="161749" y="68817"/>
                </a:moveTo>
                <a:lnTo>
                  <a:pt x="165786" y="68817"/>
                </a:lnTo>
                <a:lnTo>
                  <a:pt x="166086" y="68683"/>
                </a:lnTo>
                <a:lnTo>
                  <a:pt x="168954" y="65815"/>
                </a:lnTo>
                <a:lnTo>
                  <a:pt x="168954" y="68183"/>
                </a:lnTo>
                <a:lnTo>
                  <a:pt x="166653" y="70485"/>
                </a:lnTo>
                <a:lnTo>
                  <a:pt x="163417" y="70485"/>
                </a:lnTo>
                <a:close/>
                <a:moveTo>
                  <a:pt x="159414" y="66482"/>
                </a:moveTo>
                <a:lnTo>
                  <a:pt x="164985" y="66482"/>
                </a:lnTo>
                <a:lnTo>
                  <a:pt x="168954" y="62546"/>
                </a:lnTo>
                <a:lnTo>
                  <a:pt x="168954" y="64714"/>
                </a:lnTo>
                <a:lnTo>
                  <a:pt x="165619" y="68016"/>
                </a:lnTo>
                <a:lnTo>
                  <a:pt x="160949" y="68016"/>
                </a:lnTo>
                <a:close/>
                <a:moveTo>
                  <a:pt x="146939" y="68016"/>
                </a:moveTo>
                <a:lnTo>
                  <a:pt x="142269" y="68016"/>
                </a:lnTo>
                <a:lnTo>
                  <a:pt x="138933" y="64714"/>
                </a:lnTo>
                <a:lnTo>
                  <a:pt x="138933" y="62546"/>
                </a:lnTo>
                <a:lnTo>
                  <a:pt x="142903" y="66482"/>
                </a:lnTo>
                <a:lnTo>
                  <a:pt x="148473" y="66482"/>
                </a:lnTo>
                <a:close/>
                <a:moveTo>
                  <a:pt x="144504" y="70485"/>
                </a:moveTo>
                <a:lnTo>
                  <a:pt x="141235" y="70485"/>
                </a:lnTo>
                <a:lnTo>
                  <a:pt x="138933" y="68183"/>
                </a:lnTo>
                <a:lnTo>
                  <a:pt x="138933" y="65815"/>
                </a:lnTo>
                <a:lnTo>
                  <a:pt x="141835" y="68683"/>
                </a:lnTo>
                <a:lnTo>
                  <a:pt x="142102" y="68817"/>
                </a:lnTo>
                <a:lnTo>
                  <a:pt x="146172" y="68817"/>
                </a:lnTo>
                <a:close/>
                <a:moveTo>
                  <a:pt x="142369" y="72586"/>
                </a:moveTo>
                <a:lnTo>
                  <a:pt x="140367" y="72586"/>
                </a:lnTo>
                <a:lnTo>
                  <a:pt x="138933" y="71152"/>
                </a:lnTo>
                <a:lnTo>
                  <a:pt x="138933" y="69317"/>
                </a:lnTo>
                <a:lnTo>
                  <a:pt x="140901" y="71285"/>
                </a:lnTo>
                <a:lnTo>
                  <a:pt x="143703" y="71285"/>
                </a:lnTo>
                <a:close/>
                <a:moveTo>
                  <a:pt x="142269" y="75588"/>
                </a:moveTo>
                <a:lnTo>
                  <a:pt x="143236" y="76589"/>
                </a:lnTo>
                <a:lnTo>
                  <a:pt x="139500" y="76589"/>
                </a:lnTo>
                <a:lnTo>
                  <a:pt x="142135" y="73920"/>
                </a:lnTo>
                <a:lnTo>
                  <a:pt x="142135" y="75321"/>
                </a:lnTo>
                <a:close/>
                <a:moveTo>
                  <a:pt x="142135" y="80025"/>
                </a:moveTo>
                <a:lnTo>
                  <a:pt x="139500" y="77356"/>
                </a:lnTo>
                <a:lnTo>
                  <a:pt x="143236" y="77356"/>
                </a:lnTo>
                <a:lnTo>
                  <a:pt x="142135" y="78457"/>
                </a:lnTo>
                <a:lnTo>
                  <a:pt x="142135" y="80025"/>
                </a:lnTo>
                <a:close/>
                <a:moveTo>
                  <a:pt x="130927" y="68817"/>
                </a:moveTo>
                <a:lnTo>
                  <a:pt x="135164" y="68817"/>
                </a:lnTo>
                <a:lnTo>
                  <a:pt x="138166" y="65815"/>
                </a:lnTo>
                <a:lnTo>
                  <a:pt x="138166" y="68183"/>
                </a:lnTo>
                <a:lnTo>
                  <a:pt x="135864" y="70485"/>
                </a:lnTo>
                <a:lnTo>
                  <a:pt x="132629" y="70485"/>
                </a:lnTo>
                <a:close/>
                <a:moveTo>
                  <a:pt x="128626" y="66482"/>
                </a:moveTo>
                <a:lnTo>
                  <a:pt x="134196" y="66482"/>
                </a:lnTo>
                <a:lnTo>
                  <a:pt x="138166" y="62546"/>
                </a:lnTo>
                <a:lnTo>
                  <a:pt x="138166" y="64714"/>
                </a:lnTo>
                <a:lnTo>
                  <a:pt x="134830" y="68016"/>
                </a:lnTo>
                <a:lnTo>
                  <a:pt x="130160" y="68016"/>
                </a:lnTo>
                <a:close/>
                <a:moveTo>
                  <a:pt x="116150" y="68016"/>
                </a:moveTo>
                <a:lnTo>
                  <a:pt x="111480" y="68016"/>
                </a:lnTo>
                <a:lnTo>
                  <a:pt x="108144" y="64714"/>
                </a:lnTo>
                <a:lnTo>
                  <a:pt x="108144" y="62546"/>
                </a:lnTo>
                <a:lnTo>
                  <a:pt x="112114" y="66482"/>
                </a:lnTo>
                <a:lnTo>
                  <a:pt x="117685" y="66482"/>
                </a:lnTo>
                <a:close/>
                <a:moveTo>
                  <a:pt x="113682" y="70485"/>
                </a:moveTo>
                <a:lnTo>
                  <a:pt x="110446" y="70485"/>
                </a:lnTo>
                <a:lnTo>
                  <a:pt x="108144" y="68183"/>
                </a:lnTo>
                <a:lnTo>
                  <a:pt x="108144" y="65815"/>
                </a:lnTo>
                <a:lnTo>
                  <a:pt x="111147" y="68817"/>
                </a:lnTo>
                <a:lnTo>
                  <a:pt x="115383" y="68817"/>
                </a:lnTo>
                <a:close/>
                <a:moveTo>
                  <a:pt x="111580" y="72586"/>
                </a:moveTo>
                <a:lnTo>
                  <a:pt x="109579" y="72586"/>
                </a:lnTo>
                <a:lnTo>
                  <a:pt x="108144" y="71152"/>
                </a:lnTo>
                <a:lnTo>
                  <a:pt x="108144" y="69317"/>
                </a:lnTo>
                <a:lnTo>
                  <a:pt x="110112" y="71285"/>
                </a:lnTo>
                <a:lnTo>
                  <a:pt x="112914" y="71285"/>
                </a:lnTo>
                <a:close/>
                <a:moveTo>
                  <a:pt x="111480" y="75588"/>
                </a:moveTo>
                <a:lnTo>
                  <a:pt x="112447" y="76589"/>
                </a:lnTo>
                <a:lnTo>
                  <a:pt x="108711" y="76589"/>
                </a:lnTo>
                <a:lnTo>
                  <a:pt x="111347" y="73920"/>
                </a:lnTo>
                <a:lnTo>
                  <a:pt x="111347" y="75321"/>
                </a:lnTo>
                <a:close/>
                <a:moveTo>
                  <a:pt x="111347" y="80025"/>
                </a:moveTo>
                <a:lnTo>
                  <a:pt x="108711" y="77356"/>
                </a:lnTo>
                <a:lnTo>
                  <a:pt x="112447" y="77356"/>
                </a:lnTo>
                <a:lnTo>
                  <a:pt x="111347" y="78457"/>
                </a:lnTo>
                <a:close/>
                <a:moveTo>
                  <a:pt x="100139" y="68817"/>
                </a:moveTo>
                <a:lnTo>
                  <a:pt x="104208" y="68817"/>
                </a:lnTo>
                <a:lnTo>
                  <a:pt x="104475" y="68683"/>
                </a:lnTo>
                <a:lnTo>
                  <a:pt x="107377" y="65815"/>
                </a:lnTo>
                <a:lnTo>
                  <a:pt x="107377" y="68183"/>
                </a:lnTo>
                <a:lnTo>
                  <a:pt x="105076" y="70485"/>
                </a:lnTo>
                <a:lnTo>
                  <a:pt x="101807" y="70485"/>
                </a:lnTo>
                <a:close/>
                <a:moveTo>
                  <a:pt x="97837" y="66482"/>
                </a:moveTo>
                <a:lnTo>
                  <a:pt x="103408" y="66482"/>
                </a:lnTo>
                <a:lnTo>
                  <a:pt x="107377" y="62546"/>
                </a:lnTo>
                <a:lnTo>
                  <a:pt x="107377" y="64714"/>
                </a:lnTo>
                <a:lnTo>
                  <a:pt x="104041" y="68016"/>
                </a:lnTo>
                <a:lnTo>
                  <a:pt x="99371" y="68016"/>
                </a:lnTo>
                <a:close/>
                <a:moveTo>
                  <a:pt x="85361" y="68016"/>
                </a:moveTo>
                <a:lnTo>
                  <a:pt x="80691" y="68016"/>
                </a:lnTo>
                <a:lnTo>
                  <a:pt x="77356" y="64714"/>
                </a:lnTo>
                <a:lnTo>
                  <a:pt x="77356" y="62546"/>
                </a:lnTo>
                <a:lnTo>
                  <a:pt x="81325" y="66482"/>
                </a:lnTo>
                <a:lnTo>
                  <a:pt x="86896" y="66482"/>
                </a:lnTo>
                <a:close/>
                <a:moveTo>
                  <a:pt x="82893" y="70485"/>
                </a:moveTo>
                <a:lnTo>
                  <a:pt x="79657" y="70485"/>
                </a:lnTo>
                <a:lnTo>
                  <a:pt x="77356" y="68183"/>
                </a:lnTo>
                <a:lnTo>
                  <a:pt x="77356" y="65815"/>
                </a:lnTo>
                <a:lnTo>
                  <a:pt x="80224" y="68683"/>
                </a:lnTo>
                <a:lnTo>
                  <a:pt x="80525" y="68817"/>
                </a:lnTo>
                <a:lnTo>
                  <a:pt x="84594" y="68817"/>
                </a:lnTo>
                <a:close/>
                <a:moveTo>
                  <a:pt x="80792" y="72586"/>
                </a:moveTo>
                <a:lnTo>
                  <a:pt x="78790" y="72586"/>
                </a:lnTo>
                <a:lnTo>
                  <a:pt x="77356" y="71152"/>
                </a:lnTo>
                <a:lnTo>
                  <a:pt x="77356" y="69317"/>
                </a:lnTo>
                <a:lnTo>
                  <a:pt x="79324" y="71285"/>
                </a:lnTo>
                <a:lnTo>
                  <a:pt x="82126" y="71285"/>
                </a:lnTo>
                <a:close/>
                <a:moveTo>
                  <a:pt x="80691" y="75588"/>
                </a:moveTo>
                <a:lnTo>
                  <a:pt x="81659" y="76589"/>
                </a:lnTo>
                <a:lnTo>
                  <a:pt x="77923" y="76589"/>
                </a:lnTo>
                <a:lnTo>
                  <a:pt x="80558" y="73920"/>
                </a:lnTo>
                <a:lnTo>
                  <a:pt x="80558" y="75321"/>
                </a:lnTo>
                <a:close/>
                <a:moveTo>
                  <a:pt x="80558" y="80025"/>
                </a:moveTo>
                <a:lnTo>
                  <a:pt x="77923" y="77356"/>
                </a:lnTo>
                <a:lnTo>
                  <a:pt x="81659" y="77356"/>
                </a:lnTo>
                <a:lnTo>
                  <a:pt x="80558" y="78457"/>
                </a:lnTo>
                <a:close/>
                <a:moveTo>
                  <a:pt x="69350" y="68817"/>
                </a:moveTo>
                <a:lnTo>
                  <a:pt x="73586" y="68817"/>
                </a:lnTo>
                <a:lnTo>
                  <a:pt x="76589" y="65815"/>
                </a:lnTo>
                <a:lnTo>
                  <a:pt x="76589" y="68183"/>
                </a:lnTo>
                <a:lnTo>
                  <a:pt x="74287" y="70485"/>
                </a:lnTo>
                <a:lnTo>
                  <a:pt x="71018" y="70485"/>
                </a:lnTo>
                <a:close/>
                <a:moveTo>
                  <a:pt x="67048" y="66482"/>
                </a:moveTo>
                <a:lnTo>
                  <a:pt x="72619" y="66482"/>
                </a:lnTo>
                <a:lnTo>
                  <a:pt x="76589" y="62546"/>
                </a:lnTo>
                <a:lnTo>
                  <a:pt x="76589" y="64714"/>
                </a:lnTo>
                <a:lnTo>
                  <a:pt x="73253" y="68016"/>
                </a:lnTo>
                <a:lnTo>
                  <a:pt x="68583" y="68016"/>
                </a:lnTo>
                <a:close/>
                <a:moveTo>
                  <a:pt x="54573" y="68016"/>
                </a:moveTo>
                <a:lnTo>
                  <a:pt x="49903" y="68016"/>
                </a:lnTo>
                <a:lnTo>
                  <a:pt x="46567" y="64714"/>
                </a:lnTo>
                <a:lnTo>
                  <a:pt x="46567" y="62546"/>
                </a:lnTo>
                <a:lnTo>
                  <a:pt x="50537" y="66482"/>
                </a:lnTo>
                <a:lnTo>
                  <a:pt x="56107" y="66482"/>
                </a:lnTo>
                <a:close/>
                <a:moveTo>
                  <a:pt x="52104" y="70485"/>
                </a:moveTo>
                <a:lnTo>
                  <a:pt x="48869" y="70485"/>
                </a:lnTo>
                <a:lnTo>
                  <a:pt x="46567" y="68183"/>
                </a:lnTo>
                <a:lnTo>
                  <a:pt x="46567" y="65815"/>
                </a:lnTo>
                <a:lnTo>
                  <a:pt x="49569" y="68817"/>
                </a:lnTo>
                <a:lnTo>
                  <a:pt x="53806" y="68817"/>
                </a:lnTo>
                <a:close/>
                <a:moveTo>
                  <a:pt x="50003" y="72586"/>
                </a:moveTo>
                <a:lnTo>
                  <a:pt x="48001" y="72586"/>
                </a:lnTo>
                <a:lnTo>
                  <a:pt x="46567" y="71152"/>
                </a:lnTo>
                <a:lnTo>
                  <a:pt x="46567" y="69317"/>
                </a:lnTo>
                <a:lnTo>
                  <a:pt x="48535" y="71285"/>
                </a:lnTo>
                <a:lnTo>
                  <a:pt x="51337" y="71285"/>
                </a:lnTo>
                <a:close/>
                <a:moveTo>
                  <a:pt x="49903" y="75588"/>
                </a:moveTo>
                <a:lnTo>
                  <a:pt x="50870" y="76589"/>
                </a:lnTo>
                <a:lnTo>
                  <a:pt x="47134" y="76589"/>
                </a:lnTo>
                <a:lnTo>
                  <a:pt x="49769" y="73920"/>
                </a:lnTo>
                <a:lnTo>
                  <a:pt x="49769" y="75321"/>
                </a:lnTo>
                <a:close/>
                <a:moveTo>
                  <a:pt x="49769" y="80025"/>
                </a:moveTo>
                <a:lnTo>
                  <a:pt x="47134" y="77356"/>
                </a:lnTo>
                <a:lnTo>
                  <a:pt x="50870" y="77356"/>
                </a:lnTo>
                <a:lnTo>
                  <a:pt x="49769" y="78457"/>
                </a:lnTo>
                <a:close/>
                <a:moveTo>
                  <a:pt x="38561" y="68817"/>
                </a:moveTo>
                <a:lnTo>
                  <a:pt x="42631" y="68817"/>
                </a:lnTo>
                <a:lnTo>
                  <a:pt x="42898" y="68683"/>
                </a:lnTo>
                <a:lnTo>
                  <a:pt x="45800" y="65815"/>
                </a:lnTo>
                <a:lnTo>
                  <a:pt x="45800" y="68183"/>
                </a:lnTo>
                <a:lnTo>
                  <a:pt x="43498" y="70485"/>
                </a:lnTo>
                <a:lnTo>
                  <a:pt x="40229" y="70485"/>
                </a:lnTo>
                <a:close/>
                <a:moveTo>
                  <a:pt x="42364" y="50570"/>
                </a:moveTo>
                <a:lnTo>
                  <a:pt x="44366" y="50570"/>
                </a:lnTo>
                <a:lnTo>
                  <a:pt x="45767" y="52005"/>
                </a:lnTo>
                <a:lnTo>
                  <a:pt x="45767" y="53873"/>
                </a:lnTo>
                <a:lnTo>
                  <a:pt x="43798" y="51905"/>
                </a:lnTo>
                <a:lnTo>
                  <a:pt x="41030" y="51905"/>
                </a:lnTo>
                <a:close/>
                <a:moveTo>
                  <a:pt x="42464" y="47568"/>
                </a:moveTo>
                <a:lnTo>
                  <a:pt x="41497" y="46568"/>
                </a:lnTo>
                <a:lnTo>
                  <a:pt x="45233" y="46568"/>
                </a:lnTo>
                <a:lnTo>
                  <a:pt x="42564" y="49236"/>
                </a:lnTo>
                <a:lnTo>
                  <a:pt x="42564" y="47835"/>
                </a:lnTo>
                <a:close/>
                <a:moveTo>
                  <a:pt x="42564" y="43132"/>
                </a:moveTo>
                <a:lnTo>
                  <a:pt x="45233" y="45800"/>
                </a:lnTo>
                <a:lnTo>
                  <a:pt x="41497" y="45800"/>
                </a:lnTo>
                <a:lnTo>
                  <a:pt x="42564" y="44700"/>
                </a:lnTo>
                <a:lnTo>
                  <a:pt x="42564" y="43132"/>
                </a:lnTo>
                <a:close/>
                <a:moveTo>
                  <a:pt x="53806" y="54340"/>
                </a:moveTo>
                <a:lnTo>
                  <a:pt x="49569" y="54340"/>
                </a:lnTo>
                <a:lnTo>
                  <a:pt x="46567" y="57342"/>
                </a:lnTo>
                <a:lnTo>
                  <a:pt x="46567" y="54974"/>
                </a:lnTo>
                <a:lnTo>
                  <a:pt x="48869" y="52672"/>
                </a:lnTo>
                <a:lnTo>
                  <a:pt x="52104" y="52672"/>
                </a:lnTo>
                <a:close/>
                <a:moveTo>
                  <a:pt x="56107" y="56675"/>
                </a:moveTo>
                <a:lnTo>
                  <a:pt x="50537" y="56675"/>
                </a:lnTo>
                <a:lnTo>
                  <a:pt x="46567" y="60611"/>
                </a:lnTo>
                <a:lnTo>
                  <a:pt x="46567" y="58476"/>
                </a:lnTo>
                <a:lnTo>
                  <a:pt x="49903" y="55140"/>
                </a:lnTo>
                <a:lnTo>
                  <a:pt x="54573" y="55140"/>
                </a:lnTo>
                <a:close/>
                <a:moveTo>
                  <a:pt x="68583" y="55140"/>
                </a:moveTo>
                <a:lnTo>
                  <a:pt x="73253" y="55140"/>
                </a:lnTo>
                <a:lnTo>
                  <a:pt x="76555" y="58443"/>
                </a:lnTo>
                <a:lnTo>
                  <a:pt x="76555" y="60611"/>
                </a:lnTo>
                <a:lnTo>
                  <a:pt x="72619" y="56675"/>
                </a:lnTo>
                <a:lnTo>
                  <a:pt x="67048" y="56675"/>
                </a:lnTo>
                <a:close/>
                <a:moveTo>
                  <a:pt x="71018" y="52672"/>
                </a:moveTo>
                <a:lnTo>
                  <a:pt x="74287" y="52672"/>
                </a:lnTo>
                <a:lnTo>
                  <a:pt x="76589" y="54974"/>
                </a:lnTo>
                <a:lnTo>
                  <a:pt x="76589" y="57342"/>
                </a:lnTo>
                <a:lnTo>
                  <a:pt x="73586" y="54340"/>
                </a:lnTo>
                <a:lnTo>
                  <a:pt x="69350" y="54340"/>
                </a:lnTo>
                <a:close/>
                <a:moveTo>
                  <a:pt x="73153" y="50570"/>
                </a:moveTo>
                <a:lnTo>
                  <a:pt x="75154" y="50570"/>
                </a:lnTo>
                <a:lnTo>
                  <a:pt x="76555" y="52005"/>
                </a:lnTo>
                <a:lnTo>
                  <a:pt x="76555" y="53873"/>
                </a:lnTo>
                <a:lnTo>
                  <a:pt x="74587" y="51905"/>
                </a:lnTo>
                <a:lnTo>
                  <a:pt x="71818" y="51905"/>
                </a:lnTo>
                <a:close/>
                <a:moveTo>
                  <a:pt x="73253" y="47568"/>
                </a:moveTo>
                <a:lnTo>
                  <a:pt x="72285" y="46568"/>
                </a:lnTo>
                <a:lnTo>
                  <a:pt x="76021" y="46568"/>
                </a:lnTo>
                <a:lnTo>
                  <a:pt x="73386" y="49236"/>
                </a:lnTo>
                <a:lnTo>
                  <a:pt x="73386" y="47835"/>
                </a:lnTo>
                <a:close/>
                <a:moveTo>
                  <a:pt x="73386" y="43132"/>
                </a:moveTo>
                <a:lnTo>
                  <a:pt x="76021" y="45800"/>
                </a:lnTo>
                <a:lnTo>
                  <a:pt x="72285" y="45800"/>
                </a:lnTo>
                <a:lnTo>
                  <a:pt x="73386" y="44700"/>
                </a:lnTo>
                <a:close/>
                <a:moveTo>
                  <a:pt x="84561" y="54340"/>
                </a:moveTo>
                <a:lnTo>
                  <a:pt x="80525" y="54340"/>
                </a:lnTo>
                <a:lnTo>
                  <a:pt x="80224" y="54473"/>
                </a:lnTo>
                <a:lnTo>
                  <a:pt x="77356" y="57342"/>
                </a:lnTo>
                <a:lnTo>
                  <a:pt x="77356" y="54974"/>
                </a:lnTo>
                <a:lnTo>
                  <a:pt x="79657" y="52672"/>
                </a:lnTo>
                <a:lnTo>
                  <a:pt x="82893" y="52672"/>
                </a:lnTo>
                <a:close/>
                <a:moveTo>
                  <a:pt x="86896" y="56675"/>
                </a:moveTo>
                <a:lnTo>
                  <a:pt x="81325" y="56675"/>
                </a:lnTo>
                <a:lnTo>
                  <a:pt x="77356" y="60611"/>
                </a:lnTo>
                <a:lnTo>
                  <a:pt x="77356" y="58476"/>
                </a:lnTo>
                <a:lnTo>
                  <a:pt x="80691" y="55140"/>
                </a:lnTo>
                <a:lnTo>
                  <a:pt x="85361" y="55140"/>
                </a:lnTo>
                <a:close/>
                <a:moveTo>
                  <a:pt x="99371" y="55140"/>
                </a:moveTo>
                <a:lnTo>
                  <a:pt x="104041" y="55140"/>
                </a:lnTo>
                <a:lnTo>
                  <a:pt x="107377" y="58443"/>
                </a:lnTo>
                <a:lnTo>
                  <a:pt x="107377" y="60611"/>
                </a:lnTo>
                <a:lnTo>
                  <a:pt x="103408" y="56675"/>
                </a:lnTo>
                <a:lnTo>
                  <a:pt x="97837" y="56675"/>
                </a:lnTo>
                <a:close/>
                <a:moveTo>
                  <a:pt x="101840" y="52672"/>
                </a:moveTo>
                <a:lnTo>
                  <a:pt x="105076" y="52672"/>
                </a:lnTo>
                <a:lnTo>
                  <a:pt x="107377" y="54974"/>
                </a:lnTo>
                <a:lnTo>
                  <a:pt x="107377" y="57342"/>
                </a:lnTo>
                <a:lnTo>
                  <a:pt x="104508" y="54473"/>
                </a:lnTo>
                <a:lnTo>
                  <a:pt x="104208" y="54340"/>
                </a:lnTo>
                <a:lnTo>
                  <a:pt x="100139" y="54340"/>
                </a:lnTo>
                <a:close/>
                <a:moveTo>
                  <a:pt x="103941" y="50570"/>
                </a:moveTo>
                <a:lnTo>
                  <a:pt x="105943" y="50570"/>
                </a:lnTo>
                <a:lnTo>
                  <a:pt x="107377" y="52005"/>
                </a:lnTo>
                <a:lnTo>
                  <a:pt x="107377" y="53873"/>
                </a:lnTo>
                <a:lnTo>
                  <a:pt x="105409" y="51905"/>
                </a:lnTo>
                <a:lnTo>
                  <a:pt x="102607" y="51905"/>
                </a:lnTo>
                <a:close/>
                <a:moveTo>
                  <a:pt x="104041" y="47568"/>
                </a:moveTo>
                <a:lnTo>
                  <a:pt x="103074" y="46568"/>
                </a:lnTo>
                <a:lnTo>
                  <a:pt x="106810" y="46568"/>
                </a:lnTo>
                <a:lnTo>
                  <a:pt x="104175" y="49236"/>
                </a:lnTo>
                <a:lnTo>
                  <a:pt x="104175" y="47835"/>
                </a:lnTo>
                <a:close/>
                <a:moveTo>
                  <a:pt x="104175" y="43132"/>
                </a:moveTo>
                <a:lnTo>
                  <a:pt x="106810" y="45800"/>
                </a:lnTo>
                <a:lnTo>
                  <a:pt x="103074" y="45800"/>
                </a:lnTo>
                <a:lnTo>
                  <a:pt x="104175" y="44700"/>
                </a:lnTo>
                <a:close/>
                <a:moveTo>
                  <a:pt x="115383" y="54340"/>
                </a:moveTo>
                <a:lnTo>
                  <a:pt x="111147" y="54340"/>
                </a:lnTo>
                <a:lnTo>
                  <a:pt x="108144" y="57342"/>
                </a:lnTo>
                <a:lnTo>
                  <a:pt x="108144" y="54974"/>
                </a:lnTo>
                <a:lnTo>
                  <a:pt x="110446" y="52672"/>
                </a:lnTo>
                <a:lnTo>
                  <a:pt x="113682" y="52672"/>
                </a:lnTo>
                <a:close/>
                <a:moveTo>
                  <a:pt x="117685" y="56675"/>
                </a:moveTo>
                <a:lnTo>
                  <a:pt x="112114" y="56675"/>
                </a:lnTo>
                <a:lnTo>
                  <a:pt x="108144" y="60611"/>
                </a:lnTo>
                <a:lnTo>
                  <a:pt x="108144" y="58476"/>
                </a:lnTo>
                <a:lnTo>
                  <a:pt x="111480" y="55140"/>
                </a:lnTo>
                <a:lnTo>
                  <a:pt x="116150" y="55140"/>
                </a:lnTo>
                <a:close/>
                <a:moveTo>
                  <a:pt x="130160" y="55140"/>
                </a:moveTo>
                <a:lnTo>
                  <a:pt x="134830" y="55140"/>
                </a:lnTo>
                <a:lnTo>
                  <a:pt x="138166" y="58443"/>
                </a:lnTo>
                <a:lnTo>
                  <a:pt x="138166" y="60611"/>
                </a:lnTo>
                <a:lnTo>
                  <a:pt x="134196" y="56675"/>
                </a:lnTo>
                <a:lnTo>
                  <a:pt x="128626" y="56675"/>
                </a:lnTo>
                <a:close/>
                <a:moveTo>
                  <a:pt x="132629" y="52672"/>
                </a:moveTo>
                <a:lnTo>
                  <a:pt x="135864" y="52672"/>
                </a:lnTo>
                <a:lnTo>
                  <a:pt x="138166" y="54974"/>
                </a:lnTo>
                <a:lnTo>
                  <a:pt x="138166" y="57342"/>
                </a:lnTo>
                <a:lnTo>
                  <a:pt x="135164" y="54340"/>
                </a:lnTo>
                <a:lnTo>
                  <a:pt x="130927" y="54340"/>
                </a:lnTo>
                <a:close/>
                <a:moveTo>
                  <a:pt x="134730" y="50570"/>
                </a:moveTo>
                <a:lnTo>
                  <a:pt x="136731" y="50570"/>
                </a:lnTo>
                <a:lnTo>
                  <a:pt x="138166" y="52005"/>
                </a:lnTo>
                <a:lnTo>
                  <a:pt x="138166" y="53873"/>
                </a:lnTo>
                <a:lnTo>
                  <a:pt x="136198" y="51905"/>
                </a:lnTo>
                <a:lnTo>
                  <a:pt x="133396" y="51905"/>
                </a:lnTo>
                <a:close/>
                <a:moveTo>
                  <a:pt x="134830" y="47568"/>
                </a:moveTo>
                <a:lnTo>
                  <a:pt x="133863" y="46568"/>
                </a:lnTo>
                <a:lnTo>
                  <a:pt x="137599" y="46568"/>
                </a:lnTo>
                <a:lnTo>
                  <a:pt x="134964" y="49236"/>
                </a:lnTo>
                <a:lnTo>
                  <a:pt x="134964" y="47835"/>
                </a:lnTo>
                <a:close/>
                <a:moveTo>
                  <a:pt x="134964" y="43132"/>
                </a:moveTo>
                <a:lnTo>
                  <a:pt x="137599" y="45800"/>
                </a:lnTo>
                <a:lnTo>
                  <a:pt x="133863" y="45800"/>
                </a:lnTo>
                <a:lnTo>
                  <a:pt x="134964" y="44700"/>
                </a:lnTo>
                <a:lnTo>
                  <a:pt x="134964" y="43132"/>
                </a:lnTo>
                <a:close/>
                <a:moveTo>
                  <a:pt x="146172" y="54340"/>
                </a:moveTo>
                <a:lnTo>
                  <a:pt x="142102" y="54340"/>
                </a:lnTo>
                <a:lnTo>
                  <a:pt x="141835" y="54473"/>
                </a:lnTo>
                <a:lnTo>
                  <a:pt x="138933" y="57342"/>
                </a:lnTo>
                <a:lnTo>
                  <a:pt x="138933" y="54974"/>
                </a:lnTo>
                <a:lnTo>
                  <a:pt x="141235" y="52672"/>
                </a:lnTo>
                <a:lnTo>
                  <a:pt x="144504" y="52672"/>
                </a:lnTo>
                <a:close/>
                <a:moveTo>
                  <a:pt x="148473" y="56675"/>
                </a:moveTo>
                <a:lnTo>
                  <a:pt x="142903" y="56675"/>
                </a:lnTo>
                <a:lnTo>
                  <a:pt x="138966" y="60611"/>
                </a:lnTo>
                <a:lnTo>
                  <a:pt x="138966" y="58476"/>
                </a:lnTo>
                <a:lnTo>
                  <a:pt x="142269" y="55140"/>
                </a:lnTo>
                <a:lnTo>
                  <a:pt x="146972" y="55140"/>
                </a:lnTo>
                <a:close/>
                <a:moveTo>
                  <a:pt x="160949" y="55140"/>
                </a:moveTo>
                <a:lnTo>
                  <a:pt x="165619" y="55140"/>
                </a:lnTo>
                <a:lnTo>
                  <a:pt x="168954" y="58443"/>
                </a:lnTo>
                <a:lnTo>
                  <a:pt x="168954" y="60611"/>
                </a:lnTo>
                <a:lnTo>
                  <a:pt x="164985" y="56675"/>
                </a:lnTo>
                <a:lnTo>
                  <a:pt x="159414" y="56675"/>
                </a:lnTo>
                <a:close/>
                <a:moveTo>
                  <a:pt x="163417" y="52672"/>
                </a:moveTo>
                <a:lnTo>
                  <a:pt x="166653" y="52672"/>
                </a:lnTo>
                <a:lnTo>
                  <a:pt x="168954" y="54974"/>
                </a:lnTo>
                <a:lnTo>
                  <a:pt x="168954" y="57342"/>
                </a:lnTo>
                <a:lnTo>
                  <a:pt x="166086" y="54473"/>
                </a:lnTo>
                <a:lnTo>
                  <a:pt x="165786" y="54340"/>
                </a:lnTo>
                <a:lnTo>
                  <a:pt x="161716" y="54340"/>
                </a:lnTo>
                <a:close/>
                <a:moveTo>
                  <a:pt x="165519" y="50570"/>
                </a:moveTo>
                <a:lnTo>
                  <a:pt x="167520" y="50570"/>
                </a:lnTo>
                <a:lnTo>
                  <a:pt x="168954" y="52005"/>
                </a:lnTo>
                <a:lnTo>
                  <a:pt x="168954" y="53873"/>
                </a:lnTo>
                <a:lnTo>
                  <a:pt x="166986" y="51905"/>
                </a:lnTo>
                <a:lnTo>
                  <a:pt x="164184" y="51905"/>
                </a:lnTo>
                <a:close/>
                <a:moveTo>
                  <a:pt x="165619" y="47568"/>
                </a:moveTo>
                <a:lnTo>
                  <a:pt x="164651" y="46568"/>
                </a:lnTo>
                <a:lnTo>
                  <a:pt x="168387" y="46568"/>
                </a:lnTo>
                <a:lnTo>
                  <a:pt x="165752" y="49236"/>
                </a:lnTo>
                <a:lnTo>
                  <a:pt x="165752" y="47835"/>
                </a:lnTo>
                <a:close/>
                <a:moveTo>
                  <a:pt x="165752" y="43132"/>
                </a:moveTo>
                <a:lnTo>
                  <a:pt x="168387" y="45800"/>
                </a:lnTo>
                <a:lnTo>
                  <a:pt x="164651" y="45800"/>
                </a:lnTo>
                <a:lnTo>
                  <a:pt x="165752" y="44700"/>
                </a:lnTo>
                <a:lnTo>
                  <a:pt x="165752" y="43132"/>
                </a:lnTo>
                <a:close/>
                <a:moveTo>
                  <a:pt x="176960" y="54340"/>
                </a:moveTo>
                <a:lnTo>
                  <a:pt x="172724" y="54340"/>
                </a:lnTo>
                <a:lnTo>
                  <a:pt x="169755" y="57342"/>
                </a:lnTo>
                <a:lnTo>
                  <a:pt x="169755" y="54974"/>
                </a:lnTo>
                <a:lnTo>
                  <a:pt x="172023" y="52672"/>
                </a:lnTo>
                <a:lnTo>
                  <a:pt x="175292" y="52672"/>
                </a:lnTo>
                <a:close/>
                <a:moveTo>
                  <a:pt x="179262" y="56675"/>
                </a:moveTo>
                <a:lnTo>
                  <a:pt x="173691" y="56675"/>
                </a:lnTo>
                <a:lnTo>
                  <a:pt x="169755" y="60611"/>
                </a:lnTo>
                <a:lnTo>
                  <a:pt x="169755" y="58476"/>
                </a:lnTo>
                <a:lnTo>
                  <a:pt x="173057" y="55140"/>
                </a:lnTo>
                <a:lnTo>
                  <a:pt x="177727" y="55140"/>
                </a:lnTo>
                <a:close/>
                <a:moveTo>
                  <a:pt x="191737" y="55140"/>
                </a:moveTo>
                <a:lnTo>
                  <a:pt x="196441" y="55140"/>
                </a:lnTo>
                <a:lnTo>
                  <a:pt x="199743" y="58443"/>
                </a:lnTo>
                <a:lnTo>
                  <a:pt x="199743" y="60611"/>
                </a:lnTo>
                <a:lnTo>
                  <a:pt x="195807" y="56675"/>
                </a:lnTo>
                <a:lnTo>
                  <a:pt x="190203" y="56675"/>
                </a:lnTo>
                <a:close/>
                <a:moveTo>
                  <a:pt x="194206" y="52672"/>
                </a:moveTo>
                <a:lnTo>
                  <a:pt x="197441" y="52672"/>
                </a:lnTo>
                <a:lnTo>
                  <a:pt x="199743" y="54974"/>
                </a:lnTo>
                <a:lnTo>
                  <a:pt x="199743" y="57342"/>
                </a:lnTo>
                <a:lnTo>
                  <a:pt x="196741" y="54340"/>
                </a:lnTo>
                <a:lnTo>
                  <a:pt x="192538" y="54340"/>
                </a:lnTo>
                <a:close/>
                <a:moveTo>
                  <a:pt x="196307" y="50570"/>
                </a:moveTo>
                <a:lnTo>
                  <a:pt x="198309" y="50570"/>
                </a:lnTo>
                <a:lnTo>
                  <a:pt x="199743" y="52005"/>
                </a:lnTo>
                <a:lnTo>
                  <a:pt x="199743" y="53873"/>
                </a:lnTo>
                <a:lnTo>
                  <a:pt x="197775" y="51905"/>
                </a:lnTo>
                <a:lnTo>
                  <a:pt x="195006" y="51905"/>
                </a:lnTo>
                <a:close/>
                <a:moveTo>
                  <a:pt x="196407" y="47568"/>
                </a:moveTo>
                <a:lnTo>
                  <a:pt x="195440" y="46568"/>
                </a:lnTo>
                <a:lnTo>
                  <a:pt x="199176" y="46568"/>
                </a:lnTo>
                <a:lnTo>
                  <a:pt x="196541" y="49236"/>
                </a:lnTo>
                <a:lnTo>
                  <a:pt x="196541" y="47835"/>
                </a:lnTo>
                <a:close/>
                <a:moveTo>
                  <a:pt x="196541" y="43132"/>
                </a:moveTo>
                <a:lnTo>
                  <a:pt x="199176" y="45800"/>
                </a:lnTo>
                <a:lnTo>
                  <a:pt x="195440" y="45800"/>
                </a:lnTo>
                <a:lnTo>
                  <a:pt x="196541" y="44700"/>
                </a:lnTo>
                <a:lnTo>
                  <a:pt x="196541" y="43132"/>
                </a:lnTo>
                <a:close/>
                <a:moveTo>
                  <a:pt x="200544" y="47135"/>
                </a:moveTo>
                <a:lnTo>
                  <a:pt x="203179" y="49770"/>
                </a:lnTo>
                <a:lnTo>
                  <a:pt x="201644" y="49770"/>
                </a:lnTo>
                <a:lnTo>
                  <a:pt x="200544" y="50871"/>
                </a:lnTo>
                <a:close/>
                <a:moveTo>
                  <a:pt x="200544" y="52005"/>
                </a:moveTo>
                <a:lnTo>
                  <a:pt x="201945" y="50570"/>
                </a:lnTo>
                <a:lnTo>
                  <a:pt x="203979" y="50570"/>
                </a:lnTo>
                <a:lnTo>
                  <a:pt x="205280" y="51905"/>
                </a:lnTo>
                <a:lnTo>
                  <a:pt x="202512" y="51905"/>
                </a:lnTo>
                <a:lnTo>
                  <a:pt x="200544" y="53873"/>
                </a:lnTo>
                <a:close/>
                <a:moveTo>
                  <a:pt x="203746" y="47835"/>
                </a:moveTo>
                <a:lnTo>
                  <a:pt x="203746" y="49203"/>
                </a:lnTo>
                <a:lnTo>
                  <a:pt x="201077" y="46568"/>
                </a:lnTo>
                <a:lnTo>
                  <a:pt x="204847" y="46568"/>
                </a:lnTo>
                <a:lnTo>
                  <a:pt x="203846" y="47568"/>
                </a:lnTo>
                <a:close/>
                <a:moveTo>
                  <a:pt x="201077" y="45800"/>
                </a:moveTo>
                <a:lnTo>
                  <a:pt x="203746" y="43132"/>
                </a:lnTo>
                <a:lnTo>
                  <a:pt x="203746" y="44700"/>
                </a:lnTo>
                <a:lnTo>
                  <a:pt x="204847" y="45800"/>
                </a:lnTo>
                <a:lnTo>
                  <a:pt x="201077" y="45800"/>
                </a:lnTo>
                <a:close/>
                <a:moveTo>
                  <a:pt x="200544" y="45233"/>
                </a:moveTo>
                <a:lnTo>
                  <a:pt x="200544" y="41497"/>
                </a:lnTo>
                <a:lnTo>
                  <a:pt x="201644" y="42598"/>
                </a:lnTo>
                <a:lnTo>
                  <a:pt x="201778" y="42598"/>
                </a:lnTo>
                <a:lnTo>
                  <a:pt x="203179" y="42598"/>
                </a:lnTo>
                <a:close/>
                <a:moveTo>
                  <a:pt x="199743" y="45233"/>
                </a:moveTo>
                <a:lnTo>
                  <a:pt x="197108" y="42598"/>
                </a:lnTo>
                <a:lnTo>
                  <a:pt x="198476" y="42598"/>
                </a:lnTo>
                <a:lnTo>
                  <a:pt x="198776" y="42465"/>
                </a:lnTo>
                <a:lnTo>
                  <a:pt x="199743" y="41497"/>
                </a:lnTo>
                <a:lnTo>
                  <a:pt x="199743" y="45233"/>
                </a:lnTo>
                <a:close/>
                <a:moveTo>
                  <a:pt x="199743" y="47135"/>
                </a:moveTo>
                <a:lnTo>
                  <a:pt x="199743" y="50871"/>
                </a:lnTo>
                <a:lnTo>
                  <a:pt x="198776" y="49903"/>
                </a:lnTo>
                <a:lnTo>
                  <a:pt x="198476" y="49770"/>
                </a:lnTo>
                <a:lnTo>
                  <a:pt x="197108" y="49770"/>
                </a:lnTo>
                <a:close/>
                <a:moveTo>
                  <a:pt x="168954" y="76022"/>
                </a:moveTo>
                <a:lnTo>
                  <a:pt x="166319" y="73387"/>
                </a:lnTo>
                <a:lnTo>
                  <a:pt x="167854" y="73387"/>
                </a:lnTo>
                <a:lnTo>
                  <a:pt x="168954" y="72286"/>
                </a:lnTo>
                <a:close/>
                <a:moveTo>
                  <a:pt x="138166" y="76022"/>
                </a:moveTo>
                <a:lnTo>
                  <a:pt x="135531" y="73387"/>
                </a:lnTo>
                <a:lnTo>
                  <a:pt x="136898" y="73387"/>
                </a:lnTo>
                <a:lnTo>
                  <a:pt x="137165" y="73253"/>
                </a:lnTo>
                <a:lnTo>
                  <a:pt x="138166" y="72286"/>
                </a:lnTo>
                <a:lnTo>
                  <a:pt x="138166" y="76022"/>
                </a:lnTo>
                <a:close/>
                <a:moveTo>
                  <a:pt x="107377" y="76022"/>
                </a:moveTo>
                <a:lnTo>
                  <a:pt x="104709" y="73387"/>
                </a:lnTo>
                <a:lnTo>
                  <a:pt x="106276" y="73387"/>
                </a:lnTo>
                <a:lnTo>
                  <a:pt x="107377" y="72286"/>
                </a:lnTo>
                <a:close/>
                <a:moveTo>
                  <a:pt x="76589" y="76022"/>
                </a:moveTo>
                <a:lnTo>
                  <a:pt x="73920" y="73387"/>
                </a:lnTo>
                <a:lnTo>
                  <a:pt x="75321" y="73387"/>
                </a:lnTo>
                <a:lnTo>
                  <a:pt x="75588" y="73253"/>
                </a:lnTo>
                <a:lnTo>
                  <a:pt x="76555" y="72286"/>
                </a:lnTo>
                <a:lnTo>
                  <a:pt x="76555" y="76022"/>
                </a:lnTo>
                <a:close/>
                <a:moveTo>
                  <a:pt x="77356" y="47135"/>
                </a:moveTo>
                <a:lnTo>
                  <a:pt x="80024" y="49770"/>
                </a:lnTo>
                <a:lnTo>
                  <a:pt x="78457" y="49770"/>
                </a:lnTo>
                <a:lnTo>
                  <a:pt x="77356" y="50871"/>
                </a:lnTo>
                <a:close/>
                <a:moveTo>
                  <a:pt x="108144" y="47135"/>
                </a:moveTo>
                <a:lnTo>
                  <a:pt x="110813" y="49770"/>
                </a:lnTo>
                <a:lnTo>
                  <a:pt x="109412" y="49770"/>
                </a:lnTo>
                <a:lnTo>
                  <a:pt x="109145" y="49903"/>
                </a:lnTo>
                <a:lnTo>
                  <a:pt x="108144" y="50871"/>
                </a:lnTo>
                <a:lnTo>
                  <a:pt x="108144" y="47135"/>
                </a:lnTo>
                <a:close/>
                <a:moveTo>
                  <a:pt x="138933" y="47135"/>
                </a:moveTo>
                <a:lnTo>
                  <a:pt x="141602" y="49770"/>
                </a:lnTo>
                <a:lnTo>
                  <a:pt x="140034" y="49770"/>
                </a:lnTo>
                <a:lnTo>
                  <a:pt x="138933" y="50871"/>
                </a:lnTo>
                <a:close/>
                <a:moveTo>
                  <a:pt x="169755" y="47135"/>
                </a:moveTo>
                <a:lnTo>
                  <a:pt x="172390" y="49770"/>
                </a:lnTo>
                <a:lnTo>
                  <a:pt x="170989" y="49770"/>
                </a:lnTo>
                <a:lnTo>
                  <a:pt x="170722" y="49903"/>
                </a:lnTo>
                <a:lnTo>
                  <a:pt x="169755" y="50871"/>
                </a:lnTo>
                <a:lnTo>
                  <a:pt x="169755" y="47135"/>
                </a:lnTo>
                <a:close/>
                <a:moveTo>
                  <a:pt x="188969" y="65381"/>
                </a:moveTo>
                <a:lnTo>
                  <a:pt x="187668" y="64080"/>
                </a:lnTo>
                <a:lnTo>
                  <a:pt x="187668" y="62779"/>
                </a:lnTo>
                <a:lnTo>
                  <a:pt x="188502" y="61979"/>
                </a:lnTo>
                <a:lnTo>
                  <a:pt x="190303" y="61979"/>
                </a:lnTo>
                <a:lnTo>
                  <a:pt x="188969" y="63313"/>
                </a:lnTo>
                <a:lnTo>
                  <a:pt x="188969" y="65381"/>
                </a:lnTo>
                <a:close/>
                <a:moveTo>
                  <a:pt x="184732" y="64614"/>
                </a:moveTo>
                <a:lnTo>
                  <a:pt x="183865" y="63713"/>
                </a:lnTo>
                <a:lnTo>
                  <a:pt x="182598" y="63713"/>
                </a:lnTo>
                <a:lnTo>
                  <a:pt x="182598" y="62646"/>
                </a:lnTo>
                <a:lnTo>
                  <a:pt x="182464" y="62346"/>
                </a:lnTo>
                <a:lnTo>
                  <a:pt x="181697" y="61578"/>
                </a:lnTo>
                <a:lnTo>
                  <a:pt x="182464" y="60811"/>
                </a:lnTo>
                <a:lnTo>
                  <a:pt x="182598" y="60544"/>
                </a:lnTo>
                <a:lnTo>
                  <a:pt x="182598" y="59443"/>
                </a:lnTo>
                <a:lnTo>
                  <a:pt x="183865" y="59443"/>
                </a:lnTo>
                <a:lnTo>
                  <a:pt x="184732" y="58543"/>
                </a:lnTo>
                <a:lnTo>
                  <a:pt x="185633" y="59443"/>
                </a:lnTo>
                <a:lnTo>
                  <a:pt x="186901" y="59443"/>
                </a:lnTo>
                <a:lnTo>
                  <a:pt x="186901" y="60544"/>
                </a:lnTo>
                <a:lnTo>
                  <a:pt x="187001" y="60811"/>
                </a:lnTo>
                <a:lnTo>
                  <a:pt x="187768" y="61578"/>
                </a:lnTo>
                <a:lnTo>
                  <a:pt x="187001" y="62346"/>
                </a:lnTo>
                <a:lnTo>
                  <a:pt x="186901" y="62646"/>
                </a:lnTo>
                <a:lnTo>
                  <a:pt x="186901" y="63713"/>
                </a:lnTo>
                <a:lnTo>
                  <a:pt x="185633" y="63713"/>
                </a:lnTo>
                <a:close/>
                <a:moveTo>
                  <a:pt x="180529" y="65381"/>
                </a:moveTo>
                <a:lnTo>
                  <a:pt x="180529" y="63313"/>
                </a:lnTo>
                <a:lnTo>
                  <a:pt x="179162" y="61979"/>
                </a:lnTo>
                <a:lnTo>
                  <a:pt x="180963" y="61979"/>
                </a:lnTo>
                <a:lnTo>
                  <a:pt x="181797" y="62813"/>
                </a:lnTo>
                <a:lnTo>
                  <a:pt x="181797" y="64113"/>
                </a:lnTo>
                <a:close/>
                <a:moveTo>
                  <a:pt x="158180" y="65381"/>
                </a:moveTo>
                <a:lnTo>
                  <a:pt x="156879" y="64080"/>
                </a:lnTo>
                <a:lnTo>
                  <a:pt x="156879" y="62779"/>
                </a:lnTo>
                <a:lnTo>
                  <a:pt x="157713" y="61979"/>
                </a:lnTo>
                <a:lnTo>
                  <a:pt x="159514" y="61979"/>
                </a:lnTo>
                <a:lnTo>
                  <a:pt x="158180" y="63313"/>
                </a:lnTo>
                <a:lnTo>
                  <a:pt x="158180" y="65381"/>
                </a:lnTo>
                <a:close/>
                <a:moveTo>
                  <a:pt x="153944" y="64614"/>
                </a:moveTo>
                <a:lnTo>
                  <a:pt x="153076" y="63713"/>
                </a:lnTo>
                <a:lnTo>
                  <a:pt x="151809" y="63713"/>
                </a:lnTo>
                <a:lnTo>
                  <a:pt x="151809" y="62646"/>
                </a:lnTo>
                <a:lnTo>
                  <a:pt x="151675" y="62346"/>
                </a:lnTo>
                <a:lnTo>
                  <a:pt x="150908" y="61578"/>
                </a:lnTo>
                <a:lnTo>
                  <a:pt x="151675" y="60811"/>
                </a:lnTo>
                <a:lnTo>
                  <a:pt x="151809" y="60544"/>
                </a:lnTo>
                <a:lnTo>
                  <a:pt x="151809" y="59443"/>
                </a:lnTo>
                <a:lnTo>
                  <a:pt x="153076" y="59443"/>
                </a:lnTo>
                <a:lnTo>
                  <a:pt x="153944" y="58543"/>
                </a:lnTo>
                <a:lnTo>
                  <a:pt x="154844" y="59443"/>
                </a:lnTo>
                <a:lnTo>
                  <a:pt x="156112" y="59443"/>
                </a:lnTo>
                <a:lnTo>
                  <a:pt x="156112" y="60544"/>
                </a:lnTo>
                <a:lnTo>
                  <a:pt x="156212" y="60811"/>
                </a:lnTo>
                <a:lnTo>
                  <a:pt x="156979" y="61578"/>
                </a:lnTo>
                <a:lnTo>
                  <a:pt x="156212" y="62346"/>
                </a:lnTo>
                <a:lnTo>
                  <a:pt x="156112" y="62646"/>
                </a:lnTo>
                <a:lnTo>
                  <a:pt x="156112" y="63713"/>
                </a:lnTo>
                <a:lnTo>
                  <a:pt x="154844" y="63713"/>
                </a:lnTo>
                <a:close/>
                <a:moveTo>
                  <a:pt x="149741" y="65381"/>
                </a:moveTo>
                <a:lnTo>
                  <a:pt x="149741" y="63313"/>
                </a:lnTo>
                <a:lnTo>
                  <a:pt x="148373" y="61979"/>
                </a:lnTo>
                <a:lnTo>
                  <a:pt x="150174" y="61979"/>
                </a:lnTo>
                <a:lnTo>
                  <a:pt x="151008" y="62813"/>
                </a:lnTo>
                <a:lnTo>
                  <a:pt x="151008" y="64113"/>
                </a:lnTo>
                <a:close/>
                <a:moveTo>
                  <a:pt x="127391" y="65381"/>
                </a:moveTo>
                <a:lnTo>
                  <a:pt x="126091" y="64080"/>
                </a:lnTo>
                <a:lnTo>
                  <a:pt x="126091" y="62779"/>
                </a:lnTo>
                <a:lnTo>
                  <a:pt x="126924" y="61979"/>
                </a:lnTo>
                <a:lnTo>
                  <a:pt x="128726" y="61979"/>
                </a:lnTo>
                <a:lnTo>
                  <a:pt x="127358" y="63313"/>
                </a:lnTo>
                <a:lnTo>
                  <a:pt x="127358" y="65381"/>
                </a:lnTo>
                <a:close/>
                <a:moveTo>
                  <a:pt x="123155" y="64614"/>
                </a:moveTo>
                <a:lnTo>
                  <a:pt x="122254" y="63713"/>
                </a:lnTo>
                <a:lnTo>
                  <a:pt x="121020" y="63713"/>
                </a:lnTo>
                <a:lnTo>
                  <a:pt x="121020" y="62646"/>
                </a:lnTo>
                <a:lnTo>
                  <a:pt x="120887" y="62346"/>
                </a:lnTo>
                <a:lnTo>
                  <a:pt x="120120" y="61578"/>
                </a:lnTo>
                <a:lnTo>
                  <a:pt x="120887" y="60811"/>
                </a:lnTo>
                <a:lnTo>
                  <a:pt x="121020" y="60544"/>
                </a:lnTo>
                <a:lnTo>
                  <a:pt x="121020" y="59443"/>
                </a:lnTo>
                <a:lnTo>
                  <a:pt x="122254" y="59443"/>
                </a:lnTo>
                <a:lnTo>
                  <a:pt x="123155" y="58543"/>
                </a:lnTo>
                <a:lnTo>
                  <a:pt x="124056" y="59443"/>
                </a:lnTo>
                <a:lnTo>
                  <a:pt x="125290" y="59443"/>
                </a:lnTo>
                <a:lnTo>
                  <a:pt x="125290" y="60544"/>
                </a:lnTo>
                <a:lnTo>
                  <a:pt x="125423" y="60811"/>
                </a:lnTo>
                <a:lnTo>
                  <a:pt x="126191" y="61578"/>
                </a:lnTo>
                <a:lnTo>
                  <a:pt x="125423" y="62346"/>
                </a:lnTo>
                <a:lnTo>
                  <a:pt x="125290" y="62646"/>
                </a:lnTo>
                <a:lnTo>
                  <a:pt x="125290" y="63713"/>
                </a:lnTo>
                <a:lnTo>
                  <a:pt x="124056" y="63713"/>
                </a:lnTo>
                <a:close/>
                <a:moveTo>
                  <a:pt x="118952" y="65381"/>
                </a:moveTo>
                <a:lnTo>
                  <a:pt x="118952" y="63313"/>
                </a:lnTo>
                <a:lnTo>
                  <a:pt x="117584" y="61979"/>
                </a:lnTo>
                <a:lnTo>
                  <a:pt x="119386" y="61979"/>
                </a:lnTo>
                <a:lnTo>
                  <a:pt x="120220" y="62813"/>
                </a:lnTo>
                <a:lnTo>
                  <a:pt x="120220" y="64113"/>
                </a:lnTo>
                <a:close/>
                <a:moveTo>
                  <a:pt x="96569" y="65381"/>
                </a:moveTo>
                <a:lnTo>
                  <a:pt x="95302" y="64080"/>
                </a:lnTo>
                <a:lnTo>
                  <a:pt x="95302" y="62779"/>
                </a:lnTo>
                <a:lnTo>
                  <a:pt x="96136" y="61979"/>
                </a:lnTo>
                <a:lnTo>
                  <a:pt x="97937" y="61979"/>
                </a:lnTo>
                <a:lnTo>
                  <a:pt x="96569" y="63313"/>
                </a:lnTo>
                <a:lnTo>
                  <a:pt x="96569" y="65381"/>
                </a:lnTo>
                <a:close/>
                <a:moveTo>
                  <a:pt x="92366" y="64614"/>
                </a:moveTo>
                <a:lnTo>
                  <a:pt x="91466" y="63713"/>
                </a:lnTo>
                <a:lnTo>
                  <a:pt x="90232" y="63713"/>
                </a:lnTo>
                <a:lnTo>
                  <a:pt x="90232" y="62646"/>
                </a:lnTo>
                <a:lnTo>
                  <a:pt x="90098" y="62346"/>
                </a:lnTo>
                <a:lnTo>
                  <a:pt x="89331" y="61578"/>
                </a:lnTo>
                <a:lnTo>
                  <a:pt x="90098" y="60811"/>
                </a:lnTo>
                <a:lnTo>
                  <a:pt x="90232" y="60544"/>
                </a:lnTo>
                <a:lnTo>
                  <a:pt x="90232" y="59443"/>
                </a:lnTo>
                <a:lnTo>
                  <a:pt x="91466" y="59443"/>
                </a:lnTo>
                <a:lnTo>
                  <a:pt x="92366" y="58543"/>
                </a:lnTo>
                <a:lnTo>
                  <a:pt x="93267" y="59443"/>
                </a:lnTo>
                <a:lnTo>
                  <a:pt x="94501" y="59443"/>
                </a:lnTo>
                <a:lnTo>
                  <a:pt x="94501" y="60544"/>
                </a:lnTo>
                <a:lnTo>
                  <a:pt x="94635" y="60811"/>
                </a:lnTo>
                <a:lnTo>
                  <a:pt x="95402" y="61578"/>
                </a:lnTo>
                <a:lnTo>
                  <a:pt x="94635" y="62346"/>
                </a:lnTo>
                <a:lnTo>
                  <a:pt x="94501" y="62646"/>
                </a:lnTo>
                <a:lnTo>
                  <a:pt x="94501" y="63713"/>
                </a:lnTo>
                <a:lnTo>
                  <a:pt x="93267" y="63713"/>
                </a:lnTo>
                <a:close/>
                <a:moveTo>
                  <a:pt x="88130" y="65381"/>
                </a:moveTo>
                <a:lnTo>
                  <a:pt x="88130" y="63313"/>
                </a:lnTo>
                <a:lnTo>
                  <a:pt x="86796" y="61979"/>
                </a:lnTo>
                <a:lnTo>
                  <a:pt x="88597" y="61979"/>
                </a:lnTo>
                <a:lnTo>
                  <a:pt x="89431" y="62813"/>
                </a:lnTo>
                <a:lnTo>
                  <a:pt x="89431" y="64113"/>
                </a:lnTo>
                <a:close/>
                <a:moveTo>
                  <a:pt x="65781" y="65381"/>
                </a:moveTo>
                <a:lnTo>
                  <a:pt x="64513" y="64080"/>
                </a:lnTo>
                <a:lnTo>
                  <a:pt x="64513" y="62779"/>
                </a:lnTo>
                <a:lnTo>
                  <a:pt x="65347" y="61979"/>
                </a:lnTo>
                <a:lnTo>
                  <a:pt x="67148" y="61979"/>
                </a:lnTo>
                <a:lnTo>
                  <a:pt x="65781" y="63313"/>
                </a:lnTo>
                <a:lnTo>
                  <a:pt x="65781" y="65381"/>
                </a:lnTo>
                <a:close/>
                <a:moveTo>
                  <a:pt x="61578" y="64614"/>
                </a:moveTo>
                <a:lnTo>
                  <a:pt x="60677" y="63713"/>
                </a:lnTo>
                <a:lnTo>
                  <a:pt x="59410" y="63713"/>
                </a:lnTo>
                <a:lnTo>
                  <a:pt x="59410" y="62646"/>
                </a:lnTo>
                <a:lnTo>
                  <a:pt x="59310" y="62346"/>
                </a:lnTo>
                <a:lnTo>
                  <a:pt x="58542" y="61578"/>
                </a:lnTo>
                <a:lnTo>
                  <a:pt x="59310" y="60811"/>
                </a:lnTo>
                <a:lnTo>
                  <a:pt x="59410" y="60544"/>
                </a:lnTo>
                <a:lnTo>
                  <a:pt x="59410" y="59443"/>
                </a:lnTo>
                <a:lnTo>
                  <a:pt x="60677" y="59443"/>
                </a:lnTo>
                <a:lnTo>
                  <a:pt x="61578" y="58543"/>
                </a:lnTo>
                <a:lnTo>
                  <a:pt x="62445" y="59443"/>
                </a:lnTo>
                <a:lnTo>
                  <a:pt x="63713" y="59443"/>
                </a:lnTo>
                <a:lnTo>
                  <a:pt x="63713" y="60544"/>
                </a:lnTo>
                <a:lnTo>
                  <a:pt x="63846" y="60811"/>
                </a:lnTo>
                <a:lnTo>
                  <a:pt x="64613" y="61578"/>
                </a:lnTo>
                <a:lnTo>
                  <a:pt x="63846" y="62346"/>
                </a:lnTo>
                <a:lnTo>
                  <a:pt x="63713" y="62646"/>
                </a:lnTo>
                <a:lnTo>
                  <a:pt x="63713" y="63713"/>
                </a:lnTo>
                <a:lnTo>
                  <a:pt x="62445" y="63713"/>
                </a:lnTo>
                <a:close/>
                <a:moveTo>
                  <a:pt x="57341" y="65381"/>
                </a:moveTo>
                <a:lnTo>
                  <a:pt x="57341" y="63313"/>
                </a:lnTo>
                <a:lnTo>
                  <a:pt x="56007" y="61979"/>
                </a:lnTo>
                <a:lnTo>
                  <a:pt x="57808" y="61979"/>
                </a:lnTo>
                <a:lnTo>
                  <a:pt x="58642" y="62813"/>
                </a:lnTo>
                <a:lnTo>
                  <a:pt x="58642" y="64113"/>
                </a:lnTo>
                <a:close/>
                <a:moveTo>
                  <a:pt x="57341" y="57776"/>
                </a:moveTo>
                <a:lnTo>
                  <a:pt x="58642" y="59077"/>
                </a:lnTo>
                <a:lnTo>
                  <a:pt x="58642" y="60377"/>
                </a:lnTo>
                <a:lnTo>
                  <a:pt x="57808" y="61178"/>
                </a:lnTo>
                <a:lnTo>
                  <a:pt x="56007" y="61178"/>
                </a:lnTo>
                <a:lnTo>
                  <a:pt x="57341" y="59844"/>
                </a:lnTo>
                <a:close/>
                <a:moveTo>
                  <a:pt x="65781" y="57776"/>
                </a:moveTo>
                <a:lnTo>
                  <a:pt x="65781" y="59844"/>
                </a:lnTo>
                <a:lnTo>
                  <a:pt x="67148" y="61178"/>
                </a:lnTo>
                <a:lnTo>
                  <a:pt x="65347" y="61178"/>
                </a:lnTo>
                <a:lnTo>
                  <a:pt x="64513" y="60344"/>
                </a:lnTo>
                <a:lnTo>
                  <a:pt x="64513" y="59043"/>
                </a:lnTo>
                <a:close/>
                <a:moveTo>
                  <a:pt x="88130" y="57776"/>
                </a:moveTo>
                <a:lnTo>
                  <a:pt x="89431" y="59077"/>
                </a:lnTo>
                <a:lnTo>
                  <a:pt x="89431" y="60377"/>
                </a:lnTo>
                <a:lnTo>
                  <a:pt x="88597" y="61178"/>
                </a:lnTo>
                <a:lnTo>
                  <a:pt x="86796" y="61178"/>
                </a:lnTo>
                <a:lnTo>
                  <a:pt x="88130" y="59844"/>
                </a:lnTo>
                <a:lnTo>
                  <a:pt x="88130" y="57776"/>
                </a:lnTo>
                <a:close/>
                <a:moveTo>
                  <a:pt x="96569" y="57776"/>
                </a:moveTo>
                <a:lnTo>
                  <a:pt x="96569" y="59844"/>
                </a:lnTo>
                <a:lnTo>
                  <a:pt x="97937" y="61178"/>
                </a:lnTo>
                <a:lnTo>
                  <a:pt x="96136" y="61178"/>
                </a:lnTo>
                <a:lnTo>
                  <a:pt x="95302" y="60377"/>
                </a:lnTo>
                <a:lnTo>
                  <a:pt x="95302" y="59077"/>
                </a:lnTo>
                <a:close/>
                <a:moveTo>
                  <a:pt x="118952" y="57776"/>
                </a:moveTo>
                <a:lnTo>
                  <a:pt x="120220" y="59077"/>
                </a:lnTo>
                <a:lnTo>
                  <a:pt x="120220" y="60377"/>
                </a:lnTo>
                <a:lnTo>
                  <a:pt x="119386" y="61178"/>
                </a:lnTo>
                <a:lnTo>
                  <a:pt x="117584" y="61178"/>
                </a:lnTo>
                <a:lnTo>
                  <a:pt x="118952" y="59844"/>
                </a:lnTo>
                <a:lnTo>
                  <a:pt x="118952" y="57776"/>
                </a:lnTo>
                <a:close/>
                <a:moveTo>
                  <a:pt x="127391" y="57776"/>
                </a:moveTo>
                <a:lnTo>
                  <a:pt x="127391" y="59844"/>
                </a:lnTo>
                <a:lnTo>
                  <a:pt x="128726" y="61178"/>
                </a:lnTo>
                <a:lnTo>
                  <a:pt x="126924" y="61178"/>
                </a:lnTo>
                <a:lnTo>
                  <a:pt x="126091" y="60344"/>
                </a:lnTo>
                <a:lnTo>
                  <a:pt x="126091" y="59043"/>
                </a:lnTo>
                <a:close/>
                <a:moveTo>
                  <a:pt x="149741" y="57776"/>
                </a:moveTo>
                <a:lnTo>
                  <a:pt x="151008" y="59077"/>
                </a:lnTo>
                <a:lnTo>
                  <a:pt x="151008" y="60377"/>
                </a:lnTo>
                <a:lnTo>
                  <a:pt x="150174" y="61178"/>
                </a:lnTo>
                <a:lnTo>
                  <a:pt x="148373" y="61178"/>
                </a:lnTo>
                <a:lnTo>
                  <a:pt x="149741" y="59844"/>
                </a:lnTo>
                <a:lnTo>
                  <a:pt x="149741" y="57776"/>
                </a:lnTo>
                <a:close/>
                <a:moveTo>
                  <a:pt x="158180" y="57776"/>
                </a:moveTo>
                <a:lnTo>
                  <a:pt x="158180" y="59844"/>
                </a:lnTo>
                <a:lnTo>
                  <a:pt x="159514" y="61178"/>
                </a:lnTo>
                <a:lnTo>
                  <a:pt x="157713" y="61178"/>
                </a:lnTo>
                <a:lnTo>
                  <a:pt x="156879" y="60344"/>
                </a:lnTo>
                <a:lnTo>
                  <a:pt x="156879" y="59043"/>
                </a:lnTo>
                <a:close/>
                <a:moveTo>
                  <a:pt x="180529" y="57776"/>
                </a:moveTo>
                <a:lnTo>
                  <a:pt x="181797" y="59077"/>
                </a:lnTo>
                <a:lnTo>
                  <a:pt x="181797" y="60377"/>
                </a:lnTo>
                <a:lnTo>
                  <a:pt x="180963" y="61178"/>
                </a:lnTo>
                <a:lnTo>
                  <a:pt x="179162" y="61178"/>
                </a:lnTo>
                <a:lnTo>
                  <a:pt x="180529" y="59844"/>
                </a:lnTo>
                <a:lnTo>
                  <a:pt x="180529" y="57776"/>
                </a:lnTo>
                <a:close/>
                <a:moveTo>
                  <a:pt x="188969" y="57776"/>
                </a:moveTo>
                <a:lnTo>
                  <a:pt x="188969" y="59844"/>
                </a:lnTo>
                <a:lnTo>
                  <a:pt x="190303" y="61178"/>
                </a:lnTo>
                <a:lnTo>
                  <a:pt x="188502" y="61178"/>
                </a:lnTo>
                <a:lnTo>
                  <a:pt x="187668" y="60344"/>
                </a:lnTo>
                <a:lnTo>
                  <a:pt x="187668" y="59043"/>
                </a:lnTo>
                <a:close/>
                <a:moveTo>
                  <a:pt x="191437" y="61178"/>
                </a:moveTo>
                <a:lnTo>
                  <a:pt x="189736" y="59510"/>
                </a:lnTo>
                <a:lnTo>
                  <a:pt x="189736" y="57475"/>
                </a:lnTo>
                <a:lnTo>
                  <a:pt x="195473" y="57475"/>
                </a:lnTo>
                <a:lnTo>
                  <a:pt x="199176" y="61178"/>
                </a:lnTo>
                <a:close/>
                <a:moveTo>
                  <a:pt x="187268" y="58643"/>
                </a:moveTo>
                <a:lnTo>
                  <a:pt x="185967" y="58643"/>
                </a:lnTo>
                <a:lnTo>
                  <a:pt x="185133" y="57809"/>
                </a:lnTo>
                <a:lnTo>
                  <a:pt x="185133" y="56008"/>
                </a:lnTo>
                <a:lnTo>
                  <a:pt x="186367" y="57242"/>
                </a:lnTo>
                <a:lnTo>
                  <a:pt x="186667" y="57375"/>
                </a:lnTo>
                <a:lnTo>
                  <a:pt x="188535" y="57375"/>
                </a:lnTo>
                <a:close/>
                <a:moveTo>
                  <a:pt x="184332" y="57809"/>
                </a:moveTo>
                <a:lnTo>
                  <a:pt x="183532" y="58643"/>
                </a:lnTo>
                <a:lnTo>
                  <a:pt x="182231" y="58643"/>
                </a:lnTo>
                <a:lnTo>
                  <a:pt x="180930" y="57375"/>
                </a:lnTo>
                <a:lnTo>
                  <a:pt x="182831" y="57375"/>
                </a:lnTo>
                <a:lnTo>
                  <a:pt x="183098" y="57242"/>
                </a:lnTo>
                <a:lnTo>
                  <a:pt x="184332" y="56008"/>
                </a:lnTo>
                <a:close/>
                <a:moveTo>
                  <a:pt x="179729" y="59510"/>
                </a:moveTo>
                <a:lnTo>
                  <a:pt x="178061" y="61178"/>
                </a:lnTo>
                <a:lnTo>
                  <a:pt x="170289" y="61178"/>
                </a:lnTo>
                <a:lnTo>
                  <a:pt x="174025" y="57475"/>
                </a:lnTo>
                <a:lnTo>
                  <a:pt x="179729" y="57475"/>
                </a:lnTo>
                <a:lnTo>
                  <a:pt x="179729" y="59510"/>
                </a:lnTo>
                <a:close/>
                <a:moveTo>
                  <a:pt x="160649" y="61178"/>
                </a:moveTo>
                <a:lnTo>
                  <a:pt x="158947" y="59510"/>
                </a:lnTo>
                <a:lnTo>
                  <a:pt x="158947" y="57475"/>
                </a:lnTo>
                <a:lnTo>
                  <a:pt x="164685" y="57475"/>
                </a:lnTo>
                <a:lnTo>
                  <a:pt x="168387" y="61178"/>
                </a:lnTo>
                <a:close/>
                <a:moveTo>
                  <a:pt x="156479" y="58643"/>
                </a:moveTo>
                <a:lnTo>
                  <a:pt x="155178" y="58643"/>
                </a:lnTo>
                <a:lnTo>
                  <a:pt x="154344" y="57809"/>
                </a:lnTo>
                <a:lnTo>
                  <a:pt x="154344" y="56008"/>
                </a:lnTo>
                <a:lnTo>
                  <a:pt x="155578" y="57242"/>
                </a:lnTo>
                <a:lnTo>
                  <a:pt x="155845" y="57375"/>
                </a:lnTo>
                <a:lnTo>
                  <a:pt x="157746" y="57375"/>
                </a:lnTo>
                <a:close/>
                <a:moveTo>
                  <a:pt x="153543" y="57809"/>
                </a:moveTo>
                <a:lnTo>
                  <a:pt x="152743" y="58643"/>
                </a:lnTo>
                <a:lnTo>
                  <a:pt x="151442" y="58643"/>
                </a:lnTo>
                <a:lnTo>
                  <a:pt x="150141" y="57375"/>
                </a:lnTo>
                <a:lnTo>
                  <a:pt x="152042" y="57375"/>
                </a:lnTo>
                <a:lnTo>
                  <a:pt x="152309" y="57242"/>
                </a:lnTo>
                <a:lnTo>
                  <a:pt x="153543" y="56008"/>
                </a:lnTo>
                <a:close/>
                <a:moveTo>
                  <a:pt x="148940" y="59510"/>
                </a:moveTo>
                <a:lnTo>
                  <a:pt x="147272" y="61178"/>
                </a:lnTo>
                <a:lnTo>
                  <a:pt x="139500" y="61178"/>
                </a:lnTo>
                <a:lnTo>
                  <a:pt x="143236" y="57475"/>
                </a:lnTo>
                <a:lnTo>
                  <a:pt x="148940" y="57475"/>
                </a:lnTo>
                <a:lnTo>
                  <a:pt x="148940" y="59510"/>
                </a:lnTo>
                <a:close/>
                <a:moveTo>
                  <a:pt x="129860" y="61178"/>
                </a:moveTo>
                <a:lnTo>
                  <a:pt x="128159" y="59510"/>
                </a:lnTo>
                <a:lnTo>
                  <a:pt x="128159" y="57475"/>
                </a:lnTo>
                <a:lnTo>
                  <a:pt x="133896" y="57475"/>
                </a:lnTo>
                <a:lnTo>
                  <a:pt x="137599" y="61178"/>
                </a:lnTo>
                <a:close/>
                <a:moveTo>
                  <a:pt x="125690" y="58643"/>
                </a:moveTo>
                <a:lnTo>
                  <a:pt x="124389" y="58643"/>
                </a:lnTo>
                <a:lnTo>
                  <a:pt x="123555" y="57809"/>
                </a:lnTo>
                <a:lnTo>
                  <a:pt x="123555" y="56008"/>
                </a:lnTo>
                <a:lnTo>
                  <a:pt x="124790" y="57242"/>
                </a:lnTo>
                <a:lnTo>
                  <a:pt x="125056" y="57375"/>
                </a:lnTo>
                <a:lnTo>
                  <a:pt x="126958" y="57375"/>
                </a:lnTo>
                <a:close/>
                <a:moveTo>
                  <a:pt x="122755" y="57809"/>
                </a:moveTo>
                <a:lnTo>
                  <a:pt x="121954" y="58643"/>
                </a:lnTo>
                <a:lnTo>
                  <a:pt x="120653" y="58643"/>
                </a:lnTo>
                <a:lnTo>
                  <a:pt x="119352" y="57375"/>
                </a:lnTo>
                <a:lnTo>
                  <a:pt x="121254" y="57375"/>
                </a:lnTo>
                <a:lnTo>
                  <a:pt x="121521" y="57242"/>
                </a:lnTo>
                <a:lnTo>
                  <a:pt x="122755" y="56008"/>
                </a:lnTo>
                <a:lnTo>
                  <a:pt x="122755" y="57809"/>
                </a:lnTo>
                <a:close/>
                <a:moveTo>
                  <a:pt x="118152" y="59510"/>
                </a:moveTo>
                <a:lnTo>
                  <a:pt x="116450" y="61178"/>
                </a:lnTo>
                <a:lnTo>
                  <a:pt x="108711" y="61178"/>
                </a:lnTo>
                <a:lnTo>
                  <a:pt x="112414" y="57475"/>
                </a:lnTo>
                <a:lnTo>
                  <a:pt x="118152" y="57475"/>
                </a:lnTo>
                <a:lnTo>
                  <a:pt x="118152" y="59510"/>
                </a:lnTo>
                <a:close/>
                <a:moveTo>
                  <a:pt x="99071" y="61178"/>
                </a:moveTo>
                <a:lnTo>
                  <a:pt x="97370" y="59510"/>
                </a:lnTo>
                <a:lnTo>
                  <a:pt x="97370" y="57475"/>
                </a:lnTo>
                <a:lnTo>
                  <a:pt x="103074" y="57475"/>
                </a:lnTo>
                <a:lnTo>
                  <a:pt x="106810" y="61178"/>
                </a:lnTo>
                <a:close/>
                <a:moveTo>
                  <a:pt x="94868" y="58643"/>
                </a:moveTo>
                <a:lnTo>
                  <a:pt x="93567" y="58643"/>
                </a:lnTo>
                <a:lnTo>
                  <a:pt x="92767" y="57809"/>
                </a:lnTo>
                <a:lnTo>
                  <a:pt x="92767" y="56008"/>
                </a:lnTo>
                <a:lnTo>
                  <a:pt x="94001" y="57242"/>
                </a:lnTo>
                <a:lnTo>
                  <a:pt x="94268" y="57375"/>
                </a:lnTo>
                <a:lnTo>
                  <a:pt x="96169" y="57375"/>
                </a:lnTo>
                <a:close/>
                <a:moveTo>
                  <a:pt x="91966" y="57809"/>
                </a:moveTo>
                <a:lnTo>
                  <a:pt x="91166" y="58643"/>
                </a:lnTo>
                <a:lnTo>
                  <a:pt x="89865" y="58643"/>
                </a:lnTo>
                <a:lnTo>
                  <a:pt x="88564" y="57375"/>
                </a:lnTo>
                <a:lnTo>
                  <a:pt x="90465" y="57375"/>
                </a:lnTo>
                <a:lnTo>
                  <a:pt x="90732" y="57242"/>
                </a:lnTo>
                <a:lnTo>
                  <a:pt x="91966" y="56008"/>
                </a:lnTo>
                <a:lnTo>
                  <a:pt x="91966" y="57809"/>
                </a:lnTo>
                <a:close/>
                <a:moveTo>
                  <a:pt x="87363" y="59510"/>
                </a:moveTo>
                <a:lnTo>
                  <a:pt x="85662" y="61178"/>
                </a:lnTo>
                <a:lnTo>
                  <a:pt x="77923" y="61178"/>
                </a:lnTo>
                <a:lnTo>
                  <a:pt x="81625" y="57475"/>
                </a:lnTo>
                <a:lnTo>
                  <a:pt x="87363" y="57475"/>
                </a:lnTo>
                <a:lnTo>
                  <a:pt x="87363" y="59510"/>
                </a:lnTo>
                <a:close/>
                <a:moveTo>
                  <a:pt x="68249" y="61178"/>
                </a:moveTo>
                <a:lnTo>
                  <a:pt x="66581" y="59510"/>
                </a:lnTo>
                <a:lnTo>
                  <a:pt x="66581" y="57475"/>
                </a:lnTo>
                <a:lnTo>
                  <a:pt x="72285" y="57475"/>
                </a:lnTo>
                <a:lnTo>
                  <a:pt x="76021" y="61178"/>
                </a:lnTo>
                <a:close/>
                <a:moveTo>
                  <a:pt x="64080" y="58643"/>
                </a:moveTo>
                <a:lnTo>
                  <a:pt x="62779" y="58643"/>
                </a:lnTo>
                <a:lnTo>
                  <a:pt x="61978" y="57809"/>
                </a:lnTo>
                <a:lnTo>
                  <a:pt x="61978" y="56008"/>
                </a:lnTo>
                <a:lnTo>
                  <a:pt x="63212" y="57242"/>
                </a:lnTo>
                <a:lnTo>
                  <a:pt x="63479" y="57375"/>
                </a:lnTo>
                <a:lnTo>
                  <a:pt x="65381" y="57375"/>
                </a:lnTo>
                <a:close/>
                <a:moveTo>
                  <a:pt x="61178" y="57809"/>
                </a:moveTo>
                <a:lnTo>
                  <a:pt x="60344" y="58643"/>
                </a:lnTo>
                <a:lnTo>
                  <a:pt x="59043" y="58643"/>
                </a:lnTo>
                <a:lnTo>
                  <a:pt x="57775" y="57375"/>
                </a:lnTo>
                <a:lnTo>
                  <a:pt x="59676" y="57375"/>
                </a:lnTo>
                <a:lnTo>
                  <a:pt x="59943" y="57242"/>
                </a:lnTo>
                <a:lnTo>
                  <a:pt x="61178" y="56008"/>
                </a:lnTo>
                <a:close/>
                <a:moveTo>
                  <a:pt x="56574" y="59510"/>
                </a:moveTo>
                <a:lnTo>
                  <a:pt x="54873" y="61178"/>
                </a:lnTo>
                <a:lnTo>
                  <a:pt x="47134" y="61178"/>
                </a:lnTo>
                <a:lnTo>
                  <a:pt x="50837" y="57475"/>
                </a:lnTo>
                <a:lnTo>
                  <a:pt x="56574" y="57475"/>
                </a:lnTo>
                <a:close/>
                <a:moveTo>
                  <a:pt x="54873" y="61979"/>
                </a:moveTo>
                <a:lnTo>
                  <a:pt x="56574" y="63646"/>
                </a:lnTo>
                <a:lnTo>
                  <a:pt x="56574" y="65681"/>
                </a:lnTo>
                <a:lnTo>
                  <a:pt x="50837" y="65681"/>
                </a:lnTo>
                <a:lnTo>
                  <a:pt x="47134" y="61979"/>
                </a:lnTo>
                <a:lnTo>
                  <a:pt x="54873" y="61979"/>
                </a:lnTo>
                <a:close/>
                <a:moveTo>
                  <a:pt x="59043" y="64514"/>
                </a:moveTo>
                <a:lnTo>
                  <a:pt x="60344" y="64514"/>
                </a:lnTo>
                <a:lnTo>
                  <a:pt x="61178" y="65348"/>
                </a:lnTo>
                <a:lnTo>
                  <a:pt x="61178" y="67149"/>
                </a:lnTo>
                <a:lnTo>
                  <a:pt x="59943" y="65915"/>
                </a:lnTo>
                <a:lnTo>
                  <a:pt x="59676" y="65781"/>
                </a:lnTo>
                <a:lnTo>
                  <a:pt x="57775" y="65781"/>
                </a:lnTo>
                <a:close/>
                <a:moveTo>
                  <a:pt x="61978" y="65348"/>
                </a:moveTo>
                <a:lnTo>
                  <a:pt x="62779" y="64514"/>
                </a:lnTo>
                <a:lnTo>
                  <a:pt x="64080" y="64514"/>
                </a:lnTo>
                <a:lnTo>
                  <a:pt x="65381" y="65815"/>
                </a:lnTo>
                <a:lnTo>
                  <a:pt x="63479" y="65815"/>
                </a:lnTo>
                <a:lnTo>
                  <a:pt x="63212" y="65915"/>
                </a:lnTo>
                <a:lnTo>
                  <a:pt x="61978" y="67149"/>
                </a:lnTo>
                <a:close/>
                <a:moveTo>
                  <a:pt x="66581" y="63646"/>
                </a:moveTo>
                <a:lnTo>
                  <a:pt x="68249" y="61979"/>
                </a:lnTo>
                <a:lnTo>
                  <a:pt x="76021" y="61979"/>
                </a:lnTo>
                <a:lnTo>
                  <a:pt x="72285" y="65681"/>
                </a:lnTo>
                <a:lnTo>
                  <a:pt x="66581" y="65681"/>
                </a:lnTo>
                <a:lnTo>
                  <a:pt x="66581" y="63646"/>
                </a:lnTo>
                <a:close/>
                <a:moveTo>
                  <a:pt x="85662" y="61979"/>
                </a:moveTo>
                <a:lnTo>
                  <a:pt x="87363" y="63646"/>
                </a:lnTo>
                <a:lnTo>
                  <a:pt x="87363" y="65681"/>
                </a:lnTo>
                <a:lnTo>
                  <a:pt x="81659" y="65681"/>
                </a:lnTo>
                <a:lnTo>
                  <a:pt x="77923" y="61979"/>
                </a:lnTo>
                <a:lnTo>
                  <a:pt x="85662" y="61979"/>
                </a:lnTo>
                <a:close/>
                <a:moveTo>
                  <a:pt x="89831" y="64514"/>
                </a:moveTo>
                <a:lnTo>
                  <a:pt x="91132" y="64514"/>
                </a:lnTo>
                <a:lnTo>
                  <a:pt x="91966" y="65348"/>
                </a:lnTo>
                <a:lnTo>
                  <a:pt x="91966" y="67149"/>
                </a:lnTo>
                <a:lnTo>
                  <a:pt x="90732" y="65915"/>
                </a:lnTo>
                <a:lnTo>
                  <a:pt x="90465" y="65781"/>
                </a:lnTo>
                <a:lnTo>
                  <a:pt x="88564" y="65781"/>
                </a:lnTo>
                <a:close/>
                <a:moveTo>
                  <a:pt x="92767" y="65348"/>
                </a:moveTo>
                <a:lnTo>
                  <a:pt x="93567" y="64514"/>
                </a:lnTo>
                <a:lnTo>
                  <a:pt x="94868" y="64514"/>
                </a:lnTo>
                <a:lnTo>
                  <a:pt x="96169" y="65815"/>
                </a:lnTo>
                <a:lnTo>
                  <a:pt x="94268" y="65815"/>
                </a:lnTo>
                <a:lnTo>
                  <a:pt x="94001" y="65915"/>
                </a:lnTo>
                <a:lnTo>
                  <a:pt x="92767" y="67149"/>
                </a:lnTo>
                <a:lnTo>
                  <a:pt x="92767" y="65348"/>
                </a:lnTo>
                <a:close/>
                <a:moveTo>
                  <a:pt x="97370" y="63646"/>
                </a:moveTo>
                <a:lnTo>
                  <a:pt x="99071" y="61979"/>
                </a:lnTo>
                <a:lnTo>
                  <a:pt x="106810" y="61979"/>
                </a:lnTo>
                <a:lnTo>
                  <a:pt x="103074" y="65681"/>
                </a:lnTo>
                <a:lnTo>
                  <a:pt x="97370" y="65681"/>
                </a:lnTo>
                <a:lnTo>
                  <a:pt x="97370" y="63646"/>
                </a:lnTo>
                <a:close/>
                <a:moveTo>
                  <a:pt x="116450" y="61979"/>
                </a:moveTo>
                <a:lnTo>
                  <a:pt x="118152" y="63646"/>
                </a:lnTo>
                <a:lnTo>
                  <a:pt x="118152" y="65681"/>
                </a:lnTo>
                <a:lnTo>
                  <a:pt x="112447" y="65681"/>
                </a:lnTo>
                <a:lnTo>
                  <a:pt x="108711" y="61979"/>
                </a:lnTo>
                <a:lnTo>
                  <a:pt x="116450" y="61979"/>
                </a:lnTo>
                <a:close/>
                <a:moveTo>
                  <a:pt x="120653" y="64514"/>
                </a:moveTo>
                <a:lnTo>
                  <a:pt x="121954" y="64514"/>
                </a:lnTo>
                <a:lnTo>
                  <a:pt x="122755" y="65348"/>
                </a:lnTo>
                <a:lnTo>
                  <a:pt x="122755" y="67149"/>
                </a:lnTo>
                <a:lnTo>
                  <a:pt x="121521" y="65915"/>
                </a:lnTo>
                <a:lnTo>
                  <a:pt x="121254" y="65781"/>
                </a:lnTo>
                <a:lnTo>
                  <a:pt x="119352" y="65781"/>
                </a:lnTo>
                <a:close/>
                <a:moveTo>
                  <a:pt x="123555" y="65348"/>
                </a:moveTo>
                <a:lnTo>
                  <a:pt x="124389" y="64514"/>
                </a:lnTo>
                <a:lnTo>
                  <a:pt x="125657" y="64514"/>
                </a:lnTo>
                <a:lnTo>
                  <a:pt x="126958" y="65815"/>
                </a:lnTo>
                <a:lnTo>
                  <a:pt x="125056" y="65815"/>
                </a:lnTo>
                <a:lnTo>
                  <a:pt x="124790" y="65915"/>
                </a:lnTo>
                <a:lnTo>
                  <a:pt x="123555" y="67149"/>
                </a:lnTo>
                <a:lnTo>
                  <a:pt x="123555" y="65348"/>
                </a:lnTo>
                <a:close/>
                <a:moveTo>
                  <a:pt x="128159" y="63646"/>
                </a:moveTo>
                <a:lnTo>
                  <a:pt x="129860" y="61979"/>
                </a:lnTo>
                <a:lnTo>
                  <a:pt x="137599" y="61979"/>
                </a:lnTo>
                <a:lnTo>
                  <a:pt x="133863" y="65681"/>
                </a:lnTo>
                <a:lnTo>
                  <a:pt x="128159" y="65681"/>
                </a:lnTo>
                <a:lnTo>
                  <a:pt x="128159" y="63646"/>
                </a:lnTo>
                <a:close/>
                <a:moveTo>
                  <a:pt x="147272" y="61979"/>
                </a:moveTo>
                <a:lnTo>
                  <a:pt x="148940" y="63646"/>
                </a:lnTo>
                <a:lnTo>
                  <a:pt x="148940" y="65681"/>
                </a:lnTo>
                <a:lnTo>
                  <a:pt x="143236" y="65681"/>
                </a:lnTo>
                <a:lnTo>
                  <a:pt x="139500" y="61979"/>
                </a:lnTo>
                <a:lnTo>
                  <a:pt x="147272" y="61979"/>
                </a:lnTo>
                <a:close/>
                <a:moveTo>
                  <a:pt x="151442" y="64514"/>
                </a:moveTo>
                <a:lnTo>
                  <a:pt x="152743" y="64514"/>
                </a:lnTo>
                <a:lnTo>
                  <a:pt x="153543" y="65348"/>
                </a:lnTo>
                <a:lnTo>
                  <a:pt x="153543" y="67149"/>
                </a:lnTo>
                <a:lnTo>
                  <a:pt x="152309" y="65915"/>
                </a:lnTo>
                <a:lnTo>
                  <a:pt x="152042" y="65781"/>
                </a:lnTo>
                <a:lnTo>
                  <a:pt x="150141" y="65781"/>
                </a:lnTo>
                <a:close/>
                <a:moveTo>
                  <a:pt x="154344" y="65348"/>
                </a:moveTo>
                <a:lnTo>
                  <a:pt x="155178" y="64514"/>
                </a:lnTo>
                <a:lnTo>
                  <a:pt x="156479" y="64514"/>
                </a:lnTo>
                <a:lnTo>
                  <a:pt x="157746" y="65815"/>
                </a:lnTo>
                <a:lnTo>
                  <a:pt x="155845" y="65815"/>
                </a:lnTo>
                <a:lnTo>
                  <a:pt x="155578" y="65915"/>
                </a:lnTo>
                <a:lnTo>
                  <a:pt x="154344" y="67149"/>
                </a:lnTo>
                <a:close/>
                <a:moveTo>
                  <a:pt x="158947" y="63646"/>
                </a:moveTo>
                <a:lnTo>
                  <a:pt x="160649" y="61979"/>
                </a:lnTo>
                <a:lnTo>
                  <a:pt x="168387" y="61979"/>
                </a:lnTo>
                <a:lnTo>
                  <a:pt x="164651" y="65681"/>
                </a:lnTo>
                <a:lnTo>
                  <a:pt x="158947" y="65681"/>
                </a:lnTo>
                <a:lnTo>
                  <a:pt x="158947" y="63646"/>
                </a:lnTo>
                <a:close/>
                <a:moveTo>
                  <a:pt x="178061" y="61979"/>
                </a:moveTo>
                <a:lnTo>
                  <a:pt x="179729" y="63646"/>
                </a:lnTo>
                <a:lnTo>
                  <a:pt x="179729" y="65681"/>
                </a:lnTo>
                <a:lnTo>
                  <a:pt x="174025" y="65681"/>
                </a:lnTo>
                <a:lnTo>
                  <a:pt x="170289" y="61979"/>
                </a:lnTo>
                <a:lnTo>
                  <a:pt x="178061" y="61979"/>
                </a:lnTo>
                <a:close/>
                <a:moveTo>
                  <a:pt x="182231" y="64514"/>
                </a:moveTo>
                <a:lnTo>
                  <a:pt x="183532" y="64514"/>
                </a:lnTo>
                <a:lnTo>
                  <a:pt x="184332" y="65348"/>
                </a:lnTo>
                <a:lnTo>
                  <a:pt x="184332" y="67149"/>
                </a:lnTo>
                <a:lnTo>
                  <a:pt x="183098" y="65915"/>
                </a:lnTo>
                <a:lnTo>
                  <a:pt x="182831" y="65781"/>
                </a:lnTo>
                <a:lnTo>
                  <a:pt x="180930" y="65781"/>
                </a:lnTo>
                <a:close/>
                <a:moveTo>
                  <a:pt x="185133" y="65348"/>
                </a:moveTo>
                <a:lnTo>
                  <a:pt x="185967" y="64514"/>
                </a:lnTo>
                <a:lnTo>
                  <a:pt x="187268" y="64514"/>
                </a:lnTo>
                <a:lnTo>
                  <a:pt x="188535" y="65815"/>
                </a:lnTo>
                <a:lnTo>
                  <a:pt x="186667" y="65815"/>
                </a:lnTo>
                <a:lnTo>
                  <a:pt x="186367" y="65915"/>
                </a:lnTo>
                <a:lnTo>
                  <a:pt x="185133" y="67149"/>
                </a:lnTo>
                <a:close/>
                <a:moveTo>
                  <a:pt x="189736" y="63646"/>
                </a:moveTo>
                <a:lnTo>
                  <a:pt x="191437" y="61979"/>
                </a:lnTo>
                <a:lnTo>
                  <a:pt x="199176" y="61979"/>
                </a:lnTo>
                <a:lnTo>
                  <a:pt x="195473" y="65681"/>
                </a:lnTo>
                <a:lnTo>
                  <a:pt x="189736" y="65681"/>
                </a:lnTo>
                <a:lnTo>
                  <a:pt x="189736" y="63646"/>
                </a:lnTo>
                <a:close/>
                <a:moveTo>
                  <a:pt x="188869" y="56575"/>
                </a:moveTo>
                <a:lnTo>
                  <a:pt x="186801" y="56575"/>
                </a:lnTo>
                <a:lnTo>
                  <a:pt x="185133" y="54874"/>
                </a:lnTo>
                <a:lnTo>
                  <a:pt x="185133" y="47135"/>
                </a:lnTo>
                <a:lnTo>
                  <a:pt x="188869" y="50871"/>
                </a:lnTo>
                <a:lnTo>
                  <a:pt x="188869" y="56575"/>
                </a:lnTo>
                <a:close/>
                <a:moveTo>
                  <a:pt x="184332" y="54874"/>
                </a:moveTo>
                <a:lnTo>
                  <a:pt x="182664" y="56575"/>
                </a:lnTo>
                <a:lnTo>
                  <a:pt x="180629" y="56575"/>
                </a:lnTo>
                <a:lnTo>
                  <a:pt x="180629" y="50871"/>
                </a:lnTo>
                <a:lnTo>
                  <a:pt x="184332" y="47135"/>
                </a:lnTo>
                <a:lnTo>
                  <a:pt x="184332" y="54874"/>
                </a:lnTo>
                <a:close/>
                <a:moveTo>
                  <a:pt x="171723" y="51905"/>
                </a:moveTo>
                <a:lnTo>
                  <a:pt x="169755" y="53873"/>
                </a:lnTo>
                <a:lnTo>
                  <a:pt x="169755" y="52005"/>
                </a:lnTo>
                <a:lnTo>
                  <a:pt x="171156" y="50570"/>
                </a:lnTo>
                <a:lnTo>
                  <a:pt x="173157" y="50570"/>
                </a:lnTo>
                <a:lnTo>
                  <a:pt x="174492" y="51905"/>
                </a:lnTo>
                <a:close/>
                <a:moveTo>
                  <a:pt x="172957" y="47835"/>
                </a:moveTo>
                <a:lnTo>
                  <a:pt x="172957" y="49203"/>
                </a:lnTo>
                <a:lnTo>
                  <a:pt x="170289" y="46568"/>
                </a:lnTo>
                <a:lnTo>
                  <a:pt x="174025" y="46568"/>
                </a:lnTo>
                <a:lnTo>
                  <a:pt x="173057" y="47568"/>
                </a:lnTo>
                <a:close/>
                <a:moveTo>
                  <a:pt x="170289" y="45800"/>
                </a:moveTo>
                <a:lnTo>
                  <a:pt x="172957" y="43132"/>
                </a:lnTo>
                <a:lnTo>
                  <a:pt x="172957" y="44700"/>
                </a:lnTo>
                <a:lnTo>
                  <a:pt x="174025" y="45800"/>
                </a:lnTo>
                <a:lnTo>
                  <a:pt x="170289" y="45800"/>
                </a:lnTo>
                <a:close/>
                <a:moveTo>
                  <a:pt x="169755" y="45233"/>
                </a:moveTo>
                <a:lnTo>
                  <a:pt x="169755" y="41497"/>
                </a:lnTo>
                <a:lnTo>
                  <a:pt x="170722" y="42465"/>
                </a:lnTo>
                <a:lnTo>
                  <a:pt x="170989" y="42598"/>
                </a:lnTo>
                <a:lnTo>
                  <a:pt x="172390" y="42598"/>
                </a:lnTo>
                <a:close/>
                <a:moveTo>
                  <a:pt x="168954" y="45233"/>
                </a:moveTo>
                <a:lnTo>
                  <a:pt x="166319" y="42598"/>
                </a:lnTo>
                <a:lnTo>
                  <a:pt x="167687" y="42598"/>
                </a:lnTo>
                <a:lnTo>
                  <a:pt x="167854" y="42598"/>
                </a:lnTo>
                <a:lnTo>
                  <a:pt x="168954" y="41497"/>
                </a:lnTo>
                <a:close/>
                <a:moveTo>
                  <a:pt x="168954" y="47135"/>
                </a:moveTo>
                <a:lnTo>
                  <a:pt x="168954" y="50871"/>
                </a:lnTo>
                <a:lnTo>
                  <a:pt x="167854" y="49770"/>
                </a:lnTo>
                <a:lnTo>
                  <a:pt x="166319" y="49770"/>
                </a:lnTo>
                <a:close/>
                <a:moveTo>
                  <a:pt x="158047" y="56575"/>
                </a:moveTo>
                <a:lnTo>
                  <a:pt x="156012" y="56575"/>
                </a:lnTo>
                <a:lnTo>
                  <a:pt x="154344" y="54874"/>
                </a:lnTo>
                <a:lnTo>
                  <a:pt x="154344" y="47135"/>
                </a:lnTo>
                <a:lnTo>
                  <a:pt x="158047" y="50871"/>
                </a:lnTo>
                <a:lnTo>
                  <a:pt x="158047" y="56575"/>
                </a:lnTo>
                <a:close/>
                <a:moveTo>
                  <a:pt x="153543" y="54874"/>
                </a:moveTo>
                <a:lnTo>
                  <a:pt x="151876" y="56575"/>
                </a:lnTo>
                <a:lnTo>
                  <a:pt x="149841" y="56575"/>
                </a:lnTo>
                <a:lnTo>
                  <a:pt x="149841" y="50871"/>
                </a:lnTo>
                <a:lnTo>
                  <a:pt x="153543" y="47135"/>
                </a:lnTo>
                <a:lnTo>
                  <a:pt x="153543" y="54874"/>
                </a:lnTo>
                <a:close/>
                <a:moveTo>
                  <a:pt x="140901" y="51905"/>
                </a:moveTo>
                <a:lnTo>
                  <a:pt x="138933" y="53873"/>
                </a:lnTo>
                <a:lnTo>
                  <a:pt x="138933" y="52005"/>
                </a:lnTo>
                <a:lnTo>
                  <a:pt x="140367" y="50570"/>
                </a:lnTo>
                <a:lnTo>
                  <a:pt x="142369" y="50570"/>
                </a:lnTo>
                <a:lnTo>
                  <a:pt x="143703" y="51905"/>
                </a:lnTo>
                <a:close/>
                <a:moveTo>
                  <a:pt x="142135" y="47835"/>
                </a:moveTo>
                <a:lnTo>
                  <a:pt x="142135" y="49203"/>
                </a:lnTo>
                <a:lnTo>
                  <a:pt x="139500" y="46568"/>
                </a:lnTo>
                <a:lnTo>
                  <a:pt x="143236" y="46568"/>
                </a:lnTo>
                <a:lnTo>
                  <a:pt x="142269" y="47568"/>
                </a:lnTo>
                <a:close/>
                <a:moveTo>
                  <a:pt x="139500" y="45800"/>
                </a:moveTo>
                <a:lnTo>
                  <a:pt x="142135" y="43132"/>
                </a:lnTo>
                <a:lnTo>
                  <a:pt x="142135" y="44700"/>
                </a:lnTo>
                <a:lnTo>
                  <a:pt x="143236" y="45800"/>
                </a:lnTo>
                <a:lnTo>
                  <a:pt x="139500" y="45800"/>
                </a:lnTo>
                <a:close/>
                <a:moveTo>
                  <a:pt x="138933" y="45233"/>
                </a:moveTo>
                <a:lnTo>
                  <a:pt x="138933" y="41497"/>
                </a:lnTo>
                <a:lnTo>
                  <a:pt x="140034" y="42598"/>
                </a:lnTo>
                <a:lnTo>
                  <a:pt x="140201" y="42598"/>
                </a:lnTo>
                <a:lnTo>
                  <a:pt x="141602" y="42598"/>
                </a:lnTo>
                <a:close/>
                <a:moveTo>
                  <a:pt x="138166" y="45233"/>
                </a:moveTo>
                <a:lnTo>
                  <a:pt x="135531" y="42598"/>
                </a:lnTo>
                <a:lnTo>
                  <a:pt x="136898" y="42598"/>
                </a:lnTo>
                <a:lnTo>
                  <a:pt x="137165" y="42465"/>
                </a:lnTo>
                <a:lnTo>
                  <a:pt x="138166" y="41497"/>
                </a:lnTo>
                <a:lnTo>
                  <a:pt x="138166" y="45233"/>
                </a:lnTo>
                <a:close/>
                <a:moveTo>
                  <a:pt x="138166" y="47135"/>
                </a:moveTo>
                <a:lnTo>
                  <a:pt x="138166" y="50871"/>
                </a:lnTo>
                <a:lnTo>
                  <a:pt x="137165" y="49903"/>
                </a:lnTo>
                <a:lnTo>
                  <a:pt x="136898" y="49770"/>
                </a:lnTo>
                <a:lnTo>
                  <a:pt x="135531" y="49770"/>
                </a:lnTo>
                <a:close/>
                <a:moveTo>
                  <a:pt x="127258" y="56575"/>
                </a:moveTo>
                <a:lnTo>
                  <a:pt x="125223" y="56575"/>
                </a:lnTo>
                <a:lnTo>
                  <a:pt x="123555" y="54874"/>
                </a:lnTo>
                <a:lnTo>
                  <a:pt x="123555" y="47135"/>
                </a:lnTo>
                <a:lnTo>
                  <a:pt x="127258" y="50871"/>
                </a:lnTo>
                <a:close/>
                <a:moveTo>
                  <a:pt x="122755" y="54874"/>
                </a:moveTo>
                <a:lnTo>
                  <a:pt x="121087" y="56575"/>
                </a:lnTo>
                <a:lnTo>
                  <a:pt x="119052" y="56575"/>
                </a:lnTo>
                <a:lnTo>
                  <a:pt x="119052" y="50871"/>
                </a:lnTo>
                <a:lnTo>
                  <a:pt x="122755" y="47135"/>
                </a:lnTo>
                <a:close/>
                <a:moveTo>
                  <a:pt x="110112" y="51905"/>
                </a:moveTo>
                <a:lnTo>
                  <a:pt x="108144" y="53873"/>
                </a:lnTo>
                <a:lnTo>
                  <a:pt x="108144" y="52005"/>
                </a:lnTo>
                <a:lnTo>
                  <a:pt x="109579" y="50570"/>
                </a:lnTo>
                <a:lnTo>
                  <a:pt x="111580" y="50570"/>
                </a:lnTo>
                <a:lnTo>
                  <a:pt x="112914" y="51905"/>
                </a:lnTo>
                <a:close/>
                <a:moveTo>
                  <a:pt x="111347" y="47835"/>
                </a:moveTo>
                <a:lnTo>
                  <a:pt x="111347" y="49203"/>
                </a:lnTo>
                <a:lnTo>
                  <a:pt x="108711" y="46568"/>
                </a:lnTo>
                <a:lnTo>
                  <a:pt x="112447" y="46568"/>
                </a:lnTo>
                <a:lnTo>
                  <a:pt x="111480" y="47568"/>
                </a:lnTo>
                <a:close/>
                <a:moveTo>
                  <a:pt x="108711" y="45800"/>
                </a:moveTo>
                <a:lnTo>
                  <a:pt x="111347" y="43132"/>
                </a:lnTo>
                <a:lnTo>
                  <a:pt x="111347" y="44700"/>
                </a:lnTo>
                <a:lnTo>
                  <a:pt x="112447" y="45800"/>
                </a:lnTo>
                <a:lnTo>
                  <a:pt x="108711" y="45800"/>
                </a:lnTo>
                <a:close/>
                <a:moveTo>
                  <a:pt x="108144" y="45233"/>
                </a:moveTo>
                <a:lnTo>
                  <a:pt x="108144" y="41497"/>
                </a:lnTo>
                <a:lnTo>
                  <a:pt x="109145" y="42465"/>
                </a:lnTo>
                <a:lnTo>
                  <a:pt x="109412" y="42598"/>
                </a:lnTo>
                <a:lnTo>
                  <a:pt x="110813" y="42598"/>
                </a:lnTo>
                <a:close/>
                <a:moveTo>
                  <a:pt x="107377" y="45233"/>
                </a:moveTo>
                <a:lnTo>
                  <a:pt x="104709" y="42598"/>
                </a:lnTo>
                <a:lnTo>
                  <a:pt x="106110" y="42598"/>
                </a:lnTo>
                <a:lnTo>
                  <a:pt x="106276" y="42598"/>
                </a:lnTo>
                <a:lnTo>
                  <a:pt x="107377" y="41497"/>
                </a:lnTo>
                <a:lnTo>
                  <a:pt x="107377" y="45233"/>
                </a:lnTo>
                <a:close/>
                <a:moveTo>
                  <a:pt x="107377" y="47135"/>
                </a:moveTo>
                <a:lnTo>
                  <a:pt x="107377" y="50871"/>
                </a:lnTo>
                <a:lnTo>
                  <a:pt x="106276" y="49770"/>
                </a:lnTo>
                <a:lnTo>
                  <a:pt x="104709" y="49770"/>
                </a:lnTo>
                <a:close/>
                <a:moveTo>
                  <a:pt x="96469" y="56575"/>
                </a:moveTo>
                <a:lnTo>
                  <a:pt x="94435" y="56575"/>
                </a:lnTo>
                <a:lnTo>
                  <a:pt x="92767" y="54874"/>
                </a:lnTo>
                <a:lnTo>
                  <a:pt x="92767" y="47135"/>
                </a:lnTo>
                <a:lnTo>
                  <a:pt x="96469" y="50871"/>
                </a:lnTo>
                <a:close/>
                <a:moveTo>
                  <a:pt x="91966" y="54874"/>
                </a:moveTo>
                <a:lnTo>
                  <a:pt x="90298" y="56575"/>
                </a:lnTo>
                <a:lnTo>
                  <a:pt x="88264" y="56575"/>
                </a:lnTo>
                <a:lnTo>
                  <a:pt x="88264" y="50871"/>
                </a:lnTo>
                <a:lnTo>
                  <a:pt x="91966" y="47135"/>
                </a:lnTo>
                <a:close/>
                <a:moveTo>
                  <a:pt x="79324" y="51905"/>
                </a:moveTo>
                <a:lnTo>
                  <a:pt x="77356" y="53873"/>
                </a:lnTo>
                <a:lnTo>
                  <a:pt x="77356" y="52005"/>
                </a:lnTo>
                <a:lnTo>
                  <a:pt x="78790" y="50570"/>
                </a:lnTo>
                <a:lnTo>
                  <a:pt x="80792" y="50570"/>
                </a:lnTo>
                <a:lnTo>
                  <a:pt x="82126" y="51905"/>
                </a:lnTo>
                <a:close/>
                <a:moveTo>
                  <a:pt x="80558" y="47835"/>
                </a:moveTo>
                <a:lnTo>
                  <a:pt x="80558" y="49203"/>
                </a:lnTo>
                <a:lnTo>
                  <a:pt x="77923" y="46568"/>
                </a:lnTo>
                <a:lnTo>
                  <a:pt x="81659" y="46568"/>
                </a:lnTo>
                <a:lnTo>
                  <a:pt x="80691" y="47568"/>
                </a:lnTo>
                <a:close/>
                <a:moveTo>
                  <a:pt x="77923" y="45800"/>
                </a:moveTo>
                <a:lnTo>
                  <a:pt x="80558" y="43132"/>
                </a:lnTo>
                <a:lnTo>
                  <a:pt x="80558" y="44700"/>
                </a:lnTo>
                <a:lnTo>
                  <a:pt x="81659" y="45800"/>
                </a:lnTo>
                <a:lnTo>
                  <a:pt x="77923" y="45800"/>
                </a:lnTo>
                <a:close/>
                <a:moveTo>
                  <a:pt x="77356" y="45233"/>
                </a:moveTo>
                <a:lnTo>
                  <a:pt x="77356" y="41497"/>
                </a:lnTo>
                <a:lnTo>
                  <a:pt x="78457" y="42598"/>
                </a:lnTo>
                <a:lnTo>
                  <a:pt x="78623" y="42598"/>
                </a:lnTo>
                <a:lnTo>
                  <a:pt x="79991" y="42598"/>
                </a:lnTo>
                <a:close/>
                <a:moveTo>
                  <a:pt x="76589" y="45233"/>
                </a:moveTo>
                <a:lnTo>
                  <a:pt x="73920" y="42598"/>
                </a:lnTo>
                <a:lnTo>
                  <a:pt x="75321" y="42598"/>
                </a:lnTo>
                <a:lnTo>
                  <a:pt x="75588" y="42465"/>
                </a:lnTo>
                <a:lnTo>
                  <a:pt x="76555" y="41497"/>
                </a:lnTo>
                <a:lnTo>
                  <a:pt x="76555" y="45233"/>
                </a:lnTo>
                <a:close/>
                <a:moveTo>
                  <a:pt x="76589" y="47135"/>
                </a:moveTo>
                <a:lnTo>
                  <a:pt x="76589" y="50871"/>
                </a:lnTo>
                <a:lnTo>
                  <a:pt x="75588" y="49903"/>
                </a:lnTo>
                <a:lnTo>
                  <a:pt x="75321" y="49770"/>
                </a:lnTo>
                <a:lnTo>
                  <a:pt x="73920" y="49770"/>
                </a:lnTo>
                <a:close/>
                <a:moveTo>
                  <a:pt x="65681" y="56575"/>
                </a:moveTo>
                <a:lnTo>
                  <a:pt x="63646" y="56575"/>
                </a:lnTo>
                <a:lnTo>
                  <a:pt x="61978" y="54874"/>
                </a:lnTo>
                <a:lnTo>
                  <a:pt x="61978" y="47135"/>
                </a:lnTo>
                <a:lnTo>
                  <a:pt x="65681" y="50871"/>
                </a:lnTo>
                <a:close/>
                <a:moveTo>
                  <a:pt x="61178" y="54874"/>
                </a:moveTo>
                <a:lnTo>
                  <a:pt x="59510" y="56575"/>
                </a:lnTo>
                <a:lnTo>
                  <a:pt x="57475" y="56575"/>
                </a:lnTo>
                <a:lnTo>
                  <a:pt x="57475" y="50871"/>
                </a:lnTo>
                <a:lnTo>
                  <a:pt x="61178" y="47135"/>
                </a:lnTo>
                <a:close/>
                <a:moveTo>
                  <a:pt x="48535" y="51905"/>
                </a:moveTo>
                <a:lnTo>
                  <a:pt x="46567" y="53873"/>
                </a:lnTo>
                <a:lnTo>
                  <a:pt x="46567" y="52005"/>
                </a:lnTo>
                <a:lnTo>
                  <a:pt x="48001" y="50570"/>
                </a:lnTo>
                <a:lnTo>
                  <a:pt x="50003" y="50570"/>
                </a:lnTo>
                <a:lnTo>
                  <a:pt x="51337" y="51905"/>
                </a:lnTo>
                <a:close/>
                <a:moveTo>
                  <a:pt x="46567" y="47135"/>
                </a:moveTo>
                <a:lnTo>
                  <a:pt x="49202" y="49770"/>
                </a:lnTo>
                <a:lnTo>
                  <a:pt x="47835" y="49770"/>
                </a:lnTo>
                <a:lnTo>
                  <a:pt x="47568" y="49903"/>
                </a:lnTo>
                <a:lnTo>
                  <a:pt x="46567" y="50871"/>
                </a:lnTo>
                <a:lnTo>
                  <a:pt x="46567" y="47135"/>
                </a:lnTo>
                <a:close/>
                <a:moveTo>
                  <a:pt x="49769" y="47835"/>
                </a:moveTo>
                <a:lnTo>
                  <a:pt x="49769" y="49203"/>
                </a:lnTo>
                <a:lnTo>
                  <a:pt x="47134" y="46568"/>
                </a:lnTo>
                <a:lnTo>
                  <a:pt x="50870" y="46568"/>
                </a:lnTo>
                <a:lnTo>
                  <a:pt x="49903" y="47568"/>
                </a:lnTo>
                <a:close/>
                <a:moveTo>
                  <a:pt x="47134" y="45800"/>
                </a:moveTo>
                <a:lnTo>
                  <a:pt x="49769" y="43132"/>
                </a:lnTo>
                <a:lnTo>
                  <a:pt x="49769" y="44700"/>
                </a:lnTo>
                <a:lnTo>
                  <a:pt x="50870" y="45800"/>
                </a:lnTo>
                <a:lnTo>
                  <a:pt x="47134" y="45800"/>
                </a:lnTo>
                <a:close/>
                <a:moveTo>
                  <a:pt x="46567" y="45233"/>
                </a:moveTo>
                <a:lnTo>
                  <a:pt x="46567" y="41497"/>
                </a:lnTo>
                <a:lnTo>
                  <a:pt x="47534" y="42465"/>
                </a:lnTo>
                <a:lnTo>
                  <a:pt x="47835" y="42598"/>
                </a:lnTo>
                <a:lnTo>
                  <a:pt x="49202" y="42598"/>
                </a:lnTo>
                <a:close/>
                <a:moveTo>
                  <a:pt x="45767" y="45233"/>
                </a:moveTo>
                <a:lnTo>
                  <a:pt x="43131" y="42598"/>
                </a:lnTo>
                <a:lnTo>
                  <a:pt x="44532" y="42598"/>
                </a:lnTo>
                <a:lnTo>
                  <a:pt x="44699" y="42598"/>
                </a:lnTo>
                <a:lnTo>
                  <a:pt x="45767" y="41497"/>
                </a:lnTo>
                <a:close/>
                <a:moveTo>
                  <a:pt x="45767" y="47135"/>
                </a:moveTo>
                <a:lnTo>
                  <a:pt x="45767" y="50871"/>
                </a:lnTo>
                <a:lnTo>
                  <a:pt x="44699" y="49770"/>
                </a:lnTo>
                <a:lnTo>
                  <a:pt x="43131" y="49770"/>
                </a:lnTo>
                <a:close/>
                <a:moveTo>
                  <a:pt x="45767" y="76022"/>
                </a:moveTo>
                <a:lnTo>
                  <a:pt x="43131" y="73387"/>
                </a:lnTo>
                <a:lnTo>
                  <a:pt x="44699" y="73387"/>
                </a:lnTo>
                <a:lnTo>
                  <a:pt x="45767" y="72286"/>
                </a:lnTo>
                <a:close/>
                <a:moveTo>
                  <a:pt x="43798" y="71285"/>
                </a:moveTo>
                <a:lnTo>
                  <a:pt x="45767" y="69317"/>
                </a:lnTo>
                <a:lnTo>
                  <a:pt x="45767" y="71152"/>
                </a:lnTo>
                <a:lnTo>
                  <a:pt x="44366" y="72586"/>
                </a:lnTo>
                <a:lnTo>
                  <a:pt x="42364" y="72586"/>
                </a:lnTo>
                <a:lnTo>
                  <a:pt x="41030" y="71285"/>
                </a:lnTo>
                <a:close/>
                <a:moveTo>
                  <a:pt x="42564" y="75321"/>
                </a:moveTo>
                <a:lnTo>
                  <a:pt x="42564" y="73954"/>
                </a:lnTo>
                <a:lnTo>
                  <a:pt x="45233" y="76589"/>
                </a:lnTo>
                <a:lnTo>
                  <a:pt x="41497" y="76589"/>
                </a:lnTo>
                <a:lnTo>
                  <a:pt x="42464" y="75588"/>
                </a:lnTo>
                <a:close/>
                <a:moveTo>
                  <a:pt x="45233" y="77356"/>
                </a:moveTo>
                <a:lnTo>
                  <a:pt x="42564" y="80025"/>
                </a:lnTo>
                <a:lnTo>
                  <a:pt x="42564" y="78457"/>
                </a:lnTo>
                <a:lnTo>
                  <a:pt x="41497" y="77356"/>
                </a:lnTo>
                <a:close/>
                <a:moveTo>
                  <a:pt x="45767" y="77923"/>
                </a:moveTo>
                <a:lnTo>
                  <a:pt x="45767" y="81659"/>
                </a:lnTo>
                <a:lnTo>
                  <a:pt x="44699" y="80559"/>
                </a:lnTo>
                <a:lnTo>
                  <a:pt x="44532" y="80559"/>
                </a:lnTo>
                <a:lnTo>
                  <a:pt x="43131" y="80559"/>
                </a:lnTo>
                <a:close/>
                <a:moveTo>
                  <a:pt x="46567" y="77923"/>
                </a:moveTo>
                <a:lnTo>
                  <a:pt x="49202" y="80559"/>
                </a:lnTo>
                <a:lnTo>
                  <a:pt x="47835" y="80559"/>
                </a:lnTo>
                <a:lnTo>
                  <a:pt x="47568" y="80692"/>
                </a:lnTo>
                <a:lnTo>
                  <a:pt x="46567" y="81659"/>
                </a:lnTo>
                <a:lnTo>
                  <a:pt x="46567" y="77923"/>
                </a:lnTo>
                <a:close/>
                <a:moveTo>
                  <a:pt x="46567" y="76022"/>
                </a:moveTo>
                <a:lnTo>
                  <a:pt x="46567" y="72286"/>
                </a:lnTo>
                <a:lnTo>
                  <a:pt x="47534" y="73253"/>
                </a:lnTo>
                <a:lnTo>
                  <a:pt x="47835" y="73387"/>
                </a:lnTo>
                <a:lnTo>
                  <a:pt x="49202" y="73387"/>
                </a:lnTo>
                <a:close/>
                <a:moveTo>
                  <a:pt x="57475" y="66582"/>
                </a:moveTo>
                <a:lnTo>
                  <a:pt x="59510" y="66582"/>
                </a:lnTo>
                <a:lnTo>
                  <a:pt x="61178" y="68283"/>
                </a:lnTo>
                <a:lnTo>
                  <a:pt x="61178" y="76022"/>
                </a:lnTo>
                <a:lnTo>
                  <a:pt x="57475" y="72286"/>
                </a:lnTo>
                <a:close/>
                <a:moveTo>
                  <a:pt x="61978" y="68283"/>
                </a:moveTo>
                <a:lnTo>
                  <a:pt x="63646" y="66582"/>
                </a:lnTo>
                <a:lnTo>
                  <a:pt x="65681" y="66582"/>
                </a:lnTo>
                <a:lnTo>
                  <a:pt x="65681" y="72286"/>
                </a:lnTo>
                <a:lnTo>
                  <a:pt x="61978" y="76022"/>
                </a:lnTo>
                <a:close/>
                <a:moveTo>
                  <a:pt x="74620" y="71285"/>
                </a:moveTo>
                <a:lnTo>
                  <a:pt x="76589" y="69317"/>
                </a:lnTo>
                <a:lnTo>
                  <a:pt x="76589" y="71152"/>
                </a:lnTo>
                <a:lnTo>
                  <a:pt x="75154" y="72586"/>
                </a:lnTo>
                <a:lnTo>
                  <a:pt x="73153" y="72586"/>
                </a:lnTo>
                <a:lnTo>
                  <a:pt x="71818" y="71285"/>
                </a:lnTo>
                <a:close/>
                <a:moveTo>
                  <a:pt x="73386" y="75321"/>
                </a:moveTo>
                <a:lnTo>
                  <a:pt x="73386" y="73954"/>
                </a:lnTo>
                <a:lnTo>
                  <a:pt x="76021" y="76589"/>
                </a:lnTo>
                <a:lnTo>
                  <a:pt x="72285" y="76589"/>
                </a:lnTo>
                <a:lnTo>
                  <a:pt x="73253" y="75588"/>
                </a:lnTo>
                <a:close/>
                <a:moveTo>
                  <a:pt x="76021" y="77356"/>
                </a:moveTo>
                <a:lnTo>
                  <a:pt x="73386" y="80025"/>
                </a:lnTo>
                <a:lnTo>
                  <a:pt x="73386" y="78457"/>
                </a:lnTo>
                <a:lnTo>
                  <a:pt x="72285" y="77356"/>
                </a:lnTo>
                <a:close/>
                <a:moveTo>
                  <a:pt x="76589" y="77923"/>
                </a:moveTo>
                <a:lnTo>
                  <a:pt x="76589" y="81659"/>
                </a:lnTo>
                <a:lnTo>
                  <a:pt x="75588" y="80692"/>
                </a:lnTo>
                <a:lnTo>
                  <a:pt x="75321" y="80559"/>
                </a:lnTo>
                <a:lnTo>
                  <a:pt x="73920" y="80559"/>
                </a:lnTo>
                <a:close/>
                <a:moveTo>
                  <a:pt x="77356" y="77923"/>
                </a:moveTo>
                <a:lnTo>
                  <a:pt x="80024" y="80559"/>
                </a:lnTo>
                <a:lnTo>
                  <a:pt x="78623" y="80559"/>
                </a:lnTo>
                <a:lnTo>
                  <a:pt x="78457" y="80559"/>
                </a:lnTo>
                <a:lnTo>
                  <a:pt x="77356" y="81659"/>
                </a:lnTo>
                <a:lnTo>
                  <a:pt x="77356" y="77923"/>
                </a:lnTo>
                <a:close/>
                <a:moveTo>
                  <a:pt x="77356" y="76022"/>
                </a:moveTo>
                <a:lnTo>
                  <a:pt x="77356" y="72286"/>
                </a:lnTo>
                <a:lnTo>
                  <a:pt x="78457" y="73387"/>
                </a:lnTo>
                <a:lnTo>
                  <a:pt x="80024" y="73387"/>
                </a:lnTo>
                <a:close/>
                <a:moveTo>
                  <a:pt x="88264" y="66582"/>
                </a:moveTo>
                <a:lnTo>
                  <a:pt x="90298" y="66582"/>
                </a:lnTo>
                <a:lnTo>
                  <a:pt x="91966" y="68283"/>
                </a:lnTo>
                <a:lnTo>
                  <a:pt x="91966" y="76022"/>
                </a:lnTo>
                <a:lnTo>
                  <a:pt x="88264" y="72286"/>
                </a:lnTo>
                <a:close/>
                <a:moveTo>
                  <a:pt x="92767" y="68283"/>
                </a:moveTo>
                <a:lnTo>
                  <a:pt x="94435" y="66582"/>
                </a:lnTo>
                <a:lnTo>
                  <a:pt x="96469" y="66582"/>
                </a:lnTo>
                <a:lnTo>
                  <a:pt x="96469" y="72286"/>
                </a:lnTo>
                <a:lnTo>
                  <a:pt x="92767" y="76022"/>
                </a:lnTo>
                <a:close/>
                <a:moveTo>
                  <a:pt x="105409" y="71285"/>
                </a:moveTo>
                <a:lnTo>
                  <a:pt x="107377" y="69317"/>
                </a:lnTo>
                <a:lnTo>
                  <a:pt x="107377" y="71152"/>
                </a:lnTo>
                <a:lnTo>
                  <a:pt x="105943" y="72586"/>
                </a:lnTo>
                <a:lnTo>
                  <a:pt x="103941" y="72586"/>
                </a:lnTo>
                <a:lnTo>
                  <a:pt x="102607" y="71285"/>
                </a:lnTo>
                <a:close/>
                <a:moveTo>
                  <a:pt x="104175" y="75321"/>
                </a:moveTo>
                <a:lnTo>
                  <a:pt x="104175" y="73954"/>
                </a:lnTo>
                <a:lnTo>
                  <a:pt x="106810" y="76589"/>
                </a:lnTo>
                <a:lnTo>
                  <a:pt x="103074" y="76589"/>
                </a:lnTo>
                <a:lnTo>
                  <a:pt x="104041" y="75588"/>
                </a:lnTo>
                <a:close/>
                <a:moveTo>
                  <a:pt x="106810" y="77356"/>
                </a:moveTo>
                <a:lnTo>
                  <a:pt x="104175" y="80025"/>
                </a:lnTo>
                <a:lnTo>
                  <a:pt x="104175" y="78457"/>
                </a:lnTo>
                <a:lnTo>
                  <a:pt x="103074" y="77356"/>
                </a:lnTo>
                <a:close/>
                <a:moveTo>
                  <a:pt x="107377" y="77923"/>
                </a:moveTo>
                <a:lnTo>
                  <a:pt x="107377" y="81659"/>
                </a:lnTo>
                <a:lnTo>
                  <a:pt x="106276" y="80559"/>
                </a:lnTo>
                <a:lnTo>
                  <a:pt x="106110" y="80559"/>
                </a:lnTo>
                <a:lnTo>
                  <a:pt x="104709" y="80559"/>
                </a:lnTo>
                <a:close/>
                <a:moveTo>
                  <a:pt x="108144" y="77923"/>
                </a:moveTo>
                <a:lnTo>
                  <a:pt x="110813" y="80559"/>
                </a:lnTo>
                <a:lnTo>
                  <a:pt x="109412" y="80559"/>
                </a:lnTo>
                <a:lnTo>
                  <a:pt x="109145" y="80692"/>
                </a:lnTo>
                <a:lnTo>
                  <a:pt x="108144" y="81659"/>
                </a:lnTo>
                <a:lnTo>
                  <a:pt x="108144" y="77923"/>
                </a:lnTo>
                <a:close/>
                <a:moveTo>
                  <a:pt x="108144" y="76022"/>
                </a:moveTo>
                <a:lnTo>
                  <a:pt x="108144" y="72286"/>
                </a:lnTo>
                <a:lnTo>
                  <a:pt x="109145" y="73253"/>
                </a:lnTo>
                <a:lnTo>
                  <a:pt x="109412" y="73387"/>
                </a:lnTo>
                <a:lnTo>
                  <a:pt x="110813" y="73387"/>
                </a:lnTo>
                <a:close/>
                <a:moveTo>
                  <a:pt x="119052" y="66582"/>
                </a:moveTo>
                <a:lnTo>
                  <a:pt x="121087" y="66582"/>
                </a:lnTo>
                <a:lnTo>
                  <a:pt x="122755" y="68283"/>
                </a:lnTo>
                <a:lnTo>
                  <a:pt x="122755" y="76022"/>
                </a:lnTo>
                <a:lnTo>
                  <a:pt x="119052" y="72286"/>
                </a:lnTo>
                <a:close/>
                <a:moveTo>
                  <a:pt x="123555" y="68283"/>
                </a:moveTo>
                <a:lnTo>
                  <a:pt x="125223" y="66582"/>
                </a:lnTo>
                <a:lnTo>
                  <a:pt x="127258" y="66582"/>
                </a:lnTo>
                <a:lnTo>
                  <a:pt x="127258" y="72286"/>
                </a:lnTo>
                <a:lnTo>
                  <a:pt x="123555" y="76022"/>
                </a:lnTo>
                <a:lnTo>
                  <a:pt x="123555" y="68283"/>
                </a:lnTo>
                <a:close/>
                <a:moveTo>
                  <a:pt x="136198" y="71285"/>
                </a:moveTo>
                <a:lnTo>
                  <a:pt x="138166" y="69317"/>
                </a:lnTo>
                <a:lnTo>
                  <a:pt x="138166" y="71152"/>
                </a:lnTo>
                <a:lnTo>
                  <a:pt x="136731" y="72586"/>
                </a:lnTo>
                <a:lnTo>
                  <a:pt x="134730" y="72586"/>
                </a:lnTo>
                <a:lnTo>
                  <a:pt x="133396" y="71285"/>
                </a:lnTo>
                <a:close/>
                <a:moveTo>
                  <a:pt x="134964" y="75321"/>
                </a:moveTo>
                <a:lnTo>
                  <a:pt x="134964" y="73954"/>
                </a:lnTo>
                <a:lnTo>
                  <a:pt x="137599" y="76589"/>
                </a:lnTo>
                <a:lnTo>
                  <a:pt x="133863" y="76589"/>
                </a:lnTo>
                <a:lnTo>
                  <a:pt x="134830" y="75588"/>
                </a:lnTo>
                <a:close/>
                <a:moveTo>
                  <a:pt x="137599" y="77356"/>
                </a:moveTo>
                <a:lnTo>
                  <a:pt x="134964" y="80025"/>
                </a:lnTo>
                <a:lnTo>
                  <a:pt x="134964" y="78457"/>
                </a:lnTo>
                <a:lnTo>
                  <a:pt x="133863" y="77356"/>
                </a:lnTo>
                <a:close/>
                <a:moveTo>
                  <a:pt x="138166" y="77923"/>
                </a:moveTo>
                <a:lnTo>
                  <a:pt x="138166" y="81659"/>
                </a:lnTo>
                <a:lnTo>
                  <a:pt x="137165" y="80692"/>
                </a:lnTo>
                <a:lnTo>
                  <a:pt x="136898" y="80559"/>
                </a:lnTo>
                <a:lnTo>
                  <a:pt x="135531" y="80559"/>
                </a:lnTo>
                <a:close/>
                <a:moveTo>
                  <a:pt x="138933" y="77923"/>
                </a:moveTo>
                <a:lnTo>
                  <a:pt x="141602" y="80559"/>
                </a:lnTo>
                <a:lnTo>
                  <a:pt x="140201" y="80559"/>
                </a:lnTo>
                <a:lnTo>
                  <a:pt x="140034" y="80559"/>
                </a:lnTo>
                <a:lnTo>
                  <a:pt x="138933" y="81659"/>
                </a:lnTo>
                <a:close/>
                <a:moveTo>
                  <a:pt x="138933" y="76022"/>
                </a:moveTo>
                <a:lnTo>
                  <a:pt x="138933" y="72286"/>
                </a:lnTo>
                <a:lnTo>
                  <a:pt x="140034" y="73387"/>
                </a:lnTo>
                <a:lnTo>
                  <a:pt x="141602" y="73387"/>
                </a:lnTo>
                <a:close/>
                <a:moveTo>
                  <a:pt x="149841" y="66582"/>
                </a:moveTo>
                <a:lnTo>
                  <a:pt x="151876" y="66582"/>
                </a:lnTo>
                <a:lnTo>
                  <a:pt x="153543" y="68283"/>
                </a:lnTo>
                <a:lnTo>
                  <a:pt x="153543" y="76022"/>
                </a:lnTo>
                <a:lnTo>
                  <a:pt x="149841" y="72286"/>
                </a:lnTo>
                <a:lnTo>
                  <a:pt x="149841" y="66582"/>
                </a:lnTo>
                <a:close/>
                <a:moveTo>
                  <a:pt x="154344" y="68283"/>
                </a:moveTo>
                <a:lnTo>
                  <a:pt x="156012" y="66582"/>
                </a:lnTo>
                <a:lnTo>
                  <a:pt x="158047" y="66582"/>
                </a:lnTo>
                <a:lnTo>
                  <a:pt x="158047" y="72286"/>
                </a:lnTo>
                <a:lnTo>
                  <a:pt x="154344" y="76022"/>
                </a:lnTo>
                <a:lnTo>
                  <a:pt x="154344" y="68283"/>
                </a:lnTo>
                <a:close/>
                <a:moveTo>
                  <a:pt x="166986" y="71285"/>
                </a:moveTo>
                <a:lnTo>
                  <a:pt x="168954" y="69317"/>
                </a:lnTo>
                <a:lnTo>
                  <a:pt x="168954" y="71152"/>
                </a:lnTo>
                <a:lnTo>
                  <a:pt x="167520" y="72586"/>
                </a:lnTo>
                <a:lnTo>
                  <a:pt x="165519" y="72586"/>
                </a:lnTo>
                <a:lnTo>
                  <a:pt x="164184" y="71285"/>
                </a:lnTo>
                <a:close/>
                <a:moveTo>
                  <a:pt x="165752" y="75321"/>
                </a:moveTo>
                <a:lnTo>
                  <a:pt x="165752" y="73954"/>
                </a:lnTo>
                <a:lnTo>
                  <a:pt x="168387" y="76589"/>
                </a:lnTo>
                <a:lnTo>
                  <a:pt x="164651" y="76589"/>
                </a:lnTo>
                <a:lnTo>
                  <a:pt x="165619" y="75588"/>
                </a:lnTo>
                <a:close/>
                <a:moveTo>
                  <a:pt x="168387" y="77356"/>
                </a:moveTo>
                <a:lnTo>
                  <a:pt x="165752" y="80025"/>
                </a:lnTo>
                <a:lnTo>
                  <a:pt x="165752" y="78457"/>
                </a:lnTo>
                <a:lnTo>
                  <a:pt x="164651" y="77356"/>
                </a:lnTo>
                <a:close/>
                <a:moveTo>
                  <a:pt x="168954" y="77923"/>
                </a:moveTo>
                <a:lnTo>
                  <a:pt x="168954" y="81659"/>
                </a:lnTo>
                <a:lnTo>
                  <a:pt x="167854" y="80559"/>
                </a:lnTo>
                <a:lnTo>
                  <a:pt x="167687" y="80559"/>
                </a:lnTo>
                <a:lnTo>
                  <a:pt x="166319" y="80559"/>
                </a:lnTo>
                <a:close/>
                <a:moveTo>
                  <a:pt x="169755" y="77923"/>
                </a:moveTo>
                <a:lnTo>
                  <a:pt x="172390" y="80559"/>
                </a:lnTo>
                <a:lnTo>
                  <a:pt x="170989" y="80559"/>
                </a:lnTo>
                <a:lnTo>
                  <a:pt x="170722" y="80692"/>
                </a:lnTo>
                <a:lnTo>
                  <a:pt x="169755" y="81659"/>
                </a:lnTo>
                <a:lnTo>
                  <a:pt x="169755" y="77923"/>
                </a:lnTo>
                <a:close/>
                <a:moveTo>
                  <a:pt x="169755" y="76022"/>
                </a:moveTo>
                <a:lnTo>
                  <a:pt x="169755" y="72286"/>
                </a:lnTo>
                <a:lnTo>
                  <a:pt x="170722" y="73253"/>
                </a:lnTo>
                <a:lnTo>
                  <a:pt x="170989" y="73387"/>
                </a:lnTo>
                <a:lnTo>
                  <a:pt x="172390" y="73387"/>
                </a:lnTo>
                <a:close/>
                <a:moveTo>
                  <a:pt x="180629" y="66582"/>
                </a:moveTo>
                <a:lnTo>
                  <a:pt x="182664" y="66582"/>
                </a:lnTo>
                <a:lnTo>
                  <a:pt x="184332" y="68283"/>
                </a:lnTo>
                <a:lnTo>
                  <a:pt x="184332" y="76022"/>
                </a:lnTo>
                <a:lnTo>
                  <a:pt x="180629" y="72286"/>
                </a:lnTo>
                <a:lnTo>
                  <a:pt x="180629" y="66582"/>
                </a:lnTo>
                <a:close/>
                <a:moveTo>
                  <a:pt x="185133" y="68283"/>
                </a:moveTo>
                <a:lnTo>
                  <a:pt x="186801" y="66582"/>
                </a:lnTo>
                <a:lnTo>
                  <a:pt x="188835" y="66582"/>
                </a:lnTo>
                <a:lnTo>
                  <a:pt x="188835" y="72286"/>
                </a:lnTo>
                <a:lnTo>
                  <a:pt x="185133" y="76022"/>
                </a:lnTo>
                <a:lnTo>
                  <a:pt x="185133" y="68283"/>
                </a:lnTo>
                <a:close/>
                <a:moveTo>
                  <a:pt x="197775" y="71285"/>
                </a:moveTo>
                <a:lnTo>
                  <a:pt x="199743" y="69317"/>
                </a:lnTo>
                <a:lnTo>
                  <a:pt x="199743" y="71152"/>
                </a:lnTo>
                <a:lnTo>
                  <a:pt x="198309" y="72586"/>
                </a:lnTo>
                <a:lnTo>
                  <a:pt x="196307" y="72586"/>
                </a:lnTo>
                <a:lnTo>
                  <a:pt x="194973" y="71285"/>
                </a:lnTo>
                <a:close/>
                <a:moveTo>
                  <a:pt x="199743" y="76022"/>
                </a:moveTo>
                <a:lnTo>
                  <a:pt x="197108" y="73387"/>
                </a:lnTo>
                <a:lnTo>
                  <a:pt x="198476" y="73387"/>
                </a:lnTo>
                <a:lnTo>
                  <a:pt x="198776" y="73253"/>
                </a:lnTo>
                <a:lnTo>
                  <a:pt x="199743" y="72286"/>
                </a:lnTo>
                <a:lnTo>
                  <a:pt x="199743" y="76022"/>
                </a:lnTo>
                <a:close/>
                <a:moveTo>
                  <a:pt x="196541" y="75321"/>
                </a:moveTo>
                <a:lnTo>
                  <a:pt x="196541" y="73954"/>
                </a:lnTo>
                <a:lnTo>
                  <a:pt x="199176" y="76589"/>
                </a:lnTo>
                <a:lnTo>
                  <a:pt x="195440" y="76589"/>
                </a:lnTo>
                <a:lnTo>
                  <a:pt x="196407" y="75588"/>
                </a:lnTo>
                <a:close/>
                <a:moveTo>
                  <a:pt x="199176" y="77356"/>
                </a:moveTo>
                <a:lnTo>
                  <a:pt x="196541" y="80025"/>
                </a:lnTo>
                <a:lnTo>
                  <a:pt x="196541" y="78457"/>
                </a:lnTo>
                <a:lnTo>
                  <a:pt x="195440" y="77356"/>
                </a:lnTo>
                <a:close/>
                <a:moveTo>
                  <a:pt x="199743" y="77923"/>
                </a:moveTo>
                <a:lnTo>
                  <a:pt x="199743" y="81659"/>
                </a:lnTo>
                <a:lnTo>
                  <a:pt x="198776" y="80692"/>
                </a:lnTo>
                <a:lnTo>
                  <a:pt x="198476" y="80559"/>
                </a:lnTo>
                <a:lnTo>
                  <a:pt x="197108" y="80559"/>
                </a:lnTo>
                <a:close/>
                <a:moveTo>
                  <a:pt x="200544" y="77923"/>
                </a:moveTo>
                <a:lnTo>
                  <a:pt x="203179" y="80559"/>
                </a:lnTo>
                <a:lnTo>
                  <a:pt x="201778" y="80559"/>
                </a:lnTo>
                <a:lnTo>
                  <a:pt x="201644" y="80559"/>
                </a:lnTo>
                <a:lnTo>
                  <a:pt x="200544" y="81659"/>
                </a:lnTo>
                <a:close/>
                <a:moveTo>
                  <a:pt x="200544" y="76022"/>
                </a:moveTo>
                <a:lnTo>
                  <a:pt x="200544" y="72286"/>
                </a:lnTo>
                <a:lnTo>
                  <a:pt x="201644" y="73387"/>
                </a:lnTo>
                <a:lnTo>
                  <a:pt x="203179" y="73387"/>
                </a:lnTo>
                <a:close/>
                <a:moveTo>
                  <a:pt x="200544" y="54974"/>
                </a:moveTo>
                <a:lnTo>
                  <a:pt x="202812" y="52672"/>
                </a:lnTo>
                <a:lnTo>
                  <a:pt x="206081" y="52672"/>
                </a:lnTo>
                <a:lnTo>
                  <a:pt x="207749" y="54373"/>
                </a:lnTo>
                <a:lnTo>
                  <a:pt x="203679" y="54373"/>
                </a:lnTo>
                <a:lnTo>
                  <a:pt x="203412" y="54473"/>
                </a:lnTo>
                <a:lnTo>
                  <a:pt x="200544" y="57342"/>
                </a:lnTo>
                <a:close/>
                <a:moveTo>
                  <a:pt x="205848" y="51338"/>
                </a:moveTo>
                <a:lnTo>
                  <a:pt x="204513" y="50003"/>
                </a:lnTo>
                <a:lnTo>
                  <a:pt x="204513" y="48002"/>
                </a:lnTo>
                <a:lnTo>
                  <a:pt x="205948" y="46568"/>
                </a:lnTo>
                <a:lnTo>
                  <a:pt x="207816" y="46568"/>
                </a:lnTo>
                <a:lnTo>
                  <a:pt x="205848" y="48536"/>
                </a:lnTo>
                <a:close/>
                <a:moveTo>
                  <a:pt x="205948" y="45800"/>
                </a:moveTo>
                <a:lnTo>
                  <a:pt x="204513" y="44366"/>
                </a:lnTo>
                <a:lnTo>
                  <a:pt x="204513" y="42365"/>
                </a:lnTo>
                <a:lnTo>
                  <a:pt x="205848" y="41030"/>
                </a:lnTo>
                <a:lnTo>
                  <a:pt x="205848" y="43832"/>
                </a:lnTo>
                <a:lnTo>
                  <a:pt x="207816" y="45800"/>
                </a:lnTo>
                <a:lnTo>
                  <a:pt x="205948" y="45800"/>
                </a:lnTo>
                <a:close/>
                <a:moveTo>
                  <a:pt x="203979" y="41797"/>
                </a:moveTo>
                <a:lnTo>
                  <a:pt x="201945" y="41797"/>
                </a:lnTo>
                <a:lnTo>
                  <a:pt x="200544" y="40363"/>
                </a:lnTo>
                <a:lnTo>
                  <a:pt x="200544" y="38495"/>
                </a:lnTo>
                <a:lnTo>
                  <a:pt x="202512" y="40463"/>
                </a:lnTo>
                <a:lnTo>
                  <a:pt x="202645" y="40463"/>
                </a:lnTo>
                <a:lnTo>
                  <a:pt x="205280" y="40463"/>
                </a:lnTo>
                <a:close/>
                <a:moveTo>
                  <a:pt x="199743" y="40363"/>
                </a:moveTo>
                <a:lnTo>
                  <a:pt x="198309" y="41797"/>
                </a:lnTo>
                <a:lnTo>
                  <a:pt x="196307" y="41797"/>
                </a:lnTo>
                <a:lnTo>
                  <a:pt x="194973" y="40463"/>
                </a:lnTo>
                <a:lnTo>
                  <a:pt x="197775" y="40463"/>
                </a:lnTo>
                <a:lnTo>
                  <a:pt x="199743" y="38495"/>
                </a:lnTo>
                <a:lnTo>
                  <a:pt x="199743" y="40363"/>
                </a:lnTo>
                <a:close/>
                <a:moveTo>
                  <a:pt x="194339" y="46568"/>
                </a:moveTo>
                <a:lnTo>
                  <a:pt x="195740" y="48002"/>
                </a:lnTo>
                <a:lnTo>
                  <a:pt x="195740" y="50003"/>
                </a:lnTo>
                <a:lnTo>
                  <a:pt x="194439" y="51338"/>
                </a:lnTo>
                <a:lnTo>
                  <a:pt x="194439" y="48536"/>
                </a:lnTo>
                <a:lnTo>
                  <a:pt x="192471" y="46568"/>
                </a:lnTo>
                <a:lnTo>
                  <a:pt x="194339" y="46568"/>
                </a:lnTo>
                <a:close/>
                <a:moveTo>
                  <a:pt x="175059" y="48536"/>
                </a:moveTo>
                <a:lnTo>
                  <a:pt x="175059" y="51338"/>
                </a:lnTo>
                <a:lnTo>
                  <a:pt x="173725" y="50003"/>
                </a:lnTo>
                <a:lnTo>
                  <a:pt x="173725" y="48002"/>
                </a:lnTo>
                <a:lnTo>
                  <a:pt x="175159" y="46568"/>
                </a:lnTo>
                <a:lnTo>
                  <a:pt x="177027" y="46568"/>
                </a:lnTo>
                <a:close/>
                <a:moveTo>
                  <a:pt x="175159" y="45800"/>
                </a:moveTo>
                <a:lnTo>
                  <a:pt x="173725" y="44366"/>
                </a:lnTo>
                <a:lnTo>
                  <a:pt x="173725" y="42365"/>
                </a:lnTo>
                <a:lnTo>
                  <a:pt x="175059" y="41030"/>
                </a:lnTo>
                <a:lnTo>
                  <a:pt x="175059" y="43832"/>
                </a:lnTo>
                <a:lnTo>
                  <a:pt x="177027" y="45800"/>
                </a:lnTo>
                <a:lnTo>
                  <a:pt x="175159" y="45800"/>
                </a:lnTo>
                <a:close/>
                <a:moveTo>
                  <a:pt x="173191" y="41797"/>
                </a:moveTo>
                <a:lnTo>
                  <a:pt x="171156" y="41797"/>
                </a:lnTo>
                <a:lnTo>
                  <a:pt x="169755" y="40363"/>
                </a:lnTo>
                <a:lnTo>
                  <a:pt x="169755" y="38495"/>
                </a:lnTo>
                <a:lnTo>
                  <a:pt x="171723" y="40463"/>
                </a:lnTo>
                <a:lnTo>
                  <a:pt x="174492" y="40463"/>
                </a:lnTo>
                <a:close/>
                <a:moveTo>
                  <a:pt x="168954" y="40363"/>
                </a:moveTo>
                <a:lnTo>
                  <a:pt x="167520" y="41797"/>
                </a:lnTo>
                <a:lnTo>
                  <a:pt x="165519" y="41797"/>
                </a:lnTo>
                <a:lnTo>
                  <a:pt x="164184" y="40463"/>
                </a:lnTo>
                <a:lnTo>
                  <a:pt x="166820" y="40463"/>
                </a:lnTo>
                <a:lnTo>
                  <a:pt x="166986" y="40463"/>
                </a:lnTo>
                <a:lnTo>
                  <a:pt x="168954" y="38495"/>
                </a:lnTo>
                <a:lnTo>
                  <a:pt x="168954" y="40363"/>
                </a:lnTo>
                <a:close/>
                <a:moveTo>
                  <a:pt x="163517" y="46568"/>
                </a:moveTo>
                <a:lnTo>
                  <a:pt x="164952" y="48002"/>
                </a:lnTo>
                <a:lnTo>
                  <a:pt x="164952" y="50003"/>
                </a:lnTo>
                <a:lnTo>
                  <a:pt x="163651" y="51338"/>
                </a:lnTo>
                <a:lnTo>
                  <a:pt x="163651" y="48536"/>
                </a:lnTo>
                <a:lnTo>
                  <a:pt x="161649" y="46568"/>
                </a:lnTo>
                <a:lnTo>
                  <a:pt x="163517" y="46568"/>
                </a:lnTo>
                <a:close/>
                <a:moveTo>
                  <a:pt x="144270" y="48536"/>
                </a:moveTo>
                <a:lnTo>
                  <a:pt x="144270" y="51338"/>
                </a:lnTo>
                <a:lnTo>
                  <a:pt x="142936" y="50003"/>
                </a:lnTo>
                <a:lnTo>
                  <a:pt x="142936" y="48002"/>
                </a:lnTo>
                <a:lnTo>
                  <a:pt x="144370" y="46568"/>
                </a:lnTo>
                <a:lnTo>
                  <a:pt x="146238" y="46568"/>
                </a:lnTo>
                <a:close/>
                <a:moveTo>
                  <a:pt x="144370" y="45800"/>
                </a:moveTo>
                <a:lnTo>
                  <a:pt x="142936" y="44366"/>
                </a:lnTo>
                <a:lnTo>
                  <a:pt x="142936" y="42365"/>
                </a:lnTo>
                <a:lnTo>
                  <a:pt x="144270" y="41030"/>
                </a:lnTo>
                <a:lnTo>
                  <a:pt x="144270" y="43832"/>
                </a:lnTo>
                <a:lnTo>
                  <a:pt x="146238" y="45800"/>
                </a:lnTo>
                <a:lnTo>
                  <a:pt x="144370" y="45800"/>
                </a:lnTo>
                <a:close/>
                <a:moveTo>
                  <a:pt x="142369" y="41797"/>
                </a:moveTo>
                <a:lnTo>
                  <a:pt x="140367" y="41797"/>
                </a:lnTo>
                <a:lnTo>
                  <a:pt x="138933" y="40363"/>
                </a:lnTo>
                <a:lnTo>
                  <a:pt x="138933" y="38495"/>
                </a:lnTo>
                <a:lnTo>
                  <a:pt x="140901" y="40463"/>
                </a:lnTo>
                <a:lnTo>
                  <a:pt x="141068" y="40463"/>
                </a:lnTo>
                <a:lnTo>
                  <a:pt x="143703" y="40463"/>
                </a:lnTo>
                <a:close/>
                <a:moveTo>
                  <a:pt x="138166" y="40363"/>
                </a:moveTo>
                <a:lnTo>
                  <a:pt x="136731" y="41797"/>
                </a:lnTo>
                <a:lnTo>
                  <a:pt x="134730" y="41797"/>
                </a:lnTo>
                <a:lnTo>
                  <a:pt x="133396" y="40463"/>
                </a:lnTo>
                <a:lnTo>
                  <a:pt x="136198" y="40463"/>
                </a:lnTo>
                <a:lnTo>
                  <a:pt x="138166" y="38495"/>
                </a:lnTo>
                <a:close/>
                <a:moveTo>
                  <a:pt x="132729" y="46568"/>
                </a:moveTo>
                <a:lnTo>
                  <a:pt x="134163" y="48002"/>
                </a:lnTo>
                <a:lnTo>
                  <a:pt x="134163" y="50003"/>
                </a:lnTo>
                <a:lnTo>
                  <a:pt x="132862" y="51338"/>
                </a:lnTo>
                <a:lnTo>
                  <a:pt x="132862" y="48536"/>
                </a:lnTo>
                <a:lnTo>
                  <a:pt x="130894" y="46568"/>
                </a:lnTo>
                <a:lnTo>
                  <a:pt x="132729" y="46568"/>
                </a:lnTo>
                <a:close/>
                <a:moveTo>
                  <a:pt x="113482" y="48536"/>
                </a:moveTo>
                <a:lnTo>
                  <a:pt x="113482" y="51338"/>
                </a:lnTo>
                <a:lnTo>
                  <a:pt x="112147" y="50003"/>
                </a:lnTo>
                <a:lnTo>
                  <a:pt x="112147" y="48002"/>
                </a:lnTo>
                <a:lnTo>
                  <a:pt x="113582" y="46568"/>
                </a:lnTo>
                <a:lnTo>
                  <a:pt x="115450" y="46568"/>
                </a:lnTo>
                <a:close/>
                <a:moveTo>
                  <a:pt x="113582" y="45800"/>
                </a:moveTo>
                <a:lnTo>
                  <a:pt x="112147" y="44366"/>
                </a:lnTo>
                <a:lnTo>
                  <a:pt x="112147" y="42365"/>
                </a:lnTo>
                <a:lnTo>
                  <a:pt x="113482" y="41030"/>
                </a:lnTo>
                <a:lnTo>
                  <a:pt x="113482" y="43832"/>
                </a:lnTo>
                <a:lnTo>
                  <a:pt x="115450" y="45800"/>
                </a:lnTo>
                <a:lnTo>
                  <a:pt x="113582" y="45800"/>
                </a:lnTo>
                <a:close/>
                <a:moveTo>
                  <a:pt x="111580" y="41797"/>
                </a:moveTo>
                <a:lnTo>
                  <a:pt x="109579" y="41797"/>
                </a:lnTo>
                <a:lnTo>
                  <a:pt x="108144" y="40363"/>
                </a:lnTo>
                <a:lnTo>
                  <a:pt x="108144" y="38495"/>
                </a:lnTo>
                <a:lnTo>
                  <a:pt x="110112" y="40463"/>
                </a:lnTo>
                <a:lnTo>
                  <a:pt x="112914" y="40463"/>
                </a:lnTo>
                <a:close/>
                <a:moveTo>
                  <a:pt x="107377" y="40363"/>
                </a:moveTo>
                <a:lnTo>
                  <a:pt x="105943" y="41797"/>
                </a:lnTo>
                <a:lnTo>
                  <a:pt x="103941" y="41797"/>
                </a:lnTo>
                <a:lnTo>
                  <a:pt x="102607" y="40463"/>
                </a:lnTo>
                <a:lnTo>
                  <a:pt x="105242" y="40463"/>
                </a:lnTo>
                <a:lnTo>
                  <a:pt x="105376" y="40463"/>
                </a:lnTo>
                <a:lnTo>
                  <a:pt x="107344" y="38495"/>
                </a:lnTo>
                <a:lnTo>
                  <a:pt x="107344" y="40363"/>
                </a:lnTo>
                <a:close/>
                <a:moveTo>
                  <a:pt x="101940" y="46568"/>
                </a:moveTo>
                <a:lnTo>
                  <a:pt x="103374" y="48002"/>
                </a:lnTo>
                <a:lnTo>
                  <a:pt x="103374" y="50003"/>
                </a:lnTo>
                <a:lnTo>
                  <a:pt x="102040" y="51338"/>
                </a:lnTo>
                <a:lnTo>
                  <a:pt x="102040" y="48536"/>
                </a:lnTo>
                <a:lnTo>
                  <a:pt x="100072" y="46568"/>
                </a:lnTo>
                <a:lnTo>
                  <a:pt x="101940" y="46568"/>
                </a:lnTo>
                <a:close/>
                <a:moveTo>
                  <a:pt x="82660" y="48536"/>
                </a:moveTo>
                <a:lnTo>
                  <a:pt x="82660" y="51338"/>
                </a:lnTo>
                <a:lnTo>
                  <a:pt x="81359" y="50003"/>
                </a:lnTo>
                <a:lnTo>
                  <a:pt x="81359" y="48002"/>
                </a:lnTo>
                <a:lnTo>
                  <a:pt x="82793" y="46568"/>
                </a:lnTo>
                <a:lnTo>
                  <a:pt x="84628" y="46568"/>
                </a:lnTo>
                <a:close/>
                <a:moveTo>
                  <a:pt x="82793" y="45800"/>
                </a:moveTo>
                <a:lnTo>
                  <a:pt x="81359" y="44366"/>
                </a:lnTo>
                <a:lnTo>
                  <a:pt x="81359" y="42365"/>
                </a:lnTo>
                <a:lnTo>
                  <a:pt x="82660" y="41030"/>
                </a:lnTo>
                <a:lnTo>
                  <a:pt x="82660" y="43832"/>
                </a:lnTo>
                <a:lnTo>
                  <a:pt x="84628" y="45800"/>
                </a:lnTo>
                <a:lnTo>
                  <a:pt x="82793" y="45800"/>
                </a:lnTo>
                <a:close/>
                <a:moveTo>
                  <a:pt x="80792" y="41797"/>
                </a:moveTo>
                <a:lnTo>
                  <a:pt x="78790" y="41797"/>
                </a:lnTo>
                <a:lnTo>
                  <a:pt x="77356" y="40363"/>
                </a:lnTo>
                <a:lnTo>
                  <a:pt x="77356" y="38495"/>
                </a:lnTo>
                <a:lnTo>
                  <a:pt x="79324" y="40463"/>
                </a:lnTo>
                <a:lnTo>
                  <a:pt x="79491" y="40463"/>
                </a:lnTo>
                <a:lnTo>
                  <a:pt x="82092" y="40463"/>
                </a:lnTo>
                <a:close/>
                <a:moveTo>
                  <a:pt x="76589" y="40363"/>
                </a:moveTo>
                <a:lnTo>
                  <a:pt x="75154" y="41797"/>
                </a:lnTo>
                <a:lnTo>
                  <a:pt x="73153" y="41797"/>
                </a:lnTo>
                <a:lnTo>
                  <a:pt x="71818" y="40463"/>
                </a:lnTo>
                <a:lnTo>
                  <a:pt x="74620" y="40463"/>
                </a:lnTo>
                <a:lnTo>
                  <a:pt x="76589" y="38495"/>
                </a:lnTo>
                <a:close/>
                <a:moveTo>
                  <a:pt x="71151" y="46568"/>
                </a:moveTo>
                <a:lnTo>
                  <a:pt x="72586" y="48002"/>
                </a:lnTo>
                <a:lnTo>
                  <a:pt x="72586" y="50003"/>
                </a:lnTo>
                <a:lnTo>
                  <a:pt x="71251" y="51338"/>
                </a:lnTo>
                <a:lnTo>
                  <a:pt x="71251" y="48536"/>
                </a:lnTo>
                <a:lnTo>
                  <a:pt x="69283" y="46568"/>
                </a:lnTo>
                <a:lnTo>
                  <a:pt x="71151" y="46568"/>
                </a:lnTo>
                <a:close/>
                <a:moveTo>
                  <a:pt x="51871" y="48536"/>
                </a:moveTo>
                <a:lnTo>
                  <a:pt x="51871" y="51338"/>
                </a:lnTo>
                <a:lnTo>
                  <a:pt x="50570" y="50003"/>
                </a:lnTo>
                <a:lnTo>
                  <a:pt x="50570" y="48002"/>
                </a:lnTo>
                <a:lnTo>
                  <a:pt x="51971" y="46568"/>
                </a:lnTo>
                <a:lnTo>
                  <a:pt x="53839" y="46568"/>
                </a:lnTo>
                <a:close/>
                <a:moveTo>
                  <a:pt x="51971" y="45800"/>
                </a:moveTo>
                <a:lnTo>
                  <a:pt x="50570" y="44366"/>
                </a:lnTo>
                <a:lnTo>
                  <a:pt x="50570" y="42365"/>
                </a:lnTo>
                <a:lnTo>
                  <a:pt x="51871" y="41030"/>
                </a:lnTo>
                <a:lnTo>
                  <a:pt x="51871" y="43832"/>
                </a:lnTo>
                <a:lnTo>
                  <a:pt x="53839" y="45800"/>
                </a:lnTo>
                <a:lnTo>
                  <a:pt x="51971" y="45800"/>
                </a:lnTo>
                <a:close/>
                <a:moveTo>
                  <a:pt x="50003" y="41797"/>
                </a:moveTo>
                <a:lnTo>
                  <a:pt x="48001" y="41797"/>
                </a:lnTo>
                <a:lnTo>
                  <a:pt x="46567" y="40363"/>
                </a:lnTo>
                <a:lnTo>
                  <a:pt x="46567" y="38495"/>
                </a:lnTo>
                <a:lnTo>
                  <a:pt x="48535" y="40463"/>
                </a:lnTo>
                <a:lnTo>
                  <a:pt x="51337" y="40463"/>
                </a:lnTo>
                <a:close/>
                <a:moveTo>
                  <a:pt x="45767" y="40363"/>
                </a:moveTo>
                <a:lnTo>
                  <a:pt x="44366" y="41797"/>
                </a:lnTo>
                <a:lnTo>
                  <a:pt x="42364" y="41797"/>
                </a:lnTo>
                <a:lnTo>
                  <a:pt x="41030" y="40463"/>
                </a:lnTo>
                <a:lnTo>
                  <a:pt x="43665" y="40463"/>
                </a:lnTo>
                <a:lnTo>
                  <a:pt x="43798" y="40463"/>
                </a:lnTo>
                <a:lnTo>
                  <a:pt x="45767" y="38495"/>
                </a:lnTo>
                <a:close/>
                <a:moveTo>
                  <a:pt x="40363" y="46568"/>
                </a:moveTo>
                <a:lnTo>
                  <a:pt x="41797" y="48002"/>
                </a:lnTo>
                <a:lnTo>
                  <a:pt x="41797" y="50003"/>
                </a:lnTo>
                <a:lnTo>
                  <a:pt x="40463" y="51338"/>
                </a:lnTo>
                <a:lnTo>
                  <a:pt x="40463" y="48536"/>
                </a:lnTo>
                <a:lnTo>
                  <a:pt x="38495" y="46568"/>
                </a:lnTo>
                <a:lnTo>
                  <a:pt x="40363" y="46568"/>
                </a:lnTo>
                <a:close/>
                <a:moveTo>
                  <a:pt x="40229" y="52672"/>
                </a:moveTo>
                <a:lnTo>
                  <a:pt x="43498" y="52672"/>
                </a:lnTo>
                <a:lnTo>
                  <a:pt x="45767" y="54974"/>
                </a:lnTo>
                <a:lnTo>
                  <a:pt x="45767" y="57342"/>
                </a:lnTo>
                <a:lnTo>
                  <a:pt x="42898" y="54473"/>
                </a:lnTo>
                <a:lnTo>
                  <a:pt x="42631" y="54340"/>
                </a:lnTo>
                <a:lnTo>
                  <a:pt x="38561" y="54340"/>
                </a:lnTo>
                <a:close/>
                <a:moveTo>
                  <a:pt x="45767" y="64714"/>
                </a:moveTo>
                <a:lnTo>
                  <a:pt x="42464" y="68016"/>
                </a:lnTo>
                <a:lnTo>
                  <a:pt x="37761" y="68016"/>
                </a:lnTo>
                <a:lnTo>
                  <a:pt x="36226" y="66482"/>
                </a:lnTo>
                <a:lnTo>
                  <a:pt x="41830" y="66482"/>
                </a:lnTo>
                <a:lnTo>
                  <a:pt x="45767" y="62546"/>
                </a:lnTo>
                <a:lnTo>
                  <a:pt x="45767" y="64714"/>
                </a:lnTo>
                <a:close/>
                <a:moveTo>
                  <a:pt x="40463" y="74621"/>
                </a:moveTo>
                <a:lnTo>
                  <a:pt x="40463" y="71819"/>
                </a:lnTo>
                <a:lnTo>
                  <a:pt x="41797" y="73153"/>
                </a:lnTo>
                <a:lnTo>
                  <a:pt x="41797" y="75155"/>
                </a:lnTo>
                <a:lnTo>
                  <a:pt x="40363" y="76589"/>
                </a:lnTo>
                <a:lnTo>
                  <a:pt x="38495" y="76589"/>
                </a:lnTo>
                <a:close/>
                <a:moveTo>
                  <a:pt x="40363" y="77356"/>
                </a:moveTo>
                <a:lnTo>
                  <a:pt x="41797" y="78791"/>
                </a:lnTo>
                <a:lnTo>
                  <a:pt x="41797" y="80792"/>
                </a:lnTo>
                <a:lnTo>
                  <a:pt x="40463" y="82126"/>
                </a:lnTo>
                <a:lnTo>
                  <a:pt x="40463" y="79324"/>
                </a:lnTo>
                <a:lnTo>
                  <a:pt x="38495" y="77356"/>
                </a:lnTo>
                <a:close/>
                <a:moveTo>
                  <a:pt x="42364" y="81359"/>
                </a:moveTo>
                <a:lnTo>
                  <a:pt x="44366" y="81359"/>
                </a:lnTo>
                <a:lnTo>
                  <a:pt x="45767" y="82794"/>
                </a:lnTo>
                <a:lnTo>
                  <a:pt x="45767" y="84662"/>
                </a:lnTo>
                <a:lnTo>
                  <a:pt x="43798" y="82693"/>
                </a:lnTo>
                <a:lnTo>
                  <a:pt x="43665" y="82693"/>
                </a:lnTo>
                <a:lnTo>
                  <a:pt x="41030" y="82693"/>
                </a:lnTo>
                <a:close/>
                <a:moveTo>
                  <a:pt x="46567" y="82794"/>
                </a:moveTo>
                <a:lnTo>
                  <a:pt x="48001" y="81359"/>
                </a:lnTo>
                <a:lnTo>
                  <a:pt x="50003" y="81359"/>
                </a:lnTo>
                <a:lnTo>
                  <a:pt x="51337" y="82693"/>
                </a:lnTo>
                <a:lnTo>
                  <a:pt x="48535" y="82693"/>
                </a:lnTo>
                <a:lnTo>
                  <a:pt x="46567" y="84662"/>
                </a:lnTo>
                <a:lnTo>
                  <a:pt x="46567" y="82794"/>
                </a:lnTo>
                <a:close/>
                <a:moveTo>
                  <a:pt x="51971" y="76589"/>
                </a:moveTo>
                <a:lnTo>
                  <a:pt x="50570" y="75155"/>
                </a:lnTo>
                <a:lnTo>
                  <a:pt x="50570" y="73153"/>
                </a:lnTo>
                <a:lnTo>
                  <a:pt x="51871" y="71819"/>
                </a:lnTo>
                <a:lnTo>
                  <a:pt x="51871" y="74621"/>
                </a:lnTo>
                <a:lnTo>
                  <a:pt x="53839" y="76589"/>
                </a:lnTo>
                <a:close/>
                <a:moveTo>
                  <a:pt x="71251" y="74621"/>
                </a:moveTo>
                <a:lnTo>
                  <a:pt x="71251" y="71819"/>
                </a:lnTo>
                <a:lnTo>
                  <a:pt x="72586" y="73153"/>
                </a:lnTo>
                <a:lnTo>
                  <a:pt x="72586" y="75155"/>
                </a:lnTo>
                <a:lnTo>
                  <a:pt x="71151" y="76589"/>
                </a:lnTo>
                <a:lnTo>
                  <a:pt x="69283" y="76589"/>
                </a:lnTo>
                <a:close/>
                <a:moveTo>
                  <a:pt x="71151" y="77356"/>
                </a:moveTo>
                <a:lnTo>
                  <a:pt x="72586" y="78791"/>
                </a:lnTo>
                <a:lnTo>
                  <a:pt x="72586" y="80792"/>
                </a:lnTo>
                <a:lnTo>
                  <a:pt x="71251" y="82126"/>
                </a:lnTo>
                <a:lnTo>
                  <a:pt x="71251" y="79324"/>
                </a:lnTo>
                <a:lnTo>
                  <a:pt x="69283" y="77356"/>
                </a:lnTo>
                <a:close/>
                <a:moveTo>
                  <a:pt x="73153" y="81359"/>
                </a:moveTo>
                <a:lnTo>
                  <a:pt x="75154" y="81359"/>
                </a:lnTo>
                <a:lnTo>
                  <a:pt x="76555" y="82794"/>
                </a:lnTo>
                <a:lnTo>
                  <a:pt x="76555" y="84662"/>
                </a:lnTo>
                <a:lnTo>
                  <a:pt x="74587" y="82693"/>
                </a:lnTo>
                <a:lnTo>
                  <a:pt x="71818" y="82693"/>
                </a:lnTo>
                <a:close/>
                <a:moveTo>
                  <a:pt x="77356" y="82794"/>
                </a:moveTo>
                <a:lnTo>
                  <a:pt x="78790" y="81359"/>
                </a:lnTo>
                <a:lnTo>
                  <a:pt x="80792" y="81359"/>
                </a:lnTo>
                <a:lnTo>
                  <a:pt x="82126" y="82693"/>
                </a:lnTo>
                <a:lnTo>
                  <a:pt x="79491" y="82693"/>
                </a:lnTo>
                <a:lnTo>
                  <a:pt x="79324" y="82693"/>
                </a:lnTo>
                <a:lnTo>
                  <a:pt x="77356" y="84662"/>
                </a:lnTo>
                <a:lnTo>
                  <a:pt x="77356" y="82794"/>
                </a:lnTo>
                <a:close/>
                <a:moveTo>
                  <a:pt x="82793" y="76589"/>
                </a:moveTo>
                <a:lnTo>
                  <a:pt x="81359" y="75155"/>
                </a:lnTo>
                <a:lnTo>
                  <a:pt x="81359" y="73153"/>
                </a:lnTo>
                <a:lnTo>
                  <a:pt x="82660" y="71819"/>
                </a:lnTo>
                <a:lnTo>
                  <a:pt x="82660" y="74621"/>
                </a:lnTo>
                <a:lnTo>
                  <a:pt x="84628" y="76589"/>
                </a:lnTo>
                <a:close/>
                <a:moveTo>
                  <a:pt x="102040" y="74621"/>
                </a:moveTo>
                <a:lnTo>
                  <a:pt x="102040" y="71819"/>
                </a:lnTo>
                <a:lnTo>
                  <a:pt x="103374" y="73153"/>
                </a:lnTo>
                <a:lnTo>
                  <a:pt x="103374" y="75155"/>
                </a:lnTo>
                <a:lnTo>
                  <a:pt x="101940" y="76589"/>
                </a:lnTo>
                <a:lnTo>
                  <a:pt x="100072" y="76589"/>
                </a:lnTo>
                <a:close/>
                <a:moveTo>
                  <a:pt x="101940" y="77356"/>
                </a:moveTo>
                <a:lnTo>
                  <a:pt x="103374" y="78791"/>
                </a:lnTo>
                <a:lnTo>
                  <a:pt x="103374" y="80792"/>
                </a:lnTo>
                <a:lnTo>
                  <a:pt x="102040" y="82126"/>
                </a:lnTo>
                <a:lnTo>
                  <a:pt x="102040" y="79324"/>
                </a:lnTo>
                <a:lnTo>
                  <a:pt x="100072" y="77356"/>
                </a:lnTo>
                <a:close/>
                <a:moveTo>
                  <a:pt x="103941" y="81359"/>
                </a:moveTo>
                <a:lnTo>
                  <a:pt x="105943" y="81359"/>
                </a:lnTo>
                <a:lnTo>
                  <a:pt x="107377" y="82794"/>
                </a:lnTo>
                <a:lnTo>
                  <a:pt x="107377" y="84662"/>
                </a:lnTo>
                <a:lnTo>
                  <a:pt x="105409" y="82693"/>
                </a:lnTo>
                <a:lnTo>
                  <a:pt x="105242" y="82693"/>
                </a:lnTo>
                <a:lnTo>
                  <a:pt x="102607" y="82693"/>
                </a:lnTo>
                <a:close/>
                <a:moveTo>
                  <a:pt x="108144" y="82794"/>
                </a:moveTo>
                <a:lnTo>
                  <a:pt x="109579" y="81359"/>
                </a:lnTo>
                <a:lnTo>
                  <a:pt x="111580" y="81359"/>
                </a:lnTo>
                <a:lnTo>
                  <a:pt x="112914" y="82693"/>
                </a:lnTo>
                <a:lnTo>
                  <a:pt x="110112" y="82693"/>
                </a:lnTo>
                <a:lnTo>
                  <a:pt x="108144" y="84662"/>
                </a:lnTo>
                <a:close/>
                <a:moveTo>
                  <a:pt x="113582" y="76589"/>
                </a:moveTo>
                <a:lnTo>
                  <a:pt x="112147" y="75155"/>
                </a:lnTo>
                <a:lnTo>
                  <a:pt x="112147" y="73153"/>
                </a:lnTo>
                <a:lnTo>
                  <a:pt x="113482" y="71819"/>
                </a:lnTo>
                <a:lnTo>
                  <a:pt x="113482" y="74621"/>
                </a:lnTo>
                <a:lnTo>
                  <a:pt x="115450" y="76589"/>
                </a:lnTo>
                <a:close/>
                <a:moveTo>
                  <a:pt x="132862" y="74621"/>
                </a:moveTo>
                <a:lnTo>
                  <a:pt x="132862" y="71819"/>
                </a:lnTo>
                <a:lnTo>
                  <a:pt x="134163" y="73153"/>
                </a:lnTo>
                <a:lnTo>
                  <a:pt x="134163" y="75155"/>
                </a:lnTo>
                <a:lnTo>
                  <a:pt x="132729" y="76589"/>
                </a:lnTo>
                <a:lnTo>
                  <a:pt x="130894" y="76589"/>
                </a:lnTo>
                <a:close/>
                <a:moveTo>
                  <a:pt x="132729" y="77356"/>
                </a:moveTo>
                <a:lnTo>
                  <a:pt x="134163" y="78791"/>
                </a:lnTo>
                <a:lnTo>
                  <a:pt x="134163" y="80792"/>
                </a:lnTo>
                <a:lnTo>
                  <a:pt x="132862" y="82126"/>
                </a:lnTo>
                <a:lnTo>
                  <a:pt x="132862" y="79324"/>
                </a:lnTo>
                <a:lnTo>
                  <a:pt x="130894" y="77356"/>
                </a:lnTo>
                <a:close/>
                <a:moveTo>
                  <a:pt x="134730" y="81359"/>
                </a:moveTo>
                <a:lnTo>
                  <a:pt x="136731" y="81359"/>
                </a:lnTo>
                <a:lnTo>
                  <a:pt x="138166" y="82794"/>
                </a:lnTo>
                <a:lnTo>
                  <a:pt x="138166" y="84662"/>
                </a:lnTo>
                <a:lnTo>
                  <a:pt x="136198" y="82693"/>
                </a:lnTo>
                <a:lnTo>
                  <a:pt x="133396" y="82693"/>
                </a:lnTo>
                <a:close/>
                <a:moveTo>
                  <a:pt x="138933" y="82794"/>
                </a:moveTo>
                <a:lnTo>
                  <a:pt x="140367" y="81359"/>
                </a:lnTo>
                <a:lnTo>
                  <a:pt x="142369" y="81359"/>
                </a:lnTo>
                <a:lnTo>
                  <a:pt x="143703" y="82693"/>
                </a:lnTo>
                <a:lnTo>
                  <a:pt x="141068" y="82693"/>
                </a:lnTo>
                <a:lnTo>
                  <a:pt x="140934" y="82693"/>
                </a:lnTo>
                <a:lnTo>
                  <a:pt x="138966" y="84662"/>
                </a:lnTo>
                <a:lnTo>
                  <a:pt x="138966" y="82794"/>
                </a:lnTo>
                <a:close/>
                <a:moveTo>
                  <a:pt x="144370" y="76589"/>
                </a:moveTo>
                <a:lnTo>
                  <a:pt x="142936" y="75155"/>
                </a:lnTo>
                <a:lnTo>
                  <a:pt x="142936" y="73153"/>
                </a:lnTo>
                <a:lnTo>
                  <a:pt x="144270" y="71819"/>
                </a:lnTo>
                <a:lnTo>
                  <a:pt x="144270" y="74621"/>
                </a:lnTo>
                <a:lnTo>
                  <a:pt x="146238" y="76589"/>
                </a:lnTo>
                <a:close/>
                <a:moveTo>
                  <a:pt x="163651" y="74621"/>
                </a:moveTo>
                <a:lnTo>
                  <a:pt x="163651" y="71819"/>
                </a:lnTo>
                <a:lnTo>
                  <a:pt x="164952" y="73153"/>
                </a:lnTo>
                <a:lnTo>
                  <a:pt x="164952" y="75155"/>
                </a:lnTo>
                <a:lnTo>
                  <a:pt x="163551" y="76589"/>
                </a:lnTo>
                <a:lnTo>
                  <a:pt x="161683" y="76589"/>
                </a:lnTo>
                <a:close/>
                <a:moveTo>
                  <a:pt x="163517" y="77356"/>
                </a:moveTo>
                <a:lnTo>
                  <a:pt x="164952" y="78791"/>
                </a:lnTo>
                <a:lnTo>
                  <a:pt x="164952" y="80792"/>
                </a:lnTo>
                <a:lnTo>
                  <a:pt x="163651" y="82126"/>
                </a:lnTo>
                <a:lnTo>
                  <a:pt x="163651" y="79324"/>
                </a:lnTo>
                <a:lnTo>
                  <a:pt x="161649" y="77356"/>
                </a:lnTo>
                <a:close/>
                <a:moveTo>
                  <a:pt x="165519" y="81359"/>
                </a:moveTo>
                <a:lnTo>
                  <a:pt x="167520" y="81359"/>
                </a:lnTo>
                <a:lnTo>
                  <a:pt x="168954" y="82794"/>
                </a:lnTo>
                <a:lnTo>
                  <a:pt x="168954" y="84662"/>
                </a:lnTo>
                <a:lnTo>
                  <a:pt x="166986" y="82693"/>
                </a:lnTo>
                <a:lnTo>
                  <a:pt x="166820" y="82693"/>
                </a:lnTo>
                <a:lnTo>
                  <a:pt x="164218" y="82693"/>
                </a:lnTo>
                <a:close/>
                <a:moveTo>
                  <a:pt x="169755" y="82794"/>
                </a:moveTo>
                <a:lnTo>
                  <a:pt x="171156" y="81359"/>
                </a:lnTo>
                <a:lnTo>
                  <a:pt x="173191" y="81359"/>
                </a:lnTo>
                <a:lnTo>
                  <a:pt x="174492" y="82693"/>
                </a:lnTo>
                <a:lnTo>
                  <a:pt x="171723" y="82693"/>
                </a:lnTo>
                <a:lnTo>
                  <a:pt x="169755" y="84662"/>
                </a:lnTo>
                <a:lnTo>
                  <a:pt x="169755" y="82794"/>
                </a:lnTo>
                <a:close/>
                <a:moveTo>
                  <a:pt x="175159" y="76589"/>
                </a:moveTo>
                <a:lnTo>
                  <a:pt x="173725" y="75155"/>
                </a:lnTo>
                <a:lnTo>
                  <a:pt x="173725" y="73153"/>
                </a:lnTo>
                <a:lnTo>
                  <a:pt x="175059" y="71819"/>
                </a:lnTo>
                <a:lnTo>
                  <a:pt x="175059" y="74621"/>
                </a:lnTo>
                <a:lnTo>
                  <a:pt x="177027" y="76589"/>
                </a:lnTo>
                <a:close/>
                <a:moveTo>
                  <a:pt x="194439" y="74621"/>
                </a:moveTo>
                <a:lnTo>
                  <a:pt x="194439" y="71819"/>
                </a:lnTo>
                <a:lnTo>
                  <a:pt x="195740" y="73153"/>
                </a:lnTo>
                <a:lnTo>
                  <a:pt x="195740" y="75155"/>
                </a:lnTo>
                <a:lnTo>
                  <a:pt x="194339" y="76589"/>
                </a:lnTo>
                <a:lnTo>
                  <a:pt x="192471" y="76589"/>
                </a:lnTo>
                <a:close/>
                <a:moveTo>
                  <a:pt x="194339" y="77356"/>
                </a:moveTo>
                <a:lnTo>
                  <a:pt x="195740" y="78791"/>
                </a:lnTo>
                <a:lnTo>
                  <a:pt x="195740" y="80792"/>
                </a:lnTo>
                <a:lnTo>
                  <a:pt x="194439" y="82126"/>
                </a:lnTo>
                <a:lnTo>
                  <a:pt x="194439" y="79324"/>
                </a:lnTo>
                <a:lnTo>
                  <a:pt x="192471" y="77356"/>
                </a:lnTo>
                <a:close/>
                <a:moveTo>
                  <a:pt x="196307" y="81359"/>
                </a:moveTo>
                <a:lnTo>
                  <a:pt x="198309" y="81359"/>
                </a:lnTo>
                <a:lnTo>
                  <a:pt x="199743" y="82794"/>
                </a:lnTo>
                <a:lnTo>
                  <a:pt x="199743" y="84662"/>
                </a:lnTo>
                <a:lnTo>
                  <a:pt x="197775" y="82693"/>
                </a:lnTo>
                <a:lnTo>
                  <a:pt x="195006" y="82693"/>
                </a:lnTo>
                <a:close/>
                <a:moveTo>
                  <a:pt x="200544" y="82794"/>
                </a:moveTo>
                <a:lnTo>
                  <a:pt x="201945" y="81359"/>
                </a:lnTo>
                <a:lnTo>
                  <a:pt x="203979" y="81359"/>
                </a:lnTo>
                <a:lnTo>
                  <a:pt x="205280" y="82693"/>
                </a:lnTo>
                <a:lnTo>
                  <a:pt x="202679" y="82693"/>
                </a:lnTo>
                <a:lnTo>
                  <a:pt x="202512" y="82693"/>
                </a:lnTo>
                <a:lnTo>
                  <a:pt x="200544" y="84662"/>
                </a:lnTo>
                <a:lnTo>
                  <a:pt x="200544" y="82794"/>
                </a:lnTo>
                <a:close/>
                <a:moveTo>
                  <a:pt x="205948" y="76589"/>
                </a:moveTo>
                <a:lnTo>
                  <a:pt x="204513" y="75155"/>
                </a:lnTo>
                <a:lnTo>
                  <a:pt x="204513" y="73153"/>
                </a:lnTo>
                <a:lnTo>
                  <a:pt x="205848" y="71819"/>
                </a:lnTo>
                <a:lnTo>
                  <a:pt x="205848" y="74588"/>
                </a:lnTo>
                <a:lnTo>
                  <a:pt x="207816" y="76556"/>
                </a:lnTo>
                <a:lnTo>
                  <a:pt x="205948" y="76556"/>
                </a:lnTo>
                <a:close/>
                <a:moveTo>
                  <a:pt x="206081" y="70485"/>
                </a:moveTo>
                <a:lnTo>
                  <a:pt x="202812" y="70485"/>
                </a:lnTo>
                <a:lnTo>
                  <a:pt x="200544" y="68183"/>
                </a:lnTo>
                <a:lnTo>
                  <a:pt x="200544" y="65815"/>
                </a:lnTo>
                <a:lnTo>
                  <a:pt x="203412" y="68683"/>
                </a:lnTo>
                <a:lnTo>
                  <a:pt x="203679" y="68817"/>
                </a:lnTo>
                <a:lnTo>
                  <a:pt x="207749" y="68817"/>
                </a:lnTo>
                <a:close/>
                <a:moveTo>
                  <a:pt x="200544" y="58476"/>
                </a:moveTo>
                <a:lnTo>
                  <a:pt x="203846" y="55140"/>
                </a:lnTo>
                <a:lnTo>
                  <a:pt x="208549" y="55140"/>
                </a:lnTo>
                <a:lnTo>
                  <a:pt x="210084" y="56675"/>
                </a:lnTo>
                <a:lnTo>
                  <a:pt x="204480" y="56675"/>
                </a:lnTo>
                <a:lnTo>
                  <a:pt x="200544" y="60611"/>
                </a:lnTo>
                <a:close/>
                <a:moveTo>
                  <a:pt x="208316" y="53806"/>
                </a:moveTo>
                <a:lnTo>
                  <a:pt x="206615" y="52105"/>
                </a:lnTo>
                <a:lnTo>
                  <a:pt x="206615" y="48869"/>
                </a:lnTo>
                <a:lnTo>
                  <a:pt x="208916" y="46568"/>
                </a:lnTo>
                <a:lnTo>
                  <a:pt x="211285" y="46568"/>
                </a:lnTo>
                <a:lnTo>
                  <a:pt x="208316" y="49570"/>
                </a:lnTo>
                <a:lnTo>
                  <a:pt x="208316" y="53806"/>
                </a:lnTo>
                <a:close/>
                <a:moveTo>
                  <a:pt x="208916" y="45800"/>
                </a:moveTo>
                <a:lnTo>
                  <a:pt x="206648" y="43499"/>
                </a:lnTo>
                <a:lnTo>
                  <a:pt x="206648" y="40230"/>
                </a:lnTo>
                <a:lnTo>
                  <a:pt x="208316" y="38562"/>
                </a:lnTo>
                <a:lnTo>
                  <a:pt x="208316" y="42798"/>
                </a:lnTo>
                <a:lnTo>
                  <a:pt x="211285" y="45800"/>
                </a:lnTo>
                <a:close/>
                <a:moveTo>
                  <a:pt x="206081" y="39696"/>
                </a:moveTo>
                <a:lnTo>
                  <a:pt x="202812" y="39696"/>
                </a:lnTo>
                <a:lnTo>
                  <a:pt x="200544" y="37394"/>
                </a:lnTo>
                <a:lnTo>
                  <a:pt x="200544" y="35026"/>
                </a:lnTo>
                <a:lnTo>
                  <a:pt x="203512" y="38028"/>
                </a:lnTo>
                <a:lnTo>
                  <a:pt x="203679" y="38028"/>
                </a:lnTo>
                <a:lnTo>
                  <a:pt x="207749" y="38028"/>
                </a:lnTo>
                <a:close/>
                <a:moveTo>
                  <a:pt x="199743" y="37394"/>
                </a:moveTo>
                <a:lnTo>
                  <a:pt x="197441" y="39696"/>
                </a:lnTo>
                <a:lnTo>
                  <a:pt x="194206" y="39696"/>
                </a:lnTo>
                <a:lnTo>
                  <a:pt x="192538" y="37995"/>
                </a:lnTo>
                <a:lnTo>
                  <a:pt x="196741" y="37995"/>
                </a:lnTo>
                <a:lnTo>
                  <a:pt x="199743" y="35026"/>
                </a:lnTo>
                <a:close/>
                <a:moveTo>
                  <a:pt x="193639" y="40263"/>
                </a:moveTo>
                <a:lnTo>
                  <a:pt x="193639" y="43499"/>
                </a:lnTo>
                <a:lnTo>
                  <a:pt x="191337" y="45800"/>
                </a:lnTo>
                <a:lnTo>
                  <a:pt x="188969" y="45800"/>
                </a:lnTo>
                <a:lnTo>
                  <a:pt x="191837" y="42932"/>
                </a:lnTo>
                <a:lnTo>
                  <a:pt x="191971" y="42631"/>
                </a:lnTo>
                <a:lnTo>
                  <a:pt x="191971" y="38562"/>
                </a:lnTo>
                <a:close/>
                <a:moveTo>
                  <a:pt x="177627" y="42932"/>
                </a:moveTo>
                <a:lnTo>
                  <a:pt x="180496" y="45800"/>
                </a:lnTo>
                <a:lnTo>
                  <a:pt x="178128" y="45800"/>
                </a:lnTo>
                <a:lnTo>
                  <a:pt x="175826" y="43499"/>
                </a:lnTo>
                <a:lnTo>
                  <a:pt x="175826" y="40230"/>
                </a:lnTo>
                <a:lnTo>
                  <a:pt x="177527" y="38562"/>
                </a:lnTo>
                <a:lnTo>
                  <a:pt x="177527" y="42631"/>
                </a:lnTo>
                <a:close/>
                <a:moveTo>
                  <a:pt x="175292" y="39696"/>
                </a:moveTo>
                <a:lnTo>
                  <a:pt x="172023" y="39696"/>
                </a:lnTo>
                <a:lnTo>
                  <a:pt x="169755" y="37394"/>
                </a:lnTo>
                <a:lnTo>
                  <a:pt x="169755" y="35026"/>
                </a:lnTo>
                <a:lnTo>
                  <a:pt x="172724" y="38028"/>
                </a:lnTo>
                <a:lnTo>
                  <a:pt x="176960" y="38028"/>
                </a:lnTo>
                <a:close/>
                <a:moveTo>
                  <a:pt x="168954" y="37394"/>
                </a:moveTo>
                <a:lnTo>
                  <a:pt x="166653" y="39696"/>
                </a:lnTo>
                <a:lnTo>
                  <a:pt x="163417" y="39696"/>
                </a:lnTo>
                <a:lnTo>
                  <a:pt x="161716" y="37995"/>
                </a:lnTo>
                <a:lnTo>
                  <a:pt x="165786" y="37995"/>
                </a:lnTo>
                <a:lnTo>
                  <a:pt x="165952" y="37995"/>
                </a:lnTo>
                <a:lnTo>
                  <a:pt x="168954" y="35026"/>
                </a:lnTo>
                <a:close/>
                <a:moveTo>
                  <a:pt x="162850" y="40263"/>
                </a:moveTo>
                <a:lnTo>
                  <a:pt x="162850" y="43499"/>
                </a:lnTo>
                <a:lnTo>
                  <a:pt x="160548" y="45800"/>
                </a:lnTo>
                <a:lnTo>
                  <a:pt x="158180" y="45800"/>
                </a:lnTo>
                <a:lnTo>
                  <a:pt x="161182" y="42798"/>
                </a:lnTo>
                <a:lnTo>
                  <a:pt x="161182" y="38562"/>
                </a:lnTo>
                <a:close/>
                <a:moveTo>
                  <a:pt x="149707" y="45800"/>
                </a:moveTo>
                <a:lnTo>
                  <a:pt x="147339" y="45800"/>
                </a:lnTo>
                <a:lnTo>
                  <a:pt x="145037" y="43499"/>
                </a:lnTo>
                <a:lnTo>
                  <a:pt x="145037" y="40230"/>
                </a:lnTo>
                <a:lnTo>
                  <a:pt x="146739" y="38562"/>
                </a:lnTo>
                <a:lnTo>
                  <a:pt x="146739" y="42798"/>
                </a:lnTo>
                <a:close/>
                <a:moveTo>
                  <a:pt x="144504" y="39696"/>
                </a:moveTo>
                <a:lnTo>
                  <a:pt x="141235" y="39696"/>
                </a:lnTo>
                <a:lnTo>
                  <a:pt x="138933" y="37394"/>
                </a:lnTo>
                <a:lnTo>
                  <a:pt x="138933" y="35026"/>
                </a:lnTo>
                <a:lnTo>
                  <a:pt x="141935" y="38028"/>
                </a:lnTo>
                <a:lnTo>
                  <a:pt x="142102" y="38028"/>
                </a:lnTo>
                <a:lnTo>
                  <a:pt x="146172" y="38028"/>
                </a:lnTo>
                <a:close/>
                <a:moveTo>
                  <a:pt x="138166" y="37394"/>
                </a:moveTo>
                <a:lnTo>
                  <a:pt x="135864" y="39696"/>
                </a:lnTo>
                <a:lnTo>
                  <a:pt x="132629" y="39696"/>
                </a:lnTo>
                <a:lnTo>
                  <a:pt x="130927" y="37995"/>
                </a:lnTo>
                <a:lnTo>
                  <a:pt x="135164" y="37995"/>
                </a:lnTo>
                <a:lnTo>
                  <a:pt x="138166" y="35026"/>
                </a:lnTo>
                <a:close/>
                <a:moveTo>
                  <a:pt x="132061" y="40263"/>
                </a:moveTo>
                <a:lnTo>
                  <a:pt x="132061" y="43499"/>
                </a:lnTo>
                <a:lnTo>
                  <a:pt x="129760" y="45800"/>
                </a:lnTo>
                <a:lnTo>
                  <a:pt x="127391" y="45800"/>
                </a:lnTo>
                <a:lnTo>
                  <a:pt x="130260" y="42932"/>
                </a:lnTo>
                <a:lnTo>
                  <a:pt x="130394" y="42631"/>
                </a:lnTo>
                <a:lnTo>
                  <a:pt x="130394" y="38562"/>
                </a:lnTo>
                <a:close/>
                <a:moveTo>
                  <a:pt x="116050" y="42932"/>
                </a:moveTo>
                <a:lnTo>
                  <a:pt x="118919" y="45800"/>
                </a:lnTo>
                <a:lnTo>
                  <a:pt x="116550" y="45800"/>
                </a:lnTo>
                <a:lnTo>
                  <a:pt x="114249" y="43499"/>
                </a:lnTo>
                <a:lnTo>
                  <a:pt x="114249" y="40230"/>
                </a:lnTo>
                <a:lnTo>
                  <a:pt x="115917" y="38562"/>
                </a:lnTo>
                <a:lnTo>
                  <a:pt x="115917" y="42631"/>
                </a:lnTo>
                <a:close/>
                <a:moveTo>
                  <a:pt x="113682" y="39696"/>
                </a:moveTo>
                <a:lnTo>
                  <a:pt x="110446" y="39696"/>
                </a:lnTo>
                <a:lnTo>
                  <a:pt x="108144" y="37394"/>
                </a:lnTo>
                <a:lnTo>
                  <a:pt x="108144" y="35026"/>
                </a:lnTo>
                <a:lnTo>
                  <a:pt x="111147" y="38028"/>
                </a:lnTo>
                <a:lnTo>
                  <a:pt x="115383" y="38028"/>
                </a:lnTo>
                <a:close/>
                <a:moveTo>
                  <a:pt x="107377" y="37394"/>
                </a:moveTo>
                <a:lnTo>
                  <a:pt x="105076" y="39696"/>
                </a:lnTo>
                <a:lnTo>
                  <a:pt x="101840" y="39696"/>
                </a:lnTo>
                <a:lnTo>
                  <a:pt x="100139" y="37995"/>
                </a:lnTo>
                <a:lnTo>
                  <a:pt x="104208" y="37995"/>
                </a:lnTo>
                <a:lnTo>
                  <a:pt x="104375" y="37995"/>
                </a:lnTo>
                <a:lnTo>
                  <a:pt x="107377" y="35026"/>
                </a:lnTo>
                <a:lnTo>
                  <a:pt x="107377" y="37394"/>
                </a:lnTo>
                <a:close/>
                <a:moveTo>
                  <a:pt x="101273" y="40263"/>
                </a:moveTo>
                <a:lnTo>
                  <a:pt x="101273" y="43499"/>
                </a:lnTo>
                <a:lnTo>
                  <a:pt x="98971" y="45800"/>
                </a:lnTo>
                <a:lnTo>
                  <a:pt x="96603" y="45800"/>
                </a:lnTo>
                <a:lnTo>
                  <a:pt x="99605" y="42798"/>
                </a:lnTo>
                <a:lnTo>
                  <a:pt x="99605" y="38562"/>
                </a:lnTo>
                <a:close/>
                <a:moveTo>
                  <a:pt x="88130" y="45800"/>
                </a:moveTo>
                <a:lnTo>
                  <a:pt x="85762" y="45800"/>
                </a:lnTo>
                <a:lnTo>
                  <a:pt x="83460" y="43499"/>
                </a:lnTo>
                <a:lnTo>
                  <a:pt x="83460" y="40230"/>
                </a:lnTo>
                <a:lnTo>
                  <a:pt x="85128" y="38562"/>
                </a:lnTo>
                <a:lnTo>
                  <a:pt x="85128" y="42798"/>
                </a:lnTo>
                <a:close/>
                <a:moveTo>
                  <a:pt x="82893" y="39696"/>
                </a:moveTo>
                <a:lnTo>
                  <a:pt x="79657" y="39696"/>
                </a:lnTo>
                <a:lnTo>
                  <a:pt x="77356" y="37394"/>
                </a:lnTo>
                <a:lnTo>
                  <a:pt x="77356" y="35026"/>
                </a:lnTo>
                <a:lnTo>
                  <a:pt x="80358" y="38028"/>
                </a:lnTo>
                <a:lnTo>
                  <a:pt x="80525" y="38028"/>
                </a:lnTo>
                <a:lnTo>
                  <a:pt x="84594" y="38028"/>
                </a:lnTo>
                <a:close/>
                <a:moveTo>
                  <a:pt x="76589" y="37394"/>
                </a:moveTo>
                <a:lnTo>
                  <a:pt x="74287" y="39696"/>
                </a:lnTo>
                <a:lnTo>
                  <a:pt x="71018" y="39696"/>
                </a:lnTo>
                <a:lnTo>
                  <a:pt x="69350" y="37995"/>
                </a:lnTo>
                <a:lnTo>
                  <a:pt x="73586" y="37995"/>
                </a:lnTo>
                <a:lnTo>
                  <a:pt x="76589" y="35026"/>
                </a:lnTo>
                <a:close/>
                <a:moveTo>
                  <a:pt x="70484" y="40263"/>
                </a:moveTo>
                <a:lnTo>
                  <a:pt x="70484" y="43499"/>
                </a:lnTo>
                <a:lnTo>
                  <a:pt x="68183" y="45800"/>
                </a:lnTo>
                <a:lnTo>
                  <a:pt x="65814" y="45800"/>
                </a:lnTo>
                <a:lnTo>
                  <a:pt x="68683" y="42932"/>
                </a:lnTo>
                <a:lnTo>
                  <a:pt x="68816" y="42631"/>
                </a:lnTo>
                <a:lnTo>
                  <a:pt x="68816" y="38562"/>
                </a:lnTo>
                <a:close/>
                <a:moveTo>
                  <a:pt x="54473" y="42932"/>
                </a:moveTo>
                <a:lnTo>
                  <a:pt x="57341" y="45800"/>
                </a:lnTo>
                <a:lnTo>
                  <a:pt x="54973" y="45800"/>
                </a:lnTo>
                <a:lnTo>
                  <a:pt x="52671" y="43499"/>
                </a:lnTo>
                <a:lnTo>
                  <a:pt x="52671" y="40230"/>
                </a:lnTo>
                <a:lnTo>
                  <a:pt x="54339" y="38562"/>
                </a:lnTo>
                <a:lnTo>
                  <a:pt x="54339" y="42631"/>
                </a:lnTo>
                <a:close/>
                <a:moveTo>
                  <a:pt x="52104" y="39696"/>
                </a:moveTo>
                <a:lnTo>
                  <a:pt x="48869" y="39696"/>
                </a:lnTo>
                <a:lnTo>
                  <a:pt x="46567" y="37394"/>
                </a:lnTo>
                <a:lnTo>
                  <a:pt x="46567" y="35026"/>
                </a:lnTo>
                <a:lnTo>
                  <a:pt x="49569" y="38028"/>
                </a:lnTo>
                <a:lnTo>
                  <a:pt x="53806" y="38028"/>
                </a:lnTo>
                <a:close/>
                <a:moveTo>
                  <a:pt x="45767" y="37394"/>
                </a:moveTo>
                <a:lnTo>
                  <a:pt x="43498" y="39696"/>
                </a:lnTo>
                <a:lnTo>
                  <a:pt x="40229" y="39696"/>
                </a:lnTo>
                <a:lnTo>
                  <a:pt x="38561" y="37995"/>
                </a:lnTo>
                <a:lnTo>
                  <a:pt x="42631" y="37995"/>
                </a:lnTo>
                <a:lnTo>
                  <a:pt x="42798" y="37995"/>
                </a:lnTo>
                <a:lnTo>
                  <a:pt x="45767" y="35026"/>
                </a:lnTo>
                <a:close/>
                <a:moveTo>
                  <a:pt x="39696" y="40263"/>
                </a:moveTo>
                <a:lnTo>
                  <a:pt x="39696" y="43499"/>
                </a:lnTo>
                <a:lnTo>
                  <a:pt x="37394" y="45800"/>
                </a:lnTo>
                <a:lnTo>
                  <a:pt x="35026" y="45800"/>
                </a:lnTo>
                <a:lnTo>
                  <a:pt x="37994" y="42798"/>
                </a:lnTo>
                <a:lnTo>
                  <a:pt x="37994" y="38562"/>
                </a:lnTo>
                <a:close/>
                <a:moveTo>
                  <a:pt x="33891" y="46568"/>
                </a:moveTo>
                <a:lnTo>
                  <a:pt x="37227" y="49903"/>
                </a:lnTo>
                <a:lnTo>
                  <a:pt x="37227" y="54573"/>
                </a:lnTo>
                <a:lnTo>
                  <a:pt x="35693" y="56108"/>
                </a:lnTo>
                <a:lnTo>
                  <a:pt x="35693" y="50537"/>
                </a:lnTo>
                <a:lnTo>
                  <a:pt x="31723" y="46568"/>
                </a:lnTo>
                <a:close/>
                <a:moveTo>
                  <a:pt x="35793" y="57475"/>
                </a:moveTo>
                <a:lnTo>
                  <a:pt x="41497" y="57475"/>
                </a:lnTo>
                <a:lnTo>
                  <a:pt x="45233" y="61178"/>
                </a:lnTo>
                <a:lnTo>
                  <a:pt x="37461" y="61178"/>
                </a:lnTo>
                <a:lnTo>
                  <a:pt x="35793" y="59510"/>
                </a:lnTo>
                <a:close/>
                <a:moveTo>
                  <a:pt x="45233" y="61979"/>
                </a:moveTo>
                <a:lnTo>
                  <a:pt x="41497" y="65681"/>
                </a:lnTo>
                <a:lnTo>
                  <a:pt x="35793" y="65681"/>
                </a:lnTo>
                <a:lnTo>
                  <a:pt x="35793" y="63646"/>
                </a:lnTo>
                <a:lnTo>
                  <a:pt x="37461" y="61979"/>
                </a:lnTo>
                <a:close/>
                <a:moveTo>
                  <a:pt x="35693" y="67049"/>
                </a:moveTo>
                <a:lnTo>
                  <a:pt x="37227" y="68583"/>
                </a:lnTo>
                <a:lnTo>
                  <a:pt x="37227" y="73253"/>
                </a:lnTo>
                <a:lnTo>
                  <a:pt x="33891" y="76589"/>
                </a:lnTo>
                <a:lnTo>
                  <a:pt x="31723" y="76589"/>
                </a:lnTo>
                <a:lnTo>
                  <a:pt x="35693" y="72620"/>
                </a:lnTo>
                <a:lnTo>
                  <a:pt x="35693" y="67049"/>
                </a:lnTo>
                <a:close/>
                <a:moveTo>
                  <a:pt x="35026" y="77356"/>
                </a:moveTo>
                <a:lnTo>
                  <a:pt x="37394" y="77356"/>
                </a:lnTo>
                <a:lnTo>
                  <a:pt x="39696" y="79658"/>
                </a:lnTo>
                <a:lnTo>
                  <a:pt x="39696" y="82927"/>
                </a:lnTo>
                <a:lnTo>
                  <a:pt x="37994" y="84595"/>
                </a:lnTo>
                <a:lnTo>
                  <a:pt x="37994" y="80358"/>
                </a:lnTo>
                <a:close/>
                <a:moveTo>
                  <a:pt x="40229" y="83461"/>
                </a:moveTo>
                <a:lnTo>
                  <a:pt x="43498" y="83461"/>
                </a:lnTo>
                <a:lnTo>
                  <a:pt x="45767" y="85762"/>
                </a:lnTo>
                <a:lnTo>
                  <a:pt x="45767" y="88131"/>
                </a:lnTo>
                <a:lnTo>
                  <a:pt x="42798" y="85129"/>
                </a:lnTo>
                <a:lnTo>
                  <a:pt x="42631" y="85129"/>
                </a:lnTo>
                <a:lnTo>
                  <a:pt x="38561" y="85129"/>
                </a:lnTo>
                <a:close/>
                <a:moveTo>
                  <a:pt x="46567" y="85762"/>
                </a:moveTo>
                <a:lnTo>
                  <a:pt x="48869" y="83461"/>
                </a:lnTo>
                <a:lnTo>
                  <a:pt x="52104" y="83461"/>
                </a:lnTo>
                <a:lnTo>
                  <a:pt x="53806" y="85162"/>
                </a:lnTo>
                <a:lnTo>
                  <a:pt x="49569" y="85162"/>
                </a:lnTo>
                <a:lnTo>
                  <a:pt x="46567" y="88131"/>
                </a:lnTo>
                <a:close/>
                <a:moveTo>
                  <a:pt x="52671" y="82927"/>
                </a:moveTo>
                <a:lnTo>
                  <a:pt x="52671" y="79658"/>
                </a:lnTo>
                <a:lnTo>
                  <a:pt x="54973" y="77356"/>
                </a:lnTo>
                <a:lnTo>
                  <a:pt x="57341" y="77356"/>
                </a:lnTo>
                <a:lnTo>
                  <a:pt x="54473" y="80258"/>
                </a:lnTo>
                <a:lnTo>
                  <a:pt x="54339" y="80525"/>
                </a:lnTo>
                <a:lnTo>
                  <a:pt x="54339" y="84595"/>
                </a:lnTo>
                <a:close/>
                <a:moveTo>
                  <a:pt x="68683" y="80258"/>
                </a:moveTo>
                <a:lnTo>
                  <a:pt x="65814" y="77356"/>
                </a:lnTo>
                <a:lnTo>
                  <a:pt x="68183" y="77356"/>
                </a:lnTo>
                <a:lnTo>
                  <a:pt x="70484" y="79658"/>
                </a:lnTo>
                <a:lnTo>
                  <a:pt x="70484" y="82927"/>
                </a:lnTo>
                <a:lnTo>
                  <a:pt x="68783" y="84595"/>
                </a:lnTo>
                <a:lnTo>
                  <a:pt x="68783" y="80525"/>
                </a:lnTo>
                <a:close/>
                <a:moveTo>
                  <a:pt x="71018" y="83461"/>
                </a:moveTo>
                <a:lnTo>
                  <a:pt x="74287" y="83461"/>
                </a:lnTo>
                <a:lnTo>
                  <a:pt x="76589" y="85762"/>
                </a:lnTo>
                <a:lnTo>
                  <a:pt x="76589" y="88131"/>
                </a:lnTo>
                <a:lnTo>
                  <a:pt x="73586" y="85129"/>
                </a:lnTo>
                <a:lnTo>
                  <a:pt x="69350" y="85129"/>
                </a:lnTo>
                <a:close/>
                <a:moveTo>
                  <a:pt x="77356" y="85762"/>
                </a:moveTo>
                <a:lnTo>
                  <a:pt x="79657" y="83461"/>
                </a:lnTo>
                <a:lnTo>
                  <a:pt x="82893" y="83461"/>
                </a:lnTo>
                <a:lnTo>
                  <a:pt x="84594" y="85162"/>
                </a:lnTo>
                <a:lnTo>
                  <a:pt x="80525" y="85162"/>
                </a:lnTo>
                <a:lnTo>
                  <a:pt x="80358" y="85162"/>
                </a:lnTo>
                <a:lnTo>
                  <a:pt x="77356" y="88131"/>
                </a:lnTo>
                <a:lnTo>
                  <a:pt x="77356" y="85762"/>
                </a:lnTo>
                <a:close/>
                <a:moveTo>
                  <a:pt x="83460" y="82927"/>
                </a:moveTo>
                <a:lnTo>
                  <a:pt x="83460" y="79658"/>
                </a:lnTo>
                <a:lnTo>
                  <a:pt x="85762" y="77356"/>
                </a:lnTo>
                <a:lnTo>
                  <a:pt x="88130" y="77356"/>
                </a:lnTo>
                <a:lnTo>
                  <a:pt x="85128" y="80358"/>
                </a:lnTo>
                <a:lnTo>
                  <a:pt x="85128" y="84595"/>
                </a:lnTo>
                <a:close/>
                <a:moveTo>
                  <a:pt x="96603" y="77356"/>
                </a:moveTo>
                <a:lnTo>
                  <a:pt x="98971" y="77356"/>
                </a:lnTo>
                <a:lnTo>
                  <a:pt x="101273" y="79658"/>
                </a:lnTo>
                <a:lnTo>
                  <a:pt x="101273" y="82927"/>
                </a:lnTo>
                <a:lnTo>
                  <a:pt x="99572" y="84595"/>
                </a:lnTo>
                <a:lnTo>
                  <a:pt x="99572" y="80358"/>
                </a:lnTo>
                <a:close/>
                <a:moveTo>
                  <a:pt x="101840" y="83461"/>
                </a:moveTo>
                <a:lnTo>
                  <a:pt x="105076" y="83461"/>
                </a:lnTo>
                <a:lnTo>
                  <a:pt x="107377" y="85762"/>
                </a:lnTo>
                <a:lnTo>
                  <a:pt x="107377" y="88131"/>
                </a:lnTo>
                <a:lnTo>
                  <a:pt x="104375" y="85129"/>
                </a:lnTo>
                <a:lnTo>
                  <a:pt x="104208" y="85129"/>
                </a:lnTo>
                <a:lnTo>
                  <a:pt x="100139" y="85129"/>
                </a:lnTo>
                <a:close/>
                <a:moveTo>
                  <a:pt x="108144" y="85762"/>
                </a:moveTo>
                <a:lnTo>
                  <a:pt x="110446" y="83461"/>
                </a:lnTo>
                <a:lnTo>
                  <a:pt x="113682" y="83461"/>
                </a:lnTo>
                <a:lnTo>
                  <a:pt x="115383" y="85162"/>
                </a:lnTo>
                <a:lnTo>
                  <a:pt x="111147" y="85162"/>
                </a:lnTo>
                <a:lnTo>
                  <a:pt x="108144" y="88131"/>
                </a:lnTo>
                <a:close/>
                <a:moveTo>
                  <a:pt x="114249" y="82927"/>
                </a:moveTo>
                <a:lnTo>
                  <a:pt x="114249" y="79658"/>
                </a:lnTo>
                <a:lnTo>
                  <a:pt x="116550" y="77356"/>
                </a:lnTo>
                <a:lnTo>
                  <a:pt x="118919" y="77356"/>
                </a:lnTo>
                <a:lnTo>
                  <a:pt x="116050" y="80258"/>
                </a:lnTo>
                <a:lnTo>
                  <a:pt x="115917" y="80525"/>
                </a:lnTo>
                <a:lnTo>
                  <a:pt x="115917" y="84595"/>
                </a:lnTo>
                <a:close/>
                <a:moveTo>
                  <a:pt x="130260" y="80258"/>
                </a:moveTo>
                <a:lnTo>
                  <a:pt x="127391" y="77356"/>
                </a:lnTo>
                <a:lnTo>
                  <a:pt x="129760" y="77356"/>
                </a:lnTo>
                <a:lnTo>
                  <a:pt x="132061" y="79658"/>
                </a:lnTo>
                <a:lnTo>
                  <a:pt x="132061" y="82927"/>
                </a:lnTo>
                <a:lnTo>
                  <a:pt x="130394" y="84595"/>
                </a:lnTo>
                <a:lnTo>
                  <a:pt x="130394" y="80525"/>
                </a:lnTo>
                <a:close/>
                <a:moveTo>
                  <a:pt x="132629" y="83461"/>
                </a:moveTo>
                <a:lnTo>
                  <a:pt x="135864" y="83461"/>
                </a:lnTo>
                <a:lnTo>
                  <a:pt x="138166" y="85762"/>
                </a:lnTo>
                <a:lnTo>
                  <a:pt x="138166" y="88131"/>
                </a:lnTo>
                <a:lnTo>
                  <a:pt x="135164" y="85129"/>
                </a:lnTo>
                <a:lnTo>
                  <a:pt x="130927" y="85129"/>
                </a:lnTo>
                <a:close/>
                <a:moveTo>
                  <a:pt x="138933" y="85762"/>
                </a:moveTo>
                <a:lnTo>
                  <a:pt x="141235" y="83461"/>
                </a:lnTo>
                <a:lnTo>
                  <a:pt x="144504" y="83461"/>
                </a:lnTo>
                <a:lnTo>
                  <a:pt x="146172" y="85162"/>
                </a:lnTo>
                <a:lnTo>
                  <a:pt x="142102" y="85162"/>
                </a:lnTo>
                <a:lnTo>
                  <a:pt x="141935" y="85162"/>
                </a:lnTo>
                <a:lnTo>
                  <a:pt x="138933" y="88131"/>
                </a:lnTo>
                <a:close/>
                <a:moveTo>
                  <a:pt x="145037" y="82927"/>
                </a:moveTo>
                <a:lnTo>
                  <a:pt x="145037" y="79658"/>
                </a:lnTo>
                <a:lnTo>
                  <a:pt x="147339" y="77356"/>
                </a:lnTo>
                <a:lnTo>
                  <a:pt x="149707" y="77356"/>
                </a:lnTo>
                <a:lnTo>
                  <a:pt x="146705" y="80358"/>
                </a:lnTo>
                <a:lnTo>
                  <a:pt x="146705" y="84595"/>
                </a:lnTo>
                <a:close/>
                <a:moveTo>
                  <a:pt x="158180" y="77356"/>
                </a:moveTo>
                <a:lnTo>
                  <a:pt x="160548" y="77356"/>
                </a:lnTo>
                <a:lnTo>
                  <a:pt x="162850" y="79658"/>
                </a:lnTo>
                <a:lnTo>
                  <a:pt x="162850" y="82927"/>
                </a:lnTo>
                <a:lnTo>
                  <a:pt x="161182" y="84595"/>
                </a:lnTo>
                <a:lnTo>
                  <a:pt x="161182" y="80358"/>
                </a:lnTo>
                <a:close/>
                <a:moveTo>
                  <a:pt x="163417" y="83461"/>
                </a:moveTo>
                <a:lnTo>
                  <a:pt x="166653" y="83461"/>
                </a:lnTo>
                <a:lnTo>
                  <a:pt x="168954" y="85762"/>
                </a:lnTo>
                <a:lnTo>
                  <a:pt x="168954" y="88131"/>
                </a:lnTo>
                <a:lnTo>
                  <a:pt x="165952" y="85129"/>
                </a:lnTo>
                <a:lnTo>
                  <a:pt x="165786" y="85129"/>
                </a:lnTo>
                <a:lnTo>
                  <a:pt x="161716" y="85129"/>
                </a:lnTo>
                <a:close/>
                <a:moveTo>
                  <a:pt x="169755" y="85762"/>
                </a:moveTo>
                <a:lnTo>
                  <a:pt x="172023" y="83461"/>
                </a:lnTo>
                <a:lnTo>
                  <a:pt x="175292" y="83461"/>
                </a:lnTo>
                <a:lnTo>
                  <a:pt x="176960" y="85162"/>
                </a:lnTo>
                <a:lnTo>
                  <a:pt x="172724" y="85162"/>
                </a:lnTo>
                <a:lnTo>
                  <a:pt x="169755" y="88131"/>
                </a:lnTo>
                <a:close/>
                <a:moveTo>
                  <a:pt x="175826" y="82927"/>
                </a:moveTo>
                <a:lnTo>
                  <a:pt x="175826" y="79658"/>
                </a:lnTo>
                <a:lnTo>
                  <a:pt x="178128" y="77356"/>
                </a:lnTo>
                <a:lnTo>
                  <a:pt x="180496" y="77356"/>
                </a:lnTo>
                <a:lnTo>
                  <a:pt x="177627" y="80258"/>
                </a:lnTo>
                <a:lnTo>
                  <a:pt x="177527" y="80525"/>
                </a:lnTo>
                <a:lnTo>
                  <a:pt x="177527" y="84595"/>
                </a:lnTo>
                <a:close/>
                <a:moveTo>
                  <a:pt x="191837" y="80258"/>
                </a:moveTo>
                <a:lnTo>
                  <a:pt x="188969" y="77356"/>
                </a:lnTo>
                <a:lnTo>
                  <a:pt x="191337" y="77356"/>
                </a:lnTo>
                <a:lnTo>
                  <a:pt x="193639" y="79658"/>
                </a:lnTo>
                <a:lnTo>
                  <a:pt x="193639" y="82927"/>
                </a:lnTo>
                <a:lnTo>
                  <a:pt x="191971" y="84595"/>
                </a:lnTo>
                <a:lnTo>
                  <a:pt x="191971" y="80525"/>
                </a:lnTo>
                <a:close/>
                <a:moveTo>
                  <a:pt x="194206" y="83461"/>
                </a:moveTo>
                <a:lnTo>
                  <a:pt x="197441" y="83461"/>
                </a:lnTo>
                <a:lnTo>
                  <a:pt x="199743" y="85762"/>
                </a:lnTo>
                <a:lnTo>
                  <a:pt x="199743" y="88131"/>
                </a:lnTo>
                <a:lnTo>
                  <a:pt x="196741" y="85129"/>
                </a:lnTo>
                <a:lnTo>
                  <a:pt x="192538" y="85129"/>
                </a:lnTo>
                <a:close/>
                <a:moveTo>
                  <a:pt x="200544" y="85762"/>
                </a:moveTo>
                <a:lnTo>
                  <a:pt x="202812" y="83461"/>
                </a:lnTo>
                <a:lnTo>
                  <a:pt x="206081" y="83461"/>
                </a:lnTo>
                <a:lnTo>
                  <a:pt x="207749" y="85162"/>
                </a:lnTo>
                <a:lnTo>
                  <a:pt x="203679" y="85162"/>
                </a:lnTo>
                <a:lnTo>
                  <a:pt x="203512" y="85162"/>
                </a:lnTo>
                <a:lnTo>
                  <a:pt x="200544" y="88131"/>
                </a:lnTo>
                <a:close/>
                <a:moveTo>
                  <a:pt x="206648" y="82927"/>
                </a:moveTo>
                <a:lnTo>
                  <a:pt x="206648" y="79658"/>
                </a:lnTo>
                <a:lnTo>
                  <a:pt x="208916" y="77356"/>
                </a:lnTo>
                <a:lnTo>
                  <a:pt x="211285" y="77356"/>
                </a:lnTo>
                <a:lnTo>
                  <a:pt x="208316" y="80358"/>
                </a:lnTo>
                <a:lnTo>
                  <a:pt x="208316" y="84595"/>
                </a:lnTo>
                <a:close/>
                <a:moveTo>
                  <a:pt x="212419" y="76589"/>
                </a:moveTo>
                <a:lnTo>
                  <a:pt x="209083" y="73253"/>
                </a:lnTo>
                <a:lnTo>
                  <a:pt x="209083" y="68583"/>
                </a:lnTo>
                <a:lnTo>
                  <a:pt x="210618" y="67049"/>
                </a:lnTo>
                <a:lnTo>
                  <a:pt x="210618" y="72620"/>
                </a:lnTo>
                <a:lnTo>
                  <a:pt x="214587" y="76589"/>
                </a:lnTo>
                <a:lnTo>
                  <a:pt x="212419" y="76589"/>
                </a:lnTo>
                <a:close/>
                <a:moveTo>
                  <a:pt x="210518" y="65681"/>
                </a:moveTo>
                <a:lnTo>
                  <a:pt x="204813" y="65681"/>
                </a:lnTo>
                <a:lnTo>
                  <a:pt x="201077" y="61979"/>
                </a:lnTo>
                <a:lnTo>
                  <a:pt x="208850" y="61979"/>
                </a:lnTo>
                <a:lnTo>
                  <a:pt x="210518" y="63646"/>
                </a:lnTo>
                <a:lnTo>
                  <a:pt x="210518" y="65681"/>
                </a:lnTo>
                <a:close/>
                <a:moveTo>
                  <a:pt x="201077" y="61178"/>
                </a:moveTo>
                <a:lnTo>
                  <a:pt x="204813" y="57475"/>
                </a:lnTo>
                <a:lnTo>
                  <a:pt x="210518" y="57475"/>
                </a:lnTo>
                <a:lnTo>
                  <a:pt x="210518" y="59510"/>
                </a:lnTo>
                <a:lnTo>
                  <a:pt x="208850" y="61178"/>
                </a:lnTo>
                <a:close/>
                <a:moveTo>
                  <a:pt x="210618" y="56108"/>
                </a:moveTo>
                <a:lnTo>
                  <a:pt x="209083" y="54573"/>
                </a:lnTo>
                <a:lnTo>
                  <a:pt x="209083" y="49903"/>
                </a:lnTo>
                <a:lnTo>
                  <a:pt x="212419" y="46568"/>
                </a:lnTo>
                <a:lnTo>
                  <a:pt x="214587" y="46568"/>
                </a:lnTo>
                <a:lnTo>
                  <a:pt x="210618" y="50537"/>
                </a:lnTo>
                <a:lnTo>
                  <a:pt x="210618" y="56108"/>
                </a:lnTo>
                <a:close/>
                <a:moveTo>
                  <a:pt x="212419" y="45800"/>
                </a:moveTo>
                <a:lnTo>
                  <a:pt x="209083" y="42465"/>
                </a:lnTo>
                <a:lnTo>
                  <a:pt x="209083" y="37795"/>
                </a:lnTo>
                <a:lnTo>
                  <a:pt x="210618" y="36260"/>
                </a:lnTo>
                <a:lnTo>
                  <a:pt x="210618" y="41831"/>
                </a:lnTo>
                <a:lnTo>
                  <a:pt x="214587" y="45800"/>
                </a:lnTo>
                <a:close/>
                <a:moveTo>
                  <a:pt x="208549" y="37228"/>
                </a:moveTo>
                <a:lnTo>
                  <a:pt x="203846" y="37228"/>
                </a:lnTo>
                <a:lnTo>
                  <a:pt x="200544" y="33892"/>
                </a:lnTo>
                <a:lnTo>
                  <a:pt x="200544" y="31757"/>
                </a:lnTo>
                <a:lnTo>
                  <a:pt x="204480" y="35693"/>
                </a:lnTo>
                <a:lnTo>
                  <a:pt x="204647" y="35693"/>
                </a:lnTo>
                <a:lnTo>
                  <a:pt x="210084" y="35693"/>
                </a:lnTo>
                <a:close/>
                <a:moveTo>
                  <a:pt x="199743" y="33892"/>
                </a:moveTo>
                <a:lnTo>
                  <a:pt x="196441" y="37228"/>
                </a:lnTo>
                <a:lnTo>
                  <a:pt x="191737" y="37228"/>
                </a:lnTo>
                <a:lnTo>
                  <a:pt x="190203" y="35693"/>
                </a:lnTo>
                <a:lnTo>
                  <a:pt x="195807" y="35693"/>
                </a:lnTo>
                <a:lnTo>
                  <a:pt x="199743" y="31757"/>
                </a:lnTo>
                <a:close/>
                <a:moveTo>
                  <a:pt x="188869" y="41497"/>
                </a:moveTo>
                <a:lnTo>
                  <a:pt x="185133" y="45233"/>
                </a:lnTo>
                <a:lnTo>
                  <a:pt x="185133" y="37494"/>
                </a:lnTo>
                <a:lnTo>
                  <a:pt x="186801" y="35793"/>
                </a:lnTo>
                <a:lnTo>
                  <a:pt x="188835" y="35793"/>
                </a:lnTo>
                <a:lnTo>
                  <a:pt x="188835" y="41497"/>
                </a:lnTo>
                <a:close/>
                <a:moveTo>
                  <a:pt x="184332" y="45233"/>
                </a:moveTo>
                <a:lnTo>
                  <a:pt x="180629" y="41497"/>
                </a:lnTo>
                <a:lnTo>
                  <a:pt x="180629" y="35793"/>
                </a:lnTo>
                <a:lnTo>
                  <a:pt x="182664" y="35793"/>
                </a:lnTo>
                <a:lnTo>
                  <a:pt x="184332" y="37461"/>
                </a:lnTo>
                <a:lnTo>
                  <a:pt x="184332" y="45233"/>
                </a:lnTo>
                <a:close/>
                <a:moveTo>
                  <a:pt x="177761" y="37228"/>
                </a:moveTo>
                <a:lnTo>
                  <a:pt x="173057" y="37228"/>
                </a:lnTo>
                <a:lnTo>
                  <a:pt x="169755" y="33892"/>
                </a:lnTo>
                <a:lnTo>
                  <a:pt x="169755" y="31757"/>
                </a:lnTo>
                <a:lnTo>
                  <a:pt x="173691" y="35693"/>
                </a:lnTo>
                <a:lnTo>
                  <a:pt x="179262" y="35693"/>
                </a:lnTo>
                <a:close/>
                <a:moveTo>
                  <a:pt x="168954" y="33892"/>
                </a:moveTo>
                <a:lnTo>
                  <a:pt x="165619" y="37228"/>
                </a:lnTo>
                <a:lnTo>
                  <a:pt x="160949" y="37228"/>
                </a:lnTo>
                <a:lnTo>
                  <a:pt x="159414" y="35693"/>
                </a:lnTo>
                <a:lnTo>
                  <a:pt x="164852" y="35693"/>
                </a:lnTo>
                <a:lnTo>
                  <a:pt x="164985" y="35693"/>
                </a:lnTo>
                <a:lnTo>
                  <a:pt x="168954" y="31757"/>
                </a:lnTo>
                <a:close/>
                <a:moveTo>
                  <a:pt x="158047" y="41497"/>
                </a:moveTo>
                <a:lnTo>
                  <a:pt x="154344" y="45233"/>
                </a:lnTo>
                <a:lnTo>
                  <a:pt x="154344" y="37494"/>
                </a:lnTo>
                <a:lnTo>
                  <a:pt x="156012" y="35793"/>
                </a:lnTo>
                <a:lnTo>
                  <a:pt x="158047" y="35793"/>
                </a:lnTo>
                <a:lnTo>
                  <a:pt x="158047" y="41497"/>
                </a:lnTo>
                <a:close/>
                <a:moveTo>
                  <a:pt x="153543" y="45233"/>
                </a:moveTo>
                <a:lnTo>
                  <a:pt x="149841" y="41497"/>
                </a:lnTo>
                <a:lnTo>
                  <a:pt x="149841" y="35793"/>
                </a:lnTo>
                <a:lnTo>
                  <a:pt x="151876" y="35793"/>
                </a:lnTo>
                <a:lnTo>
                  <a:pt x="153543" y="37461"/>
                </a:lnTo>
                <a:lnTo>
                  <a:pt x="153543" y="45233"/>
                </a:lnTo>
                <a:close/>
                <a:moveTo>
                  <a:pt x="146939" y="37228"/>
                </a:moveTo>
                <a:lnTo>
                  <a:pt x="142269" y="37228"/>
                </a:lnTo>
                <a:lnTo>
                  <a:pt x="138933" y="33892"/>
                </a:lnTo>
                <a:lnTo>
                  <a:pt x="138933" y="31757"/>
                </a:lnTo>
                <a:lnTo>
                  <a:pt x="142903" y="35693"/>
                </a:lnTo>
                <a:lnTo>
                  <a:pt x="143069" y="35693"/>
                </a:lnTo>
                <a:lnTo>
                  <a:pt x="148473" y="35693"/>
                </a:lnTo>
                <a:close/>
                <a:moveTo>
                  <a:pt x="138166" y="33892"/>
                </a:moveTo>
                <a:lnTo>
                  <a:pt x="134830" y="37228"/>
                </a:lnTo>
                <a:lnTo>
                  <a:pt x="130160" y="37228"/>
                </a:lnTo>
                <a:lnTo>
                  <a:pt x="128626" y="35693"/>
                </a:lnTo>
                <a:lnTo>
                  <a:pt x="134196" y="35693"/>
                </a:lnTo>
                <a:lnTo>
                  <a:pt x="138166" y="31757"/>
                </a:lnTo>
                <a:close/>
                <a:moveTo>
                  <a:pt x="127258" y="41497"/>
                </a:moveTo>
                <a:lnTo>
                  <a:pt x="123555" y="45233"/>
                </a:lnTo>
                <a:lnTo>
                  <a:pt x="123555" y="37494"/>
                </a:lnTo>
                <a:lnTo>
                  <a:pt x="125223" y="35793"/>
                </a:lnTo>
                <a:lnTo>
                  <a:pt x="127258" y="35793"/>
                </a:lnTo>
                <a:close/>
                <a:moveTo>
                  <a:pt x="122755" y="45233"/>
                </a:moveTo>
                <a:lnTo>
                  <a:pt x="119052" y="41497"/>
                </a:lnTo>
                <a:lnTo>
                  <a:pt x="119052" y="35793"/>
                </a:lnTo>
                <a:lnTo>
                  <a:pt x="121087" y="35793"/>
                </a:lnTo>
                <a:lnTo>
                  <a:pt x="122755" y="37461"/>
                </a:lnTo>
                <a:close/>
                <a:moveTo>
                  <a:pt x="116150" y="37228"/>
                </a:moveTo>
                <a:lnTo>
                  <a:pt x="111480" y="37228"/>
                </a:lnTo>
                <a:lnTo>
                  <a:pt x="108144" y="33892"/>
                </a:lnTo>
                <a:lnTo>
                  <a:pt x="108144" y="31757"/>
                </a:lnTo>
                <a:lnTo>
                  <a:pt x="112114" y="35693"/>
                </a:lnTo>
                <a:lnTo>
                  <a:pt x="117685" y="35693"/>
                </a:lnTo>
                <a:close/>
                <a:moveTo>
                  <a:pt x="107377" y="33892"/>
                </a:moveTo>
                <a:lnTo>
                  <a:pt x="104041" y="37228"/>
                </a:lnTo>
                <a:lnTo>
                  <a:pt x="99371" y="37228"/>
                </a:lnTo>
                <a:lnTo>
                  <a:pt x="97837" y="35693"/>
                </a:lnTo>
                <a:lnTo>
                  <a:pt x="103241" y="35693"/>
                </a:lnTo>
                <a:lnTo>
                  <a:pt x="103408" y="35693"/>
                </a:lnTo>
                <a:lnTo>
                  <a:pt x="107377" y="31757"/>
                </a:lnTo>
                <a:close/>
                <a:moveTo>
                  <a:pt x="96469" y="41497"/>
                </a:moveTo>
                <a:lnTo>
                  <a:pt x="92767" y="45233"/>
                </a:lnTo>
                <a:lnTo>
                  <a:pt x="92767" y="37494"/>
                </a:lnTo>
                <a:lnTo>
                  <a:pt x="94435" y="35793"/>
                </a:lnTo>
                <a:lnTo>
                  <a:pt x="96469" y="35793"/>
                </a:lnTo>
                <a:close/>
                <a:moveTo>
                  <a:pt x="91966" y="45233"/>
                </a:moveTo>
                <a:lnTo>
                  <a:pt x="88264" y="41497"/>
                </a:lnTo>
                <a:lnTo>
                  <a:pt x="88264" y="35793"/>
                </a:lnTo>
                <a:lnTo>
                  <a:pt x="90298" y="35793"/>
                </a:lnTo>
                <a:lnTo>
                  <a:pt x="91966" y="37461"/>
                </a:lnTo>
                <a:close/>
                <a:moveTo>
                  <a:pt x="85361" y="37228"/>
                </a:moveTo>
                <a:lnTo>
                  <a:pt x="80691" y="37228"/>
                </a:lnTo>
                <a:lnTo>
                  <a:pt x="77356" y="33892"/>
                </a:lnTo>
                <a:lnTo>
                  <a:pt x="77356" y="31757"/>
                </a:lnTo>
                <a:lnTo>
                  <a:pt x="81325" y="35693"/>
                </a:lnTo>
                <a:lnTo>
                  <a:pt x="81492" y="35693"/>
                </a:lnTo>
                <a:lnTo>
                  <a:pt x="86896" y="35693"/>
                </a:lnTo>
                <a:close/>
                <a:moveTo>
                  <a:pt x="76589" y="33892"/>
                </a:moveTo>
                <a:lnTo>
                  <a:pt x="73253" y="37228"/>
                </a:lnTo>
                <a:lnTo>
                  <a:pt x="68583" y="37228"/>
                </a:lnTo>
                <a:lnTo>
                  <a:pt x="67048" y="35693"/>
                </a:lnTo>
                <a:lnTo>
                  <a:pt x="72619" y="35693"/>
                </a:lnTo>
                <a:lnTo>
                  <a:pt x="76589" y="31757"/>
                </a:lnTo>
                <a:close/>
                <a:moveTo>
                  <a:pt x="65681" y="41497"/>
                </a:moveTo>
                <a:lnTo>
                  <a:pt x="61978" y="45233"/>
                </a:lnTo>
                <a:lnTo>
                  <a:pt x="61978" y="37494"/>
                </a:lnTo>
                <a:lnTo>
                  <a:pt x="63646" y="35793"/>
                </a:lnTo>
                <a:lnTo>
                  <a:pt x="65681" y="35793"/>
                </a:lnTo>
                <a:close/>
                <a:moveTo>
                  <a:pt x="61178" y="45233"/>
                </a:moveTo>
                <a:lnTo>
                  <a:pt x="57475" y="41497"/>
                </a:lnTo>
                <a:lnTo>
                  <a:pt x="57475" y="35793"/>
                </a:lnTo>
                <a:lnTo>
                  <a:pt x="59510" y="35793"/>
                </a:lnTo>
                <a:lnTo>
                  <a:pt x="61178" y="37461"/>
                </a:lnTo>
                <a:close/>
                <a:moveTo>
                  <a:pt x="54573" y="37228"/>
                </a:moveTo>
                <a:lnTo>
                  <a:pt x="49903" y="37228"/>
                </a:lnTo>
                <a:lnTo>
                  <a:pt x="46567" y="33892"/>
                </a:lnTo>
                <a:lnTo>
                  <a:pt x="46567" y="31757"/>
                </a:lnTo>
                <a:lnTo>
                  <a:pt x="50537" y="35693"/>
                </a:lnTo>
                <a:lnTo>
                  <a:pt x="56107" y="35693"/>
                </a:lnTo>
                <a:close/>
                <a:moveTo>
                  <a:pt x="45767" y="33892"/>
                </a:moveTo>
                <a:lnTo>
                  <a:pt x="42464" y="37228"/>
                </a:lnTo>
                <a:lnTo>
                  <a:pt x="37761" y="37228"/>
                </a:lnTo>
                <a:lnTo>
                  <a:pt x="36226" y="35693"/>
                </a:lnTo>
                <a:lnTo>
                  <a:pt x="41664" y="35693"/>
                </a:lnTo>
                <a:lnTo>
                  <a:pt x="41830" y="35693"/>
                </a:lnTo>
                <a:lnTo>
                  <a:pt x="45767" y="31757"/>
                </a:lnTo>
                <a:lnTo>
                  <a:pt x="45767" y="33892"/>
                </a:lnTo>
                <a:close/>
                <a:moveTo>
                  <a:pt x="34892" y="41497"/>
                </a:moveTo>
                <a:lnTo>
                  <a:pt x="31189" y="45233"/>
                </a:lnTo>
                <a:lnTo>
                  <a:pt x="31189" y="37494"/>
                </a:lnTo>
                <a:lnTo>
                  <a:pt x="32857" y="35793"/>
                </a:lnTo>
                <a:lnTo>
                  <a:pt x="34892" y="35793"/>
                </a:lnTo>
                <a:close/>
                <a:moveTo>
                  <a:pt x="34892" y="50871"/>
                </a:moveTo>
                <a:lnTo>
                  <a:pt x="34892" y="56575"/>
                </a:lnTo>
                <a:lnTo>
                  <a:pt x="32857" y="56575"/>
                </a:lnTo>
                <a:lnTo>
                  <a:pt x="31189" y="54874"/>
                </a:lnTo>
                <a:lnTo>
                  <a:pt x="31189" y="47135"/>
                </a:lnTo>
                <a:close/>
                <a:moveTo>
                  <a:pt x="32424" y="57242"/>
                </a:moveTo>
                <a:lnTo>
                  <a:pt x="32691" y="57375"/>
                </a:lnTo>
                <a:lnTo>
                  <a:pt x="34592" y="57375"/>
                </a:lnTo>
                <a:lnTo>
                  <a:pt x="33291" y="58643"/>
                </a:lnTo>
                <a:lnTo>
                  <a:pt x="31990" y="58643"/>
                </a:lnTo>
                <a:lnTo>
                  <a:pt x="31189" y="57809"/>
                </a:lnTo>
                <a:lnTo>
                  <a:pt x="31189" y="56008"/>
                </a:lnTo>
                <a:close/>
                <a:moveTo>
                  <a:pt x="33725" y="59077"/>
                </a:moveTo>
                <a:lnTo>
                  <a:pt x="34992" y="57776"/>
                </a:lnTo>
                <a:lnTo>
                  <a:pt x="34992" y="59844"/>
                </a:lnTo>
                <a:lnTo>
                  <a:pt x="36360" y="61178"/>
                </a:lnTo>
                <a:lnTo>
                  <a:pt x="34525" y="61178"/>
                </a:lnTo>
                <a:lnTo>
                  <a:pt x="33725" y="60377"/>
                </a:lnTo>
                <a:close/>
                <a:moveTo>
                  <a:pt x="34525" y="61979"/>
                </a:moveTo>
                <a:lnTo>
                  <a:pt x="36360" y="61979"/>
                </a:lnTo>
                <a:lnTo>
                  <a:pt x="34992" y="63313"/>
                </a:lnTo>
                <a:lnTo>
                  <a:pt x="34992" y="65381"/>
                </a:lnTo>
                <a:lnTo>
                  <a:pt x="33725" y="64080"/>
                </a:lnTo>
                <a:lnTo>
                  <a:pt x="33725" y="62779"/>
                </a:lnTo>
                <a:close/>
                <a:moveTo>
                  <a:pt x="32857" y="66582"/>
                </a:moveTo>
                <a:lnTo>
                  <a:pt x="34892" y="66582"/>
                </a:lnTo>
                <a:lnTo>
                  <a:pt x="34892" y="72286"/>
                </a:lnTo>
                <a:lnTo>
                  <a:pt x="31189" y="76022"/>
                </a:lnTo>
                <a:lnTo>
                  <a:pt x="31189" y="68250"/>
                </a:lnTo>
                <a:close/>
                <a:moveTo>
                  <a:pt x="34892" y="81659"/>
                </a:moveTo>
                <a:lnTo>
                  <a:pt x="34892" y="87363"/>
                </a:lnTo>
                <a:lnTo>
                  <a:pt x="32857" y="87363"/>
                </a:lnTo>
                <a:lnTo>
                  <a:pt x="31189" y="85696"/>
                </a:lnTo>
                <a:lnTo>
                  <a:pt x="31189" y="77923"/>
                </a:lnTo>
                <a:close/>
                <a:moveTo>
                  <a:pt x="37761" y="85929"/>
                </a:moveTo>
                <a:lnTo>
                  <a:pt x="42464" y="85929"/>
                </a:lnTo>
                <a:lnTo>
                  <a:pt x="45767" y="89265"/>
                </a:lnTo>
                <a:lnTo>
                  <a:pt x="45767" y="91400"/>
                </a:lnTo>
                <a:lnTo>
                  <a:pt x="41830" y="87464"/>
                </a:lnTo>
                <a:lnTo>
                  <a:pt x="41664" y="87464"/>
                </a:lnTo>
                <a:lnTo>
                  <a:pt x="36260" y="87464"/>
                </a:lnTo>
                <a:close/>
                <a:moveTo>
                  <a:pt x="46567" y="89265"/>
                </a:moveTo>
                <a:lnTo>
                  <a:pt x="49903" y="85929"/>
                </a:lnTo>
                <a:lnTo>
                  <a:pt x="54573" y="85929"/>
                </a:lnTo>
                <a:lnTo>
                  <a:pt x="56107" y="87464"/>
                </a:lnTo>
                <a:lnTo>
                  <a:pt x="50537" y="87464"/>
                </a:lnTo>
                <a:lnTo>
                  <a:pt x="46567" y="91400"/>
                </a:lnTo>
                <a:close/>
                <a:moveTo>
                  <a:pt x="57475" y="81659"/>
                </a:moveTo>
                <a:lnTo>
                  <a:pt x="61178" y="77923"/>
                </a:lnTo>
                <a:lnTo>
                  <a:pt x="61178" y="85696"/>
                </a:lnTo>
                <a:lnTo>
                  <a:pt x="59510" y="87363"/>
                </a:lnTo>
                <a:lnTo>
                  <a:pt x="57475" y="87363"/>
                </a:lnTo>
                <a:close/>
                <a:moveTo>
                  <a:pt x="61978" y="77923"/>
                </a:moveTo>
                <a:lnTo>
                  <a:pt x="65681" y="81659"/>
                </a:lnTo>
                <a:lnTo>
                  <a:pt x="65681" y="87363"/>
                </a:lnTo>
                <a:lnTo>
                  <a:pt x="63646" y="87363"/>
                </a:lnTo>
                <a:lnTo>
                  <a:pt x="61978" y="85662"/>
                </a:lnTo>
                <a:close/>
                <a:moveTo>
                  <a:pt x="68583" y="85929"/>
                </a:moveTo>
                <a:lnTo>
                  <a:pt x="73253" y="85929"/>
                </a:lnTo>
                <a:lnTo>
                  <a:pt x="76555" y="89265"/>
                </a:lnTo>
                <a:lnTo>
                  <a:pt x="76555" y="91400"/>
                </a:lnTo>
                <a:lnTo>
                  <a:pt x="72619" y="87464"/>
                </a:lnTo>
                <a:lnTo>
                  <a:pt x="67048" y="87464"/>
                </a:lnTo>
                <a:close/>
                <a:moveTo>
                  <a:pt x="77356" y="89265"/>
                </a:moveTo>
                <a:lnTo>
                  <a:pt x="80691" y="85929"/>
                </a:lnTo>
                <a:lnTo>
                  <a:pt x="85361" y="85929"/>
                </a:lnTo>
                <a:lnTo>
                  <a:pt x="86896" y="87464"/>
                </a:lnTo>
                <a:lnTo>
                  <a:pt x="81492" y="87464"/>
                </a:lnTo>
                <a:lnTo>
                  <a:pt x="81325" y="87464"/>
                </a:lnTo>
                <a:lnTo>
                  <a:pt x="77356" y="91400"/>
                </a:lnTo>
                <a:close/>
                <a:moveTo>
                  <a:pt x="88264" y="81659"/>
                </a:moveTo>
                <a:lnTo>
                  <a:pt x="91966" y="77923"/>
                </a:lnTo>
                <a:lnTo>
                  <a:pt x="91966" y="85696"/>
                </a:lnTo>
                <a:lnTo>
                  <a:pt x="90298" y="87363"/>
                </a:lnTo>
                <a:lnTo>
                  <a:pt x="88264" y="87363"/>
                </a:lnTo>
                <a:close/>
                <a:moveTo>
                  <a:pt x="92767" y="77923"/>
                </a:moveTo>
                <a:lnTo>
                  <a:pt x="96469" y="81659"/>
                </a:lnTo>
                <a:lnTo>
                  <a:pt x="96469" y="87363"/>
                </a:lnTo>
                <a:lnTo>
                  <a:pt x="94435" y="87363"/>
                </a:lnTo>
                <a:lnTo>
                  <a:pt x="92767" y="85662"/>
                </a:lnTo>
                <a:close/>
                <a:moveTo>
                  <a:pt x="99371" y="85929"/>
                </a:moveTo>
                <a:lnTo>
                  <a:pt x="104041" y="85929"/>
                </a:lnTo>
                <a:lnTo>
                  <a:pt x="107377" y="89265"/>
                </a:lnTo>
                <a:lnTo>
                  <a:pt x="107377" y="91400"/>
                </a:lnTo>
                <a:lnTo>
                  <a:pt x="103408" y="87464"/>
                </a:lnTo>
                <a:lnTo>
                  <a:pt x="103241" y="87464"/>
                </a:lnTo>
                <a:lnTo>
                  <a:pt x="97837" y="87464"/>
                </a:lnTo>
                <a:close/>
                <a:moveTo>
                  <a:pt x="108144" y="89265"/>
                </a:moveTo>
                <a:lnTo>
                  <a:pt x="111480" y="85929"/>
                </a:lnTo>
                <a:lnTo>
                  <a:pt x="116150" y="85929"/>
                </a:lnTo>
                <a:lnTo>
                  <a:pt x="117685" y="87464"/>
                </a:lnTo>
                <a:lnTo>
                  <a:pt x="112114" y="87464"/>
                </a:lnTo>
                <a:lnTo>
                  <a:pt x="108144" y="91400"/>
                </a:lnTo>
                <a:lnTo>
                  <a:pt x="108144" y="89265"/>
                </a:lnTo>
                <a:close/>
                <a:moveTo>
                  <a:pt x="119052" y="81659"/>
                </a:moveTo>
                <a:lnTo>
                  <a:pt x="122755" y="77923"/>
                </a:lnTo>
                <a:lnTo>
                  <a:pt x="122755" y="85696"/>
                </a:lnTo>
                <a:lnTo>
                  <a:pt x="121087" y="87363"/>
                </a:lnTo>
                <a:lnTo>
                  <a:pt x="119052" y="87363"/>
                </a:lnTo>
                <a:close/>
                <a:moveTo>
                  <a:pt x="123555" y="77923"/>
                </a:moveTo>
                <a:lnTo>
                  <a:pt x="127258" y="81659"/>
                </a:lnTo>
                <a:lnTo>
                  <a:pt x="127258" y="87363"/>
                </a:lnTo>
                <a:lnTo>
                  <a:pt x="125223" y="87363"/>
                </a:lnTo>
                <a:lnTo>
                  <a:pt x="123555" y="85662"/>
                </a:lnTo>
                <a:lnTo>
                  <a:pt x="123555" y="77923"/>
                </a:lnTo>
                <a:close/>
                <a:moveTo>
                  <a:pt x="130160" y="85929"/>
                </a:moveTo>
                <a:lnTo>
                  <a:pt x="134830" y="85929"/>
                </a:lnTo>
                <a:lnTo>
                  <a:pt x="138166" y="89265"/>
                </a:lnTo>
                <a:lnTo>
                  <a:pt x="138166" y="91400"/>
                </a:lnTo>
                <a:lnTo>
                  <a:pt x="134196" y="87464"/>
                </a:lnTo>
                <a:lnTo>
                  <a:pt x="128626" y="87464"/>
                </a:lnTo>
                <a:close/>
                <a:moveTo>
                  <a:pt x="138933" y="89265"/>
                </a:moveTo>
                <a:lnTo>
                  <a:pt x="142269" y="85929"/>
                </a:lnTo>
                <a:lnTo>
                  <a:pt x="146939" y="85929"/>
                </a:lnTo>
                <a:lnTo>
                  <a:pt x="148473" y="87464"/>
                </a:lnTo>
                <a:lnTo>
                  <a:pt x="143069" y="87464"/>
                </a:lnTo>
                <a:lnTo>
                  <a:pt x="142903" y="87464"/>
                </a:lnTo>
                <a:lnTo>
                  <a:pt x="138933" y="91400"/>
                </a:lnTo>
                <a:close/>
                <a:moveTo>
                  <a:pt x="149841" y="81659"/>
                </a:moveTo>
                <a:lnTo>
                  <a:pt x="153543" y="77923"/>
                </a:lnTo>
                <a:lnTo>
                  <a:pt x="153543" y="85696"/>
                </a:lnTo>
                <a:lnTo>
                  <a:pt x="151876" y="87363"/>
                </a:lnTo>
                <a:lnTo>
                  <a:pt x="149841" y="87363"/>
                </a:lnTo>
                <a:lnTo>
                  <a:pt x="149841" y="81659"/>
                </a:lnTo>
                <a:close/>
                <a:moveTo>
                  <a:pt x="154344" y="77923"/>
                </a:moveTo>
                <a:lnTo>
                  <a:pt x="158047" y="81659"/>
                </a:lnTo>
                <a:lnTo>
                  <a:pt x="158047" y="87363"/>
                </a:lnTo>
                <a:lnTo>
                  <a:pt x="156012" y="87363"/>
                </a:lnTo>
                <a:lnTo>
                  <a:pt x="154344" y="85662"/>
                </a:lnTo>
                <a:lnTo>
                  <a:pt x="154344" y="77923"/>
                </a:lnTo>
                <a:close/>
                <a:moveTo>
                  <a:pt x="160949" y="85929"/>
                </a:moveTo>
                <a:lnTo>
                  <a:pt x="165619" y="85929"/>
                </a:lnTo>
                <a:lnTo>
                  <a:pt x="168954" y="89265"/>
                </a:lnTo>
                <a:lnTo>
                  <a:pt x="168954" y="91400"/>
                </a:lnTo>
                <a:lnTo>
                  <a:pt x="164985" y="87464"/>
                </a:lnTo>
                <a:lnTo>
                  <a:pt x="164852" y="87464"/>
                </a:lnTo>
                <a:lnTo>
                  <a:pt x="159414" y="87464"/>
                </a:lnTo>
                <a:close/>
                <a:moveTo>
                  <a:pt x="169755" y="89265"/>
                </a:moveTo>
                <a:lnTo>
                  <a:pt x="173057" y="85929"/>
                </a:lnTo>
                <a:lnTo>
                  <a:pt x="177761" y="85929"/>
                </a:lnTo>
                <a:lnTo>
                  <a:pt x="179262" y="87464"/>
                </a:lnTo>
                <a:lnTo>
                  <a:pt x="173691" y="87464"/>
                </a:lnTo>
                <a:lnTo>
                  <a:pt x="169755" y="91400"/>
                </a:lnTo>
                <a:close/>
                <a:moveTo>
                  <a:pt x="180629" y="81659"/>
                </a:moveTo>
                <a:lnTo>
                  <a:pt x="184332" y="77923"/>
                </a:lnTo>
                <a:lnTo>
                  <a:pt x="184332" y="85696"/>
                </a:lnTo>
                <a:lnTo>
                  <a:pt x="182664" y="87363"/>
                </a:lnTo>
                <a:lnTo>
                  <a:pt x="180629" y="87363"/>
                </a:lnTo>
                <a:lnTo>
                  <a:pt x="180629" y="81659"/>
                </a:lnTo>
                <a:close/>
                <a:moveTo>
                  <a:pt x="185133" y="77923"/>
                </a:moveTo>
                <a:lnTo>
                  <a:pt x="188869" y="81659"/>
                </a:lnTo>
                <a:lnTo>
                  <a:pt x="188869" y="87363"/>
                </a:lnTo>
                <a:lnTo>
                  <a:pt x="186801" y="87363"/>
                </a:lnTo>
                <a:lnTo>
                  <a:pt x="185133" y="85662"/>
                </a:lnTo>
                <a:lnTo>
                  <a:pt x="185133" y="77923"/>
                </a:lnTo>
                <a:close/>
                <a:moveTo>
                  <a:pt x="191737" y="85929"/>
                </a:moveTo>
                <a:lnTo>
                  <a:pt x="196441" y="85929"/>
                </a:lnTo>
                <a:lnTo>
                  <a:pt x="199743" y="89265"/>
                </a:lnTo>
                <a:lnTo>
                  <a:pt x="199743" y="91400"/>
                </a:lnTo>
                <a:lnTo>
                  <a:pt x="195807" y="87464"/>
                </a:lnTo>
                <a:lnTo>
                  <a:pt x="190203" y="87464"/>
                </a:lnTo>
                <a:close/>
                <a:moveTo>
                  <a:pt x="200544" y="89265"/>
                </a:moveTo>
                <a:lnTo>
                  <a:pt x="203846" y="85929"/>
                </a:lnTo>
                <a:lnTo>
                  <a:pt x="208549" y="85929"/>
                </a:lnTo>
                <a:lnTo>
                  <a:pt x="210084" y="87464"/>
                </a:lnTo>
                <a:lnTo>
                  <a:pt x="204647" y="87464"/>
                </a:lnTo>
                <a:lnTo>
                  <a:pt x="204480" y="87464"/>
                </a:lnTo>
                <a:lnTo>
                  <a:pt x="200544" y="91400"/>
                </a:lnTo>
                <a:close/>
                <a:moveTo>
                  <a:pt x="211418" y="81659"/>
                </a:moveTo>
                <a:lnTo>
                  <a:pt x="215154" y="77923"/>
                </a:lnTo>
                <a:lnTo>
                  <a:pt x="215154" y="85696"/>
                </a:lnTo>
                <a:lnTo>
                  <a:pt x="213453" y="87363"/>
                </a:lnTo>
                <a:lnTo>
                  <a:pt x="211418" y="87363"/>
                </a:lnTo>
                <a:lnTo>
                  <a:pt x="211418" y="81659"/>
                </a:lnTo>
                <a:close/>
                <a:moveTo>
                  <a:pt x="211418" y="72286"/>
                </a:moveTo>
                <a:lnTo>
                  <a:pt x="211418" y="66582"/>
                </a:lnTo>
                <a:lnTo>
                  <a:pt x="213453" y="66582"/>
                </a:lnTo>
                <a:lnTo>
                  <a:pt x="215154" y="68283"/>
                </a:lnTo>
                <a:lnTo>
                  <a:pt x="215154" y="76022"/>
                </a:lnTo>
                <a:close/>
                <a:moveTo>
                  <a:pt x="213887" y="65915"/>
                </a:moveTo>
                <a:lnTo>
                  <a:pt x="213620" y="65815"/>
                </a:lnTo>
                <a:lnTo>
                  <a:pt x="211718" y="65815"/>
                </a:lnTo>
                <a:lnTo>
                  <a:pt x="213019" y="64514"/>
                </a:lnTo>
                <a:lnTo>
                  <a:pt x="214320" y="64514"/>
                </a:lnTo>
                <a:lnTo>
                  <a:pt x="215154" y="65348"/>
                </a:lnTo>
                <a:lnTo>
                  <a:pt x="215154" y="67149"/>
                </a:lnTo>
                <a:close/>
                <a:moveTo>
                  <a:pt x="212586" y="64113"/>
                </a:moveTo>
                <a:lnTo>
                  <a:pt x="211318" y="65381"/>
                </a:lnTo>
                <a:lnTo>
                  <a:pt x="211318" y="63346"/>
                </a:lnTo>
                <a:lnTo>
                  <a:pt x="209950" y="61979"/>
                </a:lnTo>
                <a:lnTo>
                  <a:pt x="211785" y="61979"/>
                </a:lnTo>
                <a:lnTo>
                  <a:pt x="212586" y="62813"/>
                </a:lnTo>
                <a:lnTo>
                  <a:pt x="212586" y="64113"/>
                </a:lnTo>
                <a:close/>
                <a:moveTo>
                  <a:pt x="211785" y="61178"/>
                </a:moveTo>
                <a:lnTo>
                  <a:pt x="209950" y="61178"/>
                </a:lnTo>
                <a:lnTo>
                  <a:pt x="211318" y="59844"/>
                </a:lnTo>
                <a:lnTo>
                  <a:pt x="211318" y="57776"/>
                </a:lnTo>
                <a:lnTo>
                  <a:pt x="212586" y="59077"/>
                </a:lnTo>
                <a:lnTo>
                  <a:pt x="212586" y="60377"/>
                </a:lnTo>
                <a:close/>
                <a:moveTo>
                  <a:pt x="213453" y="56575"/>
                </a:moveTo>
                <a:lnTo>
                  <a:pt x="211418" y="56575"/>
                </a:lnTo>
                <a:lnTo>
                  <a:pt x="211418" y="50871"/>
                </a:lnTo>
                <a:lnTo>
                  <a:pt x="215154" y="47135"/>
                </a:lnTo>
                <a:lnTo>
                  <a:pt x="215154" y="54874"/>
                </a:lnTo>
                <a:close/>
                <a:moveTo>
                  <a:pt x="211418" y="41497"/>
                </a:moveTo>
                <a:lnTo>
                  <a:pt x="211418" y="35793"/>
                </a:lnTo>
                <a:lnTo>
                  <a:pt x="213453" y="35793"/>
                </a:lnTo>
                <a:lnTo>
                  <a:pt x="215154" y="37494"/>
                </a:lnTo>
                <a:lnTo>
                  <a:pt x="215154" y="45233"/>
                </a:lnTo>
                <a:close/>
                <a:moveTo>
                  <a:pt x="213887" y="35126"/>
                </a:moveTo>
                <a:lnTo>
                  <a:pt x="213620" y="34993"/>
                </a:lnTo>
                <a:lnTo>
                  <a:pt x="211718" y="34993"/>
                </a:lnTo>
                <a:lnTo>
                  <a:pt x="213019" y="33725"/>
                </a:lnTo>
                <a:lnTo>
                  <a:pt x="214320" y="33725"/>
                </a:lnTo>
                <a:lnTo>
                  <a:pt x="215154" y="34559"/>
                </a:lnTo>
                <a:lnTo>
                  <a:pt x="215154" y="36360"/>
                </a:lnTo>
                <a:close/>
                <a:moveTo>
                  <a:pt x="210518" y="32858"/>
                </a:moveTo>
                <a:lnTo>
                  <a:pt x="210518" y="34893"/>
                </a:lnTo>
                <a:lnTo>
                  <a:pt x="204813" y="34893"/>
                </a:lnTo>
                <a:lnTo>
                  <a:pt x="201077" y="31190"/>
                </a:lnTo>
                <a:lnTo>
                  <a:pt x="208850" y="31190"/>
                </a:lnTo>
                <a:close/>
                <a:moveTo>
                  <a:pt x="195473" y="34893"/>
                </a:moveTo>
                <a:lnTo>
                  <a:pt x="189736" y="34893"/>
                </a:lnTo>
                <a:lnTo>
                  <a:pt x="189736" y="32858"/>
                </a:lnTo>
                <a:lnTo>
                  <a:pt x="191437" y="31190"/>
                </a:lnTo>
                <a:lnTo>
                  <a:pt x="199176" y="31190"/>
                </a:lnTo>
                <a:close/>
                <a:moveTo>
                  <a:pt x="187268" y="33725"/>
                </a:moveTo>
                <a:lnTo>
                  <a:pt x="188535" y="34993"/>
                </a:lnTo>
                <a:lnTo>
                  <a:pt x="186667" y="34993"/>
                </a:lnTo>
                <a:lnTo>
                  <a:pt x="186367" y="35126"/>
                </a:lnTo>
                <a:lnTo>
                  <a:pt x="185133" y="36360"/>
                </a:lnTo>
                <a:lnTo>
                  <a:pt x="185133" y="34559"/>
                </a:lnTo>
                <a:lnTo>
                  <a:pt x="185967" y="33725"/>
                </a:lnTo>
                <a:lnTo>
                  <a:pt x="187268" y="33725"/>
                </a:lnTo>
                <a:close/>
                <a:moveTo>
                  <a:pt x="184332" y="36360"/>
                </a:moveTo>
                <a:lnTo>
                  <a:pt x="183098" y="35126"/>
                </a:lnTo>
                <a:lnTo>
                  <a:pt x="182831" y="34993"/>
                </a:lnTo>
                <a:lnTo>
                  <a:pt x="180930" y="34993"/>
                </a:lnTo>
                <a:lnTo>
                  <a:pt x="182231" y="33725"/>
                </a:lnTo>
                <a:lnTo>
                  <a:pt x="183532" y="33725"/>
                </a:lnTo>
                <a:lnTo>
                  <a:pt x="184332" y="34559"/>
                </a:lnTo>
                <a:close/>
                <a:moveTo>
                  <a:pt x="179729" y="32858"/>
                </a:moveTo>
                <a:lnTo>
                  <a:pt x="179729" y="34893"/>
                </a:lnTo>
                <a:lnTo>
                  <a:pt x="174025" y="34893"/>
                </a:lnTo>
                <a:lnTo>
                  <a:pt x="170289" y="31190"/>
                </a:lnTo>
                <a:lnTo>
                  <a:pt x="178061" y="31190"/>
                </a:lnTo>
                <a:close/>
                <a:moveTo>
                  <a:pt x="164685" y="34893"/>
                </a:moveTo>
                <a:lnTo>
                  <a:pt x="158947" y="34893"/>
                </a:lnTo>
                <a:lnTo>
                  <a:pt x="158947" y="32858"/>
                </a:lnTo>
                <a:lnTo>
                  <a:pt x="160649" y="31190"/>
                </a:lnTo>
                <a:lnTo>
                  <a:pt x="168387" y="31190"/>
                </a:lnTo>
                <a:close/>
                <a:moveTo>
                  <a:pt x="156479" y="33725"/>
                </a:moveTo>
                <a:lnTo>
                  <a:pt x="157746" y="34993"/>
                </a:lnTo>
                <a:lnTo>
                  <a:pt x="155878" y="34993"/>
                </a:lnTo>
                <a:lnTo>
                  <a:pt x="155578" y="35126"/>
                </a:lnTo>
                <a:lnTo>
                  <a:pt x="154344" y="36360"/>
                </a:lnTo>
                <a:lnTo>
                  <a:pt x="154344" y="34559"/>
                </a:lnTo>
                <a:lnTo>
                  <a:pt x="155178" y="33725"/>
                </a:lnTo>
                <a:lnTo>
                  <a:pt x="156479" y="33725"/>
                </a:lnTo>
                <a:close/>
                <a:moveTo>
                  <a:pt x="153543" y="36360"/>
                </a:moveTo>
                <a:lnTo>
                  <a:pt x="152309" y="35126"/>
                </a:lnTo>
                <a:lnTo>
                  <a:pt x="152042" y="34993"/>
                </a:lnTo>
                <a:lnTo>
                  <a:pt x="150141" y="34993"/>
                </a:lnTo>
                <a:lnTo>
                  <a:pt x="151442" y="33725"/>
                </a:lnTo>
                <a:lnTo>
                  <a:pt x="152743" y="33725"/>
                </a:lnTo>
                <a:lnTo>
                  <a:pt x="153543" y="34559"/>
                </a:lnTo>
                <a:close/>
                <a:moveTo>
                  <a:pt x="148940" y="32858"/>
                </a:moveTo>
                <a:lnTo>
                  <a:pt x="148940" y="34893"/>
                </a:lnTo>
                <a:lnTo>
                  <a:pt x="143236" y="34893"/>
                </a:lnTo>
                <a:lnTo>
                  <a:pt x="139500" y="31190"/>
                </a:lnTo>
                <a:lnTo>
                  <a:pt x="147239" y="31190"/>
                </a:lnTo>
                <a:close/>
                <a:moveTo>
                  <a:pt x="133896" y="34893"/>
                </a:moveTo>
                <a:lnTo>
                  <a:pt x="128159" y="34893"/>
                </a:lnTo>
                <a:lnTo>
                  <a:pt x="128159" y="32858"/>
                </a:lnTo>
                <a:lnTo>
                  <a:pt x="129860" y="31190"/>
                </a:lnTo>
                <a:lnTo>
                  <a:pt x="137599" y="31190"/>
                </a:lnTo>
                <a:close/>
                <a:moveTo>
                  <a:pt x="125690" y="33725"/>
                </a:moveTo>
                <a:lnTo>
                  <a:pt x="126958" y="34993"/>
                </a:lnTo>
                <a:lnTo>
                  <a:pt x="125056" y="34993"/>
                </a:lnTo>
                <a:lnTo>
                  <a:pt x="124790" y="35126"/>
                </a:lnTo>
                <a:lnTo>
                  <a:pt x="123555" y="36360"/>
                </a:lnTo>
                <a:lnTo>
                  <a:pt x="123555" y="34559"/>
                </a:lnTo>
                <a:lnTo>
                  <a:pt x="124389" y="33725"/>
                </a:lnTo>
                <a:lnTo>
                  <a:pt x="125690" y="33725"/>
                </a:lnTo>
                <a:close/>
                <a:moveTo>
                  <a:pt x="122755" y="36360"/>
                </a:moveTo>
                <a:lnTo>
                  <a:pt x="121521" y="35126"/>
                </a:lnTo>
                <a:lnTo>
                  <a:pt x="121254" y="34993"/>
                </a:lnTo>
                <a:lnTo>
                  <a:pt x="119352" y="34993"/>
                </a:lnTo>
                <a:lnTo>
                  <a:pt x="120653" y="33725"/>
                </a:lnTo>
                <a:lnTo>
                  <a:pt x="121954" y="33725"/>
                </a:lnTo>
                <a:lnTo>
                  <a:pt x="122755" y="34559"/>
                </a:lnTo>
                <a:lnTo>
                  <a:pt x="122755" y="36360"/>
                </a:lnTo>
                <a:close/>
                <a:moveTo>
                  <a:pt x="118152" y="32858"/>
                </a:moveTo>
                <a:lnTo>
                  <a:pt x="118152" y="34893"/>
                </a:lnTo>
                <a:lnTo>
                  <a:pt x="112447" y="34893"/>
                </a:lnTo>
                <a:lnTo>
                  <a:pt x="108711" y="31190"/>
                </a:lnTo>
                <a:lnTo>
                  <a:pt x="116450" y="31190"/>
                </a:lnTo>
                <a:close/>
                <a:moveTo>
                  <a:pt x="103074" y="34893"/>
                </a:moveTo>
                <a:lnTo>
                  <a:pt x="97370" y="34893"/>
                </a:lnTo>
                <a:lnTo>
                  <a:pt x="97370" y="32858"/>
                </a:lnTo>
                <a:lnTo>
                  <a:pt x="99071" y="31190"/>
                </a:lnTo>
                <a:lnTo>
                  <a:pt x="106810" y="31190"/>
                </a:lnTo>
                <a:close/>
                <a:moveTo>
                  <a:pt x="94868" y="33725"/>
                </a:moveTo>
                <a:lnTo>
                  <a:pt x="96169" y="34993"/>
                </a:lnTo>
                <a:lnTo>
                  <a:pt x="94268" y="34993"/>
                </a:lnTo>
                <a:lnTo>
                  <a:pt x="94001" y="35126"/>
                </a:lnTo>
                <a:lnTo>
                  <a:pt x="92767" y="36360"/>
                </a:lnTo>
                <a:lnTo>
                  <a:pt x="92767" y="34559"/>
                </a:lnTo>
                <a:lnTo>
                  <a:pt x="93567" y="33725"/>
                </a:lnTo>
                <a:lnTo>
                  <a:pt x="94868" y="33725"/>
                </a:lnTo>
                <a:close/>
                <a:moveTo>
                  <a:pt x="91966" y="36360"/>
                </a:moveTo>
                <a:lnTo>
                  <a:pt x="90732" y="35126"/>
                </a:lnTo>
                <a:lnTo>
                  <a:pt x="90465" y="34993"/>
                </a:lnTo>
                <a:lnTo>
                  <a:pt x="88564" y="34993"/>
                </a:lnTo>
                <a:lnTo>
                  <a:pt x="89865" y="33725"/>
                </a:lnTo>
                <a:lnTo>
                  <a:pt x="91166" y="33725"/>
                </a:lnTo>
                <a:lnTo>
                  <a:pt x="91966" y="34559"/>
                </a:lnTo>
                <a:lnTo>
                  <a:pt x="91966" y="36360"/>
                </a:lnTo>
                <a:close/>
                <a:moveTo>
                  <a:pt x="87363" y="32858"/>
                </a:moveTo>
                <a:lnTo>
                  <a:pt x="87363" y="34893"/>
                </a:lnTo>
                <a:lnTo>
                  <a:pt x="81659" y="34893"/>
                </a:lnTo>
                <a:lnTo>
                  <a:pt x="77923" y="31190"/>
                </a:lnTo>
                <a:lnTo>
                  <a:pt x="85662" y="31190"/>
                </a:lnTo>
                <a:close/>
                <a:moveTo>
                  <a:pt x="72285" y="34893"/>
                </a:moveTo>
                <a:lnTo>
                  <a:pt x="66581" y="34893"/>
                </a:lnTo>
                <a:lnTo>
                  <a:pt x="66581" y="32858"/>
                </a:lnTo>
                <a:lnTo>
                  <a:pt x="68249" y="31190"/>
                </a:lnTo>
                <a:lnTo>
                  <a:pt x="76021" y="31190"/>
                </a:lnTo>
                <a:close/>
                <a:moveTo>
                  <a:pt x="64080" y="33725"/>
                </a:moveTo>
                <a:lnTo>
                  <a:pt x="65381" y="34993"/>
                </a:lnTo>
                <a:lnTo>
                  <a:pt x="63479" y="34993"/>
                </a:lnTo>
                <a:lnTo>
                  <a:pt x="63212" y="35126"/>
                </a:lnTo>
                <a:lnTo>
                  <a:pt x="61978" y="36360"/>
                </a:lnTo>
                <a:lnTo>
                  <a:pt x="61978" y="34559"/>
                </a:lnTo>
                <a:lnTo>
                  <a:pt x="62779" y="33725"/>
                </a:lnTo>
                <a:lnTo>
                  <a:pt x="64080" y="33725"/>
                </a:lnTo>
                <a:close/>
                <a:moveTo>
                  <a:pt x="61178" y="36360"/>
                </a:moveTo>
                <a:lnTo>
                  <a:pt x="59943" y="35126"/>
                </a:lnTo>
                <a:lnTo>
                  <a:pt x="59676" y="34993"/>
                </a:lnTo>
                <a:lnTo>
                  <a:pt x="57775" y="34993"/>
                </a:lnTo>
                <a:lnTo>
                  <a:pt x="59043" y="33725"/>
                </a:lnTo>
                <a:lnTo>
                  <a:pt x="60344" y="33725"/>
                </a:lnTo>
                <a:lnTo>
                  <a:pt x="61178" y="34559"/>
                </a:lnTo>
                <a:close/>
                <a:moveTo>
                  <a:pt x="56574" y="32858"/>
                </a:moveTo>
                <a:lnTo>
                  <a:pt x="56574" y="34893"/>
                </a:lnTo>
                <a:lnTo>
                  <a:pt x="50837" y="34893"/>
                </a:lnTo>
                <a:lnTo>
                  <a:pt x="47134" y="31190"/>
                </a:lnTo>
                <a:lnTo>
                  <a:pt x="54873" y="31190"/>
                </a:lnTo>
                <a:close/>
                <a:moveTo>
                  <a:pt x="41497" y="34893"/>
                </a:moveTo>
                <a:lnTo>
                  <a:pt x="35793" y="34893"/>
                </a:lnTo>
                <a:lnTo>
                  <a:pt x="35793" y="32858"/>
                </a:lnTo>
                <a:lnTo>
                  <a:pt x="37461" y="31190"/>
                </a:lnTo>
                <a:lnTo>
                  <a:pt x="45233" y="31190"/>
                </a:lnTo>
                <a:close/>
                <a:moveTo>
                  <a:pt x="33291" y="33725"/>
                </a:moveTo>
                <a:lnTo>
                  <a:pt x="34592" y="34993"/>
                </a:lnTo>
                <a:lnTo>
                  <a:pt x="32691" y="34993"/>
                </a:lnTo>
                <a:lnTo>
                  <a:pt x="32424" y="35126"/>
                </a:lnTo>
                <a:lnTo>
                  <a:pt x="31189" y="36360"/>
                </a:lnTo>
                <a:lnTo>
                  <a:pt x="31189" y="34559"/>
                </a:lnTo>
                <a:lnTo>
                  <a:pt x="31990" y="33725"/>
                </a:lnTo>
                <a:lnTo>
                  <a:pt x="33291" y="33725"/>
                </a:lnTo>
                <a:close/>
                <a:moveTo>
                  <a:pt x="30389" y="57809"/>
                </a:moveTo>
                <a:lnTo>
                  <a:pt x="29555" y="58643"/>
                </a:lnTo>
                <a:lnTo>
                  <a:pt x="28254" y="58643"/>
                </a:lnTo>
                <a:lnTo>
                  <a:pt x="26986" y="57375"/>
                </a:lnTo>
                <a:lnTo>
                  <a:pt x="28854" y="57375"/>
                </a:lnTo>
                <a:lnTo>
                  <a:pt x="29155" y="57242"/>
                </a:lnTo>
                <a:lnTo>
                  <a:pt x="30389" y="56008"/>
                </a:lnTo>
                <a:lnTo>
                  <a:pt x="30389" y="57809"/>
                </a:lnTo>
                <a:close/>
                <a:moveTo>
                  <a:pt x="28521" y="60811"/>
                </a:moveTo>
                <a:lnTo>
                  <a:pt x="28621" y="60511"/>
                </a:lnTo>
                <a:lnTo>
                  <a:pt x="28621" y="59443"/>
                </a:lnTo>
                <a:lnTo>
                  <a:pt x="29889" y="59443"/>
                </a:lnTo>
                <a:lnTo>
                  <a:pt x="30789" y="58543"/>
                </a:lnTo>
                <a:lnTo>
                  <a:pt x="31656" y="59443"/>
                </a:lnTo>
                <a:lnTo>
                  <a:pt x="32924" y="59443"/>
                </a:lnTo>
                <a:lnTo>
                  <a:pt x="32924" y="60511"/>
                </a:lnTo>
                <a:lnTo>
                  <a:pt x="33057" y="60811"/>
                </a:lnTo>
                <a:lnTo>
                  <a:pt x="33825" y="61578"/>
                </a:lnTo>
                <a:lnTo>
                  <a:pt x="33057" y="62346"/>
                </a:lnTo>
                <a:lnTo>
                  <a:pt x="32924" y="62612"/>
                </a:lnTo>
                <a:lnTo>
                  <a:pt x="32924" y="63713"/>
                </a:lnTo>
                <a:lnTo>
                  <a:pt x="31656" y="63713"/>
                </a:lnTo>
                <a:lnTo>
                  <a:pt x="30789" y="64614"/>
                </a:lnTo>
                <a:lnTo>
                  <a:pt x="29889" y="63713"/>
                </a:lnTo>
                <a:lnTo>
                  <a:pt x="28621" y="63713"/>
                </a:lnTo>
                <a:lnTo>
                  <a:pt x="28621" y="62612"/>
                </a:lnTo>
                <a:lnTo>
                  <a:pt x="28521" y="62346"/>
                </a:lnTo>
                <a:lnTo>
                  <a:pt x="27754" y="61578"/>
                </a:lnTo>
                <a:close/>
                <a:moveTo>
                  <a:pt x="28254" y="64514"/>
                </a:moveTo>
                <a:lnTo>
                  <a:pt x="29555" y="64514"/>
                </a:lnTo>
                <a:lnTo>
                  <a:pt x="30389" y="65348"/>
                </a:lnTo>
                <a:lnTo>
                  <a:pt x="30389" y="67149"/>
                </a:lnTo>
                <a:lnTo>
                  <a:pt x="29155" y="65915"/>
                </a:lnTo>
                <a:lnTo>
                  <a:pt x="28854" y="65781"/>
                </a:lnTo>
                <a:lnTo>
                  <a:pt x="26986" y="65781"/>
                </a:lnTo>
                <a:close/>
                <a:moveTo>
                  <a:pt x="31189" y="86796"/>
                </a:moveTo>
                <a:lnTo>
                  <a:pt x="32424" y="88031"/>
                </a:lnTo>
                <a:lnTo>
                  <a:pt x="32691" y="88164"/>
                </a:lnTo>
                <a:lnTo>
                  <a:pt x="34592" y="88164"/>
                </a:lnTo>
                <a:lnTo>
                  <a:pt x="33291" y="89432"/>
                </a:lnTo>
                <a:lnTo>
                  <a:pt x="31990" y="89432"/>
                </a:lnTo>
                <a:lnTo>
                  <a:pt x="31189" y="88631"/>
                </a:lnTo>
                <a:lnTo>
                  <a:pt x="31189" y="86796"/>
                </a:lnTo>
                <a:close/>
                <a:moveTo>
                  <a:pt x="35793" y="90299"/>
                </a:moveTo>
                <a:lnTo>
                  <a:pt x="35793" y="88264"/>
                </a:lnTo>
                <a:lnTo>
                  <a:pt x="41497" y="88264"/>
                </a:lnTo>
                <a:lnTo>
                  <a:pt x="45233" y="91967"/>
                </a:lnTo>
                <a:lnTo>
                  <a:pt x="37461" y="91967"/>
                </a:lnTo>
                <a:close/>
                <a:moveTo>
                  <a:pt x="50837" y="88264"/>
                </a:moveTo>
                <a:lnTo>
                  <a:pt x="56574" y="88264"/>
                </a:lnTo>
                <a:lnTo>
                  <a:pt x="56574" y="90299"/>
                </a:lnTo>
                <a:lnTo>
                  <a:pt x="54873" y="91967"/>
                </a:lnTo>
                <a:lnTo>
                  <a:pt x="47134" y="91967"/>
                </a:lnTo>
                <a:close/>
                <a:moveTo>
                  <a:pt x="59043" y="89432"/>
                </a:moveTo>
                <a:lnTo>
                  <a:pt x="57775" y="88164"/>
                </a:lnTo>
                <a:lnTo>
                  <a:pt x="59676" y="88164"/>
                </a:lnTo>
                <a:lnTo>
                  <a:pt x="59943" y="88031"/>
                </a:lnTo>
                <a:lnTo>
                  <a:pt x="61178" y="86796"/>
                </a:lnTo>
                <a:lnTo>
                  <a:pt x="61178" y="88598"/>
                </a:lnTo>
                <a:lnTo>
                  <a:pt x="60344" y="89432"/>
                </a:lnTo>
                <a:lnTo>
                  <a:pt x="59043" y="89432"/>
                </a:lnTo>
                <a:close/>
                <a:moveTo>
                  <a:pt x="61978" y="86796"/>
                </a:moveTo>
                <a:lnTo>
                  <a:pt x="63212" y="88031"/>
                </a:lnTo>
                <a:lnTo>
                  <a:pt x="63479" y="88164"/>
                </a:lnTo>
                <a:lnTo>
                  <a:pt x="65381" y="88164"/>
                </a:lnTo>
                <a:lnTo>
                  <a:pt x="64080" y="89432"/>
                </a:lnTo>
                <a:lnTo>
                  <a:pt x="62779" y="89432"/>
                </a:lnTo>
                <a:lnTo>
                  <a:pt x="61978" y="88631"/>
                </a:lnTo>
                <a:close/>
                <a:moveTo>
                  <a:pt x="66581" y="90299"/>
                </a:moveTo>
                <a:lnTo>
                  <a:pt x="66581" y="88264"/>
                </a:lnTo>
                <a:lnTo>
                  <a:pt x="72285" y="88264"/>
                </a:lnTo>
                <a:lnTo>
                  <a:pt x="76021" y="91967"/>
                </a:lnTo>
                <a:lnTo>
                  <a:pt x="68249" y="91967"/>
                </a:lnTo>
                <a:close/>
                <a:moveTo>
                  <a:pt x="81659" y="88264"/>
                </a:moveTo>
                <a:lnTo>
                  <a:pt x="87363" y="88264"/>
                </a:lnTo>
                <a:lnTo>
                  <a:pt x="87363" y="90299"/>
                </a:lnTo>
                <a:lnTo>
                  <a:pt x="85662" y="91967"/>
                </a:lnTo>
                <a:lnTo>
                  <a:pt x="77923" y="91967"/>
                </a:lnTo>
                <a:close/>
                <a:moveTo>
                  <a:pt x="89831" y="89432"/>
                </a:moveTo>
                <a:lnTo>
                  <a:pt x="88564" y="88164"/>
                </a:lnTo>
                <a:lnTo>
                  <a:pt x="90465" y="88164"/>
                </a:lnTo>
                <a:lnTo>
                  <a:pt x="90732" y="88031"/>
                </a:lnTo>
                <a:lnTo>
                  <a:pt x="91966" y="86796"/>
                </a:lnTo>
                <a:lnTo>
                  <a:pt x="91966" y="88598"/>
                </a:lnTo>
                <a:lnTo>
                  <a:pt x="91132" y="89432"/>
                </a:lnTo>
                <a:lnTo>
                  <a:pt x="89831" y="89432"/>
                </a:lnTo>
                <a:close/>
                <a:moveTo>
                  <a:pt x="92767" y="86796"/>
                </a:moveTo>
                <a:lnTo>
                  <a:pt x="94001" y="88031"/>
                </a:lnTo>
                <a:lnTo>
                  <a:pt x="94268" y="88164"/>
                </a:lnTo>
                <a:lnTo>
                  <a:pt x="96169" y="88164"/>
                </a:lnTo>
                <a:lnTo>
                  <a:pt x="94868" y="89432"/>
                </a:lnTo>
                <a:lnTo>
                  <a:pt x="93567" y="89432"/>
                </a:lnTo>
                <a:lnTo>
                  <a:pt x="92767" y="88631"/>
                </a:lnTo>
                <a:lnTo>
                  <a:pt x="92767" y="86796"/>
                </a:lnTo>
                <a:close/>
                <a:moveTo>
                  <a:pt x="97370" y="90299"/>
                </a:moveTo>
                <a:lnTo>
                  <a:pt x="97370" y="88264"/>
                </a:lnTo>
                <a:lnTo>
                  <a:pt x="103074" y="88264"/>
                </a:lnTo>
                <a:lnTo>
                  <a:pt x="106810" y="91967"/>
                </a:lnTo>
                <a:lnTo>
                  <a:pt x="99071" y="91967"/>
                </a:lnTo>
                <a:close/>
                <a:moveTo>
                  <a:pt x="112447" y="88264"/>
                </a:moveTo>
                <a:lnTo>
                  <a:pt x="118152" y="88264"/>
                </a:lnTo>
                <a:lnTo>
                  <a:pt x="118152" y="90299"/>
                </a:lnTo>
                <a:lnTo>
                  <a:pt x="116450" y="91967"/>
                </a:lnTo>
                <a:lnTo>
                  <a:pt x="108711" y="91967"/>
                </a:lnTo>
                <a:close/>
                <a:moveTo>
                  <a:pt x="120653" y="89432"/>
                </a:moveTo>
                <a:lnTo>
                  <a:pt x="119352" y="88164"/>
                </a:lnTo>
                <a:lnTo>
                  <a:pt x="121254" y="88164"/>
                </a:lnTo>
                <a:lnTo>
                  <a:pt x="121521" y="88031"/>
                </a:lnTo>
                <a:lnTo>
                  <a:pt x="122755" y="86796"/>
                </a:lnTo>
                <a:lnTo>
                  <a:pt x="122755" y="88598"/>
                </a:lnTo>
                <a:lnTo>
                  <a:pt x="121954" y="89432"/>
                </a:lnTo>
                <a:lnTo>
                  <a:pt x="120653" y="89432"/>
                </a:lnTo>
                <a:close/>
                <a:moveTo>
                  <a:pt x="123555" y="86796"/>
                </a:moveTo>
                <a:lnTo>
                  <a:pt x="124790" y="88031"/>
                </a:lnTo>
                <a:lnTo>
                  <a:pt x="125056" y="88164"/>
                </a:lnTo>
                <a:lnTo>
                  <a:pt x="126958" y="88164"/>
                </a:lnTo>
                <a:lnTo>
                  <a:pt x="125657" y="89432"/>
                </a:lnTo>
                <a:lnTo>
                  <a:pt x="124356" y="89432"/>
                </a:lnTo>
                <a:lnTo>
                  <a:pt x="123555" y="88631"/>
                </a:lnTo>
                <a:lnTo>
                  <a:pt x="123555" y="86796"/>
                </a:lnTo>
                <a:close/>
                <a:moveTo>
                  <a:pt x="128159" y="90299"/>
                </a:moveTo>
                <a:lnTo>
                  <a:pt x="128159" y="88264"/>
                </a:lnTo>
                <a:lnTo>
                  <a:pt x="133863" y="88264"/>
                </a:lnTo>
                <a:lnTo>
                  <a:pt x="137599" y="91967"/>
                </a:lnTo>
                <a:lnTo>
                  <a:pt x="129860" y="91967"/>
                </a:lnTo>
                <a:close/>
                <a:moveTo>
                  <a:pt x="143236" y="88264"/>
                </a:moveTo>
                <a:lnTo>
                  <a:pt x="148940" y="88264"/>
                </a:lnTo>
                <a:lnTo>
                  <a:pt x="148940" y="90299"/>
                </a:lnTo>
                <a:lnTo>
                  <a:pt x="147272" y="91967"/>
                </a:lnTo>
                <a:lnTo>
                  <a:pt x="139500" y="91967"/>
                </a:lnTo>
                <a:close/>
                <a:moveTo>
                  <a:pt x="151442" y="89432"/>
                </a:moveTo>
                <a:lnTo>
                  <a:pt x="150141" y="88164"/>
                </a:lnTo>
                <a:lnTo>
                  <a:pt x="152042" y="88164"/>
                </a:lnTo>
                <a:lnTo>
                  <a:pt x="152309" y="88031"/>
                </a:lnTo>
                <a:lnTo>
                  <a:pt x="153543" y="86796"/>
                </a:lnTo>
                <a:lnTo>
                  <a:pt x="153543" y="88598"/>
                </a:lnTo>
                <a:lnTo>
                  <a:pt x="152743" y="89432"/>
                </a:lnTo>
                <a:lnTo>
                  <a:pt x="151442" y="89432"/>
                </a:lnTo>
                <a:close/>
                <a:moveTo>
                  <a:pt x="154344" y="86796"/>
                </a:moveTo>
                <a:lnTo>
                  <a:pt x="155578" y="88031"/>
                </a:lnTo>
                <a:lnTo>
                  <a:pt x="155845" y="88164"/>
                </a:lnTo>
                <a:lnTo>
                  <a:pt x="157746" y="88164"/>
                </a:lnTo>
                <a:lnTo>
                  <a:pt x="156479" y="89432"/>
                </a:lnTo>
                <a:lnTo>
                  <a:pt x="155178" y="89432"/>
                </a:lnTo>
                <a:lnTo>
                  <a:pt x="154344" y="88631"/>
                </a:lnTo>
                <a:close/>
                <a:moveTo>
                  <a:pt x="158947" y="90299"/>
                </a:moveTo>
                <a:lnTo>
                  <a:pt x="158947" y="88264"/>
                </a:lnTo>
                <a:lnTo>
                  <a:pt x="164685" y="88264"/>
                </a:lnTo>
                <a:lnTo>
                  <a:pt x="168387" y="91967"/>
                </a:lnTo>
                <a:lnTo>
                  <a:pt x="160649" y="91967"/>
                </a:lnTo>
                <a:close/>
                <a:moveTo>
                  <a:pt x="174025" y="88264"/>
                </a:moveTo>
                <a:lnTo>
                  <a:pt x="179729" y="88264"/>
                </a:lnTo>
                <a:lnTo>
                  <a:pt x="179729" y="90299"/>
                </a:lnTo>
                <a:lnTo>
                  <a:pt x="178061" y="91967"/>
                </a:lnTo>
                <a:lnTo>
                  <a:pt x="170289" y="91967"/>
                </a:lnTo>
                <a:close/>
                <a:moveTo>
                  <a:pt x="182231" y="89432"/>
                </a:moveTo>
                <a:lnTo>
                  <a:pt x="180930" y="88164"/>
                </a:lnTo>
                <a:lnTo>
                  <a:pt x="182831" y="88164"/>
                </a:lnTo>
                <a:lnTo>
                  <a:pt x="183098" y="88031"/>
                </a:lnTo>
                <a:lnTo>
                  <a:pt x="184332" y="86796"/>
                </a:lnTo>
                <a:lnTo>
                  <a:pt x="184332" y="88598"/>
                </a:lnTo>
                <a:lnTo>
                  <a:pt x="183532" y="89432"/>
                </a:lnTo>
                <a:lnTo>
                  <a:pt x="182231" y="89432"/>
                </a:lnTo>
                <a:close/>
                <a:moveTo>
                  <a:pt x="185133" y="86796"/>
                </a:moveTo>
                <a:lnTo>
                  <a:pt x="186367" y="88031"/>
                </a:lnTo>
                <a:lnTo>
                  <a:pt x="186667" y="88164"/>
                </a:lnTo>
                <a:lnTo>
                  <a:pt x="188535" y="88164"/>
                </a:lnTo>
                <a:lnTo>
                  <a:pt x="187268" y="89432"/>
                </a:lnTo>
                <a:lnTo>
                  <a:pt x="185967" y="89432"/>
                </a:lnTo>
                <a:lnTo>
                  <a:pt x="185133" y="88631"/>
                </a:lnTo>
                <a:close/>
                <a:moveTo>
                  <a:pt x="189736" y="90299"/>
                </a:moveTo>
                <a:lnTo>
                  <a:pt x="189736" y="88264"/>
                </a:lnTo>
                <a:lnTo>
                  <a:pt x="195473" y="88264"/>
                </a:lnTo>
                <a:lnTo>
                  <a:pt x="199176" y="91967"/>
                </a:lnTo>
                <a:lnTo>
                  <a:pt x="191437" y="91967"/>
                </a:lnTo>
                <a:close/>
                <a:moveTo>
                  <a:pt x="204813" y="88264"/>
                </a:moveTo>
                <a:lnTo>
                  <a:pt x="210518" y="88264"/>
                </a:lnTo>
                <a:lnTo>
                  <a:pt x="210518" y="90299"/>
                </a:lnTo>
                <a:lnTo>
                  <a:pt x="208850" y="91967"/>
                </a:lnTo>
                <a:lnTo>
                  <a:pt x="201077" y="91967"/>
                </a:lnTo>
                <a:close/>
                <a:moveTo>
                  <a:pt x="213019" y="89432"/>
                </a:moveTo>
                <a:lnTo>
                  <a:pt x="211718" y="88164"/>
                </a:lnTo>
                <a:lnTo>
                  <a:pt x="213620" y="88164"/>
                </a:lnTo>
                <a:lnTo>
                  <a:pt x="213887" y="88031"/>
                </a:lnTo>
                <a:lnTo>
                  <a:pt x="215121" y="86796"/>
                </a:lnTo>
                <a:lnTo>
                  <a:pt x="215121" y="88598"/>
                </a:lnTo>
                <a:lnTo>
                  <a:pt x="214320" y="89432"/>
                </a:lnTo>
                <a:lnTo>
                  <a:pt x="213019" y="89432"/>
                </a:lnTo>
                <a:close/>
                <a:moveTo>
                  <a:pt x="215921" y="65348"/>
                </a:moveTo>
                <a:lnTo>
                  <a:pt x="216755" y="64514"/>
                </a:lnTo>
                <a:lnTo>
                  <a:pt x="218056" y="64514"/>
                </a:lnTo>
                <a:lnTo>
                  <a:pt x="219324" y="65815"/>
                </a:lnTo>
                <a:lnTo>
                  <a:pt x="217456" y="65815"/>
                </a:lnTo>
                <a:lnTo>
                  <a:pt x="217156" y="65915"/>
                </a:lnTo>
                <a:lnTo>
                  <a:pt x="215921" y="67149"/>
                </a:lnTo>
                <a:close/>
                <a:moveTo>
                  <a:pt x="217789" y="62346"/>
                </a:moveTo>
                <a:lnTo>
                  <a:pt x="217689" y="62646"/>
                </a:lnTo>
                <a:lnTo>
                  <a:pt x="217689" y="63713"/>
                </a:lnTo>
                <a:lnTo>
                  <a:pt x="216422" y="63713"/>
                </a:lnTo>
                <a:lnTo>
                  <a:pt x="215521" y="64614"/>
                </a:lnTo>
                <a:lnTo>
                  <a:pt x="214654" y="63713"/>
                </a:lnTo>
                <a:lnTo>
                  <a:pt x="213386" y="63713"/>
                </a:lnTo>
                <a:lnTo>
                  <a:pt x="213386" y="62646"/>
                </a:lnTo>
                <a:lnTo>
                  <a:pt x="213286" y="62346"/>
                </a:lnTo>
                <a:lnTo>
                  <a:pt x="212486" y="61578"/>
                </a:lnTo>
                <a:lnTo>
                  <a:pt x="213286" y="60811"/>
                </a:lnTo>
                <a:lnTo>
                  <a:pt x="213386" y="60544"/>
                </a:lnTo>
                <a:lnTo>
                  <a:pt x="213386" y="59443"/>
                </a:lnTo>
                <a:lnTo>
                  <a:pt x="214654" y="59443"/>
                </a:lnTo>
                <a:lnTo>
                  <a:pt x="215521" y="58543"/>
                </a:lnTo>
                <a:lnTo>
                  <a:pt x="216422" y="59443"/>
                </a:lnTo>
                <a:lnTo>
                  <a:pt x="217689" y="59443"/>
                </a:lnTo>
                <a:lnTo>
                  <a:pt x="217689" y="60544"/>
                </a:lnTo>
                <a:lnTo>
                  <a:pt x="217789" y="60811"/>
                </a:lnTo>
                <a:lnTo>
                  <a:pt x="218557" y="61578"/>
                </a:lnTo>
                <a:close/>
                <a:moveTo>
                  <a:pt x="218056" y="58643"/>
                </a:moveTo>
                <a:lnTo>
                  <a:pt x="216755" y="58643"/>
                </a:lnTo>
                <a:lnTo>
                  <a:pt x="215921" y="57809"/>
                </a:lnTo>
                <a:lnTo>
                  <a:pt x="215921" y="56008"/>
                </a:lnTo>
                <a:lnTo>
                  <a:pt x="217156" y="57242"/>
                </a:lnTo>
                <a:lnTo>
                  <a:pt x="217456" y="57375"/>
                </a:lnTo>
                <a:lnTo>
                  <a:pt x="219324" y="57375"/>
                </a:lnTo>
                <a:close/>
                <a:moveTo>
                  <a:pt x="215921" y="34559"/>
                </a:moveTo>
                <a:lnTo>
                  <a:pt x="216755" y="33725"/>
                </a:lnTo>
                <a:lnTo>
                  <a:pt x="218056" y="33725"/>
                </a:lnTo>
                <a:lnTo>
                  <a:pt x="219324" y="34993"/>
                </a:lnTo>
                <a:lnTo>
                  <a:pt x="217456" y="34993"/>
                </a:lnTo>
                <a:lnTo>
                  <a:pt x="217156" y="35126"/>
                </a:lnTo>
                <a:lnTo>
                  <a:pt x="215921" y="36360"/>
                </a:lnTo>
                <a:close/>
                <a:moveTo>
                  <a:pt x="27020" y="31190"/>
                </a:moveTo>
                <a:lnTo>
                  <a:pt x="27854" y="31990"/>
                </a:lnTo>
                <a:lnTo>
                  <a:pt x="27854" y="33291"/>
                </a:lnTo>
                <a:lnTo>
                  <a:pt x="26553" y="34592"/>
                </a:lnTo>
                <a:lnTo>
                  <a:pt x="26553" y="32524"/>
                </a:lnTo>
                <a:lnTo>
                  <a:pt x="25219" y="31190"/>
                </a:lnTo>
                <a:lnTo>
                  <a:pt x="27020" y="31190"/>
                </a:lnTo>
                <a:close/>
                <a:moveTo>
                  <a:pt x="26653" y="35793"/>
                </a:moveTo>
                <a:lnTo>
                  <a:pt x="28721" y="35793"/>
                </a:lnTo>
                <a:lnTo>
                  <a:pt x="30389" y="37494"/>
                </a:lnTo>
                <a:lnTo>
                  <a:pt x="30389" y="45233"/>
                </a:lnTo>
                <a:lnTo>
                  <a:pt x="26653" y="41497"/>
                </a:lnTo>
                <a:lnTo>
                  <a:pt x="26653" y="35793"/>
                </a:lnTo>
                <a:close/>
                <a:moveTo>
                  <a:pt x="30389" y="54874"/>
                </a:moveTo>
                <a:lnTo>
                  <a:pt x="28721" y="56575"/>
                </a:lnTo>
                <a:lnTo>
                  <a:pt x="26653" y="56575"/>
                </a:lnTo>
                <a:lnTo>
                  <a:pt x="26653" y="50871"/>
                </a:lnTo>
                <a:lnTo>
                  <a:pt x="30389" y="47135"/>
                </a:lnTo>
                <a:lnTo>
                  <a:pt x="30389" y="54874"/>
                </a:lnTo>
                <a:close/>
                <a:moveTo>
                  <a:pt x="26553" y="57776"/>
                </a:moveTo>
                <a:lnTo>
                  <a:pt x="27854" y="59077"/>
                </a:lnTo>
                <a:lnTo>
                  <a:pt x="27854" y="60377"/>
                </a:lnTo>
                <a:lnTo>
                  <a:pt x="27020" y="61178"/>
                </a:lnTo>
                <a:lnTo>
                  <a:pt x="25219" y="61178"/>
                </a:lnTo>
                <a:lnTo>
                  <a:pt x="26553" y="59844"/>
                </a:lnTo>
                <a:lnTo>
                  <a:pt x="26553" y="57776"/>
                </a:lnTo>
                <a:close/>
                <a:moveTo>
                  <a:pt x="27020" y="61979"/>
                </a:moveTo>
                <a:lnTo>
                  <a:pt x="27854" y="62813"/>
                </a:lnTo>
                <a:lnTo>
                  <a:pt x="27854" y="64113"/>
                </a:lnTo>
                <a:lnTo>
                  <a:pt x="26553" y="65381"/>
                </a:lnTo>
                <a:lnTo>
                  <a:pt x="26553" y="63346"/>
                </a:lnTo>
                <a:lnTo>
                  <a:pt x="25185" y="61979"/>
                </a:lnTo>
                <a:lnTo>
                  <a:pt x="27020" y="61979"/>
                </a:lnTo>
                <a:close/>
                <a:moveTo>
                  <a:pt x="26653" y="66582"/>
                </a:moveTo>
                <a:lnTo>
                  <a:pt x="28721" y="66582"/>
                </a:lnTo>
                <a:lnTo>
                  <a:pt x="30389" y="68283"/>
                </a:lnTo>
                <a:lnTo>
                  <a:pt x="30389" y="76022"/>
                </a:lnTo>
                <a:lnTo>
                  <a:pt x="26653" y="72286"/>
                </a:lnTo>
                <a:lnTo>
                  <a:pt x="26653" y="66582"/>
                </a:lnTo>
                <a:close/>
                <a:moveTo>
                  <a:pt x="30389" y="85696"/>
                </a:moveTo>
                <a:lnTo>
                  <a:pt x="28721" y="87363"/>
                </a:lnTo>
                <a:lnTo>
                  <a:pt x="26653" y="87363"/>
                </a:lnTo>
                <a:lnTo>
                  <a:pt x="26653" y="81659"/>
                </a:lnTo>
                <a:lnTo>
                  <a:pt x="30389" y="77923"/>
                </a:lnTo>
                <a:lnTo>
                  <a:pt x="30389" y="85696"/>
                </a:lnTo>
                <a:close/>
                <a:moveTo>
                  <a:pt x="26553" y="88564"/>
                </a:moveTo>
                <a:lnTo>
                  <a:pt x="27854" y="89865"/>
                </a:lnTo>
                <a:lnTo>
                  <a:pt x="27854" y="91166"/>
                </a:lnTo>
                <a:lnTo>
                  <a:pt x="27020" y="91967"/>
                </a:lnTo>
                <a:lnTo>
                  <a:pt x="25219" y="91967"/>
                </a:lnTo>
                <a:lnTo>
                  <a:pt x="26553" y="90632"/>
                </a:lnTo>
                <a:lnTo>
                  <a:pt x="26553" y="88564"/>
                </a:lnTo>
                <a:close/>
                <a:moveTo>
                  <a:pt x="219290" y="91967"/>
                </a:moveTo>
                <a:lnTo>
                  <a:pt x="218457" y="91166"/>
                </a:lnTo>
                <a:lnTo>
                  <a:pt x="218457" y="89865"/>
                </a:lnTo>
                <a:lnTo>
                  <a:pt x="219757" y="88564"/>
                </a:lnTo>
                <a:lnTo>
                  <a:pt x="219757" y="90632"/>
                </a:lnTo>
                <a:lnTo>
                  <a:pt x="221092" y="91967"/>
                </a:lnTo>
                <a:lnTo>
                  <a:pt x="219290" y="91967"/>
                </a:lnTo>
                <a:close/>
                <a:moveTo>
                  <a:pt x="219657" y="87363"/>
                </a:moveTo>
                <a:lnTo>
                  <a:pt x="217623" y="87363"/>
                </a:lnTo>
                <a:lnTo>
                  <a:pt x="215921" y="85696"/>
                </a:lnTo>
                <a:lnTo>
                  <a:pt x="215921" y="77923"/>
                </a:lnTo>
                <a:lnTo>
                  <a:pt x="219657" y="81659"/>
                </a:lnTo>
                <a:lnTo>
                  <a:pt x="219657" y="87363"/>
                </a:lnTo>
                <a:close/>
                <a:moveTo>
                  <a:pt x="215921" y="68283"/>
                </a:moveTo>
                <a:lnTo>
                  <a:pt x="217623" y="66582"/>
                </a:lnTo>
                <a:lnTo>
                  <a:pt x="219657" y="66582"/>
                </a:lnTo>
                <a:lnTo>
                  <a:pt x="219657" y="72286"/>
                </a:lnTo>
                <a:lnTo>
                  <a:pt x="215921" y="76022"/>
                </a:lnTo>
                <a:lnTo>
                  <a:pt x="215921" y="68283"/>
                </a:lnTo>
                <a:close/>
                <a:moveTo>
                  <a:pt x="219757" y="65381"/>
                </a:moveTo>
                <a:lnTo>
                  <a:pt x="218457" y="64080"/>
                </a:lnTo>
                <a:lnTo>
                  <a:pt x="218457" y="62779"/>
                </a:lnTo>
                <a:lnTo>
                  <a:pt x="219290" y="61979"/>
                </a:lnTo>
                <a:lnTo>
                  <a:pt x="221092" y="61979"/>
                </a:lnTo>
                <a:lnTo>
                  <a:pt x="219757" y="63313"/>
                </a:lnTo>
                <a:lnTo>
                  <a:pt x="219757" y="65381"/>
                </a:lnTo>
                <a:close/>
                <a:moveTo>
                  <a:pt x="219290" y="61178"/>
                </a:moveTo>
                <a:lnTo>
                  <a:pt x="218457" y="60377"/>
                </a:lnTo>
                <a:lnTo>
                  <a:pt x="218457" y="59077"/>
                </a:lnTo>
                <a:lnTo>
                  <a:pt x="219757" y="57776"/>
                </a:lnTo>
                <a:lnTo>
                  <a:pt x="219757" y="59844"/>
                </a:lnTo>
                <a:lnTo>
                  <a:pt x="221092" y="61178"/>
                </a:lnTo>
                <a:lnTo>
                  <a:pt x="219290" y="61178"/>
                </a:lnTo>
                <a:close/>
                <a:moveTo>
                  <a:pt x="219657" y="56575"/>
                </a:moveTo>
                <a:lnTo>
                  <a:pt x="217623" y="56575"/>
                </a:lnTo>
                <a:lnTo>
                  <a:pt x="215921" y="54874"/>
                </a:lnTo>
                <a:lnTo>
                  <a:pt x="215921" y="47135"/>
                </a:lnTo>
                <a:lnTo>
                  <a:pt x="219657" y="50871"/>
                </a:lnTo>
                <a:lnTo>
                  <a:pt x="219657" y="56575"/>
                </a:lnTo>
                <a:close/>
                <a:moveTo>
                  <a:pt x="215921" y="37494"/>
                </a:moveTo>
                <a:lnTo>
                  <a:pt x="217623" y="35793"/>
                </a:lnTo>
                <a:lnTo>
                  <a:pt x="219657" y="35793"/>
                </a:lnTo>
                <a:lnTo>
                  <a:pt x="219657" y="41497"/>
                </a:lnTo>
                <a:lnTo>
                  <a:pt x="215921" y="45233"/>
                </a:lnTo>
                <a:lnTo>
                  <a:pt x="215921" y="37494"/>
                </a:lnTo>
                <a:close/>
                <a:moveTo>
                  <a:pt x="219757" y="34592"/>
                </a:moveTo>
                <a:lnTo>
                  <a:pt x="218457" y="33291"/>
                </a:lnTo>
                <a:lnTo>
                  <a:pt x="218457" y="31990"/>
                </a:lnTo>
                <a:lnTo>
                  <a:pt x="219290" y="31190"/>
                </a:lnTo>
                <a:lnTo>
                  <a:pt x="221092" y="31190"/>
                </a:lnTo>
                <a:lnTo>
                  <a:pt x="219757" y="32524"/>
                </a:lnTo>
                <a:lnTo>
                  <a:pt x="219757" y="34592"/>
                </a:lnTo>
                <a:close/>
                <a:moveTo>
                  <a:pt x="219290" y="30389"/>
                </a:moveTo>
                <a:lnTo>
                  <a:pt x="218457" y="29555"/>
                </a:lnTo>
                <a:lnTo>
                  <a:pt x="218457" y="28254"/>
                </a:lnTo>
                <a:lnTo>
                  <a:pt x="219757" y="26987"/>
                </a:lnTo>
                <a:lnTo>
                  <a:pt x="219757" y="29022"/>
                </a:lnTo>
                <a:lnTo>
                  <a:pt x="221092" y="30389"/>
                </a:lnTo>
                <a:lnTo>
                  <a:pt x="219290" y="30389"/>
                </a:lnTo>
                <a:close/>
                <a:moveTo>
                  <a:pt x="218056" y="27854"/>
                </a:moveTo>
                <a:lnTo>
                  <a:pt x="216755" y="27854"/>
                </a:lnTo>
                <a:lnTo>
                  <a:pt x="215921" y="27020"/>
                </a:lnTo>
                <a:lnTo>
                  <a:pt x="215921" y="25219"/>
                </a:lnTo>
                <a:lnTo>
                  <a:pt x="217156" y="26453"/>
                </a:lnTo>
                <a:lnTo>
                  <a:pt x="217456" y="26553"/>
                </a:lnTo>
                <a:lnTo>
                  <a:pt x="219324" y="26553"/>
                </a:lnTo>
                <a:close/>
                <a:moveTo>
                  <a:pt x="215121" y="27020"/>
                </a:moveTo>
                <a:lnTo>
                  <a:pt x="214320" y="27854"/>
                </a:lnTo>
                <a:lnTo>
                  <a:pt x="213019" y="27854"/>
                </a:lnTo>
                <a:lnTo>
                  <a:pt x="211718" y="26553"/>
                </a:lnTo>
                <a:lnTo>
                  <a:pt x="213620" y="26553"/>
                </a:lnTo>
                <a:lnTo>
                  <a:pt x="213887" y="26453"/>
                </a:lnTo>
                <a:lnTo>
                  <a:pt x="215121" y="25219"/>
                </a:lnTo>
                <a:close/>
                <a:moveTo>
                  <a:pt x="210518" y="28721"/>
                </a:moveTo>
                <a:lnTo>
                  <a:pt x="208850" y="30389"/>
                </a:lnTo>
                <a:lnTo>
                  <a:pt x="201077" y="30389"/>
                </a:lnTo>
                <a:lnTo>
                  <a:pt x="204813" y="26687"/>
                </a:lnTo>
                <a:lnTo>
                  <a:pt x="210518" y="26687"/>
                </a:lnTo>
                <a:lnTo>
                  <a:pt x="210518" y="28721"/>
                </a:lnTo>
                <a:close/>
                <a:moveTo>
                  <a:pt x="191437" y="30389"/>
                </a:moveTo>
                <a:lnTo>
                  <a:pt x="189736" y="28721"/>
                </a:lnTo>
                <a:lnTo>
                  <a:pt x="189736" y="26687"/>
                </a:lnTo>
                <a:lnTo>
                  <a:pt x="195473" y="26687"/>
                </a:lnTo>
                <a:lnTo>
                  <a:pt x="199176" y="30389"/>
                </a:lnTo>
                <a:lnTo>
                  <a:pt x="191437" y="30389"/>
                </a:lnTo>
                <a:close/>
                <a:moveTo>
                  <a:pt x="187268" y="27854"/>
                </a:moveTo>
                <a:lnTo>
                  <a:pt x="185967" y="27854"/>
                </a:lnTo>
                <a:lnTo>
                  <a:pt x="185133" y="27020"/>
                </a:lnTo>
                <a:lnTo>
                  <a:pt x="185133" y="25219"/>
                </a:lnTo>
                <a:lnTo>
                  <a:pt x="186367" y="26453"/>
                </a:lnTo>
                <a:lnTo>
                  <a:pt x="186667" y="26553"/>
                </a:lnTo>
                <a:lnTo>
                  <a:pt x="188535" y="26553"/>
                </a:lnTo>
                <a:close/>
                <a:moveTo>
                  <a:pt x="184332" y="27020"/>
                </a:moveTo>
                <a:lnTo>
                  <a:pt x="183532" y="27854"/>
                </a:lnTo>
                <a:lnTo>
                  <a:pt x="182231" y="27854"/>
                </a:lnTo>
                <a:lnTo>
                  <a:pt x="180930" y="26553"/>
                </a:lnTo>
                <a:lnTo>
                  <a:pt x="182831" y="26553"/>
                </a:lnTo>
                <a:lnTo>
                  <a:pt x="183098" y="26453"/>
                </a:lnTo>
                <a:lnTo>
                  <a:pt x="184332" y="25219"/>
                </a:lnTo>
                <a:close/>
                <a:moveTo>
                  <a:pt x="179729" y="28721"/>
                </a:moveTo>
                <a:lnTo>
                  <a:pt x="178061" y="30389"/>
                </a:lnTo>
                <a:lnTo>
                  <a:pt x="170289" y="30389"/>
                </a:lnTo>
                <a:lnTo>
                  <a:pt x="174025" y="26687"/>
                </a:lnTo>
                <a:lnTo>
                  <a:pt x="179729" y="26687"/>
                </a:lnTo>
                <a:lnTo>
                  <a:pt x="179729" y="28721"/>
                </a:lnTo>
                <a:close/>
                <a:moveTo>
                  <a:pt x="160649" y="30389"/>
                </a:moveTo>
                <a:lnTo>
                  <a:pt x="158947" y="28721"/>
                </a:lnTo>
                <a:lnTo>
                  <a:pt x="158947" y="26687"/>
                </a:lnTo>
                <a:lnTo>
                  <a:pt x="164685" y="26687"/>
                </a:lnTo>
                <a:lnTo>
                  <a:pt x="168387" y="30389"/>
                </a:lnTo>
                <a:lnTo>
                  <a:pt x="160649" y="30389"/>
                </a:lnTo>
                <a:close/>
                <a:moveTo>
                  <a:pt x="156479" y="27854"/>
                </a:moveTo>
                <a:lnTo>
                  <a:pt x="155178" y="27854"/>
                </a:lnTo>
                <a:lnTo>
                  <a:pt x="154344" y="27020"/>
                </a:lnTo>
                <a:lnTo>
                  <a:pt x="154344" y="25219"/>
                </a:lnTo>
                <a:lnTo>
                  <a:pt x="155578" y="26453"/>
                </a:lnTo>
                <a:lnTo>
                  <a:pt x="155878" y="26553"/>
                </a:lnTo>
                <a:lnTo>
                  <a:pt x="157746" y="26553"/>
                </a:lnTo>
                <a:close/>
                <a:moveTo>
                  <a:pt x="153543" y="27020"/>
                </a:moveTo>
                <a:lnTo>
                  <a:pt x="152743" y="27854"/>
                </a:lnTo>
                <a:lnTo>
                  <a:pt x="151442" y="27854"/>
                </a:lnTo>
                <a:lnTo>
                  <a:pt x="150141" y="26553"/>
                </a:lnTo>
                <a:lnTo>
                  <a:pt x="152042" y="26553"/>
                </a:lnTo>
                <a:lnTo>
                  <a:pt x="152309" y="26453"/>
                </a:lnTo>
                <a:lnTo>
                  <a:pt x="153543" y="25219"/>
                </a:lnTo>
                <a:close/>
                <a:moveTo>
                  <a:pt x="148940" y="28721"/>
                </a:moveTo>
                <a:lnTo>
                  <a:pt x="147272" y="30389"/>
                </a:lnTo>
                <a:lnTo>
                  <a:pt x="139500" y="30389"/>
                </a:lnTo>
                <a:lnTo>
                  <a:pt x="143236" y="26687"/>
                </a:lnTo>
                <a:lnTo>
                  <a:pt x="148940" y="26687"/>
                </a:lnTo>
                <a:lnTo>
                  <a:pt x="148940" y="28721"/>
                </a:lnTo>
                <a:close/>
                <a:moveTo>
                  <a:pt x="129860" y="30389"/>
                </a:moveTo>
                <a:lnTo>
                  <a:pt x="128159" y="28721"/>
                </a:lnTo>
                <a:lnTo>
                  <a:pt x="128159" y="26687"/>
                </a:lnTo>
                <a:lnTo>
                  <a:pt x="133896" y="26687"/>
                </a:lnTo>
                <a:lnTo>
                  <a:pt x="137599" y="30389"/>
                </a:lnTo>
                <a:lnTo>
                  <a:pt x="129860" y="30389"/>
                </a:lnTo>
                <a:close/>
                <a:moveTo>
                  <a:pt x="125690" y="27854"/>
                </a:moveTo>
                <a:lnTo>
                  <a:pt x="124389" y="27854"/>
                </a:lnTo>
                <a:lnTo>
                  <a:pt x="123555" y="27020"/>
                </a:lnTo>
                <a:lnTo>
                  <a:pt x="123555" y="25219"/>
                </a:lnTo>
                <a:lnTo>
                  <a:pt x="124790" y="26453"/>
                </a:lnTo>
                <a:lnTo>
                  <a:pt x="125056" y="26553"/>
                </a:lnTo>
                <a:lnTo>
                  <a:pt x="126958" y="26553"/>
                </a:lnTo>
                <a:close/>
                <a:moveTo>
                  <a:pt x="122755" y="27020"/>
                </a:moveTo>
                <a:lnTo>
                  <a:pt x="121954" y="27854"/>
                </a:lnTo>
                <a:lnTo>
                  <a:pt x="120653" y="27854"/>
                </a:lnTo>
                <a:lnTo>
                  <a:pt x="119352" y="26553"/>
                </a:lnTo>
                <a:lnTo>
                  <a:pt x="121254" y="26553"/>
                </a:lnTo>
                <a:lnTo>
                  <a:pt x="121521" y="26453"/>
                </a:lnTo>
                <a:lnTo>
                  <a:pt x="122755" y="25219"/>
                </a:lnTo>
                <a:lnTo>
                  <a:pt x="122755" y="27020"/>
                </a:lnTo>
                <a:close/>
                <a:moveTo>
                  <a:pt x="118152" y="28721"/>
                </a:moveTo>
                <a:lnTo>
                  <a:pt x="116450" y="30389"/>
                </a:lnTo>
                <a:lnTo>
                  <a:pt x="108711" y="30389"/>
                </a:lnTo>
                <a:lnTo>
                  <a:pt x="112414" y="26687"/>
                </a:lnTo>
                <a:lnTo>
                  <a:pt x="118152" y="26687"/>
                </a:lnTo>
                <a:lnTo>
                  <a:pt x="118152" y="28721"/>
                </a:lnTo>
                <a:close/>
                <a:moveTo>
                  <a:pt x="99071" y="30389"/>
                </a:moveTo>
                <a:lnTo>
                  <a:pt x="97370" y="28721"/>
                </a:lnTo>
                <a:lnTo>
                  <a:pt x="97370" y="26687"/>
                </a:lnTo>
                <a:lnTo>
                  <a:pt x="103074" y="26687"/>
                </a:lnTo>
                <a:lnTo>
                  <a:pt x="106810" y="30389"/>
                </a:lnTo>
                <a:lnTo>
                  <a:pt x="99071" y="30389"/>
                </a:lnTo>
                <a:close/>
                <a:moveTo>
                  <a:pt x="94868" y="27854"/>
                </a:moveTo>
                <a:lnTo>
                  <a:pt x="93567" y="27854"/>
                </a:lnTo>
                <a:lnTo>
                  <a:pt x="92767" y="27020"/>
                </a:lnTo>
                <a:lnTo>
                  <a:pt x="92767" y="25219"/>
                </a:lnTo>
                <a:lnTo>
                  <a:pt x="94001" y="26453"/>
                </a:lnTo>
                <a:lnTo>
                  <a:pt x="94268" y="26587"/>
                </a:lnTo>
                <a:lnTo>
                  <a:pt x="96169" y="26587"/>
                </a:lnTo>
                <a:close/>
                <a:moveTo>
                  <a:pt x="91966" y="27020"/>
                </a:moveTo>
                <a:lnTo>
                  <a:pt x="91166" y="27854"/>
                </a:lnTo>
                <a:lnTo>
                  <a:pt x="89865" y="27854"/>
                </a:lnTo>
                <a:lnTo>
                  <a:pt x="88564" y="26553"/>
                </a:lnTo>
                <a:lnTo>
                  <a:pt x="90465" y="26553"/>
                </a:lnTo>
                <a:lnTo>
                  <a:pt x="90732" y="26453"/>
                </a:lnTo>
                <a:lnTo>
                  <a:pt x="91966" y="25219"/>
                </a:lnTo>
                <a:lnTo>
                  <a:pt x="91966" y="27020"/>
                </a:lnTo>
                <a:close/>
                <a:moveTo>
                  <a:pt x="87363" y="28721"/>
                </a:moveTo>
                <a:lnTo>
                  <a:pt x="85662" y="30389"/>
                </a:lnTo>
                <a:lnTo>
                  <a:pt x="77923" y="30389"/>
                </a:lnTo>
                <a:lnTo>
                  <a:pt x="81625" y="26687"/>
                </a:lnTo>
                <a:lnTo>
                  <a:pt x="87363" y="26687"/>
                </a:lnTo>
                <a:lnTo>
                  <a:pt x="87363" y="28721"/>
                </a:lnTo>
                <a:close/>
                <a:moveTo>
                  <a:pt x="68249" y="30389"/>
                </a:moveTo>
                <a:lnTo>
                  <a:pt x="66581" y="28721"/>
                </a:lnTo>
                <a:lnTo>
                  <a:pt x="66581" y="26687"/>
                </a:lnTo>
                <a:lnTo>
                  <a:pt x="72285" y="26687"/>
                </a:lnTo>
                <a:lnTo>
                  <a:pt x="76021" y="30389"/>
                </a:lnTo>
                <a:lnTo>
                  <a:pt x="68249" y="30389"/>
                </a:lnTo>
                <a:close/>
                <a:moveTo>
                  <a:pt x="64080" y="27854"/>
                </a:moveTo>
                <a:lnTo>
                  <a:pt x="62779" y="27854"/>
                </a:lnTo>
                <a:lnTo>
                  <a:pt x="61978" y="27020"/>
                </a:lnTo>
                <a:lnTo>
                  <a:pt x="61978" y="25219"/>
                </a:lnTo>
                <a:lnTo>
                  <a:pt x="63212" y="26453"/>
                </a:lnTo>
                <a:lnTo>
                  <a:pt x="63479" y="26553"/>
                </a:lnTo>
                <a:lnTo>
                  <a:pt x="65381" y="26553"/>
                </a:lnTo>
                <a:close/>
                <a:moveTo>
                  <a:pt x="61178" y="27020"/>
                </a:moveTo>
                <a:lnTo>
                  <a:pt x="60344" y="27854"/>
                </a:lnTo>
                <a:lnTo>
                  <a:pt x="59043" y="27854"/>
                </a:lnTo>
                <a:lnTo>
                  <a:pt x="57775" y="26553"/>
                </a:lnTo>
                <a:lnTo>
                  <a:pt x="59676" y="26553"/>
                </a:lnTo>
                <a:lnTo>
                  <a:pt x="59943" y="26453"/>
                </a:lnTo>
                <a:lnTo>
                  <a:pt x="61178" y="25219"/>
                </a:lnTo>
                <a:close/>
                <a:moveTo>
                  <a:pt x="56574" y="28721"/>
                </a:moveTo>
                <a:lnTo>
                  <a:pt x="54873" y="30389"/>
                </a:lnTo>
                <a:lnTo>
                  <a:pt x="47134" y="30389"/>
                </a:lnTo>
                <a:lnTo>
                  <a:pt x="50837" y="26687"/>
                </a:lnTo>
                <a:lnTo>
                  <a:pt x="56574" y="26687"/>
                </a:lnTo>
                <a:close/>
                <a:moveTo>
                  <a:pt x="37461" y="30389"/>
                </a:moveTo>
                <a:lnTo>
                  <a:pt x="35793" y="28721"/>
                </a:lnTo>
                <a:lnTo>
                  <a:pt x="35793" y="26687"/>
                </a:lnTo>
                <a:lnTo>
                  <a:pt x="41497" y="26687"/>
                </a:lnTo>
                <a:lnTo>
                  <a:pt x="45233" y="30389"/>
                </a:lnTo>
                <a:lnTo>
                  <a:pt x="37461" y="30389"/>
                </a:lnTo>
                <a:close/>
                <a:moveTo>
                  <a:pt x="33291" y="27854"/>
                </a:moveTo>
                <a:lnTo>
                  <a:pt x="31990" y="27854"/>
                </a:lnTo>
                <a:lnTo>
                  <a:pt x="31189" y="27020"/>
                </a:lnTo>
                <a:lnTo>
                  <a:pt x="31189" y="25219"/>
                </a:lnTo>
                <a:lnTo>
                  <a:pt x="32424" y="26453"/>
                </a:lnTo>
                <a:lnTo>
                  <a:pt x="32691" y="26553"/>
                </a:lnTo>
                <a:lnTo>
                  <a:pt x="34592" y="26553"/>
                </a:lnTo>
                <a:close/>
                <a:moveTo>
                  <a:pt x="30389" y="27020"/>
                </a:moveTo>
                <a:lnTo>
                  <a:pt x="29555" y="27854"/>
                </a:lnTo>
                <a:lnTo>
                  <a:pt x="28254" y="27854"/>
                </a:lnTo>
                <a:lnTo>
                  <a:pt x="26986" y="26553"/>
                </a:lnTo>
                <a:lnTo>
                  <a:pt x="28854" y="26553"/>
                </a:lnTo>
                <a:lnTo>
                  <a:pt x="29155" y="26453"/>
                </a:lnTo>
                <a:lnTo>
                  <a:pt x="30389" y="25219"/>
                </a:lnTo>
                <a:lnTo>
                  <a:pt x="30389" y="27020"/>
                </a:lnTo>
                <a:close/>
                <a:moveTo>
                  <a:pt x="25786" y="28721"/>
                </a:moveTo>
                <a:lnTo>
                  <a:pt x="24084" y="30389"/>
                </a:lnTo>
                <a:lnTo>
                  <a:pt x="16346" y="30389"/>
                </a:lnTo>
                <a:lnTo>
                  <a:pt x="20048" y="26687"/>
                </a:lnTo>
                <a:lnTo>
                  <a:pt x="25752" y="26687"/>
                </a:lnTo>
                <a:lnTo>
                  <a:pt x="25752" y="28721"/>
                </a:lnTo>
                <a:close/>
                <a:moveTo>
                  <a:pt x="24084" y="31190"/>
                </a:moveTo>
                <a:lnTo>
                  <a:pt x="25786" y="32858"/>
                </a:lnTo>
                <a:lnTo>
                  <a:pt x="25786" y="34893"/>
                </a:lnTo>
                <a:lnTo>
                  <a:pt x="20048" y="34893"/>
                </a:lnTo>
                <a:lnTo>
                  <a:pt x="16346" y="31190"/>
                </a:lnTo>
                <a:close/>
                <a:moveTo>
                  <a:pt x="23050" y="45800"/>
                </a:moveTo>
                <a:lnTo>
                  <a:pt x="21182" y="45800"/>
                </a:lnTo>
                <a:lnTo>
                  <a:pt x="19781" y="44366"/>
                </a:lnTo>
                <a:lnTo>
                  <a:pt x="19781" y="42365"/>
                </a:lnTo>
                <a:lnTo>
                  <a:pt x="21082" y="41030"/>
                </a:lnTo>
                <a:lnTo>
                  <a:pt x="21082" y="43832"/>
                </a:lnTo>
                <a:close/>
                <a:moveTo>
                  <a:pt x="18981" y="43132"/>
                </a:moveTo>
                <a:lnTo>
                  <a:pt x="18981" y="44700"/>
                </a:lnTo>
                <a:lnTo>
                  <a:pt x="20082" y="45800"/>
                </a:lnTo>
                <a:lnTo>
                  <a:pt x="16346" y="45800"/>
                </a:lnTo>
                <a:close/>
                <a:moveTo>
                  <a:pt x="15778" y="45233"/>
                </a:moveTo>
                <a:lnTo>
                  <a:pt x="15778" y="41497"/>
                </a:lnTo>
                <a:lnTo>
                  <a:pt x="16879" y="42598"/>
                </a:lnTo>
                <a:lnTo>
                  <a:pt x="17046" y="42598"/>
                </a:lnTo>
                <a:lnTo>
                  <a:pt x="18414" y="42598"/>
                </a:lnTo>
                <a:close/>
                <a:moveTo>
                  <a:pt x="19214" y="41797"/>
                </a:moveTo>
                <a:lnTo>
                  <a:pt x="17213" y="41797"/>
                </a:lnTo>
                <a:lnTo>
                  <a:pt x="15778" y="40363"/>
                </a:lnTo>
                <a:lnTo>
                  <a:pt x="15778" y="38495"/>
                </a:lnTo>
                <a:lnTo>
                  <a:pt x="17747" y="40463"/>
                </a:lnTo>
                <a:lnTo>
                  <a:pt x="17913" y="40463"/>
                </a:lnTo>
                <a:lnTo>
                  <a:pt x="20515" y="40463"/>
                </a:lnTo>
                <a:close/>
                <a:moveTo>
                  <a:pt x="14978" y="45233"/>
                </a:moveTo>
                <a:lnTo>
                  <a:pt x="12343" y="42598"/>
                </a:lnTo>
                <a:lnTo>
                  <a:pt x="13744" y="42598"/>
                </a:lnTo>
                <a:lnTo>
                  <a:pt x="14011" y="42465"/>
                </a:lnTo>
                <a:lnTo>
                  <a:pt x="14978" y="41497"/>
                </a:lnTo>
                <a:close/>
                <a:moveTo>
                  <a:pt x="16346" y="46568"/>
                </a:moveTo>
                <a:lnTo>
                  <a:pt x="20082" y="46568"/>
                </a:lnTo>
                <a:lnTo>
                  <a:pt x="19114" y="47568"/>
                </a:lnTo>
                <a:lnTo>
                  <a:pt x="18981" y="47835"/>
                </a:lnTo>
                <a:lnTo>
                  <a:pt x="18981" y="49203"/>
                </a:lnTo>
                <a:close/>
                <a:moveTo>
                  <a:pt x="18414" y="49770"/>
                </a:moveTo>
                <a:lnTo>
                  <a:pt x="16879" y="49770"/>
                </a:lnTo>
                <a:lnTo>
                  <a:pt x="15778" y="50871"/>
                </a:lnTo>
                <a:lnTo>
                  <a:pt x="15778" y="47135"/>
                </a:lnTo>
                <a:close/>
                <a:moveTo>
                  <a:pt x="24351" y="49903"/>
                </a:moveTo>
                <a:lnTo>
                  <a:pt x="27654" y="46568"/>
                </a:lnTo>
                <a:lnTo>
                  <a:pt x="29822" y="46568"/>
                </a:lnTo>
                <a:lnTo>
                  <a:pt x="25886" y="50537"/>
                </a:lnTo>
                <a:lnTo>
                  <a:pt x="25886" y="56108"/>
                </a:lnTo>
                <a:lnTo>
                  <a:pt x="24351" y="54573"/>
                </a:lnTo>
                <a:lnTo>
                  <a:pt x="24351" y="49903"/>
                </a:lnTo>
                <a:close/>
                <a:moveTo>
                  <a:pt x="25786" y="59510"/>
                </a:moveTo>
                <a:lnTo>
                  <a:pt x="24084" y="61178"/>
                </a:lnTo>
                <a:lnTo>
                  <a:pt x="16346" y="61178"/>
                </a:lnTo>
                <a:lnTo>
                  <a:pt x="20048" y="57475"/>
                </a:lnTo>
                <a:lnTo>
                  <a:pt x="25752" y="57475"/>
                </a:lnTo>
                <a:lnTo>
                  <a:pt x="25752" y="59510"/>
                </a:lnTo>
                <a:close/>
                <a:moveTo>
                  <a:pt x="24084" y="61979"/>
                </a:moveTo>
                <a:lnTo>
                  <a:pt x="25786" y="63646"/>
                </a:lnTo>
                <a:lnTo>
                  <a:pt x="25786" y="65681"/>
                </a:lnTo>
                <a:lnTo>
                  <a:pt x="20048" y="65681"/>
                </a:lnTo>
                <a:lnTo>
                  <a:pt x="16346" y="61979"/>
                </a:lnTo>
                <a:lnTo>
                  <a:pt x="24084" y="61979"/>
                </a:lnTo>
                <a:close/>
                <a:moveTo>
                  <a:pt x="23050" y="76589"/>
                </a:moveTo>
                <a:lnTo>
                  <a:pt x="21182" y="76589"/>
                </a:lnTo>
                <a:lnTo>
                  <a:pt x="19781" y="75155"/>
                </a:lnTo>
                <a:lnTo>
                  <a:pt x="19781" y="73153"/>
                </a:lnTo>
                <a:lnTo>
                  <a:pt x="21082" y="71819"/>
                </a:lnTo>
                <a:lnTo>
                  <a:pt x="21082" y="74621"/>
                </a:lnTo>
                <a:close/>
                <a:moveTo>
                  <a:pt x="18981" y="73920"/>
                </a:moveTo>
                <a:lnTo>
                  <a:pt x="18981" y="75321"/>
                </a:lnTo>
                <a:lnTo>
                  <a:pt x="19114" y="75588"/>
                </a:lnTo>
                <a:lnTo>
                  <a:pt x="20082" y="76589"/>
                </a:lnTo>
                <a:lnTo>
                  <a:pt x="16346" y="76589"/>
                </a:lnTo>
                <a:close/>
                <a:moveTo>
                  <a:pt x="15778" y="76022"/>
                </a:moveTo>
                <a:lnTo>
                  <a:pt x="15778" y="72286"/>
                </a:lnTo>
                <a:lnTo>
                  <a:pt x="16879" y="73387"/>
                </a:lnTo>
                <a:lnTo>
                  <a:pt x="18414" y="73387"/>
                </a:lnTo>
                <a:close/>
                <a:moveTo>
                  <a:pt x="19214" y="72586"/>
                </a:moveTo>
                <a:lnTo>
                  <a:pt x="17213" y="72586"/>
                </a:lnTo>
                <a:lnTo>
                  <a:pt x="15778" y="71152"/>
                </a:lnTo>
                <a:lnTo>
                  <a:pt x="15778" y="69317"/>
                </a:lnTo>
                <a:lnTo>
                  <a:pt x="17747" y="71285"/>
                </a:lnTo>
                <a:lnTo>
                  <a:pt x="20515" y="71285"/>
                </a:lnTo>
                <a:close/>
                <a:moveTo>
                  <a:pt x="14978" y="76022"/>
                </a:moveTo>
                <a:lnTo>
                  <a:pt x="12343" y="73387"/>
                </a:lnTo>
                <a:lnTo>
                  <a:pt x="13744" y="73387"/>
                </a:lnTo>
                <a:lnTo>
                  <a:pt x="14011" y="73253"/>
                </a:lnTo>
                <a:lnTo>
                  <a:pt x="14978" y="72286"/>
                </a:lnTo>
                <a:close/>
                <a:moveTo>
                  <a:pt x="16346" y="77356"/>
                </a:moveTo>
                <a:lnTo>
                  <a:pt x="20082" y="77356"/>
                </a:lnTo>
                <a:lnTo>
                  <a:pt x="18981" y="78457"/>
                </a:lnTo>
                <a:lnTo>
                  <a:pt x="18981" y="80025"/>
                </a:lnTo>
                <a:close/>
                <a:moveTo>
                  <a:pt x="18414" y="80559"/>
                </a:moveTo>
                <a:lnTo>
                  <a:pt x="17046" y="80559"/>
                </a:lnTo>
                <a:lnTo>
                  <a:pt x="16879" y="80559"/>
                </a:lnTo>
                <a:lnTo>
                  <a:pt x="15778" y="81659"/>
                </a:lnTo>
                <a:lnTo>
                  <a:pt x="15778" y="77923"/>
                </a:lnTo>
                <a:close/>
                <a:moveTo>
                  <a:pt x="24351" y="80692"/>
                </a:moveTo>
                <a:lnTo>
                  <a:pt x="27654" y="77356"/>
                </a:lnTo>
                <a:lnTo>
                  <a:pt x="29822" y="77356"/>
                </a:lnTo>
                <a:lnTo>
                  <a:pt x="25886" y="81326"/>
                </a:lnTo>
                <a:lnTo>
                  <a:pt x="25886" y="86896"/>
                </a:lnTo>
                <a:lnTo>
                  <a:pt x="24351" y="85362"/>
                </a:lnTo>
                <a:lnTo>
                  <a:pt x="24351" y="80692"/>
                </a:lnTo>
                <a:close/>
                <a:moveTo>
                  <a:pt x="25786" y="90299"/>
                </a:moveTo>
                <a:lnTo>
                  <a:pt x="24084" y="91967"/>
                </a:lnTo>
                <a:lnTo>
                  <a:pt x="16346" y="91967"/>
                </a:lnTo>
                <a:lnTo>
                  <a:pt x="20048" y="88264"/>
                </a:lnTo>
                <a:lnTo>
                  <a:pt x="25752" y="88264"/>
                </a:lnTo>
                <a:lnTo>
                  <a:pt x="25752" y="90299"/>
                </a:lnTo>
                <a:close/>
                <a:moveTo>
                  <a:pt x="24084" y="92767"/>
                </a:moveTo>
                <a:lnTo>
                  <a:pt x="25786" y="94435"/>
                </a:lnTo>
                <a:lnTo>
                  <a:pt x="25786" y="96470"/>
                </a:lnTo>
                <a:lnTo>
                  <a:pt x="20048" y="96470"/>
                </a:lnTo>
                <a:lnTo>
                  <a:pt x="16346" y="92767"/>
                </a:lnTo>
                <a:close/>
                <a:moveTo>
                  <a:pt x="28254" y="95302"/>
                </a:moveTo>
                <a:lnTo>
                  <a:pt x="29555" y="95302"/>
                </a:lnTo>
                <a:lnTo>
                  <a:pt x="30389" y="96136"/>
                </a:lnTo>
                <a:lnTo>
                  <a:pt x="30389" y="97938"/>
                </a:lnTo>
                <a:lnTo>
                  <a:pt x="29155" y="96703"/>
                </a:lnTo>
                <a:lnTo>
                  <a:pt x="28854" y="96603"/>
                </a:lnTo>
                <a:lnTo>
                  <a:pt x="26986" y="96603"/>
                </a:lnTo>
                <a:close/>
                <a:moveTo>
                  <a:pt x="31189" y="96136"/>
                </a:moveTo>
                <a:lnTo>
                  <a:pt x="31990" y="95302"/>
                </a:lnTo>
                <a:lnTo>
                  <a:pt x="33291" y="95302"/>
                </a:lnTo>
                <a:lnTo>
                  <a:pt x="34592" y="96603"/>
                </a:lnTo>
                <a:lnTo>
                  <a:pt x="32691" y="96603"/>
                </a:lnTo>
                <a:lnTo>
                  <a:pt x="32424" y="96703"/>
                </a:lnTo>
                <a:lnTo>
                  <a:pt x="31156" y="97938"/>
                </a:lnTo>
                <a:lnTo>
                  <a:pt x="31156" y="96136"/>
                </a:lnTo>
                <a:close/>
                <a:moveTo>
                  <a:pt x="35793" y="94435"/>
                </a:moveTo>
                <a:lnTo>
                  <a:pt x="37461" y="92767"/>
                </a:lnTo>
                <a:lnTo>
                  <a:pt x="45233" y="92767"/>
                </a:lnTo>
                <a:lnTo>
                  <a:pt x="41497" y="96470"/>
                </a:lnTo>
                <a:lnTo>
                  <a:pt x="35793" y="96470"/>
                </a:lnTo>
                <a:close/>
                <a:moveTo>
                  <a:pt x="54873" y="92767"/>
                </a:moveTo>
                <a:lnTo>
                  <a:pt x="56574" y="94435"/>
                </a:lnTo>
                <a:lnTo>
                  <a:pt x="56574" y="96470"/>
                </a:lnTo>
                <a:lnTo>
                  <a:pt x="50837" y="96470"/>
                </a:lnTo>
                <a:lnTo>
                  <a:pt x="47134" y="92767"/>
                </a:lnTo>
                <a:close/>
                <a:moveTo>
                  <a:pt x="59043" y="95302"/>
                </a:moveTo>
                <a:lnTo>
                  <a:pt x="60344" y="95302"/>
                </a:lnTo>
                <a:lnTo>
                  <a:pt x="61178" y="96136"/>
                </a:lnTo>
                <a:lnTo>
                  <a:pt x="61178" y="97938"/>
                </a:lnTo>
                <a:lnTo>
                  <a:pt x="59943" y="96703"/>
                </a:lnTo>
                <a:lnTo>
                  <a:pt x="59676" y="96603"/>
                </a:lnTo>
                <a:lnTo>
                  <a:pt x="57775" y="96603"/>
                </a:lnTo>
                <a:close/>
                <a:moveTo>
                  <a:pt x="61978" y="96136"/>
                </a:moveTo>
                <a:lnTo>
                  <a:pt x="62779" y="95302"/>
                </a:lnTo>
                <a:lnTo>
                  <a:pt x="64080" y="95302"/>
                </a:lnTo>
                <a:lnTo>
                  <a:pt x="65381" y="96603"/>
                </a:lnTo>
                <a:lnTo>
                  <a:pt x="63479" y="96603"/>
                </a:lnTo>
                <a:lnTo>
                  <a:pt x="63212" y="96703"/>
                </a:lnTo>
                <a:lnTo>
                  <a:pt x="61978" y="97938"/>
                </a:lnTo>
                <a:close/>
                <a:moveTo>
                  <a:pt x="66581" y="94435"/>
                </a:moveTo>
                <a:lnTo>
                  <a:pt x="68249" y="92767"/>
                </a:lnTo>
                <a:lnTo>
                  <a:pt x="76021" y="92767"/>
                </a:lnTo>
                <a:lnTo>
                  <a:pt x="72285" y="96470"/>
                </a:lnTo>
                <a:lnTo>
                  <a:pt x="66581" y="96470"/>
                </a:lnTo>
                <a:lnTo>
                  <a:pt x="66581" y="94435"/>
                </a:lnTo>
                <a:close/>
                <a:moveTo>
                  <a:pt x="85662" y="92767"/>
                </a:moveTo>
                <a:lnTo>
                  <a:pt x="87363" y="94435"/>
                </a:lnTo>
                <a:lnTo>
                  <a:pt x="87363" y="96470"/>
                </a:lnTo>
                <a:lnTo>
                  <a:pt x="81659" y="96470"/>
                </a:lnTo>
                <a:lnTo>
                  <a:pt x="77923" y="92767"/>
                </a:lnTo>
                <a:close/>
                <a:moveTo>
                  <a:pt x="89831" y="95302"/>
                </a:moveTo>
                <a:lnTo>
                  <a:pt x="91132" y="95302"/>
                </a:lnTo>
                <a:lnTo>
                  <a:pt x="91966" y="96136"/>
                </a:lnTo>
                <a:lnTo>
                  <a:pt x="91966" y="97938"/>
                </a:lnTo>
                <a:lnTo>
                  <a:pt x="90732" y="96703"/>
                </a:lnTo>
                <a:lnTo>
                  <a:pt x="90465" y="96603"/>
                </a:lnTo>
                <a:lnTo>
                  <a:pt x="88564" y="96603"/>
                </a:lnTo>
                <a:close/>
                <a:moveTo>
                  <a:pt x="92767" y="96136"/>
                </a:moveTo>
                <a:lnTo>
                  <a:pt x="93567" y="95302"/>
                </a:lnTo>
                <a:lnTo>
                  <a:pt x="94868" y="95302"/>
                </a:lnTo>
                <a:lnTo>
                  <a:pt x="96169" y="96603"/>
                </a:lnTo>
                <a:lnTo>
                  <a:pt x="94268" y="96603"/>
                </a:lnTo>
                <a:lnTo>
                  <a:pt x="94001" y="96703"/>
                </a:lnTo>
                <a:lnTo>
                  <a:pt x="92767" y="97938"/>
                </a:lnTo>
                <a:lnTo>
                  <a:pt x="92767" y="96136"/>
                </a:lnTo>
                <a:close/>
                <a:moveTo>
                  <a:pt x="97370" y="94435"/>
                </a:moveTo>
                <a:lnTo>
                  <a:pt x="99071" y="92767"/>
                </a:lnTo>
                <a:lnTo>
                  <a:pt x="106810" y="92767"/>
                </a:lnTo>
                <a:lnTo>
                  <a:pt x="103074" y="96470"/>
                </a:lnTo>
                <a:lnTo>
                  <a:pt x="97370" y="96470"/>
                </a:lnTo>
                <a:lnTo>
                  <a:pt x="97370" y="94435"/>
                </a:lnTo>
                <a:close/>
                <a:moveTo>
                  <a:pt x="116450" y="92767"/>
                </a:moveTo>
                <a:lnTo>
                  <a:pt x="118152" y="94435"/>
                </a:lnTo>
                <a:lnTo>
                  <a:pt x="118152" y="96470"/>
                </a:lnTo>
                <a:lnTo>
                  <a:pt x="112447" y="96470"/>
                </a:lnTo>
                <a:lnTo>
                  <a:pt x="108711" y="92767"/>
                </a:lnTo>
                <a:close/>
                <a:moveTo>
                  <a:pt x="120653" y="95302"/>
                </a:moveTo>
                <a:lnTo>
                  <a:pt x="121954" y="95302"/>
                </a:lnTo>
                <a:lnTo>
                  <a:pt x="122755" y="96136"/>
                </a:lnTo>
                <a:lnTo>
                  <a:pt x="122755" y="97938"/>
                </a:lnTo>
                <a:lnTo>
                  <a:pt x="121521" y="96703"/>
                </a:lnTo>
                <a:lnTo>
                  <a:pt x="121254" y="96603"/>
                </a:lnTo>
                <a:lnTo>
                  <a:pt x="119352" y="96603"/>
                </a:lnTo>
                <a:close/>
                <a:moveTo>
                  <a:pt x="123555" y="96136"/>
                </a:moveTo>
                <a:lnTo>
                  <a:pt x="124389" y="95302"/>
                </a:lnTo>
                <a:lnTo>
                  <a:pt x="125657" y="95302"/>
                </a:lnTo>
                <a:lnTo>
                  <a:pt x="126958" y="96603"/>
                </a:lnTo>
                <a:lnTo>
                  <a:pt x="125056" y="96603"/>
                </a:lnTo>
                <a:lnTo>
                  <a:pt x="124790" y="96703"/>
                </a:lnTo>
                <a:lnTo>
                  <a:pt x="123555" y="97938"/>
                </a:lnTo>
                <a:lnTo>
                  <a:pt x="123555" y="96136"/>
                </a:lnTo>
                <a:close/>
                <a:moveTo>
                  <a:pt x="128159" y="94435"/>
                </a:moveTo>
                <a:lnTo>
                  <a:pt x="129860" y="92767"/>
                </a:lnTo>
                <a:lnTo>
                  <a:pt x="137599" y="92767"/>
                </a:lnTo>
                <a:lnTo>
                  <a:pt x="133863" y="96470"/>
                </a:lnTo>
                <a:lnTo>
                  <a:pt x="128159" y="96470"/>
                </a:lnTo>
                <a:lnTo>
                  <a:pt x="128159" y="94435"/>
                </a:lnTo>
                <a:close/>
                <a:moveTo>
                  <a:pt x="147272" y="92767"/>
                </a:moveTo>
                <a:lnTo>
                  <a:pt x="148940" y="94435"/>
                </a:lnTo>
                <a:lnTo>
                  <a:pt x="148940" y="96470"/>
                </a:lnTo>
                <a:lnTo>
                  <a:pt x="143236" y="96470"/>
                </a:lnTo>
                <a:lnTo>
                  <a:pt x="139500" y="92767"/>
                </a:lnTo>
                <a:close/>
                <a:moveTo>
                  <a:pt x="151442" y="95302"/>
                </a:moveTo>
                <a:lnTo>
                  <a:pt x="152743" y="95302"/>
                </a:lnTo>
                <a:lnTo>
                  <a:pt x="153543" y="96136"/>
                </a:lnTo>
                <a:lnTo>
                  <a:pt x="153543" y="97938"/>
                </a:lnTo>
                <a:lnTo>
                  <a:pt x="152309" y="96703"/>
                </a:lnTo>
                <a:lnTo>
                  <a:pt x="152042" y="96603"/>
                </a:lnTo>
                <a:lnTo>
                  <a:pt x="150141" y="96603"/>
                </a:lnTo>
                <a:close/>
                <a:moveTo>
                  <a:pt x="154344" y="96136"/>
                </a:moveTo>
                <a:lnTo>
                  <a:pt x="155178" y="95302"/>
                </a:lnTo>
                <a:lnTo>
                  <a:pt x="156479" y="95302"/>
                </a:lnTo>
                <a:lnTo>
                  <a:pt x="157746" y="96603"/>
                </a:lnTo>
                <a:lnTo>
                  <a:pt x="155845" y="96603"/>
                </a:lnTo>
                <a:lnTo>
                  <a:pt x="155578" y="96703"/>
                </a:lnTo>
                <a:lnTo>
                  <a:pt x="154344" y="97938"/>
                </a:lnTo>
                <a:close/>
                <a:moveTo>
                  <a:pt x="158947" y="94435"/>
                </a:moveTo>
                <a:lnTo>
                  <a:pt x="160649" y="92767"/>
                </a:lnTo>
                <a:lnTo>
                  <a:pt x="168387" y="92767"/>
                </a:lnTo>
                <a:lnTo>
                  <a:pt x="164651" y="96470"/>
                </a:lnTo>
                <a:lnTo>
                  <a:pt x="158947" y="96470"/>
                </a:lnTo>
                <a:lnTo>
                  <a:pt x="158947" y="94435"/>
                </a:lnTo>
                <a:close/>
                <a:moveTo>
                  <a:pt x="178061" y="92767"/>
                </a:moveTo>
                <a:lnTo>
                  <a:pt x="179729" y="94435"/>
                </a:lnTo>
                <a:lnTo>
                  <a:pt x="179729" y="96470"/>
                </a:lnTo>
                <a:lnTo>
                  <a:pt x="174025" y="96470"/>
                </a:lnTo>
                <a:lnTo>
                  <a:pt x="170289" y="92767"/>
                </a:lnTo>
                <a:close/>
                <a:moveTo>
                  <a:pt x="182231" y="95302"/>
                </a:moveTo>
                <a:lnTo>
                  <a:pt x="183532" y="95302"/>
                </a:lnTo>
                <a:lnTo>
                  <a:pt x="184332" y="96136"/>
                </a:lnTo>
                <a:lnTo>
                  <a:pt x="184332" y="97938"/>
                </a:lnTo>
                <a:lnTo>
                  <a:pt x="183098" y="96703"/>
                </a:lnTo>
                <a:lnTo>
                  <a:pt x="182831" y="96603"/>
                </a:lnTo>
                <a:lnTo>
                  <a:pt x="180930" y="96603"/>
                </a:lnTo>
                <a:close/>
                <a:moveTo>
                  <a:pt x="185133" y="96136"/>
                </a:moveTo>
                <a:lnTo>
                  <a:pt x="185967" y="95302"/>
                </a:lnTo>
                <a:lnTo>
                  <a:pt x="187268" y="95302"/>
                </a:lnTo>
                <a:lnTo>
                  <a:pt x="188535" y="96603"/>
                </a:lnTo>
                <a:lnTo>
                  <a:pt x="186667" y="96603"/>
                </a:lnTo>
                <a:lnTo>
                  <a:pt x="186367" y="96703"/>
                </a:lnTo>
                <a:lnTo>
                  <a:pt x="185133" y="97938"/>
                </a:lnTo>
                <a:close/>
                <a:moveTo>
                  <a:pt x="189736" y="94435"/>
                </a:moveTo>
                <a:lnTo>
                  <a:pt x="191437" y="92767"/>
                </a:lnTo>
                <a:lnTo>
                  <a:pt x="199176" y="92767"/>
                </a:lnTo>
                <a:lnTo>
                  <a:pt x="195473" y="96470"/>
                </a:lnTo>
                <a:lnTo>
                  <a:pt x="189736" y="96470"/>
                </a:lnTo>
                <a:lnTo>
                  <a:pt x="189736" y="94435"/>
                </a:lnTo>
                <a:close/>
                <a:moveTo>
                  <a:pt x="208850" y="92767"/>
                </a:moveTo>
                <a:lnTo>
                  <a:pt x="210518" y="94435"/>
                </a:lnTo>
                <a:lnTo>
                  <a:pt x="210518" y="96470"/>
                </a:lnTo>
                <a:lnTo>
                  <a:pt x="204813" y="96470"/>
                </a:lnTo>
                <a:lnTo>
                  <a:pt x="201077" y="92767"/>
                </a:lnTo>
                <a:close/>
                <a:moveTo>
                  <a:pt x="213019" y="95302"/>
                </a:moveTo>
                <a:lnTo>
                  <a:pt x="214320" y="95302"/>
                </a:lnTo>
                <a:lnTo>
                  <a:pt x="215121" y="96136"/>
                </a:lnTo>
                <a:lnTo>
                  <a:pt x="215121" y="97938"/>
                </a:lnTo>
                <a:lnTo>
                  <a:pt x="213887" y="96703"/>
                </a:lnTo>
                <a:lnTo>
                  <a:pt x="213620" y="96603"/>
                </a:lnTo>
                <a:lnTo>
                  <a:pt x="211718" y="96603"/>
                </a:lnTo>
                <a:close/>
                <a:moveTo>
                  <a:pt x="215921" y="96136"/>
                </a:moveTo>
                <a:lnTo>
                  <a:pt x="216755" y="95302"/>
                </a:lnTo>
                <a:lnTo>
                  <a:pt x="218056" y="95302"/>
                </a:lnTo>
                <a:lnTo>
                  <a:pt x="219324" y="96603"/>
                </a:lnTo>
                <a:lnTo>
                  <a:pt x="217456" y="96603"/>
                </a:lnTo>
                <a:lnTo>
                  <a:pt x="217156" y="96703"/>
                </a:lnTo>
                <a:lnTo>
                  <a:pt x="215921" y="97938"/>
                </a:lnTo>
                <a:close/>
                <a:moveTo>
                  <a:pt x="220558" y="94435"/>
                </a:moveTo>
                <a:lnTo>
                  <a:pt x="222226" y="92767"/>
                </a:lnTo>
                <a:lnTo>
                  <a:pt x="229965" y="92767"/>
                </a:lnTo>
                <a:lnTo>
                  <a:pt x="226262" y="96470"/>
                </a:lnTo>
                <a:lnTo>
                  <a:pt x="220525" y="96470"/>
                </a:lnTo>
                <a:lnTo>
                  <a:pt x="220525" y="94435"/>
                </a:lnTo>
                <a:close/>
                <a:moveTo>
                  <a:pt x="222226" y="91967"/>
                </a:moveTo>
                <a:lnTo>
                  <a:pt x="220558" y="90299"/>
                </a:lnTo>
                <a:lnTo>
                  <a:pt x="220558" y="88264"/>
                </a:lnTo>
                <a:lnTo>
                  <a:pt x="226262" y="88264"/>
                </a:lnTo>
                <a:lnTo>
                  <a:pt x="229965" y="91967"/>
                </a:lnTo>
                <a:close/>
                <a:moveTo>
                  <a:pt x="223260" y="77356"/>
                </a:moveTo>
                <a:lnTo>
                  <a:pt x="225128" y="77356"/>
                </a:lnTo>
                <a:lnTo>
                  <a:pt x="226529" y="78791"/>
                </a:lnTo>
                <a:lnTo>
                  <a:pt x="226529" y="80792"/>
                </a:lnTo>
                <a:lnTo>
                  <a:pt x="225228" y="82126"/>
                </a:lnTo>
                <a:lnTo>
                  <a:pt x="225228" y="79324"/>
                </a:lnTo>
                <a:close/>
                <a:moveTo>
                  <a:pt x="227330" y="80025"/>
                </a:moveTo>
                <a:lnTo>
                  <a:pt x="227330" y="78457"/>
                </a:lnTo>
                <a:lnTo>
                  <a:pt x="226229" y="77356"/>
                </a:lnTo>
                <a:lnTo>
                  <a:pt x="229965" y="77356"/>
                </a:lnTo>
                <a:close/>
                <a:moveTo>
                  <a:pt x="230532" y="77923"/>
                </a:moveTo>
                <a:lnTo>
                  <a:pt x="230532" y="81659"/>
                </a:lnTo>
                <a:lnTo>
                  <a:pt x="229431" y="80559"/>
                </a:lnTo>
                <a:lnTo>
                  <a:pt x="229264" y="80559"/>
                </a:lnTo>
                <a:lnTo>
                  <a:pt x="227897" y="80559"/>
                </a:lnTo>
                <a:close/>
                <a:moveTo>
                  <a:pt x="227096" y="81359"/>
                </a:moveTo>
                <a:lnTo>
                  <a:pt x="229097" y="81359"/>
                </a:lnTo>
                <a:lnTo>
                  <a:pt x="230532" y="82794"/>
                </a:lnTo>
                <a:lnTo>
                  <a:pt x="230532" y="84662"/>
                </a:lnTo>
                <a:lnTo>
                  <a:pt x="228564" y="82693"/>
                </a:lnTo>
                <a:lnTo>
                  <a:pt x="228397" y="82693"/>
                </a:lnTo>
                <a:lnTo>
                  <a:pt x="225795" y="82693"/>
                </a:lnTo>
                <a:close/>
                <a:moveTo>
                  <a:pt x="231332" y="77923"/>
                </a:moveTo>
                <a:lnTo>
                  <a:pt x="233968" y="80559"/>
                </a:lnTo>
                <a:lnTo>
                  <a:pt x="232567" y="80559"/>
                </a:lnTo>
                <a:lnTo>
                  <a:pt x="232300" y="80692"/>
                </a:lnTo>
                <a:lnTo>
                  <a:pt x="231332" y="81659"/>
                </a:lnTo>
                <a:lnTo>
                  <a:pt x="231332" y="77923"/>
                </a:lnTo>
                <a:close/>
                <a:moveTo>
                  <a:pt x="229965" y="76589"/>
                </a:moveTo>
                <a:lnTo>
                  <a:pt x="226229" y="76589"/>
                </a:lnTo>
                <a:lnTo>
                  <a:pt x="227229" y="75588"/>
                </a:lnTo>
                <a:lnTo>
                  <a:pt x="227330" y="75321"/>
                </a:lnTo>
                <a:lnTo>
                  <a:pt x="227330" y="73920"/>
                </a:lnTo>
                <a:close/>
                <a:moveTo>
                  <a:pt x="227897" y="73387"/>
                </a:moveTo>
                <a:lnTo>
                  <a:pt x="229431" y="73387"/>
                </a:lnTo>
                <a:lnTo>
                  <a:pt x="230532" y="72286"/>
                </a:lnTo>
                <a:lnTo>
                  <a:pt x="230532" y="76022"/>
                </a:lnTo>
                <a:close/>
                <a:moveTo>
                  <a:pt x="221959" y="73253"/>
                </a:moveTo>
                <a:lnTo>
                  <a:pt x="218657" y="76589"/>
                </a:lnTo>
                <a:lnTo>
                  <a:pt x="216488" y="76589"/>
                </a:lnTo>
                <a:lnTo>
                  <a:pt x="220425" y="72620"/>
                </a:lnTo>
                <a:lnTo>
                  <a:pt x="220425" y="67049"/>
                </a:lnTo>
                <a:lnTo>
                  <a:pt x="221959" y="68583"/>
                </a:lnTo>
                <a:lnTo>
                  <a:pt x="221959" y="73253"/>
                </a:lnTo>
                <a:close/>
                <a:moveTo>
                  <a:pt x="220558" y="63646"/>
                </a:moveTo>
                <a:lnTo>
                  <a:pt x="222226" y="61979"/>
                </a:lnTo>
                <a:lnTo>
                  <a:pt x="229965" y="61979"/>
                </a:lnTo>
                <a:lnTo>
                  <a:pt x="226262" y="65681"/>
                </a:lnTo>
                <a:lnTo>
                  <a:pt x="220525" y="65681"/>
                </a:lnTo>
                <a:lnTo>
                  <a:pt x="220525" y="63646"/>
                </a:lnTo>
                <a:close/>
                <a:moveTo>
                  <a:pt x="222226" y="61178"/>
                </a:moveTo>
                <a:lnTo>
                  <a:pt x="220558" y="59510"/>
                </a:lnTo>
                <a:lnTo>
                  <a:pt x="220558" y="57475"/>
                </a:lnTo>
                <a:lnTo>
                  <a:pt x="226262" y="57475"/>
                </a:lnTo>
                <a:lnTo>
                  <a:pt x="229965" y="61178"/>
                </a:lnTo>
                <a:close/>
                <a:moveTo>
                  <a:pt x="223260" y="46568"/>
                </a:moveTo>
                <a:lnTo>
                  <a:pt x="225128" y="46568"/>
                </a:lnTo>
                <a:lnTo>
                  <a:pt x="226529" y="48002"/>
                </a:lnTo>
                <a:lnTo>
                  <a:pt x="226529" y="50003"/>
                </a:lnTo>
                <a:lnTo>
                  <a:pt x="225228" y="51338"/>
                </a:lnTo>
                <a:lnTo>
                  <a:pt x="225228" y="48536"/>
                </a:lnTo>
                <a:close/>
                <a:moveTo>
                  <a:pt x="227330" y="49236"/>
                </a:moveTo>
                <a:lnTo>
                  <a:pt x="227330" y="47835"/>
                </a:lnTo>
                <a:lnTo>
                  <a:pt x="227229" y="47568"/>
                </a:lnTo>
                <a:lnTo>
                  <a:pt x="226229" y="46568"/>
                </a:lnTo>
                <a:lnTo>
                  <a:pt x="229965" y="46568"/>
                </a:lnTo>
                <a:close/>
                <a:moveTo>
                  <a:pt x="230532" y="47135"/>
                </a:moveTo>
                <a:lnTo>
                  <a:pt x="230532" y="50871"/>
                </a:lnTo>
                <a:lnTo>
                  <a:pt x="229431" y="49770"/>
                </a:lnTo>
                <a:lnTo>
                  <a:pt x="227897" y="49770"/>
                </a:lnTo>
                <a:close/>
                <a:moveTo>
                  <a:pt x="227096" y="50570"/>
                </a:moveTo>
                <a:lnTo>
                  <a:pt x="229097" y="50570"/>
                </a:lnTo>
                <a:lnTo>
                  <a:pt x="230532" y="52005"/>
                </a:lnTo>
                <a:lnTo>
                  <a:pt x="230532" y="53873"/>
                </a:lnTo>
                <a:lnTo>
                  <a:pt x="228564" y="51905"/>
                </a:lnTo>
                <a:lnTo>
                  <a:pt x="225762" y="51905"/>
                </a:lnTo>
                <a:close/>
                <a:moveTo>
                  <a:pt x="231332" y="47135"/>
                </a:moveTo>
                <a:lnTo>
                  <a:pt x="233968" y="49770"/>
                </a:lnTo>
                <a:lnTo>
                  <a:pt x="232567" y="49770"/>
                </a:lnTo>
                <a:lnTo>
                  <a:pt x="232300" y="49903"/>
                </a:lnTo>
                <a:lnTo>
                  <a:pt x="231332" y="50871"/>
                </a:lnTo>
                <a:lnTo>
                  <a:pt x="231332" y="47135"/>
                </a:lnTo>
                <a:close/>
                <a:moveTo>
                  <a:pt x="229965" y="45800"/>
                </a:moveTo>
                <a:lnTo>
                  <a:pt x="226229" y="45800"/>
                </a:lnTo>
                <a:lnTo>
                  <a:pt x="227330" y="44700"/>
                </a:lnTo>
                <a:lnTo>
                  <a:pt x="227330" y="43132"/>
                </a:lnTo>
                <a:close/>
                <a:moveTo>
                  <a:pt x="227897" y="42598"/>
                </a:moveTo>
                <a:lnTo>
                  <a:pt x="229264" y="42598"/>
                </a:lnTo>
                <a:lnTo>
                  <a:pt x="229431" y="42598"/>
                </a:lnTo>
                <a:lnTo>
                  <a:pt x="230532" y="41497"/>
                </a:lnTo>
                <a:lnTo>
                  <a:pt x="230532" y="45233"/>
                </a:lnTo>
                <a:close/>
                <a:moveTo>
                  <a:pt x="221959" y="42465"/>
                </a:moveTo>
                <a:lnTo>
                  <a:pt x="218657" y="45800"/>
                </a:lnTo>
                <a:lnTo>
                  <a:pt x="216488" y="45800"/>
                </a:lnTo>
                <a:lnTo>
                  <a:pt x="220425" y="41831"/>
                </a:lnTo>
                <a:lnTo>
                  <a:pt x="220425" y="36260"/>
                </a:lnTo>
                <a:lnTo>
                  <a:pt x="221959" y="37795"/>
                </a:lnTo>
                <a:lnTo>
                  <a:pt x="221959" y="42465"/>
                </a:lnTo>
                <a:close/>
                <a:moveTo>
                  <a:pt x="220558" y="32858"/>
                </a:moveTo>
                <a:lnTo>
                  <a:pt x="222226" y="31190"/>
                </a:lnTo>
                <a:lnTo>
                  <a:pt x="229965" y="31190"/>
                </a:lnTo>
                <a:lnTo>
                  <a:pt x="226262" y="34893"/>
                </a:lnTo>
                <a:lnTo>
                  <a:pt x="220525" y="34893"/>
                </a:lnTo>
                <a:lnTo>
                  <a:pt x="220525" y="32858"/>
                </a:lnTo>
                <a:close/>
                <a:moveTo>
                  <a:pt x="222226" y="30389"/>
                </a:moveTo>
                <a:lnTo>
                  <a:pt x="220558" y="28721"/>
                </a:lnTo>
                <a:lnTo>
                  <a:pt x="220558" y="26687"/>
                </a:lnTo>
                <a:lnTo>
                  <a:pt x="226262" y="26687"/>
                </a:lnTo>
                <a:lnTo>
                  <a:pt x="229965" y="30389"/>
                </a:lnTo>
                <a:lnTo>
                  <a:pt x="222226" y="30389"/>
                </a:lnTo>
                <a:close/>
                <a:moveTo>
                  <a:pt x="219657" y="25786"/>
                </a:moveTo>
                <a:lnTo>
                  <a:pt x="217623" y="25786"/>
                </a:lnTo>
                <a:lnTo>
                  <a:pt x="215921" y="24085"/>
                </a:lnTo>
                <a:lnTo>
                  <a:pt x="215921" y="16346"/>
                </a:lnTo>
                <a:lnTo>
                  <a:pt x="219657" y="20049"/>
                </a:lnTo>
                <a:lnTo>
                  <a:pt x="219657" y="25786"/>
                </a:lnTo>
                <a:close/>
                <a:moveTo>
                  <a:pt x="215121" y="24085"/>
                </a:moveTo>
                <a:lnTo>
                  <a:pt x="213453" y="25786"/>
                </a:lnTo>
                <a:lnTo>
                  <a:pt x="211418" y="25786"/>
                </a:lnTo>
                <a:lnTo>
                  <a:pt x="211418" y="20049"/>
                </a:lnTo>
                <a:lnTo>
                  <a:pt x="215121" y="16346"/>
                </a:lnTo>
                <a:lnTo>
                  <a:pt x="215121" y="24085"/>
                </a:lnTo>
                <a:close/>
                <a:moveTo>
                  <a:pt x="202679" y="21083"/>
                </a:moveTo>
                <a:lnTo>
                  <a:pt x="202512" y="21083"/>
                </a:lnTo>
                <a:lnTo>
                  <a:pt x="200544" y="23051"/>
                </a:lnTo>
                <a:lnTo>
                  <a:pt x="200544" y="21216"/>
                </a:lnTo>
                <a:lnTo>
                  <a:pt x="201945" y="19782"/>
                </a:lnTo>
                <a:lnTo>
                  <a:pt x="203979" y="19782"/>
                </a:lnTo>
                <a:lnTo>
                  <a:pt x="205280" y="21083"/>
                </a:lnTo>
                <a:close/>
                <a:moveTo>
                  <a:pt x="203746" y="18447"/>
                </a:moveTo>
                <a:lnTo>
                  <a:pt x="201077" y="15779"/>
                </a:lnTo>
                <a:lnTo>
                  <a:pt x="204847" y="15779"/>
                </a:lnTo>
                <a:lnTo>
                  <a:pt x="203746" y="16880"/>
                </a:lnTo>
                <a:lnTo>
                  <a:pt x="203746" y="18447"/>
                </a:lnTo>
                <a:close/>
                <a:moveTo>
                  <a:pt x="200544" y="14445"/>
                </a:moveTo>
                <a:lnTo>
                  <a:pt x="200544" y="10709"/>
                </a:lnTo>
                <a:lnTo>
                  <a:pt x="201644" y="11776"/>
                </a:lnTo>
                <a:lnTo>
                  <a:pt x="203179" y="11776"/>
                </a:lnTo>
                <a:close/>
                <a:moveTo>
                  <a:pt x="199743" y="14445"/>
                </a:moveTo>
                <a:lnTo>
                  <a:pt x="197108" y="11776"/>
                </a:lnTo>
                <a:lnTo>
                  <a:pt x="198476" y="11776"/>
                </a:lnTo>
                <a:lnTo>
                  <a:pt x="198776" y="11676"/>
                </a:lnTo>
                <a:lnTo>
                  <a:pt x="199743" y="10709"/>
                </a:lnTo>
                <a:lnTo>
                  <a:pt x="199743" y="14445"/>
                </a:lnTo>
                <a:close/>
                <a:moveTo>
                  <a:pt x="199176" y="15779"/>
                </a:moveTo>
                <a:lnTo>
                  <a:pt x="196541" y="18414"/>
                </a:lnTo>
                <a:lnTo>
                  <a:pt x="196541" y="16880"/>
                </a:lnTo>
                <a:lnTo>
                  <a:pt x="195440" y="15779"/>
                </a:lnTo>
                <a:close/>
                <a:moveTo>
                  <a:pt x="199743" y="16346"/>
                </a:moveTo>
                <a:lnTo>
                  <a:pt x="199743" y="20082"/>
                </a:lnTo>
                <a:lnTo>
                  <a:pt x="198776" y="19115"/>
                </a:lnTo>
                <a:lnTo>
                  <a:pt x="198476" y="18981"/>
                </a:lnTo>
                <a:lnTo>
                  <a:pt x="197108" y="18981"/>
                </a:lnTo>
                <a:close/>
                <a:moveTo>
                  <a:pt x="188869" y="25786"/>
                </a:moveTo>
                <a:lnTo>
                  <a:pt x="186801" y="25786"/>
                </a:lnTo>
                <a:lnTo>
                  <a:pt x="185133" y="24085"/>
                </a:lnTo>
                <a:lnTo>
                  <a:pt x="185133" y="16346"/>
                </a:lnTo>
                <a:lnTo>
                  <a:pt x="188869" y="20049"/>
                </a:lnTo>
                <a:lnTo>
                  <a:pt x="188869" y="25786"/>
                </a:lnTo>
                <a:close/>
                <a:moveTo>
                  <a:pt x="184332" y="24085"/>
                </a:moveTo>
                <a:lnTo>
                  <a:pt x="182664" y="25786"/>
                </a:lnTo>
                <a:lnTo>
                  <a:pt x="180629" y="25786"/>
                </a:lnTo>
                <a:lnTo>
                  <a:pt x="180629" y="20049"/>
                </a:lnTo>
                <a:lnTo>
                  <a:pt x="184332" y="16346"/>
                </a:lnTo>
                <a:lnTo>
                  <a:pt x="184332" y="24085"/>
                </a:lnTo>
                <a:close/>
                <a:moveTo>
                  <a:pt x="171723" y="21083"/>
                </a:moveTo>
                <a:lnTo>
                  <a:pt x="169755" y="23051"/>
                </a:lnTo>
                <a:lnTo>
                  <a:pt x="169755" y="21216"/>
                </a:lnTo>
                <a:lnTo>
                  <a:pt x="171156" y="19782"/>
                </a:lnTo>
                <a:lnTo>
                  <a:pt x="173157" y="19782"/>
                </a:lnTo>
                <a:lnTo>
                  <a:pt x="174492" y="21083"/>
                </a:lnTo>
                <a:close/>
                <a:moveTo>
                  <a:pt x="172957" y="18447"/>
                </a:moveTo>
                <a:lnTo>
                  <a:pt x="170289" y="15779"/>
                </a:lnTo>
                <a:lnTo>
                  <a:pt x="174025" y="15779"/>
                </a:lnTo>
                <a:lnTo>
                  <a:pt x="172957" y="16880"/>
                </a:lnTo>
                <a:lnTo>
                  <a:pt x="172957" y="18447"/>
                </a:lnTo>
                <a:close/>
                <a:moveTo>
                  <a:pt x="169755" y="14445"/>
                </a:moveTo>
                <a:lnTo>
                  <a:pt x="169755" y="10709"/>
                </a:lnTo>
                <a:lnTo>
                  <a:pt x="170722" y="11676"/>
                </a:lnTo>
                <a:lnTo>
                  <a:pt x="170989" y="11809"/>
                </a:lnTo>
                <a:lnTo>
                  <a:pt x="172390" y="11809"/>
                </a:lnTo>
                <a:close/>
                <a:moveTo>
                  <a:pt x="168954" y="14445"/>
                </a:moveTo>
                <a:lnTo>
                  <a:pt x="166319" y="11776"/>
                </a:lnTo>
                <a:lnTo>
                  <a:pt x="167854" y="11776"/>
                </a:lnTo>
                <a:lnTo>
                  <a:pt x="168954" y="10709"/>
                </a:lnTo>
                <a:close/>
                <a:moveTo>
                  <a:pt x="168387" y="15779"/>
                </a:moveTo>
                <a:lnTo>
                  <a:pt x="165752" y="18414"/>
                </a:lnTo>
                <a:lnTo>
                  <a:pt x="165752" y="16880"/>
                </a:lnTo>
                <a:lnTo>
                  <a:pt x="164651" y="15779"/>
                </a:lnTo>
                <a:close/>
                <a:moveTo>
                  <a:pt x="165519" y="19782"/>
                </a:moveTo>
                <a:lnTo>
                  <a:pt x="167520" y="19782"/>
                </a:lnTo>
                <a:lnTo>
                  <a:pt x="168954" y="21216"/>
                </a:lnTo>
                <a:lnTo>
                  <a:pt x="168954" y="23051"/>
                </a:lnTo>
                <a:lnTo>
                  <a:pt x="166986" y="21083"/>
                </a:lnTo>
                <a:lnTo>
                  <a:pt x="166820" y="21083"/>
                </a:lnTo>
                <a:lnTo>
                  <a:pt x="164218" y="21083"/>
                </a:lnTo>
                <a:close/>
                <a:moveTo>
                  <a:pt x="163417" y="21883"/>
                </a:moveTo>
                <a:lnTo>
                  <a:pt x="166653" y="21883"/>
                </a:lnTo>
                <a:lnTo>
                  <a:pt x="168954" y="24185"/>
                </a:lnTo>
                <a:lnTo>
                  <a:pt x="168954" y="26553"/>
                </a:lnTo>
                <a:lnTo>
                  <a:pt x="165952" y="23551"/>
                </a:lnTo>
                <a:lnTo>
                  <a:pt x="165786" y="23551"/>
                </a:lnTo>
                <a:lnTo>
                  <a:pt x="161716" y="23551"/>
                </a:lnTo>
                <a:close/>
                <a:moveTo>
                  <a:pt x="160949" y="24352"/>
                </a:moveTo>
                <a:lnTo>
                  <a:pt x="165619" y="24352"/>
                </a:lnTo>
                <a:lnTo>
                  <a:pt x="168954" y="27654"/>
                </a:lnTo>
                <a:lnTo>
                  <a:pt x="168954" y="29822"/>
                </a:lnTo>
                <a:lnTo>
                  <a:pt x="164985" y="25886"/>
                </a:lnTo>
                <a:lnTo>
                  <a:pt x="164852" y="25886"/>
                </a:lnTo>
                <a:lnTo>
                  <a:pt x="159414" y="25886"/>
                </a:lnTo>
                <a:close/>
                <a:moveTo>
                  <a:pt x="158047" y="25786"/>
                </a:moveTo>
                <a:lnTo>
                  <a:pt x="156012" y="25786"/>
                </a:lnTo>
                <a:lnTo>
                  <a:pt x="154344" y="24085"/>
                </a:lnTo>
                <a:lnTo>
                  <a:pt x="154344" y="16346"/>
                </a:lnTo>
                <a:lnTo>
                  <a:pt x="158047" y="20049"/>
                </a:lnTo>
                <a:lnTo>
                  <a:pt x="158047" y="25786"/>
                </a:lnTo>
                <a:close/>
                <a:moveTo>
                  <a:pt x="153543" y="24085"/>
                </a:moveTo>
                <a:lnTo>
                  <a:pt x="151876" y="25786"/>
                </a:lnTo>
                <a:lnTo>
                  <a:pt x="149841" y="25786"/>
                </a:lnTo>
                <a:lnTo>
                  <a:pt x="149841" y="20049"/>
                </a:lnTo>
                <a:lnTo>
                  <a:pt x="153543" y="16346"/>
                </a:lnTo>
                <a:lnTo>
                  <a:pt x="153543" y="24085"/>
                </a:lnTo>
                <a:close/>
                <a:moveTo>
                  <a:pt x="141068" y="21083"/>
                </a:moveTo>
                <a:lnTo>
                  <a:pt x="140901" y="21083"/>
                </a:lnTo>
                <a:lnTo>
                  <a:pt x="138933" y="23051"/>
                </a:lnTo>
                <a:lnTo>
                  <a:pt x="138933" y="21216"/>
                </a:lnTo>
                <a:lnTo>
                  <a:pt x="140367" y="19782"/>
                </a:lnTo>
                <a:lnTo>
                  <a:pt x="142369" y="19782"/>
                </a:lnTo>
                <a:lnTo>
                  <a:pt x="143703" y="21083"/>
                </a:lnTo>
                <a:close/>
                <a:moveTo>
                  <a:pt x="142135" y="18447"/>
                </a:moveTo>
                <a:lnTo>
                  <a:pt x="139500" y="15779"/>
                </a:lnTo>
                <a:lnTo>
                  <a:pt x="143236" y="15779"/>
                </a:lnTo>
                <a:lnTo>
                  <a:pt x="142135" y="16880"/>
                </a:lnTo>
                <a:lnTo>
                  <a:pt x="142135" y="18447"/>
                </a:lnTo>
                <a:close/>
                <a:moveTo>
                  <a:pt x="138933" y="14445"/>
                </a:moveTo>
                <a:lnTo>
                  <a:pt x="138933" y="10709"/>
                </a:lnTo>
                <a:lnTo>
                  <a:pt x="140034" y="11776"/>
                </a:lnTo>
                <a:lnTo>
                  <a:pt x="141602" y="11776"/>
                </a:lnTo>
                <a:close/>
                <a:moveTo>
                  <a:pt x="138166" y="14445"/>
                </a:moveTo>
                <a:lnTo>
                  <a:pt x="135531" y="11776"/>
                </a:lnTo>
                <a:lnTo>
                  <a:pt x="136898" y="11776"/>
                </a:lnTo>
                <a:lnTo>
                  <a:pt x="137165" y="11676"/>
                </a:lnTo>
                <a:lnTo>
                  <a:pt x="138166" y="10709"/>
                </a:lnTo>
                <a:lnTo>
                  <a:pt x="138166" y="14445"/>
                </a:lnTo>
                <a:close/>
                <a:moveTo>
                  <a:pt x="137599" y="15779"/>
                </a:moveTo>
                <a:lnTo>
                  <a:pt x="134964" y="18414"/>
                </a:lnTo>
                <a:lnTo>
                  <a:pt x="134964" y="16880"/>
                </a:lnTo>
                <a:lnTo>
                  <a:pt x="133863" y="15779"/>
                </a:lnTo>
                <a:close/>
                <a:moveTo>
                  <a:pt x="138166" y="16346"/>
                </a:moveTo>
                <a:lnTo>
                  <a:pt x="138166" y="20082"/>
                </a:lnTo>
                <a:lnTo>
                  <a:pt x="137165" y="19115"/>
                </a:lnTo>
                <a:lnTo>
                  <a:pt x="136898" y="18981"/>
                </a:lnTo>
                <a:lnTo>
                  <a:pt x="135531" y="18981"/>
                </a:lnTo>
                <a:close/>
                <a:moveTo>
                  <a:pt x="127258" y="25786"/>
                </a:moveTo>
                <a:lnTo>
                  <a:pt x="125223" y="25786"/>
                </a:lnTo>
                <a:lnTo>
                  <a:pt x="123555" y="24085"/>
                </a:lnTo>
                <a:lnTo>
                  <a:pt x="123555" y="16346"/>
                </a:lnTo>
                <a:lnTo>
                  <a:pt x="127258" y="20049"/>
                </a:lnTo>
                <a:close/>
                <a:moveTo>
                  <a:pt x="122755" y="24085"/>
                </a:moveTo>
                <a:lnTo>
                  <a:pt x="121087" y="25786"/>
                </a:lnTo>
                <a:lnTo>
                  <a:pt x="119052" y="25786"/>
                </a:lnTo>
                <a:lnTo>
                  <a:pt x="119052" y="20049"/>
                </a:lnTo>
                <a:lnTo>
                  <a:pt x="122755" y="16346"/>
                </a:lnTo>
                <a:close/>
                <a:moveTo>
                  <a:pt x="110112" y="21083"/>
                </a:moveTo>
                <a:lnTo>
                  <a:pt x="108144" y="23051"/>
                </a:lnTo>
                <a:lnTo>
                  <a:pt x="108144" y="21216"/>
                </a:lnTo>
                <a:lnTo>
                  <a:pt x="109579" y="19782"/>
                </a:lnTo>
                <a:lnTo>
                  <a:pt x="111580" y="19782"/>
                </a:lnTo>
                <a:lnTo>
                  <a:pt x="112914" y="21083"/>
                </a:lnTo>
                <a:close/>
                <a:moveTo>
                  <a:pt x="111347" y="18447"/>
                </a:moveTo>
                <a:lnTo>
                  <a:pt x="108711" y="15779"/>
                </a:lnTo>
                <a:lnTo>
                  <a:pt x="112447" y="15779"/>
                </a:lnTo>
                <a:lnTo>
                  <a:pt x="111347" y="16880"/>
                </a:lnTo>
                <a:close/>
                <a:moveTo>
                  <a:pt x="108144" y="14445"/>
                </a:moveTo>
                <a:lnTo>
                  <a:pt x="108144" y="10709"/>
                </a:lnTo>
                <a:lnTo>
                  <a:pt x="109145" y="11676"/>
                </a:lnTo>
                <a:lnTo>
                  <a:pt x="109412" y="11809"/>
                </a:lnTo>
                <a:lnTo>
                  <a:pt x="110813" y="11809"/>
                </a:lnTo>
                <a:close/>
                <a:moveTo>
                  <a:pt x="107377" y="14445"/>
                </a:moveTo>
                <a:lnTo>
                  <a:pt x="104709" y="11776"/>
                </a:lnTo>
                <a:lnTo>
                  <a:pt x="106276" y="11776"/>
                </a:lnTo>
                <a:lnTo>
                  <a:pt x="107377" y="10709"/>
                </a:lnTo>
                <a:close/>
                <a:moveTo>
                  <a:pt x="106810" y="15779"/>
                </a:moveTo>
                <a:lnTo>
                  <a:pt x="104175" y="18414"/>
                </a:lnTo>
                <a:lnTo>
                  <a:pt x="104175" y="16880"/>
                </a:lnTo>
                <a:lnTo>
                  <a:pt x="103074" y="15779"/>
                </a:lnTo>
                <a:close/>
                <a:moveTo>
                  <a:pt x="103941" y="19782"/>
                </a:moveTo>
                <a:lnTo>
                  <a:pt x="105943" y="19782"/>
                </a:lnTo>
                <a:lnTo>
                  <a:pt x="107344" y="21216"/>
                </a:lnTo>
                <a:lnTo>
                  <a:pt x="107344" y="23051"/>
                </a:lnTo>
                <a:lnTo>
                  <a:pt x="105376" y="21083"/>
                </a:lnTo>
                <a:lnTo>
                  <a:pt x="105242" y="21083"/>
                </a:lnTo>
                <a:lnTo>
                  <a:pt x="102607" y="21083"/>
                </a:lnTo>
                <a:close/>
                <a:moveTo>
                  <a:pt x="101840" y="21883"/>
                </a:moveTo>
                <a:lnTo>
                  <a:pt x="105076" y="21883"/>
                </a:lnTo>
                <a:lnTo>
                  <a:pt x="107377" y="24185"/>
                </a:lnTo>
                <a:lnTo>
                  <a:pt x="107377" y="26553"/>
                </a:lnTo>
                <a:lnTo>
                  <a:pt x="104375" y="23551"/>
                </a:lnTo>
                <a:lnTo>
                  <a:pt x="104208" y="23551"/>
                </a:lnTo>
                <a:lnTo>
                  <a:pt x="100139" y="23551"/>
                </a:lnTo>
                <a:close/>
                <a:moveTo>
                  <a:pt x="99371" y="24352"/>
                </a:moveTo>
                <a:lnTo>
                  <a:pt x="104041" y="24352"/>
                </a:lnTo>
                <a:lnTo>
                  <a:pt x="107377" y="27654"/>
                </a:lnTo>
                <a:lnTo>
                  <a:pt x="107377" y="29822"/>
                </a:lnTo>
                <a:lnTo>
                  <a:pt x="103408" y="25886"/>
                </a:lnTo>
                <a:lnTo>
                  <a:pt x="103241" y="25886"/>
                </a:lnTo>
                <a:lnTo>
                  <a:pt x="97837" y="25886"/>
                </a:lnTo>
                <a:close/>
                <a:moveTo>
                  <a:pt x="96469" y="25786"/>
                </a:moveTo>
                <a:lnTo>
                  <a:pt x="94435" y="25786"/>
                </a:lnTo>
                <a:lnTo>
                  <a:pt x="92767" y="24085"/>
                </a:lnTo>
                <a:lnTo>
                  <a:pt x="92767" y="16346"/>
                </a:lnTo>
                <a:lnTo>
                  <a:pt x="96469" y="20082"/>
                </a:lnTo>
                <a:close/>
                <a:moveTo>
                  <a:pt x="91966" y="24085"/>
                </a:moveTo>
                <a:lnTo>
                  <a:pt x="90298" y="25786"/>
                </a:lnTo>
                <a:lnTo>
                  <a:pt x="88264" y="25786"/>
                </a:lnTo>
                <a:lnTo>
                  <a:pt x="88264" y="20049"/>
                </a:lnTo>
                <a:lnTo>
                  <a:pt x="91966" y="16346"/>
                </a:lnTo>
                <a:close/>
                <a:moveTo>
                  <a:pt x="79491" y="21083"/>
                </a:moveTo>
                <a:lnTo>
                  <a:pt x="79324" y="21083"/>
                </a:lnTo>
                <a:lnTo>
                  <a:pt x="77356" y="23051"/>
                </a:lnTo>
                <a:lnTo>
                  <a:pt x="77356" y="21216"/>
                </a:lnTo>
                <a:lnTo>
                  <a:pt x="78790" y="19782"/>
                </a:lnTo>
                <a:lnTo>
                  <a:pt x="80792" y="19782"/>
                </a:lnTo>
                <a:lnTo>
                  <a:pt x="82126" y="21083"/>
                </a:lnTo>
                <a:close/>
                <a:moveTo>
                  <a:pt x="80558" y="18447"/>
                </a:moveTo>
                <a:lnTo>
                  <a:pt x="77923" y="15779"/>
                </a:lnTo>
                <a:lnTo>
                  <a:pt x="81659" y="15779"/>
                </a:lnTo>
                <a:lnTo>
                  <a:pt x="80558" y="16880"/>
                </a:lnTo>
                <a:close/>
                <a:moveTo>
                  <a:pt x="77356" y="14445"/>
                </a:moveTo>
                <a:lnTo>
                  <a:pt x="77356" y="10709"/>
                </a:lnTo>
                <a:lnTo>
                  <a:pt x="78457" y="11776"/>
                </a:lnTo>
                <a:lnTo>
                  <a:pt x="80024" y="11776"/>
                </a:lnTo>
                <a:close/>
                <a:moveTo>
                  <a:pt x="76589" y="14445"/>
                </a:moveTo>
                <a:lnTo>
                  <a:pt x="73920" y="11776"/>
                </a:lnTo>
                <a:lnTo>
                  <a:pt x="75321" y="11776"/>
                </a:lnTo>
                <a:lnTo>
                  <a:pt x="75588" y="11676"/>
                </a:lnTo>
                <a:lnTo>
                  <a:pt x="76555" y="10709"/>
                </a:lnTo>
                <a:lnTo>
                  <a:pt x="76555" y="14445"/>
                </a:lnTo>
                <a:close/>
                <a:moveTo>
                  <a:pt x="76021" y="15779"/>
                </a:moveTo>
                <a:lnTo>
                  <a:pt x="73386" y="18414"/>
                </a:lnTo>
                <a:lnTo>
                  <a:pt x="73386" y="16880"/>
                </a:lnTo>
                <a:lnTo>
                  <a:pt x="72285" y="15779"/>
                </a:lnTo>
                <a:close/>
                <a:moveTo>
                  <a:pt x="76589" y="16346"/>
                </a:moveTo>
                <a:lnTo>
                  <a:pt x="76589" y="20082"/>
                </a:lnTo>
                <a:lnTo>
                  <a:pt x="75588" y="19115"/>
                </a:lnTo>
                <a:lnTo>
                  <a:pt x="75321" y="18981"/>
                </a:lnTo>
                <a:lnTo>
                  <a:pt x="73920" y="18981"/>
                </a:lnTo>
                <a:close/>
                <a:moveTo>
                  <a:pt x="65681" y="25786"/>
                </a:moveTo>
                <a:lnTo>
                  <a:pt x="63646" y="25786"/>
                </a:lnTo>
                <a:lnTo>
                  <a:pt x="61978" y="24085"/>
                </a:lnTo>
                <a:lnTo>
                  <a:pt x="61978" y="16346"/>
                </a:lnTo>
                <a:lnTo>
                  <a:pt x="65681" y="20049"/>
                </a:lnTo>
                <a:close/>
                <a:moveTo>
                  <a:pt x="61178" y="24085"/>
                </a:moveTo>
                <a:lnTo>
                  <a:pt x="59510" y="25786"/>
                </a:lnTo>
                <a:lnTo>
                  <a:pt x="57475" y="25786"/>
                </a:lnTo>
                <a:lnTo>
                  <a:pt x="57475" y="20049"/>
                </a:lnTo>
                <a:lnTo>
                  <a:pt x="61178" y="16346"/>
                </a:lnTo>
                <a:close/>
                <a:moveTo>
                  <a:pt x="48535" y="21083"/>
                </a:moveTo>
                <a:lnTo>
                  <a:pt x="46567" y="23051"/>
                </a:lnTo>
                <a:lnTo>
                  <a:pt x="46567" y="21216"/>
                </a:lnTo>
                <a:lnTo>
                  <a:pt x="48001" y="19782"/>
                </a:lnTo>
                <a:lnTo>
                  <a:pt x="50003" y="19782"/>
                </a:lnTo>
                <a:lnTo>
                  <a:pt x="51337" y="21083"/>
                </a:lnTo>
                <a:close/>
                <a:moveTo>
                  <a:pt x="49769" y="18447"/>
                </a:moveTo>
                <a:lnTo>
                  <a:pt x="47134" y="15779"/>
                </a:lnTo>
                <a:lnTo>
                  <a:pt x="50870" y="15779"/>
                </a:lnTo>
                <a:lnTo>
                  <a:pt x="49769" y="16880"/>
                </a:lnTo>
                <a:close/>
                <a:moveTo>
                  <a:pt x="46567" y="14445"/>
                </a:moveTo>
                <a:lnTo>
                  <a:pt x="46567" y="10709"/>
                </a:lnTo>
                <a:lnTo>
                  <a:pt x="47534" y="11676"/>
                </a:lnTo>
                <a:lnTo>
                  <a:pt x="47835" y="11809"/>
                </a:lnTo>
                <a:lnTo>
                  <a:pt x="49202" y="11809"/>
                </a:lnTo>
                <a:close/>
                <a:moveTo>
                  <a:pt x="45767" y="14445"/>
                </a:moveTo>
                <a:lnTo>
                  <a:pt x="43131" y="11776"/>
                </a:lnTo>
                <a:lnTo>
                  <a:pt x="44699" y="11776"/>
                </a:lnTo>
                <a:lnTo>
                  <a:pt x="45767" y="10709"/>
                </a:lnTo>
                <a:close/>
                <a:moveTo>
                  <a:pt x="45233" y="15779"/>
                </a:moveTo>
                <a:lnTo>
                  <a:pt x="42564" y="18414"/>
                </a:lnTo>
                <a:lnTo>
                  <a:pt x="42564" y="16880"/>
                </a:lnTo>
                <a:lnTo>
                  <a:pt x="41497" y="15779"/>
                </a:lnTo>
                <a:close/>
                <a:moveTo>
                  <a:pt x="42364" y="19782"/>
                </a:moveTo>
                <a:lnTo>
                  <a:pt x="44366" y="19782"/>
                </a:lnTo>
                <a:lnTo>
                  <a:pt x="45767" y="21216"/>
                </a:lnTo>
                <a:lnTo>
                  <a:pt x="45767" y="23051"/>
                </a:lnTo>
                <a:lnTo>
                  <a:pt x="43798" y="21083"/>
                </a:lnTo>
                <a:lnTo>
                  <a:pt x="43665" y="21083"/>
                </a:lnTo>
                <a:lnTo>
                  <a:pt x="41030" y="21083"/>
                </a:lnTo>
                <a:close/>
                <a:moveTo>
                  <a:pt x="40229" y="21883"/>
                </a:moveTo>
                <a:lnTo>
                  <a:pt x="43498" y="21883"/>
                </a:lnTo>
                <a:lnTo>
                  <a:pt x="45767" y="24185"/>
                </a:lnTo>
                <a:lnTo>
                  <a:pt x="45767" y="26553"/>
                </a:lnTo>
                <a:lnTo>
                  <a:pt x="42798" y="23551"/>
                </a:lnTo>
                <a:lnTo>
                  <a:pt x="42631" y="23551"/>
                </a:lnTo>
                <a:lnTo>
                  <a:pt x="38561" y="23551"/>
                </a:lnTo>
                <a:close/>
                <a:moveTo>
                  <a:pt x="37761" y="24352"/>
                </a:moveTo>
                <a:lnTo>
                  <a:pt x="42464" y="24352"/>
                </a:lnTo>
                <a:lnTo>
                  <a:pt x="45767" y="27654"/>
                </a:lnTo>
                <a:lnTo>
                  <a:pt x="45767" y="29822"/>
                </a:lnTo>
                <a:lnTo>
                  <a:pt x="41830" y="25886"/>
                </a:lnTo>
                <a:lnTo>
                  <a:pt x="41664" y="25886"/>
                </a:lnTo>
                <a:lnTo>
                  <a:pt x="36260" y="25886"/>
                </a:lnTo>
                <a:close/>
                <a:moveTo>
                  <a:pt x="34892" y="25786"/>
                </a:moveTo>
                <a:lnTo>
                  <a:pt x="32857" y="25786"/>
                </a:lnTo>
                <a:lnTo>
                  <a:pt x="31189" y="24085"/>
                </a:lnTo>
                <a:lnTo>
                  <a:pt x="31189" y="16346"/>
                </a:lnTo>
                <a:lnTo>
                  <a:pt x="34892" y="20049"/>
                </a:lnTo>
                <a:close/>
                <a:moveTo>
                  <a:pt x="30389" y="24085"/>
                </a:moveTo>
                <a:lnTo>
                  <a:pt x="28721" y="25786"/>
                </a:lnTo>
                <a:lnTo>
                  <a:pt x="26653" y="25786"/>
                </a:lnTo>
                <a:lnTo>
                  <a:pt x="26653" y="20049"/>
                </a:lnTo>
                <a:lnTo>
                  <a:pt x="30389" y="16346"/>
                </a:lnTo>
                <a:lnTo>
                  <a:pt x="30389" y="24085"/>
                </a:lnTo>
                <a:close/>
                <a:moveTo>
                  <a:pt x="19748" y="35693"/>
                </a:moveTo>
                <a:lnTo>
                  <a:pt x="19881" y="35693"/>
                </a:lnTo>
                <a:lnTo>
                  <a:pt x="25319" y="35693"/>
                </a:lnTo>
                <a:lnTo>
                  <a:pt x="23784" y="37228"/>
                </a:lnTo>
                <a:lnTo>
                  <a:pt x="19081" y="37228"/>
                </a:lnTo>
                <a:lnTo>
                  <a:pt x="15778" y="33892"/>
                </a:lnTo>
                <a:lnTo>
                  <a:pt x="15778" y="31757"/>
                </a:lnTo>
                <a:close/>
                <a:moveTo>
                  <a:pt x="18781" y="38028"/>
                </a:moveTo>
                <a:lnTo>
                  <a:pt x="18947" y="38028"/>
                </a:lnTo>
                <a:lnTo>
                  <a:pt x="22984" y="38028"/>
                </a:lnTo>
                <a:lnTo>
                  <a:pt x="21316" y="39696"/>
                </a:lnTo>
                <a:lnTo>
                  <a:pt x="18080" y="39696"/>
                </a:lnTo>
                <a:lnTo>
                  <a:pt x="15778" y="37394"/>
                </a:lnTo>
                <a:lnTo>
                  <a:pt x="15778" y="35026"/>
                </a:lnTo>
                <a:close/>
                <a:moveTo>
                  <a:pt x="14978" y="40363"/>
                </a:moveTo>
                <a:lnTo>
                  <a:pt x="13577" y="41797"/>
                </a:lnTo>
                <a:lnTo>
                  <a:pt x="11542" y="41797"/>
                </a:lnTo>
                <a:lnTo>
                  <a:pt x="10241" y="40463"/>
                </a:lnTo>
                <a:lnTo>
                  <a:pt x="13010" y="40463"/>
                </a:lnTo>
                <a:lnTo>
                  <a:pt x="14978" y="38495"/>
                </a:lnTo>
                <a:lnTo>
                  <a:pt x="14978" y="40363"/>
                </a:lnTo>
                <a:close/>
                <a:moveTo>
                  <a:pt x="11776" y="43132"/>
                </a:moveTo>
                <a:lnTo>
                  <a:pt x="14411" y="45800"/>
                </a:lnTo>
                <a:lnTo>
                  <a:pt x="10675" y="45800"/>
                </a:lnTo>
                <a:lnTo>
                  <a:pt x="11776" y="44700"/>
                </a:lnTo>
                <a:lnTo>
                  <a:pt x="11776" y="43132"/>
                </a:lnTo>
                <a:close/>
                <a:moveTo>
                  <a:pt x="14978" y="47135"/>
                </a:moveTo>
                <a:lnTo>
                  <a:pt x="14978" y="50871"/>
                </a:lnTo>
                <a:lnTo>
                  <a:pt x="14011" y="49903"/>
                </a:lnTo>
                <a:lnTo>
                  <a:pt x="13744" y="49770"/>
                </a:lnTo>
                <a:lnTo>
                  <a:pt x="12343" y="49770"/>
                </a:lnTo>
                <a:close/>
                <a:moveTo>
                  <a:pt x="15778" y="52005"/>
                </a:moveTo>
                <a:lnTo>
                  <a:pt x="17213" y="50570"/>
                </a:lnTo>
                <a:lnTo>
                  <a:pt x="19214" y="50570"/>
                </a:lnTo>
                <a:lnTo>
                  <a:pt x="20549" y="51905"/>
                </a:lnTo>
                <a:lnTo>
                  <a:pt x="17747" y="51905"/>
                </a:lnTo>
                <a:lnTo>
                  <a:pt x="15778" y="53873"/>
                </a:lnTo>
                <a:close/>
                <a:moveTo>
                  <a:pt x="18080" y="52672"/>
                </a:moveTo>
                <a:lnTo>
                  <a:pt x="21316" y="52672"/>
                </a:lnTo>
                <a:lnTo>
                  <a:pt x="23017" y="54340"/>
                </a:lnTo>
                <a:lnTo>
                  <a:pt x="18947" y="54340"/>
                </a:lnTo>
                <a:lnTo>
                  <a:pt x="18647" y="54473"/>
                </a:lnTo>
                <a:lnTo>
                  <a:pt x="15778" y="57342"/>
                </a:lnTo>
                <a:lnTo>
                  <a:pt x="15778" y="54974"/>
                </a:lnTo>
                <a:close/>
                <a:moveTo>
                  <a:pt x="19081" y="55140"/>
                </a:moveTo>
                <a:lnTo>
                  <a:pt x="23784" y="55140"/>
                </a:lnTo>
                <a:lnTo>
                  <a:pt x="25319" y="56675"/>
                </a:lnTo>
                <a:lnTo>
                  <a:pt x="19748" y="56675"/>
                </a:lnTo>
                <a:lnTo>
                  <a:pt x="15778" y="60611"/>
                </a:lnTo>
                <a:lnTo>
                  <a:pt x="15778" y="58443"/>
                </a:lnTo>
                <a:close/>
                <a:moveTo>
                  <a:pt x="19748" y="66482"/>
                </a:moveTo>
                <a:lnTo>
                  <a:pt x="25319" y="66482"/>
                </a:lnTo>
                <a:lnTo>
                  <a:pt x="23784" y="68016"/>
                </a:lnTo>
                <a:lnTo>
                  <a:pt x="19081" y="68016"/>
                </a:lnTo>
                <a:lnTo>
                  <a:pt x="15778" y="64714"/>
                </a:lnTo>
                <a:lnTo>
                  <a:pt x="15778" y="62546"/>
                </a:lnTo>
                <a:close/>
                <a:moveTo>
                  <a:pt x="18647" y="68683"/>
                </a:moveTo>
                <a:lnTo>
                  <a:pt x="18947" y="68817"/>
                </a:lnTo>
                <a:lnTo>
                  <a:pt x="22984" y="68817"/>
                </a:lnTo>
                <a:lnTo>
                  <a:pt x="21316" y="70485"/>
                </a:lnTo>
                <a:lnTo>
                  <a:pt x="18080" y="70485"/>
                </a:lnTo>
                <a:lnTo>
                  <a:pt x="15778" y="68183"/>
                </a:lnTo>
                <a:lnTo>
                  <a:pt x="15778" y="65815"/>
                </a:lnTo>
                <a:close/>
                <a:moveTo>
                  <a:pt x="14978" y="71152"/>
                </a:moveTo>
                <a:lnTo>
                  <a:pt x="13577" y="72586"/>
                </a:lnTo>
                <a:lnTo>
                  <a:pt x="11542" y="72586"/>
                </a:lnTo>
                <a:lnTo>
                  <a:pt x="10241" y="71285"/>
                </a:lnTo>
                <a:lnTo>
                  <a:pt x="13010" y="71285"/>
                </a:lnTo>
                <a:lnTo>
                  <a:pt x="14978" y="69317"/>
                </a:lnTo>
                <a:lnTo>
                  <a:pt x="14978" y="71152"/>
                </a:lnTo>
                <a:close/>
                <a:moveTo>
                  <a:pt x="11776" y="75321"/>
                </a:moveTo>
                <a:lnTo>
                  <a:pt x="11776" y="73954"/>
                </a:lnTo>
                <a:lnTo>
                  <a:pt x="14411" y="76589"/>
                </a:lnTo>
                <a:lnTo>
                  <a:pt x="10675" y="76589"/>
                </a:lnTo>
                <a:lnTo>
                  <a:pt x="11675" y="75588"/>
                </a:lnTo>
                <a:close/>
                <a:moveTo>
                  <a:pt x="14444" y="77356"/>
                </a:moveTo>
                <a:lnTo>
                  <a:pt x="11776" y="80025"/>
                </a:lnTo>
                <a:lnTo>
                  <a:pt x="11776" y="78457"/>
                </a:lnTo>
                <a:lnTo>
                  <a:pt x="10675" y="77356"/>
                </a:lnTo>
                <a:close/>
                <a:moveTo>
                  <a:pt x="14978" y="77923"/>
                </a:moveTo>
                <a:lnTo>
                  <a:pt x="14978" y="81659"/>
                </a:lnTo>
                <a:lnTo>
                  <a:pt x="14011" y="80692"/>
                </a:lnTo>
                <a:lnTo>
                  <a:pt x="13744" y="80559"/>
                </a:lnTo>
                <a:lnTo>
                  <a:pt x="12343" y="80559"/>
                </a:lnTo>
                <a:close/>
                <a:moveTo>
                  <a:pt x="15778" y="82794"/>
                </a:moveTo>
                <a:lnTo>
                  <a:pt x="17213" y="81359"/>
                </a:lnTo>
                <a:lnTo>
                  <a:pt x="19214" y="81359"/>
                </a:lnTo>
                <a:lnTo>
                  <a:pt x="20549" y="82693"/>
                </a:lnTo>
                <a:lnTo>
                  <a:pt x="17913" y="82693"/>
                </a:lnTo>
                <a:lnTo>
                  <a:pt x="17747" y="82693"/>
                </a:lnTo>
                <a:lnTo>
                  <a:pt x="15778" y="84662"/>
                </a:lnTo>
                <a:close/>
                <a:moveTo>
                  <a:pt x="18080" y="83461"/>
                </a:moveTo>
                <a:lnTo>
                  <a:pt x="21316" y="83461"/>
                </a:lnTo>
                <a:lnTo>
                  <a:pt x="23017" y="85162"/>
                </a:lnTo>
                <a:lnTo>
                  <a:pt x="18947" y="85162"/>
                </a:lnTo>
                <a:lnTo>
                  <a:pt x="18781" y="85162"/>
                </a:lnTo>
                <a:lnTo>
                  <a:pt x="15778" y="88131"/>
                </a:lnTo>
                <a:lnTo>
                  <a:pt x="15778" y="85762"/>
                </a:lnTo>
                <a:close/>
                <a:moveTo>
                  <a:pt x="19081" y="85929"/>
                </a:moveTo>
                <a:lnTo>
                  <a:pt x="23784" y="85929"/>
                </a:lnTo>
                <a:lnTo>
                  <a:pt x="25319" y="87464"/>
                </a:lnTo>
                <a:lnTo>
                  <a:pt x="19881" y="87464"/>
                </a:lnTo>
                <a:lnTo>
                  <a:pt x="19748" y="87464"/>
                </a:lnTo>
                <a:lnTo>
                  <a:pt x="15778" y="91400"/>
                </a:lnTo>
                <a:lnTo>
                  <a:pt x="15778" y="89265"/>
                </a:lnTo>
                <a:close/>
                <a:moveTo>
                  <a:pt x="26653" y="97371"/>
                </a:moveTo>
                <a:lnTo>
                  <a:pt x="28721" y="97371"/>
                </a:lnTo>
                <a:lnTo>
                  <a:pt x="30389" y="99072"/>
                </a:lnTo>
                <a:lnTo>
                  <a:pt x="30389" y="106811"/>
                </a:lnTo>
                <a:lnTo>
                  <a:pt x="26653" y="103108"/>
                </a:lnTo>
                <a:lnTo>
                  <a:pt x="26653" y="97371"/>
                </a:lnTo>
                <a:close/>
                <a:moveTo>
                  <a:pt x="31189" y="99072"/>
                </a:moveTo>
                <a:lnTo>
                  <a:pt x="32857" y="97371"/>
                </a:lnTo>
                <a:lnTo>
                  <a:pt x="34892" y="97371"/>
                </a:lnTo>
                <a:lnTo>
                  <a:pt x="34892" y="103108"/>
                </a:lnTo>
                <a:lnTo>
                  <a:pt x="31189" y="106811"/>
                </a:lnTo>
                <a:close/>
                <a:moveTo>
                  <a:pt x="43665" y="102074"/>
                </a:moveTo>
                <a:lnTo>
                  <a:pt x="43798" y="102074"/>
                </a:lnTo>
                <a:lnTo>
                  <a:pt x="45767" y="100106"/>
                </a:lnTo>
                <a:lnTo>
                  <a:pt x="45767" y="101974"/>
                </a:lnTo>
                <a:lnTo>
                  <a:pt x="44366" y="103375"/>
                </a:lnTo>
                <a:lnTo>
                  <a:pt x="42364" y="103375"/>
                </a:lnTo>
                <a:lnTo>
                  <a:pt x="41030" y="102074"/>
                </a:lnTo>
                <a:close/>
                <a:moveTo>
                  <a:pt x="42564" y="104743"/>
                </a:moveTo>
                <a:lnTo>
                  <a:pt x="45233" y="107378"/>
                </a:lnTo>
                <a:lnTo>
                  <a:pt x="41497" y="107378"/>
                </a:lnTo>
                <a:lnTo>
                  <a:pt x="42564" y="106277"/>
                </a:lnTo>
                <a:lnTo>
                  <a:pt x="42564" y="104743"/>
                </a:lnTo>
                <a:close/>
                <a:moveTo>
                  <a:pt x="45767" y="108712"/>
                </a:moveTo>
                <a:lnTo>
                  <a:pt x="45767" y="112448"/>
                </a:lnTo>
                <a:lnTo>
                  <a:pt x="44699" y="111381"/>
                </a:lnTo>
                <a:lnTo>
                  <a:pt x="43131" y="111381"/>
                </a:lnTo>
                <a:close/>
                <a:moveTo>
                  <a:pt x="46567" y="108712"/>
                </a:moveTo>
                <a:lnTo>
                  <a:pt x="49202" y="111381"/>
                </a:lnTo>
                <a:lnTo>
                  <a:pt x="47835" y="111381"/>
                </a:lnTo>
                <a:lnTo>
                  <a:pt x="47568" y="111481"/>
                </a:lnTo>
                <a:lnTo>
                  <a:pt x="46567" y="112448"/>
                </a:lnTo>
                <a:lnTo>
                  <a:pt x="46567" y="108712"/>
                </a:lnTo>
                <a:close/>
                <a:moveTo>
                  <a:pt x="47134" y="107378"/>
                </a:moveTo>
                <a:lnTo>
                  <a:pt x="49769" y="104743"/>
                </a:lnTo>
                <a:lnTo>
                  <a:pt x="49769" y="106277"/>
                </a:lnTo>
                <a:lnTo>
                  <a:pt x="50870" y="107378"/>
                </a:lnTo>
                <a:close/>
                <a:moveTo>
                  <a:pt x="46567" y="106811"/>
                </a:moveTo>
                <a:lnTo>
                  <a:pt x="46567" y="103075"/>
                </a:lnTo>
                <a:lnTo>
                  <a:pt x="47534" y="104042"/>
                </a:lnTo>
                <a:lnTo>
                  <a:pt x="47835" y="104175"/>
                </a:lnTo>
                <a:lnTo>
                  <a:pt x="49202" y="104175"/>
                </a:lnTo>
                <a:close/>
                <a:moveTo>
                  <a:pt x="57475" y="97371"/>
                </a:moveTo>
                <a:lnTo>
                  <a:pt x="59510" y="97371"/>
                </a:lnTo>
                <a:lnTo>
                  <a:pt x="61178" y="99072"/>
                </a:lnTo>
                <a:lnTo>
                  <a:pt x="61178" y="106811"/>
                </a:lnTo>
                <a:lnTo>
                  <a:pt x="57475" y="103108"/>
                </a:lnTo>
                <a:close/>
                <a:moveTo>
                  <a:pt x="61978" y="99072"/>
                </a:moveTo>
                <a:lnTo>
                  <a:pt x="63646" y="97371"/>
                </a:lnTo>
                <a:lnTo>
                  <a:pt x="65681" y="97371"/>
                </a:lnTo>
                <a:lnTo>
                  <a:pt x="65681" y="103108"/>
                </a:lnTo>
                <a:lnTo>
                  <a:pt x="61978" y="106811"/>
                </a:lnTo>
                <a:close/>
                <a:moveTo>
                  <a:pt x="74620" y="102074"/>
                </a:moveTo>
                <a:lnTo>
                  <a:pt x="76589" y="100106"/>
                </a:lnTo>
                <a:lnTo>
                  <a:pt x="76589" y="101974"/>
                </a:lnTo>
                <a:lnTo>
                  <a:pt x="75154" y="103375"/>
                </a:lnTo>
                <a:lnTo>
                  <a:pt x="73153" y="103375"/>
                </a:lnTo>
                <a:lnTo>
                  <a:pt x="71818" y="102074"/>
                </a:lnTo>
                <a:close/>
                <a:moveTo>
                  <a:pt x="73386" y="104743"/>
                </a:moveTo>
                <a:lnTo>
                  <a:pt x="76021" y="107378"/>
                </a:lnTo>
                <a:lnTo>
                  <a:pt x="72285" y="107378"/>
                </a:lnTo>
                <a:lnTo>
                  <a:pt x="73386" y="106277"/>
                </a:lnTo>
                <a:close/>
                <a:moveTo>
                  <a:pt x="76589" y="108712"/>
                </a:moveTo>
                <a:lnTo>
                  <a:pt x="76589" y="112448"/>
                </a:lnTo>
                <a:lnTo>
                  <a:pt x="75588" y="111481"/>
                </a:lnTo>
                <a:lnTo>
                  <a:pt x="75321" y="111381"/>
                </a:lnTo>
                <a:lnTo>
                  <a:pt x="73920" y="111381"/>
                </a:lnTo>
                <a:close/>
                <a:moveTo>
                  <a:pt x="77356" y="108712"/>
                </a:moveTo>
                <a:lnTo>
                  <a:pt x="80024" y="111381"/>
                </a:lnTo>
                <a:lnTo>
                  <a:pt x="78457" y="111381"/>
                </a:lnTo>
                <a:lnTo>
                  <a:pt x="77356" y="112448"/>
                </a:lnTo>
                <a:close/>
                <a:moveTo>
                  <a:pt x="77923" y="107378"/>
                </a:moveTo>
                <a:lnTo>
                  <a:pt x="80558" y="104743"/>
                </a:lnTo>
                <a:lnTo>
                  <a:pt x="80558" y="106277"/>
                </a:lnTo>
                <a:lnTo>
                  <a:pt x="81659" y="107378"/>
                </a:lnTo>
                <a:close/>
                <a:moveTo>
                  <a:pt x="80792" y="103375"/>
                </a:moveTo>
                <a:lnTo>
                  <a:pt x="78790" y="103375"/>
                </a:lnTo>
                <a:lnTo>
                  <a:pt x="77356" y="101941"/>
                </a:lnTo>
                <a:lnTo>
                  <a:pt x="77356" y="100106"/>
                </a:lnTo>
                <a:lnTo>
                  <a:pt x="79324" y="102074"/>
                </a:lnTo>
                <a:lnTo>
                  <a:pt x="79491" y="102074"/>
                </a:lnTo>
                <a:lnTo>
                  <a:pt x="82092" y="102074"/>
                </a:lnTo>
                <a:close/>
                <a:moveTo>
                  <a:pt x="82893" y="101273"/>
                </a:moveTo>
                <a:lnTo>
                  <a:pt x="79657" y="101273"/>
                </a:lnTo>
                <a:lnTo>
                  <a:pt x="77356" y="98972"/>
                </a:lnTo>
                <a:lnTo>
                  <a:pt x="77356" y="96603"/>
                </a:lnTo>
                <a:lnTo>
                  <a:pt x="80358" y="99606"/>
                </a:lnTo>
                <a:lnTo>
                  <a:pt x="80525" y="99606"/>
                </a:lnTo>
                <a:lnTo>
                  <a:pt x="84594" y="99606"/>
                </a:lnTo>
                <a:close/>
                <a:moveTo>
                  <a:pt x="85361" y="98805"/>
                </a:moveTo>
                <a:lnTo>
                  <a:pt x="80691" y="98805"/>
                </a:lnTo>
                <a:lnTo>
                  <a:pt x="77356" y="95503"/>
                </a:lnTo>
                <a:lnTo>
                  <a:pt x="77356" y="93334"/>
                </a:lnTo>
                <a:lnTo>
                  <a:pt x="81325" y="97271"/>
                </a:lnTo>
                <a:lnTo>
                  <a:pt x="81492" y="97271"/>
                </a:lnTo>
                <a:lnTo>
                  <a:pt x="86896" y="97271"/>
                </a:lnTo>
                <a:close/>
                <a:moveTo>
                  <a:pt x="88264" y="97371"/>
                </a:moveTo>
                <a:lnTo>
                  <a:pt x="90298" y="97371"/>
                </a:lnTo>
                <a:lnTo>
                  <a:pt x="91966" y="99072"/>
                </a:lnTo>
                <a:lnTo>
                  <a:pt x="91966" y="106811"/>
                </a:lnTo>
                <a:lnTo>
                  <a:pt x="88264" y="103108"/>
                </a:lnTo>
                <a:close/>
                <a:moveTo>
                  <a:pt x="92767" y="99072"/>
                </a:moveTo>
                <a:lnTo>
                  <a:pt x="94435" y="97371"/>
                </a:lnTo>
                <a:lnTo>
                  <a:pt x="96469" y="97371"/>
                </a:lnTo>
                <a:lnTo>
                  <a:pt x="96469" y="103108"/>
                </a:lnTo>
                <a:lnTo>
                  <a:pt x="92767" y="106811"/>
                </a:lnTo>
                <a:close/>
                <a:moveTo>
                  <a:pt x="105242" y="102074"/>
                </a:moveTo>
                <a:lnTo>
                  <a:pt x="105409" y="102074"/>
                </a:lnTo>
                <a:lnTo>
                  <a:pt x="107377" y="100106"/>
                </a:lnTo>
                <a:lnTo>
                  <a:pt x="107377" y="101974"/>
                </a:lnTo>
                <a:lnTo>
                  <a:pt x="105943" y="103375"/>
                </a:lnTo>
                <a:lnTo>
                  <a:pt x="103941" y="103375"/>
                </a:lnTo>
                <a:lnTo>
                  <a:pt x="102607" y="102074"/>
                </a:lnTo>
                <a:close/>
                <a:moveTo>
                  <a:pt x="104175" y="104743"/>
                </a:moveTo>
                <a:lnTo>
                  <a:pt x="106810" y="107378"/>
                </a:lnTo>
                <a:lnTo>
                  <a:pt x="103074" y="107378"/>
                </a:lnTo>
                <a:lnTo>
                  <a:pt x="104175" y="106277"/>
                </a:lnTo>
                <a:close/>
                <a:moveTo>
                  <a:pt x="107377" y="108712"/>
                </a:moveTo>
                <a:lnTo>
                  <a:pt x="107377" y="112448"/>
                </a:lnTo>
                <a:lnTo>
                  <a:pt x="106276" y="111381"/>
                </a:lnTo>
                <a:lnTo>
                  <a:pt x="104709" y="111381"/>
                </a:lnTo>
                <a:close/>
                <a:moveTo>
                  <a:pt x="108144" y="108712"/>
                </a:moveTo>
                <a:lnTo>
                  <a:pt x="110813" y="111381"/>
                </a:lnTo>
                <a:lnTo>
                  <a:pt x="109412" y="111381"/>
                </a:lnTo>
                <a:lnTo>
                  <a:pt x="109145" y="111481"/>
                </a:lnTo>
                <a:lnTo>
                  <a:pt x="108144" y="112448"/>
                </a:lnTo>
                <a:lnTo>
                  <a:pt x="108144" y="108712"/>
                </a:lnTo>
                <a:close/>
                <a:moveTo>
                  <a:pt x="108711" y="107378"/>
                </a:moveTo>
                <a:lnTo>
                  <a:pt x="111347" y="104743"/>
                </a:lnTo>
                <a:lnTo>
                  <a:pt x="111347" y="106277"/>
                </a:lnTo>
                <a:lnTo>
                  <a:pt x="112447" y="107378"/>
                </a:lnTo>
                <a:close/>
                <a:moveTo>
                  <a:pt x="108144" y="106811"/>
                </a:moveTo>
                <a:lnTo>
                  <a:pt x="108144" y="103075"/>
                </a:lnTo>
                <a:lnTo>
                  <a:pt x="109145" y="104042"/>
                </a:lnTo>
                <a:lnTo>
                  <a:pt x="109412" y="104175"/>
                </a:lnTo>
                <a:lnTo>
                  <a:pt x="110813" y="104175"/>
                </a:lnTo>
                <a:close/>
                <a:moveTo>
                  <a:pt x="119052" y="97371"/>
                </a:moveTo>
                <a:lnTo>
                  <a:pt x="121087" y="97371"/>
                </a:lnTo>
                <a:lnTo>
                  <a:pt x="122755" y="99072"/>
                </a:lnTo>
                <a:lnTo>
                  <a:pt x="122755" y="106811"/>
                </a:lnTo>
                <a:lnTo>
                  <a:pt x="119052" y="103108"/>
                </a:lnTo>
                <a:close/>
                <a:moveTo>
                  <a:pt x="123555" y="99072"/>
                </a:moveTo>
                <a:lnTo>
                  <a:pt x="125223" y="97371"/>
                </a:lnTo>
                <a:lnTo>
                  <a:pt x="127258" y="97371"/>
                </a:lnTo>
                <a:lnTo>
                  <a:pt x="127258" y="103108"/>
                </a:lnTo>
                <a:lnTo>
                  <a:pt x="123555" y="106811"/>
                </a:lnTo>
                <a:lnTo>
                  <a:pt x="123555" y="99072"/>
                </a:lnTo>
                <a:close/>
                <a:moveTo>
                  <a:pt x="136198" y="102074"/>
                </a:moveTo>
                <a:lnTo>
                  <a:pt x="138166" y="100106"/>
                </a:lnTo>
                <a:lnTo>
                  <a:pt x="138166" y="101974"/>
                </a:lnTo>
                <a:lnTo>
                  <a:pt x="136731" y="103375"/>
                </a:lnTo>
                <a:lnTo>
                  <a:pt x="134730" y="103375"/>
                </a:lnTo>
                <a:lnTo>
                  <a:pt x="133396" y="102074"/>
                </a:lnTo>
                <a:close/>
                <a:moveTo>
                  <a:pt x="134964" y="104743"/>
                </a:moveTo>
                <a:lnTo>
                  <a:pt x="137599" y="107378"/>
                </a:lnTo>
                <a:lnTo>
                  <a:pt x="133863" y="107378"/>
                </a:lnTo>
                <a:lnTo>
                  <a:pt x="134964" y="106277"/>
                </a:lnTo>
                <a:lnTo>
                  <a:pt x="134964" y="104743"/>
                </a:lnTo>
                <a:close/>
                <a:moveTo>
                  <a:pt x="138166" y="108712"/>
                </a:moveTo>
                <a:lnTo>
                  <a:pt x="138166" y="112448"/>
                </a:lnTo>
                <a:lnTo>
                  <a:pt x="137165" y="111481"/>
                </a:lnTo>
                <a:lnTo>
                  <a:pt x="136898" y="111381"/>
                </a:lnTo>
                <a:lnTo>
                  <a:pt x="135531" y="111381"/>
                </a:lnTo>
                <a:close/>
                <a:moveTo>
                  <a:pt x="138933" y="108712"/>
                </a:moveTo>
                <a:lnTo>
                  <a:pt x="141602" y="111381"/>
                </a:lnTo>
                <a:lnTo>
                  <a:pt x="140034" y="111381"/>
                </a:lnTo>
                <a:lnTo>
                  <a:pt x="138933" y="112448"/>
                </a:lnTo>
                <a:close/>
                <a:moveTo>
                  <a:pt x="139500" y="107378"/>
                </a:moveTo>
                <a:lnTo>
                  <a:pt x="142135" y="104743"/>
                </a:lnTo>
                <a:lnTo>
                  <a:pt x="142135" y="106277"/>
                </a:lnTo>
                <a:lnTo>
                  <a:pt x="143236" y="107378"/>
                </a:lnTo>
                <a:close/>
                <a:moveTo>
                  <a:pt x="142369" y="103375"/>
                </a:moveTo>
                <a:lnTo>
                  <a:pt x="140367" y="103375"/>
                </a:lnTo>
                <a:lnTo>
                  <a:pt x="138933" y="101941"/>
                </a:lnTo>
                <a:lnTo>
                  <a:pt x="138933" y="100106"/>
                </a:lnTo>
                <a:lnTo>
                  <a:pt x="140901" y="102074"/>
                </a:lnTo>
                <a:lnTo>
                  <a:pt x="141068" y="102074"/>
                </a:lnTo>
                <a:lnTo>
                  <a:pt x="143703" y="102074"/>
                </a:lnTo>
                <a:close/>
                <a:moveTo>
                  <a:pt x="144504" y="101273"/>
                </a:moveTo>
                <a:lnTo>
                  <a:pt x="141235" y="101273"/>
                </a:lnTo>
                <a:lnTo>
                  <a:pt x="138933" y="98972"/>
                </a:lnTo>
                <a:lnTo>
                  <a:pt x="138933" y="96603"/>
                </a:lnTo>
                <a:lnTo>
                  <a:pt x="141935" y="99606"/>
                </a:lnTo>
                <a:lnTo>
                  <a:pt x="142102" y="99606"/>
                </a:lnTo>
                <a:lnTo>
                  <a:pt x="146172" y="99606"/>
                </a:lnTo>
                <a:close/>
                <a:moveTo>
                  <a:pt x="146939" y="98805"/>
                </a:moveTo>
                <a:lnTo>
                  <a:pt x="142269" y="98805"/>
                </a:lnTo>
                <a:lnTo>
                  <a:pt x="138933" y="95503"/>
                </a:lnTo>
                <a:lnTo>
                  <a:pt x="138933" y="93334"/>
                </a:lnTo>
                <a:lnTo>
                  <a:pt x="142903" y="97271"/>
                </a:lnTo>
                <a:lnTo>
                  <a:pt x="143069" y="97271"/>
                </a:lnTo>
                <a:lnTo>
                  <a:pt x="148473" y="97271"/>
                </a:lnTo>
                <a:close/>
                <a:moveTo>
                  <a:pt x="149841" y="97371"/>
                </a:moveTo>
                <a:lnTo>
                  <a:pt x="151876" y="97371"/>
                </a:lnTo>
                <a:lnTo>
                  <a:pt x="153543" y="99072"/>
                </a:lnTo>
                <a:lnTo>
                  <a:pt x="153543" y="106811"/>
                </a:lnTo>
                <a:lnTo>
                  <a:pt x="149841" y="103108"/>
                </a:lnTo>
                <a:lnTo>
                  <a:pt x="149841" y="97371"/>
                </a:lnTo>
                <a:close/>
                <a:moveTo>
                  <a:pt x="154344" y="99072"/>
                </a:moveTo>
                <a:lnTo>
                  <a:pt x="156012" y="97371"/>
                </a:lnTo>
                <a:lnTo>
                  <a:pt x="158047" y="97371"/>
                </a:lnTo>
                <a:lnTo>
                  <a:pt x="158047" y="103108"/>
                </a:lnTo>
                <a:lnTo>
                  <a:pt x="154344" y="106811"/>
                </a:lnTo>
                <a:lnTo>
                  <a:pt x="154344" y="99072"/>
                </a:lnTo>
                <a:close/>
                <a:moveTo>
                  <a:pt x="166820" y="102074"/>
                </a:moveTo>
                <a:lnTo>
                  <a:pt x="166986" y="102074"/>
                </a:lnTo>
                <a:lnTo>
                  <a:pt x="168954" y="100106"/>
                </a:lnTo>
                <a:lnTo>
                  <a:pt x="168954" y="101974"/>
                </a:lnTo>
                <a:lnTo>
                  <a:pt x="167520" y="103375"/>
                </a:lnTo>
                <a:lnTo>
                  <a:pt x="165519" y="103375"/>
                </a:lnTo>
                <a:lnTo>
                  <a:pt x="164184" y="102074"/>
                </a:lnTo>
                <a:close/>
                <a:moveTo>
                  <a:pt x="165752" y="104743"/>
                </a:moveTo>
                <a:lnTo>
                  <a:pt x="168387" y="107378"/>
                </a:lnTo>
                <a:lnTo>
                  <a:pt x="164651" y="107378"/>
                </a:lnTo>
                <a:lnTo>
                  <a:pt x="165752" y="106277"/>
                </a:lnTo>
                <a:lnTo>
                  <a:pt x="165752" y="104743"/>
                </a:lnTo>
                <a:close/>
                <a:moveTo>
                  <a:pt x="168954" y="108712"/>
                </a:moveTo>
                <a:lnTo>
                  <a:pt x="168954" y="112448"/>
                </a:lnTo>
                <a:lnTo>
                  <a:pt x="167854" y="111381"/>
                </a:lnTo>
                <a:lnTo>
                  <a:pt x="166319" y="111381"/>
                </a:lnTo>
                <a:close/>
                <a:moveTo>
                  <a:pt x="169755" y="108712"/>
                </a:moveTo>
                <a:lnTo>
                  <a:pt x="172390" y="111381"/>
                </a:lnTo>
                <a:lnTo>
                  <a:pt x="170989" y="111381"/>
                </a:lnTo>
                <a:lnTo>
                  <a:pt x="170722" y="111481"/>
                </a:lnTo>
                <a:lnTo>
                  <a:pt x="169755" y="112448"/>
                </a:lnTo>
                <a:lnTo>
                  <a:pt x="169755" y="108712"/>
                </a:lnTo>
                <a:close/>
                <a:moveTo>
                  <a:pt x="170289" y="107378"/>
                </a:moveTo>
                <a:lnTo>
                  <a:pt x="172957" y="104743"/>
                </a:lnTo>
                <a:lnTo>
                  <a:pt x="172957" y="106277"/>
                </a:lnTo>
                <a:lnTo>
                  <a:pt x="174025" y="107378"/>
                </a:lnTo>
                <a:close/>
                <a:moveTo>
                  <a:pt x="169755" y="106811"/>
                </a:moveTo>
                <a:lnTo>
                  <a:pt x="169755" y="103075"/>
                </a:lnTo>
                <a:lnTo>
                  <a:pt x="170722" y="104042"/>
                </a:lnTo>
                <a:lnTo>
                  <a:pt x="170989" y="104175"/>
                </a:lnTo>
                <a:lnTo>
                  <a:pt x="172390" y="104175"/>
                </a:lnTo>
                <a:close/>
                <a:moveTo>
                  <a:pt x="180629" y="97371"/>
                </a:moveTo>
                <a:lnTo>
                  <a:pt x="182664" y="97371"/>
                </a:lnTo>
                <a:lnTo>
                  <a:pt x="184332" y="99072"/>
                </a:lnTo>
                <a:lnTo>
                  <a:pt x="184332" y="106811"/>
                </a:lnTo>
                <a:lnTo>
                  <a:pt x="180629" y="103108"/>
                </a:lnTo>
                <a:lnTo>
                  <a:pt x="180629" y="97371"/>
                </a:lnTo>
                <a:close/>
                <a:moveTo>
                  <a:pt x="185133" y="99072"/>
                </a:moveTo>
                <a:lnTo>
                  <a:pt x="186801" y="97371"/>
                </a:lnTo>
                <a:lnTo>
                  <a:pt x="188835" y="97371"/>
                </a:lnTo>
                <a:lnTo>
                  <a:pt x="188835" y="103108"/>
                </a:lnTo>
                <a:lnTo>
                  <a:pt x="185133" y="106811"/>
                </a:lnTo>
                <a:lnTo>
                  <a:pt x="185133" y="99072"/>
                </a:lnTo>
                <a:close/>
                <a:moveTo>
                  <a:pt x="197775" y="102074"/>
                </a:moveTo>
                <a:lnTo>
                  <a:pt x="199743" y="100106"/>
                </a:lnTo>
                <a:lnTo>
                  <a:pt x="199743" y="101974"/>
                </a:lnTo>
                <a:lnTo>
                  <a:pt x="198309" y="103375"/>
                </a:lnTo>
                <a:lnTo>
                  <a:pt x="196307" y="103375"/>
                </a:lnTo>
                <a:lnTo>
                  <a:pt x="194973" y="102074"/>
                </a:lnTo>
                <a:close/>
                <a:moveTo>
                  <a:pt x="196541" y="104743"/>
                </a:moveTo>
                <a:lnTo>
                  <a:pt x="199176" y="107378"/>
                </a:lnTo>
                <a:lnTo>
                  <a:pt x="195440" y="107378"/>
                </a:lnTo>
                <a:lnTo>
                  <a:pt x="196541" y="106277"/>
                </a:lnTo>
                <a:lnTo>
                  <a:pt x="196541" y="104743"/>
                </a:lnTo>
                <a:close/>
                <a:moveTo>
                  <a:pt x="199743" y="108712"/>
                </a:moveTo>
                <a:lnTo>
                  <a:pt x="199743" y="112448"/>
                </a:lnTo>
                <a:lnTo>
                  <a:pt x="198776" y="111481"/>
                </a:lnTo>
                <a:lnTo>
                  <a:pt x="198476" y="111381"/>
                </a:lnTo>
                <a:lnTo>
                  <a:pt x="197108" y="111381"/>
                </a:lnTo>
                <a:close/>
                <a:moveTo>
                  <a:pt x="200544" y="108712"/>
                </a:moveTo>
                <a:lnTo>
                  <a:pt x="203179" y="111381"/>
                </a:lnTo>
                <a:lnTo>
                  <a:pt x="201644" y="111381"/>
                </a:lnTo>
                <a:lnTo>
                  <a:pt x="200544" y="112448"/>
                </a:lnTo>
                <a:close/>
                <a:moveTo>
                  <a:pt x="201077" y="107378"/>
                </a:moveTo>
                <a:lnTo>
                  <a:pt x="203746" y="104743"/>
                </a:lnTo>
                <a:lnTo>
                  <a:pt x="203746" y="106277"/>
                </a:lnTo>
                <a:lnTo>
                  <a:pt x="204847" y="107378"/>
                </a:lnTo>
                <a:close/>
                <a:moveTo>
                  <a:pt x="203979" y="103375"/>
                </a:moveTo>
                <a:lnTo>
                  <a:pt x="201945" y="103375"/>
                </a:lnTo>
                <a:lnTo>
                  <a:pt x="200544" y="101941"/>
                </a:lnTo>
                <a:lnTo>
                  <a:pt x="200544" y="100106"/>
                </a:lnTo>
                <a:lnTo>
                  <a:pt x="202512" y="102074"/>
                </a:lnTo>
                <a:lnTo>
                  <a:pt x="202645" y="102074"/>
                </a:lnTo>
                <a:lnTo>
                  <a:pt x="205280" y="102074"/>
                </a:lnTo>
                <a:close/>
                <a:moveTo>
                  <a:pt x="206081" y="101273"/>
                </a:moveTo>
                <a:lnTo>
                  <a:pt x="202812" y="101273"/>
                </a:lnTo>
                <a:lnTo>
                  <a:pt x="200544" y="98972"/>
                </a:lnTo>
                <a:lnTo>
                  <a:pt x="200544" y="96603"/>
                </a:lnTo>
                <a:lnTo>
                  <a:pt x="203512" y="99606"/>
                </a:lnTo>
                <a:lnTo>
                  <a:pt x="203679" y="99606"/>
                </a:lnTo>
                <a:lnTo>
                  <a:pt x="207749" y="99606"/>
                </a:lnTo>
                <a:close/>
                <a:moveTo>
                  <a:pt x="208549" y="98805"/>
                </a:moveTo>
                <a:lnTo>
                  <a:pt x="203846" y="98805"/>
                </a:lnTo>
                <a:lnTo>
                  <a:pt x="200544" y="95503"/>
                </a:lnTo>
                <a:lnTo>
                  <a:pt x="200544" y="93334"/>
                </a:lnTo>
                <a:lnTo>
                  <a:pt x="204480" y="97271"/>
                </a:lnTo>
                <a:lnTo>
                  <a:pt x="204647" y="97271"/>
                </a:lnTo>
                <a:lnTo>
                  <a:pt x="210084" y="97271"/>
                </a:lnTo>
                <a:close/>
                <a:moveTo>
                  <a:pt x="211418" y="97371"/>
                </a:moveTo>
                <a:lnTo>
                  <a:pt x="213453" y="97371"/>
                </a:lnTo>
                <a:lnTo>
                  <a:pt x="215154" y="99072"/>
                </a:lnTo>
                <a:lnTo>
                  <a:pt x="215154" y="106811"/>
                </a:lnTo>
                <a:lnTo>
                  <a:pt x="211418" y="103108"/>
                </a:lnTo>
                <a:lnTo>
                  <a:pt x="211418" y="97371"/>
                </a:lnTo>
                <a:close/>
                <a:moveTo>
                  <a:pt x="215921" y="99072"/>
                </a:moveTo>
                <a:lnTo>
                  <a:pt x="217623" y="97371"/>
                </a:lnTo>
                <a:lnTo>
                  <a:pt x="219657" y="97371"/>
                </a:lnTo>
                <a:lnTo>
                  <a:pt x="219657" y="103108"/>
                </a:lnTo>
                <a:lnTo>
                  <a:pt x="215921" y="106811"/>
                </a:lnTo>
                <a:lnTo>
                  <a:pt x="215921" y="99072"/>
                </a:lnTo>
                <a:close/>
                <a:moveTo>
                  <a:pt x="226596" y="87464"/>
                </a:moveTo>
                <a:lnTo>
                  <a:pt x="226429" y="87464"/>
                </a:lnTo>
                <a:lnTo>
                  <a:pt x="220992" y="87464"/>
                </a:lnTo>
                <a:lnTo>
                  <a:pt x="222526" y="85929"/>
                </a:lnTo>
                <a:lnTo>
                  <a:pt x="227229" y="85929"/>
                </a:lnTo>
                <a:lnTo>
                  <a:pt x="230532" y="89265"/>
                </a:lnTo>
                <a:lnTo>
                  <a:pt x="230532" y="91400"/>
                </a:lnTo>
                <a:close/>
                <a:moveTo>
                  <a:pt x="227530" y="85162"/>
                </a:moveTo>
                <a:lnTo>
                  <a:pt x="227396" y="85162"/>
                </a:lnTo>
                <a:lnTo>
                  <a:pt x="223327" y="85162"/>
                </a:lnTo>
                <a:lnTo>
                  <a:pt x="224995" y="83461"/>
                </a:lnTo>
                <a:lnTo>
                  <a:pt x="228230" y="83461"/>
                </a:lnTo>
                <a:lnTo>
                  <a:pt x="230532" y="85762"/>
                </a:lnTo>
                <a:lnTo>
                  <a:pt x="230532" y="88131"/>
                </a:lnTo>
                <a:close/>
                <a:moveTo>
                  <a:pt x="231332" y="82794"/>
                </a:moveTo>
                <a:lnTo>
                  <a:pt x="232733" y="81359"/>
                </a:lnTo>
                <a:lnTo>
                  <a:pt x="234768" y="81359"/>
                </a:lnTo>
                <a:lnTo>
                  <a:pt x="236069" y="82693"/>
                </a:lnTo>
                <a:lnTo>
                  <a:pt x="233300" y="82693"/>
                </a:lnTo>
                <a:lnTo>
                  <a:pt x="231332" y="84662"/>
                </a:lnTo>
                <a:lnTo>
                  <a:pt x="231332" y="82794"/>
                </a:lnTo>
                <a:close/>
                <a:moveTo>
                  <a:pt x="234535" y="80025"/>
                </a:moveTo>
                <a:lnTo>
                  <a:pt x="231899" y="77356"/>
                </a:lnTo>
                <a:lnTo>
                  <a:pt x="235635" y="77356"/>
                </a:lnTo>
                <a:lnTo>
                  <a:pt x="234535" y="78457"/>
                </a:lnTo>
                <a:close/>
                <a:moveTo>
                  <a:pt x="231332" y="76022"/>
                </a:moveTo>
                <a:lnTo>
                  <a:pt x="231332" y="72286"/>
                </a:lnTo>
                <a:lnTo>
                  <a:pt x="232300" y="73253"/>
                </a:lnTo>
                <a:lnTo>
                  <a:pt x="232567" y="73387"/>
                </a:lnTo>
                <a:lnTo>
                  <a:pt x="233968" y="73387"/>
                </a:lnTo>
                <a:close/>
                <a:moveTo>
                  <a:pt x="230532" y="71152"/>
                </a:moveTo>
                <a:lnTo>
                  <a:pt x="229097" y="72586"/>
                </a:lnTo>
                <a:lnTo>
                  <a:pt x="227096" y="72586"/>
                </a:lnTo>
                <a:lnTo>
                  <a:pt x="225762" y="71285"/>
                </a:lnTo>
                <a:lnTo>
                  <a:pt x="228564" y="71285"/>
                </a:lnTo>
                <a:lnTo>
                  <a:pt x="230532" y="69317"/>
                </a:lnTo>
                <a:close/>
                <a:moveTo>
                  <a:pt x="228230" y="70485"/>
                </a:moveTo>
                <a:lnTo>
                  <a:pt x="224995" y="70485"/>
                </a:lnTo>
                <a:lnTo>
                  <a:pt x="223327" y="68783"/>
                </a:lnTo>
                <a:lnTo>
                  <a:pt x="227363" y="68783"/>
                </a:lnTo>
                <a:lnTo>
                  <a:pt x="227663" y="68683"/>
                </a:lnTo>
                <a:lnTo>
                  <a:pt x="230532" y="65815"/>
                </a:lnTo>
                <a:lnTo>
                  <a:pt x="230532" y="68183"/>
                </a:lnTo>
                <a:close/>
                <a:moveTo>
                  <a:pt x="227229" y="68016"/>
                </a:moveTo>
                <a:lnTo>
                  <a:pt x="222526" y="68016"/>
                </a:lnTo>
                <a:lnTo>
                  <a:pt x="220992" y="66482"/>
                </a:lnTo>
                <a:lnTo>
                  <a:pt x="226596" y="66482"/>
                </a:lnTo>
                <a:lnTo>
                  <a:pt x="230532" y="62546"/>
                </a:lnTo>
                <a:lnTo>
                  <a:pt x="230532" y="64714"/>
                </a:lnTo>
                <a:close/>
                <a:moveTo>
                  <a:pt x="226596" y="56675"/>
                </a:moveTo>
                <a:lnTo>
                  <a:pt x="220992" y="56675"/>
                </a:lnTo>
                <a:lnTo>
                  <a:pt x="222526" y="55140"/>
                </a:lnTo>
                <a:lnTo>
                  <a:pt x="227229" y="55140"/>
                </a:lnTo>
                <a:lnTo>
                  <a:pt x="230532" y="58476"/>
                </a:lnTo>
                <a:lnTo>
                  <a:pt x="230532" y="60611"/>
                </a:lnTo>
                <a:close/>
                <a:moveTo>
                  <a:pt x="227663" y="54473"/>
                </a:moveTo>
                <a:lnTo>
                  <a:pt x="227396" y="54340"/>
                </a:lnTo>
                <a:lnTo>
                  <a:pt x="223327" y="54340"/>
                </a:lnTo>
                <a:lnTo>
                  <a:pt x="224995" y="52672"/>
                </a:lnTo>
                <a:lnTo>
                  <a:pt x="228230" y="52672"/>
                </a:lnTo>
                <a:lnTo>
                  <a:pt x="230532" y="54974"/>
                </a:lnTo>
                <a:lnTo>
                  <a:pt x="230532" y="57342"/>
                </a:lnTo>
                <a:close/>
                <a:moveTo>
                  <a:pt x="231332" y="52005"/>
                </a:moveTo>
                <a:lnTo>
                  <a:pt x="232733" y="50570"/>
                </a:lnTo>
                <a:lnTo>
                  <a:pt x="234768" y="50570"/>
                </a:lnTo>
                <a:lnTo>
                  <a:pt x="236069" y="51905"/>
                </a:lnTo>
                <a:lnTo>
                  <a:pt x="233300" y="51905"/>
                </a:lnTo>
                <a:lnTo>
                  <a:pt x="231332" y="53873"/>
                </a:lnTo>
                <a:lnTo>
                  <a:pt x="231332" y="52005"/>
                </a:lnTo>
                <a:close/>
                <a:moveTo>
                  <a:pt x="234535" y="47835"/>
                </a:moveTo>
                <a:lnTo>
                  <a:pt x="234535" y="49203"/>
                </a:lnTo>
                <a:lnTo>
                  <a:pt x="231899" y="46568"/>
                </a:lnTo>
                <a:lnTo>
                  <a:pt x="235635" y="46568"/>
                </a:lnTo>
                <a:lnTo>
                  <a:pt x="234635" y="47568"/>
                </a:lnTo>
                <a:close/>
                <a:moveTo>
                  <a:pt x="231866" y="45800"/>
                </a:moveTo>
                <a:lnTo>
                  <a:pt x="234535" y="43132"/>
                </a:lnTo>
                <a:lnTo>
                  <a:pt x="234535" y="44700"/>
                </a:lnTo>
                <a:lnTo>
                  <a:pt x="235635" y="45800"/>
                </a:lnTo>
                <a:lnTo>
                  <a:pt x="231866" y="45800"/>
                </a:lnTo>
                <a:close/>
                <a:moveTo>
                  <a:pt x="231332" y="45233"/>
                </a:moveTo>
                <a:lnTo>
                  <a:pt x="231332" y="41497"/>
                </a:lnTo>
                <a:lnTo>
                  <a:pt x="232300" y="42465"/>
                </a:lnTo>
                <a:lnTo>
                  <a:pt x="232567" y="42598"/>
                </a:lnTo>
                <a:lnTo>
                  <a:pt x="233968" y="42598"/>
                </a:lnTo>
                <a:close/>
                <a:moveTo>
                  <a:pt x="230532" y="40363"/>
                </a:moveTo>
                <a:lnTo>
                  <a:pt x="229097" y="41797"/>
                </a:lnTo>
                <a:lnTo>
                  <a:pt x="227096" y="41797"/>
                </a:lnTo>
                <a:lnTo>
                  <a:pt x="225762" y="40463"/>
                </a:lnTo>
                <a:lnTo>
                  <a:pt x="228397" y="40463"/>
                </a:lnTo>
                <a:lnTo>
                  <a:pt x="228564" y="40463"/>
                </a:lnTo>
                <a:lnTo>
                  <a:pt x="230532" y="38495"/>
                </a:lnTo>
                <a:lnTo>
                  <a:pt x="230532" y="40363"/>
                </a:lnTo>
                <a:close/>
                <a:moveTo>
                  <a:pt x="228230" y="39696"/>
                </a:moveTo>
                <a:lnTo>
                  <a:pt x="224995" y="39696"/>
                </a:lnTo>
                <a:lnTo>
                  <a:pt x="223327" y="38028"/>
                </a:lnTo>
                <a:lnTo>
                  <a:pt x="227363" y="38028"/>
                </a:lnTo>
                <a:lnTo>
                  <a:pt x="227530" y="38028"/>
                </a:lnTo>
                <a:lnTo>
                  <a:pt x="230532" y="35026"/>
                </a:lnTo>
                <a:lnTo>
                  <a:pt x="230532" y="37394"/>
                </a:lnTo>
                <a:close/>
                <a:moveTo>
                  <a:pt x="227229" y="37228"/>
                </a:moveTo>
                <a:lnTo>
                  <a:pt x="222526" y="37228"/>
                </a:lnTo>
                <a:lnTo>
                  <a:pt x="220992" y="35693"/>
                </a:lnTo>
                <a:lnTo>
                  <a:pt x="226429" y="35693"/>
                </a:lnTo>
                <a:lnTo>
                  <a:pt x="226596" y="35693"/>
                </a:lnTo>
                <a:lnTo>
                  <a:pt x="230532" y="31757"/>
                </a:lnTo>
                <a:lnTo>
                  <a:pt x="230532" y="33892"/>
                </a:lnTo>
                <a:close/>
                <a:moveTo>
                  <a:pt x="226596" y="25886"/>
                </a:moveTo>
                <a:lnTo>
                  <a:pt x="226429" y="25886"/>
                </a:lnTo>
                <a:lnTo>
                  <a:pt x="220992" y="25886"/>
                </a:lnTo>
                <a:lnTo>
                  <a:pt x="222526" y="24352"/>
                </a:lnTo>
                <a:lnTo>
                  <a:pt x="227229" y="24352"/>
                </a:lnTo>
                <a:lnTo>
                  <a:pt x="230532" y="27654"/>
                </a:lnTo>
                <a:lnTo>
                  <a:pt x="230532" y="29822"/>
                </a:lnTo>
                <a:close/>
                <a:moveTo>
                  <a:pt x="227530" y="23551"/>
                </a:moveTo>
                <a:lnTo>
                  <a:pt x="227396" y="23551"/>
                </a:lnTo>
                <a:lnTo>
                  <a:pt x="223327" y="23551"/>
                </a:lnTo>
                <a:lnTo>
                  <a:pt x="224995" y="21883"/>
                </a:lnTo>
                <a:lnTo>
                  <a:pt x="228230" y="21883"/>
                </a:lnTo>
                <a:lnTo>
                  <a:pt x="230532" y="24185"/>
                </a:lnTo>
                <a:lnTo>
                  <a:pt x="230532" y="26553"/>
                </a:lnTo>
                <a:close/>
                <a:moveTo>
                  <a:pt x="227330" y="13744"/>
                </a:moveTo>
                <a:lnTo>
                  <a:pt x="227330" y="12343"/>
                </a:lnTo>
                <a:lnTo>
                  <a:pt x="229965" y="15012"/>
                </a:lnTo>
                <a:lnTo>
                  <a:pt x="226229" y="15012"/>
                </a:lnTo>
                <a:lnTo>
                  <a:pt x="227196" y="14011"/>
                </a:lnTo>
                <a:close/>
                <a:moveTo>
                  <a:pt x="230532" y="20082"/>
                </a:moveTo>
                <a:lnTo>
                  <a:pt x="229431" y="18981"/>
                </a:lnTo>
                <a:lnTo>
                  <a:pt x="229264" y="18981"/>
                </a:lnTo>
                <a:lnTo>
                  <a:pt x="227897" y="18981"/>
                </a:lnTo>
                <a:lnTo>
                  <a:pt x="230532" y="16346"/>
                </a:lnTo>
                <a:close/>
                <a:moveTo>
                  <a:pt x="231332" y="16346"/>
                </a:moveTo>
                <a:lnTo>
                  <a:pt x="233968" y="18981"/>
                </a:lnTo>
                <a:lnTo>
                  <a:pt x="232567" y="18981"/>
                </a:lnTo>
                <a:lnTo>
                  <a:pt x="232300" y="19115"/>
                </a:lnTo>
                <a:lnTo>
                  <a:pt x="231332" y="20082"/>
                </a:lnTo>
                <a:lnTo>
                  <a:pt x="231332" y="16346"/>
                </a:lnTo>
                <a:close/>
                <a:moveTo>
                  <a:pt x="227897" y="11776"/>
                </a:moveTo>
                <a:lnTo>
                  <a:pt x="229431" y="11776"/>
                </a:lnTo>
                <a:lnTo>
                  <a:pt x="230532" y="10709"/>
                </a:lnTo>
                <a:lnTo>
                  <a:pt x="230532" y="14445"/>
                </a:lnTo>
                <a:close/>
                <a:moveTo>
                  <a:pt x="229965" y="15779"/>
                </a:moveTo>
                <a:lnTo>
                  <a:pt x="227330" y="18414"/>
                </a:lnTo>
                <a:lnTo>
                  <a:pt x="227330" y="16880"/>
                </a:lnTo>
                <a:lnTo>
                  <a:pt x="226229" y="15779"/>
                </a:lnTo>
                <a:close/>
                <a:moveTo>
                  <a:pt x="227096" y="19782"/>
                </a:moveTo>
                <a:lnTo>
                  <a:pt x="229097" y="19782"/>
                </a:lnTo>
                <a:lnTo>
                  <a:pt x="230532" y="21216"/>
                </a:lnTo>
                <a:lnTo>
                  <a:pt x="230532" y="23051"/>
                </a:lnTo>
                <a:lnTo>
                  <a:pt x="228564" y="21083"/>
                </a:lnTo>
                <a:lnTo>
                  <a:pt x="228397" y="21083"/>
                </a:lnTo>
                <a:lnTo>
                  <a:pt x="225795" y="21083"/>
                </a:lnTo>
                <a:close/>
                <a:moveTo>
                  <a:pt x="231332" y="21216"/>
                </a:moveTo>
                <a:lnTo>
                  <a:pt x="232733" y="19782"/>
                </a:lnTo>
                <a:lnTo>
                  <a:pt x="234768" y="19782"/>
                </a:lnTo>
                <a:lnTo>
                  <a:pt x="236069" y="21083"/>
                </a:lnTo>
                <a:lnTo>
                  <a:pt x="233300" y="21083"/>
                </a:lnTo>
                <a:lnTo>
                  <a:pt x="231332" y="23051"/>
                </a:lnTo>
                <a:lnTo>
                  <a:pt x="231332" y="21216"/>
                </a:lnTo>
                <a:close/>
                <a:moveTo>
                  <a:pt x="234535" y="18447"/>
                </a:moveTo>
                <a:lnTo>
                  <a:pt x="231899" y="15779"/>
                </a:lnTo>
                <a:lnTo>
                  <a:pt x="235635" y="15779"/>
                </a:lnTo>
                <a:lnTo>
                  <a:pt x="234535" y="16880"/>
                </a:lnTo>
                <a:close/>
                <a:moveTo>
                  <a:pt x="231332" y="14445"/>
                </a:moveTo>
                <a:lnTo>
                  <a:pt x="231332" y="10709"/>
                </a:lnTo>
                <a:lnTo>
                  <a:pt x="232300" y="11676"/>
                </a:lnTo>
                <a:lnTo>
                  <a:pt x="232567" y="11809"/>
                </a:lnTo>
                <a:lnTo>
                  <a:pt x="233968" y="11809"/>
                </a:lnTo>
                <a:close/>
                <a:moveTo>
                  <a:pt x="230532" y="9574"/>
                </a:moveTo>
                <a:lnTo>
                  <a:pt x="229097" y="11009"/>
                </a:lnTo>
                <a:lnTo>
                  <a:pt x="227096" y="11009"/>
                </a:lnTo>
                <a:lnTo>
                  <a:pt x="225762" y="9675"/>
                </a:lnTo>
                <a:lnTo>
                  <a:pt x="228564" y="9675"/>
                </a:lnTo>
                <a:lnTo>
                  <a:pt x="230532" y="7706"/>
                </a:lnTo>
                <a:close/>
                <a:moveTo>
                  <a:pt x="225128" y="15779"/>
                </a:moveTo>
                <a:lnTo>
                  <a:pt x="226529" y="17213"/>
                </a:lnTo>
                <a:lnTo>
                  <a:pt x="226529" y="19215"/>
                </a:lnTo>
                <a:lnTo>
                  <a:pt x="225228" y="20549"/>
                </a:lnTo>
                <a:lnTo>
                  <a:pt x="225228" y="17747"/>
                </a:lnTo>
                <a:lnTo>
                  <a:pt x="223260" y="15779"/>
                </a:lnTo>
                <a:close/>
                <a:moveTo>
                  <a:pt x="205848" y="17747"/>
                </a:moveTo>
                <a:lnTo>
                  <a:pt x="205848" y="20516"/>
                </a:lnTo>
                <a:lnTo>
                  <a:pt x="204513" y="19215"/>
                </a:lnTo>
                <a:lnTo>
                  <a:pt x="204513" y="17213"/>
                </a:lnTo>
                <a:lnTo>
                  <a:pt x="205948" y="15779"/>
                </a:lnTo>
                <a:lnTo>
                  <a:pt x="207816" y="15779"/>
                </a:lnTo>
                <a:close/>
                <a:moveTo>
                  <a:pt x="205948" y="15012"/>
                </a:moveTo>
                <a:lnTo>
                  <a:pt x="204513" y="13577"/>
                </a:lnTo>
                <a:lnTo>
                  <a:pt x="204513" y="11576"/>
                </a:lnTo>
                <a:lnTo>
                  <a:pt x="205848" y="10242"/>
                </a:lnTo>
                <a:lnTo>
                  <a:pt x="205848" y="13010"/>
                </a:lnTo>
                <a:lnTo>
                  <a:pt x="207816" y="14978"/>
                </a:lnTo>
                <a:lnTo>
                  <a:pt x="205948" y="14978"/>
                </a:lnTo>
                <a:close/>
                <a:moveTo>
                  <a:pt x="203979" y="11009"/>
                </a:moveTo>
                <a:lnTo>
                  <a:pt x="201945" y="11009"/>
                </a:lnTo>
                <a:lnTo>
                  <a:pt x="200544" y="9574"/>
                </a:lnTo>
                <a:lnTo>
                  <a:pt x="200544" y="7706"/>
                </a:lnTo>
                <a:lnTo>
                  <a:pt x="202512" y="9675"/>
                </a:lnTo>
                <a:lnTo>
                  <a:pt x="205280" y="9675"/>
                </a:lnTo>
                <a:close/>
                <a:moveTo>
                  <a:pt x="199743" y="9574"/>
                </a:moveTo>
                <a:lnTo>
                  <a:pt x="198309" y="11009"/>
                </a:lnTo>
                <a:lnTo>
                  <a:pt x="196307" y="11009"/>
                </a:lnTo>
                <a:lnTo>
                  <a:pt x="194973" y="9675"/>
                </a:lnTo>
                <a:lnTo>
                  <a:pt x="197775" y="9675"/>
                </a:lnTo>
                <a:lnTo>
                  <a:pt x="199743" y="7706"/>
                </a:lnTo>
                <a:lnTo>
                  <a:pt x="199743" y="9574"/>
                </a:lnTo>
                <a:close/>
                <a:moveTo>
                  <a:pt x="194339" y="15779"/>
                </a:moveTo>
                <a:lnTo>
                  <a:pt x="195740" y="17213"/>
                </a:lnTo>
                <a:lnTo>
                  <a:pt x="195740" y="19215"/>
                </a:lnTo>
                <a:lnTo>
                  <a:pt x="194439" y="20549"/>
                </a:lnTo>
                <a:lnTo>
                  <a:pt x="194439" y="17747"/>
                </a:lnTo>
                <a:lnTo>
                  <a:pt x="192471" y="15779"/>
                </a:lnTo>
                <a:close/>
                <a:moveTo>
                  <a:pt x="175059" y="17747"/>
                </a:moveTo>
                <a:lnTo>
                  <a:pt x="175059" y="20549"/>
                </a:lnTo>
                <a:lnTo>
                  <a:pt x="173725" y="19215"/>
                </a:lnTo>
                <a:lnTo>
                  <a:pt x="173725" y="17213"/>
                </a:lnTo>
                <a:lnTo>
                  <a:pt x="175159" y="15779"/>
                </a:lnTo>
                <a:lnTo>
                  <a:pt x="177027" y="15779"/>
                </a:lnTo>
                <a:close/>
                <a:moveTo>
                  <a:pt x="175159" y="15012"/>
                </a:moveTo>
                <a:lnTo>
                  <a:pt x="173725" y="13577"/>
                </a:lnTo>
                <a:lnTo>
                  <a:pt x="173725" y="11576"/>
                </a:lnTo>
                <a:lnTo>
                  <a:pt x="175059" y="10242"/>
                </a:lnTo>
                <a:lnTo>
                  <a:pt x="175059" y="13010"/>
                </a:lnTo>
                <a:lnTo>
                  <a:pt x="177027" y="14978"/>
                </a:lnTo>
                <a:lnTo>
                  <a:pt x="175159" y="14978"/>
                </a:lnTo>
                <a:close/>
                <a:moveTo>
                  <a:pt x="173191" y="11009"/>
                </a:moveTo>
                <a:lnTo>
                  <a:pt x="171156" y="11009"/>
                </a:lnTo>
                <a:lnTo>
                  <a:pt x="169755" y="9574"/>
                </a:lnTo>
                <a:lnTo>
                  <a:pt x="169755" y="7706"/>
                </a:lnTo>
                <a:lnTo>
                  <a:pt x="171723" y="9675"/>
                </a:lnTo>
                <a:lnTo>
                  <a:pt x="174492" y="9675"/>
                </a:lnTo>
                <a:close/>
                <a:moveTo>
                  <a:pt x="168954" y="9574"/>
                </a:moveTo>
                <a:lnTo>
                  <a:pt x="167520" y="11009"/>
                </a:lnTo>
                <a:lnTo>
                  <a:pt x="165519" y="11009"/>
                </a:lnTo>
                <a:lnTo>
                  <a:pt x="164184" y="9675"/>
                </a:lnTo>
                <a:lnTo>
                  <a:pt x="166986" y="9675"/>
                </a:lnTo>
                <a:lnTo>
                  <a:pt x="168954" y="7706"/>
                </a:lnTo>
                <a:close/>
                <a:moveTo>
                  <a:pt x="163517" y="15779"/>
                </a:moveTo>
                <a:lnTo>
                  <a:pt x="164952" y="17213"/>
                </a:lnTo>
                <a:lnTo>
                  <a:pt x="164952" y="19215"/>
                </a:lnTo>
                <a:lnTo>
                  <a:pt x="163651" y="20549"/>
                </a:lnTo>
                <a:lnTo>
                  <a:pt x="163651" y="17747"/>
                </a:lnTo>
                <a:lnTo>
                  <a:pt x="161649" y="15779"/>
                </a:lnTo>
                <a:close/>
                <a:moveTo>
                  <a:pt x="144270" y="17747"/>
                </a:moveTo>
                <a:lnTo>
                  <a:pt x="144270" y="20549"/>
                </a:lnTo>
                <a:lnTo>
                  <a:pt x="142936" y="19215"/>
                </a:lnTo>
                <a:lnTo>
                  <a:pt x="142936" y="17213"/>
                </a:lnTo>
                <a:lnTo>
                  <a:pt x="144370" y="15779"/>
                </a:lnTo>
                <a:lnTo>
                  <a:pt x="146238" y="15779"/>
                </a:lnTo>
                <a:close/>
                <a:moveTo>
                  <a:pt x="144370" y="15012"/>
                </a:moveTo>
                <a:lnTo>
                  <a:pt x="142936" y="13577"/>
                </a:lnTo>
                <a:lnTo>
                  <a:pt x="142936" y="11576"/>
                </a:lnTo>
                <a:lnTo>
                  <a:pt x="144270" y="10242"/>
                </a:lnTo>
                <a:lnTo>
                  <a:pt x="144270" y="13010"/>
                </a:lnTo>
                <a:lnTo>
                  <a:pt x="146238" y="14978"/>
                </a:lnTo>
                <a:lnTo>
                  <a:pt x="144370" y="14978"/>
                </a:lnTo>
                <a:close/>
                <a:moveTo>
                  <a:pt x="142369" y="11009"/>
                </a:moveTo>
                <a:lnTo>
                  <a:pt x="140367" y="11009"/>
                </a:lnTo>
                <a:lnTo>
                  <a:pt x="138933" y="9574"/>
                </a:lnTo>
                <a:lnTo>
                  <a:pt x="138933" y="7706"/>
                </a:lnTo>
                <a:lnTo>
                  <a:pt x="140901" y="9675"/>
                </a:lnTo>
                <a:lnTo>
                  <a:pt x="143703" y="9675"/>
                </a:lnTo>
                <a:close/>
                <a:moveTo>
                  <a:pt x="138166" y="9574"/>
                </a:moveTo>
                <a:lnTo>
                  <a:pt x="136731" y="11009"/>
                </a:lnTo>
                <a:lnTo>
                  <a:pt x="134730" y="11009"/>
                </a:lnTo>
                <a:lnTo>
                  <a:pt x="133396" y="9675"/>
                </a:lnTo>
                <a:lnTo>
                  <a:pt x="136198" y="9675"/>
                </a:lnTo>
                <a:lnTo>
                  <a:pt x="138166" y="7706"/>
                </a:lnTo>
                <a:close/>
                <a:moveTo>
                  <a:pt x="132729" y="15779"/>
                </a:moveTo>
                <a:lnTo>
                  <a:pt x="134163" y="17213"/>
                </a:lnTo>
                <a:lnTo>
                  <a:pt x="134163" y="19215"/>
                </a:lnTo>
                <a:lnTo>
                  <a:pt x="132862" y="20549"/>
                </a:lnTo>
                <a:lnTo>
                  <a:pt x="132862" y="17747"/>
                </a:lnTo>
                <a:lnTo>
                  <a:pt x="130894" y="15779"/>
                </a:lnTo>
                <a:close/>
                <a:moveTo>
                  <a:pt x="113482" y="17747"/>
                </a:moveTo>
                <a:lnTo>
                  <a:pt x="113482" y="20549"/>
                </a:lnTo>
                <a:lnTo>
                  <a:pt x="112147" y="19215"/>
                </a:lnTo>
                <a:lnTo>
                  <a:pt x="112147" y="17213"/>
                </a:lnTo>
                <a:lnTo>
                  <a:pt x="113582" y="15779"/>
                </a:lnTo>
                <a:lnTo>
                  <a:pt x="115450" y="15779"/>
                </a:lnTo>
                <a:close/>
                <a:moveTo>
                  <a:pt x="113582" y="15012"/>
                </a:moveTo>
                <a:lnTo>
                  <a:pt x="112147" y="13577"/>
                </a:lnTo>
                <a:lnTo>
                  <a:pt x="112147" y="11576"/>
                </a:lnTo>
                <a:lnTo>
                  <a:pt x="113482" y="10242"/>
                </a:lnTo>
                <a:lnTo>
                  <a:pt x="113482" y="13010"/>
                </a:lnTo>
                <a:lnTo>
                  <a:pt x="115450" y="14978"/>
                </a:lnTo>
                <a:lnTo>
                  <a:pt x="113582" y="14978"/>
                </a:lnTo>
                <a:close/>
                <a:moveTo>
                  <a:pt x="111580" y="11009"/>
                </a:moveTo>
                <a:lnTo>
                  <a:pt x="109579" y="11009"/>
                </a:lnTo>
                <a:lnTo>
                  <a:pt x="108144" y="9574"/>
                </a:lnTo>
                <a:lnTo>
                  <a:pt x="108144" y="7706"/>
                </a:lnTo>
                <a:lnTo>
                  <a:pt x="110112" y="9675"/>
                </a:lnTo>
                <a:lnTo>
                  <a:pt x="112914" y="9675"/>
                </a:lnTo>
                <a:close/>
                <a:moveTo>
                  <a:pt x="107377" y="9574"/>
                </a:moveTo>
                <a:lnTo>
                  <a:pt x="105943" y="11009"/>
                </a:lnTo>
                <a:lnTo>
                  <a:pt x="103941" y="11009"/>
                </a:lnTo>
                <a:lnTo>
                  <a:pt x="102607" y="9675"/>
                </a:lnTo>
                <a:lnTo>
                  <a:pt x="105409" y="9675"/>
                </a:lnTo>
                <a:lnTo>
                  <a:pt x="107377" y="7706"/>
                </a:lnTo>
                <a:close/>
                <a:moveTo>
                  <a:pt x="101940" y="15779"/>
                </a:moveTo>
                <a:lnTo>
                  <a:pt x="103374" y="17213"/>
                </a:lnTo>
                <a:lnTo>
                  <a:pt x="103374" y="19215"/>
                </a:lnTo>
                <a:lnTo>
                  <a:pt x="102040" y="20549"/>
                </a:lnTo>
                <a:lnTo>
                  <a:pt x="102040" y="17747"/>
                </a:lnTo>
                <a:lnTo>
                  <a:pt x="100072" y="15779"/>
                </a:lnTo>
                <a:lnTo>
                  <a:pt x="101940" y="15779"/>
                </a:lnTo>
                <a:close/>
                <a:moveTo>
                  <a:pt x="82660" y="17747"/>
                </a:moveTo>
                <a:lnTo>
                  <a:pt x="82660" y="20549"/>
                </a:lnTo>
                <a:lnTo>
                  <a:pt x="81359" y="19215"/>
                </a:lnTo>
                <a:lnTo>
                  <a:pt x="81359" y="17213"/>
                </a:lnTo>
                <a:lnTo>
                  <a:pt x="82793" y="15779"/>
                </a:lnTo>
                <a:lnTo>
                  <a:pt x="84628" y="15779"/>
                </a:lnTo>
                <a:close/>
                <a:moveTo>
                  <a:pt x="82793" y="15012"/>
                </a:moveTo>
                <a:lnTo>
                  <a:pt x="81359" y="13577"/>
                </a:lnTo>
                <a:lnTo>
                  <a:pt x="81359" y="11576"/>
                </a:lnTo>
                <a:lnTo>
                  <a:pt x="82660" y="10242"/>
                </a:lnTo>
                <a:lnTo>
                  <a:pt x="82660" y="13010"/>
                </a:lnTo>
                <a:lnTo>
                  <a:pt x="84628" y="14978"/>
                </a:lnTo>
                <a:lnTo>
                  <a:pt x="82793" y="14978"/>
                </a:lnTo>
                <a:close/>
                <a:moveTo>
                  <a:pt x="80792" y="11009"/>
                </a:moveTo>
                <a:lnTo>
                  <a:pt x="78790" y="11009"/>
                </a:lnTo>
                <a:lnTo>
                  <a:pt x="77356" y="9574"/>
                </a:lnTo>
                <a:lnTo>
                  <a:pt x="77356" y="7706"/>
                </a:lnTo>
                <a:lnTo>
                  <a:pt x="79324" y="9675"/>
                </a:lnTo>
                <a:lnTo>
                  <a:pt x="82126" y="9675"/>
                </a:lnTo>
                <a:close/>
                <a:moveTo>
                  <a:pt x="76589" y="9574"/>
                </a:moveTo>
                <a:lnTo>
                  <a:pt x="75154" y="11009"/>
                </a:lnTo>
                <a:lnTo>
                  <a:pt x="73153" y="11009"/>
                </a:lnTo>
                <a:lnTo>
                  <a:pt x="71818" y="9675"/>
                </a:lnTo>
                <a:lnTo>
                  <a:pt x="74620" y="9675"/>
                </a:lnTo>
                <a:lnTo>
                  <a:pt x="76589" y="7706"/>
                </a:lnTo>
                <a:close/>
                <a:moveTo>
                  <a:pt x="71151" y="15779"/>
                </a:moveTo>
                <a:lnTo>
                  <a:pt x="72586" y="17213"/>
                </a:lnTo>
                <a:lnTo>
                  <a:pt x="72586" y="19215"/>
                </a:lnTo>
                <a:lnTo>
                  <a:pt x="71251" y="20549"/>
                </a:lnTo>
                <a:lnTo>
                  <a:pt x="71251" y="17747"/>
                </a:lnTo>
                <a:lnTo>
                  <a:pt x="69283" y="15779"/>
                </a:lnTo>
                <a:lnTo>
                  <a:pt x="71151" y="15779"/>
                </a:lnTo>
                <a:close/>
                <a:moveTo>
                  <a:pt x="51871" y="17747"/>
                </a:moveTo>
                <a:lnTo>
                  <a:pt x="51871" y="20549"/>
                </a:lnTo>
                <a:lnTo>
                  <a:pt x="50570" y="19215"/>
                </a:lnTo>
                <a:lnTo>
                  <a:pt x="50570" y="17213"/>
                </a:lnTo>
                <a:lnTo>
                  <a:pt x="51971" y="15779"/>
                </a:lnTo>
                <a:lnTo>
                  <a:pt x="53839" y="15779"/>
                </a:lnTo>
                <a:close/>
                <a:moveTo>
                  <a:pt x="51971" y="15012"/>
                </a:moveTo>
                <a:lnTo>
                  <a:pt x="50570" y="13577"/>
                </a:lnTo>
                <a:lnTo>
                  <a:pt x="50570" y="11576"/>
                </a:lnTo>
                <a:lnTo>
                  <a:pt x="51871" y="10242"/>
                </a:lnTo>
                <a:lnTo>
                  <a:pt x="51871" y="13010"/>
                </a:lnTo>
                <a:lnTo>
                  <a:pt x="53839" y="14978"/>
                </a:lnTo>
                <a:lnTo>
                  <a:pt x="51971" y="14978"/>
                </a:lnTo>
                <a:close/>
                <a:moveTo>
                  <a:pt x="50003" y="11009"/>
                </a:moveTo>
                <a:lnTo>
                  <a:pt x="48001" y="11009"/>
                </a:lnTo>
                <a:lnTo>
                  <a:pt x="46567" y="9574"/>
                </a:lnTo>
                <a:lnTo>
                  <a:pt x="46567" y="7706"/>
                </a:lnTo>
                <a:lnTo>
                  <a:pt x="48535" y="9675"/>
                </a:lnTo>
                <a:lnTo>
                  <a:pt x="51337" y="9675"/>
                </a:lnTo>
                <a:close/>
                <a:moveTo>
                  <a:pt x="45767" y="9574"/>
                </a:moveTo>
                <a:lnTo>
                  <a:pt x="44366" y="11009"/>
                </a:lnTo>
                <a:lnTo>
                  <a:pt x="42364" y="11009"/>
                </a:lnTo>
                <a:lnTo>
                  <a:pt x="41030" y="9675"/>
                </a:lnTo>
                <a:lnTo>
                  <a:pt x="43798" y="9675"/>
                </a:lnTo>
                <a:lnTo>
                  <a:pt x="45767" y="7706"/>
                </a:lnTo>
                <a:close/>
                <a:moveTo>
                  <a:pt x="40363" y="15779"/>
                </a:moveTo>
                <a:lnTo>
                  <a:pt x="41797" y="17213"/>
                </a:lnTo>
                <a:lnTo>
                  <a:pt x="41797" y="19215"/>
                </a:lnTo>
                <a:lnTo>
                  <a:pt x="40463" y="20549"/>
                </a:lnTo>
                <a:lnTo>
                  <a:pt x="40463" y="17747"/>
                </a:lnTo>
                <a:lnTo>
                  <a:pt x="38495" y="15779"/>
                </a:lnTo>
                <a:lnTo>
                  <a:pt x="40363" y="15779"/>
                </a:lnTo>
                <a:close/>
                <a:moveTo>
                  <a:pt x="21082" y="17747"/>
                </a:moveTo>
                <a:lnTo>
                  <a:pt x="21082" y="20549"/>
                </a:lnTo>
                <a:lnTo>
                  <a:pt x="19781" y="19215"/>
                </a:lnTo>
                <a:lnTo>
                  <a:pt x="19781" y="17213"/>
                </a:lnTo>
                <a:lnTo>
                  <a:pt x="21182" y="15779"/>
                </a:lnTo>
                <a:lnTo>
                  <a:pt x="23050" y="15779"/>
                </a:lnTo>
                <a:close/>
                <a:moveTo>
                  <a:pt x="21182" y="15012"/>
                </a:moveTo>
                <a:lnTo>
                  <a:pt x="19781" y="13577"/>
                </a:lnTo>
                <a:lnTo>
                  <a:pt x="19781" y="11576"/>
                </a:lnTo>
                <a:lnTo>
                  <a:pt x="21082" y="10242"/>
                </a:lnTo>
                <a:lnTo>
                  <a:pt x="21082" y="13010"/>
                </a:lnTo>
                <a:lnTo>
                  <a:pt x="23050" y="14978"/>
                </a:lnTo>
                <a:lnTo>
                  <a:pt x="21182" y="14978"/>
                </a:lnTo>
                <a:close/>
                <a:moveTo>
                  <a:pt x="19214" y="11009"/>
                </a:moveTo>
                <a:lnTo>
                  <a:pt x="17213" y="11009"/>
                </a:lnTo>
                <a:lnTo>
                  <a:pt x="15778" y="9574"/>
                </a:lnTo>
                <a:lnTo>
                  <a:pt x="15778" y="7706"/>
                </a:lnTo>
                <a:lnTo>
                  <a:pt x="17747" y="9675"/>
                </a:lnTo>
                <a:lnTo>
                  <a:pt x="20515" y="9675"/>
                </a:lnTo>
                <a:close/>
                <a:moveTo>
                  <a:pt x="14978" y="9574"/>
                </a:moveTo>
                <a:lnTo>
                  <a:pt x="13577" y="11009"/>
                </a:lnTo>
                <a:lnTo>
                  <a:pt x="11542" y="11009"/>
                </a:lnTo>
                <a:lnTo>
                  <a:pt x="10241" y="9675"/>
                </a:lnTo>
                <a:lnTo>
                  <a:pt x="13010" y="9675"/>
                </a:lnTo>
                <a:lnTo>
                  <a:pt x="14978" y="7706"/>
                </a:lnTo>
                <a:lnTo>
                  <a:pt x="14978" y="9574"/>
                </a:lnTo>
                <a:close/>
                <a:moveTo>
                  <a:pt x="9574" y="15779"/>
                </a:moveTo>
                <a:lnTo>
                  <a:pt x="11008" y="17213"/>
                </a:lnTo>
                <a:lnTo>
                  <a:pt x="11008" y="19215"/>
                </a:lnTo>
                <a:lnTo>
                  <a:pt x="9674" y="20549"/>
                </a:lnTo>
                <a:lnTo>
                  <a:pt x="9674" y="17747"/>
                </a:lnTo>
                <a:lnTo>
                  <a:pt x="7706" y="15779"/>
                </a:lnTo>
                <a:lnTo>
                  <a:pt x="9574" y="15779"/>
                </a:lnTo>
                <a:close/>
                <a:moveTo>
                  <a:pt x="11542" y="19782"/>
                </a:moveTo>
                <a:lnTo>
                  <a:pt x="13577" y="19782"/>
                </a:lnTo>
                <a:lnTo>
                  <a:pt x="14978" y="21216"/>
                </a:lnTo>
                <a:lnTo>
                  <a:pt x="14978" y="23051"/>
                </a:lnTo>
                <a:lnTo>
                  <a:pt x="13010" y="21083"/>
                </a:lnTo>
                <a:lnTo>
                  <a:pt x="10241" y="21083"/>
                </a:lnTo>
                <a:close/>
                <a:moveTo>
                  <a:pt x="14978" y="37394"/>
                </a:moveTo>
                <a:lnTo>
                  <a:pt x="12710" y="39696"/>
                </a:lnTo>
                <a:lnTo>
                  <a:pt x="9441" y="39696"/>
                </a:lnTo>
                <a:lnTo>
                  <a:pt x="7773" y="37995"/>
                </a:lnTo>
                <a:lnTo>
                  <a:pt x="12009" y="37995"/>
                </a:lnTo>
                <a:lnTo>
                  <a:pt x="14978" y="35026"/>
                </a:lnTo>
                <a:lnTo>
                  <a:pt x="14978" y="37394"/>
                </a:lnTo>
                <a:close/>
                <a:moveTo>
                  <a:pt x="9674" y="41030"/>
                </a:moveTo>
                <a:lnTo>
                  <a:pt x="11008" y="42365"/>
                </a:lnTo>
                <a:lnTo>
                  <a:pt x="11008" y="44366"/>
                </a:lnTo>
                <a:lnTo>
                  <a:pt x="9574" y="45800"/>
                </a:lnTo>
                <a:lnTo>
                  <a:pt x="7706" y="45800"/>
                </a:lnTo>
                <a:lnTo>
                  <a:pt x="9674" y="43832"/>
                </a:lnTo>
                <a:close/>
                <a:moveTo>
                  <a:pt x="9574" y="46568"/>
                </a:moveTo>
                <a:lnTo>
                  <a:pt x="11008" y="48002"/>
                </a:lnTo>
                <a:lnTo>
                  <a:pt x="11008" y="50003"/>
                </a:lnTo>
                <a:lnTo>
                  <a:pt x="9674" y="51338"/>
                </a:lnTo>
                <a:lnTo>
                  <a:pt x="9674" y="48536"/>
                </a:lnTo>
                <a:lnTo>
                  <a:pt x="7706" y="46568"/>
                </a:lnTo>
                <a:lnTo>
                  <a:pt x="9574" y="46568"/>
                </a:lnTo>
                <a:close/>
                <a:moveTo>
                  <a:pt x="11542" y="50570"/>
                </a:moveTo>
                <a:lnTo>
                  <a:pt x="13577" y="50570"/>
                </a:lnTo>
                <a:lnTo>
                  <a:pt x="14978" y="52005"/>
                </a:lnTo>
                <a:lnTo>
                  <a:pt x="14978" y="53873"/>
                </a:lnTo>
                <a:lnTo>
                  <a:pt x="13010" y="51905"/>
                </a:lnTo>
                <a:lnTo>
                  <a:pt x="10241" y="51905"/>
                </a:lnTo>
                <a:close/>
                <a:moveTo>
                  <a:pt x="14978" y="68183"/>
                </a:moveTo>
                <a:lnTo>
                  <a:pt x="12710" y="70485"/>
                </a:lnTo>
                <a:lnTo>
                  <a:pt x="9441" y="70485"/>
                </a:lnTo>
                <a:lnTo>
                  <a:pt x="7773" y="68783"/>
                </a:lnTo>
                <a:lnTo>
                  <a:pt x="12009" y="68783"/>
                </a:lnTo>
                <a:lnTo>
                  <a:pt x="14978" y="65815"/>
                </a:lnTo>
                <a:lnTo>
                  <a:pt x="14978" y="68183"/>
                </a:lnTo>
                <a:close/>
                <a:moveTo>
                  <a:pt x="9674" y="71819"/>
                </a:moveTo>
                <a:lnTo>
                  <a:pt x="11008" y="73153"/>
                </a:lnTo>
                <a:lnTo>
                  <a:pt x="11008" y="75155"/>
                </a:lnTo>
                <a:lnTo>
                  <a:pt x="9574" y="76589"/>
                </a:lnTo>
                <a:lnTo>
                  <a:pt x="7706" y="76589"/>
                </a:lnTo>
                <a:lnTo>
                  <a:pt x="9674" y="74621"/>
                </a:lnTo>
                <a:close/>
                <a:moveTo>
                  <a:pt x="9574" y="77356"/>
                </a:moveTo>
                <a:lnTo>
                  <a:pt x="11008" y="78791"/>
                </a:lnTo>
                <a:lnTo>
                  <a:pt x="11008" y="80792"/>
                </a:lnTo>
                <a:lnTo>
                  <a:pt x="9674" y="82126"/>
                </a:lnTo>
                <a:lnTo>
                  <a:pt x="9674" y="79324"/>
                </a:lnTo>
                <a:lnTo>
                  <a:pt x="7706" y="77356"/>
                </a:lnTo>
                <a:close/>
                <a:moveTo>
                  <a:pt x="11542" y="81359"/>
                </a:moveTo>
                <a:lnTo>
                  <a:pt x="13577" y="81359"/>
                </a:lnTo>
                <a:lnTo>
                  <a:pt x="14978" y="82794"/>
                </a:lnTo>
                <a:lnTo>
                  <a:pt x="14978" y="84662"/>
                </a:lnTo>
                <a:lnTo>
                  <a:pt x="13010" y="82693"/>
                </a:lnTo>
                <a:lnTo>
                  <a:pt x="10241" y="82693"/>
                </a:lnTo>
                <a:close/>
                <a:moveTo>
                  <a:pt x="14978" y="98972"/>
                </a:moveTo>
                <a:lnTo>
                  <a:pt x="12710" y="101273"/>
                </a:lnTo>
                <a:lnTo>
                  <a:pt x="9441" y="101273"/>
                </a:lnTo>
                <a:lnTo>
                  <a:pt x="7773" y="99606"/>
                </a:lnTo>
                <a:lnTo>
                  <a:pt x="12009" y="99606"/>
                </a:lnTo>
                <a:lnTo>
                  <a:pt x="14978" y="96603"/>
                </a:lnTo>
                <a:lnTo>
                  <a:pt x="14978" y="98972"/>
                </a:lnTo>
                <a:close/>
                <a:moveTo>
                  <a:pt x="9674" y="102608"/>
                </a:moveTo>
                <a:lnTo>
                  <a:pt x="11008" y="103942"/>
                </a:lnTo>
                <a:lnTo>
                  <a:pt x="11008" y="105943"/>
                </a:lnTo>
                <a:lnTo>
                  <a:pt x="9574" y="107378"/>
                </a:lnTo>
                <a:lnTo>
                  <a:pt x="7706" y="107378"/>
                </a:lnTo>
                <a:lnTo>
                  <a:pt x="9674" y="105410"/>
                </a:lnTo>
                <a:close/>
                <a:moveTo>
                  <a:pt x="9574" y="108178"/>
                </a:moveTo>
                <a:lnTo>
                  <a:pt x="11008" y="109579"/>
                </a:lnTo>
                <a:lnTo>
                  <a:pt x="11008" y="111614"/>
                </a:lnTo>
                <a:lnTo>
                  <a:pt x="9674" y="112915"/>
                </a:lnTo>
                <a:lnTo>
                  <a:pt x="9674" y="110146"/>
                </a:lnTo>
                <a:lnTo>
                  <a:pt x="7706" y="108178"/>
                </a:lnTo>
                <a:close/>
                <a:moveTo>
                  <a:pt x="11542" y="112148"/>
                </a:moveTo>
                <a:lnTo>
                  <a:pt x="13577" y="112148"/>
                </a:lnTo>
                <a:lnTo>
                  <a:pt x="14978" y="113582"/>
                </a:lnTo>
                <a:lnTo>
                  <a:pt x="14978" y="115450"/>
                </a:lnTo>
                <a:lnTo>
                  <a:pt x="13010" y="113482"/>
                </a:lnTo>
                <a:lnTo>
                  <a:pt x="10241" y="113482"/>
                </a:lnTo>
                <a:close/>
                <a:moveTo>
                  <a:pt x="15778" y="113582"/>
                </a:moveTo>
                <a:lnTo>
                  <a:pt x="17213" y="112148"/>
                </a:lnTo>
                <a:lnTo>
                  <a:pt x="19214" y="112148"/>
                </a:lnTo>
                <a:lnTo>
                  <a:pt x="20515" y="113482"/>
                </a:lnTo>
                <a:lnTo>
                  <a:pt x="17747" y="113482"/>
                </a:lnTo>
                <a:lnTo>
                  <a:pt x="15778" y="115450"/>
                </a:lnTo>
                <a:close/>
                <a:moveTo>
                  <a:pt x="21182" y="107378"/>
                </a:moveTo>
                <a:lnTo>
                  <a:pt x="19781" y="105943"/>
                </a:lnTo>
                <a:lnTo>
                  <a:pt x="19781" y="103942"/>
                </a:lnTo>
                <a:lnTo>
                  <a:pt x="21082" y="102608"/>
                </a:lnTo>
                <a:lnTo>
                  <a:pt x="21082" y="105410"/>
                </a:lnTo>
                <a:lnTo>
                  <a:pt x="23050" y="107378"/>
                </a:lnTo>
                <a:close/>
                <a:moveTo>
                  <a:pt x="40463" y="105410"/>
                </a:moveTo>
                <a:lnTo>
                  <a:pt x="40463" y="102608"/>
                </a:lnTo>
                <a:lnTo>
                  <a:pt x="41797" y="103942"/>
                </a:lnTo>
                <a:lnTo>
                  <a:pt x="41797" y="105943"/>
                </a:lnTo>
                <a:lnTo>
                  <a:pt x="40363" y="107378"/>
                </a:lnTo>
                <a:lnTo>
                  <a:pt x="38495" y="107378"/>
                </a:lnTo>
                <a:close/>
                <a:moveTo>
                  <a:pt x="40363" y="108178"/>
                </a:moveTo>
                <a:lnTo>
                  <a:pt x="41797" y="109579"/>
                </a:lnTo>
                <a:lnTo>
                  <a:pt x="41797" y="111614"/>
                </a:lnTo>
                <a:lnTo>
                  <a:pt x="40463" y="112915"/>
                </a:lnTo>
                <a:lnTo>
                  <a:pt x="40463" y="110146"/>
                </a:lnTo>
                <a:lnTo>
                  <a:pt x="38495" y="108178"/>
                </a:lnTo>
                <a:close/>
                <a:moveTo>
                  <a:pt x="42364" y="112148"/>
                </a:moveTo>
                <a:lnTo>
                  <a:pt x="44366" y="112148"/>
                </a:lnTo>
                <a:lnTo>
                  <a:pt x="45767" y="113582"/>
                </a:lnTo>
                <a:lnTo>
                  <a:pt x="45767" y="115450"/>
                </a:lnTo>
                <a:lnTo>
                  <a:pt x="43798" y="113482"/>
                </a:lnTo>
                <a:lnTo>
                  <a:pt x="41030" y="113482"/>
                </a:lnTo>
                <a:close/>
                <a:moveTo>
                  <a:pt x="46567" y="113582"/>
                </a:moveTo>
                <a:lnTo>
                  <a:pt x="48001" y="112148"/>
                </a:lnTo>
                <a:lnTo>
                  <a:pt x="50003" y="112148"/>
                </a:lnTo>
                <a:lnTo>
                  <a:pt x="51337" y="113482"/>
                </a:lnTo>
                <a:lnTo>
                  <a:pt x="48535" y="113482"/>
                </a:lnTo>
                <a:lnTo>
                  <a:pt x="46567" y="115450"/>
                </a:lnTo>
                <a:close/>
                <a:moveTo>
                  <a:pt x="51971" y="107378"/>
                </a:moveTo>
                <a:lnTo>
                  <a:pt x="50570" y="105943"/>
                </a:lnTo>
                <a:lnTo>
                  <a:pt x="50570" y="103942"/>
                </a:lnTo>
                <a:lnTo>
                  <a:pt x="51871" y="102608"/>
                </a:lnTo>
                <a:lnTo>
                  <a:pt x="51871" y="105410"/>
                </a:lnTo>
                <a:lnTo>
                  <a:pt x="53839" y="107378"/>
                </a:lnTo>
                <a:lnTo>
                  <a:pt x="51971" y="107378"/>
                </a:lnTo>
                <a:close/>
                <a:moveTo>
                  <a:pt x="71251" y="105410"/>
                </a:moveTo>
                <a:lnTo>
                  <a:pt x="71251" y="102608"/>
                </a:lnTo>
                <a:lnTo>
                  <a:pt x="72586" y="103942"/>
                </a:lnTo>
                <a:lnTo>
                  <a:pt x="72586" y="105943"/>
                </a:lnTo>
                <a:lnTo>
                  <a:pt x="71151" y="107378"/>
                </a:lnTo>
                <a:lnTo>
                  <a:pt x="69283" y="107378"/>
                </a:lnTo>
                <a:close/>
                <a:moveTo>
                  <a:pt x="71151" y="108178"/>
                </a:moveTo>
                <a:lnTo>
                  <a:pt x="72586" y="109579"/>
                </a:lnTo>
                <a:lnTo>
                  <a:pt x="72586" y="111614"/>
                </a:lnTo>
                <a:lnTo>
                  <a:pt x="71251" y="112915"/>
                </a:lnTo>
                <a:lnTo>
                  <a:pt x="71251" y="110146"/>
                </a:lnTo>
                <a:lnTo>
                  <a:pt x="69283" y="108178"/>
                </a:lnTo>
                <a:close/>
                <a:moveTo>
                  <a:pt x="73153" y="112148"/>
                </a:moveTo>
                <a:lnTo>
                  <a:pt x="75154" y="112148"/>
                </a:lnTo>
                <a:lnTo>
                  <a:pt x="76555" y="113582"/>
                </a:lnTo>
                <a:lnTo>
                  <a:pt x="76555" y="115450"/>
                </a:lnTo>
                <a:lnTo>
                  <a:pt x="74587" y="113482"/>
                </a:lnTo>
                <a:lnTo>
                  <a:pt x="71818" y="113482"/>
                </a:lnTo>
                <a:close/>
                <a:moveTo>
                  <a:pt x="77356" y="113582"/>
                </a:moveTo>
                <a:lnTo>
                  <a:pt x="78790" y="112148"/>
                </a:lnTo>
                <a:lnTo>
                  <a:pt x="80792" y="112148"/>
                </a:lnTo>
                <a:lnTo>
                  <a:pt x="82126" y="113482"/>
                </a:lnTo>
                <a:lnTo>
                  <a:pt x="79324" y="113482"/>
                </a:lnTo>
                <a:lnTo>
                  <a:pt x="77356" y="115450"/>
                </a:lnTo>
                <a:close/>
                <a:moveTo>
                  <a:pt x="82793" y="107378"/>
                </a:moveTo>
                <a:lnTo>
                  <a:pt x="81359" y="105943"/>
                </a:lnTo>
                <a:lnTo>
                  <a:pt x="81359" y="103942"/>
                </a:lnTo>
                <a:lnTo>
                  <a:pt x="82660" y="102608"/>
                </a:lnTo>
                <a:lnTo>
                  <a:pt x="82660" y="105410"/>
                </a:lnTo>
                <a:lnTo>
                  <a:pt x="84628" y="107378"/>
                </a:lnTo>
                <a:close/>
                <a:moveTo>
                  <a:pt x="102040" y="105410"/>
                </a:moveTo>
                <a:lnTo>
                  <a:pt x="102040" y="102608"/>
                </a:lnTo>
                <a:lnTo>
                  <a:pt x="103374" y="103942"/>
                </a:lnTo>
                <a:lnTo>
                  <a:pt x="103374" y="105943"/>
                </a:lnTo>
                <a:lnTo>
                  <a:pt x="101940" y="107378"/>
                </a:lnTo>
                <a:lnTo>
                  <a:pt x="100072" y="107378"/>
                </a:lnTo>
                <a:close/>
                <a:moveTo>
                  <a:pt x="101940" y="108178"/>
                </a:moveTo>
                <a:lnTo>
                  <a:pt x="103374" y="109579"/>
                </a:lnTo>
                <a:lnTo>
                  <a:pt x="103374" y="111614"/>
                </a:lnTo>
                <a:lnTo>
                  <a:pt x="102040" y="112915"/>
                </a:lnTo>
                <a:lnTo>
                  <a:pt x="102040" y="110146"/>
                </a:lnTo>
                <a:lnTo>
                  <a:pt x="100072" y="108178"/>
                </a:lnTo>
                <a:close/>
                <a:moveTo>
                  <a:pt x="103941" y="112148"/>
                </a:moveTo>
                <a:lnTo>
                  <a:pt x="105943" y="112148"/>
                </a:lnTo>
                <a:lnTo>
                  <a:pt x="107344" y="113582"/>
                </a:lnTo>
                <a:lnTo>
                  <a:pt x="107344" y="115450"/>
                </a:lnTo>
                <a:lnTo>
                  <a:pt x="105376" y="113482"/>
                </a:lnTo>
                <a:lnTo>
                  <a:pt x="102607" y="113482"/>
                </a:lnTo>
                <a:close/>
                <a:moveTo>
                  <a:pt x="108144" y="113582"/>
                </a:moveTo>
                <a:lnTo>
                  <a:pt x="109579" y="112148"/>
                </a:lnTo>
                <a:lnTo>
                  <a:pt x="111580" y="112148"/>
                </a:lnTo>
                <a:lnTo>
                  <a:pt x="112914" y="113482"/>
                </a:lnTo>
                <a:lnTo>
                  <a:pt x="110112" y="113482"/>
                </a:lnTo>
                <a:lnTo>
                  <a:pt x="108144" y="115450"/>
                </a:lnTo>
                <a:close/>
                <a:moveTo>
                  <a:pt x="113582" y="107378"/>
                </a:moveTo>
                <a:lnTo>
                  <a:pt x="112147" y="105943"/>
                </a:lnTo>
                <a:lnTo>
                  <a:pt x="112147" y="103942"/>
                </a:lnTo>
                <a:lnTo>
                  <a:pt x="113482" y="102608"/>
                </a:lnTo>
                <a:lnTo>
                  <a:pt x="113482" y="105410"/>
                </a:lnTo>
                <a:lnTo>
                  <a:pt x="115450" y="107378"/>
                </a:lnTo>
                <a:lnTo>
                  <a:pt x="113582" y="107378"/>
                </a:lnTo>
                <a:close/>
                <a:moveTo>
                  <a:pt x="132862" y="105410"/>
                </a:moveTo>
                <a:lnTo>
                  <a:pt x="132862" y="102608"/>
                </a:lnTo>
                <a:lnTo>
                  <a:pt x="134163" y="103942"/>
                </a:lnTo>
                <a:lnTo>
                  <a:pt x="134163" y="105943"/>
                </a:lnTo>
                <a:lnTo>
                  <a:pt x="132729" y="107378"/>
                </a:lnTo>
                <a:lnTo>
                  <a:pt x="130894" y="107378"/>
                </a:lnTo>
                <a:close/>
                <a:moveTo>
                  <a:pt x="132729" y="108178"/>
                </a:moveTo>
                <a:lnTo>
                  <a:pt x="134163" y="109579"/>
                </a:lnTo>
                <a:lnTo>
                  <a:pt x="134163" y="111614"/>
                </a:lnTo>
                <a:lnTo>
                  <a:pt x="132862" y="112915"/>
                </a:lnTo>
                <a:lnTo>
                  <a:pt x="132862" y="110146"/>
                </a:lnTo>
                <a:lnTo>
                  <a:pt x="130894" y="108178"/>
                </a:lnTo>
                <a:close/>
                <a:moveTo>
                  <a:pt x="134730" y="112148"/>
                </a:moveTo>
                <a:lnTo>
                  <a:pt x="136731" y="112148"/>
                </a:lnTo>
                <a:lnTo>
                  <a:pt x="138166" y="113582"/>
                </a:lnTo>
                <a:lnTo>
                  <a:pt x="138166" y="115450"/>
                </a:lnTo>
                <a:lnTo>
                  <a:pt x="136198" y="113482"/>
                </a:lnTo>
                <a:lnTo>
                  <a:pt x="133396" y="113482"/>
                </a:lnTo>
                <a:close/>
                <a:moveTo>
                  <a:pt x="138933" y="113582"/>
                </a:moveTo>
                <a:lnTo>
                  <a:pt x="140367" y="112148"/>
                </a:lnTo>
                <a:lnTo>
                  <a:pt x="142369" y="112148"/>
                </a:lnTo>
                <a:lnTo>
                  <a:pt x="143703" y="113482"/>
                </a:lnTo>
                <a:lnTo>
                  <a:pt x="140901" y="113482"/>
                </a:lnTo>
                <a:lnTo>
                  <a:pt x="138933" y="115450"/>
                </a:lnTo>
                <a:close/>
                <a:moveTo>
                  <a:pt x="144370" y="107378"/>
                </a:moveTo>
                <a:lnTo>
                  <a:pt x="142936" y="105943"/>
                </a:lnTo>
                <a:lnTo>
                  <a:pt x="142936" y="103942"/>
                </a:lnTo>
                <a:lnTo>
                  <a:pt x="144270" y="102608"/>
                </a:lnTo>
                <a:lnTo>
                  <a:pt x="144270" y="105410"/>
                </a:lnTo>
                <a:lnTo>
                  <a:pt x="146238" y="107378"/>
                </a:lnTo>
                <a:lnTo>
                  <a:pt x="144370" y="107378"/>
                </a:lnTo>
                <a:close/>
                <a:moveTo>
                  <a:pt x="163651" y="105410"/>
                </a:moveTo>
                <a:lnTo>
                  <a:pt x="163651" y="102608"/>
                </a:lnTo>
                <a:lnTo>
                  <a:pt x="164952" y="103942"/>
                </a:lnTo>
                <a:lnTo>
                  <a:pt x="164952" y="105943"/>
                </a:lnTo>
                <a:lnTo>
                  <a:pt x="163551" y="107378"/>
                </a:lnTo>
                <a:lnTo>
                  <a:pt x="161683" y="107378"/>
                </a:lnTo>
                <a:close/>
                <a:moveTo>
                  <a:pt x="163551" y="108178"/>
                </a:moveTo>
                <a:lnTo>
                  <a:pt x="164952" y="109579"/>
                </a:lnTo>
                <a:lnTo>
                  <a:pt x="164952" y="111614"/>
                </a:lnTo>
                <a:lnTo>
                  <a:pt x="163651" y="112915"/>
                </a:lnTo>
                <a:lnTo>
                  <a:pt x="163651" y="110146"/>
                </a:lnTo>
                <a:lnTo>
                  <a:pt x="161683" y="108178"/>
                </a:lnTo>
                <a:close/>
                <a:moveTo>
                  <a:pt x="165519" y="112148"/>
                </a:moveTo>
                <a:lnTo>
                  <a:pt x="167520" y="112148"/>
                </a:lnTo>
                <a:lnTo>
                  <a:pt x="168954" y="113582"/>
                </a:lnTo>
                <a:lnTo>
                  <a:pt x="168954" y="115450"/>
                </a:lnTo>
                <a:lnTo>
                  <a:pt x="166986" y="113482"/>
                </a:lnTo>
                <a:lnTo>
                  <a:pt x="164184" y="113482"/>
                </a:lnTo>
                <a:close/>
                <a:moveTo>
                  <a:pt x="169755" y="113582"/>
                </a:moveTo>
                <a:lnTo>
                  <a:pt x="171156" y="112148"/>
                </a:lnTo>
                <a:lnTo>
                  <a:pt x="173157" y="112148"/>
                </a:lnTo>
                <a:lnTo>
                  <a:pt x="174492" y="113482"/>
                </a:lnTo>
                <a:lnTo>
                  <a:pt x="171723" y="113482"/>
                </a:lnTo>
                <a:lnTo>
                  <a:pt x="169755" y="115450"/>
                </a:lnTo>
                <a:close/>
                <a:moveTo>
                  <a:pt x="175159" y="107378"/>
                </a:moveTo>
                <a:lnTo>
                  <a:pt x="173725" y="105943"/>
                </a:lnTo>
                <a:lnTo>
                  <a:pt x="173725" y="103942"/>
                </a:lnTo>
                <a:lnTo>
                  <a:pt x="175059" y="102608"/>
                </a:lnTo>
                <a:lnTo>
                  <a:pt x="175059" y="105410"/>
                </a:lnTo>
                <a:lnTo>
                  <a:pt x="177027" y="107378"/>
                </a:lnTo>
                <a:lnTo>
                  <a:pt x="175159" y="107378"/>
                </a:lnTo>
                <a:close/>
                <a:moveTo>
                  <a:pt x="194439" y="105410"/>
                </a:moveTo>
                <a:lnTo>
                  <a:pt x="194439" y="102608"/>
                </a:lnTo>
                <a:lnTo>
                  <a:pt x="195740" y="103942"/>
                </a:lnTo>
                <a:lnTo>
                  <a:pt x="195740" y="105943"/>
                </a:lnTo>
                <a:lnTo>
                  <a:pt x="194339" y="107378"/>
                </a:lnTo>
                <a:lnTo>
                  <a:pt x="192471" y="107378"/>
                </a:lnTo>
                <a:close/>
                <a:moveTo>
                  <a:pt x="194339" y="108178"/>
                </a:moveTo>
                <a:lnTo>
                  <a:pt x="195740" y="109579"/>
                </a:lnTo>
                <a:lnTo>
                  <a:pt x="195740" y="111614"/>
                </a:lnTo>
                <a:lnTo>
                  <a:pt x="194439" y="112915"/>
                </a:lnTo>
                <a:lnTo>
                  <a:pt x="194439" y="110146"/>
                </a:lnTo>
                <a:lnTo>
                  <a:pt x="192471" y="108178"/>
                </a:lnTo>
                <a:close/>
                <a:moveTo>
                  <a:pt x="196307" y="112148"/>
                </a:moveTo>
                <a:lnTo>
                  <a:pt x="198309" y="112148"/>
                </a:lnTo>
                <a:lnTo>
                  <a:pt x="199743" y="113582"/>
                </a:lnTo>
                <a:lnTo>
                  <a:pt x="199743" y="115450"/>
                </a:lnTo>
                <a:lnTo>
                  <a:pt x="197775" y="113482"/>
                </a:lnTo>
                <a:lnTo>
                  <a:pt x="195006" y="113482"/>
                </a:lnTo>
                <a:close/>
                <a:moveTo>
                  <a:pt x="200544" y="113582"/>
                </a:moveTo>
                <a:lnTo>
                  <a:pt x="201945" y="112148"/>
                </a:lnTo>
                <a:lnTo>
                  <a:pt x="203979" y="112148"/>
                </a:lnTo>
                <a:lnTo>
                  <a:pt x="205280" y="113482"/>
                </a:lnTo>
                <a:lnTo>
                  <a:pt x="202512" y="113482"/>
                </a:lnTo>
                <a:lnTo>
                  <a:pt x="200544" y="115450"/>
                </a:lnTo>
                <a:close/>
                <a:moveTo>
                  <a:pt x="205948" y="107378"/>
                </a:moveTo>
                <a:lnTo>
                  <a:pt x="204513" y="105943"/>
                </a:lnTo>
                <a:lnTo>
                  <a:pt x="204513" y="103942"/>
                </a:lnTo>
                <a:lnTo>
                  <a:pt x="205848" y="102608"/>
                </a:lnTo>
                <a:lnTo>
                  <a:pt x="205848" y="105410"/>
                </a:lnTo>
                <a:lnTo>
                  <a:pt x="207816" y="107378"/>
                </a:lnTo>
                <a:close/>
                <a:moveTo>
                  <a:pt x="225228" y="105410"/>
                </a:moveTo>
                <a:lnTo>
                  <a:pt x="225228" y="102608"/>
                </a:lnTo>
                <a:lnTo>
                  <a:pt x="226529" y="103942"/>
                </a:lnTo>
                <a:lnTo>
                  <a:pt x="226529" y="105943"/>
                </a:lnTo>
                <a:lnTo>
                  <a:pt x="225128" y="107378"/>
                </a:lnTo>
                <a:lnTo>
                  <a:pt x="223260" y="107378"/>
                </a:lnTo>
                <a:close/>
                <a:moveTo>
                  <a:pt x="225128" y="108178"/>
                </a:moveTo>
                <a:lnTo>
                  <a:pt x="226529" y="109579"/>
                </a:lnTo>
                <a:lnTo>
                  <a:pt x="226529" y="111614"/>
                </a:lnTo>
                <a:lnTo>
                  <a:pt x="225228" y="112915"/>
                </a:lnTo>
                <a:lnTo>
                  <a:pt x="225228" y="110146"/>
                </a:lnTo>
                <a:lnTo>
                  <a:pt x="223260" y="108178"/>
                </a:lnTo>
                <a:close/>
                <a:moveTo>
                  <a:pt x="227096" y="112148"/>
                </a:moveTo>
                <a:lnTo>
                  <a:pt x="229097" y="112148"/>
                </a:lnTo>
                <a:lnTo>
                  <a:pt x="230532" y="113582"/>
                </a:lnTo>
                <a:lnTo>
                  <a:pt x="230532" y="115450"/>
                </a:lnTo>
                <a:lnTo>
                  <a:pt x="228564" y="113482"/>
                </a:lnTo>
                <a:lnTo>
                  <a:pt x="225762" y="113482"/>
                </a:lnTo>
                <a:close/>
                <a:moveTo>
                  <a:pt x="231332" y="113582"/>
                </a:moveTo>
                <a:lnTo>
                  <a:pt x="232733" y="112148"/>
                </a:lnTo>
                <a:lnTo>
                  <a:pt x="234768" y="112148"/>
                </a:lnTo>
                <a:lnTo>
                  <a:pt x="236069" y="113482"/>
                </a:lnTo>
                <a:lnTo>
                  <a:pt x="233300" y="113482"/>
                </a:lnTo>
                <a:lnTo>
                  <a:pt x="231332" y="115450"/>
                </a:lnTo>
                <a:lnTo>
                  <a:pt x="231332" y="113582"/>
                </a:lnTo>
                <a:close/>
                <a:moveTo>
                  <a:pt x="236736" y="107378"/>
                </a:moveTo>
                <a:lnTo>
                  <a:pt x="235302" y="105943"/>
                </a:lnTo>
                <a:lnTo>
                  <a:pt x="235302" y="103942"/>
                </a:lnTo>
                <a:lnTo>
                  <a:pt x="236636" y="102608"/>
                </a:lnTo>
                <a:lnTo>
                  <a:pt x="236636" y="105410"/>
                </a:lnTo>
                <a:lnTo>
                  <a:pt x="238604" y="107378"/>
                </a:lnTo>
                <a:lnTo>
                  <a:pt x="236736" y="107378"/>
                </a:lnTo>
                <a:close/>
                <a:moveTo>
                  <a:pt x="234768" y="103375"/>
                </a:moveTo>
                <a:lnTo>
                  <a:pt x="232733" y="103375"/>
                </a:lnTo>
                <a:lnTo>
                  <a:pt x="231332" y="101941"/>
                </a:lnTo>
                <a:lnTo>
                  <a:pt x="231332" y="100106"/>
                </a:lnTo>
                <a:lnTo>
                  <a:pt x="233300" y="102074"/>
                </a:lnTo>
                <a:lnTo>
                  <a:pt x="236069" y="102074"/>
                </a:lnTo>
                <a:close/>
                <a:moveTo>
                  <a:pt x="231332" y="85762"/>
                </a:moveTo>
                <a:lnTo>
                  <a:pt x="233601" y="83461"/>
                </a:lnTo>
                <a:lnTo>
                  <a:pt x="236870" y="83461"/>
                </a:lnTo>
                <a:lnTo>
                  <a:pt x="238538" y="85162"/>
                </a:lnTo>
                <a:lnTo>
                  <a:pt x="234301" y="85162"/>
                </a:lnTo>
                <a:lnTo>
                  <a:pt x="231332" y="88131"/>
                </a:lnTo>
                <a:close/>
                <a:moveTo>
                  <a:pt x="236636" y="82126"/>
                </a:moveTo>
                <a:lnTo>
                  <a:pt x="235302" y="80792"/>
                </a:lnTo>
                <a:lnTo>
                  <a:pt x="235302" y="78791"/>
                </a:lnTo>
                <a:lnTo>
                  <a:pt x="236736" y="77356"/>
                </a:lnTo>
                <a:lnTo>
                  <a:pt x="238604" y="77356"/>
                </a:lnTo>
                <a:lnTo>
                  <a:pt x="236636" y="79324"/>
                </a:lnTo>
                <a:close/>
                <a:moveTo>
                  <a:pt x="236736" y="76589"/>
                </a:moveTo>
                <a:lnTo>
                  <a:pt x="235302" y="75155"/>
                </a:lnTo>
                <a:lnTo>
                  <a:pt x="235302" y="73153"/>
                </a:lnTo>
                <a:lnTo>
                  <a:pt x="236636" y="71819"/>
                </a:lnTo>
                <a:lnTo>
                  <a:pt x="236636" y="74621"/>
                </a:lnTo>
                <a:lnTo>
                  <a:pt x="238604" y="76589"/>
                </a:lnTo>
                <a:close/>
                <a:moveTo>
                  <a:pt x="234768" y="72586"/>
                </a:moveTo>
                <a:lnTo>
                  <a:pt x="232733" y="72586"/>
                </a:lnTo>
                <a:lnTo>
                  <a:pt x="231332" y="71152"/>
                </a:lnTo>
                <a:lnTo>
                  <a:pt x="231332" y="69317"/>
                </a:lnTo>
                <a:lnTo>
                  <a:pt x="233300" y="71285"/>
                </a:lnTo>
                <a:lnTo>
                  <a:pt x="236069" y="71285"/>
                </a:lnTo>
                <a:close/>
                <a:moveTo>
                  <a:pt x="231332" y="54974"/>
                </a:moveTo>
                <a:lnTo>
                  <a:pt x="233601" y="52672"/>
                </a:lnTo>
                <a:lnTo>
                  <a:pt x="236870" y="52672"/>
                </a:lnTo>
                <a:lnTo>
                  <a:pt x="238538" y="54373"/>
                </a:lnTo>
                <a:lnTo>
                  <a:pt x="234301" y="54373"/>
                </a:lnTo>
                <a:lnTo>
                  <a:pt x="231332" y="57342"/>
                </a:lnTo>
                <a:close/>
                <a:moveTo>
                  <a:pt x="236636" y="51338"/>
                </a:moveTo>
                <a:lnTo>
                  <a:pt x="235302" y="50003"/>
                </a:lnTo>
                <a:lnTo>
                  <a:pt x="235302" y="48002"/>
                </a:lnTo>
                <a:lnTo>
                  <a:pt x="236736" y="46568"/>
                </a:lnTo>
                <a:lnTo>
                  <a:pt x="238604" y="46568"/>
                </a:lnTo>
                <a:lnTo>
                  <a:pt x="236636" y="48536"/>
                </a:lnTo>
                <a:close/>
                <a:moveTo>
                  <a:pt x="236736" y="45800"/>
                </a:moveTo>
                <a:lnTo>
                  <a:pt x="235302" y="44366"/>
                </a:lnTo>
                <a:lnTo>
                  <a:pt x="235302" y="42365"/>
                </a:lnTo>
                <a:lnTo>
                  <a:pt x="236636" y="41030"/>
                </a:lnTo>
                <a:lnTo>
                  <a:pt x="236636" y="43832"/>
                </a:lnTo>
                <a:lnTo>
                  <a:pt x="238604" y="45800"/>
                </a:lnTo>
                <a:lnTo>
                  <a:pt x="236736" y="45800"/>
                </a:lnTo>
                <a:close/>
                <a:moveTo>
                  <a:pt x="234768" y="41797"/>
                </a:moveTo>
                <a:lnTo>
                  <a:pt x="232733" y="41797"/>
                </a:lnTo>
                <a:lnTo>
                  <a:pt x="231332" y="40363"/>
                </a:lnTo>
                <a:lnTo>
                  <a:pt x="231332" y="38495"/>
                </a:lnTo>
                <a:lnTo>
                  <a:pt x="233300" y="40463"/>
                </a:lnTo>
                <a:lnTo>
                  <a:pt x="236069" y="40463"/>
                </a:lnTo>
                <a:close/>
                <a:moveTo>
                  <a:pt x="231332" y="24185"/>
                </a:moveTo>
                <a:lnTo>
                  <a:pt x="233601" y="21883"/>
                </a:lnTo>
                <a:lnTo>
                  <a:pt x="236870" y="21883"/>
                </a:lnTo>
                <a:lnTo>
                  <a:pt x="238538" y="23551"/>
                </a:lnTo>
                <a:lnTo>
                  <a:pt x="234301" y="23551"/>
                </a:lnTo>
                <a:lnTo>
                  <a:pt x="231332" y="26553"/>
                </a:lnTo>
                <a:close/>
                <a:moveTo>
                  <a:pt x="236636" y="20549"/>
                </a:moveTo>
                <a:lnTo>
                  <a:pt x="235302" y="19215"/>
                </a:lnTo>
                <a:lnTo>
                  <a:pt x="235302" y="17213"/>
                </a:lnTo>
                <a:lnTo>
                  <a:pt x="236736" y="15779"/>
                </a:lnTo>
                <a:lnTo>
                  <a:pt x="238604" y="15779"/>
                </a:lnTo>
                <a:lnTo>
                  <a:pt x="236636" y="17747"/>
                </a:lnTo>
                <a:close/>
                <a:moveTo>
                  <a:pt x="236736" y="15012"/>
                </a:moveTo>
                <a:lnTo>
                  <a:pt x="235302" y="13577"/>
                </a:lnTo>
                <a:lnTo>
                  <a:pt x="235302" y="11576"/>
                </a:lnTo>
                <a:lnTo>
                  <a:pt x="236636" y="10242"/>
                </a:lnTo>
                <a:lnTo>
                  <a:pt x="236636" y="13010"/>
                </a:lnTo>
                <a:lnTo>
                  <a:pt x="238604" y="14978"/>
                </a:lnTo>
                <a:lnTo>
                  <a:pt x="236736" y="14978"/>
                </a:lnTo>
                <a:close/>
                <a:moveTo>
                  <a:pt x="234768" y="11009"/>
                </a:moveTo>
                <a:lnTo>
                  <a:pt x="232733" y="11009"/>
                </a:lnTo>
                <a:lnTo>
                  <a:pt x="231332" y="9574"/>
                </a:lnTo>
                <a:lnTo>
                  <a:pt x="231332" y="7706"/>
                </a:lnTo>
                <a:lnTo>
                  <a:pt x="233300" y="9675"/>
                </a:lnTo>
                <a:lnTo>
                  <a:pt x="236069" y="9675"/>
                </a:lnTo>
                <a:close/>
                <a:moveTo>
                  <a:pt x="230532" y="6606"/>
                </a:moveTo>
                <a:lnTo>
                  <a:pt x="228230" y="8874"/>
                </a:lnTo>
                <a:lnTo>
                  <a:pt x="224995" y="8874"/>
                </a:lnTo>
                <a:lnTo>
                  <a:pt x="223327" y="7206"/>
                </a:lnTo>
                <a:lnTo>
                  <a:pt x="227396" y="7206"/>
                </a:lnTo>
                <a:lnTo>
                  <a:pt x="227663" y="7106"/>
                </a:lnTo>
                <a:lnTo>
                  <a:pt x="230532" y="4237"/>
                </a:lnTo>
                <a:close/>
                <a:moveTo>
                  <a:pt x="224427" y="9441"/>
                </a:moveTo>
                <a:lnTo>
                  <a:pt x="224427" y="12710"/>
                </a:lnTo>
                <a:lnTo>
                  <a:pt x="222126" y="15012"/>
                </a:lnTo>
                <a:lnTo>
                  <a:pt x="219757" y="15012"/>
                </a:lnTo>
                <a:lnTo>
                  <a:pt x="222760" y="12010"/>
                </a:lnTo>
                <a:lnTo>
                  <a:pt x="222760" y="7773"/>
                </a:lnTo>
                <a:close/>
                <a:moveTo>
                  <a:pt x="211285" y="15012"/>
                </a:moveTo>
                <a:lnTo>
                  <a:pt x="208916" y="15012"/>
                </a:lnTo>
                <a:lnTo>
                  <a:pt x="206648" y="12710"/>
                </a:lnTo>
                <a:lnTo>
                  <a:pt x="206648" y="9441"/>
                </a:lnTo>
                <a:lnTo>
                  <a:pt x="208316" y="7773"/>
                </a:lnTo>
                <a:lnTo>
                  <a:pt x="208316" y="12010"/>
                </a:lnTo>
                <a:close/>
                <a:moveTo>
                  <a:pt x="206081" y="8907"/>
                </a:moveTo>
                <a:lnTo>
                  <a:pt x="202812" y="8907"/>
                </a:lnTo>
                <a:lnTo>
                  <a:pt x="200544" y="6606"/>
                </a:lnTo>
                <a:lnTo>
                  <a:pt x="200544" y="4237"/>
                </a:lnTo>
                <a:lnTo>
                  <a:pt x="203412" y="7106"/>
                </a:lnTo>
                <a:lnTo>
                  <a:pt x="203679" y="7206"/>
                </a:lnTo>
                <a:lnTo>
                  <a:pt x="207749" y="7206"/>
                </a:lnTo>
                <a:close/>
                <a:moveTo>
                  <a:pt x="199743" y="6606"/>
                </a:moveTo>
                <a:lnTo>
                  <a:pt x="197441" y="8874"/>
                </a:lnTo>
                <a:lnTo>
                  <a:pt x="194206" y="8874"/>
                </a:lnTo>
                <a:lnTo>
                  <a:pt x="192538" y="7206"/>
                </a:lnTo>
                <a:lnTo>
                  <a:pt x="196741" y="7206"/>
                </a:lnTo>
                <a:lnTo>
                  <a:pt x="199743" y="4237"/>
                </a:lnTo>
                <a:close/>
                <a:moveTo>
                  <a:pt x="193639" y="9441"/>
                </a:moveTo>
                <a:lnTo>
                  <a:pt x="193639" y="12710"/>
                </a:lnTo>
                <a:lnTo>
                  <a:pt x="191337" y="15012"/>
                </a:lnTo>
                <a:lnTo>
                  <a:pt x="188969" y="15012"/>
                </a:lnTo>
                <a:lnTo>
                  <a:pt x="191971" y="12010"/>
                </a:lnTo>
                <a:lnTo>
                  <a:pt x="191971" y="7773"/>
                </a:lnTo>
                <a:close/>
                <a:moveTo>
                  <a:pt x="180496" y="15012"/>
                </a:moveTo>
                <a:lnTo>
                  <a:pt x="178128" y="15012"/>
                </a:lnTo>
                <a:lnTo>
                  <a:pt x="175826" y="12710"/>
                </a:lnTo>
                <a:lnTo>
                  <a:pt x="175826" y="9441"/>
                </a:lnTo>
                <a:lnTo>
                  <a:pt x="177527" y="7773"/>
                </a:lnTo>
                <a:lnTo>
                  <a:pt x="177527" y="12010"/>
                </a:lnTo>
                <a:close/>
                <a:moveTo>
                  <a:pt x="175292" y="8907"/>
                </a:moveTo>
                <a:lnTo>
                  <a:pt x="172023" y="8907"/>
                </a:lnTo>
                <a:lnTo>
                  <a:pt x="169755" y="6606"/>
                </a:lnTo>
                <a:lnTo>
                  <a:pt x="169755" y="4237"/>
                </a:lnTo>
                <a:lnTo>
                  <a:pt x="172724" y="7206"/>
                </a:lnTo>
                <a:lnTo>
                  <a:pt x="176960" y="7206"/>
                </a:lnTo>
                <a:close/>
                <a:moveTo>
                  <a:pt x="168954" y="6606"/>
                </a:moveTo>
                <a:lnTo>
                  <a:pt x="166653" y="8874"/>
                </a:lnTo>
                <a:lnTo>
                  <a:pt x="163417" y="8874"/>
                </a:lnTo>
                <a:lnTo>
                  <a:pt x="161716" y="7206"/>
                </a:lnTo>
                <a:lnTo>
                  <a:pt x="165786" y="7206"/>
                </a:lnTo>
                <a:lnTo>
                  <a:pt x="166086" y="7106"/>
                </a:lnTo>
                <a:lnTo>
                  <a:pt x="168954" y="4237"/>
                </a:lnTo>
                <a:close/>
                <a:moveTo>
                  <a:pt x="162850" y="9441"/>
                </a:moveTo>
                <a:lnTo>
                  <a:pt x="162850" y="12710"/>
                </a:lnTo>
                <a:lnTo>
                  <a:pt x="160548" y="15012"/>
                </a:lnTo>
                <a:lnTo>
                  <a:pt x="158180" y="15012"/>
                </a:lnTo>
                <a:lnTo>
                  <a:pt x="161182" y="12010"/>
                </a:lnTo>
                <a:lnTo>
                  <a:pt x="161182" y="7773"/>
                </a:lnTo>
                <a:close/>
                <a:moveTo>
                  <a:pt x="149707" y="15012"/>
                </a:moveTo>
                <a:lnTo>
                  <a:pt x="147339" y="15012"/>
                </a:lnTo>
                <a:lnTo>
                  <a:pt x="145037" y="12710"/>
                </a:lnTo>
                <a:lnTo>
                  <a:pt x="145037" y="9441"/>
                </a:lnTo>
                <a:lnTo>
                  <a:pt x="146739" y="7773"/>
                </a:lnTo>
                <a:lnTo>
                  <a:pt x="146739" y="12010"/>
                </a:lnTo>
                <a:close/>
                <a:moveTo>
                  <a:pt x="144504" y="8907"/>
                </a:moveTo>
                <a:lnTo>
                  <a:pt x="141235" y="8907"/>
                </a:lnTo>
                <a:lnTo>
                  <a:pt x="138933" y="6606"/>
                </a:lnTo>
                <a:lnTo>
                  <a:pt x="138933" y="4237"/>
                </a:lnTo>
                <a:lnTo>
                  <a:pt x="141835" y="7106"/>
                </a:lnTo>
                <a:lnTo>
                  <a:pt x="142102" y="7206"/>
                </a:lnTo>
                <a:lnTo>
                  <a:pt x="146172" y="7206"/>
                </a:lnTo>
                <a:close/>
                <a:moveTo>
                  <a:pt x="138166" y="6606"/>
                </a:moveTo>
                <a:lnTo>
                  <a:pt x="135864" y="8874"/>
                </a:lnTo>
                <a:lnTo>
                  <a:pt x="132629" y="8874"/>
                </a:lnTo>
                <a:lnTo>
                  <a:pt x="130927" y="7206"/>
                </a:lnTo>
                <a:lnTo>
                  <a:pt x="135164" y="7206"/>
                </a:lnTo>
                <a:lnTo>
                  <a:pt x="138166" y="4237"/>
                </a:lnTo>
                <a:close/>
                <a:moveTo>
                  <a:pt x="132061" y="9441"/>
                </a:moveTo>
                <a:lnTo>
                  <a:pt x="132061" y="12710"/>
                </a:lnTo>
                <a:lnTo>
                  <a:pt x="129760" y="15012"/>
                </a:lnTo>
                <a:lnTo>
                  <a:pt x="127391" y="15012"/>
                </a:lnTo>
                <a:lnTo>
                  <a:pt x="130394" y="12010"/>
                </a:lnTo>
                <a:lnTo>
                  <a:pt x="130394" y="7773"/>
                </a:lnTo>
                <a:close/>
                <a:moveTo>
                  <a:pt x="118919" y="15012"/>
                </a:moveTo>
                <a:lnTo>
                  <a:pt x="116550" y="15012"/>
                </a:lnTo>
                <a:lnTo>
                  <a:pt x="114249" y="12710"/>
                </a:lnTo>
                <a:lnTo>
                  <a:pt x="114249" y="9441"/>
                </a:lnTo>
                <a:lnTo>
                  <a:pt x="115950" y="7773"/>
                </a:lnTo>
                <a:lnTo>
                  <a:pt x="115950" y="12010"/>
                </a:lnTo>
                <a:close/>
                <a:moveTo>
                  <a:pt x="113682" y="8907"/>
                </a:moveTo>
                <a:lnTo>
                  <a:pt x="110446" y="8907"/>
                </a:lnTo>
                <a:lnTo>
                  <a:pt x="108144" y="6606"/>
                </a:lnTo>
                <a:lnTo>
                  <a:pt x="108144" y="4237"/>
                </a:lnTo>
                <a:lnTo>
                  <a:pt x="111147" y="7206"/>
                </a:lnTo>
                <a:lnTo>
                  <a:pt x="115383" y="7206"/>
                </a:lnTo>
                <a:close/>
                <a:moveTo>
                  <a:pt x="107377" y="6606"/>
                </a:moveTo>
                <a:lnTo>
                  <a:pt x="105076" y="8874"/>
                </a:lnTo>
                <a:lnTo>
                  <a:pt x="101840" y="8874"/>
                </a:lnTo>
                <a:lnTo>
                  <a:pt x="100139" y="7206"/>
                </a:lnTo>
                <a:lnTo>
                  <a:pt x="104208" y="7206"/>
                </a:lnTo>
                <a:lnTo>
                  <a:pt x="104475" y="7106"/>
                </a:lnTo>
                <a:lnTo>
                  <a:pt x="107377" y="4237"/>
                </a:lnTo>
                <a:lnTo>
                  <a:pt x="107377" y="6606"/>
                </a:lnTo>
                <a:close/>
                <a:moveTo>
                  <a:pt x="101273" y="9441"/>
                </a:moveTo>
                <a:lnTo>
                  <a:pt x="101273" y="12710"/>
                </a:lnTo>
                <a:lnTo>
                  <a:pt x="98971" y="15012"/>
                </a:lnTo>
                <a:lnTo>
                  <a:pt x="96603" y="15012"/>
                </a:lnTo>
                <a:lnTo>
                  <a:pt x="99605" y="12010"/>
                </a:lnTo>
                <a:lnTo>
                  <a:pt x="99605" y="7773"/>
                </a:lnTo>
                <a:close/>
                <a:moveTo>
                  <a:pt x="88130" y="15012"/>
                </a:moveTo>
                <a:lnTo>
                  <a:pt x="85762" y="15012"/>
                </a:lnTo>
                <a:lnTo>
                  <a:pt x="83460" y="12710"/>
                </a:lnTo>
                <a:lnTo>
                  <a:pt x="83460" y="9441"/>
                </a:lnTo>
                <a:lnTo>
                  <a:pt x="85128" y="7773"/>
                </a:lnTo>
                <a:lnTo>
                  <a:pt x="85128" y="12010"/>
                </a:lnTo>
                <a:close/>
                <a:moveTo>
                  <a:pt x="82893" y="8907"/>
                </a:moveTo>
                <a:lnTo>
                  <a:pt x="79657" y="8907"/>
                </a:lnTo>
                <a:lnTo>
                  <a:pt x="77356" y="6606"/>
                </a:lnTo>
                <a:lnTo>
                  <a:pt x="77356" y="4237"/>
                </a:lnTo>
                <a:lnTo>
                  <a:pt x="80224" y="7106"/>
                </a:lnTo>
                <a:lnTo>
                  <a:pt x="80525" y="7206"/>
                </a:lnTo>
                <a:lnTo>
                  <a:pt x="84594" y="7206"/>
                </a:lnTo>
                <a:close/>
                <a:moveTo>
                  <a:pt x="76589" y="6606"/>
                </a:moveTo>
                <a:lnTo>
                  <a:pt x="74287" y="8874"/>
                </a:lnTo>
                <a:lnTo>
                  <a:pt x="71018" y="8874"/>
                </a:lnTo>
                <a:lnTo>
                  <a:pt x="69350" y="7206"/>
                </a:lnTo>
                <a:lnTo>
                  <a:pt x="73586" y="7206"/>
                </a:lnTo>
                <a:lnTo>
                  <a:pt x="76589" y="4237"/>
                </a:lnTo>
                <a:close/>
                <a:moveTo>
                  <a:pt x="70484" y="9441"/>
                </a:moveTo>
                <a:lnTo>
                  <a:pt x="70484" y="12710"/>
                </a:lnTo>
                <a:lnTo>
                  <a:pt x="68183" y="15012"/>
                </a:lnTo>
                <a:lnTo>
                  <a:pt x="65814" y="15012"/>
                </a:lnTo>
                <a:lnTo>
                  <a:pt x="68816" y="12010"/>
                </a:lnTo>
                <a:lnTo>
                  <a:pt x="68816" y="7773"/>
                </a:lnTo>
                <a:close/>
                <a:moveTo>
                  <a:pt x="57341" y="15012"/>
                </a:moveTo>
                <a:lnTo>
                  <a:pt x="54973" y="15012"/>
                </a:lnTo>
                <a:lnTo>
                  <a:pt x="52671" y="12710"/>
                </a:lnTo>
                <a:lnTo>
                  <a:pt x="52671" y="9441"/>
                </a:lnTo>
                <a:lnTo>
                  <a:pt x="54339" y="7773"/>
                </a:lnTo>
                <a:lnTo>
                  <a:pt x="54339" y="12010"/>
                </a:lnTo>
                <a:close/>
                <a:moveTo>
                  <a:pt x="52104" y="8907"/>
                </a:moveTo>
                <a:lnTo>
                  <a:pt x="48869" y="8907"/>
                </a:lnTo>
                <a:lnTo>
                  <a:pt x="46567" y="6606"/>
                </a:lnTo>
                <a:lnTo>
                  <a:pt x="46567" y="4237"/>
                </a:lnTo>
                <a:lnTo>
                  <a:pt x="49569" y="7206"/>
                </a:lnTo>
                <a:lnTo>
                  <a:pt x="53806" y="7206"/>
                </a:lnTo>
                <a:close/>
                <a:moveTo>
                  <a:pt x="45767" y="6606"/>
                </a:moveTo>
                <a:lnTo>
                  <a:pt x="43498" y="8874"/>
                </a:lnTo>
                <a:lnTo>
                  <a:pt x="40229" y="8874"/>
                </a:lnTo>
                <a:lnTo>
                  <a:pt x="38561" y="7206"/>
                </a:lnTo>
                <a:lnTo>
                  <a:pt x="42631" y="7206"/>
                </a:lnTo>
                <a:lnTo>
                  <a:pt x="42898" y="7106"/>
                </a:lnTo>
                <a:lnTo>
                  <a:pt x="45767" y="4237"/>
                </a:lnTo>
                <a:close/>
                <a:moveTo>
                  <a:pt x="39696" y="9441"/>
                </a:moveTo>
                <a:lnTo>
                  <a:pt x="39696" y="12710"/>
                </a:lnTo>
                <a:lnTo>
                  <a:pt x="37394" y="15012"/>
                </a:lnTo>
                <a:lnTo>
                  <a:pt x="35026" y="15012"/>
                </a:lnTo>
                <a:lnTo>
                  <a:pt x="37994" y="12010"/>
                </a:lnTo>
                <a:lnTo>
                  <a:pt x="37994" y="7773"/>
                </a:lnTo>
                <a:close/>
                <a:moveTo>
                  <a:pt x="26553" y="15012"/>
                </a:moveTo>
                <a:lnTo>
                  <a:pt x="24184" y="15012"/>
                </a:lnTo>
                <a:lnTo>
                  <a:pt x="21883" y="12710"/>
                </a:lnTo>
                <a:lnTo>
                  <a:pt x="21883" y="9441"/>
                </a:lnTo>
                <a:lnTo>
                  <a:pt x="23551" y="7773"/>
                </a:lnTo>
                <a:lnTo>
                  <a:pt x="23551" y="12010"/>
                </a:lnTo>
                <a:close/>
                <a:moveTo>
                  <a:pt x="21316" y="8907"/>
                </a:moveTo>
                <a:lnTo>
                  <a:pt x="18080" y="8907"/>
                </a:lnTo>
                <a:lnTo>
                  <a:pt x="15778" y="6606"/>
                </a:lnTo>
                <a:lnTo>
                  <a:pt x="15778" y="4237"/>
                </a:lnTo>
                <a:lnTo>
                  <a:pt x="18647" y="7106"/>
                </a:lnTo>
                <a:lnTo>
                  <a:pt x="18914" y="7206"/>
                </a:lnTo>
                <a:lnTo>
                  <a:pt x="22984" y="7206"/>
                </a:lnTo>
                <a:close/>
                <a:moveTo>
                  <a:pt x="14978" y="6606"/>
                </a:moveTo>
                <a:lnTo>
                  <a:pt x="12710" y="8874"/>
                </a:lnTo>
                <a:lnTo>
                  <a:pt x="9441" y="8874"/>
                </a:lnTo>
                <a:lnTo>
                  <a:pt x="7773" y="7206"/>
                </a:lnTo>
                <a:lnTo>
                  <a:pt x="12009" y="7206"/>
                </a:lnTo>
                <a:lnTo>
                  <a:pt x="14978" y="4237"/>
                </a:lnTo>
                <a:lnTo>
                  <a:pt x="14978" y="6606"/>
                </a:lnTo>
                <a:close/>
                <a:moveTo>
                  <a:pt x="9441" y="21883"/>
                </a:moveTo>
                <a:lnTo>
                  <a:pt x="12710" y="21883"/>
                </a:lnTo>
                <a:lnTo>
                  <a:pt x="14978" y="24185"/>
                </a:lnTo>
                <a:lnTo>
                  <a:pt x="14978" y="26553"/>
                </a:lnTo>
                <a:lnTo>
                  <a:pt x="12009" y="23551"/>
                </a:lnTo>
                <a:lnTo>
                  <a:pt x="7773" y="23551"/>
                </a:lnTo>
                <a:close/>
                <a:moveTo>
                  <a:pt x="14978" y="33892"/>
                </a:moveTo>
                <a:lnTo>
                  <a:pt x="11675" y="37228"/>
                </a:lnTo>
                <a:lnTo>
                  <a:pt x="6972" y="37228"/>
                </a:lnTo>
                <a:lnTo>
                  <a:pt x="5438" y="35693"/>
                </a:lnTo>
                <a:lnTo>
                  <a:pt x="11042" y="35693"/>
                </a:lnTo>
                <a:lnTo>
                  <a:pt x="14978" y="31757"/>
                </a:lnTo>
                <a:lnTo>
                  <a:pt x="14978" y="33892"/>
                </a:lnTo>
                <a:close/>
                <a:moveTo>
                  <a:pt x="7206" y="42631"/>
                </a:moveTo>
                <a:lnTo>
                  <a:pt x="7206" y="38562"/>
                </a:lnTo>
                <a:lnTo>
                  <a:pt x="8873" y="40230"/>
                </a:lnTo>
                <a:lnTo>
                  <a:pt x="8873" y="43499"/>
                </a:lnTo>
                <a:lnTo>
                  <a:pt x="6605" y="45800"/>
                </a:lnTo>
                <a:lnTo>
                  <a:pt x="4237" y="45800"/>
                </a:lnTo>
                <a:lnTo>
                  <a:pt x="7106" y="42932"/>
                </a:lnTo>
                <a:close/>
                <a:moveTo>
                  <a:pt x="6605" y="46568"/>
                </a:moveTo>
                <a:lnTo>
                  <a:pt x="8873" y="48869"/>
                </a:lnTo>
                <a:lnTo>
                  <a:pt x="8873" y="52105"/>
                </a:lnTo>
                <a:lnTo>
                  <a:pt x="7206" y="53806"/>
                </a:lnTo>
                <a:lnTo>
                  <a:pt x="7206" y="49570"/>
                </a:lnTo>
                <a:lnTo>
                  <a:pt x="4203" y="46568"/>
                </a:lnTo>
                <a:close/>
                <a:moveTo>
                  <a:pt x="9441" y="52672"/>
                </a:moveTo>
                <a:lnTo>
                  <a:pt x="12710" y="52672"/>
                </a:lnTo>
                <a:lnTo>
                  <a:pt x="14978" y="54974"/>
                </a:lnTo>
                <a:lnTo>
                  <a:pt x="14978" y="57342"/>
                </a:lnTo>
                <a:lnTo>
                  <a:pt x="12009" y="54340"/>
                </a:lnTo>
                <a:lnTo>
                  <a:pt x="7773" y="54340"/>
                </a:lnTo>
                <a:close/>
                <a:moveTo>
                  <a:pt x="14978" y="64714"/>
                </a:moveTo>
                <a:lnTo>
                  <a:pt x="11675" y="68016"/>
                </a:lnTo>
                <a:lnTo>
                  <a:pt x="6972" y="68016"/>
                </a:lnTo>
                <a:lnTo>
                  <a:pt x="5438" y="66482"/>
                </a:lnTo>
                <a:lnTo>
                  <a:pt x="11042" y="66482"/>
                </a:lnTo>
                <a:lnTo>
                  <a:pt x="14978" y="62546"/>
                </a:lnTo>
                <a:lnTo>
                  <a:pt x="14978" y="64714"/>
                </a:lnTo>
                <a:close/>
                <a:moveTo>
                  <a:pt x="7206" y="69351"/>
                </a:moveTo>
                <a:lnTo>
                  <a:pt x="8873" y="71052"/>
                </a:lnTo>
                <a:lnTo>
                  <a:pt x="8873" y="74287"/>
                </a:lnTo>
                <a:lnTo>
                  <a:pt x="6605" y="76589"/>
                </a:lnTo>
                <a:lnTo>
                  <a:pt x="4237" y="76589"/>
                </a:lnTo>
                <a:lnTo>
                  <a:pt x="7206" y="73587"/>
                </a:lnTo>
                <a:lnTo>
                  <a:pt x="7206" y="69351"/>
                </a:lnTo>
                <a:close/>
                <a:moveTo>
                  <a:pt x="9441" y="83461"/>
                </a:moveTo>
                <a:lnTo>
                  <a:pt x="12710" y="83461"/>
                </a:lnTo>
                <a:lnTo>
                  <a:pt x="14978" y="85762"/>
                </a:lnTo>
                <a:lnTo>
                  <a:pt x="14978" y="88131"/>
                </a:lnTo>
                <a:lnTo>
                  <a:pt x="12009" y="85129"/>
                </a:lnTo>
                <a:lnTo>
                  <a:pt x="7773" y="85129"/>
                </a:lnTo>
                <a:close/>
                <a:moveTo>
                  <a:pt x="14978" y="95503"/>
                </a:moveTo>
                <a:lnTo>
                  <a:pt x="11675" y="98805"/>
                </a:lnTo>
                <a:lnTo>
                  <a:pt x="6972" y="98805"/>
                </a:lnTo>
                <a:lnTo>
                  <a:pt x="5438" y="97271"/>
                </a:lnTo>
                <a:lnTo>
                  <a:pt x="11042" y="97271"/>
                </a:lnTo>
                <a:lnTo>
                  <a:pt x="14978" y="93334"/>
                </a:lnTo>
                <a:lnTo>
                  <a:pt x="14978" y="95503"/>
                </a:lnTo>
                <a:close/>
                <a:moveTo>
                  <a:pt x="7206" y="104209"/>
                </a:moveTo>
                <a:lnTo>
                  <a:pt x="7206" y="100139"/>
                </a:lnTo>
                <a:lnTo>
                  <a:pt x="8873" y="101840"/>
                </a:lnTo>
                <a:lnTo>
                  <a:pt x="8873" y="105076"/>
                </a:lnTo>
                <a:lnTo>
                  <a:pt x="6605" y="107378"/>
                </a:lnTo>
                <a:lnTo>
                  <a:pt x="4237" y="107378"/>
                </a:lnTo>
                <a:lnTo>
                  <a:pt x="7106" y="104509"/>
                </a:lnTo>
                <a:close/>
                <a:moveTo>
                  <a:pt x="6605" y="108178"/>
                </a:moveTo>
                <a:lnTo>
                  <a:pt x="8873" y="110447"/>
                </a:lnTo>
                <a:lnTo>
                  <a:pt x="8873" y="113716"/>
                </a:lnTo>
                <a:lnTo>
                  <a:pt x="7206" y="115384"/>
                </a:lnTo>
                <a:lnTo>
                  <a:pt x="7206" y="111147"/>
                </a:lnTo>
                <a:lnTo>
                  <a:pt x="4203" y="108145"/>
                </a:lnTo>
                <a:lnTo>
                  <a:pt x="6605" y="108145"/>
                </a:lnTo>
                <a:close/>
                <a:moveTo>
                  <a:pt x="9441" y="114249"/>
                </a:moveTo>
                <a:lnTo>
                  <a:pt x="12710" y="114249"/>
                </a:lnTo>
                <a:lnTo>
                  <a:pt x="14978" y="116551"/>
                </a:lnTo>
                <a:lnTo>
                  <a:pt x="14978" y="118919"/>
                </a:lnTo>
                <a:lnTo>
                  <a:pt x="12009" y="115951"/>
                </a:lnTo>
                <a:lnTo>
                  <a:pt x="7773" y="115951"/>
                </a:lnTo>
                <a:close/>
                <a:moveTo>
                  <a:pt x="15778" y="116551"/>
                </a:moveTo>
                <a:lnTo>
                  <a:pt x="18080" y="114249"/>
                </a:lnTo>
                <a:lnTo>
                  <a:pt x="21316" y="114249"/>
                </a:lnTo>
                <a:lnTo>
                  <a:pt x="22984" y="115951"/>
                </a:lnTo>
                <a:lnTo>
                  <a:pt x="18947" y="115951"/>
                </a:lnTo>
                <a:lnTo>
                  <a:pt x="18647" y="116051"/>
                </a:lnTo>
                <a:lnTo>
                  <a:pt x="15778" y="118919"/>
                </a:lnTo>
                <a:close/>
                <a:moveTo>
                  <a:pt x="21883" y="113716"/>
                </a:moveTo>
                <a:lnTo>
                  <a:pt x="21883" y="110447"/>
                </a:lnTo>
                <a:lnTo>
                  <a:pt x="24184" y="108178"/>
                </a:lnTo>
                <a:lnTo>
                  <a:pt x="26553" y="108178"/>
                </a:lnTo>
                <a:lnTo>
                  <a:pt x="23551" y="111147"/>
                </a:lnTo>
                <a:lnTo>
                  <a:pt x="23551" y="115384"/>
                </a:lnTo>
                <a:close/>
                <a:moveTo>
                  <a:pt x="35026" y="108178"/>
                </a:moveTo>
                <a:lnTo>
                  <a:pt x="37394" y="108178"/>
                </a:lnTo>
                <a:lnTo>
                  <a:pt x="39696" y="110447"/>
                </a:lnTo>
                <a:lnTo>
                  <a:pt x="39696" y="113716"/>
                </a:lnTo>
                <a:lnTo>
                  <a:pt x="37994" y="115384"/>
                </a:lnTo>
                <a:lnTo>
                  <a:pt x="37994" y="111147"/>
                </a:lnTo>
                <a:close/>
                <a:moveTo>
                  <a:pt x="40229" y="114249"/>
                </a:moveTo>
                <a:lnTo>
                  <a:pt x="43498" y="114249"/>
                </a:lnTo>
                <a:lnTo>
                  <a:pt x="45767" y="116551"/>
                </a:lnTo>
                <a:lnTo>
                  <a:pt x="45767" y="118919"/>
                </a:lnTo>
                <a:lnTo>
                  <a:pt x="42898" y="116051"/>
                </a:lnTo>
                <a:lnTo>
                  <a:pt x="42631" y="115951"/>
                </a:lnTo>
                <a:lnTo>
                  <a:pt x="38561" y="115951"/>
                </a:lnTo>
                <a:close/>
                <a:moveTo>
                  <a:pt x="46567" y="116551"/>
                </a:moveTo>
                <a:lnTo>
                  <a:pt x="48869" y="114249"/>
                </a:lnTo>
                <a:lnTo>
                  <a:pt x="52104" y="114249"/>
                </a:lnTo>
                <a:lnTo>
                  <a:pt x="53806" y="115951"/>
                </a:lnTo>
                <a:lnTo>
                  <a:pt x="49569" y="115951"/>
                </a:lnTo>
                <a:lnTo>
                  <a:pt x="46567" y="118919"/>
                </a:lnTo>
                <a:close/>
                <a:moveTo>
                  <a:pt x="52671" y="113716"/>
                </a:moveTo>
                <a:lnTo>
                  <a:pt x="52671" y="110447"/>
                </a:lnTo>
                <a:lnTo>
                  <a:pt x="54973" y="108178"/>
                </a:lnTo>
                <a:lnTo>
                  <a:pt x="57341" y="108178"/>
                </a:lnTo>
                <a:lnTo>
                  <a:pt x="54339" y="111147"/>
                </a:lnTo>
                <a:lnTo>
                  <a:pt x="54339" y="115384"/>
                </a:lnTo>
                <a:close/>
                <a:moveTo>
                  <a:pt x="65814" y="108178"/>
                </a:moveTo>
                <a:lnTo>
                  <a:pt x="68183" y="108178"/>
                </a:lnTo>
                <a:lnTo>
                  <a:pt x="70484" y="110447"/>
                </a:lnTo>
                <a:lnTo>
                  <a:pt x="70484" y="113716"/>
                </a:lnTo>
                <a:lnTo>
                  <a:pt x="68783" y="115384"/>
                </a:lnTo>
                <a:lnTo>
                  <a:pt x="68783" y="111147"/>
                </a:lnTo>
                <a:close/>
                <a:moveTo>
                  <a:pt x="71018" y="114249"/>
                </a:moveTo>
                <a:lnTo>
                  <a:pt x="74287" y="114249"/>
                </a:lnTo>
                <a:lnTo>
                  <a:pt x="76555" y="116551"/>
                </a:lnTo>
                <a:lnTo>
                  <a:pt x="76555" y="118919"/>
                </a:lnTo>
                <a:lnTo>
                  <a:pt x="73586" y="115951"/>
                </a:lnTo>
                <a:lnTo>
                  <a:pt x="69350" y="115951"/>
                </a:lnTo>
                <a:close/>
                <a:moveTo>
                  <a:pt x="77356" y="116551"/>
                </a:moveTo>
                <a:lnTo>
                  <a:pt x="79657" y="114249"/>
                </a:lnTo>
                <a:lnTo>
                  <a:pt x="82893" y="114249"/>
                </a:lnTo>
                <a:lnTo>
                  <a:pt x="84594" y="115951"/>
                </a:lnTo>
                <a:lnTo>
                  <a:pt x="80525" y="115951"/>
                </a:lnTo>
                <a:lnTo>
                  <a:pt x="80224" y="116051"/>
                </a:lnTo>
                <a:lnTo>
                  <a:pt x="77356" y="118919"/>
                </a:lnTo>
                <a:lnTo>
                  <a:pt x="77356" y="116551"/>
                </a:lnTo>
                <a:close/>
                <a:moveTo>
                  <a:pt x="83460" y="113716"/>
                </a:moveTo>
                <a:lnTo>
                  <a:pt x="83460" y="110447"/>
                </a:lnTo>
                <a:lnTo>
                  <a:pt x="85762" y="108178"/>
                </a:lnTo>
                <a:lnTo>
                  <a:pt x="88130" y="108178"/>
                </a:lnTo>
                <a:lnTo>
                  <a:pt x="85128" y="111147"/>
                </a:lnTo>
                <a:lnTo>
                  <a:pt x="85128" y="115384"/>
                </a:lnTo>
                <a:close/>
                <a:moveTo>
                  <a:pt x="96603" y="108178"/>
                </a:moveTo>
                <a:lnTo>
                  <a:pt x="98971" y="108178"/>
                </a:lnTo>
                <a:lnTo>
                  <a:pt x="101273" y="110447"/>
                </a:lnTo>
                <a:lnTo>
                  <a:pt x="101273" y="113716"/>
                </a:lnTo>
                <a:lnTo>
                  <a:pt x="99605" y="115384"/>
                </a:lnTo>
                <a:lnTo>
                  <a:pt x="99605" y="111147"/>
                </a:lnTo>
                <a:close/>
                <a:moveTo>
                  <a:pt x="101840" y="114249"/>
                </a:moveTo>
                <a:lnTo>
                  <a:pt x="105076" y="114249"/>
                </a:lnTo>
                <a:lnTo>
                  <a:pt x="107377" y="116551"/>
                </a:lnTo>
                <a:lnTo>
                  <a:pt x="107377" y="118919"/>
                </a:lnTo>
                <a:lnTo>
                  <a:pt x="104508" y="116051"/>
                </a:lnTo>
                <a:lnTo>
                  <a:pt x="104208" y="115951"/>
                </a:lnTo>
                <a:lnTo>
                  <a:pt x="100139" y="115951"/>
                </a:lnTo>
                <a:close/>
                <a:moveTo>
                  <a:pt x="108144" y="116551"/>
                </a:moveTo>
                <a:lnTo>
                  <a:pt x="110446" y="114249"/>
                </a:lnTo>
                <a:lnTo>
                  <a:pt x="113682" y="114249"/>
                </a:lnTo>
                <a:lnTo>
                  <a:pt x="115383" y="115951"/>
                </a:lnTo>
                <a:lnTo>
                  <a:pt x="111147" y="115951"/>
                </a:lnTo>
                <a:lnTo>
                  <a:pt x="108144" y="118919"/>
                </a:lnTo>
                <a:close/>
                <a:moveTo>
                  <a:pt x="114249" y="113716"/>
                </a:moveTo>
                <a:lnTo>
                  <a:pt x="114249" y="110447"/>
                </a:lnTo>
                <a:lnTo>
                  <a:pt x="116550" y="108178"/>
                </a:lnTo>
                <a:lnTo>
                  <a:pt x="118919" y="108178"/>
                </a:lnTo>
                <a:lnTo>
                  <a:pt x="115917" y="111147"/>
                </a:lnTo>
                <a:lnTo>
                  <a:pt x="115917" y="115384"/>
                </a:lnTo>
                <a:close/>
                <a:moveTo>
                  <a:pt x="127391" y="108178"/>
                </a:moveTo>
                <a:lnTo>
                  <a:pt x="129760" y="108178"/>
                </a:lnTo>
                <a:lnTo>
                  <a:pt x="132061" y="110447"/>
                </a:lnTo>
                <a:lnTo>
                  <a:pt x="132061" y="113716"/>
                </a:lnTo>
                <a:lnTo>
                  <a:pt x="130394" y="115384"/>
                </a:lnTo>
                <a:lnTo>
                  <a:pt x="130394" y="111147"/>
                </a:lnTo>
                <a:close/>
                <a:moveTo>
                  <a:pt x="132629" y="114249"/>
                </a:moveTo>
                <a:lnTo>
                  <a:pt x="135864" y="114249"/>
                </a:lnTo>
                <a:lnTo>
                  <a:pt x="138166" y="116551"/>
                </a:lnTo>
                <a:lnTo>
                  <a:pt x="138166" y="118919"/>
                </a:lnTo>
                <a:lnTo>
                  <a:pt x="135164" y="115951"/>
                </a:lnTo>
                <a:lnTo>
                  <a:pt x="130927" y="115951"/>
                </a:lnTo>
                <a:close/>
                <a:moveTo>
                  <a:pt x="138933" y="116551"/>
                </a:moveTo>
                <a:lnTo>
                  <a:pt x="141235" y="114249"/>
                </a:lnTo>
                <a:lnTo>
                  <a:pt x="144504" y="114249"/>
                </a:lnTo>
                <a:lnTo>
                  <a:pt x="146172" y="115951"/>
                </a:lnTo>
                <a:lnTo>
                  <a:pt x="142102" y="115951"/>
                </a:lnTo>
                <a:lnTo>
                  <a:pt x="141835" y="116051"/>
                </a:lnTo>
                <a:lnTo>
                  <a:pt x="138933" y="118919"/>
                </a:lnTo>
                <a:close/>
                <a:moveTo>
                  <a:pt x="145037" y="113716"/>
                </a:moveTo>
                <a:lnTo>
                  <a:pt x="145037" y="110447"/>
                </a:lnTo>
                <a:lnTo>
                  <a:pt x="147339" y="108178"/>
                </a:lnTo>
                <a:lnTo>
                  <a:pt x="149707" y="108178"/>
                </a:lnTo>
                <a:lnTo>
                  <a:pt x="146705" y="111147"/>
                </a:lnTo>
                <a:lnTo>
                  <a:pt x="146705" y="115384"/>
                </a:lnTo>
                <a:close/>
                <a:moveTo>
                  <a:pt x="158180" y="108178"/>
                </a:moveTo>
                <a:lnTo>
                  <a:pt x="160548" y="108178"/>
                </a:lnTo>
                <a:lnTo>
                  <a:pt x="162850" y="110447"/>
                </a:lnTo>
                <a:lnTo>
                  <a:pt x="162850" y="113716"/>
                </a:lnTo>
                <a:lnTo>
                  <a:pt x="161182" y="115384"/>
                </a:lnTo>
                <a:lnTo>
                  <a:pt x="161182" y="111147"/>
                </a:lnTo>
                <a:close/>
                <a:moveTo>
                  <a:pt x="163417" y="114249"/>
                </a:moveTo>
                <a:lnTo>
                  <a:pt x="166653" y="114249"/>
                </a:lnTo>
                <a:lnTo>
                  <a:pt x="168954" y="116551"/>
                </a:lnTo>
                <a:lnTo>
                  <a:pt x="168954" y="118919"/>
                </a:lnTo>
                <a:lnTo>
                  <a:pt x="166086" y="116051"/>
                </a:lnTo>
                <a:lnTo>
                  <a:pt x="165786" y="115951"/>
                </a:lnTo>
                <a:lnTo>
                  <a:pt x="161716" y="115951"/>
                </a:lnTo>
                <a:close/>
                <a:moveTo>
                  <a:pt x="169755" y="116551"/>
                </a:moveTo>
                <a:lnTo>
                  <a:pt x="172023" y="114249"/>
                </a:lnTo>
                <a:lnTo>
                  <a:pt x="175292" y="114249"/>
                </a:lnTo>
                <a:lnTo>
                  <a:pt x="176960" y="115951"/>
                </a:lnTo>
                <a:lnTo>
                  <a:pt x="172724" y="115951"/>
                </a:lnTo>
                <a:lnTo>
                  <a:pt x="169722" y="118919"/>
                </a:lnTo>
                <a:lnTo>
                  <a:pt x="169722" y="116551"/>
                </a:lnTo>
                <a:close/>
                <a:moveTo>
                  <a:pt x="175826" y="113716"/>
                </a:moveTo>
                <a:lnTo>
                  <a:pt x="175826" y="110447"/>
                </a:lnTo>
                <a:lnTo>
                  <a:pt x="178128" y="108178"/>
                </a:lnTo>
                <a:lnTo>
                  <a:pt x="180496" y="108178"/>
                </a:lnTo>
                <a:lnTo>
                  <a:pt x="177527" y="111147"/>
                </a:lnTo>
                <a:lnTo>
                  <a:pt x="177527" y="115384"/>
                </a:lnTo>
                <a:close/>
                <a:moveTo>
                  <a:pt x="188969" y="108178"/>
                </a:moveTo>
                <a:lnTo>
                  <a:pt x="191337" y="108178"/>
                </a:lnTo>
                <a:lnTo>
                  <a:pt x="193639" y="110447"/>
                </a:lnTo>
                <a:lnTo>
                  <a:pt x="193639" y="113716"/>
                </a:lnTo>
                <a:lnTo>
                  <a:pt x="191971" y="115384"/>
                </a:lnTo>
                <a:lnTo>
                  <a:pt x="191971" y="111147"/>
                </a:lnTo>
                <a:close/>
                <a:moveTo>
                  <a:pt x="194206" y="114249"/>
                </a:moveTo>
                <a:lnTo>
                  <a:pt x="197441" y="114249"/>
                </a:lnTo>
                <a:lnTo>
                  <a:pt x="199743" y="116551"/>
                </a:lnTo>
                <a:lnTo>
                  <a:pt x="199743" y="118919"/>
                </a:lnTo>
                <a:lnTo>
                  <a:pt x="196741" y="115951"/>
                </a:lnTo>
                <a:lnTo>
                  <a:pt x="192538" y="115951"/>
                </a:lnTo>
                <a:close/>
                <a:moveTo>
                  <a:pt x="200544" y="116551"/>
                </a:moveTo>
                <a:lnTo>
                  <a:pt x="202812" y="114249"/>
                </a:lnTo>
                <a:lnTo>
                  <a:pt x="206081" y="114249"/>
                </a:lnTo>
                <a:lnTo>
                  <a:pt x="207749" y="115951"/>
                </a:lnTo>
                <a:lnTo>
                  <a:pt x="203679" y="115951"/>
                </a:lnTo>
                <a:lnTo>
                  <a:pt x="203412" y="116051"/>
                </a:lnTo>
                <a:lnTo>
                  <a:pt x="200544" y="118919"/>
                </a:lnTo>
                <a:close/>
                <a:moveTo>
                  <a:pt x="206648" y="113716"/>
                </a:moveTo>
                <a:lnTo>
                  <a:pt x="206648" y="110447"/>
                </a:lnTo>
                <a:lnTo>
                  <a:pt x="208916" y="108178"/>
                </a:lnTo>
                <a:lnTo>
                  <a:pt x="211285" y="108178"/>
                </a:lnTo>
                <a:lnTo>
                  <a:pt x="208316" y="111147"/>
                </a:lnTo>
                <a:lnTo>
                  <a:pt x="208316" y="115384"/>
                </a:lnTo>
                <a:close/>
                <a:moveTo>
                  <a:pt x="219757" y="108178"/>
                </a:moveTo>
                <a:lnTo>
                  <a:pt x="222126" y="108178"/>
                </a:lnTo>
                <a:lnTo>
                  <a:pt x="224427" y="110447"/>
                </a:lnTo>
                <a:lnTo>
                  <a:pt x="224427" y="113716"/>
                </a:lnTo>
                <a:lnTo>
                  <a:pt x="222760" y="115384"/>
                </a:lnTo>
                <a:lnTo>
                  <a:pt x="222760" y="111147"/>
                </a:lnTo>
                <a:close/>
                <a:moveTo>
                  <a:pt x="224995" y="114249"/>
                </a:moveTo>
                <a:lnTo>
                  <a:pt x="228230" y="114249"/>
                </a:lnTo>
                <a:lnTo>
                  <a:pt x="230532" y="116551"/>
                </a:lnTo>
                <a:lnTo>
                  <a:pt x="230532" y="118919"/>
                </a:lnTo>
                <a:lnTo>
                  <a:pt x="227663" y="116051"/>
                </a:lnTo>
                <a:lnTo>
                  <a:pt x="227396" y="115951"/>
                </a:lnTo>
                <a:lnTo>
                  <a:pt x="223327" y="115951"/>
                </a:lnTo>
                <a:close/>
                <a:moveTo>
                  <a:pt x="231332" y="116551"/>
                </a:moveTo>
                <a:lnTo>
                  <a:pt x="233601" y="114249"/>
                </a:lnTo>
                <a:lnTo>
                  <a:pt x="236870" y="114249"/>
                </a:lnTo>
                <a:lnTo>
                  <a:pt x="238538" y="115951"/>
                </a:lnTo>
                <a:lnTo>
                  <a:pt x="234301" y="115951"/>
                </a:lnTo>
                <a:lnTo>
                  <a:pt x="231332" y="118919"/>
                </a:lnTo>
                <a:close/>
                <a:moveTo>
                  <a:pt x="236870" y="101273"/>
                </a:moveTo>
                <a:lnTo>
                  <a:pt x="233601" y="101273"/>
                </a:lnTo>
                <a:lnTo>
                  <a:pt x="231332" y="98972"/>
                </a:lnTo>
                <a:lnTo>
                  <a:pt x="231332" y="96603"/>
                </a:lnTo>
                <a:lnTo>
                  <a:pt x="234301" y="99606"/>
                </a:lnTo>
                <a:lnTo>
                  <a:pt x="238538" y="99606"/>
                </a:lnTo>
                <a:close/>
                <a:moveTo>
                  <a:pt x="231332" y="89265"/>
                </a:moveTo>
                <a:lnTo>
                  <a:pt x="234635" y="85929"/>
                </a:lnTo>
                <a:lnTo>
                  <a:pt x="239338" y="85929"/>
                </a:lnTo>
                <a:lnTo>
                  <a:pt x="240873" y="87464"/>
                </a:lnTo>
                <a:lnTo>
                  <a:pt x="235269" y="87464"/>
                </a:lnTo>
                <a:lnTo>
                  <a:pt x="231332" y="91400"/>
                </a:lnTo>
                <a:lnTo>
                  <a:pt x="231332" y="89265"/>
                </a:lnTo>
                <a:close/>
                <a:moveTo>
                  <a:pt x="239105" y="80525"/>
                </a:moveTo>
                <a:lnTo>
                  <a:pt x="239105" y="84595"/>
                </a:lnTo>
                <a:lnTo>
                  <a:pt x="237437" y="82927"/>
                </a:lnTo>
                <a:lnTo>
                  <a:pt x="237437" y="79658"/>
                </a:lnTo>
                <a:lnTo>
                  <a:pt x="239705" y="77356"/>
                </a:lnTo>
                <a:lnTo>
                  <a:pt x="242073" y="77356"/>
                </a:lnTo>
                <a:lnTo>
                  <a:pt x="239205" y="80225"/>
                </a:lnTo>
                <a:close/>
                <a:moveTo>
                  <a:pt x="239705" y="76589"/>
                </a:moveTo>
                <a:lnTo>
                  <a:pt x="237437" y="74287"/>
                </a:lnTo>
                <a:lnTo>
                  <a:pt x="237437" y="71052"/>
                </a:lnTo>
                <a:lnTo>
                  <a:pt x="239105" y="69351"/>
                </a:lnTo>
                <a:lnTo>
                  <a:pt x="239105" y="73587"/>
                </a:lnTo>
                <a:lnTo>
                  <a:pt x="242073" y="76589"/>
                </a:lnTo>
                <a:lnTo>
                  <a:pt x="239705" y="76589"/>
                </a:lnTo>
                <a:close/>
                <a:moveTo>
                  <a:pt x="236870" y="70485"/>
                </a:moveTo>
                <a:lnTo>
                  <a:pt x="233601" y="70485"/>
                </a:lnTo>
                <a:lnTo>
                  <a:pt x="231332" y="68183"/>
                </a:lnTo>
                <a:lnTo>
                  <a:pt x="231332" y="65815"/>
                </a:lnTo>
                <a:lnTo>
                  <a:pt x="234301" y="68817"/>
                </a:lnTo>
                <a:lnTo>
                  <a:pt x="238538" y="68817"/>
                </a:lnTo>
                <a:close/>
                <a:moveTo>
                  <a:pt x="231332" y="58476"/>
                </a:moveTo>
                <a:lnTo>
                  <a:pt x="234635" y="55140"/>
                </a:lnTo>
                <a:lnTo>
                  <a:pt x="239338" y="55140"/>
                </a:lnTo>
                <a:lnTo>
                  <a:pt x="240873" y="56675"/>
                </a:lnTo>
                <a:lnTo>
                  <a:pt x="235269" y="56675"/>
                </a:lnTo>
                <a:lnTo>
                  <a:pt x="231332" y="60611"/>
                </a:lnTo>
                <a:lnTo>
                  <a:pt x="231332" y="58476"/>
                </a:lnTo>
                <a:close/>
                <a:moveTo>
                  <a:pt x="239105" y="53806"/>
                </a:moveTo>
                <a:lnTo>
                  <a:pt x="237437" y="52105"/>
                </a:lnTo>
                <a:lnTo>
                  <a:pt x="237437" y="48869"/>
                </a:lnTo>
                <a:lnTo>
                  <a:pt x="239705" y="46568"/>
                </a:lnTo>
                <a:lnTo>
                  <a:pt x="242073" y="46568"/>
                </a:lnTo>
                <a:lnTo>
                  <a:pt x="239105" y="49570"/>
                </a:lnTo>
                <a:lnTo>
                  <a:pt x="239105" y="53806"/>
                </a:lnTo>
                <a:close/>
                <a:moveTo>
                  <a:pt x="236870" y="39696"/>
                </a:moveTo>
                <a:lnTo>
                  <a:pt x="233601" y="39696"/>
                </a:lnTo>
                <a:lnTo>
                  <a:pt x="231332" y="37394"/>
                </a:lnTo>
                <a:lnTo>
                  <a:pt x="231332" y="35026"/>
                </a:lnTo>
                <a:lnTo>
                  <a:pt x="234301" y="38028"/>
                </a:lnTo>
                <a:lnTo>
                  <a:pt x="238538" y="38028"/>
                </a:lnTo>
                <a:close/>
                <a:moveTo>
                  <a:pt x="231332" y="27654"/>
                </a:moveTo>
                <a:lnTo>
                  <a:pt x="234635" y="24352"/>
                </a:lnTo>
                <a:lnTo>
                  <a:pt x="239338" y="24352"/>
                </a:lnTo>
                <a:lnTo>
                  <a:pt x="240873" y="25886"/>
                </a:lnTo>
                <a:lnTo>
                  <a:pt x="235269" y="25886"/>
                </a:lnTo>
                <a:lnTo>
                  <a:pt x="231332" y="29822"/>
                </a:lnTo>
                <a:lnTo>
                  <a:pt x="231332" y="27654"/>
                </a:lnTo>
                <a:close/>
                <a:moveTo>
                  <a:pt x="239105" y="18948"/>
                </a:moveTo>
                <a:lnTo>
                  <a:pt x="239105" y="23017"/>
                </a:lnTo>
                <a:lnTo>
                  <a:pt x="237437" y="21316"/>
                </a:lnTo>
                <a:lnTo>
                  <a:pt x="237437" y="18081"/>
                </a:lnTo>
                <a:lnTo>
                  <a:pt x="239705" y="15779"/>
                </a:lnTo>
                <a:lnTo>
                  <a:pt x="242073" y="15779"/>
                </a:lnTo>
                <a:lnTo>
                  <a:pt x="239205" y="18648"/>
                </a:lnTo>
                <a:close/>
                <a:moveTo>
                  <a:pt x="239705" y="15012"/>
                </a:moveTo>
                <a:lnTo>
                  <a:pt x="237437" y="12710"/>
                </a:lnTo>
                <a:lnTo>
                  <a:pt x="237437" y="9441"/>
                </a:lnTo>
                <a:lnTo>
                  <a:pt x="239105" y="7773"/>
                </a:lnTo>
                <a:lnTo>
                  <a:pt x="239105" y="12010"/>
                </a:lnTo>
                <a:lnTo>
                  <a:pt x="242073" y="15012"/>
                </a:lnTo>
                <a:close/>
                <a:moveTo>
                  <a:pt x="236870" y="8907"/>
                </a:moveTo>
                <a:lnTo>
                  <a:pt x="233601" y="8907"/>
                </a:lnTo>
                <a:lnTo>
                  <a:pt x="231332" y="6606"/>
                </a:lnTo>
                <a:lnTo>
                  <a:pt x="231332" y="4237"/>
                </a:lnTo>
                <a:lnTo>
                  <a:pt x="234301" y="7206"/>
                </a:lnTo>
                <a:lnTo>
                  <a:pt x="238538" y="7206"/>
                </a:lnTo>
                <a:close/>
                <a:moveTo>
                  <a:pt x="230532" y="3103"/>
                </a:moveTo>
                <a:lnTo>
                  <a:pt x="227229" y="6439"/>
                </a:lnTo>
                <a:lnTo>
                  <a:pt x="222526" y="6439"/>
                </a:lnTo>
                <a:lnTo>
                  <a:pt x="220992" y="4904"/>
                </a:lnTo>
                <a:lnTo>
                  <a:pt x="226596" y="4904"/>
                </a:lnTo>
                <a:lnTo>
                  <a:pt x="230532" y="935"/>
                </a:lnTo>
                <a:close/>
                <a:moveTo>
                  <a:pt x="219657" y="10709"/>
                </a:moveTo>
                <a:lnTo>
                  <a:pt x="215921" y="14445"/>
                </a:lnTo>
                <a:lnTo>
                  <a:pt x="215921" y="6672"/>
                </a:lnTo>
                <a:lnTo>
                  <a:pt x="217623" y="5004"/>
                </a:lnTo>
                <a:lnTo>
                  <a:pt x="219657" y="5004"/>
                </a:lnTo>
                <a:lnTo>
                  <a:pt x="219657" y="10709"/>
                </a:lnTo>
                <a:close/>
                <a:moveTo>
                  <a:pt x="215121" y="14445"/>
                </a:moveTo>
                <a:lnTo>
                  <a:pt x="211418" y="10709"/>
                </a:lnTo>
                <a:lnTo>
                  <a:pt x="211418" y="5004"/>
                </a:lnTo>
                <a:lnTo>
                  <a:pt x="213453" y="5004"/>
                </a:lnTo>
                <a:lnTo>
                  <a:pt x="215121" y="6672"/>
                </a:lnTo>
                <a:lnTo>
                  <a:pt x="215121" y="14445"/>
                </a:lnTo>
                <a:close/>
                <a:moveTo>
                  <a:pt x="208549" y="6439"/>
                </a:moveTo>
                <a:lnTo>
                  <a:pt x="203846" y="6439"/>
                </a:lnTo>
                <a:lnTo>
                  <a:pt x="200544" y="3103"/>
                </a:lnTo>
                <a:lnTo>
                  <a:pt x="200544" y="935"/>
                </a:lnTo>
                <a:lnTo>
                  <a:pt x="204480" y="4904"/>
                </a:lnTo>
                <a:lnTo>
                  <a:pt x="210084" y="4904"/>
                </a:lnTo>
                <a:close/>
                <a:moveTo>
                  <a:pt x="199743" y="3103"/>
                </a:moveTo>
                <a:lnTo>
                  <a:pt x="196441" y="6439"/>
                </a:lnTo>
                <a:lnTo>
                  <a:pt x="191737" y="6439"/>
                </a:lnTo>
                <a:lnTo>
                  <a:pt x="190203" y="4904"/>
                </a:lnTo>
                <a:lnTo>
                  <a:pt x="195807" y="4904"/>
                </a:lnTo>
                <a:lnTo>
                  <a:pt x="199743" y="935"/>
                </a:lnTo>
                <a:close/>
                <a:moveTo>
                  <a:pt x="188869" y="10709"/>
                </a:moveTo>
                <a:lnTo>
                  <a:pt x="185133" y="14445"/>
                </a:lnTo>
                <a:lnTo>
                  <a:pt x="185133" y="6672"/>
                </a:lnTo>
                <a:lnTo>
                  <a:pt x="186801" y="5004"/>
                </a:lnTo>
                <a:lnTo>
                  <a:pt x="188835" y="5004"/>
                </a:lnTo>
                <a:lnTo>
                  <a:pt x="188835" y="10709"/>
                </a:lnTo>
                <a:close/>
                <a:moveTo>
                  <a:pt x="184332" y="14445"/>
                </a:moveTo>
                <a:lnTo>
                  <a:pt x="180629" y="10709"/>
                </a:lnTo>
                <a:lnTo>
                  <a:pt x="180629" y="5004"/>
                </a:lnTo>
                <a:lnTo>
                  <a:pt x="182664" y="5004"/>
                </a:lnTo>
                <a:lnTo>
                  <a:pt x="184332" y="6672"/>
                </a:lnTo>
                <a:lnTo>
                  <a:pt x="184332" y="14445"/>
                </a:lnTo>
                <a:close/>
                <a:moveTo>
                  <a:pt x="177761" y="6439"/>
                </a:moveTo>
                <a:lnTo>
                  <a:pt x="173057" y="6439"/>
                </a:lnTo>
                <a:lnTo>
                  <a:pt x="169755" y="3103"/>
                </a:lnTo>
                <a:lnTo>
                  <a:pt x="169755" y="935"/>
                </a:lnTo>
                <a:lnTo>
                  <a:pt x="173691" y="4904"/>
                </a:lnTo>
                <a:lnTo>
                  <a:pt x="179262" y="4904"/>
                </a:lnTo>
                <a:close/>
                <a:moveTo>
                  <a:pt x="168954" y="3103"/>
                </a:moveTo>
                <a:lnTo>
                  <a:pt x="165619" y="6439"/>
                </a:lnTo>
                <a:lnTo>
                  <a:pt x="160949" y="6439"/>
                </a:lnTo>
                <a:lnTo>
                  <a:pt x="159414" y="4904"/>
                </a:lnTo>
                <a:lnTo>
                  <a:pt x="164985" y="4904"/>
                </a:lnTo>
                <a:lnTo>
                  <a:pt x="168954" y="935"/>
                </a:lnTo>
                <a:close/>
                <a:moveTo>
                  <a:pt x="158047" y="10709"/>
                </a:moveTo>
                <a:lnTo>
                  <a:pt x="154344" y="14445"/>
                </a:lnTo>
                <a:lnTo>
                  <a:pt x="154344" y="6672"/>
                </a:lnTo>
                <a:lnTo>
                  <a:pt x="156012" y="5004"/>
                </a:lnTo>
                <a:lnTo>
                  <a:pt x="158047" y="5004"/>
                </a:lnTo>
                <a:lnTo>
                  <a:pt x="158047" y="10709"/>
                </a:lnTo>
                <a:close/>
                <a:moveTo>
                  <a:pt x="153543" y="14445"/>
                </a:moveTo>
                <a:lnTo>
                  <a:pt x="149841" y="10709"/>
                </a:lnTo>
                <a:lnTo>
                  <a:pt x="149841" y="5004"/>
                </a:lnTo>
                <a:lnTo>
                  <a:pt x="151876" y="5004"/>
                </a:lnTo>
                <a:lnTo>
                  <a:pt x="153543" y="6672"/>
                </a:lnTo>
                <a:lnTo>
                  <a:pt x="153543" y="14445"/>
                </a:lnTo>
                <a:close/>
                <a:moveTo>
                  <a:pt x="146939" y="6439"/>
                </a:moveTo>
                <a:lnTo>
                  <a:pt x="142269" y="6439"/>
                </a:lnTo>
                <a:lnTo>
                  <a:pt x="138933" y="3103"/>
                </a:lnTo>
                <a:lnTo>
                  <a:pt x="138933" y="935"/>
                </a:lnTo>
                <a:lnTo>
                  <a:pt x="142903" y="4904"/>
                </a:lnTo>
                <a:lnTo>
                  <a:pt x="148473" y="4904"/>
                </a:lnTo>
                <a:close/>
                <a:moveTo>
                  <a:pt x="138166" y="3103"/>
                </a:moveTo>
                <a:lnTo>
                  <a:pt x="134830" y="6439"/>
                </a:lnTo>
                <a:lnTo>
                  <a:pt x="130160" y="6439"/>
                </a:lnTo>
                <a:lnTo>
                  <a:pt x="128626" y="4904"/>
                </a:lnTo>
                <a:lnTo>
                  <a:pt x="134196" y="4904"/>
                </a:lnTo>
                <a:lnTo>
                  <a:pt x="138166" y="935"/>
                </a:lnTo>
                <a:close/>
                <a:moveTo>
                  <a:pt x="127258" y="10709"/>
                </a:moveTo>
                <a:lnTo>
                  <a:pt x="123555" y="14445"/>
                </a:lnTo>
                <a:lnTo>
                  <a:pt x="123555" y="6672"/>
                </a:lnTo>
                <a:lnTo>
                  <a:pt x="125223" y="5004"/>
                </a:lnTo>
                <a:lnTo>
                  <a:pt x="127258" y="5004"/>
                </a:lnTo>
                <a:close/>
                <a:moveTo>
                  <a:pt x="122755" y="14445"/>
                </a:moveTo>
                <a:lnTo>
                  <a:pt x="119052" y="10709"/>
                </a:lnTo>
                <a:lnTo>
                  <a:pt x="119052" y="5004"/>
                </a:lnTo>
                <a:lnTo>
                  <a:pt x="121087" y="5004"/>
                </a:lnTo>
                <a:lnTo>
                  <a:pt x="122755" y="6672"/>
                </a:lnTo>
                <a:close/>
                <a:moveTo>
                  <a:pt x="116150" y="6439"/>
                </a:moveTo>
                <a:lnTo>
                  <a:pt x="111480" y="6439"/>
                </a:lnTo>
                <a:lnTo>
                  <a:pt x="108144" y="3103"/>
                </a:lnTo>
                <a:lnTo>
                  <a:pt x="108144" y="935"/>
                </a:lnTo>
                <a:lnTo>
                  <a:pt x="112114" y="4904"/>
                </a:lnTo>
                <a:lnTo>
                  <a:pt x="117685" y="4904"/>
                </a:lnTo>
                <a:close/>
                <a:moveTo>
                  <a:pt x="107377" y="3103"/>
                </a:moveTo>
                <a:lnTo>
                  <a:pt x="104041" y="6439"/>
                </a:lnTo>
                <a:lnTo>
                  <a:pt x="99371" y="6439"/>
                </a:lnTo>
                <a:lnTo>
                  <a:pt x="97837" y="4904"/>
                </a:lnTo>
                <a:lnTo>
                  <a:pt x="103408" y="4904"/>
                </a:lnTo>
                <a:lnTo>
                  <a:pt x="107377" y="935"/>
                </a:lnTo>
                <a:lnTo>
                  <a:pt x="107377" y="3103"/>
                </a:lnTo>
                <a:close/>
                <a:moveTo>
                  <a:pt x="96469" y="10709"/>
                </a:moveTo>
                <a:lnTo>
                  <a:pt x="92767" y="14445"/>
                </a:lnTo>
                <a:lnTo>
                  <a:pt x="92767" y="6672"/>
                </a:lnTo>
                <a:lnTo>
                  <a:pt x="94435" y="5004"/>
                </a:lnTo>
                <a:lnTo>
                  <a:pt x="96469" y="5004"/>
                </a:lnTo>
                <a:close/>
                <a:moveTo>
                  <a:pt x="91966" y="14445"/>
                </a:moveTo>
                <a:lnTo>
                  <a:pt x="88264" y="10709"/>
                </a:lnTo>
                <a:lnTo>
                  <a:pt x="88264" y="5004"/>
                </a:lnTo>
                <a:lnTo>
                  <a:pt x="90298" y="5004"/>
                </a:lnTo>
                <a:lnTo>
                  <a:pt x="91966" y="6672"/>
                </a:lnTo>
                <a:close/>
                <a:moveTo>
                  <a:pt x="85361" y="6439"/>
                </a:moveTo>
                <a:lnTo>
                  <a:pt x="80691" y="6439"/>
                </a:lnTo>
                <a:lnTo>
                  <a:pt x="77356" y="3103"/>
                </a:lnTo>
                <a:lnTo>
                  <a:pt x="77356" y="935"/>
                </a:lnTo>
                <a:lnTo>
                  <a:pt x="81325" y="4904"/>
                </a:lnTo>
                <a:lnTo>
                  <a:pt x="86896" y="4904"/>
                </a:lnTo>
                <a:close/>
                <a:moveTo>
                  <a:pt x="76589" y="3103"/>
                </a:moveTo>
                <a:lnTo>
                  <a:pt x="73253" y="6439"/>
                </a:lnTo>
                <a:lnTo>
                  <a:pt x="68583" y="6439"/>
                </a:lnTo>
                <a:lnTo>
                  <a:pt x="67048" y="4904"/>
                </a:lnTo>
                <a:lnTo>
                  <a:pt x="72619" y="4904"/>
                </a:lnTo>
                <a:lnTo>
                  <a:pt x="76589" y="935"/>
                </a:lnTo>
                <a:close/>
                <a:moveTo>
                  <a:pt x="65681" y="10709"/>
                </a:moveTo>
                <a:lnTo>
                  <a:pt x="61978" y="14445"/>
                </a:lnTo>
                <a:lnTo>
                  <a:pt x="61978" y="6672"/>
                </a:lnTo>
                <a:lnTo>
                  <a:pt x="63646" y="5004"/>
                </a:lnTo>
                <a:lnTo>
                  <a:pt x="65681" y="5004"/>
                </a:lnTo>
                <a:close/>
                <a:moveTo>
                  <a:pt x="61178" y="14445"/>
                </a:moveTo>
                <a:lnTo>
                  <a:pt x="57475" y="10709"/>
                </a:lnTo>
                <a:lnTo>
                  <a:pt x="57475" y="5004"/>
                </a:lnTo>
                <a:lnTo>
                  <a:pt x="59510" y="5004"/>
                </a:lnTo>
                <a:lnTo>
                  <a:pt x="61178" y="6672"/>
                </a:lnTo>
                <a:close/>
                <a:moveTo>
                  <a:pt x="54573" y="6439"/>
                </a:moveTo>
                <a:lnTo>
                  <a:pt x="49903" y="6439"/>
                </a:lnTo>
                <a:lnTo>
                  <a:pt x="46567" y="3103"/>
                </a:lnTo>
                <a:lnTo>
                  <a:pt x="46567" y="935"/>
                </a:lnTo>
                <a:lnTo>
                  <a:pt x="50537" y="4904"/>
                </a:lnTo>
                <a:lnTo>
                  <a:pt x="56107" y="4904"/>
                </a:lnTo>
                <a:close/>
                <a:moveTo>
                  <a:pt x="45767" y="3103"/>
                </a:moveTo>
                <a:lnTo>
                  <a:pt x="42464" y="6439"/>
                </a:lnTo>
                <a:lnTo>
                  <a:pt x="37761" y="6439"/>
                </a:lnTo>
                <a:lnTo>
                  <a:pt x="36226" y="4904"/>
                </a:lnTo>
                <a:lnTo>
                  <a:pt x="41830" y="4904"/>
                </a:lnTo>
                <a:lnTo>
                  <a:pt x="45767" y="935"/>
                </a:lnTo>
                <a:lnTo>
                  <a:pt x="45767" y="3103"/>
                </a:lnTo>
                <a:close/>
                <a:moveTo>
                  <a:pt x="34892" y="10709"/>
                </a:moveTo>
                <a:lnTo>
                  <a:pt x="31189" y="14445"/>
                </a:lnTo>
                <a:lnTo>
                  <a:pt x="31189" y="6672"/>
                </a:lnTo>
                <a:lnTo>
                  <a:pt x="32857" y="5004"/>
                </a:lnTo>
                <a:lnTo>
                  <a:pt x="34892" y="5004"/>
                </a:lnTo>
                <a:close/>
                <a:moveTo>
                  <a:pt x="30389" y="14445"/>
                </a:moveTo>
                <a:lnTo>
                  <a:pt x="26653" y="10709"/>
                </a:lnTo>
                <a:lnTo>
                  <a:pt x="26653" y="5004"/>
                </a:lnTo>
                <a:lnTo>
                  <a:pt x="28721" y="5004"/>
                </a:lnTo>
                <a:lnTo>
                  <a:pt x="30389" y="6672"/>
                </a:lnTo>
                <a:lnTo>
                  <a:pt x="30389" y="14445"/>
                </a:lnTo>
                <a:close/>
                <a:moveTo>
                  <a:pt x="23784" y="6439"/>
                </a:moveTo>
                <a:lnTo>
                  <a:pt x="19081" y="6439"/>
                </a:lnTo>
                <a:lnTo>
                  <a:pt x="15778" y="3103"/>
                </a:lnTo>
                <a:lnTo>
                  <a:pt x="15778" y="935"/>
                </a:lnTo>
                <a:lnTo>
                  <a:pt x="19715" y="4904"/>
                </a:lnTo>
                <a:lnTo>
                  <a:pt x="25319" y="4904"/>
                </a:lnTo>
                <a:close/>
                <a:moveTo>
                  <a:pt x="14978" y="3103"/>
                </a:moveTo>
                <a:lnTo>
                  <a:pt x="11675" y="6439"/>
                </a:lnTo>
                <a:lnTo>
                  <a:pt x="6972" y="6439"/>
                </a:lnTo>
                <a:lnTo>
                  <a:pt x="5438" y="4904"/>
                </a:lnTo>
                <a:lnTo>
                  <a:pt x="11042" y="4904"/>
                </a:lnTo>
                <a:lnTo>
                  <a:pt x="14978" y="935"/>
                </a:lnTo>
                <a:lnTo>
                  <a:pt x="14978" y="3103"/>
                </a:lnTo>
                <a:close/>
                <a:moveTo>
                  <a:pt x="4904" y="5471"/>
                </a:moveTo>
                <a:lnTo>
                  <a:pt x="6405" y="6973"/>
                </a:lnTo>
                <a:lnTo>
                  <a:pt x="6405" y="11676"/>
                </a:lnTo>
                <a:lnTo>
                  <a:pt x="3103" y="15012"/>
                </a:lnTo>
                <a:lnTo>
                  <a:pt x="934" y="15012"/>
                </a:lnTo>
                <a:lnTo>
                  <a:pt x="4904" y="11042"/>
                </a:lnTo>
                <a:close/>
                <a:moveTo>
                  <a:pt x="3103" y="15779"/>
                </a:moveTo>
                <a:lnTo>
                  <a:pt x="6438" y="19115"/>
                </a:lnTo>
                <a:lnTo>
                  <a:pt x="6438" y="23785"/>
                </a:lnTo>
                <a:lnTo>
                  <a:pt x="4904" y="25319"/>
                </a:lnTo>
                <a:lnTo>
                  <a:pt x="4904" y="19748"/>
                </a:lnTo>
                <a:lnTo>
                  <a:pt x="934" y="15779"/>
                </a:lnTo>
                <a:lnTo>
                  <a:pt x="3103" y="15779"/>
                </a:lnTo>
                <a:close/>
                <a:moveTo>
                  <a:pt x="5004" y="26687"/>
                </a:moveTo>
                <a:lnTo>
                  <a:pt x="10708" y="26687"/>
                </a:lnTo>
                <a:lnTo>
                  <a:pt x="14444" y="30389"/>
                </a:lnTo>
                <a:lnTo>
                  <a:pt x="6672" y="30389"/>
                </a:lnTo>
                <a:lnTo>
                  <a:pt x="5004" y="28721"/>
                </a:lnTo>
                <a:close/>
                <a:moveTo>
                  <a:pt x="14444" y="31190"/>
                </a:moveTo>
                <a:lnTo>
                  <a:pt x="10708" y="34893"/>
                </a:lnTo>
                <a:lnTo>
                  <a:pt x="5004" y="34893"/>
                </a:lnTo>
                <a:lnTo>
                  <a:pt x="5004" y="32858"/>
                </a:lnTo>
                <a:lnTo>
                  <a:pt x="6672" y="31190"/>
                </a:lnTo>
                <a:close/>
                <a:moveTo>
                  <a:pt x="4904" y="36260"/>
                </a:moveTo>
                <a:lnTo>
                  <a:pt x="6405" y="37795"/>
                </a:lnTo>
                <a:lnTo>
                  <a:pt x="6405" y="42465"/>
                </a:lnTo>
                <a:lnTo>
                  <a:pt x="3103" y="45800"/>
                </a:lnTo>
                <a:lnTo>
                  <a:pt x="934" y="45800"/>
                </a:lnTo>
                <a:lnTo>
                  <a:pt x="4904" y="41831"/>
                </a:lnTo>
                <a:close/>
                <a:moveTo>
                  <a:pt x="3103" y="46568"/>
                </a:moveTo>
                <a:lnTo>
                  <a:pt x="6438" y="49903"/>
                </a:lnTo>
                <a:lnTo>
                  <a:pt x="6438" y="54573"/>
                </a:lnTo>
                <a:lnTo>
                  <a:pt x="4904" y="56108"/>
                </a:lnTo>
                <a:lnTo>
                  <a:pt x="4904" y="50537"/>
                </a:lnTo>
                <a:lnTo>
                  <a:pt x="934" y="46568"/>
                </a:lnTo>
                <a:close/>
                <a:moveTo>
                  <a:pt x="5004" y="57475"/>
                </a:moveTo>
                <a:lnTo>
                  <a:pt x="10708" y="57475"/>
                </a:lnTo>
                <a:lnTo>
                  <a:pt x="14444" y="61178"/>
                </a:lnTo>
                <a:lnTo>
                  <a:pt x="6672" y="61178"/>
                </a:lnTo>
                <a:lnTo>
                  <a:pt x="5004" y="59510"/>
                </a:lnTo>
                <a:close/>
                <a:moveTo>
                  <a:pt x="14444" y="61979"/>
                </a:moveTo>
                <a:lnTo>
                  <a:pt x="10708" y="65681"/>
                </a:lnTo>
                <a:lnTo>
                  <a:pt x="5004" y="65681"/>
                </a:lnTo>
                <a:lnTo>
                  <a:pt x="5004" y="63646"/>
                </a:lnTo>
                <a:lnTo>
                  <a:pt x="6672" y="61979"/>
                </a:lnTo>
                <a:close/>
                <a:moveTo>
                  <a:pt x="4904" y="67049"/>
                </a:moveTo>
                <a:lnTo>
                  <a:pt x="6405" y="68583"/>
                </a:lnTo>
                <a:lnTo>
                  <a:pt x="6405" y="73253"/>
                </a:lnTo>
                <a:lnTo>
                  <a:pt x="3103" y="76589"/>
                </a:lnTo>
                <a:lnTo>
                  <a:pt x="934" y="76589"/>
                </a:lnTo>
                <a:lnTo>
                  <a:pt x="4904" y="72620"/>
                </a:lnTo>
                <a:close/>
                <a:moveTo>
                  <a:pt x="3103" y="77356"/>
                </a:moveTo>
                <a:lnTo>
                  <a:pt x="6438" y="80692"/>
                </a:lnTo>
                <a:lnTo>
                  <a:pt x="6438" y="85362"/>
                </a:lnTo>
                <a:lnTo>
                  <a:pt x="4904" y="86896"/>
                </a:lnTo>
                <a:lnTo>
                  <a:pt x="4904" y="81326"/>
                </a:lnTo>
                <a:lnTo>
                  <a:pt x="934" y="77356"/>
                </a:lnTo>
                <a:lnTo>
                  <a:pt x="3103" y="77356"/>
                </a:lnTo>
                <a:close/>
                <a:moveTo>
                  <a:pt x="5004" y="88264"/>
                </a:moveTo>
                <a:lnTo>
                  <a:pt x="10708" y="88264"/>
                </a:lnTo>
                <a:lnTo>
                  <a:pt x="14444" y="91967"/>
                </a:lnTo>
                <a:lnTo>
                  <a:pt x="6672" y="91967"/>
                </a:lnTo>
                <a:lnTo>
                  <a:pt x="5004" y="90299"/>
                </a:lnTo>
                <a:close/>
                <a:moveTo>
                  <a:pt x="14444" y="92767"/>
                </a:moveTo>
                <a:lnTo>
                  <a:pt x="10708" y="96470"/>
                </a:lnTo>
                <a:lnTo>
                  <a:pt x="5004" y="96470"/>
                </a:lnTo>
                <a:lnTo>
                  <a:pt x="5004" y="94435"/>
                </a:lnTo>
                <a:lnTo>
                  <a:pt x="6672" y="92767"/>
                </a:lnTo>
                <a:close/>
                <a:moveTo>
                  <a:pt x="4904" y="97838"/>
                </a:moveTo>
                <a:lnTo>
                  <a:pt x="6405" y="99372"/>
                </a:lnTo>
                <a:lnTo>
                  <a:pt x="6405" y="104042"/>
                </a:lnTo>
                <a:lnTo>
                  <a:pt x="3103" y="107378"/>
                </a:lnTo>
                <a:lnTo>
                  <a:pt x="934" y="107378"/>
                </a:lnTo>
                <a:lnTo>
                  <a:pt x="4904" y="103408"/>
                </a:lnTo>
                <a:close/>
                <a:moveTo>
                  <a:pt x="3103" y="108178"/>
                </a:moveTo>
                <a:lnTo>
                  <a:pt x="6438" y="111481"/>
                </a:lnTo>
                <a:lnTo>
                  <a:pt x="6438" y="116151"/>
                </a:lnTo>
                <a:lnTo>
                  <a:pt x="4904" y="117685"/>
                </a:lnTo>
                <a:lnTo>
                  <a:pt x="4904" y="112114"/>
                </a:lnTo>
                <a:lnTo>
                  <a:pt x="934" y="108178"/>
                </a:lnTo>
                <a:close/>
                <a:moveTo>
                  <a:pt x="6972" y="116718"/>
                </a:moveTo>
                <a:lnTo>
                  <a:pt x="11675" y="116718"/>
                </a:lnTo>
                <a:lnTo>
                  <a:pt x="14978" y="120054"/>
                </a:lnTo>
                <a:lnTo>
                  <a:pt x="14978" y="122222"/>
                </a:lnTo>
                <a:lnTo>
                  <a:pt x="11042" y="118252"/>
                </a:lnTo>
                <a:lnTo>
                  <a:pt x="5438" y="118252"/>
                </a:lnTo>
                <a:close/>
                <a:moveTo>
                  <a:pt x="15778" y="120054"/>
                </a:moveTo>
                <a:lnTo>
                  <a:pt x="19081" y="116718"/>
                </a:lnTo>
                <a:lnTo>
                  <a:pt x="23784" y="116718"/>
                </a:lnTo>
                <a:lnTo>
                  <a:pt x="25319" y="118252"/>
                </a:lnTo>
                <a:lnTo>
                  <a:pt x="19748" y="118252"/>
                </a:lnTo>
                <a:lnTo>
                  <a:pt x="15778" y="122222"/>
                </a:lnTo>
                <a:lnTo>
                  <a:pt x="15778" y="120054"/>
                </a:lnTo>
                <a:close/>
                <a:moveTo>
                  <a:pt x="26653" y="112448"/>
                </a:moveTo>
                <a:lnTo>
                  <a:pt x="30389" y="108712"/>
                </a:lnTo>
                <a:lnTo>
                  <a:pt x="30389" y="116484"/>
                </a:lnTo>
                <a:lnTo>
                  <a:pt x="28688" y="118152"/>
                </a:lnTo>
                <a:lnTo>
                  <a:pt x="26653" y="118152"/>
                </a:lnTo>
                <a:lnTo>
                  <a:pt x="26653" y="112448"/>
                </a:lnTo>
                <a:close/>
                <a:moveTo>
                  <a:pt x="31189" y="108712"/>
                </a:moveTo>
                <a:lnTo>
                  <a:pt x="34892" y="112448"/>
                </a:lnTo>
                <a:lnTo>
                  <a:pt x="34892" y="118152"/>
                </a:lnTo>
                <a:lnTo>
                  <a:pt x="32857" y="118152"/>
                </a:lnTo>
                <a:lnTo>
                  <a:pt x="31189" y="116484"/>
                </a:lnTo>
                <a:close/>
                <a:moveTo>
                  <a:pt x="37761" y="116718"/>
                </a:moveTo>
                <a:lnTo>
                  <a:pt x="42464" y="116718"/>
                </a:lnTo>
                <a:lnTo>
                  <a:pt x="45767" y="120054"/>
                </a:lnTo>
                <a:lnTo>
                  <a:pt x="45767" y="122222"/>
                </a:lnTo>
                <a:lnTo>
                  <a:pt x="41830" y="118252"/>
                </a:lnTo>
                <a:lnTo>
                  <a:pt x="36226" y="118252"/>
                </a:lnTo>
                <a:close/>
                <a:moveTo>
                  <a:pt x="46567" y="120054"/>
                </a:moveTo>
                <a:lnTo>
                  <a:pt x="49903" y="116718"/>
                </a:lnTo>
                <a:lnTo>
                  <a:pt x="54573" y="116718"/>
                </a:lnTo>
                <a:lnTo>
                  <a:pt x="56107" y="118252"/>
                </a:lnTo>
                <a:lnTo>
                  <a:pt x="50537" y="118252"/>
                </a:lnTo>
                <a:lnTo>
                  <a:pt x="46567" y="122222"/>
                </a:lnTo>
                <a:close/>
                <a:moveTo>
                  <a:pt x="57475" y="112448"/>
                </a:moveTo>
                <a:lnTo>
                  <a:pt x="61178" y="108712"/>
                </a:lnTo>
                <a:lnTo>
                  <a:pt x="61178" y="116484"/>
                </a:lnTo>
                <a:lnTo>
                  <a:pt x="59510" y="118152"/>
                </a:lnTo>
                <a:lnTo>
                  <a:pt x="57475" y="118152"/>
                </a:lnTo>
                <a:close/>
                <a:moveTo>
                  <a:pt x="61978" y="108712"/>
                </a:moveTo>
                <a:lnTo>
                  <a:pt x="65681" y="112448"/>
                </a:lnTo>
                <a:lnTo>
                  <a:pt x="65681" y="118152"/>
                </a:lnTo>
                <a:lnTo>
                  <a:pt x="63646" y="118152"/>
                </a:lnTo>
                <a:lnTo>
                  <a:pt x="61978" y="116484"/>
                </a:lnTo>
                <a:close/>
                <a:moveTo>
                  <a:pt x="68583" y="116718"/>
                </a:moveTo>
                <a:lnTo>
                  <a:pt x="73253" y="116718"/>
                </a:lnTo>
                <a:lnTo>
                  <a:pt x="76555" y="120054"/>
                </a:lnTo>
                <a:lnTo>
                  <a:pt x="76555" y="122222"/>
                </a:lnTo>
                <a:lnTo>
                  <a:pt x="72619" y="118252"/>
                </a:lnTo>
                <a:lnTo>
                  <a:pt x="67048" y="118252"/>
                </a:lnTo>
                <a:close/>
                <a:moveTo>
                  <a:pt x="77356" y="120054"/>
                </a:moveTo>
                <a:lnTo>
                  <a:pt x="80691" y="116718"/>
                </a:lnTo>
                <a:lnTo>
                  <a:pt x="85361" y="116718"/>
                </a:lnTo>
                <a:lnTo>
                  <a:pt x="86896" y="118252"/>
                </a:lnTo>
                <a:lnTo>
                  <a:pt x="81325" y="118252"/>
                </a:lnTo>
                <a:lnTo>
                  <a:pt x="77356" y="122222"/>
                </a:lnTo>
                <a:lnTo>
                  <a:pt x="77356" y="120054"/>
                </a:lnTo>
                <a:close/>
                <a:moveTo>
                  <a:pt x="88264" y="112448"/>
                </a:moveTo>
                <a:lnTo>
                  <a:pt x="91966" y="108712"/>
                </a:lnTo>
                <a:lnTo>
                  <a:pt x="91966" y="116484"/>
                </a:lnTo>
                <a:lnTo>
                  <a:pt x="90298" y="118152"/>
                </a:lnTo>
                <a:lnTo>
                  <a:pt x="88264" y="118152"/>
                </a:lnTo>
                <a:close/>
                <a:moveTo>
                  <a:pt x="92767" y="108712"/>
                </a:moveTo>
                <a:lnTo>
                  <a:pt x="96469" y="112448"/>
                </a:lnTo>
                <a:lnTo>
                  <a:pt x="96469" y="118152"/>
                </a:lnTo>
                <a:lnTo>
                  <a:pt x="94435" y="118152"/>
                </a:lnTo>
                <a:lnTo>
                  <a:pt x="92767" y="116484"/>
                </a:lnTo>
                <a:close/>
                <a:moveTo>
                  <a:pt x="99371" y="116718"/>
                </a:moveTo>
                <a:lnTo>
                  <a:pt x="104041" y="116718"/>
                </a:lnTo>
                <a:lnTo>
                  <a:pt x="107377" y="120054"/>
                </a:lnTo>
                <a:lnTo>
                  <a:pt x="107377" y="122222"/>
                </a:lnTo>
                <a:lnTo>
                  <a:pt x="103408" y="118252"/>
                </a:lnTo>
                <a:lnTo>
                  <a:pt x="97837" y="118252"/>
                </a:lnTo>
                <a:close/>
                <a:moveTo>
                  <a:pt x="108144" y="120054"/>
                </a:moveTo>
                <a:lnTo>
                  <a:pt x="111480" y="116718"/>
                </a:lnTo>
                <a:lnTo>
                  <a:pt x="116150" y="116718"/>
                </a:lnTo>
                <a:lnTo>
                  <a:pt x="117685" y="118252"/>
                </a:lnTo>
                <a:lnTo>
                  <a:pt x="112114" y="118252"/>
                </a:lnTo>
                <a:lnTo>
                  <a:pt x="108144" y="122222"/>
                </a:lnTo>
                <a:lnTo>
                  <a:pt x="108144" y="120054"/>
                </a:lnTo>
                <a:close/>
                <a:moveTo>
                  <a:pt x="119052" y="112448"/>
                </a:moveTo>
                <a:lnTo>
                  <a:pt x="122755" y="108712"/>
                </a:lnTo>
                <a:lnTo>
                  <a:pt x="122755" y="116484"/>
                </a:lnTo>
                <a:lnTo>
                  <a:pt x="121087" y="118152"/>
                </a:lnTo>
                <a:lnTo>
                  <a:pt x="119052" y="118152"/>
                </a:lnTo>
                <a:close/>
                <a:moveTo>
                  <a:pt x="123555" y="108712"/>
                </a:moveTo>
                <a:lnTo>
                  <a:pt x="127258" y="112448"/>
                </a:lnTo>
                <a:lnTo>
                  <a:pt x="127258" y="118152"/>
                </a:lnTo>
                <a:lnTo>
                  <a:pt x="125223" y="118152"/>
                </a:lnTo>
                <a:lnTo>
                  <a:pt x="123555" y="116484"/>
                </a:lnTo>
                <a:lnTo>
                  <a:pt x="123555" y="108712"/>
                </a:lnTo>
                <a:close/>
                <a:moveTo>
                  <a:pt x="130160" y="116718"/>
                </a:moveTo>
                <a:lnTo>
                  <a:pt x="134830" y="116718"/>
                </a:lnTo>
                <a:lnTo>
                  <a:pt x="138166" y="120054"/>
                </a:lnTo>
                <a:lnTo>
                  <a:pt x="138166" y="122222"/>
                </a:lnTo>
                <a:lnTo>
                  <a:pt x="134196" y="118252"/>
                </a:lnTo>
                <a:lnTo>
                  <a:pt x="128626" y="118252"/>
                </a:lnTo>
                <a:close/>
                <a:moveTo>
                  <a:pt x="138933" y="120054"/>
                </a:moveTo>
                <a:lnTo>
                  <a:pt x="142269" y="116718"/>
                </a:lnTo>
                <a:lnTo>
                  <a:pt x="146939" y="116718"/>
                </a:lnTo>
                <a:lnTo>
                  <a:pt x="148473" y="118252"/>
                </a:lnTo>
                <a:lnTo>
                  <a:pt x="142903" y="118252"/>
                </a:lnTo>
                <a:lnTo>
                  <a:pt x="138933" y="122222"/>
                </a:lnTo>
                <a:close/>
                <a:moveTo>
                  <a:pt x="149841" y="112448"/>
                </a:moveTo>
                <a:lnTo>
                  <a:pt x="153543" y="108712"/>
                </a:lnTo>
                <a:lnTo>
                  <a:pt x="153543" y="116484"/>
                </a:lnTo>
                <a:lnTo>
                  <a:pt x="151876" y="118152"/>
                </a:lnTo>
                <a:lnTo>
                  <a:pt x="149841" y="118152"/>
                </a:lnTo>
                <a:lnTo>
                  <a:pt x="149841" y="112448"/>
                </a:lnTo>
                <a:close/>
                <a:moveTo>
                  <a:pt x="154344" y="108712"/>
                </a:moveTo>
                <a:lnTo>
                  <a:pt x="158047" y="112448"/>
                </a:lnTo>
                <a:lnTo>
                  <a:pt x="158047" y="118152"/>
                </a:lnTo>
                <a:lnTo>
                  <a:pt x="156012" y="118152"/>
                </a:lnTo>
                <a:lnTo>
                  <a:pt x="154344" y="116484"/>
                </a:lnTo>
                <a:lnTo>
                  <a:pt x="154344" y="108712"/>
                </a:lnTo>
                <a:close/>
                <a:moveTo>
                  <a:pt x="160949" y="116718"/>
                </a:moveTo>
                <a:lnTo>
                  <a:pt x="165619" y="116718"/>
                </a:lnTo>
                <a:lnTo>
                  <a:pt x="168954" y="120054"/>
                </a:lnTo>
                <a:lnTo>
                  <a:pt x="168954" y="122222"/>
                </a:lnTo>
                <a:lnTo>
                  <a:pt x="164985" y="118252"/>
                </a:lnTo>
                <a:lnTo>
                  <a:pt x="159414" y="118252"/>
                </a:lnTo>
                <a:close/>
                <a:moveTo>
                  <a:pt x="169755" y="120054"/>
                </a:moveTo>
                <a:lnTo>
                  <a:pt x="173057" y="116718"/>
                </a:lnTo>
                <a:lnTo>
                  <a:pt x="177761" y="116718"/>
                </a:lnTo>
                <a:lnTo>
                  <a:pt x="179262" y="118252"/>
                </a:lnTo>
                <a:lnTo>
                  <a:pt x="173691" y="118252"/>
                </a:lnTo>
                <a:lnTo>
                  <a:pt x="169755" y="122222"/>
                </a:lnTo>
                <a:close/>
                <a:moveTo>
                  <a:pt x="180629" y="112448"/>
                </a:moveTo>
                <a:lnTo>
                  <a:pt x="184332" y="108712"/>
                </a:lnTo>
                <a:lnTo>
                  <a:pt x="184332" y="116484"/>
                </a:lnTo>
                <a:lnTo>
                  <a:pt x="182664" y="118152"/>
                </a:lnTo>
                <a:lnTo>
                  <a:pt x="180629" y="118152"/>
                </a:lnTo>
                <a:lnTo>
                  <a:pt x="180629" y="112448"/>
                </a:lnTo>
                <a:close/>
                <a:moveTo>
                  <a:pt x="185133" y="108712"/>
                </a:moveTo>
                <a:lnTo>
                  <a:pt x="188869" y="112448"/>
                </a:lnTo>
                <a:lnTo>
                  <a:pt x="188869" y="118152"/>
                </a:lnTo>
                <a:lnTo>
                  <a:pt x="186801" y="118152"/>
                </a:lnTo>
                <a:lnTo>
                  <a:pt x="185133" y="116484"/>
                </a:lnTo>
                <a:lnTo>
                  <a:pt x="185133" y="108712"/>
                </a:lnTo>
                <a:close/>
                <a:moveTo>
                  <a:pt x="191737" y="116718"/>
                </a:moveTo>
                <a:lnTo>
                  <a:pt x="196441" y="116718"/>
                </a:lnTo>
                <a:lnTo>
                  <a:pt x="199743" y="120054"/>
                </a:lnTo>
                <a:lnTo>
                  <a:pt x="199743" y="122222"/>
                </a:lnTo>
                <a:lnTo>
                  <a:pt x="195807" y="118252"/>
                </a:lnTo>
                <a:lnTo>
                  <a:pt x="190203" y="118252"/>
                </a:lnTo>
                <a:close/>
                <a:moveTo>
                  <a:pt x="200544" y="120054"/>
                </a:moveTo>
                <a:lnTo>
                  <a:pt x="203846" y="116718"/>
                </a:lnTo>
                <a:lnTo>
                  <a:pt x="208549" y="116718"/>
                </a:lnTo>
                <a:lnTo>
                  <a:pt x="210084" y="118252"/>
                </a:lnTo>
                <a:lnTo>
                  <a:pt x="204480" y="118252"/>
                </a:lnTo>
                <a:lnTo>
                  <a:pt x="200544" y="122222"/>
                </a:lnTo>
                <a:close/>
                <a:moveTo>
                  <a:pt x="211418" y="112448"/>
                </a:moveTo>
                <a:lnTo>
                  <a:pt x="215154" y="108712"/>
                </a:lnTo>
                <a:lnTo>
                  <a:pt x="215154" y="116484"/>
                </a:lnTo>
                <a:lnTo>
                  <a:pt x="213453" y="118152"/>
                </a:lnTo>
                <a:lnTo>
                  <a:pt x="211418" y="118152"/>
                </a:lnTo>
                <a:lnTo>
                  <a:pt x="211418" y="112448"/>
                </a:lnTo>
                <a:close/>
                <a:moveTo>
                  <a:pt x="215921" y="108712"/>
                </a:moveTo>
                <a:lnTo>
                  <a:pt x="219657" y="112448"/>
                </a:lnTo>
                <a:lnTo>
                  <a:pt x="219657" y="118152"/>
                </a:lnTo>
                <a:lnTo>
                  <a:pt x="217623" y="118152"/>
                </a:lnTo>
                <a:lnTo>
                  <a:pt x="215921" y="116484"/>
                </a:lnTo>
                <a:lnTo>
                  <a:pt x="215921" y="108712"/>
                </a:lnTo>
                <a:close/>
                <a:moveTo>
                  <a:pt x="222526" y="116718"/>
                </a:moveTo>
                <a:lnTo>
                  <a:pt x="227229" y="116718"/>
                </a:lnTo>
                <a:lnTo>
                  <a:pt x="230532" y="120054"/>
                </a:lnTo>
                <a:lnTo>
                  <a:pt x="230532" y="122222"/>
                </a:lnTo>
                <a:lnTo>
                  <a:pt x="226596" y="118252"/>
                </a:lnTo>
                <a:lnTo>
                  <a:pt x="220992" y="118252"/>
                </a:lnTo>
                <a:close/>
                <a:moveTo>
                  <a:pt x="231332" y="120054"/>
                </a:moveTo>
                <a:lnTo>
                  <a:pt x="234635" y="116718"/>
                </a:lnTo>
                <a:lnTo>
                  <a:pt x="239338" y="116718"/>
                </a:lnTo>
                <a:lnTo>
                  <a:pt x="240873" y="118252"/>
                </a:lnTo>
                <a:lnTo>
                  <a:pt x="235269" y="118252"/>
                </a:lnTo>
                <a:lnTo>
                  <a:pt x="231332" y="122222"/>
                </a:lnTo>
                <a:lnTo>
                  <a:pt x="231332" y="120054"/>
                </a:lnTo>
                <a:close/>
                <a:moveTo>
                  <a:pt x="241406" y="117685"/>
                </a:moveTo>
                <a:lnTo>
                  <a:pt x="239905" y="116184"/>
                </a:lnTo>
                <a:lnTo>
                  <a:pt x="239905" y="111481"/>
                </a:lnTo>
                <a:lnTo>
                  <a:pt x="243208" y="108178"/>
                </a:lnTo>
                <a:lnTo>
                  <a:pt x="245376" y="108178"/>
                </a:lnTo>
                <a:lnTo>
                  <a:pt x="241406" y="112114"/>
                </a:lnTo>
                <a:lnTo>
                  <a:pt x="241406" y="117685"/>
                </a:lnTo>
                <a:close/>
                <a:moveTo>
                  <a:pt x="243208" y="107378"/>
                </a:moveTo>
                <a:lnTo>
                  <a:pt x="239872" y="104042"/>
                </a:lnTo>
                <a:lnTo>
                  <a:pt x="239872" y="99372"/>
                </a:lnTo>
                <a:lnTo>
                  <a:pt x="241406" y="97838"/>
                </a:lnTo>
                <a:lnTo>
                  <a:pt x="241406" y="103408"/>
                </a:lnTo>
                <a:lnTo>
                  <a:pt x="245376" y="107378"/>
                </a:lnTo>
                <a:lnTo>
                  <a:pt x="243208" y="107378"/>
                </a:lnTo>
                <a:close/>
                <a:moveTo>
                  <a:pt x="241306" y="96470"/>
                </a:moveTo>
                <a:lnTo>
                  <a:pt x="235602" y="96470"/>
                </a:lnTo>
                <a:lnTo>
                  <a:pt x="231866" y="92767"/>
                </a:lnTo>
                <a:lnTo>
                  <a:pt x="239638" y="92767"/>
                </a:lnTo>
                <a:lnTo>
                  <a:pt x="241306" y="94435"/>
                </a:lnTo>
                <a:lnTo>
                  <a:pt x="241306" y="96470"/>
                </a:lnTo>
                <a:close/>
                <a:moveTo>
                  <a:pt x="231866" y="91967"/>
                </a:moveTo>
                <a:lnTo>
                  <a:pt x="235602" y="88264"/>
                </a:lnTo>
                <a:lnTo>
                  <a:pt x="241306" y="88264"/>
                </a:lnTo>
                <a:lnTo>
                  <a:pt x="241306" y="90299"/>
                </a:lnTo>
                <a:lnTo>
                  <a:pt x="239638" y="91967"/>
                </a:lnTo>
                <a:close/>
                <a:moveTo>
                  <a:pt x="241406" y="86896"/>
                </a:moveTo>
                <a:lnTo>
                  <a:pt x="239905" y="85362"/>
                </a:lnTo>
                <a:lnTo>
                  <a:pt x="239905" y="80692"/>
                </a:lnTo>
                <a:lnTo>
                  <a:pt x="243208" y="77356"/>
                </a:lnTo>
                <a:lnTo>
                  <a:pt x="245376" y="77356"/>
                </a:lnTo>
                <a:lnTo>
                  <a:pt x="241406" y="81326"/>
                </a:lnTo>
                <a:lnTo>
                  <a:pt x="241406" y="86896"/>
                </a:lnTo>
                <a:close/>
                <a:moveTo>
                  <a:pt x="243208" y="76589"/>
                </a:moveTo>
                <a:lnTo>
                  <a:pt x="239872" y="73253"/>
                </a:lnTo>
                <a:lnTo>
                  <a:pt x="239872" y="68583"/>
                </a:lnTo>
                <a:lnTo>
                  <a:pt x="241406" y="67049"/>
                </a:lnTo>
                <a:lnTo>
                  <a:pt x="241406" y="72620"/>
                </a:lnTo>
                <a:lnTo>
                  <a:pt x="245376" y="76589"/>
                </a:lnTo>
                <a:lnTo>
                  <a:pt x="243208" y="76589"/>
                </a:lnTo>
                <a:close/>
                <a:moveTo>
                  <a:pt x="241306" y="65681"/>
                </a:moveTo>
                <a:lnTo>
                  <a:pt x="235602" y="65681"/>
                </a:lnTo>
                <a:lnTo>
                  <a:pt x="231866" y="61979"/>
                </a:lnTo>
                <a:lnTo>
                  <a:pt x="239638" y="61979"/>
                </a:lnTo>
                <a:lnTo>
                  <a:pt x="241306" y="63646"/>
                </a:lnTo>
                <a:lnTo>
                  <a:pt x="241306" y="65681"/>
                </a:lnTo>
                <a:close/>
                <a:moveTo>
                  <a:pt x="231866" y="61178"/>
                </a:moveTo>
                <a:lnTo>
                  <a:pt x="235602" y="57475"/>
                </a:lnTo>
                <a:lnTo>
                  <a:pt x="241306" y="57475"/>
                </a:lnTo>
                <a:lnTo>
                  <a:pt x="241306" y="59510"/>
                </a:lnTo>
                <a:lnTo>
                  <a:pt x="239638" y="61178"/>
                </a:lnTo>
                <a:close/>
                <a:moveTo>
                  <a:pt x="241406" y="56108"/>
                </a:moveTo>
                <a:lnTo>
                  <a:pt x="239905" y="54573"/>
                </a:lnTo>
                <a:lnTo>
                  <a:pt x="239905" y="49903"/>
                </a:lnTo>
                <a:lnTo>
                  <a:pt x="243208" y="46568"/>
                </a:lnTo>
                <a:lnTo>
                  <a:pt x="245376" y="46568"/>
                </a:lnTo>
                <a:lnTo>
                  <a:pt x="241406" y="50537"/>
                </a:lnTo>
                <a:lnTo>
                  <a:pt x="241406" y="56108"/>
                </a:lnTo>
                <a:close/>
                <a:moveTo>
                  <a:pt x="243208" y="45800"/>
                </a:moveTo>
                <a:lnTo>
                  <a:pt x="239872" y="42465"/>
                </a:lnTo>
                <a:lnTo>
                  <a:pt x="239872" y="37795"/>
                </a:lnTo>
                <a:lnTo>
                  <a:pt x="241406" y="36260"/>
                </a:lnTo>
                <a:lnTo>
                  <a:pt x="241406" y="41831"/>
                </a:lnTo>
                <a:lnTo>
                  <a:pt x="245376" y="45800"/>
                </a:lnTo>
                <a:close/>
                <a:moveTo>
                  <a:pt x="241306" y="34893"/>
                </a:moveTo>
                <a:lnTo>
                  <a:pt x="235602" y="34893"/>
                </a:lnTo>
                <a:lnTo>
                  <a:pt x="231866" y="31190"/>
                </a:lnTo>
                <a:lnTo>
                  <a:pt x="239638" y="31190"/>
                </a:lnTo>
                <a:lnTo>
                  <a:pt x="241306" y="32858"/>
                </a:lnTo>
                <a:lnTo>
                  <a:pt x="241306" y="34893"/>
                </a:lnTo>
                <a:close/>
                <a:moveTo>
                  <a:pt x="231866" y="30389"/>
                </a:moveTo>
                <a:lnTo>
                  <a:pt x="235602" y="26653"/>
                </a:lnTo>
                <a:lnTo>
                  <a:pt x="241306" y="26653"/>
                </a:lnTo>
                <a:lnTo>
                  <a:pt x="241306" y="28721"/>
                </a:lnTo>
                <a:lnTo>
                  <a:pt x="239638" y="30389"/>
                </a:lnTo>
                <a:close/>
                <a:moveTo>
                  <a:pt x="241406" y="25319"/>
                </a:moveTo>
                <a:lnTo>
                  <a:pt x="239905" y="23785"/>
                </a:lnTo>
                <a:lnTo>
                  <a:pt x="239905" y="19115"/>
                </a:lnTo>
                <a:lnTo>
                  <a:pt x="243208" y="15779"/>
                </a:lnTo>
                <a:lnTo>
                  <a:pt x="245376" y="15779"/>
                </a:lnTo>
                <a:lnTo>
                  <a:pt x="241406" y="19748"/>
                </a:lnTo>
                <a:lnTo>
                  <a:pt x="241406" y="25319"/>
                </a:lnTo>
                <a:close/>
                <a:moveTo>
                  <a:pt x="243208" y="15012"/>
                </a:moveTo>
                <a:lnTo>
                  <a:pt x="239872" y="11676"/>
                </a:lnTo>
                <a:lnTo>
                  <a:pt x="239872" y="6973"/>
                </a:lnTo>
                <a:lnTo>
                  <a:pt x="241406" y="5471"/>
                </a:lnTo>
                <a:lnTo>
                  <a:pt x="241406" y="11042"/>
                </a:lnTo>
                <a:lnTo>
                  <a:pt x="245376" y="15012"/>
                </a:lnTo>
                <a:lnTo>
                  <a:pt x="243208" y="15012"/>
                </a:lnTo>
                <a:close/>
                <a:moveTo>
                  <a:pt x="239638" y="401"/>
                </a:moveTo>
                <a:lnTo>
                  <a:pt x="241306" y="2069"/>
                </a:lnTo>
                <a:lnTo>
                  <a:pt x="241306" y="4104"/>
                </a:lnTo>
                <a:lnTo>
                  <a:pt x="235602" y="4104"/>
                </a:lnTo>
                <a:lnTo>
                  <a:pt x="231866" y="401"/>
                </a:lnTo>
                <a:close/>
                <a:moveTo>
                  <a:pt x="229965" y="401"/>
                </a:moveTo>
                <a:lnTo>
                  <a:pt x="226262" y="4104"/>
                </a:lnTo>
                <a:lnTo>
                  <a:pt x="220558" y="4104"/>
                </a:lnTo>
                <a:lnTo>
                  <a:pt x="220558" y="2069"/>
                </a:lnTo>
                <a:lnTo>
                  <a:pt x="222226" y="401"/>
                </a:lnTo>
                <a:close/>
                <a:moveTo>
                  <a:pt x="219290" y="401"/>
                </a:moveTo>
                <a:lnTo>
                  <a:pt x="221092" y="401"/>
                </a:lnTo>
                <a:lnTo>
                  <a:pt x="219757" y="1735"/>
                </a:lnTo>
                <a:lnTo>
                  <a:pt x="219757" y="3804"/>
                </a:lnTo>
                <a:lnTo>
                  <a:pt x="218457" y="2503"/>
                </a:lnTo>
                <a:lnTo>
                  <a:pt x="218457" y="1202"/>
                </a:lnTo>
                <a:close/>
                <a:moveTo>
                  <a:pt x="216755" y="2936"/>
                </a:moveTo>
                <a:lnTo>
                  <a:pt x="218056" y="2936"/>
                </a:lnTo>
                <a:lnTo>
                  <a:pt x="219324" y="4204"/>
                </a:lnTo>
                <a:lnTo>
                  <a:pt x="217456" y="4204"/>
                </a:lnTo>
                <a:lnTo>
                  <a:pt x="217156" y="4337"/>
                </a:lnTo>
                <a:lnTo>
                  <a:pt x="215921" y="5572"/>
                </a:lnTo>
                <a:lnTo>
                  <a:pt x="215921" y="3770"/>
                </a:lnTo>
                <a:close/>
                <a:moveTo>
                  <a:pt x="214320" y="2936"/>
                </a:moveTo>
                <a:lnTo>
                  <a:pt x="215154" y="3737"/>
                </a:lnTo>
                <a:lnTo>
                  <a:pt x="215154" y="5572"/>
                </a:lnTo>
                <a:lnTo>
                  <a:pt x="213887" y="4337"/>
                </a:lnTo>
                <a:lnTo>
                  <a:pt x="213620" y="4204"/>
                </a:lnTo>
                <a:lnTo>
                  <a:pt x="211718" y="4204"/>
                </a:lnTo>
                <a:lnTo>
                  <a:pt x="213019" y="2936"/>
                </a:lnTo>
                <a:lnTo>
                  <a:pt x="214320" y="2936"/>
                </a:lnTo>
                <a:close/>
                <a:moveTo>
                  <a:pt x="211785" y="401"/>
                </a:moveTo>
                <a:lnTo>
                  <a:pt x="212586" y="1202"/>
                </a:lnTo>
                <a:lnTo>
                  <a:pt x="212586" y="2503"/>
                </a:lnTo>
                <a:lnTo>
                  <a:pt x="211318" y="3804"/>
                </a:lnTo>
                <a:lnTo>
                  <a:pt x="211318" y="1735"/>
                </a:lnTo>
                <a:lnTo>
                  <a:pt x="209950" y="401"/>
                </a:lnTo>
                <a:lnTo>
                  <a:pt x="211785" y="401"/>
                </a:lnTo>
                <a:close/>
                <a:moveTo>
                  <a:pt x="208850" y="401"/>
                </a:moveTo>
                <a:lnTo>
                  <a:pt x="210518" y="2069"/>
                </a:lnTo>
                <a:lnTo>
                  <a:pt x="210518" y="4104"/>
                </a:lnTo>
                <a:lnTo>
                  <a:pt x="204813" y="4104"/>
                </a:lnTo>
                <a:lnTo>
                  <a:pt x="201077" y="401"/>
                </a:lnTo>
                <a:close/>
                <a:moveTo>
                  <a:pt x="199176" y="401"/>
                </a:moveTo>
                <a:lnTo>
                  <a:pt x="195473" y="4104"/>
                </a:lnTo>
                <a:lnTo>
                  <a:pt x="189736" y="4104"/>
                </a:lnTo>
                <a:lnTo>
                  <a:pt x="189736" y="2069"/>
                </a:lnTo>
                <a:lnTo>
                  <a:pt x="191437" y="401"/>
                </a:lnTo>
                <a:close/>
                <a:moveTo>
                  <a:pt x="188502" y="401"/>
                </a:moveTo>
                <a:lnTo>
                  <a:pt x="190303" y="401"/>
                </a:lnTo>
                <a:lnTo>
                  <a:pt x="188969" y="1735"/>
                </a:lnTo>
                <a:lnTo>
                  <a:pt x="188969" y="3804"/>
                </a:lnTo>
                <a:lnTo>
                  <a:pt x="187668" y="2503"/>
                </a:lnTo>
                <a:lnTo>
                  <a:pt x="187668" y="1202"/>
                </a:lnTo>
                <a:close/>
                <a:moveTo>
                  <a:pt x="185967" y="2936"/>
                </a:moveTo>
                <a:lnTo>
                  <a:pt x="187268" y="2936"/>
                </a:lnTo>
                <a:lnTo>
                  <a:pt x="188535" y="4204"/>
                </a:lnTo>
                <a:lnTo>
                  <a:pt x="186667" y="4204"/>
                </a:lnTo>
                <a:lnTo>
                  <a:pt x="186367" y="4337"/>
                </a:lnTo>
                <a:lnTo>
                  <a:pt x="185133" y="5572"/>
                </a:lnTo>
                <a:lnTo>
                  <a:pt x="185133" y="3770"/>
                </a:lnTo>
                <a:close/>
                <a:moveTo>
                  <a:pt x="183532" y="2936"/>
                </a:moveTo>
                <a:lnTo>
                  <a:pt x="184332" y="3737"/>
                </a:lnTo>
                <a:lnTo>
                  <a:pt x="184332" y="5572"/>
                </a:lnTo>
                <a:lnTo>
                  <a:pt x="183098" y="4337"/>
                </a:lnTo>
                <a:lnTo>
                  <a:pt x="182831" y="4204"/>
                </a:lnTo>
                <a:lnTo>
                  <a:pt x="180930" y="4204"/>
                </a:lnTo>
                <a:lnTo>
                  <a:pt x="182231" y="2936"/>
                </a:lnTo>
                <a:lnTo>
                  <a:pt x="183532" y="2936"/>
                </a:lnTo>
                <a:close/>
                <a:moveTo>
                  <a:pt x="180996" y="401"/>
                </a:moveTo>
                <a:lnTo>
                  <a:pt x="181797" y="1202"/>
                </a:lnTo>
                <a:lnTo>
                  <a:pt x="181797" y="2503"/>
                </a:lnTo>
                <a:lnTo>
                  <a:pt x="180529" y="3804"/>
                </a:lnTo>
                <a:lnTo>
                  <a:pt x="180529" y="1735"/>
                </a:lnTo>
                <a:lnTo>
                  <a:pt x="179162" y="401"/>
                </a:lnTo>
                <a:lnTo>
                  <a:pt x="180996" y="401"/>
                </a:lnTo>
                <a:close/>
                <a:moveTo>
                  <a:pt x="178061" y="401"/>
                </a:moveTo>
                <a:lnTo>
                  <a:pt x="179729" y="2069"/>
                </a:lnTo>
                <a:lnTo>
                  <a:pt x="179729" y="4104"/>
                </a:lnTo>
                <a:lnTo>
                  <a:pt x="174025" y="4104"/>
                </a:lnTo>
                <a:lnTo>
                  <a:pt x="170289" y="401"/>
                </a:lnTo>
                <a:close/>
                <a:moveTo>
                  <a:pt x="168387" y="401"/>
                </a:moveTo>
                <a:lnTo>
                  <a:pt x="164685" y="4104"/>
                </a:lnTo>
                <a:lnTo>
                  <a:pt x="158947" y="4104"/>
                </a:lnTo>
                <a:lnTo>
                  <a:pt x="158947" y="2069"/>
                </a:lnTo>
                <a:lnTo>
                  <a:pt x="160649" y="401"/>
                </a:lnTo>
                <a:close/>
                <a:moveTo>
                  <a:pt x="157713" y="401"/>
                </a:moveTo>
                <a:lnTo>
                  <a:pt x="159514" y="401"/>
                </a:lnTo>
                <a:lnTo>
                  <a:pt x="158180" y="1735"/>
                </a:lnTo>
                <a:lnTo>
                  <a:pt x="158180" y="3804"/>
                </a:lnTo>
                <a:lnTo>
                  <a:pt x="156879" y="2503"/>
                </a:lnTo>
                <a:lnTo>
                  <a:pt x="156879" y="1202"/>
                </a:lnTo>
                <a:close/>
                <a:moveTo>
                  <a:pt x="155178" y="2936"/>
                </a:moveTo>
                <a:lnTo>
                  <a:pt x="156479" y="2936"/>
                </a:lnTo>
                <a:lnTo>
                  <a:pt x="157746" y="4204"/>
                </a:lnTo>
                <a:lnTo>
                  <a:pt x="155845" y="4204"/>
                </a:lnTo>
                <a:lnTo>
                  <a:pt x="155578" y="4337"/>
                </a:lnTo>
                <a:lnTo>
                  <a:pt x="154344" y="5572"/>
                </a:lnTo>
                <a:lnTo>
                  <a:pt x="154344" y="3770"/>
                </a:lnTo>
                <a:close/>
                <a:moveTo>
                  <a:pt x="152743" y="2936"/>
                </a:moveTo>
                <a:lnTo>
                  <a:pt x="153543" y="3737"/>
                </a:lnTo>
                <a:lnTo>
                  <a:pt x="153543" y="5572"/>
                </a:lnTo>
                <a:lnTo>
                  <a:pt x="152309" y="4337"/>
                </a:lnTo>
                <a:lnTo>
                  <a:pt x="152042" y="4204"/>
                </a:lnTo>
                <a:lnTo>
                  <a:pt x="150141" y="4204"/>
                </a:lnTo>
                <a:lnTo>
                  <a:pt x="151442" y="2936"/>
                </a:lnTo>
                <a:lnTo>
                  <a:pt x="152743" y="2936"/>
                </a:lnTo>
                <a:close/>
                <a:moveTo>
                  <a:pt x="150174" y="401"/>
                </a:moveTo>
                <a:lnTo>
                  <a:pt x="151008" y="1202"/>
                </a:lnTo>
                <a:lnTo>
                  <a:pt x="151008" y="2503"/>
                </a:lnTo>
                <a:lnTo>
                  <a:pt x="149741" y="3804"/>
                </a:lnTo>
                <a:lnTo>
                  <a:pt x="149741" y="1735"/>
                </a:lnTo>
                <a:lnTo>
                  <a:pt x="148373" y="401"/>
                </a:lnTo>
                <a:lnTo>
                  <a:pt x="150174" y="401"/>
                </a:lnTo>
                <a:close/>
                <a:moveTo>
                  <a:pt x="147272" y="401"/>
                </a:moveTo>
                <a:lnTo>
                  <a:pt x="148940" y="2069"/>
                </a:lnTo>
                <a:lnTo>
                  <a:pt x="148940" y="4104"/>
                </a:lnTo>
                <a:lnTo>
                  <a:pt x="143236" y="4104"/>
                </a:lnTo>
                <a:lnTo>
                  <a:pt x="139500" y="401"/>
                </a:lnTo>
                <a:close/>
                <a:moveTo>
                  <a:pt x="137599" y="401"/>
                </a:moveTo>
                <a:lnTo>
                  <a:pt x="133863" y="4104"/>
                </a:lnTo>
                <a:lnTo>
                  <a:pt x="128159" y="4104"/>
                </a:lnTo>
                <a:lnTo>
                  <a:pt x="128159" y="2069"/>
                </a:lnTo>
                <a:lnTo>
                  <a:pt x="129860" y="401"/>
                </a:lnTo>
                <a:close/>
                <a:moveTo>
                  <a:pt x="126924" y="401"/>
                </a:moveTo>
                <a:lnTo>
                  <a:pt x="128726" y="401"/>
                </a:lnTo>
                <a:lnTo>
                  <a:pt x="127391" y="1735"/>
                </a:lnTo>
                <a:lnTo>
                  <a:pt x="127391" y="3804"/>
                </a:lnTo>
                <a:lnTo>
                  <a:pt x="126091" y="2503"/>
                </a:lnTo>
                <a:lnTo>
                  <a:pt x="126091" y="1202"/>
                </a:lnTo>
                <a:close/>
                <a:moveTo>
                  <a:pt x="124389" y="2936"/>
                </a:moveTo>
                <a:lnTo>
                  <a:pt x="125657" y="2936"/>
                </a:lnTo>
                <a:lnTo>
                  <a:pt x="126958" y="4204"/>
                </a:lnTo>
                <a:lnTo>
                  <a:pt x="125056" y="4204"/>
                </a:lnTo>
                <a:lnTo>
                  <a:pt x="124790" y="4337"/>
                </a:lnTo>
                <a:lnTo>
                  <a:pt x="123555" y="5572"/>
                </a:lnTo>
                <a:lnTo>
                  <a:pt x="123555" y="3770"/>
                </a:lnTo>
                <a:close/>
                <a:moveTo>
                  <a:pt x="121954" y="2936"/>
                </a:moveTo>
                <a:lnTo>
                  <a:pt x="122755" y="3737"/>
                </a:lnTo>
                <a:lnTo>
                  <a:pt x="122755" y="5572"/>
                </a:lnTo>
                <a:lnTo>
                  <a:pt x="121521" y="4337"/>
                </a:lnTo>
                <a:lnTo>
                  <a:pt x="121254" y="4204"/>
                </a:lnTo>
                <a:lnTo>
                  <a:pt x="119352" y="4204"/>
                </a:lnTo>
                <a:lnTo>
                  <a:pt x="120653" y="2936"/>
                </a:lnTo>
                <a:lnTo>
                  <a:pt x="121954" y="2936"/>
                </a:lnTo>
                <a:close/>
                <a:moveTo>
                  <a:pt x="119386" y="401"/>
                </a:moveTo>
                <a:lnTo>
                  <a:pt x="120220" y="1202"/>
                </a:lnTo>
                <a:lnTo>
                  <a:pt x="120220" y="2503"/>
                </a:lnTo>
                <a:lnTo>
                  <a:pt x="118952" y="3804"/>
                </a:lnTo>
                <a:lnTo>
                  <a:pt x="118952" y="1735"/>
                </a:lnTo>
                <a:lnTo>
                  <a:pt x="117584" y="401"/>
                </a:lnTo>
                <a:lnTo>
                  <a:pt x="119386" y="401"/>
                </a:lnTo>
                <a:close/>
                <a:moveTo>
                  <a:pt x="116450" y="401"/>
                </a:moveTo>
                <a:lnTo>
                  <a:pt x="118152" y="2069"/>
                </a:lnTo>
                <a:lnTo>
                  <a:pt x="118152" y="4104"/>
                </a:lnTo>
                <a:lnTo>
                  <a:pt x="112447" y="4104"/>
                </a:lnTo>
                <a:lnTo>
                  <a:pt x="108711" y="401"/>
                </a:lnTo>
                <a:close/>
                <a:moveTo>
                  <a:pt x="106810" y="401"/>
                </a:moveTo>
                <a:lnTo>
                  <a:pt x="103074" y="4104"/>
                </a:lnTo>
                <a:lnTo>
                  <a:pt x="97370" y="4104"/>
                </a:lnTo>
                <a:lnTo>
                  <a:pt x="97370" y="2069"/>
                </a:lnTo>
                <a:lnTo>
                  <a:pt x="99071" y="401"/>
                </a:lnTo>
                <a:close/>
                <a:moveTo>
                  <a:pt x="96136" y="401"/>
                </a:moveTo>
                <a:lnTo>
                  <a:pt x="97937" y="401"/>
                </a:lnTo>
                <a:lnTo>
                  <a:pt x="96569" y="1735"/>
                </a:lnTo>
                <a:lnTo>
                  <a:pt x="96569" y="3804"/>
                </a:lnTo>
                <a:lnTo>
                  <a:pt x="95302" y="2503"/>
                </a:lnTo>
                <a:lnTo>
                  <a:pt x="95302" y="1202"/>
                </a:lnTo>
                <a:close/>
                <a:moveTo>
                  <a:pt x="93567" y="2936"/>
                </a:moveTo>
                <a:lnTo>
                  <a:pt x="94868" y="2936"/>
                </a:lnTo>
                <a:lnTo>
                  <a:pt x="96169" y="4204"/>
                </a:lnTo>
                <a:lnTo>
                  <a:pt x="94268" y="4204"/>
                </a:lnTo>
                <a:lnTo>
                  <a:pt x="94001" y="4337"/>
                </a:lnTo>
                <a:lnTo>
                  <a:pt x="92767" y="5572"/>
                </a:lnTo>
                <a:lnTo>
                  <a:pt x="92767" y="3770"/>
                </a:lnTo>
                <a:close/>
                <a:moveTo>
                  <a:pt x="91166" y="2936"/>
                </a:moveTo>
                <a:lnTo>
                  <a:pt x="91966" y="3737"/>
                </a:lnTo>
                <a:lnTo>
                  <a:pt x="91966" y="5572"/>
                </a:lnTo>
                <a:lnTo>
                  <a:pt x="90732" y="4337"/>
                </a:lnTo>
                <a:lnTo>
                  <a:pt x="90465" y="4204"/>
                </a:lnTo>
                <a:lnTo>
                  <a:pt x="88564" y="4204"/>
                </a:lnTo>
                <a:lnTo>
                  <a:pt x="89865" y="2936"/>
                </a:lnTo>
                <a:lnTo>
                  <a:pt x="91166" y="2936"/>
                </a:lnTo>
                <a:close/>
                <a:moveTo>
                  <a:pt x="88597" y="401"/>
                </a:moveTo>
                <a:lnTo>
                  <a:pt x="89431" y="1202"/>
                </a:lnTo>
                <a:lnTo>
                  <a:pt x="89431" y="2503"/>
                </a:lnTo>
                <a:lnTo>
                  <a:pt x="88130" y="3804"/>
                </a:lnTo>
                <a:lnTo>
                  <a:pt x="88130" y="1735"/>
                </a:lnTo>
                <a:lnTo>
                  <a:pt x="86796" y="401"/>
                </a:lnTo>
                <a:lnTo>
                  <a:pt x="88597" y="401"/>
                </a:lnTo>
                <a:close/>
                <a:moveTo>
                  <a:pt x="85662" y="401"/>
                </a:moveTo>
                <a:lnTo>
                  <a:pt x="87363" y="2069"/>
                </a:lnTo>
                <a:lnTo>
                  <a:pt x="87363" y="4104"/>
                </a:lnTo>
                <a:lnTo>
                  <a:pt x="81659" y="4104"/>
                </a:lnTo>
                <a:lnTo>
                  <a:pt x="77923" y="401"/>
                </a:lnTo>
                <a:close/>
                <a:moveTo>
                  <a:pt x="76021" y="401"/>
                </a:moveTo>
                <a:lnTo>
                  <a:pt x="72285" y="4104"/>
                </a:lnTo>
                <a:lnTo>
                  <a:pt x="66581" y="4104"/>
                </a:lnTo>
                <a:lnTo>
                  <a:pt x="66581" y="2069"/>
                </a:lnTo>
                <a:lnTo>
                  <a:pt x="68249" y="401"/>
                </a:lnTo>
                <a:close/>
                <a:moveTo>
                  <a:pt x="65347" y="401"/>
                </a:moveTo>
                <a:lnTo>
                  <a:pt x="67148" y="401"/>
                </a:lnTo>
                <a:lnTo>
                  <a:pt x="65781" y="1735"/>
                </a:lnTo>
                <a:lnTo>
                  <a:pt x="65781" y="3804"/>
                </a:lnTo>
                <a:lnTo>
                  <a:pt x="64513" y="2503"/>
                </a:lnTo>
                <a:lnTo>
                  <a:pt x="64513" y="1202"/>
                </a:lnTo>
                <a:close/>
                <a:moveTo>
                  <a:pt x="62779" y="2936"/>
                </a:moveTo>
                <a:lnTo>
                  <a:pt x="64080" y="2936"/>
                </a:lnTo>
                <a:lnTo>
                  <a:pt x="65381" y="4204"/>
                </a:lnTo>
                <a:lnTo>
                  <a:pt x="63479" y="4204"/>
                </a:lnTo>
                <a:lnTo>
                  <a:pt x="63212" y="4337"/>
                </a:lnTo>
                <a:lnTo>
                  <a:pt x="61978" y="5572"/>
                </a:lnTo>
                <a:lnTo>
                  <a:pt x="61978" y="3770"/>
                </a:lnTo>
                <a:close/>
                <a:moveTo>
                  <a:pt x="60344" y="2936"/>
                </a:moveTo>
                <a:lnTo>
                  <a:pt x="61178" y="3737"/>
                </a:lnTo>
                <a:lnTo>
                  <a:pt x="61178" y="5572"/>
                </a:lnTo>
                <a:lnTo>
                  <a:pt x="59943" y="4337"/>
                </a:lnTo>
                <a:lnTo>
                  <a:pt x="59676" y="4204"/>
                </a:lnTo>
                <a:lnTo>
                  <a:pt x="57775" y="4204"/>
                </a:lnTo>
                <a:lnTo>
                  <a:pt x="59043" y="2936"/>
                </a:lnTo>
                <a:lnTo>
                  <a:pt x="60344" y="2936"/>
                </a:lnTo>
                <a:close/>
                <a:moveTo>
                  <a:pt x="57808" y="401"/>
                </a:moveTo>
                <a:lnTo>
                  <a:pt x="58642" y="1202"/>
                </a:lnTo>
                <a:lnTo>
                  <a:pt x="58642" y="2503"/>
                </a:lnTo>
                <a:lnTo>
                  <a:pt x="57341" y="3804"/>
                </a:lnTo>
                <a:lnTo>
                  <a:pt x="57341" y="1735"/>
                </a:lnTo>
                <a:lnTo>
                  <a:pt x="56007" y="401"/>
                </a:lnTo>
                <a:lnTo>
                  <a:pt x="57808" y="401"/>
                </a:lnTo>
                <a:close/>
                <a:moveTo>
                  <a:pt x="54873" y="401"/>
                </a:moveTo>
                <a:lnTo>
                  <a:pt x="56574" y="2069"/>
                </a:lnTo>
                <a:lnTo>
                  <a:pt x="56574" y="4104"/>
                </a:lnTo>
                <a:lnTo>
                  <a:pt x="50837" y="4104"/>
                </a:lnTo>
                <a:lnTo>
                  <a:pt x="47134" y="401"/>
                </a:lnTo>
                <a:close/>
                <a:moveTo>
                  <a:pt x="45233" y="401"/>
                </a:moveTo>
                <a:lnTo>
                  <a:pt x="41497" y="4104"/>
                </a:lnTo>
                <a:lnTo>
                  <a:pt x="35793" y="4104"/>
                </a:lnTo>
                <a:lnTo>
                  <a:pt x="35793" y="2069"/>
                </a:lnTo>
                <a:lnTo>
                  <a:pt x="37461" y="401"/>
                </a:lnTo>
                <a:close/>
                <a:moveTo>
                  <a:pt x="34525" y="401"/>
                </a:moveTo>
                <a:lnTo>
                  <a:pt x="36360" y="401"/>
                </a:lnTo>
                <a:lnTo>
                  <a:pt x="34992" y="1735"/>
                </a:lnTo>
                <a:lnTo>
                  <a:pt x="34992" y="3804"/>
                </a:lnTo>
                <a:lnTo>
                  <a:pt x="33725" y="2503"/>
                </a:lnTo>
                <a:lnTo>
                  <a:pt x="33725" y="1202"/>
                </a:lnTo>
                <a:close/>
                <a:moveTo>
                  <a:pt x="31990" y="2936"/>
                </a:moveTo>
                <a:lnTo>
                  <a:pt x="33291" y="2936"/>
                </a:lnTo>
                <a:lnTo>
                  <a:pt x="34592" y="4204"/>
                </a:lnTo>
                <a:lnTo>
                  <a:pt x="32691" y="4204"/>
                </a:lnTo>
                <a:lnTo>
                  <a:pt x="32424" y="4337"/>
                </a:lnTo>
                <a:lnTo>
                  <a:pt x="31189" y="5572"/>
                </a:lnTo>
                <a:lnTo>
                  <a:pt x="31189" y="3770"/>
                </a:lnTo>
                <a:close/>
                <a:moveTo>
                  <a:pt x="29555" y="2936"/>
                </a:moveTo>
                <a:lnTo>
                  <a:pt x="30389" y="3737"/>
                </a:lnTo>
                <a:lnTo>
                  <a:pt x="30389" y="5572"/>
                </a:lnTo>
                <a:lnTo>
                  <a:pt x="29155" y="4337"/>
                </a:lnTo>
                <a:lnTo>
                  <a:pt x="28854" y="4204"/>
                </a:lnTo>
                <a:lnTo>
                  <a:pt x="26986" y="4204"/>
                </a:lnTo>
                <a:lnTo>
                  <a:pt x="28254" y="2936"/>
                </a:lnTo>
                <a:lnTo>
                  <a:pt x="29555" y="2936"/>
                </a:lnTo>
                <a:close/>
                <a:moveTo>
                  <a:pt x="27020" y="401"/>
                </a:moveTo>
                <a:lnTo>
                  <a:pt x="27854" y="1202"/>
                </a:lnTo>
                <a:lnTo>
                  <a:pt x="27854" y="2503"/>
                </a:lnTo>
                <a:lnTo>
                  <a:pt x="26553" y="3804"/>
                </a:lnTo>
                <a:lnTo>
                  <a:pt x="26553" y="1735"/>
                </a:lnTo>
                <a:lnTo>
                  <a:pt x="25219" y="401"/>
                </a:lnTo>
                <a:lnTo>
                  <a:pt x="27020" y="401"/>
                </a:lnTo>
                <a:close/>
                <a:moveTo>
                  <a:pt x="24084" y="401"/>
                </a:moveTo>
                <a:lnTo>
                  <a:pt x="25786" y="2069"/>
                </a:lnTo>
                <a:lnTo>
                  <a:pt x="25786" y="4104"/>
                </a:lnTo>
                <a:lnTo>
                  <a:pt x="20048" y="4104"/>
                </a:lnTo>
                <a:lnTo>
                  <a:pt x="16346" y="401"/>
                </a:lnTo>
                <a:close/>
                <a:moveTo>
                  <a:pt x="14444" y="401"/>
                </a:moveTo>
                <a:lnTo>
                  <a:pt x="10708" y="4104"/>
                </a:lnTo>
                <a:lnTo>
                  <a:pt x="5004" y="4104"/>
                </a:lnTo>
                <a:lnTo>
                  <a:pt x="5004" y="2069"/>
                </a:lnTo>
                <a:lnTo>
                  <a:pt x="6672" y="401"/>
                </a:lnTo>
                <a:close/>
                <a:moveTo>
                  <a:pt x="3736" y="401"/>
                </a:moveTo>
                <a:lnTo>
                  <a:pt x="5571" y="401"/>
                </a:lnTo>
                <a:lnTo>
                  <a:pt x="4203" y="1735"/>
                </a:lnTo>
                <a:lnTo>
                  <a:pt x="4203" y="3804"/>
                </a:lnTo>
                <a:lnTo>
                  <a:pt x="2936" y="2503"/>
                </a:lnTo>
                <a:lnTo>
                  <a:pt x="2936" y="1202"/>
                </a:lnTo>
                <a:close/>
                <a:moveTo>
                  <a:pt x="367" y="3737"/>
                </a:moveTo>
                <a:lnTo>
                  <a:pt x="1201" y="2936"/>
                </a:lnTo>
                <a:lnTo>
                  <a:pt x="2502" y="2936"/>
                </a:lnTo>
                <a:lnTo>
                  <a:pt x="3803" y="4204"/>
                </a:lnTo>
                <a:lnTo>
                  <a:pt x="1902" y="4204"/>
                </a:lnTo>
                <a:lnTo>
                  <a:pt x="1635" y="4337"/>
                </a:lnTo>
                <a:lnTo>
                  <a:pt x="367" y="5572"/>
                </a:lnTo>
                <a:lnTo>
                  <a:pt x="367" y="3737"/>
                </a:lnTo>
                <a:close/>
                <a:moveTo>
                  <a:pt x="367" y="6672"/>
                </a:moveTo>
                <a:lnTo>
                  <a:pt x="2069" y="5004"/>
                </a:lnTo>
                <a:lnTo>
                  <a:pt x="4103" y="5004"/>
                </a:lnTo>
                <a:lnTo>
                  <a:pt x="4103" y="10709"/>
                </a:lnTo>
                <a:lnTo>
                  <a:pt x="367" y="14445"/>
                </a:lnTo>
                <a:close/>
                <a:moveTo>
                  <a:pt x="367" y="16346"/>
                </a:moveTo>
                <a:lnTo>
                  <a:pt x="4103" y="20082"/>
                </a:lnTo>
                <a:lnTo>
                  <a:pt x="4103" y="25786"/>
                </a:lnTo>
                <a:lnTo>
                  <a:pt x="2069" y="25786"/>
                </a:lnTo>
                <a:lnTo>
                  <a:pt x="367" y="24085"/>
                </a:lnTo>
                <a:close/>
                <a:moveTo>
                  <a:pt x="1201" y="27854"/>
                </a:moveTo>
                <a:lnTo>
                  <a:pt x="367" y="27020"/>
                </a:lnTo>
                <a:lnTo>
                  <a:pt x="367" y="25219"/>
                </a:lnTo>
                <a:lnTo>
                  <a:pt x="1635" y="26453"/>
                </a:lnTo>
                <a:lnTo>
                  <a:pt x="1902" y="26587"/>
                </a:lnTo>
                <a:lnTo>
                  <a:pt x="3803" y="26587"/>
                </a:lnTo>
                <a:lnTo>
                  <a:pt x="2502" y="27854"/>
                </a:lnTo>
                <a:lnTo>
                  <a:pt x="1201" y="27854"/>
                </a:lnTo>
                <a:close/>
                <a:moveTo>
                  <a:pt x="2936" y="29555"/>
                </a:moveTo>
                <a:lnTo>
                  <a:pt x="2936" y="28254"/>
                </a:lnTo>
                <a:lnTo>
                  <a:pt x="4203" y="26987"/>
                </a:lnTo>
                <a:lnTo>
                  <a:pt x="4203" y="29022"/>
                </a:lnTo>
                <a:lnTo>
                  <a:pt x="5571" y="30389"/>
                </a:lnTo>
                <a:lnTo>
                  <a:pt x="3736" y="30389"/>
                </a:lnTo>
                <a:close/>
                <a:moveTo>
                  <a:pt x="3736" y="31190"/>
                </a:moveTo>
                <a:lnTo>
                  <a:pt x="5571" y="31190"/>
                </a:lnTo>
                <a:lnTo>
                  <a:pt x="4203" y="32524"/>
                </a:lnTo>
                <a:lnTo>
                  <a:pt x="4203" y="34592"/>
                </a:lnTo>
                <a:lnTo>
                  <a:pt x="2936" y="33291"/>
                </a:lnTo>
                <a:lnTo>
                  <a:pt x="2936" y="31990"/>
                </a:lnTo>
                <a:close/>
                <a:moveTo>
                  <a:pt x="367" y="34559"/>
                </a:moveTo>
                <a:lnTo>
                  <a:pt x="1201" y="33725"/>
                </a:lnTo>
                <a:lnTo>
                  <a:pt x="2502" y="33725"/>
                </a:lnTo>
                <a:lnTo>
                  <a:pt x="3803" y="34993"/>
                </a:lnTo>
                <a:lnTo>
                  <a:pt x="1902" y="34993"/>
                </a:lnTo>
                <a:lnTo>
                  <a:pt x="1635" y="35126"/>
                </a:lnTo>
                <a:lnTo>
                  <a:pt x="367" y="36360"/>
                </a:lnTo>
                <a:lnTo>
                  <a:pt x="367" y="34559"/>
                </a:lnTo>
                <a:close/>
                <a:moveTo>
                  <a:pt x="367" y="37494"/>
                </a:moveTo>
                <a:lnTo>
                  <a:pt x="2069" y="35793"/>
                </a:lnTo>
                <a:lnTo>
                  <a:pt x="4103" y="35793"/>
                </a:lnTo>
                <a:lnTo>
                  <a:pt x="4103" y="41497"/>
                </a:lnTo>
                <a:lnTo>
                  <a:pt x="367" y="45233"/>
                </a:lnTo>
                <a:close/>
                <a:moveTo>
                  <a:pt x="367" y="47135"/>
                </a:moveTo>
                <a:lnTo>
                  <a:pt x="4103" y="50871"/>
                </a:lnTo>
                <a:lnTo>
                  <a:pt x="4103" y="56575"/>
                </a:lnTo>
                <a:lnTo>
                  <a:pt x="2069" y="56575"/>
                </a:lnTo>
                <a:lnTo>
                  <a:pt x="367" y="54874"/>
                </a:lnTo>
                <a:close/>
                <a:moveTo>
                  <a:pt x="1201" y="58643"/>
                </a:moveTo>
                <a:lnTo>
                  <a:pt x="367" y="57809"/>
                </a:lnTo>
                <a:lnTo>
                  <a:pt x="367" y="56008"/>
                </a:lnTo>
                <a:lnTo>
                  <a:pt x="1635" y="57242"/>
                </a:lnTo>
                <a:lnTo>
                  <a:pt x="1902" y="57375"/>
                </a:lnTo>
                <a:lnTo>
                  <a:pt x="3803" y="57375"/>
                </a:lnTo>
                <a:lnTo>
                  <a:pt x="2502" y="58643"/>
                </a:lnTo>
                <a:lnTo>
                  <a:pt x="1201" y="58643"/>
                </a:lnTo>
                <a:close/>
                <a:moveTo>
                  <a:pt x="2936" y="60377"/>
                </a:moveTo>
                <a:lnTo>
                  <a:pt x="2936" y="59077"/>
                </a:lnTo>
                <a:lnTo>
                  <a:pt x="4203" y="57776"/>
                </a:lnTo>
                <a:lnTo>
                  <a:pt x="4203" y="59844"/>
                </a:lnTo>
                <a:lnTo>
                  <a:pt x="5571" y="61178"/>
                </a:lnTo>
                <a:lnTo>
                  <a:pt x="3736" y="61178"/>
                </a:lnTo>
                <a:close/>
                <a:moveTo>
                  <a:pt x="3736" y="61979"/>
                </a:moveTo>
                <a:lnTo>
                  <a:pt x="5571" y="61979"/>
                </a:lnTo>
                <a:lnTo>
                  <a:pt x="4203" y="63313"/>
                </a:lnTo>
                <a:lnTo>
                  <a:pt x="4203" y="65381"/>
                </a:lnTo>
                <a:lnTo>
                  <a:pt x="2903" y="64080"/>
                </a:lnTo>
                <a:lnTo>
                  <a:pt x="2903" y="62779"/>
                </a:lnTo>
                <a:close/>
                <a:moveTo>
                  <a:pt x="367" y="65348"/>
                </a:moveTo>
                <a:lnTo>
                  <a:pt x="1201" y="64514"/>
                </a:lnTo>
                <a:lnTo>
                  <a:pt x="2502" y="64514"/>
                </a:lnTo>
                <a:lnTo>
                  <a:pt x="3803" y="65815"/>
                </a:lnTo>
                <a:lnTo>
                  <a:pt x="1902" y="65815"/>
                </a:lnTo>
                <a:lnTo>
                  <a:pt x="1635" y="65915"/>
                </a:lnTo>
                <a:lnTo>
                  <a:pt x="367" y="67149"/>
                </a:lnTo>
                <a:lnTo>
                  <a:pt x="367" y="65348"/>
                </a:lnTo>
                <a:close/>
                <a:moveTo>
                  <a:pt x="367" y="68283"/>
                </a:moveTo>
                <a:lnTo>
                  <a:pt x="2069" y="66582"/>
                </a:lnTo>
                <a:lnTo>
                  <a:pt x="4103" y="66582"/>
                </a:lnTo>
                <a:lnTo>
                  <a:pt x="4103" y="72286"/>
                </a:lnTo>
                <a:lnTo>
                  <a:pt x="367" y="76022"/>
                </a:lnTo>
                <a:close/>
                <a:moveTo>
                  <a:pt x="367" y="77923"/>
                </a:moveTo>
                <a:lnTo>
                  <a:pt x="4103" y="81659"/>
                </a:lnTo>
                <a:lnTo>
                  <a:pt x="4103" y="87363"/>
                </a:lnTo>
                <a:lnTo>
                  <a:pt x="2069" y="87363"/>
                </a:lnTo>
                <a:lnTo>
                  <a:pt x="367" y="85662"/>
                </a:lnTo>
                <a:close/>
                <a:moveTo>
                  <a:pt x="1201" y="89432"/>
                </a:moveTo>
                <a:lnTo>
                  <a:pt x="367" y="88598"/>
                </a:lnTo>
                <a:lnTo>
                  <a:pt x="367" y="86796"/>
                </a:lnTo>
                <a:lnTo>
                  <a:pt x="1635" y="88031"/>
                </a:lnTo>
                <a:lnTo>
                  <a:pt x="1902" y="88164"/>
                </a:lnTo>
                <a:lnTo>
                  <a:pt x="3803" y="88164"/>
                </a:lnTo>
                <a:lnTo>
                  <a:pt x="2502" y="89432"/>
                </a:lnTo>
                <a:lnTo>
                  <a:pt x="1201" y="89432"/>
                </a:lnTo>
                <a:close/>
                <a:moveTo>
                  <a:pt x="2936" y="91166"/>
                </a:moveTo>
                <a:lnTo>
                  <a:pt x="2936" y="89865"/>
                </a:lnTo>
                <a:lnTo>
                  <a:pt x="4203" y="88564"/>
                </a:lnTo>
                <a:lnTo>
                  <a:pt x="4203" y="90632"/>
                </a:lnTo>
                <a:lnTo>
                  <a:pt x="5571" y="91967"/>
                </a:lnTo>
                <a:lnTo>
                  <a:pt x="3736" y="91967"/>
                </a:lnTo>
                <a:close/>
                <a:moveTo>
                  <a:pt x="3736" y="92767"/>
                </a:moveTo>
                <a:lnTo>
                  <a:pt x="5571" y="92767"/>
                </a:lnTo>
                <a:lnTo>
                  <a:pt x="4203" y="94102"/>
                </a:lnTo>
                <a:lnTo>
                  <a:pt x="4203" y="96170"/>
                </a:lnTo>
                <a:lnTo>
                  <a:pt x="2936" y="94869"/>
                </a:lnTo>
                <a:lnTo>
                  <a:pt x="2936" y="93568"/>
                </a:lnTo>
                <a:close/>
                <a:moveTo>
                  <a:pt x="367" y="96136"/>
                </a:moveTo>
                <a:lnTo>
                  <a:pt x="1201" y="95302"/>
                </a:lnTo>
                <a:lnTo>
                  <a:pt x="2502" y="95302"/>
                </a:lnTo>
                <a:lnTo>
                  <a:pt x="3803" y="96603"/>
                </a:lnTo>
                <a:lnTo>
                  <a:pt x="1902" y="96603"/>
                </a:lnTo>
                <a:lnTo>
                  <a:pt x="1635" y="96703"/>
                </a:lnTo>
                <a:lnTo>
                  <a:pt x="367" y="97938"/>
                </a:lnTo>
                <a:lnTo>
                  <a:pt x="367" y="96136"/>
                </a:lnTo>
                <a:close/>
                <a:moveTo>
                  <a:pt x="367" y="99072"/>
                </a:moveTo>
                <a:lnTo>
                  <a:pt x="2069" y="97371"/>
                </a:lnTo>
                <a:lnTo>
                  <a:pt x="4103" y="97371"/>
                </a:lnTo>
                <a:lnTo>
                  <a:pt x="4103" y="103108"/>
                </a:lnTo>
                <a:lnTo>
                  <a:pt x="367" y="106811"/>
                </a:lnTo>
                <a:close/>
                <a:moveTo>
                  <a:pt x="367" y="108712"/>
                </a:moveTo>
                <a:lnTo>
                  <a:pt x="4103" y="112448"/>
                </a:lnTo>
                <a:lnTo>
                  <a:pt x="4103" y="118152"/>
                </a:lnTo>
                <a:lnTo>
                  <a:pt x="2069" y="118152"/>
                </a:lnTo>
                <a:lnTo>
                  <a:pt x="367" y="116484"/>
                </a:lnTo>
                <a:close/>
                <a:moveTo>
                  <a:pt x="1201" y="120220"/>
                </a:moveTo>
                <a:lnTo>
                  <a:pt x="367" y="119386"/>
                </a:lnTo>
                <a:lnTo>
                  <a:pt x="367" y="117585"/>
                </a:lnTo>
                <a:lnTo>
                  <a:pt x="1635" y="118819"/>
                </a:lnTo>
                <a:lnTo>
                  <a:pt x="1902" y="118953"/>
                </a:lnTo>
                <a:lnTo>
                  <a:pt x="3803" y="118953"/>
                </a:lnTo>
                <a:lnTo>
                  <a:pt x="2502" y="120220"/>
                </a:lnTo>
                <a:lnTo>
                  <a:pt x="1201" y="120220"/>
                </a:lnTo>
                <a:close/>
                <a:moveTo>
                  <a:pt x="3736" y="122755"/>
                </a:moveTo>
                <a:lnTo>
                  <a:pt x="2936" y="121955"/>
                </a:lnTo>
                <a:lnTo>
                  <a:pt x="2936" y="120654"/>
                </a:lnTo>
                <a:lnTo>
                  <a:pt x="4203" y="119353"/>
                </a:lnTo>
                <a:lnTo>
                  <a:pt x="4203" y="121421"/>
                </a:lnTo>
                <a:lnTo>
                  <a:pt x="5571" y="122755"/>
                </a:lnTo>
                <a:lnTo>
                  <a:pt x="3736" y="122755"/>
                </a:lnTo>
                <a:close/>
                <a:moveTo>
                  <a:pt x="6672" y="122755"/>
                </a:moveTo>
                <a:lnTo>
                  <a:pt x="5004" y="121088"/>
                </a:lnTo>
                <a:lnTo>
                  <a:pt x="5004" y="119053"/>
                </a:lnTo>
                <a:lnTo>
                  <a:pt x="10708" y="119053"/>
                </a:lnTo>
                <a:lnTo>
                  <a:pt x="14444" y="122755"/>
                </a:lnTo>
                <a:lnTo>
                  <a:pt x="6672" y="122755"/>
                </a:lnTo>
                <a:close/>
                <a:moveTo>
                  <a:pt x="16346" y="122755"/>
                </a:moveTo>
                <a:lnTo>
                  <a:pt x="20048" y="119053"/>
                </a:lnTo>
                <a:lnTo>
                  <a:pt x="25752" y="119053"/>
                </a:lnTo>
                <a:lnTo>
                  <a:pt x="25752" y="121088"/>
                </a:lnTo>
                <a:lnTo>
                  <a:pt x="24084" y="122755"/>
                </a:lnTo>
                <a:lnTo>
                  <a:pt x="16346" y="122755"/>
                </a:lnTo>
                <a:close/>
                <a:moveTo>
                  <a:pt x="27020" y="122755"/>
                </a:moveTo>
                <a:lnTo>
                  <a:pt x="25219" y="122755"/>
                </a:lnTo>
                <a:lnTo>
                  <a:pt x="26553" y="121421"/>
                </a:lnTo>
                <a:lnTo>
                  <a:pt x="26553" y="119353"/>
                </a:lnTo>
                <a:lnTo>
                  <a:pt x="27854" y="120654"/>
                </a:lnTo>
                <a:lnTo>
                  <a:pt x="27854" y="121955"/>
                </a:lnTo>
                <a:close/>
                <a:moveTo>
                  <a:pt x="29555" y="120220"/>
                </a:moveTo>
                <a:lnTo>
                  <a:pt x="28254" y="120220"/>
                </a:lnTo>
                <a:lnTo>
                  <a:pt x="26986" y="118953"/>
                </a:lnTo>
                <a:lnTo>
                  <a:pt x="28854" y="118953"/>
                </a:lnTo>
                <a:lnTo>
                  <a:pt x="29155" y="118819"/>
                </a:lnTo>
                <a:lnTo>
                  <a:pt x="30389" y="117585"/>
                </a:lnTo>
                <a:lnTo>
                  <a:pt x="30389" y="119386"/>
                </a:lnTo>
                <a:close/>
                <a:moveTo>
                  <a:pt x="31990" y="120220"/>
                </a:moveTo>
                <a:lnTo>
                  <a:pt x="31189" y="119386"/>
                </a:lnTo>
                <a:lnTo>
                  <a:pt x="31189" y="117585"/>
                </a:lnTo>
                <a:lnTo>
                  <a:pt x="32424" y="118819"/>
                </a:lnTo>
                <a:lnTo>
                  <a:pt x="32691" y="118953"/>
                </a:lnTo>
                <a:lnTo>
                  <a:pt x="34592" y="118953"/>
                </a:lnTo>
                <a:lnTo>
                  <a:pt x="33291" y="120220"/>
                </a:lnTo>
                <a:lnTo>
                  <a:pt x="31990" y="120220"/>
                </a:lnTo>
                <a:close/>
                <a:moveTo>
                  <a:pt x="34525" y="122755"/>
                </a:moveTo>
                <a:lnTo>
                  <a:pt x="33725" y="121955"/>
                </a:lnTo>
                <a:lnTo>
                  <a:pt x="33725" y="120654"/>
                </a:lnTo>
                <a:lnTo>
                  <a:pt x="34992" y="119353"/>
                </a:lnTo>
                <a:lnTo>
                  <a:pt x="34992" y="121421"/>
                </a:lnTo>
                <a:lnTo>
                  <a:pt x="36360" y="122755"/>
                </a:lnTo>
                <a:lnTo>
                  <a:pt x="34525" y="122755"/>
                </a:lnTo>
                <a:close/>
                <a:moveTo>
                  <a:pt x="37461" y="122755"/>
                </a:moveTo>
                <a:lnTo>
                  <a:pt x="35793" y="121088"/>
                </a:lnTo>
                <a:lnTo>
                  <a:pt x="35793" y="119053"/>
                </a:lnTo>
                <a:lnTo>
                  <a:pt x="41497" y="119053"/>
                </a:lnTo>
                <a:lnTo>
                  <a:pt x="45233" y="122755"/>
                </a:lnTo>
                <a:lnTo>
                  <a:pt x="37461" y="122755"/>
                </a:lnTo>
                <a:close/>
                <a:moveTo>
                  <a:pt x="47134" y="122755"/>
                </a:moveTo>
                <a:lnTo>
                  <a:pt x="50837" y="119053"/>
                </a:lnTo>
                <a:lnTo>
                  <a:pt x="56574" y="119053"/>
                </a:lnTo>
                <a:lnTo>
                  <a:pt x="56574" y="121088"/>
                </a:lnTo>
                <a:lnTo>
                  <a:pt x="54873" y="122755"/>
                </a:lnTo>
                <a:lnTo>
                  <a:pt x="47134" y="122755"/>
                </a:lnTo>
                <a:close/>
                <a:moveTo>
                  <a:pt x="57808" y="122755"/>
                </a:moveTo>
                <a:lnTo>
                  <a:pt x="56007" y="122755"/>
                </a:lnTo>
                <a:lnTo>
                  <a:pt x="57341" y="121421"/>
                </a:lnTo>
                <a:lnTo>
                  <a:pt x="57341" y="119353"/>
                </a:lnTo>
                <a:lnTo>
                  <a:pt x="58642" y="120654"/>
                </a:lnTo>
                <a:lnTo>
                  <a:pt x="58642" y="121955"/>
                </a:lnTo>
                <a:close/>
                <a:moveTo>
                  <a:pt x="60344" y="120220"/>
                </a:moveTo>
                <a:lnTo>
                  <a:pt x="59043" y="120220"/>
                </a:lnTo>
                <a:lnTo>
                  <a:pt x="57775" y="118953"/>
                </a:lnTo>
                <a:lnTo>
                  <a:pt x="59676" y="118953"/>
                </a:lnTo>
                <a:lnTo>
                  <a:pt x="59943" y="118819"/>
                </a:lnTo>
                <a:lnTo>
                  <a:pt x="61178" y="117585"/>
                </a:lnTo>
                <a:lnTo>
                  <a:pt x="61178" y="119386"/>
                </a:lnTo>
                <a:close/>
                <a:moveTo>
                  <a:pt x="62779" y="120220"/>
                </a:moveTo>
                <a:lnTo>
                  <a:pt x="61978" y="119386"/>
                </a:lnTo>
                <a:lnTo>
                  <a:pt x="61978" y="117585"/>
                </a:lnTo>
                <a:lnTo>
                  <a:pt x="63212" y="118819"/>
                </a:lnTo>
                <a:lnTo>
                  <a:pt x="63479" y="118953"/>
                </a:lnTo>
                <a:lnTo>
                  <a:pt x="65381" y="118953"/>
                </a:lnTo>
                <a:lnTo>
                  <a:pt x="64080" y="120220"/>
                </a:lnTo>
                <a:lnTo>
                  <a:pt x="62779" y="120220"/>
                </a:lnTo>
                <a:close/>
                <a:moveTo>
                  <a:pt x="65347" y="122755"/>
                </a:moveTo>
                <a:lnTo>
                  <a:pt x="64513" y="121955"/>
                </a:lnTo>
                <a:lnTo>
                  <a:pt x="64513" y="120654"/>
                </a:lnTo>
                <a:lnTo>
                  <a:pt x="65781" y="119353"/>
                </a:lnTo>
                <a:lnTo>
                  <a:pt x="65781" y="121421"/>
                </a:lnTo>
                <a:lnTo>
                  <a:pt x="67148" y="122755"/>
                </a:lnTo>
                <a:lnTo>
                  <a:pt x="65347" y="122755"/>
                </a:lnTo>
                <a:close/>
                <a:moveTo>
                  <a:pt x="68249" y="122755"/>
                </a:moveTo>
                <a:lnTo>
                  <a:pt x="66581" y="121088"/>
                </a:lnTo>
                <a:lnTo>
                  <a:pt x="66581" y="119053"/>
                </a:lnTo>
                <a:lnTo>
                  <a:pt x="72285" y="119053"/>
                </a:lnTo>
                <a:lnTo>
                  <a:pt x="76021" y="122755"/>
                </a:lnTo>
                <a:lnTo>
                  <a:pt x="68249" y="122755"/>
                </a:lnTo>
                <a:close/>
                <a:moveTo>
                  <a:pt x="77923" y="122755"/>
                </a:moveTo>
                <a:lnTo>
                  <a:pt x="81659" y="119053"/>
                </a:lnTo>
                <a:lnTo>
                  <a:pt x="87363" y="119053"/>
                </a:lnTo>
                <a:lnTo>
                  <a:pt x="87363" y="121088"/>
                </a:lnTo>
                <a:lnTo>
                  <a:pt x="85662" y="122755"/>
                </a:lnTo>
                <a:lnTo>
                  <a:pt x="77923" y="122755"/>
                </a:lnTo>
                <a:close/>
                <a:moveTo>
                  <a:pt x="88597" y="122755"/>
                </a:moveTo>
                <a:lnTo>
                  <a:pt x="86796" y="122755"/>
                </a:lnTo>
                <a:lnTo>
                  <a:pt x="88163" y="121421"/>
                </a:lnTo>
                <a:lnTo>
                  <a:pt x="88163" y="119353"/>
                </a:lnTo>
                <a:lnTo>
                  <a:pt x="89431" y="120654"/>
                </a:lnTo>
                <a:lnTo>
                  <a:pt x="89431" y="121955"/>
                </a:lnTo>
                <a:close/>
                <a:moveTo>
                  <a:pt x="91166" y="120220"/>
                </a:moveTo>
                <a:lnTo>
                  <a:pt x="89865" y="120220"/>
                </a:lnTo>
                <a:lnTo>
                  <a:pt x="88564" y="118953"/>
                </a:lnTo>
                <a:lnTo>
                  <a:pt x="90465" y="118953"/>
                </a:lnTo>
                <a:lnTo>
                  <a:pt x="90732" y="118819"/>
                </a:lnTo>
                <a:lnTo>
                  <a:pt x="91966" y="117585"/>
                </a:lnTo>
                <a:lnTo>
                  <a:pt x="91966" y="119386"/>
                </a:lnTo>
                <a:close/>
                <a:moveTo>
                  <a:pt x="93567" y="120220"/>
                </a:moveTo>
                <a:lnTo>
                  <a:pt x="92767" y="119386"/>
                </a:lnTo>
                <a:lnTo>
                  <a:pt x="92767" y="117585"/>
                </a:lnTo>
                <a:lnTo>
                  <a:pt x="94001" y="118819"/>
                </a:lnTo>
                <a:lnTo>
                  <a:pt x="94268" y="118953"/>
                </a:lnTo>
                <a:lnTo>
                  <a:pt x="96169" y="118953"/>
                </a:lnTo>
                <a:lnTo>
                  <a:pt x="94868" y="120220"/>
                </a:lnTo>
                <a:lnTo>
                  <a:pt x="93567" y="120220"/>
                </a:lnTo>
                <a:close/>
                <a:moveTo>
                  <a:pt x="96136" y="122755"/>
                </a:moveTo>
                <a:lnTo>
                  <a:pt x="95302" y="121955"/>
                </a:lnTo>
                <a:lnTo>
                  <a:pt x="95302" y="120654"/>
                </a:lnTo>
                <a:lnTo>
                  <a:pt x="96569" y="119353"/>
                </a:lnTo>
                <a:lnTo>
                  <a:pt x="96569" y="121421"/>
                </a:lnTo>
                <a:lnTo>
                  <a:pt x="97937" y="122755"/>
                </a:lnTo>
                <a:lnTo>
                  <a:pt x="96136" y="122755"/>
                </a:lnTo>
                <a:close/>
                <a:moveTo>
                  <a:pt x="99071" y="122755"/>
                </a:moveTo>
                <a:lnTo>
                  <a:pt x="97370" y="121088"/>
                </a:lnTo>
                <a:lnTo>
                  <a:pt x="97370" y="119053"/>
                </a:lnTo>
                <a:lnTo>
                  <a:pt x="103074" y="119053"/>
                </a:lnTo>
                <a:lnTo>
                  <a:pt x="106810" y="122755"/>
                </a:lnTo>
                <a:lnTo>
                  <a:pt x="99071" y="122755"/>
                </a:lnTo>
                <a:close/>
                <a:moveTo>
                  <a:pt x="108711" y="122755"/>
                </a:moveTo>
                <a:lnTo>
                  <a:pt x="112447" y="119053"/>
                </a:lnTo>
                <a:lnTo>
                  <a:pt x="118152" y="119053"/>
                </a:lnTo>
                <a:lnTo>
                  <a:pt x="118152" y="121088"/>
                </a:lnTo>
                <a:lnTo>
                  <a:pt x="116450" y="122755"/>
                </a:lnTo>
                <a:lnTo>
                  <a:pt x="108711" y="122755"/>
                </a:lnTo>
                <a:close/>
                <a:moveTo>
                  <a:pt x="119386" y="122755"/>
                </a:moveTo>
                <a:lnTo>
                  <a:pt x="117584" y="122755"/>
                </a:lnTo>
                <a:lnTo>
                  <a:pt x="118952" y="121421"/>
                </a:lnTo>
                <a:lnTo>
                  <a:pt x="118952" y="119353"/>
                </a:lnTo>
                <a:lnTo>
                  <a:pt x="120220" y="120654"/>
                </a:lnTo>
                <a:lnTo>
                  <a:pt x="120220" y="121955"/>
                </a:lnTo>
                <a:close/>
                <a:moveTo>
                  <a:pt x="121954" y="120220"/>
                </a:moveTo>
                <a:lnTo>
                  <a:pt x="120653" y="120220"/>
                </a:lnTo>
                <a:lnTo>
                  <a:pt x="119352" y="118953"/>
                </a:lnTo>
                <a:lnTo>
                  <a:pt x="121254" y="118953"/>
                </a:lnTo>
                <a:lnTo>
                  <a:pt x="121521" y="118819"/>
                </a:lnTo>
                <a:lnTo>
                  <a:pt x="122755" y="117585"/>
                </a:lnTo>
                <a:lnTo>
                  <a:pt x="122755" y="119386"/>
                </a:lnTo>
                <a:close/>
                <a:moveTo>
                  <a:pt x="124389" y="120220"/>
                </a:moveTo>
                <a:lnTo>
                  <a:pt x="123555" y="119386"/>
                </a:lnTo>
                <a:lnTo>
                  <a:pt x="123555" y="117585"/>
                </a:lnTo>
                <a:lnTo>
                  <a:pt x="124790" y="118819"/>
                </a:lnTo>
                <a:lnTo>
                  <a:pt x="125056" y="118953"/>
                </a:lnTo>
                <a:lnTo>
                  <a:pt x="126958" y="118953"/>
                </a:lnTo>
                <a:lnTo>
                  <a:pt x="125657" y="120220"/>
                </a:lnTo>
                <a:lnTo>
                  <a:pt x="124389" y="120220"/>
                </a:lnTo>
                <a:close/>
                <a:moveTo>
                  <a:pt x="126924" y="122755"/>
                </a:moveTo>
                <a:lnTo>
                  <a:pt x="126091" y="121955"/>
                </a:lnTo>
                <a:lnTo>
                  <a:pt x="126091" y="120654"/>
                </a:lnTo>
                <a:lnTo>
                  <a:pt x="127358" y="119353"/>
                </a:lnTo>
                <a:lnTo>
                  <a:pt x="127358" y="121421"/>
                </a:lnTo>
                <a:lnTo>
                  <a:pt x="128726" y="122755"/>
                </a:lnTo>
                <a:lnTo>
                  <a:pt x="126924" y="122755"/>
                </a:lnTo>
                <a:close/>
                <a:moveTo>
                  <a:pt x="129860" y="122755"/>
                </a:moveTo>
                <a:lnTo>
                  <a:pt x="128159" y="121088"/>
                </a:lnTo>
                <a:lnTo>
                  <a:pt x="128159" y="119053"/>
                </a:lnTo>
                <a:lnTo>
                  <a:pt x="133896" y="119053"/>
                </a:lnTo>
                <a:lnTo>
                  <a:pt x="137599" y="122755"/>
                </a:lnTo>
                <a:lnTo>
                  <a:pt x="129860" y="122755"/>
                </a:lnTo>
                <a:close/>
                <a:moveTo>
                  <a:pt x="139500" y="122755"/>
                </a:moveTo>
                <a:lnTo>
                  <a:pt x="143236" y="119053"/>
                </a:lnTo>
                <a:lnTo>
                  <a:pt x="148940" y="119053"/>
                </a:lnTo>
                <a:lnTo>
                  <a:pt x="148940" y="121088"/>
                </a:lnTo>
                <a:lnTo>
                  <a:pt x="147272" y="122755"/>
                </a:lnTo>
                <a:lnTo>
                  <a:pt x="139500" y="122755"/>
                </a:lnTo>
                <a:close/>
                <a:moveTo>
                  <a:pt x="150174" y="122755"/>
                </a:moveTo>
                <a:lnTo>
                  <a:pt x="148373" y="122755"/>
                </a:lnTo>
                <a:lnTo>
                  <a:pt x="149741" y="121421"/>
                </a:lnTo>
                <a:lnTo>
                  <a:pt x="149741" y="119353"/>
                </a:lnTo>
                <a:lnTo>
                  <a:pt x="151008" y="120654"/>
                </a:lnTo>
                <a:lnTo>
                  <a:pt x="151008" y="121955"/>
                </a:lnTo>
                <a:close/>
                <a:moveTo>
                  <a:pt x="152743" y="120220"/>
                </a:moveTo>
                <a:lnTo>
                  <a:pt x="151442" y="120220"/>
                </a:lnTo>
                <a:lnTo>
                  <a:pt x="150141" y="118953"/>
                </a:lnTo>
                <a:lnTo>
                  <a:pt x="152042" y="118953"/>
                </a:lnTo>
                <a:lnTo>
                  <a:pt x="152309" y="118819"/>
                </a:lnTo>
                <a:lnTo>
                  <a:pt x="153543" y="117585"/>
                </a:lnTo>
                <a:lnTo>
                  <a:pt x="153543" y="119386"/>
                </a:lnTo>
                <a:close/>
                <a:moveTo>
                  <a:pt x="155178" y="120220"/>
                </a:moveTo>
                <a:lnTo>
                  <a:pt x="154344" y="119386"/>
                </a:lnTo>
                <a:lnTo>
                  <a:pt x="154344" y="117585"/>
                </a:lnTo>
                <a:lnTo>
                  <a:pt x="155578" y="118819"/>
                </a:lnTo>
                <a:lnTo>
                  <a:pt x="155845" y="118953"/>
                </a:lnTo>
                <a:lnTo>
                  <a:pt x="157746" y="118953"/>
                </a:lnTo>
                <a:lnTo>
                  <a:pt x="156479" y="120220"/>
                </a:lnTo>
                <a:lnTo>
                  <a:pt x="155178" y="120220"/>
                </a:lnTo>
                <a:close/>
                <a:moveTo>
                  <a:pt x="157713" y="122755"/>
                </a:moveTo>
                <a:lnTo>
                  <a:pt x="156879" y="121955"/>
                </a:lnTo>
                <a:lnTo>
                  <a:pt x="156879" y="120654"/>
                </a:lnTo>
                <a:lnTo>
                  <a:pt x="158180" y="119353"/>
                </a:lnTo>
                <a:lnTo>
                  <a:pt x="158180" y="121421"/>
                </a:lnTo>
                <a:lnTo>
                  <a:pt x="159514" y="122755"/>
                </a:lnTo>
                <a:lnTo>
                  <a:pt x="157713" y="122755"/>
                </a:lnTo>
                <a:close/>
                <a:moveTo>
                  <a:pt x="160649" y="122755"/>
                </a:moveTo>
                <a:lnTo>
                  <a:pt x="158947" y="121088"/>
                </a:lnTo>
                <a:lnTo>
                  <a:pt x="158947" y="119053"/>
                </a:lnTo>
                <a:lnTo>
                  <a:pt x="164685" y="119053"/>
                </a:lnTo>
                <a:lnTo>
                  <a:pt x="168387" y="122755"/>
                </a:lnTo>
                <a:lnTo>
                  <a:pt x="160649" y="122755"/>
                </a:lnTo>
                <a:close/>
                <a:moveTo>
                  <a:pt x="170289" y="122755"/>
                </a:moveTo>
                <a:lnTo>
                  <a:pt x="174025" y="119053"/>
                </a:lnTo>
                <a:lnTo>
                  <a:pt x="179729" y="119053"/>
                </a:lnTo>
                <a:lnTo>
                  <a:pt x="179729" y="121088"/>
                </a:lnTo>
                <a:lnTo>
                  <a:pt x="178061" y="122755"/>
                </a:lnTo>
                <a:lnTo>
                  <a:pt x="170289" y="122755"/>
                </a:lnTo>
                <a:close/>
                <a:moveTo>
                  <a:pt x="180996" y="122755"/>
                </a:moveTo>
                <a:lnTo>
                  <a:pt x="179162" y="122755"/>
                </a:lnTo>
                <a:lnTo>
                  <a:pt x="180529" y="121421"/>
                </a:lnTo>
                <a:lnTo>
                  <a:pt x="180529" y="119353"/>
                </a:lnTo>
                <a:lnTo>
                  <a:pt x="181797" y="120654"/>
                </a:lnTo>
                <a:lnTo>
                  <a:pt x="181797" y="121955"/>
                </a:lnTo>
                <a:close/>
                <a:moveTo>
                  <a:pt x="183532" y="120220"/>
                </a:moveTo>
                <a:lnTo>
                  <a:pt x="182231" y="120220"/>
                </a:lnTo>
                <a:lnTo>
                  <a:pt x="180930" y="118953"/>
                </a:lnTo>
                <a:lnTo>
                  <a:pt x="182831" y="118953"/>
                </a:lnTo>
                <a:lnTo>
                  <a:pt x="183098" y="118819"/>
                </a:lnTo>
                <a:lnTo>
                  <a:pt x="184332" y="117585"/>
                </a:lnTo>
                <a:lnTo>
                  <a:pt x="184332" y="119386"/>
                </a:lnTo>
                <a:close/>
                <a:moveTo>
                  <a:pt x="185967" y="120220"/>
                </a:moveTo>
                <a:lnTo>
                  <a:pt x="185133" y="119386"/>
                </a:lnTo>
                <a:lnTo>
                  <a:pt x="185133" y="117585"/>
                </a:lnTo>
                <a:lnTo>
                  <a:pt x="186367" y="118819"/>
                </a:lnTo>
                <a:lnTo>
                  <a:pt x="186667" y="118953"/>
                </a:lnTo>
                <a:lnTo>
                  <a:pt x="188535" y="118953"/>
                </a:lnTo>
                <a:lnTo>
                  <a:pt x="187268" y="120220"/>
                </a:lnTo>
                <a:lnTo>
                  <a:pt x="185967" y="120220"/>
                </a:lnTo>
                <a:close/>
                <a:moveTo>
                  <a:pt x="188502" y="122755"/>
                </a:moveTo>
                <a:lnTo>
                  <a:pt x="187668" y="121955"/>
                </a:lnTo>
                <a:lnTo>
                  <a:pt x="187668" y="120654"/>
                </a:lnTo>
                <a:lnTo>
                  <a:pt x="188969" y="119353"/>
                </a:lnTo>
                <a:lnTo>
                  <a:pt x="188969" y="121421"/>
                </a:lnTo>
                <a:lnTo>
                  <a:pt x="190303" y="122755"/>
                </a:lnTo>
                <a:lnTo>
                  <a:pt x="188502" y="122755"/>
                </a:lnTo>
                <a:close/>
                <a:moveTo>
                  <a:pt x="191437" y="122755"/>
                </a:moveTo>
                <a:lnTo>
                  <a:pt x="189736" y="121088"/>
                </a:lnTo>
                <a:lnTo>
                  <a:pt x="189736" y="119053"/>
                </a:lnTo>
                <a:lnTo>
                  <a:pt x="195473" y="119053"/>
                </a:lnTo>
                <a:lnTo>
                  <a:pt x="199176" y="122755"/>
                </a:lnTo>
                <a:lnTo>
                  <a:pt x="191437" y="122755"/>
                </a:lnTo>
                <a:close/>
                <a:moveTo>
                  <a:pt x="201077" y="122755"/>
                </a:moveTo>
                <a:lnTo>
                  <a:pt x="204813" y="119053"/>
                </a:lnTo>
                <a:lnTo>
                  <a:pt x="210518" y="119053"/>
                </a:lnTo>
                <a:lnTo>
                  <a:pt x="210518" y="121088"/>
                </a:lnTo>
                <a:lnTo>
                  <a:pt x="208850" y="122755"/>
                </a:lnTo>
                <a:lnTo>
                  <a:pt x="201077" y="122755"/>
                </a:lnTo>
                <a:close/>
                <a:moveTo>
                  <a:pt x="211785" y="122755"/>
                </a:moveTo>
                <a:lnTo>
                  <a:pt x="209950" y="122755"/>
                </a:lnTo>
                <a:lnTo>
                  <a:pt x="211318" y="121421"/>
                </a:lnTo>
                <a:lnTo>
                  <a:pt x="211318" y="119353"/>
                </a:lnTo>
                <a:lnTo>
                  <a:pt x="212586" y="120654"/>
                </a:lnTo>
                <a:lnTo>
                  <a:pt x="212586" y="121955"/>
                </a:lnTo>
                <a:close/>
                <a:moveTo>
                  <a:pt x="214320" y="120220"/>
                </a:moveTo>
                <a:lnTo>
                  <a:pt x="213019" y="120220"/>
                </a:lnTo>
                <a:lnTo>
                  <a:pt x="211718" y="118953"/>
                </a:lnTo>
                <a:lnTo>
                  <a:pt x="213620" y="118953"/>
                </a:lnTo>
                <a:lnTo>
                  <a:pt x="213887" y="118819"/>
                </a:lnTo>
                <a:lnTo>
                  <a:pt x="215154" y="117585"/>
                </a:lnTo>
                <a:lnTo>
                  <a:pt x="215154" y="119386"/>
                </a:lnTo>
                <a:close/>
                <a:moveTo>
                  <a:pt x="216755" y="120220"/>
                </a:moveTo>
                <a:lnTo>
                  <a:pt x="215921" y="119386"/>
                </a:lnTo>
                <a:lnTo>
                  <a:pt x="215921" y="117585"/>
                </a:lnTo>
                <a:lnTo>
                  <a:pt x="217156" y="118819"/>
                </a:lnTo>
                <a:lnTo>
                  <a:pt x="217456" y="118953"/>
                </a:lnTo>
                <a:lnTo>
                  <a:pt x="219324" y="118953"/>
                </a:lnTo>
                <a:lnTo>
                  <a:pt x="218056" y="120220"/>
                </a:lnTo>
                <a:lnTo>
                  <a:pt x="216755" y="120220"/>
                </a:lnTo>
                <a:close/>
                <a:moveTo>
                  <a:pt x="219290" y="122755"/>
                </a:moveTo>
                <a:lnTo>
                  <a:pt x="218457" y="121955"/>
                </a:lnTo>
                <a:lnTo>
                  <a:pt x="218457" y="120654"/>
                </a:lnTo>
                <a:lnTo>
                  <a:pt x="219757" y="119353"/>
                </a:lnTo>
                <a:lnTo>
                  <a:pt x="219757" y="121421"/>
                </a:lnTo>
                <a:lnTo>
                  <a:pt x="221092" y="122755"/>
                </a:lnTo>
                <a:lnTo>
                  <a:pt x="219290" y="122755"/>
                </a:lnTo>
                <a:close/>
                <a:moveTo>
                  <a:pt x="222226" y="122755"/>
                </a:moveTo>
                <a:lnTo>
                  <a:pt x="220558" y="121088"/>
                </a:lnTo>
                <a:lnTo>
                  <a:pt x="220558" y="119053"/>
                </a:lnTo>
                <a:lnTo>
                  <a:pt x="226262" y="119053"/>
                </a:lnTo>
                <a:lnTo>
                  <a:pt x="229965" y="122755"/>
                </a:lnTo>
                <a:lnTo>
                  <a:pt x="222226" y="122755"/>
                </a:lnTo>
                <a:close/>
                <a:moveTo>
                  <a:pt x="231866" y="122755"/>
                </a:moveTo>
                <a:lnTo>
                  <a:pt x="235602" y="119053"/>
                </a:lnTo>
                <a:lnTo>
                  <a:pt x="241306" y="119053"/>
                </a:lnTo>
                <a:lnTo>
                  <a:pt x="241306" y="121088"/>
                </a:lnTo>
                <a:lnTo>
                  <a:pt x="239638" y="122755"/>
                </a:lnTo>
                <a:lnTo>
                  <a:pt x="231866" y="122755"/>
                </a:lnTo>
                <a:close/>
                <a:moveTo>
                  <a:pt x="242574" y="122755"/>
                </a:moveTo>
                <a:lnTo>
                  <a:pt x="240739" y="122755"/>
                </a:lnTo>
                <a:lnTo>
                  <a:pt x="242107" y="121421"/>
                </a:lnTo>
                <a:lnTo>
                  <a:pt x="242107" y="119353"/>
                </a:lnTo>
                <a:lnTo>
                  <a:pt x="243408" y="120654"/>
                </a:lnTo>
                <a:lnTo>
                  <a:pt x="243408" y="121955"/>
                </a:lnTo>
                <a:close/>
                <a:moveTo>
                  <a:pt x="245943" y="119420"/>
                </a:moveTo>
                <a:lnTo>
                  <a:pt x="245109" y="120220"/>
                </a:lnTo>
                <a:lnTo>
                  <a:pt x="243808" y="120220"/>
                </a:lnTo>
                <a:lnTo>
                  <a:pt x="242507" y="118953"/>
                </a:lnTo>
                <a:lnTo>
                  <a:pt x="244408" y="118953"/>
                </a:lnTo>
                <a:lnTo>
                  <a:pt x="244675" y="118819"/>
                </a:lnTo>
                <a:lnTo>
                  <a:pt x="245909" y="117585"/>
                </a:lnTo>
                <a:lnTo>
                  <a:pt x="245909" y="119420"/>
                </a:lnTo>
                <a:close/>
                <a:moveTo>
                  <a:pt x="245943" y="116484"/>
                </a:moveTo>
                <a:lnTo>
                  <a:pt x="244242" y="118152"/>
                </a:lnTo>
                <a:lnTo>
                  <a:pt x="242207" y="118152"/>
                </a:lnTo>
                <a:lnTo>
                  <a:pt x="242207" y="112448"/>
                </a:lnTo>
                <a:lnTo>
                  <a:pt x="245943" y="108712"/>
                </a:lnTo>
                <a:close/>
                <a:moveTo>
                  <a:pt x="245943" y="106811"/>
                </a:moveTo>
                <a:lnTo>
                  <a:pt x="242207" y="103108"/>
                </a:lnTo>
                <a:lnTo>
                  <a:pt x="242207" y="97371"/>
                </a:lnTo>
                <a:lnTo>
                  <a:pt x="244242" y="97371"/>
                </a:lnTo>
                <a:lnTo>
                  <a:pt x="245943" y="99072"/>
                </a:lnTo>
                <a:close/>
                <a:moveTo>
                  <a:pt x="245109" y="95302"/>
                </a:moveTo>
                <a:lnTo>
                  <a:pt x="245943" y="96136"/>
                </a:lnTo>
                <a:lnTo>
                  <a:pt x="245943" y="97938"/>
                </a:lnTo>
                <a:lnTo>
                  <a:pt x="244675" y="96703"/>
                </a:lnTo>
                <a:lnTo>
                  <a:pt x="244408" y="96603"/>
                </a:lnTo>
                <a:lnTo>
                  <a:pt x="242507" y="96603"/>
                </a:lnTo>
                <a:lnTo>
                  <a:pt x="243808" y="95302"/>
                </a:lnTo>
                <a:lnTo>
                  <a:pt x="245109" y="95302"/>
                </a:lnTo>
                <a:close/>
                <a:moveTo>
                  <a:pt x="243374" y="93601"/>
                </a:moveTo>
                <a:lnTo>
                  <a:pt x="243374" y="94902"/>
                </a:lnTo>
                <a:lnTo>
                  <a:pt x="242107" y="96170"/>
                </a:lnTo>
                <a:lnTo>
                  <a:pt x="242107" y="94135"/>
                </a:lnTo>
                <a:lnTo>
                  <a:pt x="240739" y="92767"/>
                </a:lnTo>
                <a:lnTo>
                  <a:pt x="242574" y="92767"/>
                </a:lnTo>
                <a:close/>
                <a:moveTo>
                  <a:pt x="242574" y="91967"/>
                </a:moveTo>
                <a:lnTo>
                  <a:pt x="240739" y="91967"/>
                </a:lnTo>
                <a:lnTo>
                  <a:pt x="242107" y="90632"/>
                </a:lnTo>
                <a:lnTo>
                  <a:pt x="242107" y="88564"/>
                </a:lnTo>
                <a:lnTo>
                  <a:pt x="243374" y="89865"/>
                </a:lnTo>
                <a:lnTo>
                  <a:pt x="243374" y="91166"/>
                </a:lnTo>
                <a:close/>
                <a:moveTo>
                  <a:pt x="245943" y="88598"/>
                </a:moveTo>
                <a:lnTo>
                  <a:pt x="245109" y="89432"/>
                </a:lnTo>
                <a:lnTo>
                  <a:pt x="243808" y="89432"/>
                </a:lnTo>
                <a:lnTo>
                  <a:pt x="242507" y="88164"/>
                </a:lnTo>
                <a:lnTo>
                  <a:pt x="244408" y="88164"/>
                </a:lnTo>
                <a:lnTo>
                  <a:pt x="244675" y="88031"/>
                </a:lnTo>
                <a:lnTo>
                  <a:pt x="245909" y="86796"/>
                </a:lnTo>
                <a:lnTo>
                  <a:pt x="245909" y="88598"/>
                </a:lnTo>
                <a:close/>
                <a:moveTo>
                  <a:pt x="245943" y="85696"/>
                </a:moveTo>
                <a:lnTo>
                  <a:pt x="244242" y="87363"/>
                </a:lnTo>
                <a:lnTo>
                  <a:pt x="242207" y="87363"/>
                </a:lnTo>
                <a:lnTo>
                  <a:pt x="242207" y="81659"/>
                </a:lnTo>
                <a:lnTo>
                  <a:pt x="245943" y="77923"/>
                </a:lnTo>
                <a:close/>
                <a:moveTo>
                  <a:pt x="245943" y="76022"/>
                </a:moveTo>
                <a:lnTo>
                  <a:pt x="242207" y="72286"/>
                </a:lnTo>
                <a:lnTo>
                  <a:pt x="242207" y="66582"/>
                </a:lnTo>
                <a:lnTo>
                  <a:pt x="244242" y="66582"/>
                </a:lnTo>
                <a:lnTo>
                  <a:pt x="245943" y="68283"/>
                </a:lnTo>
                <a:close/>
                <a:moveTo>
                  <a:pt x="245109" y="64514"/>
                </a:moveTo>
                <a:lnTo>
                  <a:pt x="245943" y="65348"/>
                </a:lnTo>
                <a:lnTo>
                  <a:pt x="245943" y="67149"/>
                </a:lnTo>
                <a:lnTo>
                  <a:pt x="244675" y="65915"/>
                </a:lnTo>
                <a:lnTo>
                  <a:pt x="244408" y="65781"/>
                </a:lnTo>
                <a:lnTo>
                  <a:pt x="242507" y="65781"/>
                </a:lnTo>
                <a:lnTo>
                  <a:pt x="243808" y="64514"/>
                </a:lnTo>
                <a:lnTo>
                  <a:pt x="245109" y="64514"/>
                </a:lnTo>
                <a:close/>
                <a:moveTo>
                  <a:pt x="243374" y="62779"/>
                </a:moveTo>
                <a:lnTo>
                  <a:pt x="243374" y="64080"/>
                </a:lnTo>
                <a:lnTo>
                  <a:pt x="242107" y="65381"/>
                </a:lnTo>
                <a:lnTo>
                  <a:pt x="242107" y="63313"/>
                </a:lnTo>
                <a:lnTo>
                  <a:pt x="240739" y="61979"/>
                </a:lnTo>
                <a:lnTo>
                  <a:pt x="242574" y="61979"/>
                </a:lnTo>
                <a:close/>
                <a:moveTo>
                  <a:pt x="242574" y="61178"/>
                </a:moveTo>
                <a:lnTo>
                  <a:pt x="240739" y="61178"/>
                </a:lnTo>
                <a:lnTo>
                  <a:pt x="242107" y="59844"/>
                </a:lnTo>
                <a:lnTo>
                  <a:pt x="242107" y="57776"/>
                </a:lnTo>
                <a:lnTo>
                  <a:pt x="243374" y="59077"/>
                </a:lnTo>
                <a:lnTo>
                  <a:pt x="243374" y="60377"/>
                </a:lnTo>
                <a:close/>
                <a:moveTo>
                  <a:pt x="245943" y="57809"/>
                </a:moveTo>
                <a:lnTo>
                  <a:pt x="245109" y="58643"/>
                </a:lnTo>
                <a:lnTo>
                  <a:pt x="243808" y="58643"/>
                </a:lnTo>
                <a:lnTo>
                  <a:pt x="242507" y="57375"/>
                </a:lnTo>
                <a:lnTo>
                  <a:pt x="244408" y="57375"/>
                </a:lnTo>
                <a:lnTo>
                  <a:pt x="244675" y="57242"/>
                </a:lnTo>
                <a:lnTo>
                  <a:pt x="245909" y="56008"/>
                </a:lnTo>
                <a:lnTo>
                  <a:pt x="245909" y="57809"/>
                </a:lnTo>
                <a:close/>
                <a:moveTo>
                  <a:pt x="245943" y="54874"/>
                </a:moveTo>
                <a:lnTo>
                  <a:pt x="244242" y="56575"/>
                </a:lnTo>
                <a:lnTo>
                  <a:pt x="242207" y="56575"/>
                </a:lnTo>
                <a:lnTo>
                  <a:pt x="242207" y="50871"/>
                </a:lnTo>
                <a:lnTo>
                  <a:pt x="245943" y="47135"/>
                </a:lnTo>
                <a:close/>
                <a:moveTo>
                  <a:pt x="245943" y="45233"/>
                </a:moveTo>
                <a:lnTo>
                  <a:pt x="242207" y="41497"/>
                </a:lnTo>
                <a:lnTo>
                  <a:pt x="242207" y="35793"/>
                </a:lnTo>
                <a:lnTo>
                  <a:pt x="244242" y="35793"/>
                </a:lnTo>
                <a:lnTo>
                  <a:pt x="245943" y="37461"/>
                </a:lnTo>
                <a:close/>
                <a:moveTo>
                  <a:pt x="245109" y="33725"/>
                </a:moveTo>
                <a:lnTo>
                  <a:pt x="245943" y="34559"/>
                </a:lnTo>
                <a:lnTo>
                  <a:pt x="245943" y="36360"/>
                </a:lnTo>
                <a:lnTo>
                  <a:pt x="244675" y="35126"/>
                </a:lnTo>
                <a:lnTo>
                  <a:pt x="244408" y="34993"/>
                </a:lnTo>
                <a:lnTo>
                  <a:pt x="242507" y="34993"/>
                </a:lnTo>
                <a:lnTo>
                  <a:pt x="243808" y="33725"/>
                </a:lnTo>
                <a:lnTo>
                  <a:pt x="245109" y="33725"/>
                </a:lnTo>
                <a:close/>
                <a:moveTo>
                  <a:pt x="243374" y="31990"/>
                </a:moveTo>
                <a:lnTo>
                  <a:pt x="243374" y="33291"/>
                </a:lnTo>
                <a:lnTo>
                  <a:pt x="242107" y="34592"/>
                </a:lnTo>
                <a:lnTo>
                  <a:pt x="242107" y="32524"/>
                </a:lnTo>
                <a:lnTo>
                  <a:pt x="240739" y="31190"/>
                </a:lnTo>
                <a:lnTo>
                  <a:pt x="242574" y="31190"/>
                </a:lnTo>
                <a:close/>
                <a:moveTo>
                  <a:pt x="242574" y="30389"/>
                </a:moveTo>
                <a:lnTo>
                  <a:pt x="240739" y="30389"/>
                </a:lnTo>
                <a:lnTo>
                  <a:pt x="242107" y="29055"/>
                </a:lnTo>
                <a:lnTo>
                  <a:pt x="242107" y="26987"/>
                </a:lnTo>
                <a:lnTo>
                  <a:pt x="243374" y="28254"/>
                </a:lnTo>
                <a:lnTo>
                  <a:pt x="243374" y="29555"/>
                </a:lnTo>
                <a:close/>
                <a:moveTo>
                  <a:pt x="245943" y="27020"/>
                </a:moveTo>
                <a:lnTo>
                  <a:pt x="245109" y="27854"/>
                </a:lnTo>
                <a:lnTo>
                  <a:pt x="243808" y="27854"/>
                </a:lnTo>
                <a:lnTo>
                  <a:pt x="242507" y="26553"/>
                </a:lnTo>
                <a:lnTo>
                  <a:pt x="244408" y="26553"/>
                </a:lnTo>
                <a:lnTo>
                  <a:pt x="244675" y="26453"/>
                </a:lnTo>
                <a:lnTo>
                  <a:pt x="245909" y="25219"/>
                </a:lnTo>
                <a:lnTo>
                  <a:pt x="245909" y="27020"/>
                </a:lnTo>
                <a:close/>
                <a:moveTo>
                  <a:pt x="245943" y="24085"/>
                </a:moveTo>
                <a:lnTo>
                  <a:pt x="244242" y="25786"/>
                </a:lnTo>
                <a:lnTo>
                  <a:pt x="242207" y="25786"/>
                </a:lnTo>
                <a:lnTo>
                  <a:pt x="242207" y="20049"/>
                </a:lnTo>
                <a:lnTo>
                  <a:pt x="245943" y="16346"/>
                </a:lnTo>
                <a:close/>
                <a:moveTo>
                  <a:pt x="245943" y="14445"/>
                </a:moveTo>
                <a:lnTo>
                  <a:pt x="242207" y="10709"/>
                </a:lnTo>
                <a:lnTo>
                  <a:pt x="242207" y="5004"/>
                </a:lnTo>
                <a:lnTo>
                  <a:pt x="244242" y="5004"/>
                </a:lnTo>
                <a:lnTo>
                  <a:pt x="245943" y="6672"/>
                </a:lnTo>
                <a:close/>
                <a:moveTo>
                  <a:pt x="245943" y="5572"/>
                </a:moveTo>
                <a:lnTo>
                  <a:pt x="244675" y="4337"/>
                </a:lnTo>
                <a:lnTo>
                  <a:pt x="244408" y="4204"/>
                </a:lnTo>
                <a:lnTo>
                  <a:pt x="242507" y="4204"/>
                </a:lnTo>
                <a:lnTo>
                  <a:pt x="243808" y="2936"/>
                </a:lnTo>
                <a:lnTo>
                  <a:pt x="245109" y="2936"/>
                </a:lnTo>
                <a:lnTo>
                  <a:pt x="245943" y="3737"/>
                </a:lnTo>
                <a:lnTo>
                  <a:pt x="245943" y="5572"/>
                </a:lnTo>
                <a:close/>
              </a:path>
            </a:pathLst>
          </a:custGeom>
          <a:solidFill>
            <a:srgbClr val="594129">
              <a:alpha val="5137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7"/>
          <p:cNvSpPr txBox="1"/>
          <p:nvPr>
            <p:ph type="title"/>
          </p:nvPr>
        </p:nvSpPr>
        <p:spPr>
          <a:xfrm>
            <a:off x="2833950" y="3175150"/>
            <a:ext cx="3476100" cy="472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4800"/>
              <a:buNone/>
              <a:defRPr b="0" sz="35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86" name="Google Shape;86;p7"/>
          <p:cNvSpPr txBox="1"/>
          <p:nvPr>
            <p:ph idx="1" type="subTitle"/>
          </p:nvPr>
        </p:nvSpPr>
        <p:spPr>
          <a:xfrm>
            <a:off x="2081250" y="1495850"/>
            <a:ext cx="4981500" cy="1574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700"/>
              <a:buNone/>
              <a:defRPr sz="2600"/>
            </a:lvl1pPr>
            <a:lvl2pPr lvl="1" algn="ctr">
              <a:lnSpc>
                <a:spcPct val="100000"/>
              </a:lnSpc>
              <a:spcBef>
                <a:spcPts val="0"/>
              </a:spcBef>
              <a:spcAft>
                <a:spcPts val="0"/>
              </a:spcAft>
              <a:buSzPts val="1700"/>
              <a:buNone/>
              <a:defRPr sz="1700"/>
            </a:lvl2pPr>
            <a:lvl3pPr lvl="2" algn="ctr">
              <a:lnSpc>
                <a:spcPct val="100000"/>
              </a:lnSpc>
              <a:spcBef>
                <a:spcPts val="0"/>
              </a:spcBef>
              <a:spcAft>
                <a:spcPts val="0"/>
              </a:spcAft>
              <a:buSzPts val="1700"/>
              <a:buNone/>
              <a:defRPr sz="1700"/>
            </a:lvl3pPr>
            <a:lvl4pPr lvl="3" algn="ctr">
              <a:lnSpc>
                <a:spcPct val="100000"/>
              </a:lnSpc>
              <a:spcBef>
                <a:spcPts val="0"/>
              </a:spcBef>
              <a:spcAft>
                <a:spcPts val="0"/>
              </a:spcAft>
              <a:buSzPts val="1700"/>
              <a:buNone/>
              <a:defRPr sz="1700"/>
            </a:lvl4pPr>
            <a:lvl5pPr lvl="4" algn="ctr">
              <a:lnSpc>
                <a:spcPct val="100000"/>
              </a:lnSpc>
              <a:spcBef>
                <a:spcPts val="0"/>
              </a:spcBef>
              <a:spcAft>
                <a:spcPts val="0"/>
              </a:spcAft>
              <a:buSzPts val="1700"/>
              <a:buNone/>
              <a:defRPr sz="1700"/>
            </a:lvl5pPr>
            <a:lvl6pPr lvl="5" algn="ctr">
              <a:lnSpc>
                <a:spcPct val="100000"/>
              </a:lnSpc>
              <a:spcBef>
                <a:spcPts val="0"/>
              </a:spcBef>
              <a:spcAft>
                <a:spcPts val="0"/>
              </a:spcAft>
              <a:buSzPts val="1700"/>
              <a:buNone/>
              <a:defRPr sz="1700"/>
            </a:lvl6pPr>
            <a:lvl7pPr lvl="6" algn="ctr">
              <a:lnSpc>
                <a:spcPct val="100000"/>
              </a:lnSpc>
              <a:spcBef>
                <a:spcPts val="0"/>
              </a:spcBef>
              <a:spcAft>
                <a:spcPts val="0"/>
              </a:spcAft>
              <a:buSzPts val="1700"/>
              <a:buNone/>
              <a:defRPr sz="1700"/>
            </a:lvl7pPr>
            <a:lvl8pPr lvl="7" algn="ctr">
              <a:lnSpc>
                <a:spcPct val="100000"/>
              </a:lnSpc>
              <a:spcBef>
                <a:spcPts val="0"/>
              </a:spcBef>
              <a:spcAft>
                <a:spcPts val="0"/>
              </a:spcAft>
              <a:buSzPts val="1700"/>
              <a:buNone/>
              <a:defRPr sz="1700"/>
            </a:lvl8pPr>
            <a:lvl9pPr lvl="8" algn="ctr">
              <a:lnSpc>
                <a:spcPct val="100000"/>
              </a:lnSpc>
              <a:spcBef>
                <a:spcPts val="0"/>
              </a:spcBef>
              <a:spcAft>
                <a:spcPts val="0"/>
              </a:spcAft>
              <a:buSzPts val="1700"/>
              <a:buNone/>
              <a:defRPr sz="1700"/>
            </a:lvl9pPr>
          </a:lstStyle>
          <a:p/>
        </p:txBody>
      </p:sp>
      <p:grpSp>
        <p:nvGrpSpPr>
          <p:cNvPr id="87" name="Google Shape;87;p7"/>
          <p:cNvGrpSpPr/>
          <p:nvPr/>
        </p:nvGrpSpPr>
        <p:grpSpPr>
          <a:xfrm flipH="1">
            <a:off x="1" y="-1"/>
            <a:ext cx="1304277" cy="1306311"/>
            <a:chOff x="7839776" y="-1"/>
            <a:chExt cx="1304277" cy="1306311"/>
          </a:xfrm>
        </p:grpSpPr>
        <p:sp>
          <p:nvSpPr>
            <p:cNvPr id="88" name="Google Shape;88;p7"/>
            <p:cNvSpPr/>
            <p:nvPr/>
          </p:nvSpPr>
          <p:spPr>
            <a:xfrm>
              <a:off x="8491926" y="-1"/>
              <a:ext cx="652127" cy="653161"/>
            </a:xfrm>
            <a:custGeom>
              <a:rect b="b" l="l" r="r" t="t"/>
              <a:pathLst>
                <a:path extrusionOk="0" h="147774" w="147540">
                  <a:moveTo>
                    <a:pt x="146839" y="72352"/>
                  </a:moveTo>
                  <a:lnTo>
                    <a:pt x="126624" y="52105"/>
                  </a:lnTo>
                  <a:lnTo>
                    <a:pt x="126624" y="23517"/>
                  </a:lnTo>
                  <a:cubicBezTo>
                    <a:pt x="126624" y="22217"/>
                    <a:pt x="125557" y="21149"/>
                    <a:pt x="124256" y="21149"/>
                  </a:cubicBezTo>
                  <a:lnTo>
                    <a:pt x="95669" y="21149"/>
                  </a:lnTo>
                  <a:lnTo>
                    <a:pt x="75454" y="935"/>
                  </a:lnTo>
                  <a:cubicBezTo>
                    <a:pt x="74520" y="1"/>
                    <a:pt x="73019" y="1"/>
                    <a:pt x="72119" y="935"/>
                  </a:cubicBezTo>
                  <a:lnTo>
                    <a:pt x="51871" y="21149"/>
                  </a:lnTo>
                  <a:lnTo>
                    <a:pt x="23284" y="21149"/>
                  </a:lnTo>
                  <a:cubicBezTo>
                    <a:pt x="21983" y="21149"/>
                    <a:pt x="20915" y="22217"/>
                    <a:pt x="20915" y="23517"/>
                  </a:cubicBezTo>
                  <a:lnTo>
                    <a:pt x="20915" y="52105"/>
                  </a:lnTo>
                  <a:lnTo>
                    <a:pt x="701" y="72319"/>
                  </a:lnTo>
                  <a:cubicBezTo>
                    <a:pt x="267" y="72786"/>
                    <a:pt x="0" y="73386"/>
                    <a:pt x="0" y="73987"/>
                  </a:cubicBezTo>
                  <a:cubicBezTo>
                    <a:pt x="0" y="74621"/>
                    <a:pt x="267" y="75221"/>
                    <a:pt x="701" y="75655"/>
                  </a:cubicBezTo>
                  <a:lnTo>
                    <a:pt x="20915" y="95903"/>
                  </a:lnTo>
                  <a:lnTo>
                    <a:pt x="20915" y="124490"/>
                  </a:lnTo>
                  <a:cubicBezTo>
                    <a:pt x="20915" y="125791"/>
                    <a:pt x="21983" y="126858"/>
                    <a:pt x="23284" y="126858"/>
                  </a:cubicBezTo>
                  <a:lnTo>
                    <a:pt x="51871" y="126858"/>
                  </a:lnTo>
                  <a:lnTo>
                    <a:pt x="72119" y="147073"/>
                  </a:lnTo>
                  <a:cubicBezTo>
                    <a:pt x="72552" y="147506"/>
                    <a:pt x="73153" y="147773"/>
                    <a:pt x="73786" y="147773"/>
                  </a:cubicBezTo>
                  <a:cubicBezTo>
                    <a:pt x="74387" y="147773"/>
                    <a:pt x="74987" y="147506"/>
                    <a:pt x="75421" y="147073"/>
                  </a:cubicBezTo>
                  <a:lnTo>
                    <a:pt x="95669" y="126858"/>
                  </a:lnTo>
                  <a:lnTo>
                    <a:pt x="124256" y="126858"/>
                  </a:lnTo>
                  <a:cubicBezTo>
                    <a:pt x="125557" y="126858"/>
                    <a:pt x="126624" y="125791"/>
                    <a:pt x="126624" y="124490"/>
                  </a:cubicBezTo>
                  <a:lnTo>
                    <a:pt x="126624" y="95903"/>
                  </a:lnTo>
                  <a:lnTo>
                    <a:pt x="146839" y="75655"/>
                  </a:lnTo>
                  <a:cubicBezTo>
                    <a:pt x="147272" y="75221"/>
                    <a:pt x="147539" y="74621"/>
                    <a:pt x="147539" y="73987"/>
                  </a:cubicBezTo>
                  <a:cubicBezTo>
                    <a:pt x="147539" y="73386"/>
                    <a:pt x="147306" y="72786"/>
                    <a:pt x="146839" y="72352"/>
                  </a:cubicBezTo>
                  <a:close/>
                  <a:moveTo>
                    <a:pt x="122621" y="93267"/>
                  </a:moveTo>
                  <a:cubicBezTo>
                    <a:pt x="122154" y="93701"/>
                    <a:pt x="121921" y="94301"/>
                    <a:pt x="121921" y="94935"/>
                  </a:cubicBezTo>
                  <a:lnTo>
                    <a:pt x="121921" y="122155"/>
                  </a:lnTo>
                  <a:lnTo>
                    <a:pt x="94701" y="122155"/>
                  </a:lnTo>
                  <a:cubicBezTo>
                    <a:pt x="94068" y="122155"/>
                    <a:pt x="93467" y="122388"/>
                    <a:pt x="93034" y="122822"/>
                  </a:cubicBezTo>
                  <a:lnTo>
                    <a:pt x="73786" y="142102"/>
                  </a:lnTo>
                  <a:lnTo>
                    <a:pt x="54506" y="122855"/>
                  </a:lnTo>
                  <a:cubicBezTo>
                    <a:pt x="54072" y="122388"/>
                    <a:pt x="53472" y="122155"/>
                    <a:pt x="52838" y="122155"/>
                  </a:cubicBezTo>
                  <a:lnTo>
                    <a:pt x="25619" y="122155"/>
                  </a:lnTo>
                  <a:lnTo>
                    <a:pt x="25619" y="94935"/>
                  </a:lnTo>
                  <a:cubicBezTo>
                    <a:pt x="25619" y="94301"/>
                    <a:pt x="25385" y="93701"/>
                    <a:pt x="24952" y="93267"/>
                  </a:cubicBezTo>
                  <a:lnTo>
                    <a:pt x="5671" y="74020"/>
                  </a:lnTo>
                  <a:lnTo>
                    <a:pt x="24952" y="54740"/>
                  </a:lnTo>
                  <a:cubicBezTo>
                    <a:pt x="25385" y="54306"/>
                    <a:pt x="25619" y="53706"/>
                    <a:pt x="25619" y="53105"/>
                  </a:cubicBezTo>
                  <a:lnTo>
                    <a:pt x="25619" y="25852"/>
                  </a:lnTo>
                  <a:lnTo>
                    <a:pt x="52838" y="25852"/>
                  </a:lnTo>
                  <a:cubicBezTo>
                    <a:pt x="53472" y="25852"/>
                    <a:pt x="54072" y="25619"/>
                    <a:pt x="54506" y="25185"/>
                  </a:cubicBezTo>
                  <a:lnTo>
                    <a:pt x="73786" y="5905"/>
                  </a:lnTo>
                  <a:lnTo>
                    <a:pt x="93034" y="25185"/>
                  </a:lnTo>
                  <a:cubicBezTo>
                    <a:pt x="93467" y="25619"/>
                    <a:pt x="94068" y="25852"/>
                    <a:pt x="94701" y="25852"/>
                  </a:cubicBezTo>
                  <a:lnTo>
                    <a:pt x="121921" y="25852"/>
                  </a:lnTo>
                  <a:lnTo>
                    <a:pt x="121921" y="53072"/>
                  </a:lnTo>
                  <a:cubicBezTo>
                    <a:pt x="121921" y="53706"/>
                    <a:pt x="122154" y="54306"/>
                    <a:pt x="122588" y="54740"/>
                  </a:cubicBezTo>
                  <a:lnTo>
                    <a:pt x="141868" y="73987"/>
                  </a:lnTo>
                  <a:close/>
                </a:path>
              </a:pathLst>
            </a:custGeom>
            <a:solidFill>
              <a:srgbClr val="9575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7"/>
            <p:cNvSpPr/>
            <p:nvPr/>
          </p:nvSpPr>
          <p:spPr>
            <a:xfrm>
              <a:off x="7839776" y="-1"/>
              <a:ext cx="652127" cy="653161"/>
            </a:xfrm>
            <a:custGeom>
              <a:rect b="b" l="l" r="r" t="t"/>
              <a:pathLst>
                <a:path extrusionOk="0" h="147774" w="147540">
                  <a:moveTo>
                    <a:pt x="146839" y="72352"/>
                  </a:moveTo>
                  <a:lnTo>
                    <a:pt x="126624" y="52105"/>
                  </a:lnTo>
                  <a:lnTo>
                    <a:pt x="126624" y="23517"/>
                  </a:lnTo>
                  <a:cubicBezTo>
                    <a:pt x="126624" y="22217"/>
                    <a:pt x="125557" y="21149"/>
                    <a:pt x="124256" y="21149"/>
                  </a:cubicBezTo>
                  <a:lnTo>
                    <a:pt x="95669" y="21149"/>
                  </a:lnTo>
                  <a:lnTo>
                    <a:pt x="75454" y="935"/>
                  </a:lnTo>
                  <a:cubicBezTo>
                    <a:pt x="74520" y="1"/>
                    <a:pt x="73019" y="1"/>
                    <a:pt x="72119" y="935"/>
                  </a:cubicBezTo>
                  <a:lnTo>
                    <a:pt x="51871" y="21149"/>
                  </a:lnTo>
                  <a:lnTo>
                    <a:pt x="23284" y="21149"/>
                  </a:lnTo>
                  <a:cubicBezTo>
                    <a:pt x="21983" y="21149"/>
                    <a:pt x="20915" y="22217"/>
                    <a:pt x="20915" y="23517"/>
                  </a:cubicBezTo>
                  <a:lnTo>
                    <a:pt x="20915" y="52105"/>
                  </a:lnTo>
                  <a:lnTo>
                    <a:pt x="701" y="72319"/>
                  </a:lnTo>
                  <a:cubicBezTo>
                    <a:pt x="267" y="72786"/>
                    <a:pt x="0" y="73386"/>
                    <a:pt x="0" y="73987"/>
                  </a:cubicBezTo>
                  <a:cubicBezTo>
                    <a:pt x="0" y="74621"/>
                    <a:pt x="267" y="75221"/>
                    <a:pt x="701" y="75655"/>
                  </a:cubicBezTo>
                  <a:lnTo>
                    <a:pt x="20915" y="95903"/>
                  </a:lnTo>
                  <a:lnTo>
                    <a:pt x="20915" y="124490"/>
                  </a:lnTo>
                  <a:cubicBezTo>
                    <a:pt x="20915" y="125791"/>
                    <a:pt x="21983" y="126858"/>
                    <a:pt x="23284" y="126858"/>
                  </a:cubicBezTo>
                  <a:lnTo>
                    <a:pt x="51871" y="126858"/>
                  </a:lnTo>
                  <a:lnTo>
                    <a:pt x="72119" y="147073"/>
                  </a:lnTo>
                  <a:cubicBezTo>
                    <a:pt x="72552" y="147506"/>
                    <a:pt x="73153" y="147773"/>
                    <a:pt x="73786" y="147773"/>
                  </a:cubicBezTo>
                  <a:cubicBezTo>
                    <a:pt x="74387" y="147773"/>
                    <a:pt x="74987" y="147506"/>
                    <a:pt x="75421" y="147073"/>
                  </a:cubicBezTo>
                  <a:lnTo>
                    <a:pt x="95669" y="126858"/>
                  </a:lnTo>
                  <a:lnTo>
                    <a:pt x="124256" y="126858"/>
                  </a:lnTo>
                  <a:cubicBezTo>
                    <a:pt x="125557" y="126858"/>
                    <a:pt x="126624" y="125791"/>
                    <a:pt x="126624" y="124490"/>
                  </a:cubicBezTo>
                  <a:lnTo>
                    <a:pt x="126624" y="95903"/>
                  </a:lnTo>
                  <a:lnTo>
                    <a:pt x="146839" y="75655"/>
                  </a:lnTo>
                  <a:cubicBezTo>
                    <a:pt x="147272" y="75221"/>
                    <a:pt x="147539" y="74621"/>
                    <a:pt x="147539" y="73987"/>
                  </a:cubicBezTo>
                  <a:cubicBezTo>
                    <a:pt x="147539" y="73386"/>
                    <a:pt x="147306" y="72786"/>
                    <a:pt x="146839" y="72352"/>
                  </a:cubicBezTo>
                  <a:close/>
                  <a:moveTo>
                    <a:pt x="122621" y="93267"/>
                  </a:moveTo>
                  <a:cubicBezTo>
                    <a:pt x="122154" y="93701"/>
                    <a:pt x="121921" y="94301"/>
                    <a:pt x="121921" y="94935"/>
                  </a:cubicBezTo>
                  <a:lnTo>
                    <a:pt x="121921" y="122155"/>
                  </a:lnTo>
                  <a:lnTo>
                    <a:pt x="94701" y="122155"/>
                  </a:lnTo>
                  <a:cubicBezTo>
                    <a:pt x="94068" y="122155"/>
                    <a:pt x="93467" y="122388"/>
                    <a:pt x="93034" y="122822"/>
                  </a:cubicBezTo>
                  <a:lnTo>
                    <a:pt x="73786" y="142102"/>
                  </a:lnTo>
                  <a:lnTo>
                    <a:pt x="54506" y="122855"/>
                  </a:lnTo>
                  <a:cubicBezTo>
                    <a:pt x="54072" y="122388"/>
                    <a:pt x="53472" y="122155"/>
                    <a:pt x="52838" y="122155"/>
                  </a:cubicBezTo>
                  <a:lnTo>
                    <a:pt x="25619" y="122155"/>
                  </a:lnTo>
                  <a:lnTo>
                    <a:pt x="25619" y="94935"/>
                  </a:lnTo>
                  <a:cubicBezTo>
                    <a:pt x="25619" y="94301"/>
                    <a:pt x="25385" y="93701"/>
                    <a:pt x="24952" y="93267"/>
                  </a:cubicBezTo>
                  <a:lnTo>
                    <a:pt x="5671" y="74020"/>
                  </a:lnTo>
                  <a:lnTo>
                    <a:pt x="24952" y="54740"/>
                  </a:lnTo>
                  <a:cubicBezTo>
                    <a:pt x="25385" y="54306"/>
                    <a:pt x="25619" y="53706"/>
                    <a:pt x="25619" y="53105"/>
                  </a:cubicBezTo>
                  <a:lnTo>
                    <a:pt x="25619" y="25852"/>
                  </a:lnTo>
                  <a:lnTo>
                    <a:pt x="52838" y="25852"/>
                  </a:lnTo>
                  <a:cubicBezTo>
                    <a:pt x="53472" y="25852"/>
                    <a:pt x="54072" y="25619"/>
                    <a:pt x="54506" y="25185"/>
                  </a:cubicBezTo>
                  <a:lnTo>
                    <a:pt x="73786" y="5905"/>
                  </a:lnTo>
                  <a:lnTo>
                    <a:pt x="93034" y="25185"/>
                  </a:lnTo>
                  <a:cubicBezTo>
                    <a:pt x="93467" y="25619"/>
                    <a:pt x="94068" y="25852"/>
                    <a:pt x="94701" y="25852"/>
                  </a:cubicBezTo>
                  <a:lnTo>
                    <a:pt x="121921" y="25852"/>
                  </a:lnTo>
                  <a:lnTo>
                    <a:pt x="121921" y="53072"/>
                  </a:lnTo>
                  <a:cubicBezTo>
                    <a:pt x="121921" y="53706"/>
                    <a:pt x="122154" y="54306"/>
                    <a:pt x="122588" y="54740"/>
                  </a:cubicBezTo>
                  <a:lnTo>
                    <a:pt x="141868" y="73987"/>
                  </a:lnTo>
                  <a:close/>
                </a:path>
              </a:pathLst>
            </a:custGeom>
            <a:solidFill>
              <a:srgbClr val="9575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7"/>
            <p:cNvSpPr/>
            <p:nvPr/>
          </p:nvSpPr>
          <p:spPr>
            <a:xfrm>
              <a:off x="8491926" y="653149"/>
              <a:ext cx="652127" cy="653161"/>
            </a:xfrm>
            <a:custGeom>
              <a:rect b="b" l="l" r="r" t="t"/>
              <a:pathLst>
                <a:path extrusionOk="0" h="147774" w="147540">
                  <a:moveTo>
                    <a:pt x="146839" y="72352"/>
                  </a:moveTo>
                  <a:lnTo>
                    <a:pt x="126624" y="52105"/>
                  </a:lnTo>
                  <a:lnTo>
                    <a:pt x="126624" y="23517"/>
                  </a:lnTo>
                  <a:cubicBezTo>
                    <a:pt x="126624" y="22217"/>
                    <a:pt x="125557" y="21149"/>
                    <a:pt x="124256" y="21149"/>
                  </a:cubicBezTo>
                  <a:lnTo>
                    <a:pt x="95669" y="21149"/>
                  </a:lnTo>
                  <a:lnTo>
                    <a:pt x="75454" y="935"/>
                  </a:lnTo>
                  <a:cubicBezTo>
                    <a:pt x="74520" y="1"/>
                    <a:pt x="73019" y="1"/>
                    <a:pt x="72119" y="935"/>
                  </a:cubicBezTo>
                  <a:lnTo>
                    <a:pt x="51871" y="21149"/>
                  </a:lnTo>
                  <a:lnTo>
                    <a:pt x="23284" y="21149"/>
                  </a:lnTo>
                  <a:cubicBezTo>
                    <a:pt x="21983" y="21149"/>
                    <a:pt x="20915" y="22217"/>
                    <a:pt x="20915" y="23517"/>
                  </a:cubicBezTo>
                  <a:lnTo>
                    <a:pt x="20915" y="52105"/>
                  </a:lnTo>
                  <a:lnTo>
                    <a:pt x="701" y="72319"/>
                  </a:lnTo>
                  <a:cubicBezTo>
                    <a:pt x="267" y="72786"/>
                    <a:pt x="0" y="73386"/>
                    <a:pt x="0" y="73987"/>
                  </a:cubicBezTo>
                  <a:cubicBezTo>
                    <a:pt x="0" y="74621"/>
                    <a:pt x="267" y="75221"/>
                    <a:pt x="701" y="75655"/>
                  </a:cubicBezTo>
                  <a:lnTo>
                    <a:pt x="20915" y="95903"/>
                  </a:lnTo>
                  <a:lnTo>
                    <a:pt x="20915" y="124490"/>
                  </a:lnTo>
                  <a:cubicBezTo>
                    <a:pt x="20915" y="125791"/>
                    <a:pt x="21983" y="126858"/>
                    <a:pt x="23284" y="126858"/>
                  </a:cubicBezTo>
                  <a:lnTo>
                    <a:pt x="51871" y="126858"/>
                  </a:lnTo>
                  <a:lnTo>
                    <a:pt x="72119" y="147073"/>
                  </a:lnTo>
                  <a:cubicBezTo>
                    <a:pt x="72552" y="147506"/>
                    <a:pt x="73153" y="147773"/>
                    <a:pt x="73786" y="147773"/>
                  </a:cubicBezTo>
                  <a:cubicBezTo>
                    <a:pt x="74387" y="147773"/>
                    <a:pt x="74987" y="147506"/>
                    <a:pt x="75421" y="147073"/>
                  </a:cubicBezTo>
                  <a:lnTo>
                    <a:pt x="95669" y="126858"/>
                  </a:lnTo>
                  <a:lnTo>
                    <a:pt x="124256" y="126858"/>
                  </a:lnTo>
                  <a:cubicBezTo>
                    <a:pt x="125557" y="126858"/>
                    <a:pt x="126624" y="125791"/>
                    <a:pt x="126624" y="124490"/>
                  </a:cubicBezTo>
                  <a:lnTo>
                    <a:pt x="126624" y="95903"/>
                  </a:lnTo>
                  <a:lnTo>
                    <a:pt x="146839" y="75655"/>
                  </a:lnTo>
                  <a:cubicBezTo>
                    <a:pt x="147272" y="75221"/>
                    <a:pt x="147539" y="74621"/>
                    <a:pt x="147539" y="73987"/>
                  </a:cubicBezTo>
                  <a:cubicBezTo>
                    <a:pt x="147539" y="73386"/>
                    <a:pt x="147306" y="72786"/>
                    <a:pt x="146839" y="72352"/>
                  </a:cubicBezTo>
                  <a:close/>
                  <a:moveTo>
                    <a:pt x="122621" y="93267"/>
                  </a:moveTo>
                  <a:cubicBezTo>
                    <a:pt x="122154" y="93701"/>
                    <a:pt x="121921" y="94301"/>
                    <a:pt x="121921" y="94935"/>
                  </a:cubicBezTo>
                  <a:lnTo>
                    <a:pt x="121921" y="122155"/>
                  </a:lnTo>
                  <a:lnTo>
                    <a:pt x="94701" y="122155"/>
                  </a:lnTo>
                  <a:cubicBezTo>
                    <a:pt x="94068" y="122155"/>
                    <a:pt x="93467" y="122388"/>
                    <a:pt x="93034" y="122822"/>
                  </a:cubicBezTo>
                  <a:lnTo>
                    <a:pt x="73786" y="142102"/>
                  </a:lnTo>
                  <a:lnTo>
                    <a:pt x="54506" y="122855"/>
                  </a:lnTo>
                  <a:cubicBezTo>
                    <a:pt x="54072" y="122388"/>
                    <a:pt x="53472" y="122155"/>
                    <a:pt x="52838" y="122155"/>
                  </a:cubicBezTo>
                  <a:lnTo>
                    <a:pt x="25619" y="122155"/>
                  </a:lnTo>
                  <a:lnTo>
                    <a:pt x="25619" y="94935"/>
                  </a:lnTo>
                  <a:cubicBezTo>
                    <a:pt x="25619" y="94301"/>
                    <a:pt x="25385" y="93701"/>
                    <a:pt x="24952" y="93267"/>
                  </a:cubicBezTo>
                  <a:lnTo>
                    <a:pt x="5671" y="74020"/>
                  </a:lnTo>
                  <a:lnTo>
                    <a:pt x="24952" y="54740"/>
                  </a:lnTo>
                  <a:cubicBezTo>
                    <a:pt x="25385" y="54306"/>
                    <a:pt x="25619" y="53706"/>
                    <a:pt x="25619" y="53105"/>
                  </a:cubicBezTo>
                  <a:lnTo>
                    <a:pt x="25619" y="25852"/>
                  </a:lnTo>
                  <a:lnTo>
                    <a:pt x="52838" y="25852"/>
                  </a:lnTo>
                  <a:cubicBezTo>
                    <a:pt x="53472" y="25852"/>
                    <a:pt x="54072" y="25619"/>
                    <a:pt x="54506" y="25185"/>
                  </a:cubicBezTo>
                  <a:lnTo>
                    <a:pt x="73786" y="5905"/>
                  </a:lnTo>
                  <a:lnTo>
                    <a:pt x="93034" y="25185"/>
                  </a:lnTo>
                  <a:cubicBezTo>
                    <a:pt x="93467" y="25619"/>
                    <a:pt x="94068" y="25852"/>
                    <a:pt x="94701" y="25852"/>
                  </a:cubicBezTo>
                  <a:lnTo>
                    <a:pt x="121921" y="25852"/>
                  </a:lnTo>
                  <a:lnTo>
                    <a:pt x="121921" y="53072"/>
                  </a:lnTo>
                  <a:cubicBezTo>
                    <a:pt x="121921" y="53706"/>
                    <a:pt x="122154" y="54306"/>
                    <a:pt x="122588" y="54740"/>
                  </a:cubicBezTo>
                  <a:lnTo>
                    <a:pt x="141868" y="73987"/>
                  </a:lnTo>
                  <a:close/>
                </a:path>
              </a:pathLst>
            </a:custGeom>
            <a:solidFill>
              <a:srgbClr val="9575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1" name="Google Shape;91;p7"/>
          <p:cNvGrpSpPr/>
          <p:nvPr/>
        </p:nvGrpSpPr>
        <p:grpSpPr>
          <a:xfrm flipH="1">
            <a:off x="7839776" y="3837199"/>
            <a:ext cx="1304277" cy="1306311"/>
            <a:chOff x="1" y="3837199"/>
            <a:chExt cx="1304277" cy="1306311"/>
          </a:xfrm>
        </p:grpSpPr>
        <p:sp>
          <p:nvSpPr>
            <p:cNvPr id="92" name="Google Shape;92;p7"/>
            <p:cNvSpPr/>
            <p:nvPr/>
          </p:nvSpPr>
          <p:spPr>
            <a:xfrm rot="10800000">
              <a:off x="1" y="4490349"/>
              <a:ext cx="652127" cy="653161"/>
            </a:xfrm>
            <a:custGeom>
              <a:rect b="b" l="l" r="r" t="t"/>
              <a:pathLst>
                <a:path extrusionOk="0" h="147774" w="147540">
                  <a:moveTo>
                    <a:pt x="146839" y="72352"/>
                  </a:moveTo>
                  <a:lnTo>
                    <a:pt x="126624" y="52105"/>
                  </a:lnTo>
                  <a:lnTo>
                    <a:pt x="126624" y="23517"/>
                  </a:lnTo>
                  <a:cubicBezTo>
                    <a:pt x="126624" y="22217"/>
                    <a:pt x="125557" y="21149"/>
                    <a:pt x="124256" y="21149"/>
                  </a:cubicBezTo>
                  <a:lnTo>
                    <a:pt x="95669" y="21149"/>
                  </a:lnTo>
                  <a:lnTo>
                    <a:pt x="75454" y="935"/>
                  </a:lnTo>
                  <a:cubicBezTo>
                    <a:pt x="74520" y="1"/>
                    <a:pt x="73019" y="1"/>
                    <a:pt x="72119" y="935"/>
                  </a:cubicBezTo>
                  <a:lnTo>
                    <a:pt x="51871" y="21149"/>
                  </a:lnTo>
                  <a:lnTo>
                    <a:pt x="23284" y="21149"/>
                  </a:lnTo>
                  <a:cubicBezTo>
                    <a:pt x="21983" y="21149"/>
                    <a:pt x="20915" y="22217"/>
                    <a:pt x="20915" y="23517"/>
                  </a:cubicBezTo>
                  <a:lnTo>
                    <a:pt x="20915" y="52105"/>
                  </a:lnTo>
                  <a:lnTo>
                    <a:pt x="701" y="72319"/>
                  </a:lnTo>
                  <a:cubicBezTo>
                    <a:pt x="267" y="72786"/>
                    <a:pt x="0" y="73386"/>
                    <a:pt x="0" y="73987"/>
                  </a:cubicBezTo>
                  <a:cubicBezTo>
                    <a:pt x="0" y="74621"/>
                    <a:pt x="267" y="75221"/>
                    <a:pt x="701" y="75655"/>
                  </a:cubicBezTo>
                  <a:lnTo>
                    <a:pt x="20915" y="95903"/>
                  </a:lnTo>
                  <a:lnTo>
                    <a:pt x="20915" y="124490"/>
                  </a:lnTo>
                  <a:cubicBezTo>
                    <a:pt x="20915" y="125791"/>
                    <a:pt x="21983" y="126858"/>
                    <a:pt x="23284" y="126858"/>
                  </a:cubicBezTo>
                  <a:lnTo>
                    <a:pt x="51871" y="126858"/>
                  </a:lnTo>
                  <a:lnTo>
                    <a:pt x="72119" y="147073"/>
                  </a:lnTo>
                  <a:cubicBezTo>
                    <a:pt x="72552" y="147506"/>
                    <a:pt x="73153" y="147773"/>
                    <a:pt x="73786" y="147773"/>
                  </a:cubicBezTo>
                  <a:cubicBezTo>
                    <a:pt x="74387" y="147773"/>
                    <a:pt x="74987" y="147506"/>
                    <a:pt x="75421" y="147073"/>
                  </a:cubicBezTo>
                  <a:lnTo>
                    <a:pt x="95669" y="126858"/>
                  </a:lnTo>
                  <a:lnTo>
                    <a:pt x="124256" y="126858"/>
                  </a:lnTo>
                  <a:cubicBezTo>
                    <a:pt x="125557" y="126858"/>
                    <a:pt x="126624" y="125791"/>
                    <a:pt x="126624" y="124490"/>
                  </a:cubicBezTo>
                  <a:lnTo>
                    <a:pt x="126624" y="95903"/>
                  </a:lnTo>
                  <a:lnTo>
                    <a:pt x="146839" y="75655"/>
                  </a:lnTo>
                  <a:cubicBezTo>
                    <a:pt x="147272" y="75221"/>
                    <a:pt x="147539" y="74621"/>
                    <a:pt x="147539" y="73987"/>
                  </a:cubicBezTo>
                  <a:cubicBezTo>
                    <a:pt x="147539" y="73386"/>
                    <a:pt x="147306" y="72786"/>
                    <a:pt x="146839" y="72352"/>
                  </a:cubicBezTo>
                  <a:close/>
                  <a:moveTo>
                    <a:pt x="122621" y="93267"/>
                  </a:moveTo>
                  <a:cubicBezTo>
                    <a:pt x="122154" y="93701"/>
                    <a:pt x="121921" y="94301"/>
                    <a:pt x="121921" y="94935"/>
                  </a:cubicBezTo>
                  <a:lnTo>
                    <a:pt x="121921" y="122155"/>
                  </a:lnTo>
                  <a:lnTo>
                    <a:pt x="94701" y="122155"/>
                  </a:lnTo>
                  <a:cubicBezTo>
                    <a:pt x="94068" y="122155"/>
                    <a:pt x="93467" y="122388"/>
                    <a:pt x="93034" y="122822"/>
                  </a:cubicBezTo>
                  <a:lnTo>
                    <a:pt x="73786" y="142102"/>
                  </a:lnTo>
                  <a:lnTo>
                    <a:pt x="54506" y="122855"/>
                  </a:lnTo>
                  <a:cubicBezTo>
                    <a:pt x="54072" y="122388"/>
                    <a:pt x="53472" y="122155"/>
                    <a:pt x="52838" y="122155"/>
                  </a:cubicBezTo>
                  <a:lnTo>
                    <a:pt x="25619" y="122155"/>
                  </a:lnTo>
                  <a:lnTo>
                    <a:pt x="25619" y="94935"/>
                  </a:lnTo>
                  <a:cubicBezTo>
                    <a:pt x="25619" y="94301"/>
                    <a:pt x="25385" y="93701"/>
                    <a:pt x="24952" y="93267"/>
                  </a:cubicBezTo>
                  <a:lnTo>
                    <a:pt x="5671" y="74020"/>
                  </a:lnTo>
                  <a:lnTo>
                    <a:pt x="24952" y="54740"/>
                  </a:lnTo>
                  <a:cubicBezTo>
                    <a:pt x="25385" y="54306"/>
                    <a:pt x="25619" y="53706"/>
                    <a:pt x="25619" y="53105"/>
                  </a:cubicBezTo>
                  <a:lnTo>
                    <a:pt x="25619" y="25852"/>
                  </a:lnTo>
                  <a:lnTo>
                    <a:pt x="52838" y="25852"/>
                  </a:lnTo>
                  <a:cubicBezTo>
                    <a:pt x="53472" y="25852"/>
                    <a:pt x="54072" y="25619"/>
                    <a:pt x="54506" y="25185"/>
                  </a:cubicBezTo>
                  <a:lnTo>
                    <a:pt x="73786" y="5905"/>
                  </a:lnTo>
                  <a:lnTo>
                    <a:pt x="93034" y="25185"/>
                  </a:lnTo>
                  <a:cubicBezTo>
                    <a:pt x="93467" y="25619"/>
                    <a:pt x="94068" y="25852"/>
                    <a:pt x="94701" y="25852"/>
                  </a:cubicBezTo>
                  <a:lnTo>
                    <a:pt x="121921" y="25852"/>
                  </a:lnTo>
                  <a:lnTo>
                    <a:pt x="121921" y="53072"/>
                  </a:lnTo>
                  <a:cubicBezTo>
                    <a:pt x="121921" y="53706"/>
                    <a:pt x="122154" y="54306"/>
                    <a:pt x="122588" y="54740"/>
                  </a:cubicBezTo>
                  <a:lnTo>
                    <a:pt x="141868" y="73987"/>
                  </a:lnTo>
                  <a:close/>
                </a:path>
              </a:pathLst>
            </a:custGeom>
            <a:solidFill>
              <a:srgbClr val="9575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7"/>
            <p:cNvSpPr/>
            <p:nvPr/>
          </p:nvSpPr>
          <p:spPr>
            <a:xfrm rot="10800000">
              <a:off x="652151" y="4490349"/>
              <a:ext cx="652127" cy="653161"/>
            </a:xfrm>
            <a:custGeom>
              <a:rect b="b" l="l" r="r" t="t"/>
              <a:pathLst>
                <a:path extrusionOk="0" h="147774" w="147540">
                  <a:moveTo>
                    <a:pt x="146839" y="72352"/>
                  </a:moveTo>
                  <a:lnTo>
                    <a:pt x="126624" y="52105"/>
                  </a:lnTo>
                  <a:lnTo>
                    <a:pt x="126624" y="23517"/>
                  </a:lnTo>
                  <a:cubicBezTo>
                    <a:pt x="126624" y="22217"/>
                    <a:pt x="125557" y="21149"/>
                    <a:pt x="124256" y="21149"/>
                  </a:cubicBezTo>
                  <a:lnTo>
                    <a:pt x="95669" y="21149"/>
                  </a:lnTo>
                  <a:lnTo>
                    <a:pt x="75454" y="935"/>
                  </a:lnTo>
                  <a:cubicBezTo>
                    <a:pt x="74520" y="1"/>
                    <a:pt x="73019" y="1"/>
                    <a:pt x="72119" y="935"/>
                  </a:cubicBezTo>
                  <a:lnTo>
                    <a:pt x="51871" y="21149"/>
                  </a:lnTo>
                  <a:lnTo>
                    <a:pt x="23284" y="21149"/>
                  </a:lnTo>
                  <a:cubicBezTo>
                    <a:pt x="21983" y="21149"/>
                    <a:pt x="20915" y="22217"/>
                    <a:pt x="20915" y="23517"/>
                  </a:cubicBezTo>
                  <a:lnTo>
                    <a:pt x="20915" y="52105"/>
                  </a:lnTo>
                  <a:lnTo>
                    <a:pt x="701" y="72319"/>
                  </a:lnTo>
                  <a:cubicBezTo>
                    <a:pt x="267" y="72786"/>
                    <a:pt x="0" y="73386"/>
                    <a:pt x="0" y="73987"/>
                  </a:cubicBezTo>
                  <a:cubicBezTo>
                    <a:pt x="0" y="74621"/>
                    <a:pt x="267" y="75221"/>
                    <a:pt x="701" y="75655"/>
                  </a:cubicBezTo>
                  <a:lnTo>
                    <a:pt x="20915" y="95903"/>
                  </a:lnTo>
                  <a:lnTo>
                    <a:pt x="20915" y="124490"/>
                  </a:lnTo>
                  <a:cubicBezTo>
                    <a:pt x="20915" y="125791"/>
                    <a:pt x="21983" y="126858"/>
                    <a:pt x="23284" y="126858"/>
                  </a:cubicBezTo>
                  <a:lnTo>
                    <a:pt x="51871" y="126858"/>
                  </a:lnTo>
                  <a:lnTo>
                    <a:pt x="72119" y="147073"/>
                  </a:lnTo>
                  <a:cubicBezTo>
                    <a:pt x="72552" y="147506"/>
                    <a:pt x="73153" y="147773"/>
                    <a:pt x="73786" y="147773"/>
                  </a:cubicBezTo>
                  <a:cubicBezTo>
                    <a:pt x="74387" y="147773"/>
                    <a:pt x="74987" y="147506"/>
                    <a:pt x="75421" y="147073"/>
                  </a:cubicBezTo>
                  <a:lnTo>
                    <a:pt x="95669" y="126858"/>
                  </a:lnTo>
                  <a:lnTo>
                    <a:pt x="124256" y="126858"/>
                  </a:lnTo>
                  <a:cubicBezTo>
                    <a:pt x="125557" y="126858"/>
                    <a:pt x="126624" y="125791"/>
                    <a:pt x="126624" y="124490"/>
                  </a:cubicBezTo>
                  <a:lnTo>
                    <a:pt x="126624" y="95903"/>
                  </a:lnTo>
                  <a:lnTo>
                    <a:pt x="146839" y="75655"/>
                  </a:lnTo>
                  <a:cubicBezTo>
                    <a:pt x="147272" y="75221"/>
                    <a:pt x="147539" y="74621"/>
                    <a:pt x="147539" y="73987"/>
                  </a:cubicBezTo>
                  <a:cubicBezTo>
                    <a:pt x="147539" y="73386"/>
                    <a:pt x="147306" y="72786"/>
                    <a:pt x="146839" y="72352"/>
                  </a:cubicBezTo>
                  <a:close/>
                  <a:moveTo>
                    <a:pt x="122621" y="93267"/>
                  </a:moveTo>
                  <a:cubicBezTo>
                    <a:pt x="122154" y="93701"/>
                    <a:pt x="121921" y="94301"/>
                    <a:pt x="121921" y="94935"/>
                  </a:cubicBezTo>
                  <a:lnTo>
                    <a:pt x="121921" y="122155"/>
                  </a:lnTo>
                  <a:lnTo>
                    <a:pt x="94701" y="122155"/>
                  </a:lnTo>
                  <a:cubicBezTo>
                    <a:pt x="94068" y="122155"/>
                    <a:pt x="93467" y="122388"/>
                    <a:pt x="93034" y="122822"/>
                  </a:cubicBezTo>
                  <a:lnTo>
                    <a:pt x="73786" y="142102"/>
                  </a:lnTo>
                  <a:lnTo>
                    <a:pt x="54506" y="122855"/>
                  </a:lnTo>
                  <a:cubicBezTo>
                    <a:pt x="54072" y="122388"/>
                    <a:pt x="53472" y="122155"/>
                    <a:pt x="52838" y="122155"/>
                  </a:cubicBezTo>
                  <a:lnTo>
                    <a:pt x="25619" y="122155"/>
                  </a:lnTo>
                  <a:lnTo>
                    <a:pt x="25619" y="94935"/>
                  </a:lnTo>
                  <a:cubicBezTo>
                    <a:pt x="25619" y="94301"/>
                    <a:pt x="25385" y="93701"/>
                    <a:pt x="24952" y="93267"/>
                  </a:cubicBezTo>
                  <a:lnTo>
                    <a:pt x="5671" y="74020"/>
                  </a:lnTo>
                  <a:lnTo>
                    <a:pt x="24952" y="54740"/>
                  </a:lnTo>
                  <a:cubicBezTo>
                    <a:pt x="25385" y="54306"/>
                    <a:pt x="25619" y="53706"/>
                    <a:pt x="25619" y="53105"/>
                  </a:cubicBezTo>
                  <a:lnTo>
                    <a:pt x="25619" y="25852"/>
                  </a:lnTo>
                  <a:lnTo>
                    <a:pt x="52838" y="25852"/>
                  </a:lnTo>
                  <a:cubicBezTo>
                    <a:pt x="53472" y="25852"/>
                    <a:pt x="54072" y="25619"/>
                    <a:pt x="54506" y="25185"/>
                  </a:cubicBezTo>
                  <a:lnTo>
                    <a:pt x="73786" y="5905"/>
                  </a:lnTo>
                  <a:lnTo>
                    <a:pt x="93034" y="25185"/>
                  </a:lnTo>
                  <a:cubicBezTo>
                    <a:pt x="93467" y="25619"/>
                    <a:pt x="94068" y="25852"/>
                    <a:pt x="94701" y="25852"/>
                  </a:cubicBezTo>
                  <a:lnTo>
                    <a:pt x="121921" y="25852"/>
                  </a:lnTo>
                  <a:lnTo>
                    <a:pt x="121921" y="53072"/>
                  </a:lnTo>
                  <a:cubicBezTo>
                    <a:pt x="121921" y="53706"/>
                    <a:pt x="122154" y="54306"/>
                    <a:pt x="122588" y="54740"/>
                  </a:cubicBezTo>
                  <a:lnTo>
                    <a:pt x="141868" y="73987"/>
                  </a:lnTo>
                  <a:close/>
                </a:path>
              </a:pathLst>
            </a:custGeom>
            <a:solidFill>
              <a:srgbClr val="9575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7"/>
            <p:cNvSpPr/>
            <p:nvPr/>
          </p:nvSpPr>
          <p:spPr>
            <a:xfrm rot="10800000">
              <a:off x="1" y="3837199"/>
              <a:ext cx="652127" cy="653161"/>
            </a:xfrm>
            <a:custGeom>
              <a:rect b="b" l="l" r="r" t="t"/>
              <a:pathLst>
                <a:path extrusionOk="0" h="147774" w="147540">
                  <a:moveTo>
                    <a:pt x="146839" y="72352"/>
                  </a:moveTo>
                  <a:lnTo>
                    <a:pt x="126624" y="52105"/>
                  </a:lnTo>
                  <a:lnTo>
                    <a:pt x="126624" y="23517"/>
                  </a:lnTo>
                  <a:cubicBezTo>
                    <a:pt x="126624" y="22217"/>
                    <a:pt x="125557" y="21149"/>
                    <a:pt x="124256" y="21149"/>
                  </a:cubicBezTo>
                  <a:lnTo>
                    <a:pt x="95669" y="21149"/>
                  </a:lnTo>
                  <a:lnTo>
                    <a:pt x="75454" y="935"/>
                  </a:lnTo>
                  <a:cubicBezTo>
                    <a:pt x="74520" y="1"/>
                    <a:pt x="73019" y="1"/>
                    <a:pt x="72119" y="935"/>
                  </a:cubicBezTo>
                  <a:lnTo>
                    <a:pt x="51871" y="21149"/>
                  </a:lnTo>
                  <a:lnTo>
                    <a:pt x="23284" y="21149"/>
                  </a:lnTo>
                  <a:cubicBezTo>
                    <a:pt x="21983" y="21149"/>
                    <a:pt x="20915" y="22217"/>
                    <a:pt x="20915" y="23517"/>
                  </a:cubicBezTo>
                  <a:lnTo>
                    <a:pt x="20915" y="52105"/>
                  </a:lnTo>
                  <a:lnTo>
                    <a:pt x="701" y="72319"/>
                  </a:lnTo>
                  <a:cubicBezTo>
                    <a:pt x="267" y="72786"/>
                    <a:pt x="0" y="73386"/>
                    <a:pt x="0" y="73987"/>
                  </a:cubicBezTo>
                  <a:cubicBezTo>
                    <a:pt x="0" y="74621"/>
                    <a:pt x="267" y="75221"/>
                    <a:pt x="701" y="75655"/>
                  </a:cubicBezTo>
                  <a:lnTo>
                    <a:pt x="20915" y="95903"/>
                  </a:lnTo>
                  <a:lnTo>
                    <a:pt x="20915" y="124490"/>
                  </a:lnTo>
                  <a:cubicBezTo>
                    <a:pt x="20915" y="125791"/>
                    <a:pt x="21983" y="126858"/>
                    <a:pt x="23284" y="126858"/>
                  </a:cubicBezTo>
                  <a:lnTo>
                    <a:pt x="51871" y="126858"/>
                  </a:lnTo>
                  <a:lnTo>
                    <a:pt x="72119" y="147073"/>
                  </a:lnTo>
                  <a:cubicBezTo>
                    <a:pt x="72552" y="147506"/>
                    <a:pt x="73153" y="147773"/>
                    <a:pt x="73786" y="147773"/>
                  </a:cubicBezTo>
                  <a:cubicBezTo>
                    <a:pt x="74387" y="147773"/>
                    <a:pt x="74987" y="147506"/>
                    <a:pt x="75421" y="147073"/>
                  </a:cubicBezTo>
                  <a:lnTo>
                    <a:pt x="95669" y="126858"/>
                  </a:lnTo>
                  <a:lnTo>
                    <a:pt x="124256" y="126858"/>
                  </a:lnTo>
                  <a:cubicBezTo>
                    <a:pt x="125557" y="126858"/>
                    <a:pt x="126624" y="125791"/>
                    <a:pt x="126624" y="124490"/>
                  </a:cubicBezTo>
                  <a:lnTo>
                    <a:pt x="126624" y="95903"/>
                  </a:lnTo>
                  <a:lnTo>
                    <a:pt x="146839" y="75655"/>
                  </a:lnTo>
                  <a:cubicBezTo>
                    <a:pt x="147272" y="75221"/>
                    <a:pt x="147539" y="74621"/>
                    <a:pt x="147539" y="73987"/>
                  </a:cubicBezTo>
                  <a:cubicBezTo>
                    <a:pt x="147539" y="73386"/>
                    <a:pt x="147306" y="72786"/>
                    <a:pt x="146839" y="72352"/>
                  </a:cubicBezTo>
                  <a:close/>
                  <a:moveTo>
                    <a:pt x="122621" y="93267"/>
                  </a:moveTo>
                  <a:cubicBezTo>
                    <a:pt x="122154" y="93701"/>
                    <a:pt x="121921" y="94301"/>
                    <a:pt x="121921" y="94935"/>
                  </a:cubicBezTo>
                  <a:lnTo>
                    <a:pt x="121921" y="122155"/>
                  </a:lnTo>
                  <a:lnTo>
                    <a:pt x="94701" y="122155"/>
                  </a:lnTo>
                  <a:cubicBezTo>
                    <a:pt x="94068" y="122155"/>
                    <a:pt x="93467" y="122388"/>
                    <a:pt x="93034" y="122822"/>
                  </a:cubicBezTo>
                  <a:lnTo>
                    <a:pt x="73786" y="142102"/>
                  </a:lnTo>
                  <a:lnTo>
                    <a:pt x="54506" y="122855"/>
                  </a:lnTo>
                  <a:cubicBezTo>
                    <a:pt x="54072" y="122388"/>
                    <a:pt x="53472" y="122155"/>
                    <a:pt x="52838" y="122155"/>
                  </a:cubicBezTo>
                  <a:lnTo>
                    <a:pt x="25619" y="122155"/>
                  </a:lnTo>
                  <a:lnTo>
                    <a:pt x="25619" y="94935"/>
                  </a:lnTo>
                  <a:cubicBezTo>
                    <a:pt x="25619" y="94301"/>
                    <a:pt x="25385" y="93701"/>
                    <a:pt x="24952" y="93267"/>
                  </a:cubicBezTo>
                  <a:lnTo>
                    <a:pt x="5671" y="74020"/>
                  </a:lnTo>
                  <a:lnTo>
                    <a:pt x="24952" y="54740"/>
                  </a:lnTo>
                  <a:cubicBezTo>
                    <a:pt x="25385" y="54306"/>
                    <a:pt x="25619" y="53706"/>
                    <a:pt x="25619" y="53105"/>
                  </a:cubicBezTo>
                  <a:lnTo>
                    <a:pt x="25619" y="25852"/>
                  </a:lnTo>
                  <a:lnTo>
                    <a:pt x="52838" y="25852"/>
                  </a:lnTo>
                  <a:cubicBezTo>
                    <a:pt x="53472" y="25852"/>
                    <a:pt x="54072" y="25619"/>
                    <a:pt x="54506" y="25185"/>
                  </a:cubicBezTo>
                  <a:lnTo>
                    <a:pt x="73786" y="5905"/>
                  </a:lnTo>
                  <a:lnTo>
                    <a:pt x="93034" y="25185"/>
                  </a:lnTo>
                  <a:cubicBezTo>
                    <a:pt x="93467" y="25619"/>
                    <a:pt x="94068" y="25852"/>
                    <a:pt x="94701" y="25852"/>
                  </a:cubicBezTo>
                  <a:lnTo>
                    <a:pt x="121921" y="25852"/>
                  </a:lnTo>
                  <a:lnTo>
                    <a:pt x="121921" y="53072"/>
                  </a:lnTo>
                  <a:cubicBezTo>
                    <a:pt x="121921" y="53706"/>
                    <a:pt x="122154" y="54306"/>
                    <a:pt x="122588" y="54740"/>
                  </a:cubicBezTo>
                  <a:lnTo>
                    <a:pt x="141868" y="73987"/>
                  </a:lnTo>
                  <a:close/>
                </a:path>
              </a:pathLst>
            </a:custGeom>
            <a:solidFill>
              <a:srgbClr val="9575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95" name="Shape 95"/>
        <p:cNvGrpSpPr/>
        <p:nvPr/>
      </p:nvGrpSpPr>
      <p:grpSpPr>
        <a:xfrm>
          <a:off x="0" y="0"/>
          <a:ext cx="0" cy="0"/>
          <a:chOff x="0" y="0"/>
          <a:chExt cx="0" cy="0"/>
        </a:xfrm>
      </p:grpSpPr>
      <p:sp>
        <p:nvSpPr>
          <p:cNvPr id="96" name="Google Shape;96;p8"/>
          <p:cNvSpPr/>
          <p:nvPr/>
        </p:nvSpPr>
        <p:spPr>
          <a:xfrm>
            <a:off x="0" y="0"/>
            <a:ext cx="9144259" cy="5143463"/>
          </a:xfrm>
          <a:custGeom>
            <a:rect b="b" l="l" r="r" t="t"/>
            <a:pathLst>
              <a:path extrusionOk="0" h="123123" w="246310">
                <a:moveTo>
                  <a:pt x="245442" y="2136"/>
                </a:moveTo>
                <a:lnTo>
                  <a:pt x="244175" y="2136"/>
                </a:lnTo>
                <a:lnTo>
                  <a:pt x="244175" y="1035"/>
                </a:lnTo>
                <a:lnTo>
                  <a:pt x="244075" y="768"/>
                </a:lnTo>
                <a:lnTo>
                  <a:pt x="243274" y="1"/>
                </a:lnTo>
                <a:lnTo>
                  <a:pt x="243141" y="1"/>
                </a:lnTo>
                <a:lnTo>
                  <a:pt x="242173" y="1"/>
                </a:lnTo>
                <a:lnTo>
                  <a:pt x="240372" y="1"/>
                </a:lnTo>
                <a:lnTo>
                  <a:pt x="239238" y="1"/>
                </a:lnTo>
                <a:lnTo>
                  <a:pt x="231499" y="1"/>
                </a:lnTo>
                <a:lnTo>
                  <a:pt x="231332" y="1"/>
                </a:lnTo>
                <a:lnTo>
                  <a:pt x="230532" y="1"/>
                </a:lnTo>
                <a:lnTo>
                  <a:pt x="230365" y="1"/>
                </a:lnTo>
                <a:lnTo>
                  <a:pt x="222626" y="1"/>
                </a:lnTo>
                <a:lnTo>
                  <a:pt x="222626" y="1"/>
                </a:lnTo>
                <a:lnTo>
                  <a:pt x="221492" y="1"/>
                </a:lnTo>
                <a:lnTo>
                  <a:pt x="219691" y="1"/>
                </a:lnTo>
                <a:lnTo>
                  <a:pt x="218723" y="1"/>
                </a:lnTo>
                <a:lnTo>
                  <a:pt x="218557" y="1"/>
                </a:lnTo>
                <a:lnTo>
                  <a:pt x="217789" y="768"/>
                </a:lnTo>
                <a:lnTo>
                  <a:pt x="217689" y="1035"/>
                </a:lnTo>
                <a:lnTo>
                  <a:pt x="217689" y="2136"/>
                </a:lnTo>
                <a:lnTo>
                  <a:pt x="216422" y="2136"/>
                </a:lnTo>
                <a:lnTo>
                  <a:pt x="215521" y="3036"/>
                </a:lnTo>
                <a:lnTo>
                  <a:pt x="214654" y="2136"/>
                </a:lnTo>
                <a:lnTo>
                  <a:pt x="213386" y="2136"/>
                </a:lnTo>
                <a:lnTo>
                  <a:pt x="213386" y="1035"/>
                </a:lnTo>
                <a:lnTo>
                  <a:pt x="213286" y="768"/>
                </a:lnTo>
                <a:lnTo>
                  <a:pt x="212519" y="1"/>
                </a:lnTo>
                <a:lnTo>
                  <a:pt x="212352" y="1"/>
                </a:lnTo>
                <a:lnTo>
                  <a:pt x="211385" y="1"/>
                </a:lnTo>
                <a:lnTo>
                  <a:pt x="209584" y="1"/>
                </a:lnTo>
                <a:lnTo>
                  <a:pt x="208449" y="1"/>
                </a:lnTo>
                <a:lnTo>
                  <a:pt x="200710" y="1"/>
                </a:lnTo>
                <a:lnTo>
                  <a:pt x="200544" y="1"/>
                </a:lnTo>
                <a:lnTo>
                  <a:pt x="199743" y="1"/>
                </a:lnTo>
                <a:lnTo>
                  <a:pt x="199576" y="1"/>
                </a:lnTo>
                <a:lnTo>
                  <a:pt x="191837" y="1"/>
                </a:lnTo>
                <a:lnTo>
                  <a:pt x="190703" y="1"/>
                </a:lnTo>
                <a:lnTo>
                  <a:pt x="188902" y="1"/>
                </a:lnTo>
                <a:lnTo>
                  <a:pt x="187935" y="1"/>
                </a:lnTo>
                <a:lnTo>
                  <a:pt x="187801" y="1"/>
                </a:lnTo>
                <a:lnTo>
                  <a:pt x="187001" y="768"/>
                </a:lnTo>
                <a:lnTo>
                  <a:pt x="186901" y="1035"/>
                </a:lnTo>
                <a:lnTo>
                  <a:pt x="186901" y="2136"/>
                </a:lnTo>
                <a:lnTo>
                  <a:pt x="185633" y="2136"/>
                </a:lnTo>
                <a:lnTo>
                  <a:pt x="184766" y="3036"/>
                </a:lnTo>
                <a:lnTo>
                  <a:pt x="183865" y="2136"/>
                </a:lnTo>
                <a:lnTo>
                  <a:pt x="182598" y="2136"/>
                </a:lnTo>
                <a:lnTo>
                  <a:pt x="182598" y="1035"/>
                </a:lnTo>
                <a:lnTo>
                  <a:pt x="182497" y="768"/>
                </a:lnTo>
                <a:lnTo>
                  <a:pt x="181730" y="1"/>
                </a:lnTo>
                <a:lnTo>
                  <a:pt x="181563" y="1"/>
                </a:lnTo>
                <a:lnTo>
                  <a:pt x="180596" y="1"/>
                </a:lnTo>
                <a:lnTo>
                  <a:pt x="178795" y="1"/>
                </a:lnTo>
                <a:lnTo>
                  <a:pt x="177661" y="1"/>
                </a:lnTo>
                <a:lnTo>
                  <a:pt x="169922" y="1"/>
                </a:lnTo>
                <a:lnTo>
                  <a:pt x="169755" y="1"/>
                </a:lnTo>
                <a:lnTo>
                  <a:pt x="168954" y="1"/>
                </a:lnTo>
                <a:lnTo>
                  <a:pt x="168788" y="1"/>
                </a:lnTo>
                <a:lnTo>
                  <a:pt x="161049" y="1"/>
                </a:lnTo>
                <a:lnTo>
                  <a:pt x="159948" y="1"/>
                </a:lnTo>
                <a:lnTo>
                  <a:pt x="158113" y="1"/>
                </a:lnTo>
                <a:lnTo>
                  <a:pt x="157179" y="1"/>
                </a:lnTo>
                <a:lnTo>
                  <a:pt x="157013" y="1"/>
                </a:lnTo>
                <a:lnTo>
                  <a:pt x="156245" y="768"/>
                </a:lnTo>
                <a:lnTo>
                  <a:pt x="156112" y="1035"/>
                </a:lnTo>
                <a:lnTo>
                  <a:pt x="156112" y="2136"/>
                </a:lnTo>
                <a:lnTo>
                  <a:pt x="154844" y="2136"/>
                </a:lnTo>
                <a:lnTo>
                  <a:pt x="153944" y="3036"/>
                </a:lnTo>
                <a:lnTo>
                  <a:pt x="153076" y="2136"/>
                </a:lnTo>
                <a:lnTo>
                  <a:pt x="151809" y="2136"/>
                </a:lnTo>
                <a:lnTo>
                  <a:pt x="151809" y="1035"/>
                </a:lnTo>
                <a:lnTo>
                  <a:pt x="151675" y="768"/>
                </a:lnTo>
                <a:lnTo>
                  <a:pt x="150908" y="1"/>
                </a:lnTo>
                <a:lnTo>
                  <a:pt x="150741" y="1"/>
                </a:lnTo>
                <a:lnTo>
                  <a:pt x="149807" y="1"/>
                </a:lnTo>
                <a:lnTo>
                  <a:pt x="147973" y="1"/>
                </a:lnTo>
                <a:lnTo>
                  <a:pt x="146872" y="1"/>
                </a:lnTo>
                <a:lnTo>
                  <a:pt x="139133" y="1"/>
                </a:lnTo>
                <a:lnTo>
                  <a:pt x="138966" y="1"/>
                </a:lnTo>
                <a:lnTo>
                  <a:pt x="138166" y="1"/>
                </a:lnTo>
                <a:lnTo>
                  <a:pt x="137999" y="1"/>
                </a:lnTo>
                <a:lnTo>
                  <a:pt x="130260" y="1"/>
                </a:lnTo>
                <a:lnTo>
                  <a:pt x="129126" y="1"/>
                </a:lnTo>
                <a:lnTo>
                  <a:pt x="127325" y="1"/>
                </a:lnTo>
                <a:lnTo>
                  <a:pt x="126357" y="1"/>
                </a:lnTo>
                <a:lnTo>
                  <a:pt x="126191" y="1"/>
                </a:lnTo>
                <a:lnTo>
                  <a:pt x="125423" y="768"/>
                </a:lnTo>
                <a:lnTo>
                  <a:pt x="125323" y="1035"/>
                </a:lnTo>
                <a:lnTo>
                  <a:pt x="125323" y="2136"/>
                </a:lnTo>
                <a:lnTo>
                  <a:pt x="124056" y="2136"/>
                </a:lnTo>
                <a:lnTo>
                  <a:pt x="123155" y="3036"/>
                </a:lnTo>
                <a:lnTo>
                  <a:pt x="122254" y="2136"/>
                </a:lnTo>
                <a:lnTo>
                  <a:pt x="121020" y="2136"/>
                </a:lnTo>
                <a:lnTo>
                  <a:pt x="121020" y="1035"/>
                </a:lnTo>
                <a:lnTo>
                  <a:pt x="120887" y="768"/>
                </a:lnTo>
                <a:lnTo>
                  <a:pt x="120120" y="1"/>
                </a:lnTo>
                <a:lnTo>
                  <a:pt x="119953" y="1"/>
                </a:lnTo>
                <a:lnTo>
                  <a:pt x="119019" y="1"/>
                </a:lnTo>
                <a:lnTo>
                  <a:pt x="117184" y="1"/>
                </a:lnTo>
                <a:lnTo>
                  <a:pt x="116083" y="1"/>
                </a:lnTo>
                <a:lnTo>
                  <a:pt x="108311" y="1"/>
                </a:lnTo>
                <a:lnTo>
                  <a:pt x="108144" y="1"/>
                </a:lnTo>
                <a:lnTo>
                  <a:pt x="107377" y="1"/>
                </a:lnTo>
                <a:lnTo>
                  <a:pt x="107210" y="1"/>
                </a:lnTo>
                <a:lnTo>
                  <a:pt x="99472" y="1"/>
                </a:lnTo>
                <a:lnTo>
                  <a:pt x="98337" y="1"/>
                </a:lnTo>
                <a:lnTo>
                  <a:pt x="96536" y="1"/>
                </a:lnTo>
                <a:lnTo>
                  <a:pt x="95569" y="1"/>
                </a:lnTo>
                <a:lnTo>
                  <a:pt x="95402" y="1"/>
                </a:lnTo>
                <a:lnTo>
                  <a:pt x="94635" y="768"/>
                </a:lnTo>
                <a:lnTo>
                  <a:pt x="94535" y="1035"/>
                </a:lnTo>
                <a:lnTo>
                  <a:pt x="94535" y="2136"/>
                </a:lnTo>
                <a:lnTo>
                  <a:pt x="93267" y="2136"/>
                </a:lnTo>
                <a:lnTo>
                  <a:pt x="92366" y="3036"/>
                </a:lnTo>
                <a:lnTo>
                  <a:pt x="91499" y="2136"/>
                </a:lnTo>
                <a:lnTo>
                  <a:pt x="90232" y="2136"/>
                </a:lnTo>
                <a:lnTo>
                  <a:pt x="90232" y="1035"/>
                </a:lnTo>
                <a:lnTo>
                  <a:pt x="90098" y="768"/>
                </a:lnTo>
                <a:lnTo>
                  <a:pt x="89331" y="1"/>
                </a:lnTo>
                <a:lnTo>
                  <a:pt x="89164" y="1"/>
                </a:lnTo>
                <a:lnTo>
                  <a:pt x="88197" y="1"/>
                </a:lnTo>
                <a:lnTo>
                  <a:pt x="86396" y="1"/>
                </a:lnTo>
                <a:lnTo>
                  <a:pt x="85295" y="1"/>
                </a:lnTo>
                <a:lnTo>
                  <a:pt x="77523" y="1"/>
                </a:lnTo>
                <a:lnTo>
                  <a:pt x="77356" y="1"/>
                </a:lnTo>
                <a:lnTo>
                  <a:pt x="76589" y="1"/>
                </a:lnTo>
                <a:lnTo>
                  <a:pt x="76422" y="1"/>
                </a:lnTo>
                <a:lnTo>
                  <a:pt x="68650" y="1"/>
                </a:lnTo>
                <a:lnTo>
                  <a:pt x="67549" y="1"/>
                </a:lnTo>
                <a:lnTo>
                  <a:pt x="65714" y="1"/>
                </a:lnTo>
                <a:lnTo>
                  <a:pt x="64780" y="1"/>
                </a:lnTo>
                <a:lnTo>
                  <a:pt x="64613" y="1"/>
                </a:lnTo>
                <a:lnTo>
                  <a:pt x="63846" y="768"/>
                </a:lnTo>
                <a:lnTo>
                  <a:pt x="63713" y="1035"/>
                </a:lnTo>
                <a:lnTo>
                  <a:pt x="63713" y="2136"/>
                </a:lnTo>
                <a:lnTo>
                  <a:pt x="62478" y="2136"/>
                </a:lnTo>
                <a:lnTo>
                  <a:pt x="61578" y="3036"/>
                </a:lnTo>
                <a:lnTo>
                  <a:pt x="60677" y="2136"/>
                </a:lnTo>
                <a:lnTo>
                  <a:pt x="59443" y="2136"/>
                </a:lnTo>
                <a:lnTo>
                  <a:pt x="59443" y="1035"/>
                </a:lnTo>
                <a:lnTo>
                  <a:pt x="59310" y="768"/>
                </a:lnTo>
                <a:lnTo>
                  <a:pt x="58542" y="1"/>
                </a:lnTo>
                <a:lnTo>
                  <a:pt x="58376" y="1"/>
                </a:lnTo>
                <a:lnTo>
                  <a:pt x="57408" y="1"/>
                </a:lnTo>
                <a:lnTo>
                  <a:pt x="55607" y="1"/>
                </a:lnTo>
                <a:lnTo>
                  <a:pt x="54506" y="1"/>
                </a:lnTo>
                <a:lnTo>
                  <a:pt x="46734" y="1"/>
                </a:lnTo>
                <a:lnTo>
                  <a:pt x="46567" y="1"/>
                </a:lnTo>
                <a:lnTo>
                  <a:pt x="45767" y="1"/>
                </a:lnTo>
                <a:lnTo>
                  <a:pt x="45600" y="1"/>
                </a:lnTo>
                <a:lnTo>
                  <a:pt x="37861" y="1"/>
                </a:lnTo>
                <a:lnTo>
                  <a:pt x="36760" y="1"/>
                </a:lnTo>
                <a:lnTo>
                  <a:pt x="34925" y="1"/>
                </a:lnTo>
                <a:lnTo>
                  <a:pt x="33991" y="1"/>
                </a:lnTo>
                <a:lnTo>
                  <a:pt x="33825" y="1"/>
                </a:lnTo>
                <a:lnTo>
                  <a:pt x="33057" y="768"/>
                </a:lnTo>
                <a:lnTo>
                  <a:pt x="32924" y="1035"/>
                </a:lnTo>
                <a:lnTo>
                  <a:pt x="32924" y="2136"/>
                </a:lnTo>
                <a:lnTo>
                  <a:pt x="31690" y="2136"/>
                </a:lnTo>
                <a:lnTo>
                  <a:pt x="30789" y="3036"/>
                </a:lnTo>
                <a:lnTo>
                  <a:pt x="29889" y="2136"/>
                </a:lnTo>
                <a:lnTo>
                  <a:pt x="28654" y="2136"/>
                </a:lnTo>
                <a:lnTo>
                  <a:pt x="28654" y="1035"/>
                </a:lnTo>
                <a:lnTo>
                  <a:pt x="28521" y="768"/>
                </a:lnTo>
                <a:lnTo>
                  <a:pt x="27754" y="1"/>
                </a:lnTo>
                <a:lnTo>
                  <a:pt x="27587" y="1"/>
                </a:lnTo>
                <a:lnTo>
                  <a:pt x="26620" y="1"/>
                </a:lnTo>
                <a:lnTo>
                  <a:pt x="24818" y="1"/>
                </a:lnTo>
                <a:lnTo>
                  <a:pt x="23684" y="1"/>
                </a:lnTo>
                <a:lnTo>
                  <a:pt x="23684" y="1"/>
                </a:lnTo>
                <a:lnTo>
                  <a:pt x="15945" y="1"/>
                </a:lnTo>
                <a:lnTo>
                  <a:pt x="15778" y="1"/>
                </a:lnTo>
                <a:lnTo>
                  <a:pt x="14978" y="1"/>
                </a:lnTo>
                <a:lnTo>
                  <a:pt x="14811" y="1"/>
                </a:lnTo>
                <a:lnTo>
                  <a:pt x="7072" y="1"/>
                </a:lnTo>
                <a:lnTo>
                  <a:pt x="5938" y="1"/>
                </a:lnTo>
                <a:lnTo>
                  <a:pt x="4137" y="1"/>
                </a:lnTo>
                <a:lnTo>
                  <a:pt x="3169" y="1"/>
                </a:lnTo>
                <a:lnTo>
                  <a:pt x="3036" y="1"/>
                </a:lnTo>
                <a:lnTo>
                  <a:pt x="2235" y="768"/>
                </a:lnTo>
                <a:lnTo>
                  <a:pt x="2135" y="1035"/>
                </a:lnTo>
                <a:lnTo>
                  <a:pt x="2135" y="2136"/>
                </a:lnTo>
                <a:lnTo>
                  <a:pt x="868" y="2136"/>
                </a:lnTo>
                <a:lnTo>
                  <a:pt x="0" y="3036"/>
                </a:lnTo>
                <a:lnTo>
                  <a:pt x="0" y="3203"/>
                </a:lnTo>
                <a:lnTo>
                  <a:pt x="0" y="4137"/>
                </a:lnTo>
                <a:lnTo>
                  <a:pt x="0" y="5972"/>
                </a:lnTo>
                <a:lnTo>
                  <a:pt x="0" y="7073"/>
                </a:lnTo>
                <a:lnTo>
                  <a:pt x="0" y="14845"/>
                </a:lnTo>
                <a:lnTo>
                  <a:pt x="0" y="14978"/>
                </a:lnTo>
                <a:lnTo>
                  <a:pt x="0" y="15779"/>
                </a:lnTo>
                <a:lnTo>
                  <a:pt x="0" y="15946"/>
                </a:lnTo>
                <a:lnTo>
                  <a:pt x="0" y="23685"/>
                </a:lnTo>
                <a:lnTo>
                  <a:pt x="0" y="24819"/>
                </a:lnTo>
                <a:lnTo>
                  <a:pt x="0" y="26620"/>
                </a:lnTo>
                <a:lnTo>
                  <a:pt x="0" y="27587"/>
                </a:lnTo>
                <a:lnTo>
                  <a:pt x="0" y="27754"/>
                </a:lnTo>
                <a:lnTo>
                  <a:pt x="868" y="28621"/>
                </a:lnTo>
                <a:lnTo>
                  <a:pt x="2135" y="28621"/>
                </a:lnTo>
                <a:lnTo>
                  <a:pt x="2135" y="29722"/>
                </a:lnTo>
                <a:lnTo>
                  <a:pt x="2235" y="30022"/>
                </a:lnTo>
                <a:lnTo>
                  <a:pt x="3036" y="30790"/>
                </a:lnTo>
                <a:lnTo>
                  <a:pt x="2235" y="31557"/>
                </a:lnTo>
                <a:lnTo>
                  <a:pt x="2135" y="31824"/>
                </a:lnTo>
                <a:lnTo>
                  <a:pt x="2135" y="32924"/>
                </a:lnTo>
                <a:lnTo>
                  <a:pt x="868" y="32924"/>
                </a:lnTo>
                <a:lnTo>
                  <a:pt x="0" y="33825"/>
                </a:lnTo>
                <a:lnTo>
                  <a:pt x="0" y="33959"/>
                </a:lnTo>
                <a:lnTo>
                  <a:pt x="0" y="34926"/>
                </a:lnTo>
                <a:lnTo>
                  <a:pt x="0" y="36727"/>
                </a:lnTo>
                <a:lnTo>
                  <a:pt x="0" y="37861"/>
                </a:lnTo>
                <a:lnTo>
                  <a:pt x="0" y="45600"/>
                </a:lnTo>
                <a:lnTo>
                  <a:pt x="0" y="45767"/>
                </a:lnTo>
                <a:lnTo>
                  <a:pt x="0" y="46568"/>
                </a:lnTo>
                <a:lnTo>
                  <a:pt x="0" y="46734"/>
                </a:lnTo>
                <a:lnTo>
                  <a:pt x="0" y="54473"/>
                </a:lnTo>
                <a:lnTo>
                  <a:pt x="0" y="55607"/>
                </a:lnTo>
                <a:lnTo>
                  <a:pt x="0" y="57409"/>
                </a:lnTo>
                <a:lnTo>
                  <a:pt x="0" y="58376"/>
                </a:lnTo>
                <a:lnTo>
                  <a:pt x="0" y="58509"/>
                </a:lnTo>
                <a:lnTo>
                  <a:pt x="868" y="59410"/>
                </a:lnTo>
                <a:lnTo>
                  <a:pt x="2135" y="59410"/>
                </a:lnTo>
                <a:lnTo>
                  <a:pt x="2135" y="60511"/>
                </a:lnTo>
                <a:lnTo>
                  <a:pt x="2235" y="60778"/>
                </a:lnTo>
                <a:lnTo>
                  <a:pt x="3036" y="61545"/>
                </a:lnTo>
                <a:lnTo>
                  <a:pt x="2235" y="62312"/>
                </a:lnTo>
                <a:lnTo>
                  <a:pt x="2135" y="62612"/>
                </a:lnTo>
                <a:lnTo>
                  <a:pt x="2135" y="63713"/>
                </a:lnTo>
                <a:lnTo>
                  <a:pt x="868" y="63713"/>
                </a:lnTo>
                <a:lnTo>
                  <a:pt x="0" y="64580"/>
                </a:lnTo>
                <a:lnTo>
                  <a:pt x="0" y="64747"/>
                </a:lnTo>
                <a:lnTo>
                  <a:pt x="0" y="65715"/>
                </a:lnTo>
                <a:lnTo>
                  <a:pt x="0" y="67516"/>
                </a:lnTo>
                <a:lnTo>
                  <a:pt x="0" y="68650"/>
                </a:lnTo>
                <a:lnTo>
                  <a:pt x="0" y="76389"/>
                </a:lnTo>
                <a:lnTo>
                  <a:pt x="0" y="76556"/>
                </a:lnTo>
                <a:lnTo>
                  <a:pt x="0" y="77356"/>
                </a:lnTo>
                <a:lnTo>
                  <a:pt x="0" y="77490"/>
                </a:lnTo>
                <a:lnTo>
                  <a:pt x="0" y="85262"/>
                </a:lnTo>
                <a:lnTo>
                  <a:pt x="0" y="86363"/>
                </a:lnTo>
                <a:lnTo>
                  <a:pt x="0" y="88197"/>
                </a:lnTo>
                <a:lnTo>
                  <a:pt x="0" y="89131"/>
                </a:lnTo>
                <a:lnTo>
                  <a:pt x="0" y="89298"/>
                </a:lnTo>
                <a:lnTo>
                  <a:pt x="868" y="90199"/>
                </a:lnTo>
                <a:lnTo>
                  <a:pt x="2135" y="90199"/>
                </a:lnTo>
                <a:lnTo>
                  <a:pt x="2135" y="91266"/>
                </a:lnTo>
                <a:lnTo>
                  <a:pt x="2235" y="91566"/>
                </a:lnTo>
                <a:lnTo>
                  <a:pt x="3036" y="92334"/>
                </a:lnTo>
                <a:lnTo>
                  <a:pt x="2235" y="93101"/>
                </a:lnTo>
                <a:lnTo>
                  <a:pt x="2135" y="93368"/>
                </a:lnTo>
                <a:lnTo>
                  <a:pt x="2135" y="94469"/>
                </a:lnTo>
                <a:lnTo>
                  <a:pt x="868" y="94469"/>
                </a:lnTo>
                <a:lnTo>
                  <a:pt x="0" y="95369"/>
                </a:lnTo>
                <a:lnTo>
                  <a:pt x="0" y="95536"/>
                </a:lnTo>
                <a:lnTo>
                  <a:pt x="0" y="96470"/>
                </a:lnTo>
                <a:lnTo>
                  <a:pt x="0" y="98305"/>
                </a:lnTo>
                <a:lnTo>
                  <a:pt x="0" y="99405"/>
                </a:lnTo>
                <a:lnTo>
                  <a:pt x="0" y="107178"/>
                </a:lnTo>
                <a:lnTo>
                  <a:pt x="0" y="107311"/>
                </a:lnTo>
                <a:lnTo>
                  <a:pt x="0" y="108112"/>
                </a:lnTo>
                <a:lnTo>
                  <a:pt x="0" y="108278"/>
                </a:lnTo>
                <a:lnTo>
                  <a:pt x="0" y="116017"/>
                </a:lnTo>
                <a:lnTo>
                  <a:pt x="0" y="117151"/>
                </a:lnTo>
                <a:lnTo>
                  <a:pt x="0" y="118953"/>
                </a:lnTo>
                <a:lnTo>
                  <a:pt x="0" y="119920"/>
                </a:lnTo>
                <a:lnTo>
                  <a:pt x="0" y="120087"/>
                </a:lnTo>
                <a:lnTo>
                  <a:pt x="868" y="120954"/>
                </a:lnTo>
                <a:lnTo>
                  <a:pt x="2135" y="120954"/>
                </a:lnTo>
                <a:lnTo>
                  <a:pt x="2135" y="122055"/>
                </a:lnTo>
                <a:lnTo>
                  <a:pt x="2235" y="122355"/>
                </a:lnTo>
                <a:lnTo>
                  <a:pt x="3036" y="123122"/>
                </a:lnTo>
                <a:lnTo>
                  <a:pt x="3169" y="123122"/>
                </a:lnTo>
                <a:lnTo>
                  <a:pt x="4137" y="123122"/>
                </a:lnTo>
                <a:lnTo>
                  <a:pt x="5938" y="123122"/>
                </a:lnTo>
                <a:lnTo>
                  <a:pt x="7072" y="123122"/>
                </a:lnTo>
                <a:lnTo>
                  <a:pt x="14811" y="123122"/>
                </a:lnTo>
                <a:lnTo>
                  <a:pt x="14978" y="123122"/>
                </a:lnTo>
                <a:lnTo>
                  <a:pt x="15778" y="123122"/>
                </a:lnTo>
                <a:lnTo>
                  <a:pt x="15945" y="123122"/>
                </a:lnTo>
                <a:lnTo>
                  <a:pt x="23684" y="123122"/>
                </a:lnTo>
                <a:lnTo>
                  <a:pt x="23684" y="123122"/>
                </a:lnTo>
                <a:lnTo>
                  <a:pt x="24818" y="123122"/>
                </a:lnTo>
                <a:lnTo>
                  <a:pt x="26620" y="123122"/>
                </a:lnTo>
                <a:lnTo>
                  <a:pt x="27587" y="123122"/>
                </a:lnTo>
                <a:lnTo>
                  <a:pt x="27754" y="123122"/>
                </a:lnTo>
                <a:lnTo>
                  <a:pt x="28521" y="122355"/>
                </a:lnTo>
                <a:lnTo>
                  <a:pt x="28621" y="122055"/>
                </a:lnTo>
                <a:lnTo>
                  <a:pt x="28621" y="120954"/>
                </a:lnTo>
                <a:lnTo>
                  <a:pt x="29889" y="120954"/>
                </a:lnTo>
                <a:lnTo>
                  <a:pt x="30789" y="120087"/>
                </a:lnTo>
                <a:lnTo>
                  <a:pt x="31656" y="120954"/>
                </a:lnTo>
                <a:lnTo>
                  <a:pt x="32924" y="120954"/>
                </a:lnTo>
                <a:lnTo>
                  <a:pt x="32924" y="122055"/>
                </a:lnTo>
                <a:lnTo>
                  <a:pt x="33024" y="122355"/>
                </a:lnTo>
                <a:lnTo>
                  <a:pt x="33825" y="123122"/>
                </a:lnTo>
                <a:lnTo>
                  <a:pt x="33958" y="123122"/>
                </a:lnTo>
                <a:lnTo>
                  <a:pt x="34925" y="123122"/>
                </a:lnTo>
                <a:lnTo>
                  <a:pt x="36727" y="123122"/>
                </a:lnTo>
                <a:lnTo>
                  <a:pt x="37861" y="123122"/>
                </a:lnTo>
                <a:lnTo>
                  <a:pt x="45600" y="123122"/>
                </a:lnTo>
                <a:lnTo>
                  <a:pt x="45767" y="123122"/>
                </a:lnTo>
                <a:lnTo>
                  <a:pt x="46567" y="123122"/>
                </a:lnTo>
                <a:lnTo>
                  <a:pt x="46734" y="123122"/>
                </a:lnTo>
                <a:lnTo>
                  <a:pt x="54473" y="123122"/>
                </a:lnTo>
                <a:lnTo>
                  <a:pt x="55607" y="123122"/>
                </a:lnTo>
                <a:lnTo>
                  <a:pt x="57408" y="123122"/>
                </a:lnTo>
                <a:lnTo>
                  <a:pt x="58376" y="123122"/>
                </a:lnTo>
                <a:lnTo>
                  <a:pt x="58542" y="123122"/>
                </a:lnTo>
                <a:lnTo>
                  <a:pt x="59310" y="122355"/>
                </a:lnTo>
                <a:lnTo>
                  <a:pt x="59410" y="122055"/>
                </a:lnTo>
                <a:lnTo>
                  <a:pt x="59410" y="120954"/>
                </a:lnTo>
                <a:lnTo>
                  <a:pt x="60677" y="120954"/>
                </a:lnTo>
                <a:lnTo>
                  <a:pt x="61578" y="120087"/>
                </a:lnTo>
                <a:lnTo>
                  <a:pt x="62445" y="120954"/>
                </a:lnTo>
                <a:lnTo>
                  <a:pt x="63713" y="120954"/>
                </a:lnTo>
                <a:lnTo>
                  <a:pt x="63713" y="122055"/>
                </a:lnTo>
                <a:lnTo>
                  <a:pt x="63813" y="122355"/>
                </a:lnTo>
                <a:lnTo>
                  <a:pt x="64613" y="123122"/>
                </a:lnTo>
                <a:lnTo>
                  <a:pt x="64747" y="123122"/>
                </a:lnTo>
                <a:lnTo>
                  <a:pt x="65714" y="123122"/>
                </a:lnTo>
                <a:lnTo>
                  <a:pt x="67515" y="123122"/>
                </a:lnTo>
                <a:lnTo>
                  <a:pt x="68650" y="123122"/>
                </a:lnTo>
                <a:lnTo>
                  <a:pt x="76388" y="123122"/>
                </a:lnTo>
                <a:lnTo>
                  <a:pt x="76555" y="123122"/>
                </a:lnTo>
                <a:lnTo>
                  <a:pt x="77356" y="123122"/>
                </a:lnTo>
                <a:lnTo>
                  <a:pt x="77523" y="123122"/>
                </a:lnTo>
                <a:lnTo>
                  <a:pt x="85261" y="123122"/>
                </a:lnTo>
                <a:lnTo>
                  <a:pt x="86362" y="123122"/>
                </a:lnTo>
                <a:lnTo>
                  <a:pt x="88197" y="123122"/>
                </a:lnTo>
                <a:lnTo>
                  <a:pt x="89131" y="123122"/>
                </a:lnTo>
                <a:lnTo>
                  <a:pt x="89298" y="123122"/>
                </a:lnTo>
                <a:lnTo>
                  <a:pt x="90065" y="122355"/>
                </a:lnTo>
                <a:lnTo>
                  <a:pt x="90198" y="122055"/>
                </a:lnTo>
                <a:lnTo>
                  <a:pt x="90198" y="120954"/>
                </a:lnTo>
                <a:lnTo>
                  <a:pt x="91466" y="120954"/>
                </a:lnTo>
                <a:lnTo>
                  <a:pt x="92333" y="120087"/>
                </a:lnTo>
                <a:lnTo>
                  <a:pt x="93234" y="120954"/>
                </a:lnTo>
                <a:lnTo>
                  <a:pt x="94501" y="120954"/>
                </a:lnTo>
                <a:lnTo>
                  <a:pt x="94501" y="122055"/>
                </a:lnTo>
                <a:lnTo>
                  <a:pt x="94601" y="122355"/>
                </a:lnTo>
                <a:lnTo>
                  <a:pt x="95369" y="123122"/>
                </a:lnTo>
                <a:lnTo>
                  <a:pt x="95535" y="123122"/>
                </a:lnTo>
                <a:lnTo>
                  <a:pt x="96503" y="123122"/>
                </a:lnTo>
                <a:lnTo>
                  <a:pt x="98304" y="123122"/>
                </a:lnTo>
                <a:lnTo>
                  <a:pt x="99438" y="123122"/>
                </a:lnTo>
                <a:lnTo>
                  <a:pt x="107177" y="123122"/>
                </a:lnTo>
                <a:lnTo>
                  <a:pt x="107344" y="123122"/>
                </a:lnTo>
                <a:lnTo>
                  <a:pt x="108111" y="123122"/>
                </a:lnTo>
                <a:lnTo>
                  <a:pt x="108278" y="123122"/>
                </a:lnTo>
                <a:lnTo>
                  <a:pt x="116050" y="123122"/>
                </a:lnTo>
                <a:lnTo>
                  <a:pt x="117151" y="123122"/>
                </a:lnTo>
                <a:lnTo>
                  <a:pt x="118985" y="123122"/>
                </a:lnTo>
                <a:lnTo>
                  <a:pt x="119919" y="123122"/>
                </a:lnTo>
                <a:lnTo>
                  <a:pt x="120086" y="123122"/>
                </a:lnTo>
                <a:lnTo>
                  <a:pt x="120853" y="122355"/>
                </a:lnTo>
                <a:lnTo>
                  <a:pt x="120987" y="122055"/>
                </a:lnTo>
                <a:lnTo>
                  <a:pt x="120987" y="120954"/>
                </a:lnTo>
                <a:lnTo>
                  <a:pt x="122221" y="120954"/>
                </a:lnTo>
                <a:lnTo>
                  <a:pt x="123122" y="120087"/>
                </a:lnTo>
                <a:lnTo>
                  <a:pt x="124022" y="120954"/>
                </a:lnTo>
                <a:lnTo>
                  <a:pt x="125257" y="120954"/>
                </a:lnTo>
                <a:lnTo>
                  <a:pt x="125257" y="122055"/>
                </a:lnTo>
                <a:lnTo>
                  <a:pt x="125390" y="122355"/>
                </a:lnTo>
                <a:lnTo>
                  <a:pt x="126157" y="123122"/>
                </a:lnTo>
                <a:lnTo>
                  <a:pt x="126324" y="123122"/>
                </a:lnTo>
                <a:lnTo>
                  <a:pt x="127291" y="123122"/>
                </a:lnTo>
                <a:lnTo>
                  <a:pt x="129093" y="123122"/>
                </a:lnTo>
                <a:lnTo>
                  <a:pt x="130193" y="123122"/>
                </a:lnTo>
                <a:lnTo>
                  <a:pt x="137966" y="123122"/>
                </a:lnTo>
                <a:lnTo>
                  <a:pt x="138132" y="123122"/>
                </a:lnTo>
                <a:lnTo>
                  <a:pt x="138900" y="123122"/>
                </a:lnTo>
                <a:lnTo>
                  <a:pt x="139066" y="123122"/>
                </a:lnTo>
                <a:lnTo>
                  <a:pt x="146839" y="123122"/>
                </a:lnTo>
                <a:lnTo>
                  <a:pt x="147939" y="123122"/>
                </a:lnTo>
                <a:lnTo>
                  <a:pt x="149741" y="123122"/>
                </a:lnTo>
                <a:lnTo>
                  <a:pt x="150708" y="123122"/>
                </a:lnTo>
                <a:lnTo>
                  <a:pt x="150875" y="123122"/>
                </a:lnTo>
                <a:lnTo>
                  <a:pt x="151642" y="122355"/>
                </a:lnTo>
                <a:lnTo>
                  <a:pt x="151776" y="122055"/>
                </a:lnTo>
                <a:lnTo>
                  <a:pt x="151776" y="120954"/>
                </a:lnTo>
                <a:lnTo>
                  <a:pt x="153010" y="120954"/>
                </a:lnTo>
                <a:lnTo>
                  <a:pt x="153910" y="120087"/>
                </a:lnTo>
                <a:lnTo>
                  <a:pt x="154778" y="120954"/>
                </a:lnTo>
                <a:lnTo>
                  <a:pt x="156112" y="120954"/>
                </a:lnTo>
                <a:lnTo>
                  <a:pt x="156112" y="122055"/>
                </a:lnTo>
                <a:lnTo>
                  <a:pt x="156212" y="122355"/>
                </a:lnTo>
                <a:lnTo>
                  <a:pt x="156979" y="123122"/>
                </a:lnTo>
                <a:lnTo>
                  <a:pt x="157146" y="123122"/>
                </a:lnTo>
                <a:lnTo>
                  <a:pt x="158113" y="123122"/>
                </a:lnTo>
                <a:lnTo>
                  <a:pt x="159915" y="123122"/>
                </a:lnTo>
                <a:lnTo>
                  <a:pt x="161049" y="123122"/>
                </a:lnTo>
                <a:lnTo>
                  <a:pt x="168788" y="123122"/>
                </a:lnTo>
                <a:lnTo>
                  <a:pt x="168954" y="123122"/>
                </a:lnTo>
                <a:lnTo>
                  <a:pt x="169722" y="123122"/>
                </a:lnTo>
                <a:lnTo>
                  <a:pt x="169888" y="123122"/>
                </a:lnTo>
                <a:lnTo>
                  <a:pt x="177661" y="123122"/>
                </a:lnTo>
                <a:lnTo>
                  <a:pt x="178761" y="123122"/>
                </a:lnTo>
                <a:lnTo>
                  <a:pt x="180596" y="123122"/>
                </a:lnTo>
                <a:lnTo>
                  <a:pt x="181530" y="123122"/>
                </a:lnTo>
                <a:lnTo>
                  <a:pt x="181697" y="123122"/>
                </a:lnTo>
                <a:lnTo>
                  <a:pt x="182464" y="122355"/>
                </a:lnTo>
                <a:lnTo>
                  <a:pt x="182598" y="122055"/>
                </a:lnTo>
                <a:lnTo>
                  <a:pt x="182598" y="120954"/>
                </a:lnTo>
                <a:lnTo>
                  <a:pt x="183832" y="120954"/>
                </a:lnTo>
                <a:lnTo>
                  <a:pt x="184732" y="120087"/>
                </a:lnTo>
                <a:lnTo>
                  <a:pt x="185633" y="120954"/>
                </a:lnTo>
                <a:lnTo>
                  <a:pt x="186867" y="120954"/>
                </a:lnTo>
                <a:lnTo>
                  <a:pt x="186867" y="122055"/>
                </a:lnTo>
                <a:lnTo>
                  <a:pt x="187001" y="122355"/>
                </a:lnTo>
                <a:lnTo>
                  <a:pt x="187768" y="123122"/>
                </a:lnTo>
                <a:lnTo>
                  <a:pt x="187935" y="123122"/>
                </a:lnTo>
                <a:lnTo>
                  <a:pt x="188869" y="123122"/>
                </a:lnTo>
                <a:lnTo>
                  <a:pt x="190703" y="123122"/>
                </a:lnTo>
                <a:lnTo>
                  <a:pt x="191804" y="123122"/>
                </a:lnTo>
                <a:lnTo>
                  <a:pt x="199576" y="123122"/>
                </a:lnTo>
                <a:lnTo>
                  <a:pt x="199743" y="123122"/>
                </a:lnTo>
                <a:lnTo>
                  <a:pt x="200510" y="123122"/>
                </a:lnTo>
                <a:lnTo>
                  <a:pt x="200677" y="123122"/>
                </a:lnTo>
                <a:lnTo>
                  <a:pt x="208449" y="123122"/>
                </a:lnTo>
                <a:lnTo>
                  <a:pt x="209550" y="123122"/>
                </a:lnTo>
                <a:lnTo>
                  <a:pt x="211351" y="123122"/>
                </a:lnTo>
                <a:lnTo>
                  <a:pt x="212319" y="123122"/>
                </a:lnTo>
                <a:lnTo>
                  <a:pt x="212486" y="123122"/>
                </a:lnTo>
                <a:lnTo>
                  <a:pt x="213253" y="122355"/>
                </a:lnTo>
                <a:lnTo>
                  <a:pt x="213386" y="122055"/>
                </a:lnTo>
                <a:lnTo>
                  <a:pt x="213386" y="120954"/>
                </a:lnTo>
                <a:lnTo>
                  <a:pt x="214620" y="120954"/>
                </a:lnTo>
                <a:lnTo>
                  <a:pt x="215521" y="120087"/>
                </a:lnTo>
                <a:lnTo>
                  <a:pt x="216388" y="120954"/>
                </a:lnTo>
                <a:lnTo>
                  <a:pt x="217656" y="120954"/>
                </a:lnTo>
                <a:lnTo>
                  <a:pt x="217656" y="122055"/>
                </a:lnTo>
                <a:lnTo>
                  <a:pt x="217789" y="122355"/>
                </a:lnTo>
                <a:lnTo>
                  <a:pt x="218557" y="123122"/>
                </a:lnTo>
                <a:lnTo>
                  <a:pt x="218723" y="123122"/>
                </a:lnTo>
                <a:lnTo>
                  <a:pt x="219657" y="123122"/>
                </a:lnTo>
                <a:lnTo>
                  <a:pt x="221492" y="123122"/>
                </a:lnTo>
                <a:lnTo>
                  <a:pt x="222593" y="123122"/>
                </a:lnTo>
                <a:lnTo>
                  <a:pt x="222593" y="123122"/>
                </a:lnTo>
                <a:lnTo>
                  <a:pt x="230365" y="123122"/>
                </a:lnTo>
                <a:lnTo>
                  <a:pt x="230498" y="123122"/>
                </a:lnTo>
                <a:lnTo>
                  <a:pt x="231299" y="123122"/>
                </a:lnTo>
                <a:lnTo>
                  <a:pt x="231466" y="123122"/>
                </a:lnTo>
                <a:lnTo>
                  <a:pt x="239205" y="123122"/>
                </a:lnTo>
                <a:lnTo>
                  <a:pt x="240339" y="123122"/>
                </a:lnTo>
                <a:lnTo>
                  <a:pt x="242140" y="123122"/>
                </a:lnTo>
                <a:lnTo>
                  <a:pt x="243107" y="123122"/>
                </a:lnTo>
                <a:lnTo>
                  <a:pt x="243274" y="123122"/>
                </a:lnTo>
                <a:lnTo>
                  <a:pt x="244041" y="122355"/>
                </a:lnTo>
                <a:lnTo>
                  <a:pt x="244142" y="122055"/>
                </a:lnTo>
                <a:lnTo>
                  <a:pt x="244142" y="120954"/>
                </a:lnTo>
                <a:lnTo>
                  <a:pt x="245409" y="120954"/>
                </a:lnTo>
                <a:lnTo>
                  <a:pt x="246310" y="120087"/>
                </a:lnTo>
                <a:lnTo>
                  <a:pt x="246310" y="119920"/>
                </a:lnTo>
                <a:lnTo>
                  <a:pt x="246310" y="118953"/>
                </a:lnTo>
                <a:lnTo>
                  <a:pt x="246310" y="117151"/>
                </a:lnTo>
                <a:lnTo>
                  <a:pt x="246310" y="116017"/>
                </a:lnTo>
                <a:lnTo>
                  <a:pt x="246310" y="108278"/>
                </a:lnTo>
                <a:lnTo>
                  <a:pt x="246310" y="108112"/>
                </a:lnTo>
                <a:lnTo>
                  <a:pt x="246310" y="107311"/>
                </a:lnTo>
                <a:lnTo>
                  <a:pt x="246310" y="107178"/>
                </a:lnTo>
                <a:lnTo>
                  <a:pt x="246310" y="99405"/>
                </a:lnTo>
                <a:lnTo>
                  <a:pt x="246310" y="98305"/>
                </a:lnTo>
                <a:lnTo>
                  <a:pt x="246310" y="96470"/>
                </a:lnTo>
                <a:lnTo>
                  <a:pt x="246310" y="95536"/>
                </a:lnTo>
                <a:lnTo>
                  <a:pt x="246310" y="95369"/>
                </a:lnTo>
                <a:lnTo>
                  <a:pt x="245409" y="94469"/>
                </a:lnTo>
                <a:lnTo>
                  <a:pt x="244142" y="94469"/>
                </a:lnTo>
                <a:lnTo>
                  <a:pt x="244142" y="93368"/>
                </a:lnTo>
                <a:lnTo>
                  <a:pt x="244041" y="93101"/>
                </a:lnTo>
                <a:lnTo>
                  <a:pt x="243274" y="92334"/>
                </a:lnTo>
                <a:lnTo>
                  <a:pt x="244041" y="91566"/>
                </a:lnTo>
                <a:lnTo>
                  <a:pt x="244142" y="91266"/>
                </a:lnTo>
                <a:lnTo>
                  <a:pt x="244142" y="90199"/>
                </a:lnTo>
                <a:lnTo>
                  <a:pt x="245409" y="90199"/>
                </a:lnTo>
                <a:lnTo>
                  <a:pt x="246310" y="89298"/>
                </a:lnTo>
                <a:lnTo>
                  <a:pt x="246310" y="89131"/>
                </a:lnTo>
                <a:lnTo>
                  <a:pt x="246310" y="88197"/>
                </a:lnTo>
                <a:lnTo>
                  <a:pt x="246310" y="86363"/>
                </a:lnTo>
                <a:lnTo>
                  <a:pt x="246310" y="85262"/>
                </a:lnTo>
                <a:lnTo>
                  <a:pt x="246310" y="77490"/>
                </a:lnTo>
                <a:lnTo>
                  <a:pt x="246310" y="77323"/>
                </a:lnTo>
                <a:lnTo>
                  <a:pt x="246310" y="76556"/>
                </a:lnTo>
                <a:lnTo>
                  <a:pt x="246310" y="76389"/>
                </a:lnTo>
                <a:lnTo>
                  <a:pt x="246310" y="68617"/>
                </a:lnTo>
                <a:lnTo>
                  <a:pt x="246310" y="67516"/>
                </a:lnTo>
                <a:lnTo>
                  <a:pt x="246310" y="65715"/>
                </a:lnTo>
                <a:lnTo>
                  <a:pt x="246310" y="64747"/>
                </a:lnTo>
                <a:lnTo>
                  <a:pt x="246310" y="64580"/>
                </a:lnTo>
                <a:lnTo>
                  <a:pt x="245409" y="63713"/>
                </a:lnTo>
                <a:lnTo>
                  <a:pt x="244142" y="63713"/>
                </a:lnTo>
                <a:lnTo>
                  <a:pt x="244142" y="62612"/>
                </a:lnTo>
                <a:lnTo>
                  <a:pt x="244041" y="62312"/>
                </a:lnTo>
                <a:lnTo>
                  <a:pt x="243274" y="61545"/>
                </a:lnTo>
                <a:lnTo>
                  <a:pt x="244041" y="60778"/>
                </a:lnTo>
                <a:lnTo>
                  <a:pt x="244142" y="60511"/>
                </a:lnTo>
                <a:lnTo>
                  <a:pt x="244142" y="59410"/>
                </a:lnTo>
                <a:lnTo>
                  <a:pt x="245409" y="59410"/>
                </a:lnTo>
                <a:lnTo>
                  <a:pt x="246310" y="58509"/>
                </a:lnTo>
                <a:lnTo>
                  <a:pt x="246310" y="58376"/>
                </a:lnTo>
                <a:lnTo>
                  <a:pt x="246310" y="57409"/>
                </a:lnTo>
                <a:lnTo>
                  <a:pt x="246310" y="55607"/>
                </a:lnTo>
                <a:lnTo>
                  <a:pt x="246310" y="54473"/>
                </a:lnTo>
                <a:lnTo>
                  <a:pt x="246310" y="46734"/>
                </a:lnTo>
                <a:lnTo>
                  <a:pt x="246310" y="46568"/>
                </a:lnTo>
                <a:lnTo>
                  <a:pt x="246310" y="45800"/>
                </a:lnTo>
                <a:lnTo>
                  <a:pt x="246310" y="45634"/>
                </a:lnTo>
                <a:lnTo>
                  <a:pt x="246310" y="37861"/>
                </a:lnTo>
                <a:lnTo>
                  <a:pt x="246310" y="36761"/>
                </a:lnTo>
                <a:lnTo>
                  <a:pt x="246310" y="34926"/>
                </a:lnTo>
                <a:lnTo>
                  <a:pt x="246310" y="33992"/>
                </a:lnTo>
                <a:lnTo>
                  <a:pt x="246310" y="33825"/>
                </a:lnTo>
                <a:lnTo>
                  <a:pt x="245409" y="32924"/>
                </a:lnTo>
                <a:lnTo>
                  <a:pt x="244142" y="32924"/>
                </a:lnTo>
                <a:lnTo>
                  <a:pt x="244142" y="31824"/>
                </a:lnTo>
                <a:lnTo>
                  <a:pt x="244041" y="31557"/>
                </a:lnTo>
                <a:lnTo>
                  <a:pt x="243274" y="30790"/>
                </a:lnTo>
                <a:lnTo>
                  <a:pt x="244041" y="30022"/>
                </a:lnTo>
                <a:lnTo>
                  <a:pt x="244142" y="29722"/>
                </a:lnTo>
                <a:lnTo>
                  <a:pt x="244142" y="28655"/>
                </a:lnTo>
                <a:lnTo>
                  <a:pt x="245409" y="28655"/>
                </a:lnTo>
                <a:lnTo>
                  <a:pt x="246310" y="27754"/>
                </a:lnTo>
                <a:lnTo>
                  <a:pt x="246310" y="27587"/>
                </a:lnTo>
                <a:lnTo>
                  <a:pt x="246310" y="26620"/>
                </a:lnTo>
                <a:lnTo>
                  <a:pt x="246310" y="24819"/>
                </a:lnTo>
                <a:lnTo>
                  <a:pt x="246310" y="23718"/>
                </a:lnTo>
                <a:lnTo>
                  <a:pt x="246310" y="15946"/>
                </a:lnTo>
                <a:lnTo>
                  <a:pt x="246310" y="15779"/>
                </a:lnTo>
                <a:lnTo>
                  <a:pt x="246310" y="15012"/>
                </a:lnTo>
                <a:lnTo>
                  <a:pt x="246310" y="14845"/>
                </a:lnTo>
                <a:lnTo>
                  <a:pt x="246310" y="7073"/>
                </a:lnTo>
                <a:lnTo>
                  <a:pt x="246310" y="5972"/>
                </a:lnTo>
                <a:lnTo>
                  <a:pt x="246310" y="4137"/>
                </a:lnTo>
                <a:lnTo>
                  <a:pt x="246310" y="3203"/>
                </a:lnTo>
                <a:lnTo>
                  <a:pt x="246310" y="3036"/>
                </a:lnTo>
                <a:close/>
                <a:moveTo>
                  <a:pt x="242574" y="401"/>
                </a:moveTo>
                <a:lnTo>
                  <a:pt x="243374" y="1202"/>
                </a:lnTo>
                <a:lnTo>
                  <a:pt x="243374" y="2503"/>
                </a:lnTo>
                <a:lnTo>
                  <a:pt x="242107" y="3804"/>
                </a:lnTo>
                <a:lnTo>
                  <a:pt x="242107" y="1735"/>
                </a:lnTo>
                <a:lnTo>
                  <a:pt x="240739" y="401"/>
                </a:lnTo>
                <a:lnTo>
                  <a:pt x="242574" y="401"/>
                </a:lnTo>
                <a:close/>
                <a:moveTo>
                  <a:pt x="239338" y="6439"/>
                </a:moveTo>
                <a:lnTo>
                  <a:pt x="234635" y="6439"/>
                </a:lnTo>
                <a:lnTo>
                  <a:pt x="231332" y="3103"/>
                </a:lnTo>
                <a:lnTo>
                  <a:pt x="231332" y="935"/>
                </a:lnTo>
                <a:lnTo>
                  <a:pt x="235269" y="4904"/>
                </a:lnTo>
                <a:lnTo>
                  <a:pt x="240873" y="4904"/>
                </a:lnTo>
                <a:close/>
                <a:moveTo>
                  <a:pt x="239338" y="37228"/>
                </a:moveTo>
                <a:lnTo>
                  <a:pt x="234635" y="37228"/>
                </a:lnTo>
                <a:lnTo>
                  <a:pt x="231332" y="33892"/>
                </a:lnTo>
                <a:lnTo>
                  <a:pt x="231332" y="31757"/>
                </a:lnTo>
                <a:lnTo>
                  <a:pt x="235269" y="35693"/>
                </a:lnTo>
                <a:lnTo>
                  <a:pt x="240873" y="35693"/>
                </a:lnTo>
                <a:close/>
                <a:moveTo>
                  <a:pt x="239205" y="42932"/>
                </a:moveTo>
                <a:lnTo>
                  <a:pt x="242073" y="45800"/>
                </a:lnTo>
                <a:lnTo>
                  <a:pt x="239705" y="45800"/>
                </a:lnTo>
                <a:lnTo>
                  <a:pt x="237437" y="43499"/>
                </a:lnTo>
                <a:lnTo>
                  <a:pt x="237437" y="40230"/>
                </a:lnTo>
                <a:lnTo>
                  <a:pt x="239105" y="38562"/>
                </a:lnTo>
                <a:lnTo>
                  <a:pt x="239105" y="42631"/>
                </a:lnTo>
                <a:close/>
                <a:moveTo>
                  <a:pt x="239338" y="68016"/>
                </a:moveTo>
                <a:lnTo>
                  <a:pt x="234635" y="68016"/>
                </a:lnTo>
                <a:lnTo>
                  <a:pt x="231332" y="64714"/>
                </a:lnTo>
                <a:lnTo>
                  <a:pt x="231332" y="62546"/>
                </a:lnTo>
                <a:lnTo>
                  <a:pt x="235269" y="66482"/>
                </a:lnTo>
                <a:lnTo>
                  <a:pt x="240873" y="66482"/>
                </a:lnTo>
                <a:close/>
                <a:moveTo>
                  <a:pt x="239338" y="98805"/>
                </a:moveTo>
                <a:lnTo>
                  <a:pt x="234635" y="98805"/>
                </a:lnTo>
                <a:lnTo>
                  <a:pt x="231332" y="95503"/>
                </a:lnTo>
                <a:lnTo>
                  <a:pt x="231332" y="93334"/>
                </a:lnTo>
                <a:lnTo>
                  <a:pt x="235269" y="97271"/>
                </a:lnTo>
                <a:lnTo>
                  <a:pt x="240873" y="97271"/>
                </a:lnTo>
                <a:close/>
                <a:moveTo>
                  <a:pt x="239205" y="104509"/>
                </a:moveTo>
                <a:lnTo>
                  <a:pt x="242073" y="107378"/>
                </a:lnTo>
                <a:lnTo>
                  <a:pt x="239705" y="107378"/>
                </a:lnTo>
                <a:lnTo>
                  <a:pt x="237437" y="105076"/>
                </a:lnTo>
                <a:lnTo>
                  <a:pt x="237437" y="101840"/>
                </a:lnTo>
                <a:lnTo>
                  <a:pt x="239105" y="100139"/>
                </a:lnTo>
                <a:lnTo>
                  <a:pt x="239105" y="104209"/>
                </a:lnTo>
                <a:close/>
                <a:moveTo>
                  <a:pt x="239105" y="115384"/>
                </a:moveTo>
                <a:lnTo>
                  <a:pt x="237437" y="113716"/>
                </a:lnTo>
                <a:lnTo>
                  <a:pt x="237437" y="110447"/>
                </a:lnTo>
                <a:lnTo>
                  <a:pt x="239705" y="108145"/>
                </a:lnTo>
                <a:lnTo>
                  <a:pt x="242073" y="108145"/>
                </a:lnTo>
                <a:lnTo>
                  <a:pt x="239105" y="111147"/>
                </a:lnTo>
                <a:lnTo>
                  <a:pt x="239105" y="115384"/>
                </a:lnTo>
                <a:close/>
                <a:moveTo>
                  <a:pt x="220425" y="117685"/>
                </a:moveTo>
                <a:lnTo>
                  <a:pt x="220425" y="112114"/>
                </a:lnTo>
                <a:lnTo>
                  <a:pt x="216488" y="108178"/>
                </a:lnTo>
                <a:lnTo>
                  <a:pt x="218657" y="108178"/>
                </a:lnTo>
                <a:lnTo>
                  <a:pt x="221959" y="111481"/>
                </a:lnTo>
                <a:lnTo>
                  <a:pt x="221959" y="116151"/>
                </a:lnTo>
                <a:close/>
                <a:moveTo>
                  <a:pt x="210618" y="117685"/>
                </a:moveTo>
                <a:lnTo>
                  <a:pt x="209083" y="116184"/>
                </a:lnTo>
                <a:lnTo>
                  <a:pt x="209083" y="111481"/>
                </a:lnTo>
                <a:lnTo>
                  <a:pt x="212419" y="108178"/>
                </a:lnTo>
                <a:lnTo>
                  <a:pt x="214587" y="108178"/>
                </a:lnTo>
                <a:lnTo>
                  <a:pt x="210618" y="112114"/>
                </a:lnTo>
                <a:lnTo>
                  <a:pt x="210618" y="117685"/>
                </a:lnTo>
                <a:close/>
                <a:moveTo>
                  <a:pt x="189636" y="117685"/>
                </a:moveTo>
                <a:lnTo>
                  <a:pt x="189636" y="112114"/>
                </a:lnTo>
                <a:lnTo>
                  <a:pt x="185700" y="108178"/>
                </a:lnTo>
                <a:lnTo>
                  <a:pt x="187868" y="108178"/>
                </a:lnTo>
                <a:lnTo>
                  <a:pt x="191170" y="111481"/>
                </a:lnTo>
                <a:lnTo>
                  <a:pt x="191170" y="116151"/>
                </a:lnTo>
                <a:close/>
                <a:moveTo>
                  <a:pt x="179829" y="117685"/>
                </a:moveTo>
                <a:lnTo>
                  <a:pt x="178294" y="116184"/>
                </a:lnTo>
                <a:lnTo>
                  <a:pt x="178294" y="111481"/>
                </a:lnTo>
                <a:lnTo>
                  <a:pt x="181630" y="108178"/>
                </a:lnTo>
                <a:lnTo>
                  <a:pt x="183798" y="108178"/>
                </a:lnTo>
                <a:lnTo>
                  <a:pt x="179829" y="112114"/>
                </a:lnTo>
                <a:lnTo>
                  <a:pt x="179829" y="117685"/>
                </a:lnTo>
                <a:close/>
                <a:moveTo>
                  <a:pt x="158847" y="117685"/>
                </a:moveTo>
                <a:lnTo>
                  <a:pt x="158847" y="112114"/>
                </a:lnTo>
                <a:lnTo>
                  <a:pt x="154911" y="108178"/>
                </a:lnTo>
                <a:lnTo>
                  <a:pt x="157079" y="108178"/>
                </a:lnTo>
                <a:lnTo>
                  <a:pt x="160382" y="111481"/>
                </a:lnTo>
                <a:lnTo>
                  <a:pt x="160382" y="116151"/>
                </a:lnTo>
                <a:close/>
                <a:moveTo>
                  <a:pt x="149040" y="117685"/>
                </a:moveTo>
                <a:lnTo>
                  <a:pt x="147506" y="116184"/>
                </a:lnTo>
                <a:lnTo>
                  <a:pt x="147506" y="111481"/>
                </a:lnTo>
                <a:lnTo>
                  <a:pt x="150842" y="108178"/>
                </a:lnTo>
                <a:lnTo>
                  <a:pt x="152976" y="108178"/>
                </a:lnTo>
                <a:lnTo>
                  <a:pt x="149040" y="112114"/>
                </a:lnTo>
                <a:lnTo>
                  <a:pt x="149040" y="117685"/>
                </a:lnTo>
                <a:close/>
                <a:moveTo>
                  <a:pt x="128059" y="117685"/>
                </a:moveTo>
                <a:lnTo>
                  <a:pt x="128059" y="112114"/>
                </a:lnTo>
                <a:lnTo>
                  <a:pt x="124122" y="108178"/>
                </a:lnTo>
                <a:lnTo>
                  <a:pt x="126291" y="108178"/>
                </a:lnTo>
                <a:lnTo>
                  <a:pt x="129593" y="111481"/>
                </a:lnTo>
                <a:lnTo>
                  <a:pt x="129593" y="116151"/>
                </a:lnTo>
                <a:close/>
                <a:moveTo>
                  <a:pt x="118252" y="117685"/>
                </a:moveTo>
                <a:lnTo>
                  <a:pt x="116717" y="116184"/>
                </a:lnTo>
                <a:lnTo>
                  <a:pt x="116717" y="111481"/>
                </a:lnTo>
                <a:lnTo>
                  <a:pt x="120053" y="108178"/>
                </a:lnTo>
                <a:lnTo>
                  <a:pt x="122188" y="108178"/>
                </a:lnTo>
                <a:lnTo>
                  <a:pt x="118252" y="112114"/>
                </a:lnTo>
                <a:close/>
                <a:moveTo>
                  <a:pt x="97270" y="117685"/>
                </a:moveTo>
                <a:lnTo>
                  <a:pt x="97270" y="112114"/>
                </a:lnTo>
                <a:lnTo>
                  <a:pt x="93334" y="108178"/>
                </a:lnTo>
                <a:lnTo>
                  <a:pt x="95469" y="108178"/>
                </a:lnTo>
                <a:lnTo>
                  <a:pt x="98804" y="111481"/>
                </a:lnTo>
                <a:lnTo>
                  <a:pt x="98804" y="116151"/>
                </a:lnTo>
                <a:close/>
                <a:moveTo>
                  <a:pt x="87463" y="117685"/>
                </a:moveTo>
                <a:lnTo>
                  <a:pt x="85929" y="116184"/>
                </a:lnTo>
                <a:lnTo>
                  <a:pt x="85929" y="111481"/>
                </a:lnTo>
                <a:lnTo>
                  <a:pt x="89231" y="108178"/>
                </a:lnTo>
                <a:lnTo>
                  <a:pt x="91399" y="108178"/>
                </a:lnTo>
                <a:lnTo>
                  <a:pt x="87463" y="112114"/>
                </a:lnTo>
                <a:close/>
                <a:moveTo>
                  <a:pt x="66481" y="117685"/>
                </a:moveTo>
                <a:lnTo>
                  <a:pt x="66481" y="112114"/>
                </a:lnTo>
                <a:lnTo>
                  <a:pt x="62545" y="108178"/>
                </a:lnTo>
                <a:lnTo>
                  <a:pt x="64680" y="108178"/>
                </a:lnTo>
                <a:lnTo>
                  <a:pt x="68016" y="111481"/>
                </a:lnTo>
                <a:lnTo>
                  <a:pt x="68016" y="116151"/>
                </a:lnTo>
                <a:close/>
                <a:moveTo>
                  <a:pt x="56674" y="117685"/>
                </a:moveTo>
                <a:lnTo>
                  <a:pt x="55140" y="116184"/>
                </a:lnTo>
                <a:lnTo>
                  <a:pt x="55140" y="111481"/>
                </a:lnTo>
                <a:lnTo>
                  <a:pt x="58442" y="108178"/>
                </a:lnTo>
                <a:lnTo>
                  <a:pt x="60610" y="108178"/>
                </a:lnTo>
                <a:lnTo>
                  <a:pt x="56674" y="112114"/>
                </a:lnTo>
                <a:close/>
                <a:moveTo>
                  <a:pt x="35693" y="117685"/>
                </a:moveTo>
                <a:lnTo>
                  <a:pt x="35693" y="112114"/>
                </a:lnTo>
                <a:lnTo>
                  <a:pt x="31723" y="108178"/>
                </a:lnTo>
                <a:lnTo>
                  <a:pt x="33891" y="108178"/>
                </a:lnTo>
                <a:lnTo>
                  <a:pt x="37227" y="111481"/>
                </a:lnTo>
                <a:lnTo>
                  <a:pt x="37227" y="116151"/>
                </a:lnTo>
                <a:close/>
                <a:moveTo>
                  <a:pt x="25886" y="117685"/>
                </a:moveTo>
                <a:lnTo>
                  <a:pt x="24351" y="116184"/>
                </a:lnTo>
                <a:lnTo>
                  <a:pt x="24351" y="111481"/>
                </a:lnTo>
                <a:lnTo>
                  <a:pt x="27654" y="108178"/>
                </a:lnTo>
                <a:lnTo>
                  <a:pt x="29822" y="108178"/>
                </a:lnTo>
                <a:lnTo>
                  <a:pt x="25886" y="112114"/>
                </a:lnTo>
                <a:lnTo>
                  <a:pt x="25886" y="117685"/>
                </a:lnTo>
                <a:close/>
                <a:moveTo>
                  <a:pt x="6972" y="85929"/>
                </a:moveTo>
                <a:lnTo>
                  <a:pt x="11675" y="85929"/>
                </a:lnTo>
                <a:lnTo>
                  <a:pt x="14978" y="89265"/>
                </a:lnTo>
                <a:lnTo>
                  <a:pt x="14978" y="91400"/>
                </a:lnTo>
                <a:lnTo>
                  <a:pt x="11042" y="87464"/>
                </a:lnTo>
                <a:lnTo>
                  <a:pt x="5438" y="87464"/>
                </a:lnTo>
                <a:close/>
                <a:moveTo>
                  <a:pt x="7106" y="80258"/>
                </a:moveTo>
                <a:lnTo>
                  <a:pt x="4237" y="77356"/>
                </a:lnTo>
                <a:lnTo>
                  <a:pt x="6605" y="77356"/>
                </a:lnTo>
                <a:lnTo>
                  <a:pt x="8873" y="79658"/>
                </a:lnTo>
                <a:lnTo>
                  <a:pt x="8873" y="82927"/>
                </a:lnTo>
                <a:lnTo>
                  <a:pt x="7206" y="84595"/>
                </a:lnTo>
                <a:lnTo>
                  <a:pt x="7206" y="80525"/>
                </a:lnTo>
                <a:close/>
                <a:moveTo>
                  <a:pt x="6972" y="55140"/>
                </a:moveTo>
                <a:lnTo>
                  <a:pt x="11675" y="55140"/>
                </a:lnTo>
                <a:lnTo>
                  <a:pt x="14978" y="58443"/>
                </a:lnTo>
                <a:lnTo>
                  <a:pt x="14978" y="60611"/>
                </a:lnTo>
                <a:lnTo>
                  <a:pt x="11042" y="56675"/>
                </a:lnTo>
                <a:lnTo>
                  <a:pt x="5438" y="56675"/>
                </a:lnTo>
                <a:close/>
                <a:moveTo>
                  <a:pt x="6972" y="24352"/>
                </a:moveTo>
                <a:lnTo>
                  <a:pt x="11675" y="24352"/>
                </a:lnTo>
                <a:lnTo>
                  <a:pt x="14978" y="27654"/>
                </a:lnTo>
                <a:lnTo>
                  <a:pt x="14978" y="29822"/>
                </a:lnTo>
                <a:lnTo>
                  <a:pt x="11042" y="25886"/>
                </a:lnTo>
                <a:lnTo>
                  <a:pt x="5438" y="25886"/>
                </a:lnTo>
                <a:close/>
                <a:moveTo>
                  <a:pt x="7106" y="18648"/>
                </a:moveTo>
                <a:lnTo>
                  <a:pt x="4237" y="15779"/>
                </a:lnTo>
                <a:lnTo>
                  <a:pt x="6605" y="15779"/>
                </a:lnTo>
                <a:lnTo>
                  <a:pt x="8873" y="18081"/>
                </a:lnTo>
                <a:lnTo>
                  <a:pt x="8873" y="21316"/>
                </a:lnTo>
                <a:lnTo>
                  <a:pt x="7206" y="23017"/>
                </a:lnTo>
                <a:lnTo>
                  <a:pt x="7206" y="18948"/>
                </a:lnTo>
                <a:close/>
                <a:moveTo>
                  <a:pt x="7206" y="7773"/>
                </a:moveTo>
                <a:lnTo>
                  <a:pt x="8873" y="9441"/>
                </a:lnTo>
                <a:lnTo>
                  <a:pt x="8873" y="12710"/>
                </a:lnTo>
                <a:lnTo>
                  <a:pt x="6605" y="15012"/>
                </a:lnTo>
                <a:lnTo>
                  <a:pt x="4237" y="15012"/>
                </a:lnTo>
                <a:lnTo>
                  <a:pt x="7206" y="12010"/>
                </a:lnTo>
                <a:lnTo>
                  <a:pt x="7206" y="7773"/>
                </a:lnTo>
                <a:close/>
                <a:moveTo>
                  <a:pt x="25886" y="5471"/>
                </a:moveTo>
                <a:lnTo>
                  <a:pt x="25886" y="11042"/>
                </a:lnTo>
                <a:lnTo>
                  <a:pt x="29822" y="15012"/>
                </a:lnTo>
                <a:lnTo>
                  <a:pt x="27654" y="15012"/>
                </a:lnTo>
                <a:lnTo>
                  <a:pt x="24351" y="11676"/>
                </a:lnTo>
                <a:lnTo>
                  <a:pt x="24351" y="6973"/>
                </a:lnTo>
                <a:close/>
                <a:moveTo>
                  <a:pt x="35693" y="5471"/>
                </a:moveTo>
                <a:lnTo>
                  <a:pt x="37227" y="6973"/>
                </a:lnTo>
                <a:lnTo>
                  <a:pt x="37227" y="11676"/>
                </a:lnTo>
                <a:lnTo>
                  <a:pt x="33891" y="15012"/>
                </a:lnTo>
                <a:lnTo>
                  <a:pt x="31723" y="15012"/>
                </a:lnTo>
                <a:lnTo>
                  <a:pt x="35693" y="11042"/>
                </a:lnTo>
                <a:lnTo>
                  <a:pt x="35693" y="5471"/>
                </a:lnTo>
                <a:close/>
                <a:moveTo>
                  <a:pt x="56674" y="5471"/>
                </a:moveTo>
                <a:lnTo>
                  <a:pt x="56674" y="11042"/>
                </a:lnTo>
                <a:lnTo>
                  <a:pt x="60610" y="15012"/>
                </a:lnTo>
                <a:lnTo>
                  <a:pt x="58442" y="15012"/>
                </a:lnTo>
                <a:lnTo>
                  <a:pt x="55140" y="11676"/>
                </a:lnTo>
                <a:lnTo>
                  <a:pt x="55140" y="6973"/>
                </a:lnTo>
                <a:close/>
                <a:moveTo>
                  <a:pt x="66481" y="5471"/>
                </a:moveTo>
                <a:lnTo>
                  <a:pt x="68016" y="6973"/>
                </a:lnTo>
                <a:lnTo>
                  <a:pt x="68016" y="11676"/>
                </a:lnTo>
                <a:lnTo>
                  <a:pt x="64680" y="15012"/>
                </a:lnTo>
                <a:lnTo>
                  <a:pt x="62512" y="15012"/>
                </a:lnTo>
                <a:lnTo>
                  <a:pt x="66481" y="11042"/>
                </a:lnTo>
                <a:lnTo>
                  <a:pt x="66481" y="5471"/>
                </a:lnTo>
                <a:close/>
                <a:moveTo>
                  <a:pt x="87463" y="5471"/>
                </a:moveTo>
                <a:lnTo>
                  <a:pt x="87463" y="11042"/>
                </a:lnTo>
                <a:lnTo>
                  <a:pt x="91399" y="15012"/>
                </a:lnTo>
                <a:lnTo>
                  <a:pt x="89231" y="15012"/>
                </a:lnTo>
                <a:lnTo>
                  <a:pt x="85929" y="11676"/>
                </a:lnTo>
                <a:lnTo>
                  <a:pt x="85929" y="6973"/>
                </a:lnTo>
                <a:close/>
                <a:moveTo>
                  <a:pt x="97270" y="5471"/>
                </a:moveTo>
                <a:lnTo>
                  <a:pt x="98804" y="6973"/>
                </a:lnTo>
                <a:lnTo>
                  <a:pt x="98804" y="11676"/>
                </a:lnTo>
                <a:lnTo>
                  <a:pt x="95502" y="15012"/>
                </a:lnTo>
                <a:lnTo>
                  <a:pt x="93334" y="15012"/>
                </a:lnTo>
                <a:lnTo>
                  <a:pt x="97270" y="11042"/>
                </a:lnTo>
                <a:lnTo>
                  <a:pt x="97270" y="5471"/>
                </a:lnTo>
                <a:close/>
                <a:moveTo>
                  <a:pt x="118252" y="5471"/>
                </a:moveTo>
                <a:lnTo>
                  <a:pt x="118252" y="11042"/>
                </a:lnTo>
                <a:lnTo>
                  <a:pt x="122188" y="15012"/>
                </a:lnTo>
                <a:lnTo>
                  <a:pt x="120053" y="15012"/>
                </a:lnTo>
                <a:lnTo>
                  <a:pt x="116717" y="11676"/>
                </a:lnTo>
                <a:lnTo>
                  <a:pt x="116717" y="6973"/>
                </a:lnTo>
                <a:close/>
                <a:moveTo>
                  <a:pt x="128059" y="5471"/>
                </a:moveTo>
                <a:lnTo>
                  <a:pt x="129593" y="6973"/>
                </a:lnTo>
                <a:lnTo>
                  <a:pt x="129593" y="11676"/>
                </a:lnTo>
                <a:lnTo>
                  <a:pt x="126291" y="15012"/>
                </a:lnTo>
                <a:lnTo>
                  <a:pt x="124122" y="15012"/>
                </a:lnTo>
                <a:lnTo>
                  <a:pt x="128059" y="11042"/>
                </a:lnTo>
                <a:lnTo>
                  <a:pt x="128059" y="5471"/>
                </a:lnTo>
                <a:close/>
                <a:moveTo>
                  <a:pt x="149040" y="5471"/>
                </a:moveTo>
                <a:lnTo>
                  <a:pt x="149040" y="11042"/>
                </a:lnTo>
                <a:lnTo>
                  <a:pt x="153010" y="15012"/>
                </a:lnTo>
                <a:lnTo>
                  <a:pt x="150842" y="15012"/>
                </a:lnTo>
                <a:lnTo>
                  <a:pt x="147506" y="11676"/>
                </a:lnTo>
                <a:lnTo>
                  <a:pt x="147506" y="6973"/>
                </a:lnTo>
                <a:close/>
                <a:moveTo>
                  <a:pt x="158847" y="5471"/>
                </a:moveTo>
                <a:lnTo>
                  <a:pt x="160382" y="6973"/>
                </a:lnTo>
                <a:lnTo>
                  <a:pt x="160382" y="11676"/>
                </a:lnTo>
                <a:lnTo>
                  <a:pt x="157079" y="15012"/>
                </a:lnTo>
                <a:lnTo>
                  <a:pt x="154911" y="15012"/>
                </a:lnTo>
                <a:lnTo>
                  <a:pt x="158847" y="11042"/>
                </a:lnTo>
                <a:close/>
                <a:moveTo>
                  <a:pt x="179829" y="5471"/>
                </a:moveTo>
                <a:lnTo>
                  <a:pt x="179829" y="11042"/>
                </a:lnTo>
                <a:lnTo>
                  <a:pt x="183798" y="15012"/>
                </a:lnTo>
                <a:lnTo>
                  <a:pt x="181630" y="15012"/>
                </a:lnTo>
                <a:lnTo>
                  <a:pt x="178294" y="11676"/>
                </a:lnTo>
                <a:lnTo>
                  <a:pt x="178294" y="6973"/>
                </a:lnTo>
                <a:close/>
                <a:moveTo>
                  <a:pt x="189636" y="5471"/>
                </a:moveTo>
                <a:lnTo>
                  <a:pt x="191170" y="6973"/>
                </a:lnTo>
                <a:lnTo>
                  <a:pt x="191170" y="11676"/>
                </a:lnTo>
                <a:lnTo>
                  <a:pt x="187868" y="15012"/>
                </a:lnTo>
                <a:lnTo>
                  <a:pt x="185700" y="15012"/>
                </a:lnTo>
                <a:lnTo>
                  <a:pt x="189636" y="11042"/>
                </a:lnTo>
                <a:lnTo>
                  <a:pt x="189636" y="5471"/>
                </a:lnTo>
                <a:close/>
                <a:moveTo>
                  <a:pt x="210618" y="5471"/>
                </a:moveTo>
                <a:lnTo>
                  <a:pt x="210618" y="11042"/>
                </a:lnTo>
                <a:lnTo>
                  <a:pt x="214587" y="15012"/>
                </a:lnTo>
                <a:lnTo>
                  <a:pt x="212419" y="15012"/>
                </a:lnTo>
                <a:lnTo>
                  <a:pt x="209083" y="11676"/>
                </a:lnTo>
                <a:lnTo>
                  <a:pt x="209083" y="6973"/>
                </a:lnTo>
                <a:close/>
                <a:moveTo>
                  <a:pt x="220425" y="5471"/>
                </a:moveTo>
                <a:lnTo>
                  <a:pt x="221959" y="6973"/>
                </a:lnTo>
                <a:lnTo>
                  <a:pt x="221959" y="11676"/>
                </a:lnTo>
                <a:lnTo>
                  <a:pt x="218657" y="15012"/>
                </a:lnTo>
                <a:lnTo>
                  <a:pt x="216488" y="15012"/>
                </a:lnTo>
                <a:lnTo>
                  <a:pt x="220425" y="11042"/>
                </a:lnTo>
                <a:lnTo>
                  <a:pt x="220425" y="5471"/>
                </a:lnTo>
                <a:close/>
                <a:moveTo>
                  <a:pt x="236636" y="112915"/>
                </a:moveTo>
                <a:lnTo>
                  <a:pt x="235302" y="111581"/>
                </a:lnTo>
                <a:lnTo>
                  <a:pt x="235302" y="109579"/>
                </a:lnTo>
                <a:lnTo>
                  <a:pt x="236736" y="108145"/>
                </a:lnTo>
                <a:lnTo>
                  <a:pt x="238604" y="108145"/>
                </a:lnTo>
                <a:lnTo>
                  <a:pt x="236636" y="110113"/>
                </a:lnTo>
                <a:close/>
                <a:moveTo>
                  <a:pt x="219757" y="107378"/>
                </a:moveTo>
                <a:lnTo>
                  <a:pt x="222760" y="104376"/>
                </a:lnTo>
                <a:lnTo>
                  <a:pt x="222760" y="100139"/>
                </a:lnTo>
                <a:lnTo>
                  <a:pt x="224427" y="101840"/>
                </a:lnTo>
                <a:lnTo>
                  <a:pt x="224427" y="105076"/>
                </a:lnTo>
                <a:lnTo>
                  <a:pt x="222159" y="107378"/>
                </a:lnTo>
                <a:close/>
                <a:moveTo>
                  <a:pt x="216488" y="107378"/>
                </a:moveTo>
                <a:lnTo>
                  <a:pt x="220425" y="103408"/>
                </a:lnTo>
                <a:lnTo>
                  <a:pt x="220425" y="97838"/>
                </a:lnTo>
                <a:lnTo>
                  <a:pt x="221959" y="99372"/>
                </a:lnTo>
                <a:lnTo>
                  <a:pt x="221959" y="104042"/>
                </a:lnTo>
                <a:lnTo>
                  <a:pt x="218657" y="107378"/>
                </a:lnTo>
                <a:lnTo>
                  <a:pt x="216488" y="107378"/>
                </a:lnTo>
                <a:close/>
                <a:moveTo>
                  <a:pt x="212419" y="107378"/>
                </a:moveTo>
                <a:lnTo>
                  <a:pt x="209083" y="104042"/>
                </a:lnTo>
                <a:lnTo>
                  <a:pt x="209083" y="99372"/>
                </a:lnTo>
                <a:lnTo>
                  <a:pt x="210618" y="97838"/>
                </a:lnTo>
                <a:lnTo>
                  <a:pt x="210618" y="103408"/>
                </a:lnTo>
                <a:lnTo>
                  <a:pt x="214587" y="107378"/>
                </a:lnTo>
                <a:lnTo>
                  <a:pt x="212419" y="107378"/>
                </a:lnTo>
                <a:close/>
                <a:moveTo>
                  <a:pt x="208916" y="107378"/>
                </a:moveTo>
                <a:lnTo>
                  <a:pt x="206648" y="105076"/>
                </a:lnTo>
                <a:lnTo>
                  <a:pt x="206648" y="101840"/>
                </a:lnTo>
                <a:lnTo>
                  <a:pt x="208316" y="100139"/>
                </a:lnTo>
                <a:lnTo>
                  <a:pt x="208316" y="104376"/>
                </a:lnTo>
                <a:lnTo>
                  <a:pt x="211285" y="107378"/>
                </a:lnTo>
                <a:lnTo>
                  <a:pt x="208916" y="107378"/>
                </a:lnTo>
                <a:close/>
                <a:moveTo>
                  <a:pt x="205848" y="112915"/>
                </a:moveTo>
                <a:lnTo>
                  <a:pt x="204513" y="111581"/>
                </a:lnTo>
                <a:lnTo>
                  <a:pt x="204513" y="109579"/>
                </a:lnTo>
                <a:lnTo>
                  <a:pt x="205948" y="108145"/>
                </a:lnTo>
                <a:lnTo>
                  <a:pt x="207816" y="108145"/>
                </a:lnTo>
                <a:lnTo>
                  <a:pt x="205848" y="110113"/>
                </a:lnTo>
                <a:close/>
                <a:moveTo>
                  <a:pt x="188969" y="107378"/>
                </a:moveTo>
                <a:lnTo>
                  <a:pt x="191837" y="104509"/>
                </a:lnTo>
                <a:lnTo>
                  <a:pt x="191971" y="104209"/>
                </a:lnTo>
                <a:lnTo>
                  <a:pt x="191971" y="100139"/>
                </a:lnTo>
                <a:lnTo>
                  <a:pt x="193639" y="101840"/>
                </a:lnTo>
                <a:lnTo>
                  <a:pt x="193639" y="105076"/>
                </a:lnTo>
                <a:lnTo>
                  <a:pt x="191337" y="107378"/>
                </a:lnTo>
                <a:lnTo>
                  <a:pt x="188969" y="107378"/>
                </a:lnTo>
                <a:close/>
                <a:moveTo>
                  <a:pt x="185700" y="107378"/>
                </a:moveTo>
                <a:lnTo>
                  <a:pt x="189636" y="103408"/>
                </a:lnTo>
                <a:lnTo>
                  <a:pt x="189636" y="97838"/>
                </a:lnTo>
                <a:lnTo>
                  <a:pt x="191170" y="99372"/>
                </a:lnTo>
                <a:lnTo>
                  <a:pt x="191170" y="104042"/>
                </a:lnTo>
                <a:lnTo>
                  <a:pt x="187868" y="107378"/>
                </a:lnTo>
                <a:lnTo>
                  <a:pt x="185700" y="107378"/>
                </a:lnTo>
                <a:close/>
                <a:moveTo>
                  <a:pt x="181630" y="107378"/>
                </a:moveTo>
                <a:lnTo>
                  <a:pt x="178294" y="104042"/>
                </a:lnTo>
                <a:lnTo>
                  <a:pt x="178294" y="99372"/>
                </a:lnTo>
                <a:lnTo>
                  <a:pt x="179829" y="97838"/>
                </a:lnTo>
                <a:lnTo>
                  <a:pt x="179829" y="103408"/>
                </a:lnTo>
                <a:lnTo>
                  <a:pt x="183798" y="107378"/>
                </a:lnTo>
                <a:lnTo>
                  <a:pt x="181630" y="107378"/>
                </a:lnTo>
                <a:close/>
                <a:moveTo>
                  <a:pt x="178128" y="107378"/>
                </a:moveTo>
                <a:lnTo>
                  <a:pt x="175826" y="105076"/>
                </a:lnTo>
                <a:lnTo>
                  <a:pt x="175826" y="101840"/>
                </a:lnTo>
                <a:lnTo>
                  <a:pt x="177527" y="100139"/>
                </a:lnTo>
                <a:lnTo>
                  <a:pt x="177527" y="104209"/>
                </a:lnTo>
                <a:lnTo>
                  <a:pt x="177627" y="104509"/>
                </a:lnTo>
                <a:lnTo>
                  <a:pt x="180496" y="107378"/>
                </a:lnTo>
                <a:lnTo>
                  <a:pt x="178128" y="107378"/>
                </a:lnTo>
                <a:close/>
                <a:moveTo>
                  <a:pt x="175059" y="112915"/>
                </a:moveTo>
                <a:lnTo>
                  <a:pt x="173725" y="111581"/>
                </a:lnTo>
                <a:lnTo>
                  <a:pt x="173725" y="109579"/>
                </a:lnTo>
                <a:lnTo>
                  <a:pt x="175159" y="108145"/>
                </a:lnTo>
                <a:lnTo>
                  <a:pt x="177027" y="108145"/>
                </a:lnTo>
                <a:lnTo>
                  <a:pt x="175059" y="110113"/>
                </a:lnTo>
                <a:close/>
                <a:moveTo>
                  <a:pt x="158180" y="107378"/>
                </a:moveTo>
                <a:lnTo>
                  <a:pt x="161182" y="104376"/>
                </a:lnTo>
                <a:lnTo>
                  <a:pt x="161182" y="100139"/>
                </a:lnTo>
                <a:lnTo>
                  <a:pt x="162850" y="101840"/>
                </a:lnTo>
                <a:lnTo>
                  <a:pt x="162850" y="105076"/>
                </a:lnTo>
                <a:lnTo>
                  <a:pt x="160548" y="107378"/>
                </a:lnTo>
                <a:close/>
                <a:moveTo>
                  <a:pt x="154911" y="107378"/>
                </a:moveTo>
                <a:lnTo>
                  <a:pt x="158847" y="103408"/>
                </a:lnTo>
                <a:lnTo>
                  <a:pt x="158847" y="97838"/>
                </a:lnTo>
                <a:lnTo>
                  <a:pt x="160382" y="99372"/>
                </a:lnTo>
                <a:lnTo>
                  <a:pt x="160382" y="104042"/>
                </a:lnTo>
                <a:lnTo>
                  <a:pt x="157079" y="107378"/>
                </a:lnTo>
                <a:lnTo>
                  <a:pt x="154911" y="107378"/>
                </a:lnTo>
                <a:close/>
                <a:moveTo>
                  <a:pt x="150842" y="107378"/>
                </a:moveTo>
                <a:lnTo>
                  <a:pt x="147506" y="104042"/>
                </a:lnTo>
                <a:lnTo>
                  <a:pt x="147506" y="99372"/>
                </a:lnTo>
                <a:lnTo>
                  <a:pt x="149040" y="97838"/>
                </a:lnTo>
                <a:lnTo>
                  <a:pt x="149040" y="103408"/>
                </a:lnTo>
                <a:lnTo>
                  <a:pt x="153010" y="107378"/>
                </a:lnTo>
                <a:lnTo>
                  <a:pt x="150842" y="107378"/>
                </a:lnTo>
                <a:close/>
                <a:moveTo>
                  <a:pt x="147339" y="107378"/>
                </a:moveTo>
                <a:lnTo>
                  <a:pt x="145037" y="105076"/>
                </a:lnTo>
                <a:lnTo>
                  <a:pt x="145037" y="101840"/>
                </a:lnTo>
                <a:lnTo>
                  <a:pt x="146739" y="100139"/>
                </a:lnTo>
                <a:lnTo>
                  <a:pt x="146739" y="104376"/>
                </a:lnTo>
                <a:lnTo>
                  <a:pt x="149707" y="107378"/>
                </a:lnTo>
                <a:lnTo>
                  <a:pt x="147339" y="107378"/>
                </a:lnTo>
                <a:close/>
                <a:moveTo>
                  <a:pt x="144270" y="112915"/>
                </a:moveTo>
                <a:lnTo>
                  <a:pt x="142936" y="111581"/>
                </a:lnTo>
                <a:lnTo>
                  <a:pt x="142936" y="109579"/>
                </a:lnTo>
                <a:lnTo>
                  <a:pt x="144370" y="108145"/>
                </a:lnTo>
                <a:lnTo>
                  <a:pt x="146238" y="108145"/>
                </a:lnTo>
                <a:lnTo>
                  <a:pt x="144270" y="110113"/>
                </a:lnTo>
                <a:close/>
                <a:moveTo>
                  <a:pt x="127391" y="107378"/>
                </a:moveTo>
                <a:lnTo>
                  <a:pt x="130260" y="104509"/>
                </a:lnTo>
                <a:lnTo>
                  <a:pt x="130394" y="104209"/>
                </a:lnTo>
                <a:lnTo>
                  <a:pt x="130394" y="100139"/>
                </a:lnTo>
                <a:lnTo>
                  <a:pt x="132061" y="101840"/>
                </a:lnTo>
                <a:lnTo>
                  <a:pt x="132061" y="105076"/>
                </a:lnTo>
                <a:lnTo>
                  <a:pt x="129760" y="107378"/>
                </a:lnTo>
                <a:lnTo>
                  <a:pt x="127391" y="107378"/>
                </a:lnTo>
                <a:close/>
                <a:moveTo>
                  <a:pt x="124122" y="107378"/>
                </a:moveTo>
                <a:lnTo>
                  <a:pt x="128059" y="103408"/>
                </a:lnTo>
                <a:lnTo>
                  <a:pt x="128059" y="97838"/>
                </a:lnTo>
                <a:lnTo>
                  <a:pt x="129593" y="99372"/>
                </a:lnTo>
                <a:lnTo>
                  <a:pt x="129593" y="104042"/>
                </a:lnTo>
                <a:lnTo>
                  <a:pt x="126291" y="107378"/>
                </a:lnTo>
                <a:lnTo>
                  <a:pt x="124122" y="107378"/>
                </a:lnTo>
                <a:close/>
                <a:moveTo>
                  <a:pt x="120053" y="107378"/>
                </a:moveTo>
                <a:lnTo>
                  <a:pt x="116717" y="104042"/>
                </a:lnTo>
                <a:lnTo>
                  <a:pt x="116717" y="99372"/>
                </a:lnTo>
                <a:lnTo>
                  <a:pt x="118252" y="97838"/>
                </a:lnTo>
                <a:lnTo>
                  <a:pt x="118252" y="103408"/>
                </a:lnTo>
                <a:lnTo>
                  <a:pt x="122188" y="107378"/>
                </a:lnTo>
                <a:lnTo>
                  <a:pt x="120053" y="107378"/>
                </a:lnTo>
                <a:close/>
                <a:moveTo>
                  <a:pt x="116550" y="107378"/>
                </a:moveTo>
                <a:lnTo>
                  <a:pt x="114249" y="105076"/>
                </a:lnTo>
                <a:lnTo>
                  <a:pt x="114249" y="101840"/>
                </a:lnTo>
                <a:lnTo>
                  <a:pt x="115950" y="100139"/>
                </a:lnTo>
                <a:lnTo>
                  <a:pt x="115950" y="104209"/>
                </a:lnTo>
                <a:lnTo>
                  <a:pt x="116050" y="104509"/>
                </a:lnTo>
                <a:lnTo>
                  <a:pt x="118919" y="107378"/>
                </a:lnTo>
                <a:lnTo>
                  <a:pt x="116550" y="107378"/>
                </a:lnTo>
                <a:close/>
                <a:moveTo>
                  <a:pt x="113482" y="112915"/>
                </a:moveTo>
                <a:lnTo>
                  <a:pt x="112147" y="111581"/>
                </a:lnTo>
                <a:lnTo>
                  <a:pt x="112147" y="109579"/>
                </a:lnTo>
                <a:lnTo>
                  <a:pt x="113582" y="108145"/>
                </a:lnTo>
                <a:lnTo>
                  <a:pt x="115450" y="108145"/>
                </a:lnTo>
                <a:lnTo>
                  <a:pt x="113482" y="110113"/>
                </a:lnTo>
                <a:close/>
                <a:moveTo>
                  <a:pt x="96603" y="107378"/>
                </a:moveTo>
                <a:lnTo>
                  <a:pt x="99605" y="104376"/>
                </a:lnTo>
                <a:lnTo>
                  <a:pt x="99605" y="100139"/>
                </a:lnTo>
                <a:lnTo>
                  <a:pt x="101273" y="101840"/>
                </a:lnTo>
                <a:lnTo>
                  <a:pt x="101273" y="105076"/>
                </a:lnTo>
                <a:lnTo>
                  <a:pt x="98971" y="107378"/>
                </a:lnTo>
                <a:close/>
                <a:moveTo>
                  <a:pt x="93334" y="107378"/>
                </a:moveTo>
                <a:lnTo>
                  <a:pt x="97270" y="103408"/>
                </a:lnTo>
                <a:lnTo>
                  <a:pt x="97270" y="97838"/>
                </a:lnTo>
                <a:lnTo>
                  <a:pt x="98804" y="99372"/>
                </a:lnTo>
                <a:lnTo>
                  <a:pt x="98804" y="104042"/>
                </a:lnTo>
                <a:lnTo>
                  <a:pt x="95469" y="107378"/>
                </a:lnTo>
                <a:lnTo>
                  <a:pt x="93334" y="107378"/>
                </a:lnTo>
                <a:close/>
                <a:moveTo>
                  <a:pt x="89231" y="107378"/>
                </a:moveTo>
                <a:lnTo>
                  <a:pt x="85929" y="104042"/>
                </a:lnTo>
                <a:lnTo>
                  <a:pt x="85929" y="99372"/>
                </a:lnTo>
                <a:lnTo>
                  <a:pt x="87463" y="97838"/>
                </a:lnTo>
                <a:lnTo>
                  <a:pt x="87463" y="103408"/>
                </a:lnTo>
                <a:lnTo>
                  <a:pt x="91399" y="107378"/>
                </a:lnTo>
                <a:lnTo>
                  <a:pt x="89231" y="107378"/>
                </a:lnTo>
                <a:close/>
                <a:moveTo>
                  <a:pt x="85762" y="107378"/>
                </a:moveTo>
                <a:lnTo>
                  <a:pt x="83460" y="105076"/>
                </a:lnTo>
                <a:lnTo>
                  <a:pt x="83460" y="101840"/>
                </a:lnTo>
                <a:lnTo>
                  <a:pt x="85128" y="100139"/>
                </a:lnTo>
                <a:lnTo>
                  <a:pt x="85128" y="104376"/>
                </a:lnTo>
                <a:lnTo>
                  <a:pt x="88130" y="107378"/>
                </a:lnTo>
                <a:lnTo>
                  <a:pt x="85762" y="107378"/>
                </a:lnTo>
                <a:close/>
                <a:moveTo>
                  <a:pt x="82660" y="112915"/>
                </a:moveTo>
                <a:lnTo>
                  <a:pt x="81359" y="111581"/>
                </a:lnTo>
                <a:lnTo>
                  <a:pt x="81359" y="109579"/>
                </a:lnTo>
                <a:lnTo>
                  <a:pt x="82793" y="108145"/>
                </a:lnTo>
                <a:lnTo>
                  <a:pt x="84628" y="108145"/>
                </a:lnTo>
                <a:lnTo>
                  <a:pt x="82660" y="110113"/>
                </a:lnTo>
                <a:close/>
                <a:moveTo>
                  <a:pt x="65814" y="107378"/>
                </a:moveTo>
                <a:lnTo>
                  <a:pt x="68683" y="104509"/>
                </a:lnTo>
                <a:lnTo>
                  <a:pt x="68816" y="104209"/>
                </a:lnTo>
                <a:lnTo>
                  <a:pt x="68816" y="100139"/>
                </a:lnTo>
                <a:lnTo>
                  <a:pt x="70484" y="101840"/>
                </a:lnTo>
                <a:lnTo>
                  <a:pt x="70484" y="105076"/>
                </a:lnTo>
                <a:lnTo>
                  <a:pt x="68183" y="107378"/>
                </a:lnTo>
                <a:lnTo>
                  <a:pt x="65814" y="107378"/>
                </a:lnTo>
                <a:close/>
                <a:moveTo>
                  <a:pt x="62512" y="107378"/>
                </a:moveTo>
                <a:lnTo>
                  <a:pt x="66481" y="103408"/>
                </a:lnTo>
                <a:lnTo>
                  <a:pt x="66481" y="97838"/>
                </a:lnTo>
                <a:lnTo>
                  <a:pt x="68016" y="99372"/>
                </a:lnTo>
                <a:lnTo>
                  <a:pt x="68016" y="104042"/>
                </a:lnTo>
                <a:lnTo>
                  <a:pt x="64680" y="107378"/>
                </a:lnTo>
                <a:lnTo>
                  <a:pt x="62512" y="107378"/>
                </a:lnTo>
                <a:close/>
                <a:moveTo>
                  <a:pt x="58442" y="107378"/>
                </a:moveTo>
                <a:lnTo>
                  <a:pt x="55140" y="104042"/>
                </a:lnTo>
                <a:lnTo>
                  <a:pt x="55140" y="99372"/>
                </a:lnTo>
                <a:lnTo>
                  <a:pt x="56674" y="97838"/>
                </a:lnTo>
                <a:lnTo>
                  <a:pt x="56674" y="103408"/>
                </a:lnTo>
                <a:lnTo>
                  <a:pt x="60610" y="107378"/>
                </a:lnTo>
                <a:lnTo>
                  <a:pt x="58442" y="107378"/>
                </a:lnTo>
                <a:close/>
                <a:moveTo>
                  <a:pt x="54973" y="107378"/>
                </a:moveTo>
                <a:lnTo>
                  <a:pt x="52671" y="105076"/>
                </a:lnTo>
                <a:lnTo>
                  <a:pt x="52671" y="101840"/>
                </a:lnTo>
                <a:lnTo>
                  <a:pt x="54339" y="100139"/>
                </a:lnTo>
                <a:lnTo>
                  <a:pt x="54339" y="104209"/>
                </a:lnTo>
                <a:lnTo>
                  <a:pt x="54473" y="104509"/>
                </a:lnTo>
                <a:lnTo>
                  <a:pt x="57341" y="107378"/>
                </a:lnTo>
                <a:lnTo>
                  <a:pt x="54973" y="107378"/>
                </a:lnTo>
                <a:close/>
                <a:moveTo>
                  <a:pt x="51871" y="112915"/>
                </a:moveTo>
                <a:lnTo>
                  <a:pt x="50570" y="111581"/>
                </a:lnTo>
                <a:lnTo>
                  <a:pt x="50570" y="109579"/>
                </a:lnTo>
                <a:lnTo>
                  <a:pt x="51971" y="108145"/>
                </a:lnTo>
                <a:lnTo>
                  <a:pt x="53839" y="108145"/>
                </a:lnTo>
                <a:lnTo>
                  <a:pt x="51871" y="110113"/>
                </a:lnTo>
                <a:close/>
                <a:moveTo>
                  <a:pt x="35026" y="107378"/>
                </a:moveTo>
                <a:lnTo>
                  <a:pt x="37994" y="104376"/>
                </a:lnTo>
                <a:lnTo>
                  <a:pt x="37994" y="100139"/>
                </a:lnTo>
                <a:lnTo>
                  <a:pt x="39696" y="101840"/>
                </a:lnTo>
                <a:lnTo>
                  <a:pt x="39696" y="105076"/>
                </a:lnTo>
                <a:lnTo>
                  <a:pt x="37394" y="107378"/>
                </a:lnTo>
                <a:close/>
                <a:moveTo>
                  <a:pt x="31723" y="107378"/>
                </a:moveTo>
                <a:lnTo>
                  <a:pt x="35693" y="103408"/>
                </a:lnTo>
                <a:lnTo>
                  <a:pt x="35693" y="97838"/>
                </a:lnTo>
                <a:lnTo>
                  <a:pt x="37227" y="99372"/>
                </a:lnTo>
                <a:lnTo>
                  <a:pt x="37227" y="104042"/>
                </a:lnTo>
                <a:lnTo>
                  <a:pt x="33891" y="107378"/>
                </a:lnTo>
                <a:lnTo>
                  <a:pt x="31723" y="107378"/>
                </a:lnTo>
                <a:close/>
                <a:moveTo>
                  <a:pt x="27654" y="107378"/>
                </a:moveTo>
                <a:lnTo>
                  <a:pt x="24351" y="104042"/>
                </a:lnTo>
                <a:lnTo>
                  <a:pt x="24351" y="99372"/>
                </a:lnTo>
                <a:lnTo>
                  <a:pt x="25886" y="97838"/>
                </a:lnTo>
                <a:lnTo>
                  <a:pt x="25886" y="103408"/>
                </a:lnTo>
                <a:lnTo>
                  <a:pt x="29822" y="107378"/>
                </a:lnTo>
                <a:lnTo>
                  <a:pt x="27654" y="107378"/>
                </a:lnTo>
                <a:close/>
                <a:moveTo>
                  <a:pt x="24184" y="107378"/>
                </a:moveTo>
                <a:lnTo>
                  <a:pt x="21883" y="105076"/>
                </a:lnTo>
                <a:lnTo>
                  <a:pt x="21883" y="101840"/>
                </a:lnTo>
                <a:lnTo>
                  <a:pt x="23551" y="100139"/>
                </a:lnTo>
                <a:lnTo>
                  <a:pt x="23551" y="104376"/>
                </a:lnTo>
                <a:lnTo>
                  <a:pt x="26553" y="107378"/>
                </a:lnTo>
                <a:lnTo>
                  <a:pt x="24184" y="107378"/>
                </a:lnTo>
                <a:close/>
                <a:moveTo>
                  <a:pt x="21082" y="112915"/>
                </a:moveTo>
                <a:lnTo>
                  <a:pt x="19781" y="111581"/>
                </a:lnTo>
                <a:lnTo>
                  <a:pt x="19781" y="109579"/>
                </a:lnTo>
                <a:lnTo>
                  <a:pt x="21182" y="108145"/>
                </a:lnTo>
                <a:lnTo>
                  <a:pt x="23050" y="108145"/>
                </a:lnTo>
                <a:lnTo>
                  <a:pt x="21082" y="110113"/>
                </a:lnTo>
                <a:close/>
                <a:moveTo>
                  <a:pt x="9674" y="10242"/>
                </a:moveTo>
                <a:lnTo>
                  <a:pt x="11008" y="11576"/>
                </a:lnTo>
                <a:lnTo>
                  <a:pt x="11008" y="13577"/>
                </a:lnTo>
                <a:lnTo>
                  <a:pt x="9574" y="15012"/>
                </a:lnTo>
                <a:lnTo>
                  <a:pt x="7706" y="15012"/>
                </a:lnTo>
                <a:lnTo>
                  <a:pt x="9674" y="13044"/>
                </a:lnTo>
                <a:close/>
                <a:moveTo>
                  <a:pt x="26553" y="15779"/>
                </a:moveTo>
                <a:lnTo>
                  <a:pt x="23551" y="18781"/>
                </a:lnTo>
                <a:lnTo>
                  <a:pt x="23551" y="23017"/>
                </a:lnTo>
                <a:lnTo>
                  <a:pt x="21883" y="21316"/>
                </a:lnTo>
                <a:lnTo>
                  <a:pt x="21883" y="18081"/>
                </a:lnTo>
                <a:lnTo>
                  <a:pt x="24184" y="15779"/>
                </a:lnTo>
                <a:lnTo>
                  <a:pt x="26553" y="15779"/>
                </a:lnTo>
                <a:close/>
                <a:moveTo>
                  <a:pt x="29822" y="15779"/>
                </a:moveTo>
                <a:lnTo>
                  <a:pt x="25886" y="19748"/>
                </a:lnTo>
                <a:lnTo>
                  <a:pt x="25886" y="25319"/>
                </a:lnTo>
                <a:lnTo>
                  <a:pt x="24351" y="23785"/>
                </a:lnTo>
                <a:lnTo>
                  <a:pt x="24351" y="19115"/>
                </a:lnTo>
                <a:lnTo>
                  <a:pt x="27654" y="15779"/>
                </a:lnTo>
                <a:lnTo>
                  <a:pt x="29822" y="15779"/>
                </a:lnTo>
                <a:close/>
                <a:moveTo>
                  <a:pt x="33891" y="15779"/>
                </a:moveTo>
                <a:lnTo>
                  <a:pt x="37227" y="19115"/>
                </a:lnTo>
                <a:lnTo>
                  <a:pt x="37227" y="23785"/>
                </a:lnTo>
                <a:lnTo>
                  <a:pt x="35693" y="25319"/>
                </a:lnTo>
                <a:lnTo>
                  <a:pt x="35693" y="19748"/>
                </a:lnTo>
                <a:lnTo>
                  <a:pt x="31723" y="15779"/>
                </a:lnTo>
                <a:lnTo>
                  <a:pt x="33891" y="15779"/>
                </a:lnTo>
                <a:close/>
                <a:moveTo>
                  <a:pt x="37394" y="15779"/>
                </a:moveTo>
                <a:lnTo>
                  <a:pt x="39696" y="18081"/>
                </a:lnTo>
                <a:lnTo>
                  <a:pt x="39696" y="21316"/>
                </a:lnTo>
                <a:lnTo>
                  <a:pt x="37994" y="23017"/>
                </a:lnTo>
                <a:lnTo>
                  <a:pt x="37994" y="18781"/>
                </a:lnTo>
                <a:lnTo>
                  <a:pt x="35026" y="15779"/>
                </a:lnTo>
                <a:lnTo>
                  <a:pt x="37394" y="15779"/>
                </a:lnTo>
                <a:close/>
                <a:moveTo>
                  <a:pt x="40463" y="10242"/>
                </a:moveTo>
                <a:lnTo>
                  <a:pt x="41797" y="11576"/>
                </a:lnTo>
                <a:lnTo>
                  <a:pt x="41797" y="13577"/>
                </a:lnTo>
                <a:lnTo>
                  <a:pt x="40363" y="15012"/>
                </a:lnTo>
                <a:lnTo>
                  <a:pt x="38495" y="15012"/>
                </a:lnTo>
                <a:lnTo>
                  <a:pt x="40463" y="13044"/>
                </a:lnTo>
                <a:close/>
                <a:moveTo>
                  <a:pt x="57341" y="15779"/>
                </a:moveTo>
                <a:lnTo>
                  <a:pt x="54473" y="18648"/>
                </a:lnTo>
                <a:lnTo>
                  <a:pt x="54339" y="18948"/>
                </a:lnTo>
                <a:lnTo>
                  <a:pt x="54339" y="23017"/>
                </a:lnTo>
                <a:lnTo>
                  <a:pt x="52671" y="21316"/>
                </a:lnTo>
                <a:lnTo>
                  <a:pt x="52671" y="18081"/>
                </a:lnTo>
                <a:lnTo>
                  <a:pt x="54973" y="15779"/>
                </a:lnTo>
                <a:lnTo>
                  <a:pt x="57341" y="15779"/>
                </a:lnTo>
                <a:close/>
                <a:moveTo>
                  <a:pt x="60610" y="15779"/>
                </a:moveTo>
                <a:lnTo>
                  <a:pt x="56674" y="19748"/>
                </a:lnTo>
                <a:lnTo>
                  <a:pt x="56674" y="25319"/>
                </a:lnTo>
                <a:lnTo>
                  <a:pt x="55140" y="23785"/>
                </a:lnTo>
                <a:lnTo>
                  <a:pt x="55140" y="19115"/>
                </a:lnTo>
                <a:lnTo>
                  <a:pt x="58442" y="15779"/>
                </a:lnTo>
                <a:lnTo>
                  <a:pt x="60610" y="15779"/>
                </a:lnTo>
                <a:close/>
                <a:moveTo>
                  <a:pt x="64680" y="15779"/>
                </a:moveTo>
                <a:lnTo>
                  <a:pt x="68016" y="19115"/>
                </a:lnTo>
                <a:lnTo>
                  <a:pt x="68016" y="23785"/>
                </a:lnTo>
                <a:lnTo>
                  <a:pt x="66481" y="25319"/>
                </a:lnTo>
                <a:lnTo>
                  <a:pt x="66481" y="19748"/>
                </a:lnTo>
                <a:lnTo>
                  <a:pt x="62545" y="15779"/>
                </a:lnTo>
                <a:lnTo>
                  <a:pt x="64680" y="15779"/>
                </a:lnTo>
                <a:close/>
                <a:moveTo>
                  <a:pt x="68183" y="15779"/>
                </a:moveTo>
                <a:lnTo>
                  <a:pt x="70484" y="18081"/>
                </a:lnTo>
                <a:lnTo>
                  <a:pt x="70484" y="21316"/>
                </a:lnTo>
                <a:lnTo>
                  <a:pt x="68783" y="23017"/>
                </a:lnTo>
                <a:lnTo>
                  <a:pt x="68783" y="18948"/>
                </a:lnTo>
                <a:lnTo>
                  <a:pt x="68683" y="18648"/>
                </a:lnTo>
                <a:lnTo>
                  <a:pt x="65814" y="15779"/>
                </a:lnTo>
                <a:lnTo>
                  <a:pt x="68183" y="15779"/>
                </a:lnTo>
                <a:close/>
                <a:moveTo>
                  <a:pt x="71251" y="10242"/>
                </a:moveTo>
                <a:lnTo>
                  <a:pt x="72586" y="11576"/>
                </a:lnTo>
                <a:lnTo>
                  <a:pt x="72586" y="13577"/>
                </a:lnTo>
                <a:lnTo>
                  <a:pt x="71151" y="15012"/>
                </a:lnTo>
                <a:lnTo>
                  <a:pt x="69283" y="15012"/>
                </a:lnTo>
                <a:lnTo>
                  <a:pt x="71251" y="13044"/>
                </a:lnTo>
                <a:lnTo>
                  <a:pt x="71251" y="10242"/>
                </a:lnTo>
                <a:close/>
                <a:moveTo>
                  <a:pt x="88130" y="15779"/>
                </a:moveTo>
                <a:lnTo>
                  <a:pt x="85128" y="18781"/>
                </a:lnTo>
                <a:lnTo>
                  <a:pt x="85128" y="23017"/>
                </a:lnTo>
                <a:lnTo>
                  <a:pt x="83460" y="21316"/>
                </a:lnTo>
                <a:lnTo>
                  <a:pt x="83460" y="18081"/>
                </a:lnTo>
                <a:lnTo>
                  <a:pt x="85762" y="15779"/>
                </a:lnTo>
                <a:lnTo>
                  <a:pt x="88130" y="15779"/>
                </a:lnTo>
                <a:close/>
                <a:moveTo>
                  <a:pt x="91399" y="15779"/>
                </a:moveTo>
                <a:lnTo>
                  <a:pt x="87463" y="19748"/>
                </a:lnTo>
                <a:lnTo>
                  <a:pt x="87463" y="25319"/>
                </a:lnTo>
                <a:lnTo>
                  <a:pt x="85929" y="23785"/>
                </a:lnTo>
                <a:lnTo>
                  <a:pt x="85929" y="19115"/>
                </a:lnTo>
                <a:lnTo>
                  <a:pt x="89231" y="15779"/>
                </a:lnTo>
                <a:lnTo>
                  <a:pt x="91399" y="15779"/>
                </a:lnTo>
                <a:close/>
                <a:moveTo>
                  <a:pt x="95469" y="15779"/>
                </a:moveTo>
                <a:lnTo>
                  <a:pt x="98804" y="19115"/>
                </a:lnTo>
                <a:lnTo>
                  <a:pt x="98804" y="23785"/>
                </a:lnTo>
                <a:lnTo>
                  <a:pt x="97270" y="25319"/>
                </a:lnTo>
                <a:lnTo>
                  <a:pt x="97270" y="19748"/>
                </a:lnTo>
                <a:lnTo>
                  <a:pt x="93334" y="15779"/>
                </a:lnTo>
                <a:lnTo>
                  <a:pt x="95469" y="15779"/>
                </a:lnTo>
                <a:close/>
                <a:moveTo>
                  <a:pt x="98971" y="15779"/>
                </a:moveTo>
                <a:lnTo>
                  <a:pt x="101273" y="18081"/>
                </a:lnTo>
                <a:lnTo>
                  <a:pt x="101273" y="21316"/>
                </a:lnTo>
                <a:lnTo>
                  <a:pt x="99572" y="23017"/>
                </a:lnTo>
                <a:lnTo>
                  <a:pt x="99572" y="18781"/>
                </a:lnTo>
                <a:lnTo>
                  <a:pt x="96603" y="15779"/>
                </a:lnTo>
                <a:lnTo>
                  <a:pt x="98971" y="15779"/>
                </a:lnTo>
                <a:close/>
                <a:moveTo>
                  <a:pt x="102040" y="10242"/>
                </a:moveTo>
                <a:lnTo>
                  <a:pt x="103374" y="11576"/>
                </a:lnTo>
                <a:lnTo>
                  <a:pt x="103374" y="13577"/>
                </a:lnTo>
                <a:lnTo>
                  <a:pt x="101940" y="15012"/>
                </a:lnTo>
                <a:lnTo>
                  <a:pt x="100072" y="15012"/>
                </a:lnTo>
                <a:lnTo>
                  <a:pt x="102040" y="13044"/>
                </a:lnTo>
                <a:close/>
                <a:moveTo>
                  <a:pt x="118919" y="15779"/>
                </a:moveTo>
                <a:lnTo>
                  <a:pt x="116050" y="18648"/>
                </a:lnTo>
                <a:lnTo>
                  <a:pt x="115917" y="18948"/>
                </a:lnTo>
                <a:lnTo>
                  <a:pt x="115917" y="23017"/>
                </a:lnTo>
                <a:lnTo>
                  <a:pt x="114249" y="21316"/>
                </a:lnTo>
                <a:lnTo>
                  <a:pt x="114249" y="18081"/>
                </a:lnTo>
                <a:lnTo>
                  <a:pt x="116550" y="15779"/>
                </a:lnTo>
                <a:lnTo>
                  <a:pt x="118919" y="15779"/>
                </a:lnTo>
                <a:close/>
                <a:moveTo>
                  <a:pt x="122188" y="15779"/>
                </a:moveTo>
                <a:lnTo>
                  <a:pt x="118252" y="19748"/>
                </a:lnTo>
                <a:lnTo>
                  <a:pt x="118252" y="25319"/>
                </a:lnTo>
                <a:lnTo>
                  <a:pt x="116717" y="23785"/>
                </a:lnTo>
                <a:lnTo>
                  <a:pt x="116717" y="19115"/>
                </a:lnTo>
                <a:lnTo>
                  <a:pt x="120053" y="15779"/>
                </a:lnTo>
                <a:lnTo>
                  <a:pt x="122188" y="15779"/>
                </a:lnTo>
                <a:close/>
                <a:moveTo>
                  <a:pt x="126291" y="15779"/>
                </a:moveTo>
                <a:lnTo>
                  <a:pt x="129593" y="19115"/>
                </a:lnTo>
                <a:lnTo>
                  <a:pt x="129593" y="23785"/>
                </a:lnTo>
                <a:lnTo>
                  <a:pt x="128059" y="25319"/>
                </a:lnTo>
                <a:lnTo>
                  <a:pt x="128059" y="19748"/>
                </a:lnTo>
                <a:lnTo>
                  <a:pt x="124122" y="15779"/>
                </a:lnTo>
                <a:lnTo>
                  <a:pt x="126291" y="15779"/>
                </a:lnTo>
                <a:close/>
                <a:moveTo>
                  <a:pt x="129760" y="15779"/>
                </a:moveTo>
                <a:lnTo>
                  <a:pt x="132061" y="18081"/>
                </a:lnTo>
                <a:lnTo>
                  <a:pt x="132061" y="21316"/>
                </a:lnTo>
                <a:lnTo>
                  <a:pt x="130394" y="23017"/>
                </a:lnTo>
                <a:lnTo>
                  <a:pt x="130394" y="18948"/>
                </a:lnTo>
                <a:lnTo>
                  <a:pt x="130260" y="18648"/>
                </a:lnTo>
                <a:lnTo>
                  <a:pt x="127391" y="15779"/>
                </a:lnTo>
                <a:lnTo>
                  <a:pt x="129760" y="15779"/>
                </a:lnTo>
                <a:close/>
                <a:moveTo>
                  <a:pt x="132862" y="10242"/>
                </a:moveTo>
                <a:lnTo>
                  <a:pt x="134163" y="11576"/>
                </a:lnTo>
                <a:lnTo>
                  <a:pt x="134163" y="13577"/>
                </a:lnTo>
                <a:lnTo>
                  <a:pt x="132729" y="15012"/>
                </a:lnTo>
                <a:lnTo>
                  <a:pt x="130894" y="15012"/>
                </a:lnTo>
                <a:lnTo>
                  <a:pt x="132862" y="13044"/>
                </a:lnTo>
                <a:close/>
                <a:moveTo>
                  <a:pt x="149707" y="15779"/>
                </a:moveTo>
                <a:lnTo>
                  <a:pt x="146739" y="18781"/>
                </a:lnTo>
                <a:lnTo>
                  <a:pt x="146739" y="23017"/>
                </a:lnTo>
                <a:lnTo>
                  <a:pt x="145037" y="21316"/>
                </a:lnTo>
                <a:lnTo>
                  <a:pt x="145037" y="18081"/>
                </a:lnTo>
                <a:lnTo>
                  <a:pt x="147339" y="15779"/>
                </a:lnTo>
                <a:lnTo>
                  <a:pt x="149707" y="15779"/>
                </a:lnTo>
                <a:close/>
                <a:moveTo>
                  <a:pt x="153010" y="15779"/>
                </a:moveTo>
                <a:lnTo>
                  <a:pt x="149040" y="19748"/>
                </a:lnTo>
                <a:lnTo>
                  <a:pt x="149040" y="25319"/>
                </a:lnTo>
                <a:lnTo>
                  <a:pt x="147506" y="23785"/>
                </a:lnTo>
                <a:lnTo>
                  <a:pt x="147506" y="19115"/>
                </a:lnTo>
                <a:lnTo>
                  <a:pt x="150842" y="15779"/>
                </a:lnTo>
                <a:lnTo>
                  <a:pt x="153010" y="15779"/>
                </a:lnTo>
                <a:close/>
                <a:moveTo>
                  <a:pt x="157079" y="15779"/>
                </a:moveTo>
                <a:lnTo>
                  <a:pt x="160382" y="19115"/>
                </a:lnTo>
                <a:lnTo>
                  <a:pt x="160382" y="23785"/>
                </a:lnTo>
                <a:lnTo>
                  <a:pt x="158847" y="25319"/>
                </a:lnTo>
                <a:lnTo>
                  <a:pt x="158847" y="19748"/>
                </a:lnTo>
                <a:lnTo>
                  <a:pt x="154911" y="15779"/>
                </a:lnTo>
                <a:lnTo>
                  <a:pt x="157079" y="15779"/>
                </a:lnTo>
                <a:close/>
                <a:moveTo>
                  <a:pt x="160548" y="15779"/>
                </a:moveTo>
                <a:lnTo>
                  <a:pt x="162850" y="18081"/>
                </a:lnTo>
                <a:lnTo>
                  <a:pt x="162850" y="21316"/>
                </a:lnTo>
                <a:lnTo>
                  <a:pt x="161182" y="23017"/>
                </a:lnTo>
                <a:lnTo>
                  <a:pt x="161182" y="18781"/>
                </a:lnTo>
                <a:lnTo>
                  <a:pt x="158180" y="15779"/>
                </a:lnTo>
                <a:lnTo>
                  <a:pt x="160548" y="15779"/>
                </a:lnTo>
                <a:close/>
                <a:moveTo>
                  <a:pt x="163651" y="10242"/>
                </a:moveTo>
                <a:lnTo>
                  <a:pt x="164952" y="11576"/>
                </a:lnTo>
                <a:lnTo>
                  <a:pt x="164952" y="13577"/>
                </a:lnTo>
                <a:lnTo>
                  <a:pt x="163551" y="15012"/>
                </a:lnTo>
                <a:lnTo>
                  <a:pt x="161683" y="15012"/>
                </a:lnTo>
                <a:lnTo>
                  <a:pt x="163651" y="13044"/>
                </a:lnTo>
                <a:close/>
                <a:moveTo>
                  <a:pt x="180496" y="15779"/>
                </a:moveTo>
                <a:lnTo>
                  <a:pt x="177627" y="18648"/>
                </a:lnTo>
                <a:lnTo>
                  <a:pt x="177527" y="18948"/>
                </a:lnTo>
                <a:lnTo>
                  <a:pt x="177527" y="23017"/>
                </a:lnTo>
                <a:lnTo>
                  <a:pt x="175826" y="21316"/>
                </a:lnTo>
                <a:lnTo>
                  <a:pt x="175826" y="18081"/>
                </a:lnTo>
                <a:lnTo>
                  <a:pt x="178128" y="15779"/>
                </a:lnTo>
                <a:lnTo>
                  <a:pt x="180496" y="15779"/>
                </a:lnTo>
                <a:close/>
                <a:moveTo>
                  <a:pt x="183798" y="15779"/>
                </a:moveTo>
                <a:lnTo>
                  <a:pt x="179829" y="19748"/>
                </a:lnTo>
                <a:lnTo>
                  <a:pt x="179829" y="25319"/>
                </a:lnTo>
                <a:lnTo>
                  <a:pt x="178294" y="23785"/>
                </a:lnTo>
                <a:lnTo>
                  <a:pt x="178294" y="19115"/>
                </a:lnTo>
                <a:lnTo>
                  <a:pt x="181630" y="15779"/>
                </a:lnTo>
                <a:lnTo>
                  <a:pt x="183798" y="15779"/>
                </a:lnTo>
                <a:close/>
                <a:moveTo>
                  <a:pt x="187868" y="15779"/>
                </a:moveTo>
                <a:lnTo>
                  <a:pt x="191170" y="19115"/>
                </a:lnTo>
                <a:lnTo>
                  <a:pt x="191170" y="23785"/>
                </a:lnTo>
                <a:lnTo>
                  <a:pt x="189636" y="25319"/>
                </a:lnTo>
                <a:lnTo>
                  <a:pt x="189636" y="19748"/>
                </a:lnTo>
                <a:lnTo>
                  <a:pt x="185700" y="15779"/>
                </a:lnTo>
                <a:lnTo>
                  <a:pt x="187868" y="15779"/>
                </a:lnTo>
                <a:close/>
                <a:moveTo>
                  <a:pt x="191337" y="15779"/>
                </a:moveTo>
                <a:lnTo>
                  <a:pt x="193639" y="18081"/>
                </a:lnTo>
                <a:lnTo>
                  <a:pt x="193639" y="21316"/>
                </a:lnTo>
                <a:lnTo>
                  <a:pt x="191971" y="23017"/>
                </a:lnTo>
                <a:lnTo>
                  <a:pt x="191971" y="18948"/>
                </a:lnTo>
                <a:lnTo>
                  <a:pt x="191837" y="18648"/>
                </a:lnTo>
                <a:lnTo>
                  <a:pt x="188969" y="15779"/>
                </a:lnTo>
                <a:lnTo>
                  <a:pt x="191337" y="15779"/>
                </a:lnTo>
                <a:close/>
                <a:moveTo>
                  <a:pt x="194439" y="10242"/>
                </a:moveTo>
                <a:lnTo>
                  <a:pt x="195740" y="11576"/>
                </a:lnTo>
                <a:lnTo>
                  <a:pt x="195740" y="13577"/>
                </a:lnTo>
                <a:lnTo>
                  <a:pt x="194339" y="15012"/>
                </a:lnTo>
                <a:lnTo>
                  <a:pt x="192471" y="15012"/>
                </a:lnTo>
                <a:lnTo>
                  <a:pt x="194439" y="13044"/>
                </a:lnTo>
                <a:close/>
                <a:moveTo>
                  <a:pt x="211285" y="15779"/>
                </a:moveTo>
                <a:lnTo>
                  <a:pt x="208316" y="18781"/>
                </a:lnTo>
                <a:lnTo>
                  <a:pt x="208316" y="23017"/>
                </a:lnTo>
                <a:lnTo>
                  <a:pt x="206615" y="21316"/>
                </a:lnTo>
                <a:lnTo>
                  <a:pt x="206615" y="18081"/>
                </a:lnTo>
                <a:lnTo>
                  <a:pt x="208916" y="15779"/>
                </a:lnTo>
                <a:lnTo>
                  <a:pt x="211285" y="15779"/>
                </a:lnTo>
                <a:close/>
                <a:moveTo>
                  <a:pt x="214587" y="15779"/>
                </a:moveTo>
                <a:lnTo>
                  <a:pt x="210618" y="19748"/>
                </a:lnTo>
                <a:lnTo>
                  <a:pt x="210618" y="25319"/>
                </a:lnTo>
                <a:lnTo>
                  <a:pt x="209083" y="23785"/>
                </a:lnTo>
                <a:lnTo>
                  <a:pt x="209083" y="19115"/>
                </a:lnTo>
                <a:lnTo>
                  <a:pt x="212419" y="15779"/>
                </a:lnTo>
                <a:lnTo>
                  <a:pt x="214587" y="15779"/>
                </a:lnTo>
                <a:close/>
                <a:moveTo>
                  <a:pt x="218657" y="15779"/>
                </a:moveTo>
                <a:lnTo>
                  <a:pt x="221959" y="19115"/>
                </a:lnTo>
                <a:lnTo>
                  <a:pt x="221959" y="23785"/>
                </a:lnTo>
                <a:lnTo>
                  <a:pt x="220425" y="25319"/>
                </a:lnTo>
                <a:lnTo>
                  <a:pt x="220425" y="19748"/>
                </a:lnTo>
                <a:lnTo>
                  <a:pt x="216488" y="15779"/>
                </a:lnTo>
                <a:lnTo>
                  <a:pt x="218657" y="15779"/>
                </a:lnTo>
                <a:close/>
                <a:moveTo>
                  <a:pt x="222126" y="15779"/>
                </a:moveTo>
                <a:lnTo>
                  <a:pt x="224427" y="18081"/>
                </a:lnTo>
                <a:lnTo>
                  <a:pt x="224427" y="21316"/>
                </a:lnTo>
                <a:lnTo>
                  <a:pt x="222760" y="23017"/>
                </a:lnTo>
                <a:lnTo>
                  <a:pt x="222760" y="18781"/>
                </a:lnTo>
                <a:lnTo>
                  <a:pt x="219757" y="15779"/>
                </a:lnTo>
                <a:lnTo>
                  <a:pt x="222126" y="15779"/>
                </a:lnTo>
                <a:close/>
                <a:moveTo>
                  <a:pt x="225228" y="10242"/>
                </a:moveTo>
                <a:lnTo>
                  <a:pt x="226529" y="11576"/>
                </a:lnTo>
                <a:lnTo>
                  <a:pt x="226529" y="13577"/>
                </a:lnTo>
                <a:lnTo>
                  <a:pt x="225128" y="15012"/>
                </a:lnTo>
                <a:lnTo>
                  <a:pt x="223260" y="15012"/>
                </a:lnTo>
                <a:lnTo>
                  <a:pt x="225228" y="13044"/>
                </a:lnTo>
                <a:close/>
                <a:moveTo>
                  <a:pt x="234635" y="14011"/>
                </a:moveTo>
                <a:lnTo>
                  <a:pt x="235635" y="15012"/>
                </a:lnTo>
                <a:lnTo>
                  <a:pt x="231866" y="15012"/>
                </a:lnTo>
                <a:lnTo>
                  <a:pt x="234535" y="12343"/>
                </a:lnTo>
                <a:lnTo>
                  <a:pt x="234535" y="13744"/>
                </a:lnTo>
                <a:close/>
                <a:moveTo>
                  <a:pt x="234635" y="75588"/>
                </a:moveTo>
                <a:lnTo>
                  <a:pt x="235635" y="76589"/>
                </a:lnTo>
                <a:lnTo>
                  <a:pt x="231866" y="76589"/>
                </a:lnTo>
                <a:lnTo>
                  <a:pt x="234535" y="73920"/>
                </a:lnTo>
                <a:lnTo>
                  <a:pt x="234535" y="75321"/>
                </a:lnTo>
                <a:close/>
                <a:moveTo>
                  <a:pt x="234535" y="109413"/>
                </a:moveTo>
                <a:lnTo>
                  <a:pt x="234535" y="110814"/>
                </a:lnTo>
                <a:lnTo>
                  <a:pt x="231899" y="108178"/>
                </a:lnTo>
                <a:lnTo>
                  <a:pt x="235635" y="108178"/>
                </a:lnTo>
                <a:lnTo>
                  <a:pt x="234635" y="109146"/>
                </a:lnTo>
                <a:close/>
                <a:moveTo>
                  <a:pt x="227229" y="109146"/>
                </a:moveTo>
                <a:lnTo>
                  <a:pt x="226229" y="108178"/>
                </a:lnTo>
                <a:lnTo>
                  <a:pt x="229965" y="108178"/>
                </a:lnTo>
                <a:lnTo>
                  <a:pt x="227330" y="110814"/>
                </a:lnTo>
                <a:lnTo>
                  <a:pt x="227330" y="109413"/>
                </a:lnTo>
                <a:close/>
                <a:moveTo>
                  <a:pt x="227330" y="104743"/>
                </a:moveTo>
                <a:lnTo>
                  <a:pt x="229965" y="107378"/>
                </a:lnTo>
                <a:lnTo>
                  <a:pt x="226229" y="107378"/>
                </a:lnTo>
                <a:lnTo>
                  <a:pt x="227330" y="106277"/>
                </a:lnTo>
                <a:lnTo>
                  <a:pt x="227330" y="104743"/>
                </a:lnTo>
                <a:close/>
                <a:moveTo>
                  <a:pt x="227897" y="104175"/>
                </a:moveTo>
                <a:lnTo>
                  <a:pt x="229264" y="104175"/>
                </a:lnTo>
                <a:lnTo>
                  <a:pt x="229431" y="104175"/>
                </a:lnTo>
                <a:lnTo>
                  <a:pt x="230532" y="103075"/>
                </a:lnTo>
                <a:lnTo>
                  <a:pt x="230532" y="106811"/>
                </a:lnTo>
                <a:close/>
                <a:moveTo>
                  <a:pt x="230532" y="108712"/>
                </a:moveTo>
                <a:lnTo>
                  <a:pt x="230532" y="112448"/>
                </a:lnTo>
                <a:lnTo>
                  <a:pt x="229431" y="111381"/>
                </a:lnTo>
                <a:lnTo>
                  <a:pt x="227897" y="111381"/>
                </a:lnTo>
                <a:close/>
                <a:moveTo>
                  <a:pt x="231332" y="108712"/>
                </a:moveTo>
                <a:lnTo>
                  <a:pt x="233968" y="111381"/>
                </a:lnTo>
                <a:lnTo>
                  <a:pt x="232567" y="111381"/>
                </a:lnTo>
                <a:lnTo>
                  <a:pt x="232300" y="111481"/>
                </a:lnTo>
                <a:lnTo>
                  <a:pt x="231332" y="112448"/>
                </a:lnTo>
                <a:lnTo>
                  <a:pt x="231332" y="108712"/>
                </a:lnTo>
                <a:close/>
                <a:moveTo>
                  <a:pt x="231866" y="107378"/>
                </a:moveTo>
                <a:lnTo>
                  <a:pt x="234535" y="104743"/>
                </a:lnTo>
                <a:lnTo>
                  <a:pt x="234535" y="106277"/>
                </a:lnTo>
                <a:lnTo>
                  <a:pt x="235635" y="107378"/>
                </a:lnTo>
                <a:close/>
                <a:moveTo>
                  <a:pt x="231332" y="106811"/>
                </a:moveTo>
                <a:lnTo>
                  <a:pt x="231332" y="103075"/>
                </a:lnTo>
                <a:lnTo>
                  <a:pt x="232300" y="104042"/>
                </a:lnTo>
                <a:lnTo>
                  <a:pt x="232567" y="104175"/>
                </a:lnTo>
                <a:lnTo>
                  <a:pt x="233968" y="104175"/>
                </a:lnTo>
                <a:close/>
                <a:moveTo>
                  <a:pt x="230532" y="101941"/>
                </a:moveTo>
                <a:lnTo>
                  <a:pt x="229097" y="103375"/>
                </a:lnTo>
                <a:lnTo>
                  <a:pt x="227096" y="103375"/>
                </a:lnTo>
                <a:lnTo>
                  <a:pt x="225762" y="102074"/>
                </a:lnTo>
                <a:lnTo>
                  <a:pt x="228397" y="102074"/>
                </a:lnTo>
                <a:lnTo>
                  <a:pt x="228564" y="102074"/>
                </a:lnTo>
                <a:lnTo>
                  <a:pt x="230532" y="100106"/>
                </a:lnTo>
                <a:lnTo>
                  <a:pt x="230532" y="101941"/>
                </a:lnTo>
                <a:close/>
                <a:moveTo>
                  <a:pt x="228230" y="101273"/>
                </a:moveTo>
                <a:lnTo>
                  <a:pt x="224995" y="101273"/>
                </a:lnTo>
                <a:lnTo>
                  <a:pt x="223327" y="99606"/>
                </a:lnTo>
                <a:lnTo>
                  <a:pt x="227363" y="99606"/>
                </a:lnTo>
                <a:lnTo>
                  <a:pt x="227530" y="99606"/>
                </a:lnTo>
                <a:lnTo>
                  <a:pt x="230532" y="96603"/>
                </a:lnTo>
                <a:lnTo>
                  <a:pt x="230532" y="98972"/>
                </a:lnTo>
                <a:close/>
                <a:moveTo>
                  <a:pt x="227229" y="98805"/>
                </a:moveTo>
                <a:lnTo>
                  <a:pt x="222526" y="98805"/>
                </a:lnTo>
                <a:lnTo>
                  <a:pt x="220992" y="97271"/>
                </a:lnTo>
                <a:lnTo>
                  <a:pt x="226429" y="97271"/>
                </a:lnTo>
                <a:lnTo>
                  <a:pt x="226596" y="97271"/>
                </a:lnTo>
                <a:lnTo>
                  <a:pt x="230532" y="93334"/>
                </a:lnTo>
                <a:lnTo>
                  <a:pt x="230532" y="95503"/>
                </a:lnTo>
                <a:close/>
                <a:moveTo>
                  <a:pt x="203746" y="109413"/>
                </a:moveTo>
                <a:lnTo>
                  <a:pt x="203746" y="110814"/>
                </a:lnTo>
                <a:lnTo>
                  <a:pt x="201077" y="108178"/>
                </a:lnTo>
                <a:lnTo>
                  <a:pt x="204847" y="108178"/>
                </a:lnTo>
                <a:lnTo>
                  <a:pt x="203846" y="109146"/>
                </a:lnTo>
                <a:close/>
                <a:moveTo>
                  <a:pt x="196407" y="109146"/>
                </a:moveTo>
                <a:lnTo>
                  <a:pt x="195440" y="108178"/>
                </a:lnTo>
                <a:lnTo>
                  <a:pt x="199176" y="108178"/>
                </a:lnTo>
                <a:lnTo>
                  <a:pt x="196541" y="110814"/>
                </a:lnTo>
                <a:lnTo>
                  <a:pt x="196541" y="109413"/>
                </a:lnTo>
                <a:close/>
                <a:moveTo>
                  <a:pt x="192538" y="99606"/>
                </a:moveTo>
                <a:lnTo>
                  <a:pt x="196741" y="99606"/>
                </a:lnTo>
                <a:lnTo>
                  <a:pt x="199743" y="96603"/>
                </a:lnTo>
                <a:lnTo>
                  <a:pt x="199743" y="98972"/>
                </a:lnTo>
                <a:lnTo>
                  <a:pt x="197441" y="101273"/>
                </a:lnTo>
                <a:lnTo>
                  <a:pt x="194206" y="101273"/>
                </a:lnTo>
                <a:close/>
                <a:moveTo>
                  <a:pt x="190203" y="97271"/>
                </a:moveTo>
                <a:lnTo>
                  <a:pt x="195807" y="97271"/>
                </a:lnTo>
                <a:lnTo>
                  <a:pt x="199743" y="93334"/>
                </a:lnTo>
                <a:lnTo>
                  <a:pt x="199743" y="95503"/>
                </a:lnTo>
                <a:lnTo>
                  <a:pt x="196441" y="98805"/>
                </a:lnTo>
                <a:lnTo>
                  <a:pt x="191737" y="98805"/>
                </a:lnTo>
                <a:close/>
                <a:moveTo>
                  <a:pt x="177761" y="98805"/>
                </a:moveTo>
                <a:lnTo>
                  <a:pt x="173057" y="98805"/>
                </a:lnTo>
                <a:lnTo>
                  <a:pt x="169755" y="95503"/>
                </a:lnTo>
                <a:lnTo>
                  <a:pt x="169755" y="93334"/>
                </a:lnTo>
                <a:lnTo>
                  <a:pt x="173691" y="97271"/>
                </a:lnTo>
                <a:lnTo>
                  <a:pt x="179262" y="97271"/>
                </a:lnTo>
                <a:close/>
                <a:moveTo>
                  <a:pt x="175292" y="101273"/>
                </a:moveTo>
                <a:lnTo>
                  <a:pt x="172023" y="101273"/>
                </a:lnTo>
                <a:lnTo>
                  <a:pt x="169755" y="98972"/>
                </a:lnTo>
                <a:lnTo>
                  <a:pt x="169755" y="96603"/>
                </a:lnTo>
                <a:lnTo>
                  <a:pt x="172724" y="99606"/>
                </a:lnTo>
                <a:lnTo>
                  <a:pt x="176960" y="99606"/>
                </a:lnTo>
                <a:close/>
                <a:moveTo>
                  <a:pt x="173191" y="103375"/>
                </a:moveTo>
                <a:lnTo>
                  <a:pt x="171156" y="103375"/>
                </a:lnTo>
                <a:lnTo>
                  <a:pt x="169755" y="101941"/>
                </a:lnTo>
                <a:lnTo>
                  <a:pt x="169755" y="100106"/>
                </a:lnTo>
                <a:lnTo>
                  <a:pt x="171723" y="102074"/>
                </a:lnTo>
                <a:lnTo>
                  <a:pt x="174492" y="102074"/>
                </a:lnTo>
                <a:close/>
                <a:moveTo>
                  <a:pt x="172957" y="109413"/>
                </a:moveTo>
                <a:lnTo>
                  <a:pt x="172957" y="110814"/>
                </a:lnTo>
                <a:lnTo>
                  <a:pt x="170289" y="108178"/>
                </a:lnTo>
                <a:lnTo>
                  <a:pt x="174025" y="108178"/>
                </a:lnTo>
                <a:lnTo>
                  <a:pt x="173057" y="109146"/>
                </a:lnTo>
                <a:close/>
                <a:moveTo>
                  <a:pt x="165619" y="109146"/>
                </a:moveTo>
                <a:lnTo>
                  <a:pt x="164651" y="108178"/>
                </a:lnTo>
                <a:lnTo>
                  <a:pt x="168387" y="108178"/>
                </a:lnTo>
                <a:lnTo>
                  <a:pt x="165752" y="110814"/>
                </a:lnTo>
                <a:lnTo>
                  <a:pt x="165752" y="109413"/>
                </a:lnTo>
                <a:close/>
                <a:moveTo>
                  <a:pt x="161749" y="99606"/>
                </a:moveTo>
                <a:lnTo>
                  <a:pt x="165786" y="99606"/>
                </a:lnTo>
                <a:lnTo>
                  <a:pt x="165952" y="99606"/>
                </a:lnTo>
                <a:lnTo>
                  <a:pt x="168954" y="96603"/>
                </a:lnTo>
                <a:lnTo>
                  <a:pt x="168954" y="98972"/>
                </a:lnTo>
                <a:lnTo>
                  <a:pt x="166653" y="101273"/>
                </a:lnTo>
                <a:lnTo>
                  <a:pt x="163417" y="101273"/>
                </a:lnTo>
                <a:close/>
                <a:moveTo>
                  <a:pt x="159414" y="97271"/>
                </a:moveTo>
                <a:lnTo>
                  <a:pt x="164852" y="97271"/>
                </a:lnTo>
                <a:lnTo>
                  <a:pt x="164985" y="97271"/>
                </a:lnTo>
                <a:lnTo>
                  <a:pt x="168954" y="93334"/>
                </a:lnTo>
                <a:lnTo>
                  <a:pt x="168954" y="95503"/>
                </a:lnTo>
                <a:lnTo>
                  <a:pt x="165619" y="98805"/>
                </a:lnTo>
                <a:lnTo>
                  <a:pt x="160949" y="98805"/>
                </a:lnTo>
                <a:close/>
                <a:moveTo>
                  <a:pt x="142135" y="109413"/>
                </a:moveTo>
                <a:lnTo>
                  <a:pt x="142135" y="110814"/>
                </a:lnTo>
                <a:lnTo>
                  <a:pt x="139500" y="108178"/>
                </a:lnTo>
                <a:lnTo>
                  <a:pt x="143236" y="108178"/>
                </a:lnTo>
                <a:lnTo>
                  <a:pt x="142269" y="109146"/>
                </a:lnTo>
                <a:close/>
                <a:moveTo>
                  <a:pt x="134830" y="109146"/>
                </a:moveTo>
                <a:lnTo>
                  <a:pt x="133863" y="108178"/>
                </a:lnTo>
                <a:lnTo>
                  <a:pt x="137599" y="108178"/>
                </a:lnTo>
                <a:lnTo>
                  <a:pt x="134964" y="110814"/>
                </a:lnTo>
                <a:lnTo>
                  <a:pt x="134964" y="109413"/>
                </a:lnTo>
                <a:close/>
                <a:moveTo>
                  <a:pt x="130927" y="99606"/>
                </a:moveTo>
                <a:lnTo>
                  <a:pt x="135164" y="99606"/>
                </a:lnTo>
                <a:lnTo>
                  <a:pt x="138166" y="96603"/>
                </a:lnTo>
                <a:lnTo>
                  <a:pt x="138166" y="98972"/>
                </a:lnTo>
                <a:lnTo>
                  <a:pt x="135864" y="101273"/>
                </a:lnTo>
                <a:lnTo>
                  <a:pt x="132629" y="101273"/>
                </a:lnTo>
                <a:close/>
                <a:moveTo>
                  <a:pt x="128626" y="97271"/>
                </a:moveTo>
                <a:lnTo>
                  <a:pt x="134196" y="97271"/>
                </a:lnTo>
                <a:lnTo>
                  <a:pt x="138166" y="93334"/>
                </a:lnTo>
                <a:lnTo>
                  <a:pt x="138166" y="95503"/>
                </a:lnTo>
                <a:lnTo>
                  <a:pt x="134830" y="98805"/>
                </a:lnTo>
                <a:lnTo>
                  <a:pt x="130160" y="98805"/>
                </a:lnTo>
                <a:close/>
                <a:moveTo>
                  <a:pt x="116150" y="98805"/>
                </a:moveTo>
                <a:lnTo>
                  <a:pt x="111480" y="98805"/>
                </a:lnTo>
                <a:lnTo>
                  <a:pt x="108144" y="95503"/>
                </a:lnTo>
                <a:lnTo>
                  <a:pt x="108144" y="93334"/>
                </a:lnTo>
                <a:lnTo>
                  <a:pt x="112114" y="97271"/>
                </a:lnTo>
                <a:lnTo>
                  <a:pt x="117685" y="97271"/>
                </a:lnTo>
                <a:close/>
                <a:moveTo>
                  <a:pt x="113682" y="101273"/>
                </a:moveTo>
                <a:lnTo>
                  <a:pt x="110446" y="101273"/>
                </a:lnTo>
                <a:lnTo>
                  <a:pt x="108144" y="98972"/>
                </a:lnTo>
                <a:lnTo>
                  <a:pt x="108144" y="96603"/>
                </a:lnTo>
                <a:lnTo>
                  <a:pt x="111147" y="99606"/>
                </a:lnTo>
                <a:lnTo>
                  <a:pt x="115383" y="99606"/>
                </a:lnTo>
                <a:close/>
                <a:moveTo>
                  <a:pt x="111580" y="103375"/>
                </a:moveTo>
                <a:lnTo>
                  <a:pt x="109579" y="103375"/>
                </a:lnTo>
                <a:lnTo>
                  <a:pt x="108144" y="101941"/>
                </a:lnTo>
                <a:lnTo>
                  <a:pt x="108144" y="100106"/>
                </a:lnTo>
                <a:lnTo>
                  <a:pt x="110112" y="102074"/>
                </a:lnTo>
                <a:lnTo>
                  <a:pt x="112914" y="102074"/>
                </a:lnTo>
                <a:close/>
                <a:moveTo>
                  <a:pt x="111347" y="109413"/>
                </a:moveTo>
                <a:lnTo>
                  <a:pt x="111347" y="110814"/>
                </a:lnTo>
                <a:lnTo>
                  <a:pt x="108711" y="108178"/>
                </a:lnTo>
                <a:lnTo>
                  <a:pt x="112447" y="108178"/>
                </a:lnTo>
                <a:lnTo>
                  <a:pt x="111480" y="109146"/>
                </a:lnTo>
                <a:close/>
                <a:moveTo>
                  <a:pt x="104041" y="109146"/>
                </a:moveTo>
                <a:lnTo>
                  <a:pt x="103074" y="108178"/>
                </a:lnTo>
                <a:lnTo>
                  <a:pt x="106810" y="108178"/>
                </a:lnTo>
                <a:lnTo>
                  <a:pt x="104175" y="110814"/>
                </a:lnTo>
                <a:lnTo>
                  <a:pt x="104175" y="109413"/>
                </a:lnTo>
                <a:close/>
                <a:moveTo>
                  <a:pt x="100139" y="99606"/>
                </a:moveTo>
                <a:lnTo>
                  <a:pt x="104208" y="99606"/>
                </a:lnTo>
                <a:lnTo>
                  <a:pt x="104375" y="99606"/>
                </a:lnTo>
                <a:lnTo>
                  <a:pt x="107377" y="96603"/>
                </a:lnTo>
                <a:lnTo>
                  <a:pt x="107377" y="98972"/>
                </a:lnTo>
                <a:lnTo>
                  <a:pt x="105076" y="101273"/>
                </a:lnTo>
                <a:lnTo>
                  <a:pt x="101807" y="101273"/>
                </a:lnTo>
                <a:close/>
                <a:moveTo>
                  <a:pt x="97837" y="97271"/>
                </a:moveTo>
                <a:lnTo>
                  <a:pt x="103241" y="97271"/>
                </a:lnTo>
                <a:lnTo>
                  <a:pt x="103408" y="97271"/>
                </a:lnTo>
                <a:lnTo>
                  <a:pt x="107344" y="93334"/>
                </a:lnTo>
                <a:lnTo>
                  <a:pt x="107344" y="95503"/>
                </a:lnTo>
                <a:lnTo>
                  <a:pt x="104041" y="98805"/>
                </a:lnTo>
                <a:lnTo>
                  <a:pt x="99371" y="98805"/>
                </a:lnTo>
                <a:close/>
                <a:moveTo>
                  <a:pt x="80558" y="109413"/>
                </a:moveTo>
                <a:lnTo>
                  <a:pt x="80558" y="110814"/>
                </a:lnTo>
                <a:lnTo>
                  <a:pt x="77923" y="108178"/>
                </a:lnTo>
                <a:lnTo>
                  <a:pt x="81659" y="108178"/>
                </a:lnTo>
                <a:lnTo>
                  <a:pt x="80691" y="109146"/>
                </a:lnTo>
                <a:close/>
                <a:moveTo>
                  <a:pt x="73253" y="109146"/>
                </a:moveTo>
                <a:lnTo>
                  <a:pt x="72285" y="108178"/>
                </a:lnTo>
                <a:lnTo>
                  <a:pt x="76021" y="108178"/>
                </a:lnTo>
                <a:lnTo>
                  <a:pt x="73386" y="110814"/>
                </a:lnTo>
                <a:lnTo>
                  <a:pt x="73386" y="109413"/>
                </a:lnTo>
                <a:close/>
                <a:moveTo>
                  <a:pt x="69350" y="99606"/>
                </a:moveTo>
                <a:lnTo>
                  <a:pt x="73586" y="99606"/>
                </a:lnTo>
                <a:lnTo>
                  <a:pt x="76589" y="96603"/>
                </a:lnTo>
                <a:lnTo>
                  <a:pt x="76589" y="98972"/>
                </a:lnTo>
                <a:lnTo>
                  <a:pt x="74287" y="101273"/>
                </a:lnTo>
                <a:lnTo>
                  <a:pt x="71018" y="101273"/>
                </a:lnTo>
                <a:close/>
                <a:moveTo>
                  <a:pt x="67048" y="97271"/>
                </a:moveTo>
                <a:lnTo>
                  <a:pt x="72619" y="97271"/>
                </a:lnTo>
                <a:lnTo>
                  <a:pt x="76589" y="93334"/>
                </a:lnTo>
                <a:lnTo>
                  <a:pt x="76589" y="95503"/>
                </a:lnTo>
                <a:lnTo>
                  <a:pt x="73253" y="98805"/>
                </a:lnTo>
                <a:lnTo>
                  <a:pt x="68583" y="98805"/>
                </a:lnTo>
                <a:close/>
                <a:moveTo>
                  <a:pt x="54573" y="98805"/>
                </a:moveTo>
                <a:lnTo>
                  <a:pt x="49903" y="98805"/>
                </a:lnTo>
                <a:lnTo>
                  <a:pt x="46567" y="95503"/>
                </a:lnTo>
                <a:lnTo>
                  <a:pt x="46567" y="93334"/>
                </a:lnTo>
                <a:lnTo>
                  <a:pt x="50537" y="97271"/>
                </a:lnTo>
                <a:lnTo>
                  <a:pt x="56107" y="97271"/>
                </a:lnTo>
                <a:close/>
                <a:moveTo>
                  <a:pt x="52104" y="101273"/>
                </a:moveTo>
                <a:lnTo>
                  <a:pt x="48869" y="101273"/>
                </a:lnTo>
                <a:lnTo>
                  <a:pt x="46567" y="98972"/>
                </a:lnTo>
                <a:lnTo>
                  <a:pt x="46567" y="96603"/>
                </a:lnTo>
                <a:lnTo>
                  <a:pt x="49569" y="99606"/>
                </a:lnTo>
                <a:lnTo>
                  <a:pt x="53806" y="99606"/>
                </a:lnTo>
                <a:close/>
                <a:moveTo>
                  <a:pt x="50003" y="103375"/>
                </a:moveTo>
                <a:lnTo>
                  <a:pt x="48001" y="103375"/>
                </a:lnTo>
                <a:lnTo>
                  <a:pt x="46567" y="101941"/>
                </a:lnTo>
                <a:lnTo>
                  <a:pt x="46567" y="100106"/>
                </a:lnTo>
                <a:lnTo>
                  <a:pt x="48535" y="102074"/>
                </a:lnTo>
                <a:lnTo>
                  <a:pt x="51337" y="102074"/>
                </a:lnTo>
                <a:close/>
                <a:moveTo>
                  <a:pt x="49769" y="109413"/>
                </a:moveTo>
                <a:lnTo>
                  <a:pt x="49769" y="110814"/>
                </a:lnTo>
                <a:lnTo>
                  <a:pt x="47134" y="108178"/>
                </a:lnTo>
                <a:lnTo>
                  <a:pt x="50870" y="108178"/>
                </a:lnTo>
                <a:lnTo>
                  <a:pt x="49903" y="109146"/>
                </a:lnTo>
                <a:close/>
                <a:moveTo>
                  <a:pt x="42464" y="109146"/>
                </a:moveTo>
                <a:lnTo>
                  <a:pt x="41497" y="108178"/>
                </a:lnTo>
                <a:lnTo>
                  <a:pt x="45233" y="108178"/>
                </a:lnTo>
                <a:lnTo>
                  <a:pt x="42564" y="110814"/>
                </a:lnTo>
                <a:lnTo>
                  <a:pt x="42564" y="109413"/>
                </a:lnTo>
                <a:close/>
                <a:moveTo>
                  <a:pt x="38561" y="99606"/>
                </a:moveTo>
                <a:lnTo>
                  <a:pt x="42631" y="99606"/>
                </a:lnTo>
                <a:lnTo>
                  <a:pt x="42798" y="99606"/>
                </a:lnTo>
                <a:lnTo>
                  <a:pt x="45800" y="96603"/>
                </a:lnTo>
                <a:lnTo>
                  <a:pt x="45800" y="98972"/>
                </a:lnTo>
                <a:lnTo>
                  <a:pt x="43498" y="101273"/>
                </a:lnTo>
                <a:lnTo>
                  <a:pt x="40229" y="101273"/>
                </a:lnTo>
                <a:close/>
                <a:moveTo>
                  <a:pt x="36260" y="97271"/>
                </a:moveTo>
                <a:lnTo>
                  <a:pt x="41664" y="97271"/>
                </a:lnTo>
                <a:lnTo>
                  <a:pt x="41830" y="97271"/>
                </a:lnTo>
                <a:lnTo>
                  <a:pt x="45767" y="93334"/>
                </a:lnTo>
                <a:lnTo>
                  <a:pt x="45767" y="95503"/>
                </a:lnTo>
                <a:lnTo>
                  <a:pt x="42464" y="98805"/>
                </a:lnTo>
                <a:lnTo>
                  <a:pt x="37761" y="98805"/>
                </a:lnTo>
                <a:close/>
                <a:moveTo>
                  <a:pt x="18981" y="109413"/>
                </a:moveTo>
                <a:lnTo>
                  <a:pt x="18981" y="110814"/>
                </a:lnTo>
                <a:lnTo>
                  <a:pt x="16346" y="108178"/>
                </a:lnTo>
                <a:lnTo>
                  <a:pt x="20082" y="108178"/>
                </a:lnTo>
                <a:lnTo>
                  <a:pt x="19114" y="109146"/>
                </a:lnTo>
                <a:close/>
                <a:moveTo>
                  <a:pt x="11675" y="109146"/>
                </a:moveTo>
                <a:lnTo>
                  <a:pt x="10675" y="108178"/>
                </a:lnTo>
                <a:lnTo>
                  <a:pt x="14444" y="108178"/>
                </a:lnTo>
                <a:lnTo>
                  <a:pt x="11776" y="110814"/>
                </a:lnTo>
                <a:lnTo>
                  <a:pt x="11776" y="109413"/>
                </a:lnTo>
                <a:close/>
                <a:moveTo>
                  <a:pt x="15778" y="103075"/>
                </a:moveTo>
                <a:lnTo>
                  <a:pt x="16879" y="104175"/>
                </a:lnTo>
                <a:lnTo>
                  <a:pt x="17046" y="104175"/>
                </a:lnTo>
                <a:lnTo>
                  <a:pt x="18414" y="104175"/>
                </a:lnTo>
                <a:lnTo>
                  <a:pt x="15778" y="106811"/>
                </a:lnTo>
                <a:close/>
                <a:moveTo>
                  <a:pt x="14978" y="106811"/>
                </a:moveTo>
                <a:lnTo>
                  <a:pt x="12343" y="104175"/>
                </a:lnTo>
                <a:lnTo>
                  <a:pt x="13744" y="104175"/>
                </a:lnTo>
                <a:lnTo>
                  <a:pt x="14011" y="104042"/>
                </a:lnTo>
                <a:lnTo>
                  <a:pt x="14978" y="103075"/>
                </a:lnTo>
                <a:close/>
                <a:moveTo>
                  <a:pt x="14978" y="101941"/>
                </a:moveTo>
                <a:lnTo>
                  <a:pt x="13577" y="103375"/>
                </a:lnTo>
                <a:lnTo>
                  <a:pt x="11542" y="103375"/>
                </a:lnTo>
                <a:lnTo>
                  <a:pt x="10241" y="102074"/>
                </a:lnTo>
                <a:lnTo>
                  <a:pt x="13010" y="102074"/>
                </a:lnTo>
                <a:lnTo>
                  <a:pt x="14978" y="100106"/>
                </a:lnTo>
                <a:lnTo>
                  <a:pt x="14978" y="101941"/>
                </a:lnTo>
                <a:close/>
                <a:moveTo>
                  <a:pt x="11776" y="104743"/>
                </a:moveTo>
                <a:lnTo>
                  <a:pt x="14411" y="107378"/>
                </a:lnTo>
                <a:lnTo>
                  <a:pt x="10675" y="107378"/>
                </a:lnTo>
                <a:lnTo>
                  <a:pt x="11776" y="106277"/>
                </a:lnTo>
                <a:lnTo>
                  <a:pt x="11776" y="104743"/>
                </a:lnTo>
                <a:close/>
                <a:moveTo>
                  <a:pt x="14978" y="108712"/>
                </a:moveTo>
                <a:lnTo>
                  <a:pt x="14978" y="112448"/>
                </a:lnTo>
                <a:lnTo>
                  <a:pt x="14011" y="111481"/>
                </a:lnTo>
                <a:lnTo>
                  <a:pt x="13744" y="111381"/>
                </a:lnTo>
                <a:lnTo>
                  <a:pt x="12343" y="111381"/>
                </a:lnTo>
                <a:close/>
                <a:moveTo>
                  <a:pt x="15778" y="108712"/>
                </a:moveTo>
                <a:lnTo>
                  <a:pt x="18414" y="111381"/>
                </a:lnTo>
                <a:lnTo>
                  <a:pt x="16879" y="111381"/>
                </a:lnTo>
                <a:lnTo>
                  <a:pt x="15778" y="112448"/>
                </a:lnTo>
                <a:close/>
                <a:moveTo>
                  <a:pt x="16346" y="107378"/>
                </a:moveTo>
                <a:lnTo>
                  <a:pt x="18981" y="104743"/>
                </a:lnTo>
                <a:lnTo>
                  <a:pt x="18981" y="106277"/>
                </a:lnTo>
                <a:lnTo>
                  <a:pt x="20082" y="107378"/>
                </a:lnTo>
                <a:close/>
                <a:moveTo>
                  <a:pt x="19214" y="103375"/>
                </a:moveTo>
                <a:lnTo>
                  <a:pt x="17213" y="103375"/>
                </a:lnTo>
                <a:lnTo>
                  <a:pt x="15778" y="101941"/>
                </a:lnTo>
                <a:lnTo>
                  <a:pt x="15778" y="100106"/>
                </a:lnTo>
                <a:lnTo>
                  <a:pt x="17747" y="102074"/>
                </a:lnTo>
                <a:lnTo>
                  <a:pt x="17913" y="102074"/>
                </a:lnTo>
                <a:lnTo>
                  <a:pt x="20515" y="102074"/>
                </a:lnTo>
                <a:close/>
                <a:moveTo>
                  <a:pt x="21316" y="101273"/>
                </a:moveTo>
                <a:lnTo>
                  <a:pt x="18080" y="101273"/>
                </a:lnTo>
                <a:lnTo>
                  <a:pt x="15778" y="98972"/>
                </a:lnTo>
                <a:lnTo>
                  <a:pt x="15778" y="96603"/>
                </a:lnTo>
                <a:lnTo>
                  <a:pt x="18781" y="99606"/>
                </a:lnTo>
                <a:lnTo>
                  <a:pt x="18914" y="99606"/>
                </a:lnTo>
                <a:lnTo>
                  <a:pt x="22984" y="99606"/>
                </a:lnTo>
                <a:close/>
                <a:moveTo>
                  <a:pt x="23784" y="98805"/>
                </a:moveTo>
                <a:lnTo>
                  <a:pt x="19081" y="98805"/>
                </a:lnTo>
                <a:lnTo>
                  <a:pt x="15778" y="95503"/>
                </a:lnTo>
                <a:lnTo>
                  <a:pt x="15778" y="93334"/>
                </a:lnTo>
                <a:lnTo>
                  <a:pt x="19715" y="97271"/>
                </a:lnTo>
                <a:lnTo>
                  <a:pt x="19881" y="97271"/>
                </a:lnTo>
                <a:lnTo>
                  <a:pt x="25319" y="97271"/>
                </a:lnTo>
                <a:close/>
                <a:moveTo>
                  <a:pt x="11675" y="47568"/>
                </a:moveTo>
                <a:lnTo>
                  <a:pt x="10675" y="46568"/>
                </a:lnTo>
                <a:lnTo>
                  <a:pt x="14444" y="46568"/>
                </a:lnTo>
                <a:lnTo>
                  <a:pt x="11776" y="49236"/>
                </a:lnTo>
                <a:lnTo>
                  <a:pt x="11776" y="47835"/>
                </a:lnTo>
                <a:close/>
                <a:moveTo>
                  <a:pt x="11776" y="13744"/>
                </a:moveTo>
                <a:lnTo>
                  <a:pt x="11776" y="12343"/>
                </a:lnTo>
                <a:lnTo>
                  <a:pt x="14411" y="15012"/>
                </a:lnTo>
                <a:lnTo>
                  <a:pt x="10675" y="15012"/>
                </a:lnTo>
                <a:lnTo>
                  <a:pt x="11675" y="14011"/>
                </a:lnTo>
                <a:close/>
                <a:moveTo>
                  <a:pt x="19114" y="14011"/>
                </a:moveTo>
                <a:lnTo>
                  <a:pt x="20082" y="15012"/>
                </a:lnTo>
                <a:lnTo>
                  <a:pt x="16346" y="15012"/>
                </a:lnTo>
                <a:lnTo>
                  <a:pt x="18981" y="12343"/>
                </a:lnTo>
                <a:lnTo>
                  <a:pt x="18981" y="13744"/>
                </a:lnTo>
                <a:close/>
                <a:moveTo>
                  <a:pt x="18981" y="18447"/>
                </a:moveTo>
                <a:lnTo>
                  <a:pt x="16346" y="15779"/>
                </a:lnTo>
                <a:lnTo>
                  <a:pt x="20082" y="15779"/>
                </a:lnTo>
                <a:lnTo>
                  <a:pt x="18981" y="16880"/>
                </a:lnTo>
                <a:lnTo>
                  <a:pt x="18981" y="18447"/>
                </a:lnTo>
                <a:close/>
                <a:moveTo>
                  <a:pt x="18414" y="18981"/>
                </a:moveTo>
                <a:lnTo>
                  <a:pt x="17046" y="18981"/>
                </a:lnTo>
                <a:lnTo>
                  <a:pt x="16879" y="18981"/>
                </a:lnTo>
                <a:lnTo>
                  <a:pt x="15778" y="20082"/>
                </a:lnTo>
                <a:lnTo>
                  <a:pt x="15778" y="16346"/>
                </a:lnTo>
                <a:close/>
                <a:moveTo>
                  <a:pt x="15778" y="14445"/>
                </a:moveTo>
                <a:lnTo>
                  <a:pt x="15778" y="10709"/>
                </a:lnTo>
                <a:lnTo>
                  <a:pt x="16879" y="11776"/>
                </a:lnTo>
                <a:lnTo>
                  <a:pt x="18414" y="11776"/>
                </a:lnTo>
                <a:close/>
                <a:moveTo>
                  <a:pt x="14978" y="14445"/>
                </a:moveTo>
                <a:lnTo>
                  <a:pt x="12343" y="11776"/>
                </a:lnTo>
                <a:lnTo>
                  <a:pt x="13744" y="11776"/>
                </a:lnTo>
                <a:lnTo>
                  <a:pt x="14011" y="11676"/>
                </a:lnTo>
                <a:lnTo>
                  <a:pt x="14978" y="10709"/>
                </a:lnTo>
                <a:close/>
                <a:moveTo>
                  <a:pt x="14444" y="15779"/>
                </a:moveTo>
                <a:lnTo>
                  <a:pt x="11776" y="18414"/>
                </a:lnTo>
                <a:lnTo>
                  <a:pt x="11776" y="16880"/>
                </a:lnTo>
                <a:lnTo>
                  <a:pt x="10675" y="15779"/>
                </a:lnTo>
                <a:close/>
                <a:moveTo>
                  <a:pt x="14978" y="16346"/>
                </a:moveTo>
                <a:lnTo>
                  <a:pt x="14978" y="20082"/>
                </a:lnTo>
                <a:lnTo>
                  <a:pt x="14011" y="19115"/>
                </a:lnTo>
                <a:lnTo>
                  <a:pt x="13744" y="18981"/>
                </a:lnTo>
                <a:lnTo>
                  <a:pt x="12343" y="18981"/>
                </a:lnTo>
                <a:close/>
                <a:moveTo>
                  <a:pt x="15778" y="21216"/>
                </a:moveTo>
                <a:lnTo>
                  <a:pt x="17213" y="19782"/>
                </a:lnTo>
                <a:lnTo>
                  <a:pt x="19214" y="19782"/>
                </a:lnTo>
                <a:lnTo>
                  <a:pt x="20515" y="21083"/>
                </a:lnTo>
                <a:lnTo>
                  <a:pt x="17913" y="21083"/>
                </a:lnTo>
                <a:lnTo>
                  <a:pt x="17747" y="21083"/>
                </a:lnTo>
                <a:lnTo>
                  <a:pt x="15778" y="23051"/>
                </a:lnTo>
                <a:close/>
                <a:moveTo>
                  <a:pt x="18080" y="21883"/>
                </a:moveTo>
                <a:lnTo>
                  <a:pt x="21316" y="21883"/>
                </a:lnTo>
                <a:lnTo>
                  <a:pt x="23017" y="23551"/>
                </a:lnTo>
                <a:lnTo>
                  <a:pt x="18947" y="23551"/>
                </a:lnTo>
                <a:lnTo>
                  <a:pt x="18781" y="23551"/>
                </a:lnTo>
                <a:lnTo>
                  <a:pt x="15778" y="26553"/>
                </a:lnTo>
                <a:lnTo>
                  <a:pt x="15778" y="24185"/>
                </a:lnTo>
                <a:close/>
                <a:moveTo>
                  <a:pt x="19081" y="24352"/>
                </a:moveTo>
                <a:lnTo>
                  <a:pt x="23784" y="24352"/>
                </a:lnTo>
                <a:lnTo>
                  <a:pt x="25319" y="25886"/>
                </a:lnTo>
                <a:lnTo>
                  <a:pt x="19881" y="25886"/>
                </a:lnTo>
                <a:lnTo>
                  <a:pt x="19748" y="25886"/>
                </a:lnTo>
                <a:lnTo>
                  <a:pt x="15778" y="29822"/>
                </a:lnTo>
                <a:lnTo>
                  <a:pt x="15778" y="27654"/>
                </a:lnTo>
                <a:close/>
                <a:moveTo>
                  <a:pt x="42564" y="13744"/>
                </a:moveTo>
                <a:lnTo>
                  <a:pt x="42564" y="12343"/>
                </a:lnTo>
                <a:lnTo>
                  <a:pt x="45233" y="15012"/>
                </a:lnTo>
                <a:lnTo>
                  <a:pt x="41497" y="15012"/>
                </a:lnTo>
                <a:lnTo>
                  <a:pt x="42464" y="14011"/>
                </a:lnTo>
                <a:close/>
                <a:moveTo>
                  <a:pt x="49903" y="14011"/>
                </a:moveTo>
                <a:lnTo>
                  <a:pt x="50870" y="15012"/>
                </a:lnTo>
                <a:lnTo>
                  <a:pt x="47134" y="15012"/>
                </a:lnTo>
                <a:lnTo>
                  <a:pt x="49769" y="12343"/>
                </a:lnTo>
                <a:lnTo>
                  <a:pt x="49769" y="13744"/>
                </a:lnTo>
                <a:close/>
                <a:moveTo>
                  <a:pt x="53772" y="23551"/>
                </a:moveTo>
                <a:lnTo>
                  <a:pt x="49569" y="23551"/>
                </a:lnTo>
                <a:lnTo>
                  <a:pt x="46567" y="26553"/>
                </a:lnTo>
                <a:lnTo>
                  <a:pt x="46567" y="24185"/>
                </a:lnTo>
                <a:lnTo>
                  <a:pt x="48869" y="21883"/>
                </a:lnTo>
                <a:lnTo>
                  <a:pt x="52104" y="21883"/>
                </a:lnTo>
                <a:close/>
                <a:moveTo>
                  <a:pt x="56107" y="25886"/>
                </a:moveTo>
                <a:lnTo>
                  <a:pt x="50537" y="25886"/>
                </a:lnTo>
                <a:lnTo>
                  <a:pt x="46567" y="29822"/>
                </a:lnTo>
                <a:lnTo>
                  <a:pt x="46567" y="27654"/>
                </a:lnTo>
                <a:lnTo>
                  <a:pt x="49903" y="24352"/>
                </a:lnTo>
                <a:lnTo>
                  <a:pt x="54573" y="24352"/>
                </a:lnTo>
                <a:close/>
                <a:moveTo>
                  <a:pt x="68583" y="24352"/>
                </a:moveTo>
                <a:lnTo>
                  <a:pt x="73253" y="24352"/>
                </a:lnTo>
                <a:lnTo>
                  <a:pt x="76555" y="27654"/>
                </a:lnTo>
                <a:lnTo>
                  <a:pt x="76555" y="29822"/>
                </a:lnTo>
                <a:lnTo>
                  <a:pt x="72619" y="25886"/>
                </a:lnTo>
                <a:lnTo>
                  <a:pt x="67048" y="25886"/>
                </a:lnTo>
                <a:close/>
                <a:moveTo>
                  <a:pt x="71018" y="21883"/>
                </a:moveTo>
                <a:lnTo>
                  <a:pt x="74287" y="21883"/>
                </a:lnTo>
                <a:lnTo>
                  <a:pt x="76589" y="24185"/>
                </a:lnTo>
                <a:lnTo>
                  <a:pt x="76589" y="26553"/>
                </a:lnTo>
                <a:lnTo>
                  <a:pt x="73586" y="23551"/>
                </a:lnTo>
                <a:lnTo>
                  <a:pt x="69350" y="23551"/>
                </a:lnTo>
                <a:close/>
                <a:moveTo>
                  <a:pt x="73153" y="19782"/>
                </a:moveTo>
                <a:lnTo>
                  <a:pt x="75154" y="19782"/>
                </a:lnTo>
                <a:lnTo>
                  <a:pt x="76555" y="21216"/>
                </a:lnTo>
                <a:lnTo>
                  <a:pt x="76555" y="23051"/>
                </a:lnTo>
                <a:lnTo>
                  <a:pt x="74587" y="21083"/>
                </a:lnTo>
                <a:lnTo>
                  <a:pt x="71818" y="21083"/>
                </a:lnTo>
                <a:close/>
                <a:moveTo>
                  <a:pt x="73386" y="13744"/>
                </a:moveTo>
                <a:lnTo>
                  <a:pt x="73386" y="12343"/>
                </a:lnTo>
                <a:lnTo>
                  <a:pt x="76021" y="15012"/>
                </a:lnTo>
                <a:lnTo>
                  <a:pt x="72285" y="15012"/>
                </a:lnTo>
                <a:lnTo>
                  <a:pt x="73253" y="14011"/>
                </a:lnTo>
                <a:close/>
                <a:moveTo>
                  <a:pt x="80691" y="14011"/>
                </a:moveTo>
                <a:lnTo>
                  <a:pt x="81659" y="15012"/>
                </a:lnTo>
                <a:lnTo>
                  <a:pt x="77923" y="15012"/>
                </a:lnTo>
                <a:lnTo>
                  <a:pt x="80558" y="12343"/>
                </a:lnTo>
                <a:lnTo>
                  <a:pt x="80558" y="13744"/>
                </a:lnTo>
                <a:close/>
                <a:moveTo>
                  <a:pt x="84561" y="23551"/>
                </a:moveTo>
                <a:lnTo>
                  <a:pt x="80525" y="23551"/>
                </a:lnTo>
                <a:lnTo>
                  <a:pt x="80358" y="23551"/>
                </a:lnTo>
                <a:lnTo>
                  <a:pt x="77356" y="26553"/>
                </a:lnTo>
                <a:lnTo>
                  <a:pt x="77356" y="24185"/>
                </a:lnTo>
                <a:lnTo>
                  <a:pt x="79657" y="21883"/>
                </a:lnTo>
                <a:lnTo>
                  <a:pt x="82893" y="21883"/>
                </a:lnTo>
                <a:close/>
                <a:moveTo>
                  <a:pt x="86896" y="25886"/>
                </a:moveTo>
                <a:lnTo>
                  <a:pt x="81492" y="25886"/>
                </a:lnTo>
                <a:lnTo>
                  <a:pt x="81325" y="25886"/>
                </a:lnTo>
                <a:lnTo>
                  <a:pt x="77356" y="29822"/>
                </a:lnTo>
                <a:lnTo>
                  <a:pt x="77356" y="27654"/>
                </a:lnTo>
                <a:lnTo>
                  <a:pt x="80691" y="24352"/>
                </a:lnTo>
                <a:lnTo>
                  <a:pt x="85361" y="24352"/>
                </a:lnTo>
                <a:close/>
                <a:moveTo>
                  <a:pt x="104175" y="13744"/>
                </a:moveTo>
                <a:lnTo>
                  <a:pt x="104175" y="12343"/>
                </a:lnTo>
                <a:lnTo>
                  <a:pt x="106810" y="15012"/>
                </a:lnTo>
                <a:lnTo>
                  <a:pt x="103074" y="15012"/>
                </a:lnTo>
                <a:lnTo>
                  <a:pt x="104041" y="14011"/>
                </a:lnTo>
                <a:close/>
                <a:moveTo>
                  <a:pt x="111480" y="14011"/>
                </a:moveTo>
                <a:lnTo>
                  <a:pt x="112447" y="15012"/>
                </a:lnTo>
                <a:lnTo>
                  <a:pt x="108711" y="15012"/>
                </a:lnTo>
                <a:lnTo>
                  <a:pt x="111347" y="12343"/>
                </a:lnTo>
                <a:lnTo>
                  <a:pt x="111347" y="13744"/>
                </a:lnTo>
                <a:close/>
                <a:moveTo>
                  <a:pt x="115383" y="23551"/>
                </a:moveTo>
                <a:lnTo>
                  <a:pt x="111147" y="23551"/>
                </a:lnTo>
                <a:lnTo>
                  <a:pt x="108144" y="26553"/>
                </a:lnTo>
                <a:lnTo>
                  <a:pt x="108144" y="24185"/>
                </a:lnTo>
                <a:lnTo>
                  <a:pt x="110446" y="21883"/>
                </a:lnTo>
                <a:lnTo>
                  <a:pt x="113682" y="21883"/>
                </a:lnTo>
                <a:close/>
                <a:moveTo>
                  <a:pt x="117685" y="25886"/>
                </a:moveTo>
                <a:lnTo>
                  <a:pt x="112114" y="25886"/>
                </a:lnTo>
                <a:lnTo>
                  <a:pt x="108144" y="29822"/>
                </a:lnTo>
                <a:lnTo>
                  <a:pt x="108144" y="27654"/>
                </a:lnTo>
                <a:lnTo>
                  <a:pt x="111480" y="24352"/>
                </a:lnTo>
                <a:lnTo>
                  <a:pt x="116150" y="24352"/>
                </a:lnTo>
                <a:close/>
                <a:moveTo>
                  <a:pt x="130160" y="24352"/>
                </a:moveTo>
                <a:lnTo>
                  <a:pt x="134830" y="24352"/>
                </a:lnTo>
                <a:lnTo>
                  <a:pt x="138166" y="27654"/>
                </a:lnTo>
                <a:lnTo>
                  <a:pt x="138166" y="29822"/>
                </a:lnTo>
                <a:lnTo>
                  <a:pt x="134196" y="25886"/>
                </a:lnTo>
                <a:lnTo>
                  <a:pt x="128626" y="25886"/>
                </a:lnTo>
                <a:close/>
                <a:moveTo>
                  <a:pt x="132629" y="21883"/>
                </a:moveTo>
                <a:lnTo>
                  <a:pt x="135864" y="21883"/>
                </a:lnTo>
                <a:lnTo>
                  <a:pt x="138166" y="24185"/>
                </a:lnTo>
                <a:lnTo>
                  <a:pt x="138166" y="26553"/>
                </a:lnTo>
                <a:lnTo>
                  <a:pt x="135164" y="23551"/>
                </a:lnTo>
                <a:lnTo>
                  <a:pt x="130927" y="23551"/>
                </a:lnTo>
                <a:close/>
                <a:moveTo>
                  <a:pt x="134730" y="19782"/>
                </a:moveTo>
                <a:lnTo>
                  <a:pt x="136731" y="19782"/>
                </a:lnTo>
                <a:lnTo>
                  <a:pt x="138166" y="21216"/>
                </a:lnTo>
                <a:lnTo>
                  <a:pt x="138166" y="23051"/>
                </a:lnTo>
                <a:lnTo>
                  <a:pt x="136198" y="21083"/>
                </a:lnTo>
                <a:lnTo>
                  <a:pt x="133396" y="21083"/>
                </a:lnTo>
                <a:close/>
                <a:moveTo>
                  <a:pt x="134964" y="13744"/>
                </a:moveTo>
                <a:lnTo>
                  <a:pt x="134964" y="12343"/>
                </a:lnTo>
                <a:lnTo>
                  <a:pt x="137599" y="15012"/>
                </a:lnTo>
                <a:lnTo>
                  <a:pt x="133863" y="15012"/>
                </a:lnTo>
                <a:lnTo>
                  <a:pt x="134830" y="14011"/>
                </a:lnTo>
                <a:close/>
                <a:moveTo>
                  <a:pt x="142269" y="14011"/>
                </a:moveTo>
                <a:lnTo>
                  <a:pt x="143236" y="15012"/>
                </a:lnTo>
                <a:lnTo>
                  <a:pt x="139500" y="15012"/>
                </a:lnTo>
                <a:lnTo>
                  <a:pt x="142135" y="12343"/>
                </a:lnTo>
                <a:lnTo>
                  <a:pt x="142135" y="13744"/>
                </a:lnTo>
                <a:close/>
                <a:moveTo>
                  <a:pt x="146172" y="23551"/>
                </a:moveTo>
                <a:lnTo>
                  <a:pt x="142102" y="23551"/>
                </a:lnTo>
                <a:lnTo>
                  <a:pt x="141935" y="23551"/>
                </a:lnTo>
                <a:lnTo>
                  <a:pt x="138933" y="26553"/>
                </a:lnTo>
                <a:lnTo>
                  <a:pt x="138933" y="24185"/>
                </a:lnTo>
                <a:lnTo>
                  <a:pt x="141235" y="21883"/>
                </a:lnTo>
                <a:lnTo>
                  <a:pt x="144504" y="21883"/>
                </a:lnTo>
                <a:close/>
                <a:moveTo>
                  <a:pt x="148473" y="25886"/>
                </a:moveTo>
                <a:lnTo>
                  <a:pt x="143069" y="25886"/>
                </a:lnTo>
                <a:lnTo>
                  <a:pt x="142903" y="25886"/>
                </a:lnTo>
                <a:lnTo>
                  <a:pt x="138966" y="29822"/>
                </a:lnTo>
                <a:lnTo>
                  <a:pt x="138966" y="27654"/>
                </a:lnTo>
                <a:lnTo>
                  <a:pt x="142269" y="24352"/>
                </a:lnTo>
                <a:lnTo>
                  <a:pt x="146972" y="24352"/>
                </a:lnTo>
                <a:close/>
                <a:moveTo>
                  <a:pt x="165752" y="13744"/>
                </a:moveTo>
                <a:lnTo>
                  <a:pt x="165752" y="12343"/>
                </a:lnTo>
                <a:lnTo>
                  <a:pt x="168387" y="15012"/>
                </a:lnTo>
                <a:lnTo>
                  <a:pt x="164651" y="15012"/>
                </a:lnTo>
                <a:lnTo>
                  <a:pt x="165619" y="14011"/>
                </a:lnTo>
                <a:close/>
                <a:moveTo>
                  <a:pt x="173057" y="14011"/>
                </a:moveTo>
                <a:lnTo>
                  <a:pt x="174025" y="15012"/>
                </a:lnTo>
                <a:lnTo>
                  <a:pt x="170289" y="15012"/>
                </a:lnTo>
                <a:lnTo>
                  <a:pt x="172957" y="12343"/>
                </a:lnTo>
                <a:lnTo>
                  <a:pt x="172957" y="13744"/>
                </a:lnTo>
                <a:close/>
                <a:moveTo>
                  <a:pt x="176960" y="23551"/>
                </a:moveTo>
                <a:lnTo>
                  <a:pt x="172724" y="23551"/>
                </a:lnTo>
                <a:lnTo>
                  <a:pt x="169722" y="26553"/>
                </a:lnTo>
                <a:lnTo>
                  <a:pt x="169722" y="24185"/>
                </a:lnTo>
                <a:lnTo>
                  <a:pt x="172023" y="21883"/>
                </a:lnTo>
                <a:lnTo>
                  <a:pt x="175292" y="21883"/>
                </a:lnTo>
                <a:close/>
                <a:moveTo>
                  <a:pt x="179262" y="25886"/>
                </a:moveTo>
                <a:lnTo>
                  <a:pt x="173691" y="25886"/>
                </a:lnTo>
                <a:lnTo>
                  <a:pt x="169755" y="29822"/>
                </a:lnTo>
                <a:lnTo>
                  <a:pt x="169755" y="27654"/>
                </a:lnTo>
                <a:lnTo>
                  <a:pt x="173057" y="24352"/>
                </a:lnTo>
                <a:lnTo>
                  <a:pt x="177727" y="24352"/>
                </a:lnTo>
                <a:close/>
                <a:moveTo>
                  <a:pt x="191737" y="24352"/>
                </a:moveTo>
                <a:lnTo>
                  <a:pt x="196441" y="24352"/>
                </a:lnTo>
                <a:lnTo>
                  <a:pt x="199743" y="27654"/>
                </a:lnTo>
                <a:lnTo>
                  <a:pt x="199743" y="29822"/>
                </a:lnTo>
                <a:lnTo>
                  <a:pt x="195807" y="25886"/>
                </a:lnTo>
                <a:lnTo>
                  <a:pt x="190203" y="25886"/>
                </a:lnTo>
                <a:close/>
                <a:moveTo>
                  <a:pt x="194206" y="21883"/>
                </a:moveTo>
                <a:lnTo>
                  <a:pt x="197441" y="21883"/>
                </a:lnTo>
                <a:lnTo>
                  <a:pt x="199743" y="24185"/>
                </a:lnTo>
                <a:lnTo>
                  <a:pt x="199743" y="26553"/>
                </a:lnTo>
                <a:lnTo>
                  <a:pt x="196741" y="23551"/>
                </a:lnTo>
                <a:lnTo>
                  <a:pt x="192538" y="23551"/>
                </a:lnTo>
                <a:close/>
                <a:moveTo>
                  <a:pt x="196307" y="19782"/>
                </a:moveTo>
                <a:lnTo>
                  <a:pt x="198309" y="19782"/>
                </a:lnTo>
                <a:lnTo>
                  <a:pt x="199743" y="21216"/>
                </a:lnTo>
                <a:lnTo>
                  <a:pt x="199743" y="23051"/>
                </a:lnTo>
                <a:lnTo>
                  <a:pt x="197775" y="21083"/>
                </a:lnTo>
                <a:lnTo>
                  <a:pt x="195006" y="21083"/>
                </a:lnTo>
                <a:close/>
                <a:moveTo>
                  <a:pt x="196541" y="13744"/>
                </a:moveTo>
                <a:lnTo>
                  <a:pt x="196541" y="12343"/>
                </a:lnTo>
                <a:lnTo>
                  <a:pt x="199176" y="15012"/>
                </a:lnTo>
                <a:lnTo>
                  <a:pt x="195440" y="15012"/>
                </a:lnTo>
                <a:lnTo>
                  <a:pt x="196407" y="14011"/>
                </a:lnTo>
                <a:close/>
                <a:moveTo>
                  <a:pt x="203846" y="14011"/>
                </a:moveTo>
                <a:lnTo>
                  <a:pt x="204847" y="15012"/>
                </a:lnTo>
                <a:lnTo>
                  <a:pt x="201077" y="15012"/>
                </a:lnTo>
                <a:lnTo>
                  <a:pt x="203746" y="12343"/>
                </a:lnTo>
                <a:lnTo>
                  <a:pt x="203746" y="13744"/>
                </a:lnTo>
                <a:close/>
                <a:moveTo>
                  <a:pt x="207749" y="23551"/>
                </a:moveTo>
                <a:lnTo>
                  <a:pt x="203679" y="23551"/>
                </a:lnTo>
                <a:lnTo>
                  <a:pt x="203512" y="23551"/>
                </a:lnTo>
                <a:lnTo>
                  <a:pt x="200544" y="26553"/>
                </a:lnTo>
                <a:lnTo>
                  <a:pt x="200544" y="24185"/>
                </a:lnTo>
                <a:lnTo>
                  <a:pt x="202812" y="21883"/>
                </a:lnTo>
                <a:lnTo>
                  <a:pt x="206081" y="21883"/>
                </a:lnTo>
                <a:close/>
                <a:moveTo>
                  <a:pt x="210084" y="25886"/>
                </a:moveTo>
                <a:lnTo>
                  <a:pt x="204647" y="25886"/>
                </a:lnTo>
                <a:lnTo>
                  <a:pt x="204480" y="25886"/>
                </a:lnTo>
                <a:lnTo>
                  <a:pt x="200544" y="29822"/>
                </a:lnTo>
                <a:lnTo>
                  <a:pt x="200544" y="27654"/>
                </a:lnTo>
                <a:lnTo>
                  <a:pt x="203846" y="24352"/>
                </a:lnTo>
                <a:lnTo>
                  <a:pt x="208549" y="24352"/>
                </a:lnTo>
                <a:close/>
                <a:moveTo>
                  <a:pt x="224427" y="40263"/>
                </a:moveTo>
                <a:lnTo>
                  <a:pt x="224427" y="43499"/>
                </a:lnTo>
                <a:lnTo>
                  <a:pt x="222126" y="45800"/>
                </a:lnTo>
                <a:lnTo>
                  <a:pt x="219757" y="45800"/>
                </a:lnTo>
                <a:lnTo>
                  <a:pt x="222760" y="42798"/>
                </a:lnTo>
                <a:lnTo>
                  <a:pt x="222760" y="38562"/>
                </a:lnTo>
                <a:close/>
                <a:moveTo>
                  <a:pt x="226529" y="42365"/>
                </a:moveTo>
                <a:lnTo>
                  <a:pt x="226529" y="44366"/>
                </a:lnTo>
                <a:lnTo>
                  <a:pt x="225128" y="45800"/>
                </a:lnTo>
                <a:lnTo>
                  <a:pt x="223260" y="45800"/>
                </a:lnTo>
                <a:lnTo>
                  <a:pt x="225228" y="43832"/>
                </a:lnTo>
                <a:lnTo>
                  <a:pt x="225228" y="41030"/>
                </a:lnTo>
                <a:close/>
                <a:moveTo>
                  <a:pt x="222760" y="53806"/>
                </a:moveTo>
                <a:lnTo>
                  <a:pt x="222760" y="49570"/>
                </a:lnTo>
                <a:lnTo>
                  <a:pt x="219757" y="46568"/>
                </a:lnTo>
                <a:lnTo>
                  <a:pt x="222126" y="46568"/>
                </a:lnTo>
                <a:lnTo>
                  <a:pt x="224427" y="48869"/>
                </a:lnTo>
                <a:lnTo>
                  <a:pt x="224427" y="52105"/>
                </a:lnTo>
                <a:close/>
                <a:moveTo>
                  <a:pt x="220425" y="56108"/>
                </a:moveTo>
                <a:lnTo>
                  <a:pt x="220425" y="50537"/>
                </a:lnTo>
                <a:lnTo>
                  <a:pt x="216488" y="46568"/>
                </a:lnTo>
                <a:lnTo>
                  <a:pt x="218657" y="46568"/>
                </a:lnTo>
                <a:lnTo>
                  <a:pt x="221959" y="49903"/>
                </a:lnTo>
                <a:lnTo>
                  <a:pt x="221959" y="54573"/>
                </a:lnTo>
                <a:close/>
                <a:moveTo>
                  <a:pt x="224427" y="71052"/>
                </a:moveTo>
                <a:lnTo>
                  <a:pt x="224427" y="74287"/>
                </a:lnTo>
                <a:lnTo>
                  <a:pt x="222126" y="76589"/>
                </a:lnTo>
                <a:lnTo>
                  <a:pt x="219757" y="76589"/>
                </a:lnTo>
                <a:lnTo>
                  <a:pt x="222760" y="73587"/>
                </a:lnTo>
                <a:lnTo>
                  <a:pt x="222760" y="69351"/>
                </a:lnTo>
                <a:close/>
                <a:moveTo>
                  <a:pt x="226529" y="73153"/>
                </a:moveTo>
                <a:lnTo>
                  <a:pt x="226529" y="75155"/>
                </a:lnTo>
                <a:lnTo>
                  <a:pt x="225128" y="76589"/>
                </a:lnTo>
                <a:lnTo>
                  <a:pt x="223260" y="76589"/>
                </a:lnTo>
                <a:lnTo>
                  <a:pt x="225228" y="74621"/>
                </a:lnTo>
                <a:lnTo>
                  <a:pt x="225228" y="71819"/>
                </a:lnTo>
                <a:close/>
                <a:moveTo>
                  <a:pt x="222760" y="84595"/>
                </a:moveTo>
                <a:lnTo>
                  <a:pt x="222760" y="80358"/>
                </a:lnTo>
                <a:lnTo>
                  <a:pt x="219757" y="77356"/>
                </a:lnTo>
                <a:lnTo>
                  <a:pt x="222126" y="77356"/>
                </a:lnTo>
                <a:lnTo>
                  <a:pt x="224427" y="79658"/>
                </a:lnTo>
                <a:lnTo>
                  <a:pt x="224427" y="82894"/>
                </a:lnTo>
                <a:close/>
                <a:moveTo>
                  <a:pt x="220425" y="86896"/>
                </a:moveTo>
                <a:lnTo>
                  <a:pt x="220425" y="81326"/>
                </a:lnTo>
                <a:lnTo>
                  <a:pt x="216488" y="77356"/>
                </a:lnTo>
                <a:lnTo>
                  <a:pt x="218657" y="77356"/>
                </a:lnTo>
                <a:lnTo>
                  <a:pt x="221959" y="80692"/>
                </a:lnTo>
                <a:lnTo>
                  <a:pt x="221959" y="85362"/>
                </a:lnTo>
                <a:close/>
                <a:moveTo>
                  <a:pt x="200544" y="103075"/>
                </a:moveTo>
                <a:lnTo>
                  <a:pt x="201644" y="104175"/>
                </a:lnTo>
                <a:lnTo>
                  <a:pt x="201778" y="104175"/>
                </a:lnTo>
                <a:lnTo>
                  <a:pt x="203179" y="104175"/>
                </a:lnTo>
                <a:lnTo>
                  <a:pt x="200544" y="106811"/>
                </a:lnTo>
                <a:close/>
                <a:moveTo>
                  <a:pt x="199743" y="106811"/>
                </a:moveTo>
                <a:lnTo>
                  <a:pt x="197108" y="104175"/>
                </a:lnTo>
                <a:lnTo>
                  <a:pt x="198476" y="104175"/>
                </a:lnTo>
                <a:lnTo>
                  <a:pt x="198776" y="104042"/>
                </a:lnTo>
                <a:lnTo>
                  <a:pt x="199743" y="103075"/>
                </a:lnTo>
                <a:lnTo>
                  <a:pt x="199743" y="106811"/>
                </a:lnTo>
                <a:close/>
                <a:moveTo>
                  <a:pt x="168954" y="106811"/>
                </a:moveTo>
                <a:lnTo>
                  <a:pt x="166319" y="104175"/>
                </a:lnTo>
                <a:lnTo>
                  <a:pt x="167687" y="104175"/>
                </a:lnTo>
                <a:lnTo>
                  <a:pt x="167854" y="104175"/>
                </a:lnTo>
                <a:lnTo>
                  <a:pt x="168954" y="103075"/>
                </a:lnTo>
                <a:close/>
                <a:moveTo>
                  <a:pt x="138933" y="103075"/>
                </a:moveTo>
                <a:lnTo>
                  <a:pt x="140034" y="104175"/>
                </a:lnTo>
                <a:lnTo>
                  <a:pt x="140201" y="104175"/>
                </a:lnTo>
                <a:lnTo>
                  <a:pt x="141602" y="104175"/>
                </a:lnTo>
                <a:lnTo>
                  <a:pt x="138933" y="106811"/>
                </a:lnTo>
                <a:close/>
                <a:moveTo>
                  <a:pt x="138166" y="106811"/>
                </a:moveTo>
                <a:lnTo>
                  <a:pt x="135531" y="104175"/>
                </a:lnTo>
                <a:lnTo>
                  <a:pt x="136898" y="104175"/>
                </a:lnTo>
                <a:lnTo>
                  <a:pt x="137165" y="104042"/>
                </a:lnTo>
                <a:lnTo>
                  <a:pt x="138166" y="103075"/>
                </a:lnTo>
                <a:lnTo>
                  <a:pt x="138166" y="106811"/>
                </a:lnTo>
                <a:close/>
                <a:moveTo>
                  <a:pt x="107377" y="106811"/>
                </a:moveTo>
                <a:lnTo>
                  <a:pt x="104709" y="104175"/>
                </a:lnTo>
                <a:lnTo>
                  <a:pt x="106110" y="104175"/>
                </a:lnTo>
                <a:lnTo>
                  <a:pt x="106276" y="104175"/>
                </a:lnTo>
                <a:lnTo>
                  <a:pt x="107377" y="103075"/>
                </a:lnTo>
                <a:lnTo>
                  <a:pt x="107377" y="106811"/>
                </a:lnTo>
                <a:close/>
                <a:moveTo>
                  <a:pt x="77356" y="103075"/>
                </a:moveTo>
                <a:lnTo>
                  <a:pt x="78457" y="104175"/>
                </a:lnTo>
                <a:lnTo>
                  <a:pt x="78623" y="104175"/>
                </a:lnTo>
                <a:lnTo>
                  <a:pt x="79991" y="104175"/>
                </a:lnTo>
                <a:lnTo>
                  <a:pt x="77356" y="106811"/>
                </a:lnTo>
                <a:lnTo>
                  <a:pt x="77356" y="103075"/>
                </a:lnTo>
                <a:close/>
                <a:moveTo>
                  <a:pt x="76589" y="106811"/>
                </a:moveTo>
                <a:lnTo>
                  <a:pt x="73920" y="104175"/>
                </a:lnTo>
                <a:lnTo>
                  <a:pt x="75321" y="104175"/>
                </a:lnTo>
                <a:lnTo>
                  <a:pt x="75588" y="104042"/>
                </a:lnTo>
                <a:lnTo>
                  <a:pt x="76555" y="103075"/>
                </a:lnTo>
                <a:lnTo>
                  <a:pt x="76555" y="106811"/>
                </a:lnTo>
                <a:close/>
                <a:moveTo>
                  <a:pt x="45767" y="106811"/>
                </a:moveTo>
                <a:lnTo>
                  <a:pt x="43131" y="104175"/>
                </a:lnTo>
                <a:lnTo>
                  <a:pt x="44532" y="104175"/>
                </a:lnTo>
                <a:lnTo>
                  <a:pt x="44699" y="104175"/>
                </a:lnTo>
                <a:lnTo>
                  <a:pt x="45767" y="103075"/>
                </a:lnTo>
                <a:close/>
                <a:moveTo>
                  <a:pt x="21883" y="82927"/>
                </a:moveTo>
                <a:lnTo>
                  <a:pt x="21883" y="79658"/>
                </a:lnTo>
                <a:lnTo>
                  <a:pt x="24184" y="77356"/>
                </a:lnTo>
                <a:lnTo>
                  <a:pt x="26553" y="77356"/>
                </a:lnTo>
                <a:lnTo>
                  <a:pt x="23551" y="80358"/>
                </a:lnTo>
                <a:lnTo>
                  <a:pt x="23551" y="84595"/>
                </a:lnTo>
                <a:close/>
                <a:moveTo>
                  <a:pt x="19781" y="80792"/>
                </a:moveTo>
                <a:lnTo>
                  <a:pt x="19781" y="78791"/>
                </a:lnTo>
                <a:lnTo>
                  <a:pt x="21182" y="77356"/>
                </a:lnTo>
                <a:lnTo>
                  <a:pt x="23050" y="77356"/>
                </a:lnTo>
                <a:lnTo>
                  <a:pt x="21082" y="79324"/>
                </a:lnTo>
                <a:lnTo>
                  <a:pt x="21082" y="82126"/>
                </a:lnTo>
                <a:close/>
                <a:moveTo>
                  <a:pt x="23551" y="69351"/>
                </a:moveTo>
                <a:lnTo>
                  <a:pt x="23551" y="73587"/>
                </a:lnTo>
                <a:lnTo>
                  <a:pt x="26553" y="76589"/>
                </a:lnTo>
                <a:lnTo>
                  <a:pt x="24184" y="76589"/>
                </a:lnTo>
                <a:lnTo>
                  <a:pt x="21883" y="74287"/>
                </a:lnTo>
                <a:lnTo>
                  <a:pt x="21883" y="71052"/>
                </a:lnTo>
                <a:close/>
                <a:moveTo>
                  <a:pt x="25886" y="67049"/>
                </a:moveTo>
                <a:lnTo>
                  <a:pt x="25886" y="72620"/>
                </a:lnTo>
                <a:lnTo>
                  <a:pt x="29822" y="76589"/>
                </a:lnTo>
                <a:lnTo>
                  <a:pt x="27654" y="76589"/>
                </a:lnTo>
                <a:lnTo>
                  <a:pt x="24351" y="73253"/>
                </a:lnTo>
                <a:lnTo>
                  <a:pt x="24351" y="68583"/>
                </a:lnTo>
                <a:close/>
                <a:moveTo>
                  <a:pt x="21883" y="52105"/>
                </a:moveTo>
                <a:lnTo>
                  <a:pt x="21883" y="48869"/>
                </a:lnTo>
                <a:lnTo>
                  <a:pt x="24184" y="46568"/>
                </a:lnTo>
                <a:lnTo>
                  <a:pt x="26553" y="46568"/>
                </a:lnTo>
                <a:lnTo>
                  <a:pt x="23551" y="49570"/>
                </a:lnTo>
                <a:lnTo>
                  <a:pt x="23551" y="53806"/>
                </a:lnTo>
                <a:close/>
                <a:moveTo>
                  <a:pt x="19781" y="50003"/>
                </a:moveTo>
                <a:lnTo>
                  <a:pt x="19781" y="48002"/>
                </a:lnTo>
                <a:lnTo>
                  <a:pt x="21182" y="46568"/>
                </a:lnTo>
                <a:lnTo>
                  <a:pt x="23050" y="46568"/>
                </a:lnTo>
                <a:lnTo>
                  <a:pt x="21082" y="48536"/>
                </a:lnTo>
                <a:lnTo>
                  <a:pt x="21082" y="51338"/>
                </a:lnTo>
                <a:close/>
                <a:moveTo>
                  <a:pt x="23551" y="38562"/>
                </a:moveTo>
                <a:lnTo>
                  <a:pt x="23551" y="42798"/>
                </a:lnTo>
                <a:lnTo>
                  <a:pt x="26553" y="45800"/>
                </a:lnTo>
                <a:lnTo>
                  <a:pt x="24184" y="45800"/>
                </a:lnTo>
                <a:lnTo>
                  <a:pt x="21883" y="43499"/>
                </a:lnTo>
                <a:lnTo>
                  <a:pt x="21883" y="40230"/>
                </a:lnTo>
                <a:close/>
                <a:moveTo>
                  <a:pt x="25886" y="36260"/>
                </a:moveTo>
                <a:lnTo>
                  <a:pt x="25886" y="41831"/>
                </a:lnTo>
                <a:lnTo>
                  <a:pt x="29822" y="45800"/>
                </a:lnTo>
                <a:lnTo>
                  <a:pt x="27654" y="45800"/>
                </a:lnTo>
                <a:lnTo>
                  <a:pt x="24351" y="42465"/>
                </a:lnTo>
                <a:lnTo>
                  <a:pt x="24351" y="37795"/>
                </a:lnTo>
                <a:close/>
                <a:moveTo>
                  <a:pt x="45767" y="20082"/>
                </a:moveTo>
                <a:lnTo>
                  <a:pt x="44699" y="18981"/>
                </a:lnTo>
                <a:lnTo>
                  <a:pt x="44532" y="18981"/>
                </a:lnTo>
                <a:lnTo>
                  <a:pt x="43131" y="18981"/>
                </a:lnTo>
                <a:lnTo>
                  <a:pt x="45767" y="16346"/>
                </a:lnTo>
                <a:close/>
                <a:moveTo>
                  <a:pt x="46567" y="16346"/>
                </a:moveTo>
                <a:lnTo>
                  <a:pt x="49202" y="18981"/>
                </a:lnTo>
                <a:lnTo>
                  <a:pt x="47835" y="18981"/>
                </a:lnTo>
                <a:lnTo>
                  <a:pt x="47568" y="19115"/>
                </a:lnTo>
                <a:lnTo>
                  <a:pt x="46567" y="20082"/>
                </a:lnTo>
                <a:lnTo>
                  <a:pt x="46567" y="16346"/>
                </a:lnTo>
                <a:close/>
                <a:moveTo>
                  <a:pt x="77356" y="16346"/>
                </a:moveTo>
                <a:lnTo>
                  <a:pt x="80024" y="18981"/>
                </a:lnTo>
                <a:lnTo>
                  <a:pt x="78623" y="18981"/>
                </a:lnTo>
                <a:lnTo>
                  <a:pt x="78457" y="18981"/>
                </a:lnTo>
                <a:lnTo>
                  <a:pt x="77356" y="20082"/>
                </a:lnTo>
                <a:lnTo>
                  <a:pt x="77356" y="16346"/>
                </a:lnTo>
                <a:close/>
                <a:moveTo>
                  <a:pt x="107377" y="20082"/>
                </a:moveTo>
                <a:lnTo>
                  <a:pt x="106276" y="18981"/>
                </a:lnTo>
                <a:lnTo>
                  <a:pt x="106110" y="18981"/>
                </a:lnTo>
                <a:lnTo>
                  <a:pt x="104709" y="18981"/>
                </a:lnTo>
                <a:lnTo>
                  <a:pt x="107377" y="16346"/>
                </a:lnTo>
                <a:lnTo>
                  <a:pt x="107377" y="20082"/>
                </a:lnTo>
                <a:close/>
                <a:moveTo>
                  <a:pt x="108144" y="16346"/>
                </a:moveTo>
                <a:lnTo>
                  <a:pt x="110813" y="18981"/>
                </a:lnTo>
                <a:lnTo>
                  <a:pt x="109412" y="18981"/>
                </a:lnTo>
                <a:lnTo>
                  <a:pt x="109145" y="19115"/>
                </a:lnTo>
                <a:lnTo>
                  <a:pt x="108144" y="20082"/>
                </a:lnTo>
                <a:lnTo>
                  <a:pt x="108144" y="16346"/>
                </a:lnTo>
                <a:close/>
                <a:moveTo>
                  <a:pt x="138933" y="16346"/>
                </a:moveTo>
                <a:lnTo>
                  <a:pt x="141602" y="18981"/>
                </a:lnTo>
                <a:lnTo>
                  <a:pt x="140201" y="18981"/>
                </a:lnTo>
                <a:lnTo>
                  <a:pt x="140034" y="18981"/>
                </a:lnTo>
                <a:lnTo>
                  <a:pt x="138933" y="20082"/>
                </a:lnTo>
                <a:close/>
                <a:moveTo>
                  <a:pt x="168954" y="20082"/>
                </a:moveTo>
                <a:lnTo>
                  <a:pt x="167854" y="18981"/>
                </a:lnTo>
                <a:lnTo>
                  <a:pt x="167687" y="18981"/>
                </a:lnTo>
                <a:lnTo>
                  <a:pt x="166319" y="18981"/>
                </a:lnTo>
                <a:lnTo>
                  <a:pt x="168954" y="16346"/>
                </a:lnTo>
                <a:close/>
                <a:moveTo>
                  <a:pt x="169755" y="16346"/>
                </a:moveTo>
                <a:lnTo>
                  <a:pt x="172390" y="18981"/>
                </a:lnTo>
                <a:lnTo>
                  <a:pt x="170989" y="18981"/>
                </a:lnTo>
                <a:lnTo>
                  <a:pt x="170722" y="19115"/>
                </a:lnTo>
                <a:lnTo>
                  <a:pt x="169755" y="20082"/>
                </a:lnTo>
                <a:lnTo>
                  <a:pt x="169755" y="16346"/>
                </a:lnTo>
                <a:close/>
                <a:moveTo>
                  <a:pt x="200544" y="16346"/>
                </a:moveTo>
                <a:lnTo>
                  <a:pt x="203179" y="18981"/>
                </a:lnTo>
                <a:lnTo>
                  <a:pt x="201778" y="18981"/>
                </a:lnTo>
                <a:lnTo>
                  <a:pt x="201644" y="18981"/>
                </a:lnTo>
                <a:lnTo>
                  <a:pt x="200544" y="20082"/>
                </a:lnTo>
                <a:close/>
                <a:moveTo>
                  <a:pt x="219757" y="96170"/>
                </a:moveTo>
                <a:lnTo>
                  <a:pt x="218457" y="94902"/>
                </a:lnTo>
                <a:lnTo>
                  <a:pt x="218457" y="93568"/>
                </a:lnTo>
                <a:lnTo>
                  <a:pt x="219290" y="92767"/>
                </a:lnTo>
                <a:lnTo>
                  <a:pt x="221092" y="92767"/>
                </a:lnTo>
                <a:lnTo>
                  <a:pt x="219757" y="94102"/>
                </a:lnTo>
                <a:lnTo>
                  <a:pt x="219757" y="96170"/>
                </a:lnTo>
                <a:close/>
                <a:moveTo>
                  <a:pt x="215521" y="95403"/>
                </a:moveTo>
                <a:lnTo>
                  <a:pt x="214654" y="94502"/>
                </a:lnTo>
                <a:lnTo>
                  <a:pt x="213386" y="94502"/>
                </a:lnTo>
                <a:lnTo>
                  <a:pt x="213386" y="93434"/>
                </a:lnTo>
                <a:lnTo>
                  <a:pt x="213286" y="93134"/>
                </a:lnTo>
                <a:lnTo>
                  <a:pt x="212486" y="92367"/>
                </a:lnTo>
                <a:lnTo>
                  <a:pt x="213286" y="91600"/>
                </a:lnTo>
                <a:lnTo>
                  <a:pt x="213386" y="91333"/>
                </a:lnTo>
                <a:lnTo>
                  <a:pt x="213386" y="90232"/>
                </a:lnTo>
                <a:lnTo>
                  <a:pt x="214654" y="90232"/>
                </a:lnTo>
                <a:lnTo>
                  <a:pt x="215521" y="89332"/>
                </a:lnTo>
                <a:lnTo>
                  <a:pt x="216422" y="90232"/>
                </a:lnTo>
                <a:lnTo>
                  <a:pt x="217689" y="90232"/>
                </a:lnTo>
                <a:lnTo>
                  <a:pt x="217689" y="91333"/>
                </a:lnTo>
                <a:lnTo>
                  <a:pt x="217789" y="91600"/>
                </a:lnTo>
                <a:lnTo>
                  <a:pt x="218557" y="92367"/>
                </a:lnTo>
                <a:lnTo>
                  <a:pt x="217789" y="93134"/>
                </a:lnTo>
                <a:lnTo>
                  <a:pt x="217689" y="93434"/>
                </a:lnTo>
                <a:lnTo>
                  <a:pt x="217689" y="94502"/>
                </a:lnTo>
                <a:lnTo>
                  <a:pt x="216422" y="94502"/>
                </a:lnTo>
                <a:close/>
                <a:moveTo>
                  <a:pt x="211318" y="96170"/>
                </a:moveTo>
                <a:lnTo>
                  <a:pt x="211318" y="94135"/>
                </a:lnTo>
                <a:lnTo>
                  <a:pt x="209950" y="92767"/>
                </a:lnTo>
                <a:lnTo>
                  <a:pt x="211785" y="92767"/>
                </a:lnTo>
                <a:lnTo>
                  <a:pt x="212586" y="93601"/>
                </a:lnTo>
                <a:lnTo>
                  <a:pt x="212586" y="94902"/>
                </a:lnTo>
                <a:close/>
                <a:moveTo>
                  <a:pt x="188969" y="96170"/>
                </a:moveTo>
                <a:lnTo>
                  <a:pt x="187668" y="94902"/>
                </a:lnTo>
                <a:lnTo>
                  <a:pt x="187668" y="93568"/>
                </a:lnTo>
                <a:lnTo>
                  <a:pt x="188502" y="92767"/>
                </a:lnTo>
                <a:lnTo>
                  <a:pt x="190303" y="92767"/>
                </a:lnTo>
                <a:lnTo>
                  <a:pt x="188969" y="94102"/>
                </a:lnTo>
                <a:lnTo>
                  <a:pt x="188969" y="96170"/>
                </a:lnTo>
                <a:close/>
                <a:moveTo>
                  <a:pt x="184732" y="95403"/>
                </a:moveTo>
                <a:lnTo>
                  <a:pt x="183865" y="94502"/>
                </a:lnTo>
                <a:lnTo>
                  <a:pt x="182598" y="94502"/>
                </a:lnTo>
                <a:lnTo>
                  <a:pt x="182598" y="93434"/>
                </a:lnTo>
                <a:lnTo>
                  <a:pt x="182464" y="93134"/>
                </a:lnTo>
                <a:lnTo>
                  <a:pt x="181697" y="92367"/>
                </a:lnTo>
                <a:lnTo>
                  <a:pt x="182464" y="91600"/>
                </a:lnTo>
                <a:lnTo>
                  <a:pt x="182598" y="91333"/>
                </a:lnTo>
                <a:lnTo>
                  <a:pt x="182598" y="90232"/>
                </a:lnTo>
                <a:lnTo>
                  <a:pt x="183865" y="90232"/>
                </a:lnTo>
                <a:lnTo>
                  <a:pt x="184732" y="89332"/>
                </a:lnTo>
                <a:lnTo>
                  <a:pt x="185633" y="90232"/>
                </a:lnTo>
                <a:lnTo>
                  <a:pt x="186901" y="90232"/>
                </a:lnTo>
                <a:lnTo>
                  <a:pt x="186901" y="91333"/>
                </a:lnTo>
                <a:lnTo>
                  <a:pt x="187001" y="91600"/>
                </a:lnTo>
                <a:lnTo>
                  <a:pt x="187768" y="92367"/>
                </a:lnTo>
                <a:lnTo>
                  <a:pt x="187001" y="93134"/>
                </a:lnTo>
                <a:lnTo>
                  <a:pt x="186901" y="93434"/>
                </a:lnTo>
                <a:lnTo>
                  <a:pt x="186901" y="94502"/>
                </a:lnTo>
                <a:lnTo>
                  <a:pt x="185633" y="94502"/>
                </a:lnTo>
                <a:close/>
                <a:moveTo>
                  <a:pt x="180529" y="96170"/>
                </a:moveTo>
                <a:lnTo>
                  <a:pt x="180529" y="94135"/>
                </a:lnTo>
                <a:lnTo>
                  <a:pt x="179162" y="92767"/>
                </a:lnTo>
                <a:lnTo>
                  <a:pt x="180996" y="92767"/>
                </a:lnTo>
                <a:lnTo>
                  <a:pt x="181797" y="93601"/>
                </a:lnTo>
                <a:lnTo>
                  <a:pt x="181797" y="94902"/>
                </a:lnTo>
                <a:close/>
                <a:moveTo>
                  <a:pt x="158180" y="96170"/>
                </a:moveTo>
                <a:lnTo>
                  <a:pt x="156879" y="94902"/>
                </a:lnTo>
                <a:lnTo>
                  <a:pt x="156879" y="93568"/>
                </a:lnTo>
                <a:lnTo>
                  <a:pt x="157713" y="92767"/>
                </a:lnTo>
                <a:lnTo>
                  <a:pt x="159514" y="92767"/>
                </a:lnTo>
                <a:lnTo>
                  <a:pt x="158180" y="94102"/>
                </a:lnTo>
                <a:lnTo>
                  <a:pt x="158180" y="96170"/>
                </a:lnTo>
                <a:close/>
                <a:moveTo>
                  <a:pt x="153944" y="95403"/>
                </a:moveTo>
                <a:lnTo>
                  <a:pt x="153076" y="94502"/>
                </a:lnTo>
                <a:lnTo>
                  <a:pt x="151809" y="94502"/>
                </a:lnTo>
                <a:lnTo>
                  <a:pt x="151809" y="93434"/>
                </a:lnTo>
                <a:lnTo>
                  <a:pt x="151675" y="93134"/>
                </a:lnTo>
                <a:lnTo>
                  <a:pt x="150908" y="92367"/>
                </a:lnTo>
                <a:lnTo>
                  <a:pt x="151675" y="91600"/>
                </a:lnTo>
                <a:lnTo>
                  <a:pt x="151809" y="91333"/>
                </a:lnTo>
                <a:lnTo>
                  <a:pt x="151809" y="90232"/>
                </a:lnTo>
                <a:lnTo>
                  <a:pt x="153076" y="90232"/>
                </a:lnTo>
                <a:lnTo>
                  <a:pt x="153944" y="89332"/>
                </a:lnTo>
                <a:lnTo>
                  <a:pt x="154844" y="90232"/>
                </a:lnTo>
                <a:lnTo>
                  <a:pt x="156112" y="90232"/>
                </a:lnTo>
                <a:lnTo>
                  <a:pt x="156112" y="91333"/>
                </a:lnTo>
                <a:lnTo>
                  <a:pt x="156212" y="91600"/>
                </a:lnTo>
                <a:lnTo>
                  <a:pt x="156979" y="92367"/>
                </a:lnTo>
                <a:lnTo>
                  <a:pt x="156212" y="93134"/>
                </a:lnTo>
                <a:lnTo>
                  <a:pt x="156112" y="93434"/>
                </a:lnTo>
                <a:lnTo>
                  <a:pt x="156112" y="94502"/>
                </a:lnTo>
                <a:lnTo>
                  <a:pt x="154844" y="94502"/>
                </a:lnTo>
                <a:close/>
                <a:moveTo>
                  <a:pt x="149741" y="96170"/>
                </a:moveTo>
                <a:lnTo>
                  <a:pt x="149741" y="94135"/>
                </a:lnTo>
                <a:lnTo>
                  <a:pt x="148373" y="92767"/>
                </a:lnTo>
                <a:lnTo>
                  <a:pt x="150208" y="92767"/>
                </a:lnTo>
                <a:lnTo>
                  <a:pt x="151008" y="93601"/>
                </a:lnTo>
                <a:lnTo>
                  <a:pt x="151008" y="94902"/>
                </a:lnTo>
                <a:close/>
                <a:moveTo>
                  <a:pt x="127391" y="96170"/>
                </a:moveTo>
                <a:lnTo>
                  <a:pt x="126091" y="94902"/>
                </a:lnTo>
                <a:lnTo>
                  <a:pt x="126091" y="93568"/>
                </a:lnTo>
                <a:lnTo>
                  <a:pt x="126924" y="92767"/>
                </a:lnTo>
                <a:lnTo>
                  <a:pt x="128726" y="92767"/>
                </a:lnTo>
                <a:lnTo>
                  <a:pt x="127391" y="94102"/>
                </a:lnTo>
                <a:lnTo>
                  <a:pt x="127391" y="96170"/>
                </a:lnTo>
                <a:close/>
                <a:moveTo>
                  <a:pt x="123155" y="95403"/>
                </a:moveTo>
                <a:lnTo>
                  <a:pt x="122254" y="94502"/>
                </a:lnTo>
                <a:lnTo>
                  <a:pt x="121020" y="94502"/>
                </a:lnTo>
                <a:lnTo>
                  <a:pt x="121020" y="93434"/>
                </a:lnTo>
                <a:lnTo>
                  <a:pt x="120887" y="93134"/>
                </a:lnTo>
                <a:lnTo>
                  <a:pt x="120120" y="92367"/>
                </a:lnTo>
                <a:lnTo>
                  <a:pt x="120887" y="91600"/>
                </a:lnTo>
                <a:lnTo>
                  <a:pt x="121020" y="91333"/>
                </a:lnTo>
                <a:lnTo>
                  <a:pt x="121020" y="90232"/>
                </a:lnTo>
                <a:lnTo>
                  <a:pt x="122254" y="90232"/>
                </a:lnTo>
                <a:lnTo>
                  <a:pt x="123155" y="89332"/>
                </a:lnTo>
                <a:lnTo>
                  <a:pt x="124056" y="90232"/>
                </a:lnTo>
                <a:lnTo>
                  <a:pt x="125290" y="90232"/>
                </a:lnTo>
                <a:lnTo>
                  <a:pt x="125290" y="91333"/>
                </a:lnTo>
                <a:lnTo>
                  <a:pt x="125423" y="91600"/>
                </a:lnTo>
                <a:lnTo>
                  <a:pt x="126191" y="92367"/>
                </a:lnTo>
                <a:lnTo>
                  <a:pt x="125423" y="93134"/>
                </a:lnTo>
                <a:lnTo>
                  <a:pt x="125290" y="93434"/>
                </a:lnTo>
                <a:lnTo>
                  <a:pt x="125290" y="94502"/>
                </a:lnTo>
                <a:lnTo>
                  <a:pt x="124056" y="94502"/>
                </a:lnTo>
                <a:close/>
                <a:moveTo>
                  <a:pt x="118952" y="96170"/>
                </a:moveTo>
                <a:lnTo>
                  <a:pt x="118952" y="94135"/>
                </a:lnTo>
                <a:lnTo>
                  <a:pt x="117584" y="92767"/>
                </a:lnTo>
                <a:lnTo>
                  <a:pt x="119386" y="92767"/>
                </a:lnTo>
                <a:lnTo>
                  <a:pt x="120220" y="93601"/>
                </a:lnTo>
                <a:lnTo>
                  <a:pt x="120220" y="94902"/>
                </a:lnTo>
                <a:close/>
                <a:moveTo>
                  <a:pt x="96569" y="96170"/>
                </a:moveTo>
                <a:lnTo>
                  <a:pt x="95302" y="94902"/>
                </a:lnTo>
                <a:lnTo>
                  <a:pt x="95302" y="93568"/>
                </a:lnTo>
                <a:lnTo>
                  <a:pt x="96136" y="92767"/>
                </a:lnTo>
                <a:lnTo>
                  <a:pt x="97937" y="92767"/>
                </a:lnTo>
                <a:lnTo>
                  <a:pt x="96569" y="94102"/>
                </a:lnTo>
                <a:lnTo>
                  <a:pt x="96569" y="96170"/>
                </a:lnTo>
                <a:close/>
                <a:moveTo>
                  <a:pt x="92366" y="95403"/>
                </a:moveTo>
                <a:lnTo>
                  <a:pt x="91466" y="94502"/>
                </a:lnTo>
                <a:lnTo>
                  <a:pt x="90232" y="94502"/>
                </a:lnTo>
                <a:lnTo>
                  <a:pt x="90232" y="93434"/>
                </a:lnTo>
                <a:lnTo>
                  <a:pt x="90098" y="93134"/>
                </a:lnTo>
                <a:lnTo>
                  <a:pt x="89331" y="92367"/>
                </a:lnTo>
                <a:lnTo>
                  <a:pt x="90098" y="91600"/>
                </a:lnTo>
                <a:lnTo>
                  <a:pt x="90232" y="91333"/>
                </a:lnTo>
                <a:lnTo>
                  <a:pt x="90232" y="90232"/>
                </a:lnTo>
                <a:lnTo>
                  <a:pt x="91466" y="90232"/>
                </a:lnTo>
                <a:lnTo>
                  <a:pt x="92366" y="89332"/>
                </a:lnTo>
                <a:lnTo>
                  <a:pt x="93267" y="90232"/>
                </a:lnTo>
                <a:lnTo>
                  <a:pt x="94501" y="90232"/>
                </a:lnTo>
                <a:lnTo>
                  <a:pt x="94501" y="91333"/>
                </a:lnTo>
                <a:lnTo>
                  <a:pt x="94635" y="91600"/>
                </a:lnTo>
                <a:lnTo>
                  <a:pt x="95402" y="92367"/>
                </a:lnTo>
                <a:lnTo>
                  <a:pt x="94635" y="93134"/>
                </a:lnTo>
                <a:lnTo>
                  <a:pt x="94501" y="93434"/>
                </a:lnTo>
                <a:lnTo>
                  <a:pt x="94501" y="94502"/>
                </a:lnTo>
                <a:lnTo>
                  <a:pt x="93267" y="94502"/>
                </a:lnTo>
                <a:close/>
                <a:moveTo>
                  <a:pt x="88130" y="96170"/>
                </a:moveTo>
                <a:lnTo>
                  <a:pt x="88130" y="94135"/>
                </a:lnTo>
                <a:lnTo>
                  <a:pt x="86796" y="92767"/>
                </a:lnTo>
                <a:lnTo>
                  <a:pt x="88597" y="92767"/>
                </a:lnTo>
                <a:lnTo>
                  <a:pt x="89431" y="93601"/>
                </a:lnTo>
                <a:lnTo>
                  <a:pt x="89431" y="94902"/>
                </a:lnTo>
                <a:close/>
                <a:moveTo>
                  <a:pt x="65781" y="96170"/>
                </a:moveTo>
                <a:lnTo>
                  <a:pt x="64513" y="94902"/>
                </a:lnTo>
                <a:lnTo>
                  <a:pt x="64513" y="93568"/>
                </a:lnTo>
                <a:lnTo>
                  <a:pt x="65347" y="92767"/>
                </a:lnTo>
                <a:lnTo>
                  <a:pt x="67148" y="92767"/>
                </a:lnTo>
                <a:lnTo>
                  <a:pt x="65781" y="94102"/>
                </a:lnTo>
                <a:close/>
                <a:moveTo>
                  <a:pt x="61578" y="95403"/>
                </a:moveTo>
                <a:lnTo>
                  <a:pt x="60677" y="94502"/>
                </a:lnTo>
                <a:lnTo>
                  <a:pt x="59410" y="94502"/>
                </a:lnTo>
                <a:lnTo>
                  <a:pt x="59410" y="93434"/>
                </a:lnTo>
                <a:lnTo>
                  <a:pt x="59310" y="93134"/>
                </a:lnTo>
                <a:lnTo>
                  <a:pt x="58542" y="92367"/>
                </a:lnTo>
                <a:lnTo>
                  <a:pt x="59310" y="91600"/>
                </a:lnTo>
                <a:lnTo>
                  <a:pt x="59410" y="91333"/>
                </a:lnTo>
                <a:lnTo>
                  <a:pt x="59410" y="90232"/>
                </a:lnTo>
                <a:lnTo>
                  <a:pt x="60677" y="90232"/>
                </a:lnTo>
                <a:lnTo>
                  <a:pt x="61578" y="89332"/>
                </a:lnTo>
                <a:lnTo>
                  <a:pt x="62445" y="90232"/>
                </a:lnTo>
                <a:lnTo>
                  <a:pt x="63713" y="90232"/>
                </a:lnTo>
                <a:lnTo>
                  <a:pt x="63713" y="91333"/>
                </a:lnTo>
                <a:lnTo>
                  <a:pt x="63846" y="91600"/>
                </a:lnTo>
                <a:lnTo>
                  <a:pt x="64613" y="92367"/>
                </a:lnTo>
                <a:lnTo>
                  <a:pt x="63846" y="93134"/>
                </a:lnTo>
                <a:lnTo>
                  <a:pt x="63713" y="93434"/>
                </a:lnTo>
                <a:lnTo>
                  <a:pt x="63713" y="94502"/>
                </a:lnTo>
                <a:lnTo>
                  <a:pt x="62445" y="94502"/>
                </a:lnTo>
                <a:close/>
                <a:moveTo>
                  <a:pt x="57341" y="96170"/>
                </a:moveTo>
                <a:lnTo>
                  <a:pt x="57341" y="94135"/>
                </a:lnTo>
                <a:lnTo>
                  <a:pt x="56007" y="92767"/>
                </a:lnTo>
                <a:lnTo>
                  <a:pt x="57808" y="92767"/>
                </a:lnTo>
                <a:lnTo>
                  <a:pt x="58642" y="93601"/>
                </a:lnTo>
                <a:lnTo>
                  <a:pt x="58642" y="94902"/>
                </a:lnTo>
                <a:close/>
                <a:moveTo>
                  <a:pt x="34992" y="96170"/>
                </a:moveTo>
                <a:lnTo>
                  <a:pt x="33725" y="94902"/>
                </a:lnTo>
                <a:lnTo>
                  <a:pt x="33725" y="93568"/>
                </a:lnTo>
                <a:lnTo>
                  <a:pt x="34525" y="92767"/>
                </a:lnTo>
                <a:lnTo>
                  <a:pt x="36360" y="92767"/>
                </a:lnTo>
                <a:lnTo>
                  <a:pt x="34992" y="94102"/>
                </a:lnTo>
                <a:close/>
                <a:moveTo>
                  <a:pt x="30789" y="95403"/>
                </a:moveTo>
                <a:lnTo>
                  <a:pt x="29889" y="94502"/>
                </a:lnTo>
                <a:lnTo>
                  <a:pt x="28621" y="94502"/>
                </a:lnTo>
                <a:lnTo>
                  <a:pt x="28621" y="93434"/>
                </a:lnTo>
                <a:lnTo>
                  <a:pt x="28521" y="93134"/>
                </a:lnTo>
                <a:lnTo>
                  <a:pt x="27754" y="92367"/>
                </a:lnTo>
                <a:lnTo>
                  <a:pt x="28521" y="91600"/>
                </a:lnTo>
                <a:lnTo>
                  <a:pt x="28621" y="91333"/>
                </a:lnTo>
                <a:lnTo>
                  <a:pt x="28621" y="90232"/>
                </a:lnTo>
                <a:lnTo>
                  <a:pt x="29889" y="90232"/>
                </a:lnTo>
                <a:lnTo>
                  <a:pt x="30789" y="89332"/>
                </a:lnTo>
                <a:lnTo>
                  <a:pt x="31656" y="90232"/>
                </a:lnTo>
                <a:lnTo>
                  <a:pt x="32924" y="90232"/>
                </a:lnTo>
                <a:lnTo>
                  <a:pt x="32924" y="91333"/>
                </a:lnTo>
                <a:lnTo>
                  <a:pt x="33057" y="91600"/>
                </a:lnTo>
                <a:lnTo>
                  <a:pt x="33825" y="92367"/>
                </a:lnTo>
                <a:lnTo>
                  <a:pt x="33057" y="93134"/>
                </a:lnTo>
                <a:lnTo>
                  <a:pt x="32924" y="93434"/>
                </a:lnTo>
                <a:lnTo>
                  <a:pt x="32924" y="94502"/>
                </a:lnTo>
                <a:lnTo>
                  <a:pt x="31656" y="94502"/>
                </a:lnTo>
                <a:close/>
                <a:moveTo>
                  <a:pt x="26553" y="96170"/>
                </a:moveTo>
                <a:lnTo>
                  <a:pt x="26553" y="94135"/>
                </a:lnTo>
                <a:lnTo>
                  <a:pt x="25219" y="92767"/>
                </a:lnTo>
                <a:lnTo>
                  <a:pt x="27020" y="92767"/>
                </a:lnTo>
                <a:lnTo>
                  <a:pt x="27854" y="93601"/>
                </a:lnTo>
                <a:lnTo>
                  <a:pt x="27854" y="94902"/>
                </a:lnTo>
                <a:close/>
                <a:moveTo>
                  <a:pt x="26553" y="26987"/>
                </a:moveTo>
                <a:lnTo>
                  <a:pt x="27854" y="28254"/>
                </a:lnTo>
                <a:lnTo>
                  <a:pt x="27854" y="29555"/>
                </a:lnTo>
                <a:lnTo>
                  <a:pt x="27020" y="30389"/>
                </a:lnTo>
                <a:lnTo>
                  <a:pt x="25219" y="30389"/>
                </a:lnTo>
                <a:lnTo>
                  <a:pt x="26553" y="29055"/>
                </a:lnTo>
                <a:lnTo>
                  <a:pt x="26553" y="26987"/>
                </a:lnTo>
                <a:close/>
                <a:moveTo>
                  <a:pt x="30789" y="27754"/>
                </a:moveTo>
                <a:lnTo>
                  <a:pt x="31656" y="28655"/>
                </a:lnTo>
                <a:lnTo>
                  <a:pt x="32924" y="28655"/>
                </a:lnTo>
                <a:lnTo>
                  <a:pt x="32924" y="29722"/>
                </a:lnTo>
                <a:lnTo>
                  <a:pt x="33057" y="30022"/>
                </a:lnTo>
                <a:lnTo>
                  <a:pt x="33825" y="30790"/>
                </a:lnTo>
                <a:lnTo>
                  <a:pt x="33057" y="31557"/>
                </a:lnTo>
                <a:lnTo>
                  <a:pt x="32924" y="31824"/>
                </a:lnTo>
                <a:lnTo>
                  <a:pt x="32924" y="32924"/>
                </a:lnTo>
                <a:lnTo>
                  <a:pt x="31656" y="32924"/>
                </a:lnTo>
                <a:lnTo>
                  <a:pt x="30789" y="33825"/>
                </a:lnTo>
                <a:lnTo>
                  <a:pt x="29889" y="32924"/>
                </a:lnTo>
                <a:lnTo>
                  <a:pt x="28621" y="32924"/>
                </a:lnTo>
                <a:lnTo>
                  <a:pt x="28621" y="31824"/>
                </a:lnTo>
                <a:lnTo>
                  <a:pt x="28521" y="31557"/>
                </a:lnTo>
                <a:lnTo>
                  <a:pt x="27754" y="30790"/>
                </a:lnTo>
                <a:lnTo>
                  <a:pt x="28521" y="30022"/>
                </a:lnTo>
                <a:lnTo>
                  <a:pt x="28621" y="29722"/>
                </a:lnTo>
                <a:lnTo>
                  <a:pt x="28621" y="28655"/>
                </a:lnTo>
                <a:lnTo>
                  <a:pt x="29889" y="28655"/>
                </a:lnTo>
                <a:close/>
                <a:moveTo>
                  <a:pt x="34992" y="26987"/>
                </a:moveTo>
                <a:lnTo>
                  <a:pt x="34992" y="29022"/>
                </a:lnTo>
                <a:lnTo>
                  <a:pt x="36360" y="30389"/>
                </a:lnTo>
                <a:lnTo>
                  <a:pt x="34525" y="30389"/>
                </a:lnTo>
                <a:lnTo>
                  <a:pt x="33725" y="29555"/>
                </a:lnTo>
                <a:lnTo>
                  <a:pt x="33725" y="28254"/>
                </a:lnTo>
                <a:close/>
                <a:moveTo>
                  <a:pt x="57341" y="26987"/>
                </a:moveTo>
                <a:lnTo>
                  <a:pt x="58642" y="28254"/>
                </a:lnTo>
                <a:lnTo>
                  <a:pt x="58642" y="29555"/>
                </a:lnTo>
                <a:lnTo>
                  <a:pt x="57808" y="30389"/>
                </a:lnTo>
                <a:lnTo>
                  <a:pt x="56007" y="30389"/>
                </a:lnTo>
                <a:lnTo>
                  <a:pt x="57341" y="29055"/>
                </a:lnTo>
                <a:close/>
                <a:moveTo>
                  <a:pt x="61578" y="27754"/>
                </a:moveTo>
                <a:lnTo>
                  <a:pt x="62445" y="28655"/>
                </a:lnTo>
                <a:lnTo>
                  <a:pt x="63713" y="28655"/>
                </a:lnTo>
                <a:lnTo>
                  <a:pt x="63713" y="29722"/>
                </a:lnTo>
                <a:lnTo>
                  <a:pt x="63846" y="30022"/>
                </a:lnTo>
                <a:lnTo>
                  <a:pt x="64613" y="30790"/>
                </a:lnTo>
                <a:lnTo>
                  <a:pt x="63846" y="31557"/>
                </a:lnTo>
                <a:lnTo>
                  <a:pt x="63713" y="31824"/>
                </a:lnTo>
                <a:lnTo>
                  <a:pt x="63713" y="32924"/>
                </a:lnTo>
                <a:lnTo>
                  <a:pt x="62445" y="32924"/>
                </a:lnTo>
                <a:lnTo>
                  <a:pt x="61578" y="33825"/>
                </a:lnTo>
                <a:lnTo>
                  <a:pt x="60677" y="32924"/>
                </a:lnTo>
                <a:lnTo>
                  <a:pt x="59410" y="32924"/>
                </a:lnTo>
                <a:lnTo>
                  <a:pt x="59410" y="31824"/>
                </a:lnTo>
                <a:lnTo>
                  <a:pt x="59310" y="31557"/>
                </a:lnTo>
                <a:lnTo>
                  <a:pt x="58542" y="30790"/>
                </a:lnTo>
                <a:lnTo>
                  <a:pt x="59310" y="30022"/>
                </a:lnTo>
                <a:lnTo>
                  <a:pt x="59410" y="29722"/>
                </a:lnTo>
                <a:lnTo>
                  <a:pt x="59410" y="28655"/>
                </a:lnTo>
                <a:lnTo>
                  <a:pt x="60677" y="28655"/>
                </a:lnTo>
                <a:close/>
                <a:moveTo>
                  <a:pt x="65781" y="26987"/>
                </a:moveTo>
                <a:lnTo>
                  <a:pt x="65781" y="29022"/>
                </a:lnTo>
                <a:lnTo>
                  <a:pt x="67148" y="30389"/>
                </a:lnTo>
                <a:lnTo>
                  <a:pt x="65347" y="30389"/>
                </a:lnTo>
                <a:lnTo>
                  <a:pt x="64513" y="29555"/>
                </a:lnTo>
                <a:lnTo>
                  <a:pt x="64513" y="28254"/>
                </a:lnTo>
                <a:close/>
                <a:moveTo>
                  <a:pt x="88130" y="26987"/>
                </a:moveTo>
                <a:lnTo>
                  <a:pt x="89431" y="28254"/>
                </a:lnTo>
                <a:lnTo>
                  <a:pt x="89431" y="29555"/>
                </a:lnTo>
                <a:lnTo>
                  <a:pt x="88597" y="30389"/>
                </a:lnTo>
                <a:lnTo>
                  <a:pt x="86796" y="30389"/>
                </a:lnTo>
                <a:lnTo>
                  <a:pt x="88130" y="29055"/>
                </a:lnTo>
                <a:lnTo>
                  <a:pt x="88130" y="26987"/>
                </a:lnTo>
                <a:close/>
                <a:moveTo>
                  <a:pt x="92366" y="27754"/>
                </a:moveTo>
                <a:lnTo>
                  <a:pt x="93267" y="28655"/>
                </a:lnTo>
                <a:lnTo>
                  <a:pt x="94501" y="28655"/>
                </a:lnTo>
                <a:lnTo>
                  <a:pt x="94501" y="29722"/>
                </a:lnTo>
                <a:lnTo>
                  <a:pt x="94635" y="30022"/>
                </a:lnTo>
                <a:lnTo>
                  <a:pt x="95402" y="30790"/>
                </a:lnTo>
                <a:lnTo>
                  <a:pt x="94635" y="31557"/>
                </a:lnTo>
                <a:lnTo>
                  <a:pt x="94501" y="31824"/>
                </a:lnTo>
                <a:lnTo>
                  <a:pt x="94501" y="32924"/>
                </a:lnTo>
                <a:lnTo>
                  <a:pt x="93267" y="32924"/>
                </a:lnTo>
                <a:lnTo>
                  <a:pt x="92366" y="33825"/>
                </a:lnTo>
                <a:lnTo>
                  <a:pt x="91466" y="32924"/>
                </a:lnTo>
                <a:lnTo>
                  <a:pt x="90232" y="32924"/>
                </a:lnTo>
                <a:lnTo>
                  <a:pt x="90232" y="31824"/>
                </a:lnTo>
                <a:lnTo>
                  <a:pt x="90098" y="31557"/>
                </a:lnTo>
                <a:lnTo>
                  <a:pt x="89331" y="30790"/>
                </a:lnTo>
                <a:lnTo>
                  <a:pt x="90098" y="30022"/>
                </a:lnTo>
                <a:lnTo>
                  <a:pt x="90232" y="29722"/>
                </a:lnTo>
                <a:lnTo>
                  <a:pt x="90232" y="28655"/>
                </a:lnTo>
                <a:lnTo>
                  <a:pt x="91466" y="28655"/>
                </a:lnTo>
                <a:close/>
                <a:moveTo>
                  <a:pt x="96569" y="26987"/>
                </a:moveTo>
                <a:lnTo>
                  <a:pt x="96569" y="29022"/>
                </a:lnTo>
                <a:lnTo>
                  <a:pt x="97937" y="30389"/>
                </a:lnTo>
                <a:lnTo>
                  <a:pt x="96136" y="30389"/>
                </a:lnTo>
                <a:lnTo>
                  <a:pt x="95302" y="29555"/>
                </a:lnTo>
                <a:lnTo>
                  <a:pt x="95302" y="28254"/>
                </a:lnTo>
                <a:close/>
                <a:moveTo>
                  <a:pt x="118952" y="26987"/>
                </a:moveTo>
                <a:lnTo>
                  <a:pt x="120220" y="28254"/>
                </a:lnTo>
                <a:lnTo>
                  <a:pt x="120220" y="29555"/>
                </a:lnTo>
                <a:lnTo>
                  <a:pt x="119386" y="30389"/>
                </a:lnTo>
                <a:lnTo>
                  <a:pt x="117584" y="30389"/>
                </a:lnTo>
                <a:lnTo>
                  <a:pt x="118952" y="29055"/>
                </a:lnTo>
                <a:lnTo>
                  <a:pt x="118952" y="26987"/>
                </a:lnTo>
                <a:close/>
                <a:moveTo>
                  <a:pt x="123155" y="27754"/>
                </a:moveTo>
                <a:lnTo>
                  <a:pt x="124056" y="28655"/>
                </a:lnTo>
                <a:lnTo>
                  <a:pt x="125290" y="28655"/>
                </a:lnTo>
                <a:lnTo>
                  <a:pt x="125290" y="29722"/>
                </a:lnTo>
                <a:lnTo>
                  <a:pt x="125423" y="30022"/>
                </a:lnTo>
                <a:lnTo>
                  <a:pt x="126191" y="30790"/>
                </a:lnTo>
                <a:lnTo>
                  <a:pt x="125423" y="31557"/>
                </a:lnTo>
                <a:lnTo>
                  <a:pt x="125290" y="31824"/>
                </a:lnTo>
                <a:lnTo>
                  <a:pt x="125290" y="32924"/>
                </a:lnTo>
                <a:lnTo>
                  <a:pt x="124056" y="32924"/>
                </a:lnTo>
                <a:lnTo>
                  <a:pt x="123155" y="33825"/>
                </a:lnTo>
                <a:lnTo>
                  <a:pt x="122254" y="32924"/>
                </a:lnTo>
                <a:lnTo>
                  <a:pt x="121020" y="32924"/>
                </a:lnTo>
                <a:lnTo>
                  <a:pt x="121020" y="31857"/>
                </a:lnTo>
                <a:lnTo>
                  <a:pt x="120887" y="31557"/>
                </a:lnTo>
                <a:lnTo>
                  <a:pt x="120120" y="30790"/>
                </a:lnTo>
                <a:lnTo>
                  <a:pt x="120887" y="30022"/>
                </a:lnTo>
                <a:lnTo>
                  <a:pt x="121020" y="29722"/>
                </a:lnTo>
                <a:lnTo>
                  <a:pt x="121020" y="28655"/>
                </a:lnTo>
                <a:lnTo>
                  <a:pt x="122254" y="28655"/>
                </a:lnTo>
                <a:close/>
                <a:moveTo>
                  <a:pt x="127391" y="26987"/>
                </a:moveTo>
                <a:lnTo>
                  <a:pt x="127391" y="29022"/>
                </a:lnTo>
                <a:lnTo>
                  <a:pt x="128726" y="30389"/>
                </a:lnTo>
                <a:lnTo>
                  <a:pt x="126924" y="30389"/>
                </a:lnTo>
                <a:lnTo>
                  <a:pt x="126091" y="29555"/>
                </a:lnTo>
                <a:lnTo>
                  <a:pt x="126091" y="28254"/>
                </a:lnTo>
                <a:close/>
                <a:moveTo>
                  <a:pt x="149741" y="26987"/>
                </a:moveTo>
                <a:lnTo>
                  <a:pt x="151008" y="28254"/>
                </a:lnTo>
                <a:lnTo>
                  <a:pt x="151008" y="29555"/>
                </a:lnTo>
                <a:lnTo>
                  <a:pt x="150174" y="30389"/>
                </a:lnTo>
                <a:lnTo>
                  <a:pt x="148373" y="30389"/>
                </a:lnTo>
                <a:lnTo>
                  <a:pt x="149741" y="29055"/>
                </a:lnTo>
                <a:lnTo>
                  <a:pt x="149741" y="26987"/>
                </a:lnTo>
                <a:close/>
                <a:moveTo>
                  <a:pt x="153944" y="27754"/>
                </a:moveTo>
                <a:lnTo>
                  <a:pt x="154844" y="28655"/>
                </a:lnTo>
                <a:lnTo>
                  <a:pt x="156112" y="28655"/>
                </a:lnTo>
                <a:lnTo>
                  <a:pt x="156112" y="29722"/>
                </a:lnTo>
                <a:lnTo>
                  <a:pt x="156212" y="30022"/>
                </a:lnTo>
                <a:lnTo>
                  <a:pt x="156979" y="30790"/>
                </a:lnTo>
                <a:lnTo>
                  <a:pt x="156212" y="31557"/>
                </a:lnTo>
                <a:lnTo>
                  <a:pt x="156112" y="31824"/>
                </a:lnTo>
                <a:lnTo>
                  <a:pt x="156112" y="32924"/>
                </a:lnTo>
                <a:lnTo>
                  <a:pt x="154844" y="32924"/>
                </a:lnTo>
                <a:lnTo>
                  <a:pt x="153944" y="33825"/>
                </a:lnTo>
                <a:lnTo>
                  <a:pt x="153076" y="32924"/>
                </a:lnTo>
                <a:lnTo>
                  <a:pt x="151809" y="32924"/>
                </a:lnTo>
                <a:lnTo>
                  <a:pt x="151809" y="31824"/>
                </a:lnTo>
                <a:lnTo>
                  <a:pt x="151675" y="31557"/>
                </a:lnTo>
                <a:lnTo>
                  <a:pt x="150908" y="30790"/>
                </a:lnTo>
                <a:lnTo>
                  <a:pt x="151675" y="30022"/>
                </a:lnTo>
                <a:lnTo>
                  <a:pt x="151809" y="29722"/>
                </a:lnTo>
                <a:lnTo>
                  <a:pt x="151809" y="28655"/>
                </a:lnTo>
                <a:lnTo>
                  <a:pt x="153076" y="28655"/>
                </a:lnTo>
                <a:close/>
                <a:moveTo>
                  <a:pt x="158180" y="26987"/>
                </a:moveTo>
                <a:lnTo>
                  <a:pt x="158180" y="29022"/>
                </a:lnTo>
                <a:lnTo>
                  <a:pt x="159514" y="30389"/>
                </a:lnTo>
                <a:lnTo>
                  <a:pt x="157713" y="30389"/>
                </a:lnTo>
                <a:lnTo>
                  <a:pt x="156879" y="29555"/>
                </a:lnTo>
                <a:lnTo>
                  <a:pt x="156879" y="28254"/>
                </a:lnTo>
                <a:close/>
                <a:moveTo>
                  <a:pt x="180529" y="26987"/>
                </a:moveTo>
                <a:lnTo>
                  <a:pt x="181797" y="28254"/>
                </a:lnTo>
                <a:lnTo>
                  <a:pt x="181797" y="29555"/>
                </a:lnTo>
                <a:lnTo>
                  <a:pt x="180963" y="30389"/>
                </a:lnTo>
                <a:lnTo>
                  <a:pt x="179162" y="30389"/>
                </a:lnTo>
                <a:lnTo>
                  <a:pt x="180529" y="29055"/>
                </a:lnTo>
                <a:lnTo>
                  <a:pt x="180529" y="26987"/>
                </a:lnTo>
                <a:close/>
                <a:moveTo>
                  <a:pt x="184732" y="27754"/>
                </a:moveTo>
                <a:lnTo>
                  <a:pt x="185633" y="28655"/>
                </a:lnTo>
                <a:lnTo>
                  <a:pt x="186901" y="28655"/>
                </a:lnTo>
                <a:lnTo>
                  <a:pt x="186901" y="29722"/>
                </a:lnTo>
                <a:lnTo>
                  <a:pt x="187001" y="30022"/>
                </a:lnTo>
                <a:lnTo>
                  <a:pt x="187768" y="30790"/>
                </a:lnTo>
                <a:lnTo>
                  <a:pt x="187001" y="31557"/>
                </a:lnTo>
                <a:lnTo>
                  <a:pt x="186901" y="31824"/>
                </a:lnTo>
                <a:lnTo>
                  <a:pt x="186901" y="32924"/>
                </a:lnTo>
                <a:lnTo>
                  <a:pt x="185633" y="32924"/>
                </a:lnTo>
                <a:lnTo>
                  <a:pt x="184732" y="33825"/>
                </a:lnTo>
                <a:lnTo>
                  <a:pt x="183865" y="32924"/>
                </a:lnTo>
                <a:lnTo>
                  <a:pt x="182598" y="32924"/>
                </a:lnTo>
                <a:lnTo>
                  <a:pt x="182598" y="31824"/>
                </a:lnTo>
                <a:lnTo>
                  <a:pt x="182464" y="31557"/>
                </a:lnTo>
                <a:lnTo>
                  <a:pt x="181697" y="30790"/>
                </a:lnTo>
                <a:lnTo>
                  <a:pt x="182464" y="30022"/>
                </a:lnTo>
                <a:lnTo>
                  <a:pt x="182598" y="29722"/>
                </a:lnTo>
                <a:lnTo>
                  <a:pt x="182598" y="28655"/>
                </a:lnTo>
                <a:lnTo>
                  <a:pt x="183865" y="28655"/>
                </a:lnTo>
                <a:close/>
                <a:moveTo>
                  <a:pt x="188969" y="26987"/>
                </a:moveTo>
                <a:lnTo>
                  <a:pt x="188969" y="29022"/>
                </a:lnTo>
                <a:lnTo>
                  <a:pt x="190303" y="30389"/>
                </a:lnTo>
                <a:lnTo>
                  <a:pt x="188502" y="30389"/>
                </a:lnTo>
                <a:lnTo>
                  <a:pt x="187668" y="29555"/>
                </a:lnTo>
                <a:lnTo>
                  <a:pt x="187668" y="28254"/>
                </a:lnTo>
                <a:close/>
                <a:moveTo>
                  <a:pt x="211318" y="26987"/>
                </a:moveTo>
                <a:lnTo>
                  <a:pt x="212586" y="28254"/>
                </a:lnTo>
                <a:lnTo>
                  <a:pt x="212586" y="29555"/>
                </a:lnTo>
                <a:lnTo>
                  <a:pt x="211785" y="30389"/>
                </a:lnTo>
                <a:lnTo>
                  <a:pt x="209950" y="30389"/>
                </a:lnTo>
                <a:lnTo>
                  <a:pt x="211318" y="29055"/>
                </a:lnTo>
                <a:lnTo>
                  <a:pt x="211318" y="26987"/>
                </a:lnTo>
                <a:close/>
                <a:moveTo>
                  <a:pt x="215521" y="27754"/>
                </a:moveTo>
                <a:lnTo>
                  <a:pt x="216422" y="28655"/>
                </a:lnTo>
                <a:lnTo>
                  <a:pt x="217689" y="28655"/>
                </a:lnTo>
                <a:lnTo>
                  <a:pt x="217689" y="29722"/>
                </a:lnTo>
                <a:lnTo>
                  <a:pt x="217789" y="30022"/>
                </a:lnTo>
                <a:lnTo>
                  <a:pt x="218557" y="30790"/>
                </a:lnTo>
                <a:lnTo>
                  <a:pt x="217789" y="31557"/>
                </a:lnTo>
                <a:lnTo>
                  <a:pt x="217689" y="31824"/>
                </a:lnTo>
                <a:lnTo>
                  <a:pt x="217689" y="32924"/>
                </a:lnTo>
                <a:lnTo>
                  <a:pt x="216422" y="32924"/>
                </a:lnTo>
                <a:lnTo>
                  <a:pt x="215521" y="33825"/>
                </a:lnTo>
                <a:lnTo>
                  <a:pt x="214654" y="32924"/>
                </a:lnTo>
                <a:lnTo>
                  <a:pt x="213386" y="32924"/>
                </a:lnTo>
                <a:lnTo>
                  <a:pt x="213386" y="31824"/>
                </a:lnTo>
                <a:lnTo>
                  <a:pt x="213286" y="31557"/>
                </a:lnTo>
                <a:lnTo>
                  <a:pt x="212486" y="30790"/>
                </a:lnTo>
                <a:lnTo>
                  <a:pt x="213286" y="30022"/>
                </a:lnTo>
                <a:lnTo>
                  <a:pt x="213386" y="29722"/>
                </a:lnTo>
                <a:lnTo>
                  <a:pt x="213386" y="28655"/>
                </a:lnTo>
                <a:lnTo>
                  <a:pt x="214654" y="28655"/>
                </a:lnTo>
                <a:close/>
                <a:moveTo>
                  <a:pt x="218056" y="89432"/>
                </a:moveTo>
                <a:lnTo>
                  <a:pt x="216755" y="89432"/>
                </a:lnTo>
                <a:lnTo>
                  <a:pt x="215921" y="88598"/>
                </a:lnTo>
                <a:lnTo>
                  <a:pt x="215921" y="86796"/>
                </a:lnTo>
                <a:lnTo>
                  <a:pt x="217156" y="88031"/>
                </a:lnTo>
                <a:lnTo>
                  <a:pt x="217456" y="88164"/>
                </a:lnTo>
                <a:lnTo>
                  <a:pt x="219324" y="88164"/>
                </a:lnTo>
                <a:close/>
                <a:moveTo>
                  <a:pt x="211785" y="91967"/>
                </a:moveTo>
                <a:lnTo>
                  <a:pt x="209950" y="91967"/>
                </a:lnTo>
                <a:lnTo>
                  <a:pt x="211318" y="90632"/>
                </a:lnTo>
                <a:lnTo>
                  <a:pt x="211318" y="88564"/>
                </a:lnTo>
                <a:lnTo>
                  <a:pt x="212586" y="89865"/>
                </a:lnTo>
                <a:lnTo>
                  <a:pt x="212586" y="91166"/>
                </a:lnTo>
                <a:close/>
                <a:moveTo>
                  <a:pt x="188502" y="91967"/>
                </a:moveTo>
                <a:lnTo>
                  <a:pt x="187668" y="91166"/>
                </a:lnTo>
                <a:lnTo>
                  <a:pt x="187668" y="89865"/>
                </a:lnTo>
                <a:lnTo>
                  <a:pt x="188969" y="88564"/>
                </a:lnTo>
                <a:lnTo>
                  <a:pt x="188969" y="90632"/>
                </a:lnTo>
                <a:lnTo>
                  <a:pt x="190303" y="91967"/>
                </a:lnTo>
                <a:lnTo>
                  <a:pt x="188502" y="91967"/>
                </a:lnTo>
                <a:close/>
                <a:moveTo>
                  <a:pt x="180996" y="91967"/>
                </a:moveTo>
                <a:lnTo>
                  <a:pt x="179162" y="91967"/>
                </a:lnTo>
                <a:lnTo>
                  <a:pt x="180529" y="90632"/>
                </a:lnTo>
                <a:lnTo>
                  <a:pt x="180529" y="88564"/>
                </a:lnTo>
                <a:lnTo>
                  <a:pt x="181797" y="89865"/>
                </a:lnTo>
                <a:lnTo>
                  <a:pt x="181797" y="91166"/>
                </a:lnTo>
                <a:close/>
                <a:moveTo>
                  <a:pt x="157713" y="91967"/>
                </a:moveTo>
                <a:lnTo>
                  <a:pt x="156879" y="91166"/>
                </a:lnTo>
                <a:lnTo>
                  <a:pt x="156879" y="89865"/>
                </a:lnTo>
                <a:lnTo>
                  <a:pt x="158180" y="88564"/>
                </a:lnTo>
                <a:lnTo>
                  <a:pt x="158180" y="90632"/>
                </a:lnTo>
                <a:lnTo>
                  <a:pt x="159514" y="91967"/>
                </a:lnTo>
                <a:lnTo>
                  <a:pt x="157713" y="91967"/>
                </a:lnTo>
                <a:close/>
                <a:moveTo>
                  <a:pt x="150174" y="91967"/>
                </a:moveTo>
                <a:lnTo>
                  <a:pt x="148373" y="91967"/>
                </a:lnTo>
                <a:lnTo>
                  <a:pt x="149741" y="90632"/>
                </a:lnTo>
                <a:lnTo>
                  <a:pt x="149741" y="88564"/>
                </a:lnTo>
                <a:lnTo>
                  <a:pt x="151008" y="89865"/>
                </a:lnTo>
                <a:lnTo>
                  <a:pt x="151008" y="91166"/>
                </a:lnTo>
                <a:close/>
                <a:moveTo>
                  <a:pt x="126924" y="91967"/>
                </a:moveTo>
                <a:lnTo>
                  <a:pt x="126091" y="91166"/>
                </a:lnTo>
                <a:lnTo>
                  <a:pt x="126091" y="89865"/>
                </a:lnTo>
                <a:lnTo>
                  <a:pt x="127358" y="88564"/>
                </a:lnTo>
                <a:lnTo>
                  <a:pt x="127358" y="90632"/>
                </a:lnTo>
                <a:lnTo>
                  <a:pt x="128726" y="91967"/>
                </a:lnTo>
                <a:lnTo>
                  <a:pt x="126924" y="91967"/>
                </a:lnTo>
                <a:close/>
                <a:moveTo>
                  <a:pt x="119386" y="91967"/>
                </a:moveTo>
                <a:lnTo>
                  <a:pt x="117584" y="91967"/>
                </a:lnTo>
                <a:lnTo>
                  <a:pt x="118952" y="90632"/>
                </a:lnTo>
                <a:lnTo>
                  <a:pt x="118952" y="88564"/>
                </a:lnTo>
                <a:lnTo>
                  <a:pt x="120220" y="89865"/>
                </a:lnTo>
                <a:lnTo>
                  <a:pt x="120220" y="91166"/>
                </a:lnTo>
                <a:close/>
                <a:moveTo>
                  <a:pt x="96136" y="91967"/>
                </a:moveTo>
                <a:lnTo>
                  <a:pt x="95302" y="91166"/>
                </a:lnTo>
                <a:lnTo>
                  <a:pt x="95302" y="89865"/>
                </a:lnTo>
                <a:lnTo>
                  <a:pt x="96569" y="88564"/>
                </a:lnTo>
                <a:lnTo>
                  <a:pt x="96569" y="90632"/>
                </a:lnTo>
                <a:lnTo>
                  <a:pt x="97937" y="91967"/>
                </a:lnTo>
                <a:lnTo>
                  <a:pt x="96136" y="91967"/>
                </a:lnTo>
                <a:close/>
                <a:moveTo>
                  <a:pt x="88597" y="91967"/>
                </a:moveTo>
                <a:lnTo>
                  <a:pt x="86796" y="91967"/>
                </a:lnTo>
                <a:lnTo>
                  <a:pt x="88130" y="90632"/>
                </a:lnTo>
                <a:lnTo>
                  <a:pt x="88130" y="88564"/>
                </a:lnTo>
                <a:lnTo>
                  <a:pt x="89431" y="89865"/>
                </a:lnTo>
                <a:lnTo>
                  <a:pt x="89431" y="91166"/>
                </a:lnTo>
                <a:close/>
                <a:moveTo>
                  <a:pt x="65347" y="91967"/>
                </a:moveTo>
                <a:lnTo>
                  <a:pt x="64513" y="91166"/>
                </a:lnTo>
                <a:lnTo>
                  <a:pt x="64513" y="89865"/>
                </a:lnTo>
                <a:lnTo>
                  <a:pt x="65781" y="88564"/>
                </a:lnTo>
                <a:lnTo>
                  <a:pt x="65781" y="90632"/>
                </a:lnTo>
                <a:lnTo>
                  <a:pt x="67148" y="91967"/>
                </a:lnTo>
                <a:lnTo>
                  <a:pt x="65347" y="91967"/>
                </a:lnTo>
                <a:close/>
                <a:moveTo>
                  <a:pt x="57808" y="91967"/>
                </a:moveTo>
                <a:lnTo>
                  <a:pt x="56007" y="91967"/>
                </a:lnTo>
                <a:lnTo>
                  <a:pt x="57341" y="90632"/>
                </a:lnTo>
                <a:lnTo>
                  <a:pt x="57341" y="88564"/>
                </a:lnTo>
                <a:lnTo>
                  <a:pt x="58642" y="89865"/>
                </a:lnTo>
                <a:lnTo>
                  <a:pt x="58642" y="91166"/>
                </a:lnTo>
                <a:close/>
                <a:moveTo>
                  <a:pt x="34525" y="91967"/>
                </a:moveTo>
                <a:lnTo>
                  <a:pt x="33725" y="91166"/>
                </a:lnTo>
                <a:lnTo>
                  <a:pt x="33725" y="89865"/>
                </a:lnTo>
                <a:lnTo>
                  <a:pt x="34992" y="88564"/>
                </a:lnTo>
                <a:lnTo>
                  <a:pt x="34992" y="90632"/>
                </a:lnTo>
                <a:lnTo>
                  <a:pt x="36360" y="91967"/>
                </a:lnTo>
                <a:lnTo>
                  <a:pt x="34525" y="91967"/>
                </a:lnTo>
                <a:close/>
                <a:moveTo>
                  <a:pt x="28254" y="89432"/>
                </a:moveTo>
                <a:lnTo>
                  <a:pt x="26986" y="88164"/>
                </a:lnTo>
                <a:lnTo>
                  <a:pt x="28854" y="88164"/>
                </a:lnTo>
                <a:lnTo>
                  <a:pt x="29155" y="88031"/>
                </a:lnTo>
                <a:lnTo>
                  <a:pt x="30389" y="86796"/>
                </a:lnTo>
                <a:lnTo>
                  <a:pt x="30389" y="88598"/>
                </a:lnTo>
                <a:lnTo>
                  <a:pt x="29555" y="89432"/>
                </a:lnTo>
                <a:lnTo>
                  <a:pt x="28254" y="89432"/>
                </a:lnTo>
                <a:close/>
                <a:moveTo>
                  <a:pt x="28254" y="33725"/>
                </a:moveTo>
                <a:lnTo>
                  <a:pt x="29555" y="33725"/>
                </a:lnTo>
                <a:lnTo>
                  <a:pt x="30389" y="34559"/>
                </a:lnTo>
                <a:lnTo>
                  <a:pt x="30389" y="36360"/>
                </a:lnTo>
                <a:lnTo>
                  <a:pt x="29155" y="35126"/>
                </a:lnTo>
                <a:lnTo>
                  <a:pt x="28854" y="34993"/>
                </a:lnTo>
                <a:lnTo>
                  <a:pt x="26986" y="34993"/>
                </a:lnTo>
                <a:close/>
                <a:moveTo>
                  <a:pt x="34525" y="31190"/>
                </a:moveTo>
                <a:lnTo>
                  <a:pt x="36360" y="31190"/>
                </a:lnTo>
                <a:lnTo>
                  <a:pt x="34992" y="32524"/>
                </a:lnTo>
                <a:lnTo>
                  <a:pt x="34992" y="34592"/>
                </a:lnTo>
                <a:lnTo>
                  <a:pt x="33725" y="33291"/>
                </a:lnTo>
                <a:lnTo>
                  <a:pt x="33725" y="31990"/>
                </a:lnTo>
                <a:close/>
                <a:moveTo>
                  <a:pt x="57808" y="31190"/>
                </a:moveTo>
                <a:lnTo>
                  <a:pt x="58642" y="31990"/>
                </a:lnTo>
                <a:lnTo>
                  <a:pt x="58642" y="33291"/>
                </a:lnTo>
                <a:lnTo>
                  <a:pt x="57341" y="34592"/>
                </a:lnTo>
                <a:lnTo>
                  <a:pt x="57341" y="32524"/>
                </a:lnTo>
                <a:lnTo>
                  <a:pt x="56007" y="31190"/>
                </a:lnTo>
                <a:lnTo>
                  <a:pt x="57808" y="31190"/>
                </a:lnTo>
                <a:close/>
                <a:moveTo>
                  <a:pt x="65347" y="31190"/>
                </a:moveTo>
                <a:lnTo>
                  <a:pt x="67148" y="31190"/>
                </a:lnTo>
                <a:lnTo>
                  <a:pt x="65781" y="32524"/>
                </a:lnTo>
                <a:lnTo>
                  <a:pt x="65781" y="34592"/>
                </a:lnTo>
                <a:lnTo>
                  <a:pt x="64513" y="33291"/>
                </a:lnTo>
                <a:lnTo>
                  <a:pt x="64513" y="31990"/>
                </a:lnTo>
                <a:close/>
                <a:moveTo>
                  <a:pt x="88597" y="31190"/>
                </a:moveTo>
                <a:lnTo>
                  <a:pt x="89431" y="31990"/>
                </a:lnTo>
                <a:lnTo>
                  <a:pt x="89431" y="33291"/>
                </a:lnTo>
                <a:lnTo>
                  <a:pt x="88130" y="34592"/>
                </a:lnTo>
                <a:lnTo>
                  <a:pt x="88130" y="32524"/>
                </a:lnTo>
                <a:lnTo>
                  <a:pt x="86796" y="31190"/>
                </a:lnTo>
                <a:lnTo>
                  <a:pt x="88597" y="31190"/>
                </a:lnTo>
                <a:close/>
                <a:moveTo>
                  <a:pt x="96136" y="31190"/>
                </a:moveTo>
                <a:lnTo>
                  <a:pt x="97937" y="31190"/>
                </a:lnTo>
                <a:lnTo>
                  <a:pt x="96569" y="32524"/>
                </a:lnTo>
                <a:lnTo>
                  <a:pt x="96569" y="34592"/>
                </a:lnTo>
                <a:lnTo>
                  <a:pt x="95302" y="33291"/>
                </a:lnTo>
                <a:lnTo>
                  <a:pt x="95302" y="31990"/>
                </a:lnTo>
                <a:close/>
                <a:moveTo>
                  <a:pt x="119386" y="31190"/>
                </a:moveTo>
                <a:lnTo>
                  <a:pt x="120220" y="31990"/>
                </a:lnTo>
                <a:lnTo>
                  <a:pt x="120220" y="33291"/>
                </a:lnTo>
                <a:lnTo>
                  <a:pt x="118952" y="34592"/>
                </a:lnTo>
                <a:lnTo>
                  <a:pt x="118952" y="32524"/>
                </a:lnTo>
                <a:lnTo>
                  <a:pt x="117584" y="31190"/>
                </a:lnTo>
                <a:lnTo>
                  <a:pt x="119386" y="31190"/>
                </a:lnTo>
                <a:close/>
                <a:moveTo>
                  <a:pt x="126924" y="31190"/>
                </a:moveTo>
                <a:lnTo>
                  <a:pt x="128726" y="31190"/>
                </a:lnTo>
                <a:lnTo>
                  <a:pt x="127391" y="32524"/>
                </a:lnTo>
                <a:lnTo>
                  <a:pt x="127391" y="34592"/>
                </a:lnTo>
                <a:lnTo>
                  <a:pt x="126091" y="33291"/>
                </a:lnTo>
                <a:lnTo>
                  <a:pt x="126091" y="31990"/>
                </a:lnTo>
                <a:close/>
                <a:moveTo>
                  <a:pt x="150174" y="31190"/>
                </a:moveTo>
                <a:lnTo>
                  <a:pt x="151008" y="31990"/>
                </a:lnTo>
                <a:lnTo>
                  <a:pt x="151008" y="33291"/>
                </a:lnTo>
                <a:lnTo>
                  <a:pt x="149741" y="34592"/>
                </a:lnTo>
                <a:lnTo>
                  <a:pt x="149741" y="32524"/>
                </a:lnTo>
                <a:lnTo>
                  <a:pt x="148373" y="31190"/>
                </a:lnTo>
                <a:lnTo>
                  <a:pt x="150174" y="31190"/>
                </a:lnTo>
                <a:close/>
                <a:moveTo>
                  <a:pt x="157713" y="31190"/>
                </a:moveTo>
                <a:lnTo>
                  <a:pt x="159514" y="31190"/>
                </a:lnTo>
                <a:lnTo>
                  <a:pt x="158180" y="32524"/>
                </a:lnTo>
                <a:lnTo>
                  <a:pt x="158180" y="34592"/>
                </a:lnTo>
                <a:lnTo>
                  <a:pt x="156879" y="33291"/>
                </a:lnTo>
                <a:lnTo>
                  <a:pt x="156879" y="31990"/>
                </a:lnTo>
                <a:close/>
                <a:moveTo>
                  <a:pt x="180996" y="31190"/>
                </a:moveTo>
                <a:lnTo>
                  <a:pt x="181797" y="31990"/>
                </a:lnTo>
                <a:lnTo>
                  <a:pt x="181797" y="33291"/>
                </a:lnTo>
                <a:lnTo>
                  <a:pt x="180529" y="34592"/>
                </a:lnTo>
                <a:lnTo>
                  <a:pt x="180529" y="32524"/>
                </a:lnTo>
                <a:lnTo>
                  <a:pt x="179162" y="31190"/>
                </a:lnTo>
                <a:lnTo>
                  <a:pt x="180996" y="31190"/>
                </a:lnTo>
                <a:close/>
                <a:moveTo>
                  <a:pt x="188502" y="31190"/>
                </a:moveTo>
                <a:lnTo>
                  <a:pt x="190303" y="31190"/>
                </a:lnTo>
                <a:lnTo>
                  <a:pt x="188969" y="32524"/>
                </a:lnTo>
                <a:lnTo>
                  <a:pt x="188969" y="34592"/>
                </a:lnTo>
                <a:lnTo>
                  <a:pt x="187668" y="33291"/>
                </a:lnTo>
                <a:lnTo>
                  <a:pt x="187668" y="31990"/>
                </a:lnTo>
                <a:close/>
                <a:moveTo>
                  <a:pt x="211785" y="31190"/>
                </a:moveTo>
                <a:lnTo>
                  <a:pt x="212586" y="31990"/>
                </a:lnTo>
                <a:lnTo>
                  <a:pt x="212586" y="33291"/>
                </a:lnTo>
                <a:lnTo>
                  <a:pt x="211318" y="34592"/>
                </a:lnTo>
                <a:lnTo>
                  <a:pt x="211318" y="32524"/>
                </a:lnTo>
                <a:lnTo>
                  <a:pt x="209950" y="31190"/>
                </a:lnTo>
                <a:lnTo>
                  <a:pt x="211785" y="31190"/>
                </a:lnTo>
                <a:close/>
                <a:moveTo>
                  <a:pt x="215121" y="57809"/>
                </a:moveTo>
                <a:lnTo>
                  <a:pt x="214320" y="58643"/>
                </a:lnTo>
                <a:lnTo>
                  <a:pt x="213019" y="58643"/>
                </a:lnTo>
                <a:lnTo>
                  <a:pt x="211718" y="57375"/>
                </a:lnTo>
                <a:lnTo>
                  <a:pt x="213620" y="57375"/>
                </a:lnTo>
                <a:lnTo>
                  <a:pt x="213887" y="57242"/>
                </a:lnTo>
                <a:lnTo>
                  <a:pt x="215121" y="56008"/>
                </a:lnTo>
                <a:close/>
                <a:moveTo>
                  <a:pt x="31189" y="65348"/>
                </a:moveTo>
                <a:lnTo>
                  <a:pt x="31990" y="64514"/>
                </a:lnTo>
                <a:lnTo>
                  <a:pt x="33291" y="64514"/>
                </a:lnTo>
                <a:lnTo>
                  <a:pt x="34592" y="65815"/>
                </a:lnTo>
                <a:lnTo>
                  <a:pt x="32691" y="65815"/>
                </a:lnTo>
                <a:lnTo>
                  <a:pt x="32424" y="65915"/>
                </a:lnTo>
                <a:lnTo>
                  <a:pt x="31156" y="67149"/>
                </a:lnTo>
                <a:lnTo>
                  <a:pt x="31156" y="65348"/>
                </a:lnTo>
                <a:close/>
                <a:moveTo>
                  <a:pt x="210618" y="86896"/>
                </a:moveTo>
                <a:lnTo>
                  <a:pt x="209083" y="85362"/>
                </a:lnTo>
                <a:lnTo>
                  <a:pt x="209083" y="80692"/>
                </a:lnTo>
                <a:lnTo>
                  <a:pt x="212419" y="77356"/>
                </a:lnTo>
                <a:lnTo>
                  <a:pt x="214587" y="77356"/>
                </a:lnTo>
                <a:lnTo>
                  <a:pt x="210618" y="81326"/>
                </a:lnTo>
                <a:lnTo>
                  <a:pt x="210618" y="86896"/>
                </a:lnTo>
                <a:close/>
                <a:moveTo>
                  <a:pt x="189636" y="86896"/>
                </a:moveTo>
                <a:lnTo>
                  <a:pt x="189636" y="81326"/>
                </a:lnTo>
                <a:lnTo>
                  <a:pt x="185700" y="77356"/>
                </a:lnTo>
                <a:lnTo>
                  <a:pt x="187868" y="77356"/>
                </a:lnTo>
                <a:lnTo>
                  <a:pt x="191170" y="80692"/>
                </a:lnTo>
                <a:lnTo>
                  <a:pt x="191170" y="85362"/>
                </a:lnTo>
                <a:close/>
                <a:moveTo>
                  <a:pt x="179829" y="86896"/>
                </a:moveTo>
                <a:lnTo>
                  <a:pt x="178294" y="85362"/>
                </a:lnTo>
                <a:lnTo>
                  <a:pt x="178294" y="80692"/>
                </a:lnTo>
                <a:lnTo>
                  <a:pt x="181630" y="77356"/>
                </a:lnTo>
                <a:lnTo>
                  <a:pt x="183798" y="77356"/>
                </a:lnTo>
                <a:lnTo>
                  <a:pt x="179829" y="81326"/>
                </a:lnTo>
                <a:lnTo>
                  <a:pt x="179829" y="86896"/>
                </a:lnTo>
                <a:close/>
                <a:moveTo>
                  <a:pt x="158847" y="86896"/>
                </a:moveTo>
                <a:lnTo>
                  <a:pt x="158847" y="81326"/>
                </a:lnTo>
                <a:lnTo>
                  <a:pt x="154911" y="77356"/>
                </a:lnTo>
                <a:lnTo>
                  <a:pt x="157079" y="77356"/>
                </a:lnTo>
                <a:lnTo>
                  <a:pt x="160382" y="80692"/>
                </a:lnTo>
                <a:lnTo>
                  <a:pt x="160382" y="85362"/>
                </a:lnTo>
                <a:close/>
                <a:moveTo>
                  <a:pt x="149040" y="86896"/>
                </a:moveTo>
                <a:lnTo>
                  <a:pt x="147506" y="85362"/>
                </a:lnTo>
                <a:lnTo>
                  <a:pt x="147506" y="80692"/>
                </a:lnTo>
                <a:lnTo>
                  <a:pt x="150842" y="77356"/>
                </a:lnTo>
                <a:lnTo>
                  <a:pt x="152976" y="77356"/>
                </a:lnTo>
                <a:lnTo>
                  <a:pt x="149040" y="81326"/>
                </a:lnTo>
                <a:lnTo>
                  <a:pt x="149040" y="86896"/>
                </a:lnTo>
                <a:close/>
                <a:moveTo>
                  <a:pt x="128059" y="86896"/>
                </a:moveTo>
                <a:lnTo>
                  <a:pt x="128059" y="81326"/>
                </a:lnTo>
                <a:lnTo>
                  <a:pt x="124122" y="77356"/>
                </a:lnTo>
                <a:lnTo>
                  <a:pt x="126291" y="77356"/>
                </a:lnTo>
                <a:lnTo>
                  <a:pt x="129593" y="80692"/>
                </a:lnTo>
                <a:lnTo>
                  <a:pt x="129593" y="85362"/>
                </a:lnTo>
                <a:close/>
                <a:moveTo>
                  <a:pt x="118252" y="86896"/>
                </a:moveTo>
                <a:lnTo>
                  <a:pt x="116717" y="85362"/>
                </a:lnTo>
                <a:lnTo>
                  <a:pt x="116717" y="80692"/>
                </a:lnTo>
                <a:lnTo>
                  <a:pt x="120053" y="77356"/>
                </a:lnTo>
                <a:lnTo>
                  <a:pt x="122188" y="77356"/>
                </a:lnTo>
                <a:lnTo>
                  <a:pt x="118252" y="81326"/>
                </a:lnTo>
                <a:close/>
                <a:moveTo>
                  <a:pt x="97270" y="86896"/>
                </a:moveTo>
                <a:lnTo>
                  <a:pt x="97270" y="81326"/>
                </a:lnTo>
                <a:lnTo>
                  <a:pt x="93334" y="77356"/>
                </a:lnTo>
                <a:lnTo>
                  <a:pt x="95469" y="77356"/>
                </a:lnTo>
                <a:lnTo>
                  <a:pt x="98804" y="80692"/>
                </a:lnTo>
                <a:lnTo>
                  <a:pt x="98804" y="85362"/>
                </a:lnTo>
                <a:close/>
                <a:moveTo>
                  <a:pt x="87463" y="86896"/>
                </a:moveTo>
                <a:lnTo>
                  <a:pt x="85929" y="85362"/>
                </a:lnTo>
                <a:lnTo>
                  <a:pt x="85929" y="80692"/>
                </a:lnTo>
                <a:lnTo>
                  <a:pt x="89231" y="77356"/>
                </a:lnTo>
                <a:lnTo>
                  <a:pt x="91399" y="77356"/>
                </a:lnTo>
                <a:lnTo>
                  <a:pt x="87463" y="81326"/>
                </a:lnTo>
                <a:close/>
                <a:moveTo>
                  <a:pt x="66481" y="86896"/>
                </a:moveTo>
                <a:lnTo>
                  <a:pt x="66481" y="81326"/>
                </a:lnTo>
                <a:lnTo>
                  <a:pt x="62545" y="77356"/>
                </a:lnTo>
                <a:lnTo>
                  <a:pt x="64713" y="77356"/>
                </a:lnTo>
                <a:lnTo>
                  <a:pt x="68016" y="80692"/>
                </a:lnTo>
                <a:lnTo>
                  <a:pt x="68016" y="85362"/>
                </a:lnTo>
                <a:close/>
                <a:moveTo>
                  <a:pt x="56674" y="86896"/>
                </a:moveTo>
                <a:lnTo>
                  <a:pt x="55140" y="85362"/>
                </a:lnTo>
                <a:lnTo>
                  <a:pt x="55140" y="80692"/>
                </a:lnTo>
                <a:lnTo>
                  <a:pt x="58442" y="77356"/>
                </a:lnTo>
                <a:lnTo>
                  <a:pt x="60610" y="77356"/>
                </a:lnTo>
                <a:lnTo>
                  <a:pt x="56674" y="81326"/>
                </a:lnTo>
                <a:close/>
                <a:moveTo>
                  <a:pt x="35693" y="86896"/>
                </a:moveTo>
                <a:lnTo>
                  <a:pt x="35693" y="81326"/>
                </a:lnTo>
                <a:lnTo>
                  <a:pt x="31723" y="77356"/>
                </a:lnTo>
                <a:lnTo>
                  <a:pt x="33891" y="77356"/>
                </a:lnTo>
                <a:lnTo>
                  <a:pt x="37227" y="80692"/>
                </a:lnTo>
                <a:lnTo>
                  <a:pt x="37227" y="85362"/>
                </a:lnTo>
                <a:close/>
                <a:moveTo>
                  <a:pt x="35693" y="36260"/>
                </a:moveTo>
                <a:lnTo>
                  <a:pt x="37227" y="37795"/>
                </a:lnTo>
                <a:lnTo>
                  <a:pt x="37227" y="42465"/>
                </a:lnTo>
                <a:lnTo>
                  <a:pt x="33891" y="45800"/>
                </a:lnTo>
                <a:lnTo>
                  <a:pt x="31723" y="45800"/>
                </a:lnTo>
                <a:lnTo>
                  <a:pt x="35693" y="41831"/>
                </a:lnTo>
                <a:lnTo>
                  <a:pt x="35693" y="36260"/>
                </a:lnTo>
                <a:close/>
                <a:moveTo>
                  <a:pt x="56674" y="36260"/>
                </a:moveTo>
                <a:lnTo>
                  <a:pt x="56674" y="41831"/>
                </a:lnTo>
                <a:lnTo>
                  <a:pt x="60610" y="45800"/>
                </a:lnTo>
                <a:lnTo>
                  <a:pt x="58442" y="45800"/>
                </a:lnTo>
                <a:lnTo>
                  <a:pt x="55140" y="42465"/>
                </a:lnTo>
                <a:lnTo>
                  <a:pt x="55140" y="37795"/>
                </a:lnTo>
                <a:close/>
                <a:moveTo>
                  <a:pt x="66481" y="36260"/>
                </a:moveTo>
                <a:lnTo>
                  <a:pt x="68016" y="37795"/>
                </a:lnTo>
                <a:lnTo>
                  <a:pt x="68016" y="42465"/>
                </a:lnTo>
                <a:lnTo>
                  <a:pt x="64680" y="45800"/>
                </a:lnTo>
                <a:lnTo>
                  <a:pt x="62512" y="45800"/>
                </a:lnTo>
                <a:lnTo>
                  <a:pt x="66481" y="41831"/>
                </a:lnTo>
                <a:lnTo>
                  <a:pt x="66481" y="36260"/>
                </a:lnTo>
                <a:close/>
                <a:moveTo>
                  <a:pt x="87463" y="36260"/>
                </a:moveTo>
                <a:lnTo>
                  <a:pt x="87463" y="41831"/>
                </a:lnTo>
                <a:lnTo>
                  <a:pt x="91399" y="45800"/>
                </a:lnTo>
                <a:lnTo>
                  <a:pt x="89231" y="45800"/>
                </a:lnTo>
                <a:lnTo>
                  <a:pt x="85929" y="42465"/>
                </a:lnTo>
                <a:lnTo>
                  <a:pt x="85929" y="37795"/>
                </a:lnTo>
                <a:close/>
                <a:moveTo>
                  <a:pt x="97270" y="36260"/>
                </a:moveTo>
                <a:lnTo>
                  <a:pt x="98804" y="37795"/>
                </a:lnTo>
                <a:lnTo>
                  <a:pt x="98804" y="42465"/>
                </a:lnTo>
                <a:lnTo>
                  <a:pt x="95469" y="45800"/>
                </a:lnTo>
                <a:lnTo>
                  <a:pt x="93334" y="45800"/>
                </a:lnTo>
                <a:lnTo>
                  <a:pt x="97270" y="41831"/>
                </a:lnTo>
                <a:close/>
                <a:moveTo>
                  <a:pt x="118252" y="36260"/>
                </a:moveTo>
                <a:lnTo>
                  <a:pt x="118252" y="41831"/>
                </a:lnTo>
                <a:lnTo>
                  <a:pt x="122188" y="45800"/>
                </a:lnTo>
                <a:lnTo>
                  <a:pt x="120053" y="45800"/>
                </a:lnTo>
                <a:lnTo>
                  <a:pt x="116717" y="42465"/>
                </a:lnTo>
                <a:lnTo>
                  <a:pt x="116717" y="37795"/>
                </a:lnTo>
                <a:close/>
                <a:moveTo>
                  <a:pt x="128059" y="36260"/>
                </a:moveTo>
                <a:lnTo>
                  <a:pt x="129593" y="37795"/>
                </a:lnTo>
                <a:lnTo>
                  <a:pt x="129593" y="42465"/>
                </a:lnTo>
                <a:lnTo>
                  <a:pt x="126291" y="45800"/>
                </a:lnTo>
                <a:lnTo>
                  <a:pt x="124122" y="45800"/>
                </a:lnTo>
                <a:lnTo>
                  <a:pt x="128059" y="41831"/>
                </a:lnTo>
                <a:lnTo>
                  <a:pt x="128059" y="36260"/>
                </a:lnTo>
                <a:close/>
                <a:moveTo>
                  <a:pt x="149040" y="36260"/>
                </a:moveTo>
                <a:lnTo>
                  <a:pt x="149040" y="41831"/>
                </a:lnTo>
                <a:lnTo>
                  <a:pt x="153010" y="45800"/>
                </a:lnTo>
                <a:lnTo>
                  <a:pt x="150842" y="45800"/>
                </a:lnTo>
                <a:lnTo>
                  <a:pt x="147506" y="42465"/>
                </a:lnTo>
                <a:lnTo>
                  <a:pt x="147506" y="37795"/>
                </a:lnTo>
                <a:close/>
                <a:moveTo>
                  <a:pt x="158847" y="36260"/>
                </a:moveTo>
                <a:lnTo>
                  <a:pt x="160382" y="37795"/>
                </a:lnTo>
                <a:lnTo>
                  <a:pt x="160382" y="42465"/>
                </a:lnTo>
                <a:lnTo>
                  <a:pt x="157079" y="45800"/>
                </a:lnTo>
                <a:lnTo>
                  <a:pt x="154911" y="45800"/>
                </a:lnTo>
                <a:lnTo>
                  <a:pt x="158847" y="41831"/>
                </a:lnTo>
                <a:lnTo>
                  <a:pt x="158847" y="36260"/>
                </a:lnTo>
                <a:close/>
                <a:moveTo>
                  <a:pt x="179829" y="36260"/>
                </a:moveTo>
                <a:lnTo>
                  <a:pt x="179829" y="41831"/>
                </a:lnTo>
                <a:lnTo>
                  <a:pt x="183798" y="45800"/>
                </a:lnTo>
                <a:lnTo>
                  <a:pt x="181630" y="45800"/>
                </a:lnTo>
                <a:lnTo>
                  <a:pt x="178294" y="42465"/>
                </a:lnTo>
                <a:lnTo>
                  <a:pt x="178294" y="37795"/>
                </a:lnTo>
                <a:close/>
                <a:moveTo>
                  <a:pt x="189636" y="36260"/>
                </a:moveTo>
                <a:lnTo>
                  <a:pt x="191170" y="37795"/>
                </a:lnTo>
                <a:lnTo>
                  <a:pt x="191170" y="42465"/>
                </a:lnTo>
                <a:lnTo>
                  <a:pt x="187868" y="45800"/>
                </a:lnTo>
                <a:lnTo>
                  <a:pt x="185700" y="45800"/>
                </a:lnTo>
                <a:lnTo>
                  <a:pt x="189636" y="41831"/>
                </a:lnTo>
                <a:lnTo>
                  <a:pt x="189636" y="36260"/>
                </a:lnTo>
                <a:close/>
                <a:moveTo>
                  <a:pt x="208549" y="68016"/>
                </a:moveTo>
                <a:lnTo>
                  <a:pt x="203846" y="68016"/>
                </a:lnTo>
                <a:lnTo>
                  <a:pt x="200544" y="64714"/>
                </a:lnTo>
                <a:lnTo>
                  <a:pt x="200544" y="62546"/>
                </a:lnTo>
                <a:lnTo>
                  <a:pt x="204480" y="66482"/>
                </a:lnTo>
                <a:lnTo>
                  <a:pt x="210084" y="66482"/>
                </a:lnTo>
                <a:close/>
                <a:moveTo>
                  <a:pt x="208916" y="76589"/>
                </a:moveTo>
                <a:lnTo>
                  <a:pt x="206648" y="74287"/>
                </a:lnTo>
                <a:lnTo>
                  <a:pt x="206648" y="71052"/>
                </a:lnTo>
                <a:lnTo>
                  <a:pt x="208316" y="69351"/>
                </a:lnTo>
                <a:lnTo>
                  <a:pt x="208316" y="73587"/>
                </a:lnTo>
                <a:lnTo>
                  <a:pt x="211285" y="76589"/>
                </a:lnTo>
                <a:lnTo>
                  <a:pt x="208916" y="76589"/>
                </a:lnTo>
                <a:close/>
                <a:moveTo>
                  <a:pt x="205848" y="82126"/>
                </a:moveTo>
                <a:lnTo>
                  <a:pt x="204513" y="80792"/>
                </a:lnTo>
                <a:lnTo>
                  <a:pt x="204513" y="78791"/>
                </a:lnTo>
                <a:lnTo>
                  <a:pt x="205948" y="77356"/>
                </a:lnTo>
                <a:lnTo>
                  <a:pt x="207816" y="77356"/>
                </a:lnTo>
                <a:lnTo>
                  <a:pt x="205848" y="79324"/>
                </a:lnTo>
                <a:close/>
                <a:moveTo>
                  <a:pt x="188969" y="76589"/>
                </a:moveTo>
                <a:lnTo>
                  <a:pt x="191971" y="73587"/>
                </a:lnTo>
                <a:lnTo>
                  <a:pt x="191971" y="69351"/>
                </a:lnTo>
                <a:lnTo>
                  <a:pt x="193639" y="71052"/>
                </a:lnTo>
                <a:lnTo>
                  <a:pt x="193639" y="74287"/>
                </a:lnTo>
                <a:lnTo>
                  <a:pt x="191337" y="76589"/>
                </a:lnTo>
                <a:close/>
                <a:moveTo>
                  <a:pt x="185700" y="76589"/>
                </a:moveTo>
                <a:lnTo>
                  <a:pt x="189636" y="72620"/>
                </a:lnTo>
                <a:lnTo>
                  <a:pt x="189636" y="67049"/>
                </a:lnTo>
                <a:lnTo>
                  <a:pt x="191170" y="68583"/>
                </a:lnTo>
                <a:lnTo>
                  <a:pt x="191170" y="73253"/>
                </a:lnTo>
                <a:lnTo>
                  <a:pt x="187868" y="76589"/>
                </a:lnTo>
                <a:lnTo>
                  <a:pt x="185700" y="76589"/>
                </a:lnTo>
                <a:close/>
                <a:moveTo>
                  <a:pt x="181630" y="76589"/>
                </a:moveTo>
                <a:lnTo>
                  <a:pt x="178294" y="73253"/>
                </a:lnTo>
                <a:lnTo>
                  <a:pt x="178294" y="68583"/>
                </a:lnTo>
                <a:lnTo>
                  <a:pt x="179829" y="67049"/>
                </a:lnTo>
                <a:lnTo>
                  <a:pt x="179829" y="72620"/>
                </a:lnTo>
                <a:lnTo>
                  <a:pt x="183798" y="76589"/>
                </a:lnTo>
                <a:lnTo>
                  <a:pt x="181630" y="76589"/>
                </a:lnTo>
                <a:close/>
                <a:moveTo>
                  <a:pt x="178128" y="76589"/>
                </a:moveTo>
                <a:lnTo>
                  <a:pt x="175826" y="74287"/>
                </a:lnTo>
                <a:lnTo>
                  <a:pt x="175826" y="71052"/>
                </a:lnTo>
                <a:lnTo>
                  <a:pt x="177527" y="69351"/>
                </a:lnTo>
                <a:lnTo>
                  <a:pt x="177527" y="73587"/>
                </a:lnTo>
                <a:lnTo>
                  <a:pt x="180496" y="76589"/>
                </a:lnTo>
                <a:lnTo>
                  <a:pt x="178128" y="76589"/>
                </a:lnTo>
                <a:close/>
                <a:moveTo>
                  <a:pt x="175059" y="82126"/>
                </a:moveTo>
                <a:lnTo>
                  <a:pt x="173725" y="80792"/>
                </a:lnTo>
                <a:lnTo>
                  <a:pt x="173725" y="78791"/>
                </a:lnTo>
                <a:lnTo>
                  <a:pt x="175159" y="77356"/>
                </a:lnTo>
                <a:lnTo>
                  <a:pt x="177027" y="77356"/>
                </a:lnTo>
                <a:lnTo>
                  <a:pt x="175059" y="79324"/>
                </a:lnTo>
                <a:close/>
                <a:moveTo>
                  <a:pt x="158180" y="76589"/>
                </a:moveTo>
                <a:lnTo>
                  <a:pt x="161182" y="73587"/>
                </a:lnTo>
                <a:lnTo>
                  <a:pt x="161182" y="69351"/>
                </a:lnTo>
                <a:lnTo>
                  <a:pt x="162850" y="71052"/>
                </a:lnTo>
                <a:lnTo>
                  <a:pt x="162850" y="74287"/>
                </a:lnTo>
                <a:lnTo>
                  <a:pt x="160548" y="76589"/>
                </a:lnTo>
                <a:close/>
                <a:moveTo>
                  <a:pt x="154911" y="76589"/>
                </a:moveTo>
                <a:lnTo>
                  <a:pt x="158847" y="72620"/>
                </a:lnTo>
                <a:lnTo>
                  <a:pt x="158847" y="67049"/>
                </a:lnTo>
                <a:lnTo>
                  <a:pt x="160382" y="68583"/>
                </a:lnTo>
                <a:lnTo>
                  <a:pt x="160382" y="73253"/>
                </a:lnTo>
                <a:lnTo>
                  <a:pt x="157079" y="76589"/>
                </a:lnTo>
                <a:lnTo>
                  <a:pt x="154911" y="76589"/>
                </a:lnTo>
                <a:close/>
                <a:moveTo>
                  <a:pt x="150842" y="76589"/>
                </a:moveTo>
                <a:lnTo>
                  <a:pt x="147506" y="73253"/>
                </a:lnTo>
                <a:lnTo>
                  <a:pt x="147506" y="68583"/>
                </a:lnTo>
                <a:lnTo>
                  <a:pt x="149040" y="67049"/>
                </a:lnTo>
                <a:lnTo>
                  <a:pt x="149040" y="72620"/>
                </a:lnTo>
                <a:lnTo>
                  <a:pt x="153010" y="76589"/>
                </a:lnTo>
                <a:lnTo>
                  <a:pt x="150842" y="76589"/>
                </a:lnTo>
                <a:close/>
                <a:moveTo>
                  <a:pt x="147339" y="76589"/>
                </a:moveTo>
                <a:lnTo>
                  <a:pt x="145037" y="74287"/>
                </a:lnTo>
                <a:lnTo>
                  <a:pt x="145037" y="71052"/>
                </a:lnTo>
                <a:lnTo>
                  <a:pt x="146739" y="69351"/>
                </a:lnTo>
                <a:lnTo>
                  <a:pt x="146739" y="73587"/>
                </a:lnTo>
                <a:lnTo>
                  <a:pt x="149707" y="76589"/>
                </a:lnTo>
                <a:lnTo>
                  <a:pt x="147339" y="76589"/>
                </a:lnTo>
                <a:close/>
                <a:moveTo>
                  <a:pt x="144270" y="82126"/>
                </a:moveTo>
                <a:lnTo>
                  <a:pt x="142936" y="80792"/>
                </a:lnTo>
                <a:lnTo>
                  <a:pt x="142936" y="78791"/>
                </a:lnTo>
                <a:lnTo>
                  <a:pt x="144370" y="77356"/>
                </a:lnTo>
                <a:lnTo>
                  <a:pt x="146238" y="77356"/>
                </a:lnTo>
                <a:lnTo>
                  <a:pt x="144270" y="79324"/>
                </a:lnTo>
                <a:close/>
                <a:moveTo>
                  <a:pt x="127391" y="76589"/>
                </a:moveTo>
                <a:lnTo>
                  <a:pt x="130394" y="73587"/>
                </a:lnTo>
                <a:lnTo>
                  <a:pt x="130394" y="69351"/>
                </a:lnTo>
                <a:lnTo>
                  <a:pt x="132061" y="71052"/>
                </a:lnTo>
                <a:lnTo>
                  <a:pt x="132061" y="74287"/>
                </a:lnTo>
                <a:lnTo>
                  <a:pt x="129760" y="76589"/>
                </a:lnTo>
                <a:close/>
                <a:moveTo>
                  <a:pt x="124122" y="76589"/>
                </a:moveTo>
                <a:lnTo>
                  <a:pt x="128059" y="72620"/>
                </a:lnTo>
                <a:lnTo>
                  <a:pt x="128059" y="67049"/>
                </a:lnTo>
                <a:lnTo>
                  <a:pt x="129593" y="68583"/>
                </a:lnTo>
                <a:lnTo>
                  <a:pt x="129593" y="73253"/>
                </a:lnTo>
                <a:lnTo>
                  <a:pt x="126291" y="76589"/>
                </a:lnTo>
                <a:lnTo>
                  <a:pt x="124122" y="76589"/>
                </a:lnTo>
                <a:close/>
                <a:moveTo>
                  <a:pt x="120053" y="76589"/>
                </a:moveTo>
                <a:lnTo>
                  <a:pt x="116717" y="73253"/>
                </a:lnTo>
                <a:lnTo>
                  <a:pt x="116717" y="68583"/>
                </a:lnTo>
                <a:lnTo>
                  <a:pt x="118252" y="67049"/>
                </a:lnTo>
                <a:lnTo>
                  <a:pt x="118252" y="72620"/>
                </a:lnTo>
                <a:lnTo>
                  <a:pt x="122188" y="76589"/>
                </a:lnTo>
                <a:lnTo>
                  <a:pt x="120053" y="76589"/>
                </a:lnTo>
                <a:close/>
                <a:moveTo>
                  <a:pt x="116550" y="76589"/>
                </a:moveTo>
                <a:lnTo>
                  <a:pt x="114249" y="74287"/>
                </a:lnTo>
                <a:lnTo>
                  <a:pt x="114249" y="71052"/>
                </a:lnTo>
                <a:lnTo>
                  <a:pt x="115950" y="69351"/>
                </a:lnTo>
                <a:lnTo>
                  <a:pt x="115950" y="73587"/>
                </a:lnTo>
                <a:lnTo>
                  <a:pt x="118919" y="76589"/>
                </a:lnTo>
                <a:lnTo>
                  <a:pt x="116550" y="76589"/>
                </a:lnTo>
                <a:close/>
                <a:moveTo>
                  <a:pt x="113482" y="82126"/>
                </a:moveTo>
                <a:lnTo>
                  <a:pt x="112147" y="80792"/>
                </a:lnTo>
                <a:lnTo>
                  <a:pt x="112147" y="78791"/>
                </a:lnTo>
                <a:lnTo>
                  <a:pt x="113582" y="77356"/>
                </a:lnTo>
                <a:lnTo>
                  <a:pt x="115450" y="77356"/>
                </a:lnTo>
                <a:lnTo>
                  <a:pt x="113482" y="79324"/>
                </a:lnTo>
                <a:close/>
                <a:moveTo>
                  <a:pt x="96603" y="76589"/>
                </a:moveTo>
                <a:lnTo>
                  <a:pt x="99605" y="73587"/>
                </a:lnTo>
                <a:lnTo>
                  <a:pt x="99605" y="69351"/>
                </a:lnTo>
                <a:lnTo>
                  <a:pt x="101273" y="71052"/>
                </a:lnTo>
                <a:lnTo>
                  <a:pt x="101273" y="74287"/>
                </a:lnTo>
                <a:lnTo>
                  <a:pt x="98971" y="76589"/>
                </a:lnTo>
                <a:close/>
                <a:moveTo>
                  <a:pt x="93334" y="76589"/>
                </a:moveTo>
                <a:lnTo>
                  <a:pt x="97270" y="72620"/>
                </a:lnTo>
                <a:lnTo>
                  <a:pt x="97270" y="67049"/>
                </a:lnTo>
                <a:lnTo>
                  <a:pt x="98804" y="68583"/>
                </a:lnTo>
                <a:lnTo>
                  <a:pt x="98804" y="73253"/>
                </a:lnTo>
                <a:lnTo>
                  <a:pt x="95469" y="76589"/>
                </a:lnTo>
                <a:lnTo>
                  <a:pt x="93334" y="76589"/>
                </a:lnTo>
                <a:close/>
                <a:moveTo>
                  <a:pt x="89231" y="76589"/>
                </a:moveTo>
                <a:lnTo>
                  <a:pt x="85929" y="73253"/>
                </a:lnTo>
                <a:lnTo>
                  <a:pt x="85929" y="68583"/>
                </a:lnTo>
                <a:lnTo>
                  <a:pt x="87463" y="67049"/>
                </a:lnTo>
                <a:lnTo>
                  <a:pt x="87463" y="72620"/>
                </a:lnTo>
                <a:lnTo>
                  <a:pt x="91399" y="76589"/>
                </a:lnTo>
                <a:lnTo>
                  <a:pt x="89231" y="76589"/>
                </a:lnTo>
                <a:close/>
                <a:moveTo>
                  <a:pt x="85762" y="76589"/>
                </a:moveTo>
                <a:lnTo>
                  <a:pt x="83460" y="74287"/>
                </a:lnTo>
                <a:lnTo>
                  <a:pt x="83460" y="71052"/>
                </a:lnTo>
                <a:lnTo>
                  <a:pt x="85128" y="69351"/>
                </a:lnTo>
                <a:lnTo>
                  <a:pt x="85128" y="73587"/>
                </a:lnTo>
                <a:lnTo>
                  <a:pt x="88130" y="76589"/>
                </a:lnTo>
                <a:lnTo>
                  <a:pt x="85762" y="76589"/>
                </a:lnTo>
                <a:close/>
                <a:moveTo>
                  <a:pt x="82660" y="82126"/>
                </a:moveTo>
                <a:lnTo>
                  <a:pt x="81359" y="80792"/>
                </a:lnTo>
                <a:lnTo>
                  <a:pt x="81359" y="78791"/>
                </a:lnTo>
                <a:lnTo>
                  <a:pt x="82793" y="77356"/>
                </a:lnTo>
                <a:lnTo>
                  <a:pt x="84628" y="77356"/>
                </a:lnTo>
                <a:lnTo>
                  <a:pt x="82660" y="79324"/>
                </a:lnTo>
                <a:close/>
                <a:moveTo>
                  <a:pt x="65814" y="76589"/>
                </a:moveTo>
                <a:lnTo>
                  <a:pt x="68816" y="73587"/>
                </a:lnTo>
                <a:lnTo>
                  <a:pt x="68816" y="69351"/>
                </a:lnTo>
                <a:lnTo>
                  <a:pt x="70484" y="71052"/>
                </a:lnTo>
                <a:lnTo>
                  <a:pt x="70484" y="74287"/>
                </a:lnTo>
                <a:lnTo>
                  <a:pt x="68183" y="76589"/>
                </a:lnTo>
                <a:close/>
                <a:moveTo>
                  <a:pt x="62512" y="76589"/>
                </a:moveTo>
                <a:lnTo>
                  <a:pt x="66481" y="72620"/>
                </a:lnTo>
                <a:lnTo>
                  <a:pt x="66481" y="67049"/>
                </a:lnTo>
                <a:lnTo>
                  <a:pt x="68016" y="68583"/>
                </a:lnTo>
                <a:lnTo>
                  <a:pt x="68016" y="73253"/>
                </a:lnTo>
                <a:lnTo>
                  <a:pt x="64680" y="76589"/>
                </a:lnTo>
                <a:lnTo>
                  <a:pt x="62512" y="76589"/>
                </a:lnTo>
                <a:close/>
                <a:moveTo>
                  <a:pt x="58442" y="76589"/>
                </a:moveTo>
                <a:lnTo>
                  <a:pt x="55140" y="73253"/>
                </a:lnTo>
                <a:lnTo>
                  <a:pt x="55140" y="68583"/>
                </a:lnTo>
                <a:lnTo>
                  <a:pt x="56674" y="67049"/>
                </a:lnTo>
                <a:lnTo>
                  <a:pt x="56674" y="72620"/>
                </a:lnTo>
                <a:lnTo>
                  <a:pt x="60610" y="76589"/>
                </a:lnTo>
                <a:lnTo>
                  <a:pt x="58442" y="76589"/>
                </a:lnTo>
                <a:close/>
                <a:moveTo>
                  <a:pt x="54973" y="76589"/>
                </a:moveTo>
                <a:lnTo>
                  <a:pt x="52671" y="74287"/>
                </a:lnTo>
                <a:lnTo>
                  <a:pt x="52671" y="71052"/>
                </a:lnTo>
                <a:lnTo>
                  <a:pt x="54339" y="69351"/>
                </a:lnTo>
                <a:lnTo>
                  <a:pt x="54339" y="73587"/>
                </a:lnTo>
                <a:lnTo>
                  <a:pt x="57341" y="76589"/>
                </a:lnTo>
                <a:lnTo>
                  <a:pt x="54973" y="76589"/>
                </a:lnTo>
                <a:close/>
                <a:moveTo>
                  <a:pt x="51871" y="82126"/>
                </a:moveTo>
                <a:lnTo>
                  <a:pt x="50570" y="80792"/>
                </a:lnTo>
                <a:lnTo>
                  <a:pt x="50570" y="78791"/>
                </a:lnTo>
                <a:lnTo>
                  <a:pt x="51971" y="77356"/>
                </a:lnTo>
                <a:lnTo>
                  <a:pt x="53839" y="77356"/>
                </a:lnTo>
                <a:lnTo>
                  <a:pt x="51871" y="79324"/>
                </a:lnTo>
                <a:close/>
                <a:moveTo>
                  <a:pt x="35026" y="76589"/>
                </a:moveTo>
                <a:lnTo>
                  <a:pt x="37994" y="73587"/>
                </a:lnTo>
                <a:lnTo>
                  <a:pt x="37994" y="69351"/>
                </a:lnTo>
                <a:lnTo>
                  <a:pt x="39696" y="71052"/>
                </a:lnTo>
                <a:lnTo>
                  <a:pt x="39696" y="74287"/>
                </a:lnTo>
                <a:lnTo>
                  <a:pt x="37394" y="76589"/>
                </a:lnTo>
                <a:close/>
                <a:moveTo>
                  <a:pt x="37761" y="55140"/>
                </a:moveTo>
                <a:lnTo>
                  <a:pt x="42464" y="55140"/>
                </a:lnTo>
                <a:lnTo>
                  <a:pt x="45767" y="58443"/>
                </a:lnTo>
                <a:lnTo>
                  <a:pt x="45767" y="60611"/>
                </a:lnTo>
                <a:lnTo>
                  <a:pt x="41830" y="56675"/>
                </a:lnTo>
                <a:lnTo>
                  <a:pt x="36226" y="56675"/>
                </a:lnTo>
                <a:close/>
                <a:moveTo>
                  <a:pt x="37394" y="46568"/>
                </a:moveTo>
                <a:lnTo>
                  <a:pt x="39696" y="48869"/>
                </a:lnTo>
                <a:lnTo>
                  <a:pt x="39696" y="52105"/>
                </a:lnTo>
                <a:lnTo>
                  <a:pt x="37994" y="53806"/>
                </a:lnTo>
                <a:lnTo>
                  <a:pt x="37994" y="49570"/>
                </a:lnTo>
                <a:lnTo>
                  <a:pt x="35026" y="46568"/>
                </a:lnTo>
                <a:close/>
                <a:moveTo>
                  <a:pt x="40463" y="41030"/>
                </a:moveTo>
                <a:lnTo>
                  <a:pt x="41797" y="42365"/>
                </a:lnTo>
                <a:lnTo>
                  <a:pt x="41797" y="44366"/>
                </a:lnTo>
                <a:lnTo>
                  <a:pt x="40363" y="45800"/>
                </a:lnTo>
                <a:lnTo>
                  <a:pt x="38495" y="45800"/>
                </a:lnTo>
                <a:lnTo>
                  <a:pt x="40463" y="43832"/>
                </a:lnTo>
                <a:close/>
                <a:moveTo>
                  <a:pt x="57341" y="46568"/>
                </a:moveTo>
                <a:lnTo>
                  <a:pt x="54339" y="49570"/>
                </a:lnTo>
                <a:lnTo>
                  <a:pt x="54339" y="53806"/>
                </a:lnTo>
                <a:lnTo>
                  <a:pt x="52671" y="52105"/>
                </a:lnTo>
                <a:lnTo>
                  <a:pt x="52671" y="48869"/>
                </a:lnTo>
                <a:lnTo>
                  <a:pt x="54973" y="46568"/>
                </a:lnTo>
                <a:close/>
                <a:moveTo>
                  <a:pt x="60610" y="46568"/>
                </a:moveTo>
                <a:lnTo>
                  <a:pt x="56674" y="50537"/>
                </a:lnTo>
                <a:lnTo>
                  <a:pt x="56674" y="56108"/>
                </a:lnTo>
                <a:lnTo>
                  <a:pt x="55140" y="54573"/>
                </a:lnTo>
                <a:lnTo>
                  <a:pt x="55140" y="49903"/>
                </a:lnTo>
                <a:lnTo>
                  <a:pt x="58442" y="46568"/>
                </a:lnTo>
                <a:close/>
                <a:moveTo>
                  <a:pt x="64680" y="46568"/>
                </a:moveTo>
                <a:lnTo>
                  <a:pt x="68016" y="49903"/>
                </a:lnTo>
                <a:lnTo>
                  <a:pt x="68016" y="54573"/>
                </a:lnTo>
                <a:lnTo>
                  <a:pt x="66481" y="56108"/>
                </a:lnTo>
                <a:lnTo>
                  <a:pt x="66481" y="50537"/>
                </a:lnTo>
                <a:lnTo>
                  <a:pt x="62545" y="46568"/>
                </a:lnTo>
                <a:close/>
                <a:moveTo>
                  <a:pt x="68183" y="46568"/>
                </a:moveTo>
                <a:lnTo>
                  <a:pt x="70484" y="48869"/>
                </a:lnTo>
                <a:lnTo>
                  <a:pt x="70484" y="52105"/>
                </a:lnTo>
                <a:lnTo>
                  <a:pt x="68783" y="53806"/>
                </a:lnTo>
                <a:lnTo>
                  <a:pt x="68783" y="49570"/>
                </a:lnTo>
                <a:lnTo>
                  <a:pt x="65814" y="46568"/>
                </a:lnTo>
                <a:close/>
                <a:moveTo>
                  <a:pt x="71251" y="41030"/>
                </a:moveTo>
                <a:lnTo>
                  <a:pt x="72586" y="42365"/>
                </a:lnTo>
                <a:lnTo>
                  <a:pt x="72586" y="44366"/>
                </a:lnTo>
                <a:lnTo>
                  <a:pt x="71151" y="45800"/>
                </a:lnTo>
                <a:lnTo>
                  <a:pt x="69283" y="45800"/>
                </a:lnTo>
                <a:lnTo>
                  <a:pt x="71251" y="43832"/>
                </a:lnTo>
                <a:lnTo>
                  <a:pt x="71251" y="41030"/>
                </a:lnTo>
                <a:close/>
                <a:moveTo>
                  <a:pt x="88130" y="46568"/>
                </a:moveTo>
                <a:lnTo>
                  <a:pt x="85128" y="49570"/>
                </a:lnTo>
                <a:lnTo>
                  <a:pt x="85128" y="53806"/>
                </a:lnTo>
                <a:lnTo>
                  <a:pt x="83460" y="52105"/>
                </a:lnTo>
                <a:lnTo>
                  <a:pt x="83460" y="48869"/>
                </a:lnTo>
                <a:lnTo>
                  <a:pt x="85762" y="46568"/>
                </a:lnTo>
                <a:close/>
                <a:moveTo>
                  <a:pt x="91399" y="46568"/>
                </a:moveTo>
                <a:lnTo>
                  <a:pt x="87463" y="50537"/>
                </a:lnTo>
                <a:lnTo>
                  <a:pt x="87463" y="56108"/>
                </a:lnTo>
                <a:lnTo>
                  <a:pt x="85929" y="54573"/>
                </a:lnTo>
                <a:lnTo>
                  <a:pt x="85929" y="49903"/>
                </a:lnTo>
                <a:lnTo>
                  <a:pt x="89231" y="46568"/>
                </a:lnTo>
                <a:close/>
                <a:moveTo>
                  <a:pt x="95469" y="46568"/>
                </a:moveTo>
                <a:lnTo>
                  <a:pt x="98804" y="49903"/>
                </a:lnTo>
                <a:lnTo>
                  <a:pt x="98804" y="54573"/>
                </a:lnTo>
                <a:lnTo>
                  <a:pt x="97270" y="56108"/>
                </a:lnTo>
                <a:lnTo>
                  <a:pt x="97270" y="50537"/>
                </a:lnTo>
                <a:lnTo>
                  <a:pt x="93334" y="46568"/>
                </a:lnTo>
                <a:close/>
                <a:moveTo>
                  <a:pt x="98971" y="46568"/>
                </a:moveTo>
                <a:lnTo>
                  <a:pt x="101273" y="48869"/>
                </a:lnTo>
                <a:lnTo>
                  <a:pt x="101273" y="52105"/>
                </a:lnTo>
                <a:lnTo>
                  <a:pt x="99572" y="53806"/>
                </a:lnTo>
                <a:lnTo>
                  <a:pt x="99572" y="49570"/>
                </a:lnTo>
                <a:lnTo>
                  <a:pt x="96603" y="46568"/>
                </a:lnTo>
                <a:close/>
                <a:moveTo>
                  <a:pt x="102040" y="41030"/>
                </a:moveTo>
                <a:lnTo>
                  <a:pt x="103374" y="42365"/>
                </a:lnTo>
                <a:lnTo>
                  <a:pt x="103374" y="44366"/>
                </a:lnTo>
                <a:lnTo>
                  <a:pt x="101940" y="45800"/>
                </a:lnTo>
                <a:lnTo>
                  <a:pt x="100072" y="45800"/>
                </a:lnTo>
                <a:lnTo>
                  <a:pt x="102040" y="43832"/>
                </a:lnTo>
                <a:close/>
                <a:moveTo>
                  <a:pt x="118919" y="46568"/>
                </a:moveTo>
                <a:lnTo>
                  <a:pt x="115917" y="49570"/>
                </a:lnTo>
                <a:lnTo>
                  <a:pt x="115917" y="53806"/>
                </a:lnTo>
                <a:lnTo>
                  <a:pt x="114249" y="52105"/>
                </a:lnTo>
                <a:lnTo>
                  <a:pt x="114249" y="48869"/>
                </a:lnTo>
                <a:lnTo>
                  <a:pt x="116550" y="46568"/>
                </a:lnTo>
                <a:close/>
                <a:moveTo>
                  <a:pt x="122188" y="46568"/>
                </a:moveTo>
                <a:lnTo>
                  <a:pt x="118252" y="50537"/>
                </a:lnTo>
                <a:lnTo>
                  <a:pt x="118252" y="56108"/>
                </a:lnTo>
                <a:lnTo>
                  <a:pt x="116717" y="54573"/>
                </a:lnTo>
                <a:lnTo>
                  <a:pt x="116717" y="49903"/>
                </a:lnTo>
                <a:lnTo>
                  <a:pt x="120053" y="46568"/>
                </a:lnTo>
                <a:close/>
                <a:moveTo>
                  <a:pt x="126291" y="46568"/>
                </a:moveTo>
                <a:lnTo>
                  <a:pt x="129593" y="49903"/>
                </a:lnTo>
                <a:lnTo>
                  <a:pt x="129593" y="54573"/>
                </a:lnTo>
                <a:lnTo>
                  <a:pt x="128059" y="56108"/>
                </a:lnTo>
                <a:lnTo>
                  <a:pt x="128059" y="50537"/>
                </a:lnTo>
                <a:lnTo>
                  <a:pt x="124122" y="46568"/>
                </a:lnTo>
                <a:close/>
                <a:moveTo>
                  <a:pt x="129760" y="46568"/>
                </a:moveTo>
                <a:lnTo>
                  <a:pt x="132061" y="48869"/>
                </a:lnTo>
                <a:lnTo>
                  <a:pt x="132061" y="52105"/>
                </a:lnTo>
                <a:lnTo>
                  <a:pt x="130394" y="53806"/>
                </a:lnTo>
                <a:lnTo>
                  <a:pt x="130394" y="49570"/>
                </a:lnTo>
                <a:lnTo>
                  <a:pt x="127391" y="46568"/>
                </a:lnTo>
                <a:close/>
                <a:moveTo>
                  <a:pt x="132862" y="41030"/>
                </a:moveTo>
                <a:lnTo>
                  <a:pt x="134163" y="42365"/>
                </a:lnTo>
                <a:lnTo>
                  <a:pt x="134163" y="44366"/>
                </a:lnTo>
                <a:lnTo>
                  <a:pt x="132729" y="45800"/>
                </a:lnTo>
                <a:lnTo>
                  <a:pt x="130894" y="45800"/>
                </a:lnTo>
                <a:lnTo>
                  <a:pt x="132862" y="43832"/>
                </a:lnTo>
                <a:close/>
                <a:moveTo>
                  <a:pt x="149707" y="46568"/>
                </a:moveTo>
                <a:lnTo>
                  <a:pt x="146739" y="49570"/>
                </a:lnTo>
                <a:lnTo>
                  <a:pt x="146739" y="53806"/>
                </a:lnTo>
                <a:lnTo>
                  <a:pt x="145037" y="52105"/>
                </a:lnTo>
                <a:lnTo>
                  <a:pt x="145037" y="48869"/>
                </a:lnTo>
                <a:lnTo>
                  <a:pt x="147339" y="46568"/>
                </a:lnTo>
                <a:close/>
                <a:moveTo>
                  <a:pt x="153010" y="46568"/>
                </a:moveTo>
                <a:lnTo>
                  <a:pt x="149040" y="50537"/>
                </a:lnTo>
                <a:lnTo>
                  <a:pt x="149040" y="56108"/>
                </a:lnTo>
                <a:lnTo>
                  <a:pt x="147506" y="54573"/>
                </a:lnTo>
                <a:lnTo>
                  <a:pt x="147506" y="49903"/>
                </a:lnTo>
                <a:lnTo>
                  <a:pt x="150842" y="46568"/>
                </a:lnTo>
                <a:close/>
                <a:moveTo>
                  <a:pt x="157079" y="46568"/>
                </a:moveTo>
                <a:lnTo>
                  <a:pt x="160382" y="49903"/>
                </a:lnTo>
                <a:lnTo>
                  <a:pt x="160382" y="54573"/>
                </a:lnTo>
                <a:lnTo>
                  <a:pt x="158847" y="56108"/>
                </a:lnTo>
                <a:lnTo>
                  <a:pt x="158847" y="50537"/>
                </a:lnTo>
                <a:lnTo>
                  <a:pt x="154911" y="46568"/>
                </a:lnTo>
                <a:close/>
                <a:moveTo>
                  <a:pt x="160548" y="46568"/>
                </a:moveTo>
                <a:lnTo>
                  <a:pt x="162850" y="48869"/>
                </a:lnTo>
                <a:lnTo>
                  <a:pt x="162850" y="52105"/>
                </a:lnTo>
                <a:lnTo>
                  <a:pt x="161182" y="53806"/>
                </a:lnTo>
                <a:lnTo>
                  <a:pt x="161182" y="49570"/>
                </a:lnTo>
                <a:lnTo>
                  <a:pt x="158180" y="46568"/>
                </a:lnTo>
                <a:close/>
                <a:moveTo>
                  <a:pt x="163651" y="41030"/>
                </a:moveTo>
                <a:lnTo>
                  <a:pt x="164952" y="42365"/>
                </a:lnTo>
                <a:lnTo>
                  <a:pt x="164952" y="44366"/>
                </a:lnTo>
                <a:lnTo>
                  <a:pt x="163551" y="45800"/>
                </a:lnTo>
                <a:lnTo>
                  <a:pt x="161683" y="45800"/>
                </a:lnTo>
                <a:lnTo>
                  <a:pt x="163651" y="43832"/>
                </a:lnTo>
                <a:close/>
                <a:moveTo>
                  <a:pt x="180496" y="46568"/>
                </a:moveTo>
                <a:lnTo>
                  <a:pt x="177494" y="49570"/>
                </a:lnTo>
                <a:lnTo>
                  <a:pt x="177494" y="53806"/>
                </a:lnTo>
                <a:lnTo>
                  <a:pt x="175826" y="52105"/>
                </a:lnTo>
                <a:lnTo>
                  <a:pt x="175826" y="48869"/>
                </a:lnTo>
                <a:lnTo>
                  <a:pt x="178128" y="46568"/>
                </a:lnTo>
                <a:close/>
                <a:moveTo>
                  <a:pt x="183798" y="46568"/>
                </a:moveTo>
                <a:lnTo>
                  <a:pt x="179829" y="50537"/>
                </a:lnTo>
                <a:lnTo>
                  <a:pt x="179829" y="56108"/>
                </a:lnTo>
                <a:lnTo>
                  <a:pt x="178294" y="54573"/>
                </a:lnTo>
                <a:lnTo>
                  <a:pt x="178294" y="49903"/>
                </a:lnTo>
                <a:lnTo>
                  <a:pt x="181630" y="46568"/>
                </a:lnTo>
                <a:close/>
                <a:moveTo>
                  <a:pt x="187868" y="46568"/>
                </a:moveTo>
                <a:lnTo>
                  <a:pt x="191170" y="49903"/>
                </a:lnTo>
                <a:lnTo>
                  <a:pt x="191170" y="54573"/>
                </a:lnTo>
                <a:lnTo>
                  <a:pt x="189636" y="56108"/>
                </a:lnTo>
                <a:lnTo>
                  <a:pt x="189636" y="50537"/>
                </a:lnTo>
                <a:lnTo>
                  <a:pt x="185700" y="46568"/>
                </a:lnTo>
                <a:close/>
                <a:moveTo>
                  <a:pt x="191337" y="46568"/>
                </a:moveTo>
                <a:lnTo>
                  <a:pt x="193639" y="48869"/>
                </a:lnTo>
                <a:lnTo>
                  <a:pt x="193639" y="52105"/>
                </a:lnTo>
                <a:lnTo>
                  <a:pt x="191971" y="53806"/>
                </a:lnTo>
                <a:lnTo>
                  <a:pt x="191971" y="49570"/>
                </a:lnTo>
                <a:lnTo>
                  <a:pt x="188969" y="46568"/>
                </a:lnTo>
                <a:close/>
                <a:moveTo>
                  <a:pt x="194439" y="41030"/>
                </a:moveTo>
                <a:lnTo>
                  <a:pt x="195740" y="42365"/>
                </a:lnTo>
                <a:lnTo>
                  <a:pt x="195740" y="44366"/>
                </a:lnTo>
                <a:lnTo>
                  <a:pt x="194339" y="45800"/>
                </a:lnTo>
                <a:lnTo>
                  <a:pt x="192471" y="45800"/>
                </a:lnTo>
                <a:lnTo>
                  <a:pt x="194439" y="43832"/>
                </a:lnTo>
                <a:close/>
                <a:moveTo>
                  <a:pt x="203979" y="72586"/>
                </a:moveTo>
                <a:lnTo>
                  <a:pt x="201945" y="72586"/>
                </a:lnTo>
                <a:lnTo>
                  <a:pt x="200544" y="71152"/>
                </a:lnTo>
                <a:lnTo>
                  <a:pt x="200544" y="69317"/>
                </a:lnTo>
                <a:lnTo>
                  <a:pt x="202512" y="71285"/>
                </a:lnTo>
                <a:lnTo>
                  <a:pt x="205280" y="71285"/>
                </a:lnTo>
                <a:close/>
                <a:moveTo>
                  <a:pt x="203846" y="75588"/>
                </a:moveTo>
                <a:lnTo>
                  <a:pt x="204847" y="76589"/>
                </a:lnTo>
                <a:lnTo>
                  <a:pt x="201077" y="76589"/>
                </a:lnTo>
                <a:lnTo>
                  <a:pt x="203746" y="73920"/>
                </a:lnTo>
                <a:lnTo>
                  <a:pt x="203746" y="75321"/>
                </a:lnTo>
                <a:close/>
                <a:moveTo>
                  <a:pt x="203746" y="80025"/>
                </a:moveTo>
                <a:lnTo>
                  <a:pt x="201077" y="77356"/>
                </a:lnTo>
                <a:lnTo>
                  <a:pt x="204847" y="77356"/>
                </a:lnTo>
                <a:lnTo>
                  <a:pt x="203746" y="78457"/>
                </a:lnTo>
                <a:lnTo>
                  <a:pt x="203746" y="80025"/>
                </a:lnTo>
                <a:close/>
                <a:moveTo>
                  <a:pt x="192538" y="68817"/>
                </a:moveTo>
                <a:lnTo>
                  <a:pt x="196741" y="68817"/>
                </a:lnTo>
                <a:lnTo>
                  <a:pt x="199743" y="65815"/>
                </a:lnTo>
                <a:lnTo>
                  <a:pt x="199743" y="68183"/>
                </a:lnTo>
                <a:lnTo>
                  <a:pt x="197441" y="70485"/>
                </a:lnTo>
                <a:lnTo>
                  <a:pt x="194206" y="70485"/>
                </a:lnTo>
                <a:close/>
                <a:moveTo>
                  <a:pt x="190203" y="66482"/>
                </a:moveTo>
                <a:lnTo>
                  <a:pt x="195807" y="66482"/>
                </a:lnTo>
                <a:lnTo>
                  <a:pt x="199743" y="62546"/>
                </a:lnTo>
                <a:lnTo>
                  <a:pt x="199743" y="64714"/>
                </a:lnTo>
                <a:lnTo>
                  <a:pt x="196441" y="68016"/>
                </a:lnTo>
                <a:lnTo>
                  <a:pt x="191737" y="68016"/>
                </a:lnTo>
                <a:close/>
                <a:moveTo>
                  <a:pt x="177761" y="68016"/>
                </a:moveTo>
                <a:lnTo>
                  <a:pt x="173057" y="68016"/>
                </a:lnTo>
                <a:lnTo>
                  <a:pt x="169755" y="64714"/>
                </a:lnTo>
                <a:lnTo>
                  <a:pt x="169755" y="62546"/>
                </a:lnTo>
                <a:lnTo>
                  <a:pt x="173691" y="66482"/>
                </a:lnTo>
                <a:lnTo>
                  <a:pt x="179262" y="66482"/>
                </a:lnTo>
                <a:close/>
                <a:moveTo>
                  <a:pt x="175292" y="70485"/>
                </a:moveTo>
                <a:lnTo>
                  <a:pt x="172023" y="70485"/>
                </a:lnTo>
                <a:lnTo>
                  <a:pt x="169755" y="68183"/>
                </a:lnTo>
                <a:lnTo>
                  <a:pt x="169755" y="65815"/>
                </a:lnTo>
                <a:lnTo>
                  <a:pt x="172724" y="68817"/>
                </a:lnTo>
                <a:lnTo>
                  <a:pt x="176960" y="68817"/>
                </a:lnTo>
                <a:close/>
                <a:moveTo>
                  <a:pt x="173191" y="72586"/>
                </a:moveTo>
                <a:lnTo>
                  <a:pt x="171156" y="72586"/>
                </a:lnTo>
                <a:lnTo>
                  <a:pt x="169755" y="71152"/>
                </a:lnTo>
                <a:lnTo>
                  <a:pt x="169755" y="69317"/>
                </a:lnTo>
                <a:lnTo>
                  <a:pt x="171723" y="71285"/>
                </a:lnTo>
                <a:lnTo>
                  <a:pt x="174492" y="71285"/>
                </a:lnTo>
                <a:close/>
                <a:moveTo>
                  <a:pt x="173057" y="75588"/>
                </a:moveTo>
                <a:lnTo>
                  <a:pt x="174025" y="76589"/>
                </a:lnTo>
                <a:lnTo>
                  <a:pt x="170289" y="76589"/>
                </a:lnTo>
                <a:lnTo>
                  <a:pt x="172957" y="73920"/>
                </a:lnTo>
                <a:lnTo>
                  <a:pt x="172957" y="75321"/>
                </a:lnTo>
                <a:close/>
                <a:moveTo>
                  <a:pt x="172957" y="80025"/>
                </a:moveTo>
                <a:lnTo>
                  <a:pt x="170289" y="77356"/>
                </a:lnTo>
                <a:lnTo>
                  <a:pt x="174025" y="77356"/>
                </a:lnTo>
                <a:lnTo>
                  <a:pt x="172957" y="78457"/>
                </a:lnTo>
                <a:lnTo>
                  <a:pt x="172957" y="80025"/>
                </a:lnTo>
                <a:close/>
                <a:moveTo>
                  <a:pt x="161749" y="68817"/>
                </a:moveTo>
                <a:lnTo>
                  <a:pt x="165786" y="68817"/>
                </a:lnTo>
                <a:lnTo>
                  <a:pt x="166086" y="68683"/>
                </a:lnTo>
                <a:lnTo>
                  <a:pt x="168954" y="65815"/>
                </a:lnTo>
                <a:lnTo>
                  <a:pt x="168954" y="68183"/>
                </a:lnTo>
                <a:lnTo>
                  <a:pt x="166653" y="70485"/>
                </a:lnTo>
                <a:lnTo>
                  <a:pt x="163417" y="70485"/>
                </a:lnTo>
                <a:close/>
                <a:moveTo>
                  <a:pt x="159414" y="66482"/>
                </a:moveTo>
                <a:lnTo>
                  <a:pt x="164985" y="66482"/>
                </a:lnTo>
                <a:lnTo>
                  <a:pt x="168954" y="62546"/>
                </a:lnTo>
                <a:lnTo>
                  <a:pt x="168954" y="64714"/>
                </a:lnTo>
                <a:lnTo>
                  <a:pt x="165619" y="68016"/>
                </a:lnTo>
                <a:lnTo>
                  <a:pt x="160949" y="68016"/>
                </a:lnTo>
                <a:close/>
                <a:moveTo>
                  <a:pt x="146939" y="68016"/>
                </a:moveTo>
                <a:lnTo>
                  <a:pt x="142269" y="68016"/>
                </a:lnTo>
                <a:lnTo>
                  <a:pt x="138933" y="64714"/>
                </a:lnTo>
                <a:lnTo>
                  <a:pt x="138933" y="62546"/>
                </a:lnTo>
                <a:lnTo>
                  <a:pt x="142903" y="66482"/>
                </a:lnTo>
                <a:lnTo>
                  <a:pt x="148473" y="66482"/>
                </a:lnTo>
                <a:close/>
                <a:moveTo>
                  <a:pt x="144504" y="70485"/>
                </a:moveTo>
                <a:lnTo>
                  <a:pt x="141235" y="70485"/>
                </a:lnTo>
                <a:lnTo>
                  <a:pt x="138933" y="68183"/>
                </a:lnTo>
                <a:lnTo>
                  <a:pt x="138933" y="65815"/>
                </a:lnTo>
                <a:lnTo>
                  <a:pt x="141835" y="68683"/>
                </a:lnTo>
                <a:lnTo>
                  <a:pt x="142102" y="68817"/>
                </a:lnTo>
                <a:lnTo>
                  <a:pt x="146172" y="68817"/>
                </a:lnTo>
                <a:close/>
                <a:moveTo>
                  <a:pt x="142369" y="72586"/>
                </a:moveTo>
                <a:lnTo>
                  <a:pt x="140367" y="72586"/>
                </a:lnTo>
                <a:lnTo>
                  <a:pt x="138933" y="71152"/>
                </a:lnTo>
                <a:lnTo>
                  <a:pt x="138933" y="69317"/>
                </a:lnTo>
                <a:lnTo>
                  <a:pt x="140901" y="71285"/>
                </a:lnTo>
                <a:lnTo>
                  <a:pt x="143703" y="71285"/>
                </a:lnTo>
                <a:close/>
                <a:moveTo>
                  <a:pt x="142269" y="75588"/>
                </a:moveTo>
                <a:lnTo>
                  <a:pt x="143236" y="76589"/>
                </a:lnTo>
                <a:lnTo>
                  <a:pt x="139500" y="76589"/>
                </a:lnTo>
                <a:lnTo>
                  <a:pt x="142135" y="73920"/>
                </a:lnTo>
                <a:lnTo>
                  <a:pt x="142135" y="75321"/>
                </a:lnTo>
                <a:close/>
                <a:moveTo>
                  <a:pt x="142135" y="80025"/>
                </a:moveTo>
                <a:lnTo>
                  <a:pt x="139500" y="77356"/>
                </a:lnTo>
                <a:lnTo>
                  <a:pt x="143236" y="77356"/>
                </a:lnTo>
                <a:lnTo>
                  <a:pt x="142135" y="78457"/>
                </a:lnTo>
                <a:lnTo>
                  <a:pt x="142135" y="80025"/>
                </a:lnTo>
                <a:close/>
                <a:moveTo>
                  <a:pt x="130927" y="68817"/>
                </a:moveTo>
                <a:lnTo>
                  <a:pt x="135164" y="68817"/>
                </a:lnTo>
                <a:lnTo>
                  <a:pt x="138166" y="65815"/>
                </a:lnTo>
                <a:lnTo>
                  <a:pt x="138166" y="68183"/>
                </a:lnTo>
                <a:lnTo>
                  <a:pt x="135864" y="70485"/>
                </a:lnTo>
                <a:lnTo>
                  <a:pt x="132629" y="70485"/>
                </a:lnTo>
                <a:close/>
                <a:moveTo>
                  <a:pt x="128626" y="66482"/>
                </a:moveTo>
                <a:lnTo>
                  <a:pt x="134196" y="66482"/>
                </a:lnTo>
                <a:lnTo>
                  <a:pt x="138166" y="62546"/>
                </a:lnTo>
                <a:lnTo>
                  <a:pt x="138166" y="64714"/>
                </a:lnTo>
                <a:lnTo>
                  <a:pt x="134830" y="68016"/>
                </a:lnTo>
                <a:lnTo>
                  <a:pt x="130160" y="68016"/>
                </a:lnTo>
                <a:close/>
                <a:moveTo>
                  <a:pt x="116150" y="68016"/>
                </a:moveTo>
                <a:lnTo>
                  <a:pt x="111480" y="68016"/>
                </a:lnTo>
                <a:lnTo>
                  <a:pt x="108144" y="64714"/>
                </a:lnTo>
                <a:lnTo>
                  <a:pt x="108144" y="62546"/>
                </a:lnTo>
                <a:lnTo>
                  <a:pt x="112114" y="66482"/>
                </a:lnTo>
                <a:lnTo>
                  <a:pt x="117685" y="66482"/>
                </a:lnTo>
                <a:close/>
                <a:moveTo>
                  <a:pt x="113682" y="70485"/>
                </a:moveTo>
                <a:lnTo>
                  <a:pt x="110446" y="70485"/>
                </a:lnTo>
                <a:lnTo>
                  <a:pt x="108144" y="68183"/>
                </a:lnTo>
                <a:lnTo>
                  <a:pt x="108144" y="65815"/>
                </a:lnTo>
                <a:lnTo>
                  <a:pt x="111147" y="68817"/>
                </a:lnTo>
                <a:lnTo>
                  <a:pt x="115383" y="68817"/>
                </a:lnTo>
                <a:close/>
                <a:moveTo>
                  <a:pt x="111580" y="72586"/>
                </a:moveTo>
                <a:lnTo>
                  <a:pt x="109579" y="72586"/>
                </a:lnTo>
                <a:lnTo>
                  <a:pt x="108144" y="71152"/>
                </a:lnTo>
                <a:lnTo>
                  <a:pt x="108144" y="69317"/>
                </a:lnTo>
                <a:lnTo>
                  <a:pt x="110112" y="71285"/>
                </a:lnTo>
                <a:lnTo>
                  <a:pt x="112914" y="71285"/>
                </a:lnTo>
                <a:close/>
                <a:moveTo>
                  <a:pt x="111480" y="75588"/>
                </a:moveTo>
                <a:lnTo>
                  <a:pt x="112447" y="76589"/>
                </a:lnTo>
                <a:lnTo>
                  <a:pt x="108711" y="76589"/>
                </a:lnTo>
                <a:lnTo>
                  <a:pt x="111347" y="73920"/>
                </a:lnTo>
                <a:lnTo>
                  <a:pt x="111347" y="75321"/>
                </a:lnTo>
                <a:close/>
                <a:moveTo>
                  <a:pt x="111347" y="80025"/>
                </a:moveTo>
                <a:lnTo>
                  <a:pt x="108711" y="77356"/>
                </a:lnTo>
                <a:lnTo>
                  <a:pt x="112447" y="77356"/>
                </a:lnTo>
                <a:lnTo>
                  <a:pt x="111347" y="78457"/>
                </a:lnTo>
                <a:close/>
                <a:moveTo>
                  <a:pt x="100139" y="68817"/>
                </a:moveTo>
                <a:lnTo>
                  <a:pt x="104208" y="68817"/>
                </a:lnTo>
                <a:lnTo>
                  <a:pt x="104475" y="68683"/>
                </a:lnTo>
                <a:lnTo>
                  <a:pt x="107377" y="65815"/>
                </a:lnTo>
                <a:lnTo>
                  <a:pt x="107377" y="68183"/>
                </a:lnTo>
                <a:lnTo>
                  <a:pt x="105076" y="70485"/>
                </a:lnTo>
                <a:lnTo>
                  <a:pt x="101807" y="70485"/>
                </a:lnTo>
                <a:close/>
                <a:moveTo>
                  <a:pt x="97837" y="66482"/>
                </a:moveTo>
                <a:lnTo>
                  <a:pt x="103408" y="66482"/>
                </a:lnTo>
                <a:lnTo>
                  <a:pt x="107377" y="62546"/>
                </a:lnTo>
                <a:lnTo>
                  <a:pt x="107377" y="64714"/>
                </a:lnTo>
                <a:lnTo>
                  <a:pt x="104041" y="68016"/>
                </a:lnTo>
                <a:lnTo>
                  <a:pt x="99371" y="68016"/>
                </a:lnTo>
                <a:close/>
                <a:moveTo>
                  <a:pt x="85361" y="68016"/>
                </a:moveTo>
                <a:lnTo>
                  <a:pt x="80691" y="68016"/>
                </a:lnTo>
                <a:lnTo>
                  <a:pt x="77356" y="64714"/>
                </a:lnTo>
                <a:lnTo>
                  <a:pt x="77356" y="62546"/>
                </a:lnTo>
                <a:lnTo>
                  <a:pt x="81325" y="66482"/>
                </a:lnTo>
                <a:lnTo>
                  <a:pt x="86896" y="66482"/>
                </a:lnTo>
                <a:close/>
                <a:moveTo>
                  <a:pt x="82893" y="70485"/>
                </a:moveTo>
                <a:lnTo>
                  <a:pt x="79657" y="70485"/>
                </a:lnTo>
                <a:lnTo>
                  <a:pt x="77356" y="68183"/>
                </a:lnTo>
                <a:lnTo>
                  <a:pt x="77356" y="65815"/>
                </a:lnTo>
                <a:lnTo>
                  <a:pt x="80224" y="68683"/>
                </a:lnTo>
                <a:lnTo>
                  <a:pt x="80525" y="68817"/>
                </a:lnTo>
                <a:lnTo>
                  <a:pt x="84594" y="68817"/>
                </a:lnTo>
                <a:close/>
                <a:moveTo>
                  <a:pt x="80792" y="72586"/>
                </a:moveTo>
                <a:lnTo>
                  <a:pt x="78790" y="72586"/>
                </a:lnTo>
                <a:lnTo>
                  <a:pt x="77356" y="71152"/>
                </a:lnTo>
                <a:lnTo>
                  <a:pt x="77356" y="69317"/>
                </a:lnTo>
                <a:lnTo>
                  <a:pt x="79324" y="71285"/>
                </a:lnTo>
                <a:lnTo>
                  <a:pt x="82126" y="71285"/>
                </a:lnTo>
                <a:close/>
                <a:moveTo>
                  <a:pt x="80691" y="75588"/>
                </a:moveTo>
                <a:lnTo>
                  <a:pt x="81659" y="76589"/>
                </a:lnTo>
                <a:lnTo>
                  <a:pt x="77923" y="76589"/>
                </a:lnTo>
                <a:lnTo>
                  <a:pt x="80558" y="73920"/>
                </a:lnTo>
                <a:lnTo>
                  <a:pt x="80558" y="75321"/>
                </a:lnTo>
                <a:close/>
                <a:moveTo>
                  <a:pt x="80558" y="80025"/>
                </a:moveTo>
                <a:lnTo>
                  <a:pt x="77923" y="77356"/>
                </a:lnTo>
                <a:lnTo>
                  <a:pt x="81659" y="77356"/>
                </a:lnTo>
                <a:lnTo>
                  <a:pt x="80558" y="78457"/>
                </a:lnTo>
                <a:close/>
                <a:moveTo>
                  <a:pt x="69350" y="68817"/>
                </a:moveTo>
                <a:lnTo>
                  <a:pt x="73586" y="68817"/>
                </a:lnTo>
                <a:lnTo>
                  <a:pt x="76589" y="65815"/>
                </a:lnTo>
                <a:lnTo>
                  <a:pt x="76589" y="68183"/>
                </a:lnTo>
                <a:lnTo>
                  <a:pt x="74287" y="70485"/>
                </a:lnTo>
                <a:lnTo>
                  <a:pt x="71018" y="70485"/>
                </a:lnTo>
                <a:close/>
                <a:moveTo>
                  <a:pt x="67048" y="66482"/>
                </a:moveTo>
                <a:lnTo>
                  <a:pt x="72619" y="66482"/>
                </a:lnTo>
                <a:lnTo>
                  <a:pt x="76589" y="62546"/>
                </a:lnTo>
                <a:lnTo>
                  <a:pt x="76589" y="64714"/>
                </a:lnTo>
                <a:lnTo>
                  <a:pt x="73253" y="68016"/>
                </a:lnTo>
                <a:lnTo>
                  <a:pt x="68583" y="68016"/>
                </a:lnTo>
                <a:close/>
                <a:moveTo>
                  <a:pt x="54573" y="68016"/>
                </a:moveTo>
                <a:lnTo>
                  <a:pt x="49903" y="68016"/>
                </a:lnTo>
                <a:lnTo>
                  <a:pt x="46567" y="64714"/>
                </a:lnTo>
                <a:lnTo>
                  <a:pt x="46567" y="62546"/>
                </a:lnTo>
                <a:lnTo>
                  <a:pt x="50537" y="66482"/>
                </a:lnTo>
                <a:lnTo>
                  <a:pt x="56107" y="66482"/>
                </a:lnTo>
                <a:close/>
                <a:moveTo>
                  <a:pt x="52104" y="70485"/>
                </a:moveTo>
                <a:lnTo>
                  <a:pt x="48869" y="70485"/>
                </a:lnTo>
                <a:lnTo>
                  <a:pt x="46567" y="68183"/>
                </a:lnTo>
                <a:lnTo>
                  <a:pt x="46567" y="65815"/>
                </a:lnTo>
                <a:lnTo>
                  <a:pt x="49569" y="68817"/>
                </a:lnTo>
                <a:lnTo>
                  <a:pt x="53806" y="68817"/>
                </a:lnTo>
                <a:close/>
                <a:moveTo>
                  <a:pt x="50003" y="72586"/>
                </a:moveTo>
                <a:lnTo>
                  <a:pt x="48001" y="72586"/>
                </a:lnTo>
                <a:lnTo>
                  <a:pt x="46567" y="71152"/>
                </a:lnTo>
                <a:lnTo>
                  <a:pt x="46567" y="69317"/>
                </a:lnTo>
                <a:lnTo>
                  <a:pt x="48535" y="71285"/>
                </a:lnTo>
                <a:lnTo>
                  <a:pt x="51337" y="71285"/>
                </a:lnTo>
                <a:close/>
                <a:moveTo>
                  <a:pt x="49903" y="75588"/>
                </a:moveTo>
                <a:lnTo>
                  <a:pt x="50870" y="76589"/>
                </a:lnTo>
                <a:lnTo>
                  <a:pt x="47134" y="76589"/>
                </a:lnTo>
                <a:lnTo>
                  <a:pt x="49769" y="73920"/>
                </a:lnTo>
                <a:lnTo>
                  <a:pt x="49769" y="75321"/>
                </a:lnTo>
                <a:close/>
                <a:moveTo>
                  <a:pt x="49769" y="80025"/>
                </a:moveTo>
                <a:lnTo>
                  <a:pt x="47134" y="77356"/>
                </a:lnTo>
                <a:lnTo>
                  <a:pt x="50870" y="77356"/>
                </a:lnTo>
                <a:lnTo>
                  <a:pt x="49769" y="78457"/>
                </a:lnTo>
                <a:close/>
                <a:moveTo>
                  <a:pt x="38561" y="68817"/>
                </a:moveTo>
                <a:lnTo>
                  <a:pt x="42631" y="68817"/>
                </a:lnTo>
                <a:lnTo>
                  <a:pt x="42898" y="68683"/>
                </a:lnTo>
                <a:lnTo>
                  <a:pt x="45800" y="65815"/>
                </a:lnTo>
                <a:lnTo>
                  <a:pt x="45800" y="68183"/>
                </a:lnTo>
                <a:lnTo>
                  <a:pt x="43498" y="70485"/>
                </a:lnTo>
                <a:lnTo>
                  <a:pt x="40229" y="70485"/>
                </a:lnTo>
                <a:close/>
                <a:moveTo>
                  <a:pt x="42364" y="50570"/>
                </a:moveTo>
                <a:lnTo>
                  <a:pt x="44366" y="50570"/>
                </a:lnTo>
                <a:lnTo>
                  <a:pt x="45767" y="52005"/>
                </a:lnTo>
                <a:lnTo>
                  <a:pt x="45767" y="53873"/>
                </a:lnTo>
                <a:lnTo>
                  <a:pt x="43798" y="51905"/>
                </a:lnTo>
                <a:lnTo>
                  <a:pt x="41030" y="51905"/>
                </a:lnTo>
                <a:close/>
                <a:moveTo>
                  <a:pt x="42464" y="47568"/>
                </a:moveTo>
                <a:lnTo>
                  <a:pt x="41497" y="46568"/>
                </a:lnTo>
                <a:lnTo>
                  <a:pt x="45233" y="46568"/>
                </a:lnTo>
                <a:lnTo>
                  <a:pt x="42564" y="49236"/>
                </a:lnTo>
                <a:lnTo>
                  <a:pt x="42564" y="47835"/>
                </a:lnTo>
                <a:close/>
                <a:moveTo>
                  <a:pt x="42564" y="43132"/>
                </a:moveTo>
                <a:lnTo>
                  <a:pt x="45233" y="45800"/>
                </a:lnTo>
                <a:lnTo>
                  <a:pt x="41497" y="45800"/>
                </a:lnTo>
                <a:lnTo>
                  <a:pt x="42564" y="44700"/>
                </a:lnTo>
                <a:lnTo>
                  <a:pt x="42564" y="43132"/>
                </a:lnTo>
                <a:close/>
                <a:moveTo>
                  <a:pt x="53806" y="54340"/>
                </a:moveTo>
                <a:lnTo>
                  <a:pt x="49569" y="54340"/>
                </a:lnTo>
                <a:lnTo>
                  <a:pt x="46567" y="57342"/>
                </a:lnTo>
                <a:lnTo>
                  <a:pt x="46567" y="54974"/>
                </a:lnTo>
                <a:lnTo>
                  <a:pt x="48869" y="52672"/>
                </a:lnTo>
                <a:lnTo>
                  <a:pt x="52104" y="52672"/>
                </a:lnTo>
                <a:close/>
                <a:moveTo>
                  <a:pt x="56107" y="56675"/>
                </a:moveTo>
                <a:lnTo>
                  <a:pt x="50537" y="56675"/>
                </a:lnTo>
                <a:lnTo>
                  <a:pt x="46567" y="60611"/>
                </a:lnTo>
                <a:lnTo>
                  <a:pt x="46567" y="58476"/>
                </a:lnTo>
                <a:lnTo>
                  <a:pt x="49903" y="55140"/>
                </a:lnTo>
                <a:lnTo>
                  <a:pt x="54573" y="55140"/>
                </a:lnTo>
                <a:close/>
                <a:moveTo>
                  <a:pt x="68583" y="55140"/>
                </a:moveTo>
                <a:lnTo>
                  <a:pt x="73253" y="55140"/>
                </a:lnTo>
                <a:lnTo>
                  <a:pt x="76555" y="58443"/>
                </a:lnTo>
                <a:lnTo>
                  <a:pt x="76555" y="60611"/>
                </a:lnTo>
                <a:lnTo>
                  <a:pt x="72619" y="56675"/>
                </a:lnTo>
                <a:lnTo>
                  <a:pt x="67048" y="56675"/>
                </a:lnTo>
                <a:close/>
                <a:moveTo>
                  <a:pt x="71018" y="52672"/>
                </a:moveTo>
                <a:lnTo>
                  <a:pt x="74287" y="52672"/>
                </a:lnTo>
                <a:lnTo>
                  <a:pt x="76589" y="54974"/>
                </a:lnTo>
                <a:lnTo>
                  <a:pt x="76589" y="57342"/>
                </a:lnTo>
                <a:lnTo>
                  <a:pt x="73586" y="54340"/>
                </a:lnTo>
                <a:lnTo>
                  <a:pt x="69350" y="54340"/>
                </a:lnTo>
                <a:close/>
                <a:moveTo>
                  <a:pt x="73153" y="50570"/>
                </a:moveTo>
                <a:lnTo>
                  <a:pt x="75154" y="50570"/>
                </a:lnTo>
                <a:lnTo>
                  <a:pt x="76555" y="52005"/>
                </a:lnTo>
                <a:lnTo>
                  <a:pt x="76555" y="53873"/>
                </a:lnTo>
                <a:lnTo>
                  <a:pt x="74587" y="51905"/>
                </a:lnTo>
                <a:lnTo>
                  <a:pt x="71818" y="51905"/>
                </a:lnTo>
                <a:close/>
                <a:moveTo>
                  <a:pt x="73253" y="47568"/>
                </a:moveTo>
                <a:lnTo>
                  <a:pt x="72285" y="46568"/>
                </a:lnTo>
                <a:lnTo>
                  <a:pt x="76021" y="46568"/>
                </a:lnTo>
                <a:lnTo>
                  <a:pt x="73386" y="49236"/>
                </a:lnTo>
                <a:lnTo>
                  <a:pt x="73386" y="47835"/>
                </a:lnTo>
                <a:close/>
                <a:moveTo>
                  <a:pt x="73386" y="43132"/>
                </a:moveTo>
                <a:lnTo>
                  <a:pt x="76021" y="45800"/>
                </a:lnTo>
                <a:lnTo>
                  <a:pt x="72285" y="45800"/>
                </a:lnTo>
                <a:lnTo>
                  <a:pt x="73386" y="44700"/>
                </a:lnTo>
                <a:close/>
                <a:moveTo>
                  <a:pt x="84561" y="54340"/>
                </a:moveTo>
                <a:lnTo>
                  <a:pt x="80525" y="54340"/>
                </a:lnTo>
                <a:lnTo>
                  <a:pt x="80224" y="54473"/>
                </a:lnTo>
                <a:lnTo>
                  <a:pt x="77356" y="57342"/>
                </a:lnTo>
                <a:lnTo>
                  <a:pt x="77356" y="54974"/>
                </a:lnTo>
                <a:lnTo>
                  <a:pt x="79657" y="52672"/>
                </a:lnTo>
                <a:lnTo>
                  <a:pt x="82893" y="52672"/>
                </a:lnTo>
                <a:close/>
                <a:moveTo>
                  <a:pt x="86896" y="56675"/>
                </a:moveTo>
                <a:lnTo>
                  <a:pt x="81325" y="56675"/>
                </a:lnTo>
                <a:lnTo>
                  <a:pt x="77356" y="60611"/>
                </a:lnTo>
                <a:lnTo>
                  <a:pt x="77356" y="58476"/>
                </a:lnTo>
                <a:lnTo>
                  <a:pt x="80691" y="55140"/>
                </a:lnTo>
                <a:lnTo>
                  <a:pt x="85361" y="55140"/>
                </a:lnTo>
                <a:close/>
                <a:moveTo>
                  <a:pt x="99371" y="55140"/>
                </a:moveTo>
                <a:lnTo>
                  <a:pt x="104041" y="55140"/>
                </a:lnTo>
                <a:lnTo>
                  <a:pt x="107377" y="58443"/>
                </a:lnTo>
                <a:lnTo>
                  <a:pt x="107377" y="60611"/>
                </a:lnTo>
                <a:lnTo>
                  <a:pt x="103408" y="56675"/>
                </a:lnTo>
                <a:lnTo>
                  <a:pt x="97837" y="56675"/>
                </a:lnTo>
                <a:close/>
                <a:moveTo>
                  <a:pt x="101840" y="52672"/>
                </a:moveTo>
                <a:lnTo>
                  <a:pt x="105076" y="52672"/>
                </a:lnTo>
                <a:lnTo>
                  <a:pt x="107377" y="54974"/>
                </a:lnTo>
                <a:lnTo>
                  <a:pt x="107377" y="57342"/>
                </a:lnTo>
                <a:lnTo>
                  <a:pt x="104508" y="54473"/>
                </a:lnTo>
                <a:lnTo>
                  <a:pt x="104208" y="54340"/>
                </a:lnTo>
                <a:lnTo>
                  <a:pt x="100139" y="54340"/>
                </a:lnTo>
                <a:close/>
                <a:moveTo>
                  <a:pt x="103941" y="50570"/>
                </a:moveTo>
                <a:lnTo>
                  <a:pt x="105943" y="50570"/>
                </a:lnTo>
                <a:lnTo>
                  <a:pt x="107377" y="52005"/>
                </a:lnTo>
                <a:lnTo>
                  <a:pt x="107377" y="53873"/>
                </a:lnTo>
                <a:lnTo>
                  <a:pt x="105409" y="51905"/>
                </a:lnTo>
                <a:lnTo>
                  <a:pt x="102607" y="51905"/>
                </a:lnTo>
                <a:close/>
                <a:moveTo>
                  <a:pt x="104041" y="47568"/>
                </a:moveTo>
                <a:lnTo>
                  <a:pt x="103074" y="46568"/>
                </a:lnTo>
                <a:lnTo>
                  <a:pt x="106810" y="46568"/>
                </a:lnTo>
                <a:lnTo>
                  <a:pt x="104175" y="49236"/>
                </a:lnTo>
                <a:lnTo>
                  <a:pt x="104175" y="47835"/>
                </a:lnTo>
                <a:close/>
                <a:moveTo>
                  <a:pt x="104175" y="43132"/>
                </a:moveTo>
                <a:lnTo>
                  <a:pt x="106810" y="45800"/>
                </a:lnTo>
                <a:lnTo>
                  <a:pt x="103074" y="45800"/>
                </a:lnTo>
                <a:lnTo>
                  <a:pt x="104175" y="44700"/>
                </a:lnTo>
                <a:close/>
                <a:moveTo>
                  <a:pt x="115383" y="54340"/>
                </a:moveTo>
                <a:lnTo>
                  <a:pt x="111147" y="54340"/>
                </a:lnTo>
                <a:lnTo>
                  <a:pt x="108144" y="57342"/>
                </a:lnTo>
                <a:lnTo>
                  <a:pt x="108144" y="54974"/>
                </a:lnTo>
                <a:lnTo>
                  <a:pt x="110446" y="52672"/>
                </a:lnTo>
                <a:lnTo>
                  <a:pt x="113682" y="52672"/>
                </a:lnTo>
                <a:close/>
                <a:moveTo>
                  <a:pt x="117685" y="56675"/>
                </a:moveTo>
                <a:lnTo>
                  <a:pt x="112114" y="56675"/>
                </a:lnTo>
                <a:lnTo>
                  <a:pt x="108144" y="60611"/>
                </a:lnTo>
                <a:lnTo>
                  <a:pt x="108144" y="58476"/>
                </a:lnTo>
                <a:lnTo>
                  <a:pt x="111480" y="55140"/>
                </a:lnTo>
                <a:lnTo>
                  <a:pt x="116150" y="55140"/>
                </a:lnTo>
                <a:close/>
                <a:moveTo>
                  <a:pt x="130160" y="55140"/>
                </a:moveTo>
                <a:lnTo>
                  <a:pt x="134830" y="55140"/>
                </a:lnTo>
                <a:lnTo>
                  <a:pt x="138166" y="58443"/>
                </a:lnTo>
                <a:lnTo>
                  <a:pt x="138166" y="60611"/>
                </a:lnTo>
                <a:lnTo>
                  <a:pt x="134196" y="56675"/>
                </a:lnTo>
                <a:lnTo>
                  <a:pt x="128626" y="56675"/>
                </a:lnTo>
                <a:close/>
                <a:moveTo>
                  <a:pt x="132629" y="52672"/>
                </a:moveTo>
                <a:lnTo>
                  <a:pt x="135864" y="52672"/>
                </a:lnTo>
                <a:lnTo>
                  <a:pt x="138166" y="54974"/>
                </a:lnTo>
                <a:lnTo>
                  <a:pt x="138166" y="57342"/>
                </a:lnTo>
                <a:lnTo>
                  <a:pt x="135164" y="54340"/>
                </a:lnTo>
                <a:lnTo>
                  <a:pt x="130927" y="54340"/>
                </a:lnTo>
                <a:close/>
                <a:moveTo>
                  <a:pt x="134730" y="50570"/>
                </a:moveTo>
                <a:lnTo>
                  <a:pt x="136731" y="50570"/>
                </a:lnTo>
                <a:lnTo>
                  <a:pt x="138166" y="52005"/>
                </a:lnTo>
                <a:lnTo>
                  <a:pt x="138166" y="53873"/>
                </a:lnTo>
                <a:lnTo>
                  <a:pt x="136198" y="51905"/>
                </a:lnTo>
                <a:lnTo>
                  <a:pt x="133396" y="51905"/>
                </a:lnTo>
                <a:close/>
                <a:moveTo>
                  <a:pt x="134830" y="47568"/>
                </a:moveTo>
                <a:lnTo>
                  <a:pt x="133863" y="46568"/>
                </a:lnTo>
                <a:lnTo>
                  <a:pt x="137599" y="46568"/>
                </a:lnTo>
                <a:lnTo>
                  <a:pt x="134964" y="49236"/>
                </a:lnTo>
                <a:lnTo>
                  <a:pt x="134964" y="47835"/>
                </a:lnTo>
                <a:close/>
                <a:moveTo>
                  <a:pt x="134964" y="43132"/>
                </a:moveTo>
                <a:lnTo>
                  <a:pt x="137599" y="45800"/>
                </a:lnTo>
                <a:lnTo>
                  <a:pt x="133863" y="45800"/>
                </a:lnTo>
                <a:lnTo>
                  <a:pt x="134964" y="44700"/>
                </a:lnTo>
                <a:lnTo>
                  <a:pt x="134964" y="43132"/>
                </a:lnTo>
                <a:close/>
                <a:moveTo>
                  <a:pt x="146172" y="54340"/>
                </a:moveTo>
                <a:lnTo>
                  <a:pt x="142102" y="54340"/>
                </a:lnTo>
                <a:lnTo>
                  <a:pt x="141835" y="54473"/>
                </a:lnTo>
                <a:lnTo>
                  <a:pt x="138933" y="57342"/>
                </a:lnTo>
                <a:lnTo>
                  <a:pt x="138933" y="54974"/>
                </a:lnTo>
                <a:lnTo>
                  <a:pt x="141235" y="52672"/>
                </a:lnTo>
                <a:lnTo>
                  <a:pt x="144504" y="52672"/>
                </a:lnTo>
                <a:close/>
                <a:moveTo>
                  <a:pt x="148473" y="56675"/>
                </a:moveTo>
                <a:lnTo>
                  <a:pt x="142903" y="56675"/>
                </a:lnTo>
                <a:lnTo>
                  <a:pt x="138966" y="60611"/>
                </a:lnTo>
                <a:lnTo>
                  <a:pt x="138966" y="58476"/>
                </a:lnTo>
                <a:lnTo>
                  <a:pt x="142269" y="55140"/>
                </a:lnTo>
                <a:lnTo>
                  <a:pt x="146972" y="55140"/>
                </a:lnTo>
                <a:close/>
                <a:moveTo>
                  <a:pt x="160949" y="55140"/>
                </a:moveTo>
                <a:lnTo>
                  <a:pt x="165619" y="55140"/>
                </a:lnTo>
                <a:lnTo>
                  <a:pt x="168954" y="58443"/>
                </a:lnTo>
                <a:lnTo>
                  <a:pt x="168954" y="60611"/>
                </a:lnTo>
                <a:lnTo>
                  <a:pt x="164985" y="56675"/>
                </a:lnTo>
                <a:lnTo>
                  <a:pt x="159414" y="56675"/>
                </a:lnTo>
                <a:close/>
                <a:moveTo>
                  <a:pt x="163417" y="52672"/>
                </a:moveTo>
                <a:lnTo>
                  <a:pt x="166653" y="52672"/>
                </a:lnTo>
                <a:lnTo>
                  <a:pt x="168954" y="54974"/>
                </a:lnTo>
                <a:lnTo>
                  <a:pt x="168954" y="57342"/>
                </a:lnTo>
                <a:lnTo>
                  <a:pt x="166086" y="54473"/>
                </a:lnTo>
                <a:lnTo>
                  <a:pt x="165786" y="54340"/>
                </a:lnTo>
                <a:lnTo>
                  <a:pt x="161716" y="54340"/>
                </a:lnTo>
                <a:close/>
                <a:moveTo>
                  <a:pt x="165519" y="50570"/>
                </a:moveTo>
                <a:lnTo>
                  <a:pt x="167520" y="50570"/>
                </a:lnTo>
                <a:lnTo>
                  <a:pt x="168954" y="52005"/>
                </a:lnTo>
                <a:lnTo>
                  <a:pt x="168954" y="53873"/>
                </a:lnTo>
                <a:lnTo>
                  <a:pt x="166986" y="51905"/>
                </a:lnTo>
                <a:lnTo>
                  <a:pt x="164184" y="51905"/>
                </a:lnTo>
                <a:close/>
                <a:moveTo>
                  <a:pt x="165619" y="47568"/>
                </a:moveTo>
                <a:lnTo>
                  <a:pt x="164651" y="46568"/>
                </a:lnTo>
                <a:lnTo>
                  <a:pt x="168387" y="46568"/>
                </a:lnTo>
                <a:lnTo>
                  <a:pt x="165752" y="49236"/>
                </a:lnTo>
                <a:lnTo>
                  <a:pt x="165752" y="47835"/>
                </a:lnTo>
                <a:close/>
                <a:moveTo>
                  <a:pt x="165752" y="43132"/>
                </a:moveTo>
                <a:lnTo>
                  <a:pt x="168387" y="45800"/>
                </a:lnTo>
                <a:lnTo>
                  <a:pt x="164651" y="45800"/>
                </a:lnTo>
                <a:lnTo>
                  <a:pt x="165752" y="44700"/>
                </a:lnTo>
                <a:lnTo>
                  <a:pt x="165752" y="43132"/>
                </a:lnTo>
                <a:close/>
                <a:moveTo>
                  <a:pt x="176960" y="54340"/>
                </a:moveTo>
                <a:lnTo>
                  <a:pt x="172724" y="54340"/>
                </a:lnTo>
                <a:lnTo>
                  <a:pt x="169755" y="57342"/>
                </a:lnTo>
                <a:lnTo>
                  <a:pt x="169755" y="54974"/>
                </a:lnTo>
                <a:lnTo>
                  <a:pt x="172023" y="52672"/>
                </a:lnTo>
                <a:lnTo>
                  <a:pt x="175292" y="52672"/>
                </a:lnTo>
                <a:close/>
                <a:moveTo>
                  <a:pt x="179262" y="56675"/>
                </a:moveTo>
                <a:lnTo>
                  <a:pt x="173691" y="56675"/>
                </a:lnTo>
                <a:lnTo>
                  <a:pt x="169755" y="60611"/>
                </a:lnTo>
                <a:lnTo>
                  <a:pt x="169755" y="58476"/>
                </a:lnTo>
                <a:lnTo>
                  <a:pt x="173057" y="55140"/>
                </a:lnTo>
                <a:lnTo>
                  <a:pt x="177727" y="55140"/>
                </a:lnTo>
                <a:close/>
                <a:moveTo>
                  <a:pt x="191737" y="55140"/>
                </a:moveTo>
                <a:lnTo>
                  <a:pt x="196441" y="55140"/>
                </a:lnTo>
                <a:lnTo>
                  <a:pt x="199743" y="58443"/>
                </a:lnTo>
                <a:lnTo>
                  <a:pt x="199743" y="60611"/>
                </a:lnTo>
                <a:lnTo>
                  <a:pt x="195807" y="56675"/>
                </a:lnTo>
                <a:lnTo>
                  <a:pt x="190203" y="56675"/>
                </a:lnTo>
                <a:close/>
                <a:moveTo>
                  <a:pt x="194206" y="52672"/>
                </a:moveTo>
                <a:lnTo>
                  <a:pt x="197441" y="52672"/>
                </a:lnTo>
                <a:lnTo>
                  <a:pt x="199743" y="54974"/>
                </a:lnTo>
                <a:lnTo>
                  <a:pt x="199743" y="57342"/>
                </a:lnTo>
                <a:lnTo>
                  <a:pt x="196741" y="54340"/>
                </a:lnTo>
                <a:lnTo>
                  <a:pt x="192538" y="54340"/>
                </a:lnTo>
                <a:close/>
                <a:moveTo>
                  <a:pt x="196307" y="50570"/>
                </a:moveTo>
                <a:lnTo>
                  <a:pt x="198309" y="50570"/>
                </a:lnTo>
                <a:lnTo>
                  <a:pt x="199743" y="52005"/>
                </a:lnTo>
                <a:lnTo>
                  <a:pt x="199743" y="53873"/>
                </a:lnTo>
                <a:lnTo>
                  <a:pt x="197775" y="51905"/>
                </a:lnTo>
                <a:lnTo>
                  <a:pt x="195006" y="51905"/>
                </a:lnTo>
                <a:close/>
                <a:moveTo>
                  <a:pt x="196407" y="47568"/>
                </a:moveTo>
                <a:lnTo>
                  <a:pt x="195440" y="46568"/>
                </a:lnTo>
                <a:lnTo>
                  <a:pt x="199176" y="46568"/>
                </a:lnTo>
                <a:lnTo>
                  <a:pt x="196541" y="49236"/>
                </a:lnTo>
                <a:lnTo>
                  <a:pt x="196541" y="47835"/>
                </a:lnTo>
                <a:close/>
                <a:moveTo>
                  <a:pt x="196541" y="43132"/>
                </a:moveTo>
                <a:lnTo>
                  <a:pt x="199176" y="45800"/>
                </a:lnTo>
                <a:lnTo>
                  <a:pt x="195440" y="45800"/>
                </a:lnTo>
                <a:lnTo>
                  <a:pt x="196541" y="44700"/>
                </a:lnTo>
                <a:lnTo>
                  <a:pt x="196541" y="43132"/>
                </a:lnTo>
                <a:close/>
                <a:moveTo>
                  <a:pt x="200544" y="47135"/>
                </a:moveTo>
                <a:lnTo>
                  <a:pt x="203179" y="49770"/>
                </a:lnTo>
                <a:lnTo>
                  <a:pt x="201644" y="49770"/>
                </a:lnTo>
                <a:lnTo>
                  <a:pt x="200544" y="50871"/>
                </a:lnTo>
                <a:close/>
                <a:moveTo>
                  <a:pt x="200544" y="52005"/>
                </a:moveTo>
                <a:lnTo>
                  <a:pt x="201945" y="50570"/>
                </a:lnTo>
                <a:lnTo>
                  <a:pt x="203979" y="50570"/>
                </a:lnTo>
                <a:lnTo>
                  <a:pt x="205280" y="51905"/>
                </a:lnTo>
                <a:lnTo>
                  <a:pt x="202512" y="51905"/>
                </a:lnTo>
                <a:lnTo>
                  <a:pt x="200544" y="53873"/>
                </a:lnTo>
                <a:close/>
                <a:moveTo>
                  <a:pt x="203746" y="47835"/>
                </a:moveTo>
                <a:lnTo>
                  <a:pt x="203746" y="49203"/>
                </a:lnTo>
                <a:lnTo>
                  <a:pt x="201077" y="46568"/>
                </a:lnTo>
                <a:lnTo>
                  <a:pt x="204847" y="46568"/>
                </a:lnTo>
                <a:lnTo>
                  <a:pt x="203846" y="47568"/>
                </a:lnTo>
                <a:close/>
                <a:moveTo>
                  <a:pt x="201077" y="45800"/>
                </a:moveTo>
                <a:lnTo>
                  <a:pt x="203746" y="43132"/>
                </a:lnTo>
                <a:lnTo>
                  <a:pt x="203746" y="44700"/>
                </a:lnTo>
                <a:lnTo>
                  <a:pt x="204847" y="45800"/>
                </a:lnTo>
                <a:lnTo>
                  <a:pt x="201077" y="45800"/>
                </a:lnTo>
                <a:close/>
                <a:moveTo>
                  <a:pt x="200544" y="45233"/>
                </a:moveTo>
                <a:lnTo>
                  <a:pt x="200544" y="41497"/>
                </a:lnTo>
                <a:lnTo>
                  <a:pt x="201644" y="42598"/>
                </a:lnTo>
                <a:lnTo>
                  <a:pt x="201778" y="42598"/>
                </a:lnTo>
                <a:lnTo>
                  <a:pt x="203179" y="42598"/>
                </a:lnTo>
                <a:close/>
                <a:moveTo>
                  <a:pt x="199743" y="45233"/>
                </a:moveTo>
                <a:lnTo>
                  <a:pt x="197108" y="42598"/>
                </a:lnTo>
                <a:lnTo>
                  <a:pt x="198476" y="42598"/>
                </a:lnTo>
                <a:lnTo>
                  <a:pt x="198776" y="42465"/>
                </a:lnTo>
                <a:lnTo>
                  <a:pt x="199743" y="41497"/>
                </a:lnTo>
                <a:lnTo>
                  <a:pt x="199743" y="45233"/>
                </a:lnTo>
                <a:close/>
                <a:moveTo>
                  <a:pt x="199743" y="47135"/>
                </a:moveTo>
                <a:lnTo>
                  <a:pt x="199743" y="50871"/>
                </a:lnTo>
                <a:lnTo>
                  <a:pt x="198776" y="49903"/>
                </a:lnTo>
                <a:lnTo>
                  <a:pt x="198476" y="49770"/>
                </a:lnTo>
                <a:lnTo>
                  <a:pt x="197108" y="49770"/>
                </a:lnTo>
                <a:close/>
                <a:moveTo>
                  <a:pt x="168954" y="76022"/>
                </a:moveTo>
                <a:lnTo>
                  <a:pt x="166319" y="73387"/>
                </a:lnTo>
                <a:lnTo>
                  <a:pt x="167854" y="73387"/>
                </a:lnTo>
                <a:lnTo>
                  <a:pt x="168954" y="72286"/>
                </a:lnTo>
                <a:close/>
                <a:moveTo>
                  <a:pt x="138166" y="76022"/>
                </a:moveTo>
                <a:lnTo>
                  <a:pt x="135531" y="73387"/>
                </a:lnTo>
                <a:lnTo>
                  <a:pt x="136898" y="73387"/>
                </a:lnTo>
                <a:lnTo>
                  <a:pt x="137165" y="73253"/>
                </a:lnTo>
                <a:lnTo>
                  <a:pt x="138166" y="72286"/>
                </a:lnTo>
                <a:lnTo>
                  <a:pt x="138166" y="76022"/>
                </a:lnTo>
                <a:close/>
                <a:moveTo>
                  <a:pt x="107377" y="76022"/>
                </a:moveTo>
                <a:lnTo>
                  <a:pt x="104709" y="73387"/>
                </a:lnTo>
                <a:lnTo>
                  <a:pt x="106276" y="73387"/>
                </a:lnTo>
                <a:lnTo>
                  <a:pt x="107377" y="72286"/>
                </a:lnTo>
                <a:close/>
                <a:moveTo>
                  <a:pt x="76589" y="76022"/>
                </a:moveTo>
                <a:lnTo>
                  <a:pt x="73920" y="73387"/>
                </a:lnTo>
                <a:lnTo>
                  <a:pt x="75321" y="73387"/>
                </a:lnTo>
                <a:lnTo>
                  <a:pt x="75588" y="73253"/>
                </a:lnTo>
                <a:lnTo>
                  <a:pt x="76555" y="72286"/>
                </a:lnTo>
                <a:lnTo>
                  <a:pt x="76555" y="76022"/>
                </a:lnTo>
                <a:close/>
                <a:moveTo>
                  <a:pt x="77356" y="47135"/>
                </a:moveTo>
                <a:lnTo>
                  <a:pt x="80024" y="49770"/>
                </a:lnTo>
                <a:lnTo>
                  <a:pt x="78457" y="49770"/>
                </a:lnTo>
                <a:lnTo>
                  <a:pt x="77356" y="50871"/>
                </a:lnTo>
                <a:close/>
                <a:moveTo>
                  <a:pt x="108144" y="47135"/>
                </a:moveTo>
                <a:lnTo>
                  <a:pt x="110813" y="49770"/>
                </a:lnTo>
                <a:lnTo>
                  <a:pt x="109412" y="49770"/>
                </a:lnTo>
                <a:lnTo>
                  <a:pt x="109145" y="49903"/>
                </a:lnTo>
                <a:lnTo>
                  <a:pt x="108144" y="50871"/>
                </a:lnTo>
                <a:lnTo>
                  <a:pt x="108144" y="47135"/>
                </a:lnTo>
                <a:close/>
                <a:moveTo>
                  <a:pt x="138933" y="47135"/>
                </a:moveTo>
                <a:lnTo>
                  <a:pt x="141602" y="49770"/>
                </a:lnTo>
                <a:lnTo>
                  <a:pt x="140034" y="49770"/>
                </a:lnTo>
                <a:lnTo>
                  <a:pt x="138933" y="50871"/>
                </a:lnTo>
                <a:close/>
                <a:moveTo>
                  <a:pt x="169755" y="47135"/>
                </a:moveTo>
                <a:lnTo>
                  <a:pt x="172390" y="49770"/>
                </a:lnTo>
                <a:lnTo>
                  <a:pt x="170989" y="49770"/>
                </a:lnTo>
                <a:lnTo>
                  <a:pt x="170722" y="49903"/>
                </a:lnTo>
                <a:lnTo>
                  <a:pt x="169755" y="50871"/>
                </a:lnTo>
                <a:lnTo>
                  <a:pt x="169755" y="47135"/>
                </a:lnTo>
                <a:close/>
                <a:moveTo>
                  <a:pt x="188969" y="65381"/>
                </a:moveTo>
                <a:lnTo>
                  <a:pt x="187668" y="64080"/>
                </a:lnTo>
                <a:lnTo>
                  <a:pt x="187668" y="62779"/>
                </a:lnTo>
                <a:lnTo>
                  <a:pt x="188502" y="61979"/>
                </a:lnTo>
                <a:lnTo>
                  <a:pt x="190303" y="61979"/>
                </a:lnTo>
                <a:lnTo>
                  <a:pt x="188969" y="63313"/>
                </a:lnTo>
                <a:lnTo>
                  <a:pt x="188969" y="65381"/>
                </a:lnTo>
                <a:close/>
                <a:moveTo>
                  <a:pt x="184732" y="64614"/>
                </a:moveTo>
                <a:lnTo>
                  <a:pt x="183865" y="63713"/>
                </a:lnTo>
                <a:lnTo>
                  <a:pt x="182598" y="63713"/>
                </a:lnTo>
                <a:lnTo>
                  <a:pt x="182598" y="62646"/>
                </a:lnTo>
                <a:lnTo>
                  <a:pt x="182464" y="62346"/>
                </a:lnTo>
                <a:lnTo>
                  <a:pt x="181697" y="61578"/>
                </a:lnTo>
                <a:lnTo>
                  <a:pt x="182464" y="60811"/>
                </a:lnTo>
                <a:lnTo>
                  <a:pt x="182598" y="60544"/>
                </a:lnTo>
                <a:lnTo>
                  <a:pt x="182598" y="59443"/>
                </a:lnTo>
                <a:lnTo>
                  <a:pt x="183865" y="59443"/>
                </a:lnTo>
                <a:lnTo>
                  <a:pt x="184732" y="58543"/>
                </a:lnTo>
                <a:lnTo>
                  <a:pt x="185633" y="59443"/>
                </a:lnTo>
                <a:lnTo>
                  <a:pt x="186901" y="59443"/>
                </a:lnTo>
                <a:lnTo>
                  <a:pt x="186901" y="60544"/>
                </a:lnTo>
                <a:lnTo>
                  <a:pt x="187001" y="60811"/>
                </a:lnTo>
                <a:lnTo>
                  <a:pt x="187768" y="61578"/>
                </a:lnTo>
                <a:lnTo>
                  <a:pt x="187001" y="62346"/>
                </a:lnTo>
                <a:lnTo>
                  <a:pt x="186901" y="62646"/>
                </a:lnTo>
                <a:lnTo>
                  <a:pt x="186901" y="63713"/>
                </a:lnTo>
                <a:lnTo>
                  <a:pt x="185633" y="63713"/>
                </a:lnTo>
                <a:close/>
                <a:moveTo>
                  <a:pt x="180529" y="65381"/>
                </a:moveTo>
                <a:lnTo>
                  <a:pt x="180529" y="63313"/>
                </a:lnTo>
                <a:lnTo>
                  <a:pt x="179162" y="61979"/>
                </a:lnTo>
                <a:lnTo>
                  <a:pt x="180963" y="61979"/>
                </a:lnTo>
                <a:lnTo>
                  <a:pt x="181797" y="62813"/>
                </a:lnTo>
                <a:lnTo>
                  <a:pt x="181797" y="64113"/>
                </a:lnTo>
                <a:close/>
                <a:moveTo>
                  <a:pt x="158180" y="65381"/>
                </a:moveTo>
                <a:lnTo>
                  <a:pt x="156879" y="64080"/>
                </a:lnTo>
                <a:lnTo>
                  <a:pt x="156879" y="62779"/>
                </a:lnTo>
                <a:lnTo>
                  <a:pt x="157713" y="61979"/>
                </a:lnTo>
                <a:lnTo>
                  <a:pt x="159514" y="61979"/>
                </a:lnTo>
                <a:lnTo>
                  <a:pt x="158180" y="63313"/>
                </a:lnTo>
                <a:lnTo>
                  <a:pt x="158180" y="65381"/>
                </a:lnTo>
                <a:close/>
                <a:moveTo>
                  <a:pt x="153944" y="64614"/>
                </a:moveTo>
                <a:lnTo>
                  <a:pt x="153076" y="63713"/>
                </a:lnTo>
                <a:lnTo>
                  <a:pt x="151809" y="63713"/>
                </a:lnTo>
                <a:lnTo>
                  <a:pt x="151809" y="62646"/>
                </a:lnTo>
                <a:lnTo>
                  <a:pt x="151675" y="62346"/>
                </a:lnTo>
                <a:lnTo>
                  <a:pt x="150908" y="61578"/>
                </a:lnTo>
                <a:lnTo>
                  <a:pt x="151675" y="60811"/>
                </a:lnTo>
                <a:lnTo>
                  <a:pt x="151809" y="60544"/>
                </a:lnTo>
                <a:lnTo>
                  <a:pt x="151809" y="59443"/>
                </a:lnTo>
                <a:lnTo>
                  <a:pt x="153076" y="59443"/>
                </a:lnTo>
                <a:lnTo>
                  <a:pt x="153944" y="58543"/>
                </a:lnTo>
                <a:lnTo>
                  <a:pt x="154844" y="59443"/>
                </a:lnTo>
                <a:lnTo>
                  <a:pt x="156112" y="59443"/>
                </a:lnTo>
                <a:lnTo>
                  <a:pt x="156112" y="60544"/>
                </a:lnTo>
                <a:lnTo>
                  <a:pt x="156212" y="60811"/>
                </a:lnTo>
                <a:lnTo>
                  <a:pt x="156979" y="61578"/>
                </a:lnTo>
                <a:lnTo>
                  <a:pt x="156212" y="62346"/>
                </a:lnTo>
                <a:lnTo>
                  <a:pt x="156112" y="62646"/>
                </a:lnTo>
                <a:lnTo>
                  <a:pt x="156112" y="63713"/>
                </a:lnTo>
                <a:lnTo>
                  <a:pt x="154844" y="63713"/>
                </a:lnTo>
                <a:close/>
                <a:moveTo>
                  <a:pt x="149741" y="65381"/>
                </a:moveTo>
                <a:lnTo>
                  <a:pt x="149741" y="63313"/>
                </a:lnTo>
                <a:lnTo>
                  <a:pt x="148373" y="61979"/>
                </a:lnTo>
                <a:lnTo>
                  <a:pt x="150174" y="61979"/>
                </a:lnTo>
                <a:lnTo>
                  <a:pt x="151008" y="62813"/>
                </a:lnTo>
                <a:lnTo>
                  <a:pt x="151008" y="64113"/>
                </a:lnTo>
                <a:close/>
                <a:moveTo>
                  <a:pt x="127391" y="65381"/>
                </a:moveTo>
                <a:lnTo>
                  <a:pt x="126091" y="64080"/>
                </a:lnTo>
                <a:lnTo>
                  <a:pt x="126091" y="62779"/>
                </a:lnTo>
                <a:lnTo>
                  <a:pt x="126924" y="61979"/>
                </a:lnTo>
                <a:lnTo>
                  <a:pt x="128726" y="61979"/>
                </a:lnTo>
                <a:lnTo>
                  <a:pt x="127358" y="63313"/>
                </a:lnTo>
                <a:lnTo>
                  <a:pt x="127358" y="65381"/>
                </a:lnTo>
                <a:close/>
                <a:moveTo>
                  <a:pt x="123155" y="64614"/>
                </a:moveTo>
                <a:lnTo>
                  <a:pt x="122254" y="63713"/>
                </a:lnTo>
                <a:lnTo>
                  <a:pt x="121020" y="63713"/>
                </a:lnTo>
                <a:lnTo>
                  <a:pt x="121020" y="62646"/>
                </a:lnTo>
                <a:lnTo>
                  <a:pt x="120887" y="62346"/>
                </a:lnTo>
                <a:lnTo>
                  <a:pt x="120120" y="61578"/>
                </a:lnTo>
                <a:lnTo>
                  <a:pt x="120887" y="60811"/>
                </a:lnTo>
                <a:lnTo>
                  <a:pt x="121020" y="60544"/>
                </a:lnTo>
                <a:lnTo>
                  <a:pt x="121020" y="59443"/>
                </a:lnTo>
                <a:lnTo>
                  <a:pt x="122254" y="59443"/>
                </a:lnTo>
                <a:lnTo>
                  <a:pt x="123155" y="58543"/>
                </a:lnTo>
                <a:lnTo>
                  <a:pt x="124056" y="59443"/>
                </a:lnTo>
                <a:lnTo>
                  <a:pt x="125290" y="59443"/>
                </a:lnTo>
                <a:lnTo>
                  <a:pt x="125290" y="60544"/>
                </a:lnTo>
                <a:lnTo>
                  <a:pt x="125423" y="60811"/>
                </a:lnTo>
                <a:lnTo>
                  <a:pt x="126191" y="61578"/>
                </a:lnTo>
                <a:lnTo>
                  <a:pt x="125423" y="62346"/>
                </a:lnTo>
                <a:lnTo>
                  <a:pt x="125290" y="62646"/>
                </a:lnTo>
                <a:lnTo>
                  <a:pt x="125290" y="63713"/>
                </a:lnTo>
                <a:lnTo>
                  <a:pt x="124056" y="63713"/>
                </a:lnTo>
                <a:close/>
                <a:moveTo>
                  <a:pt x="118952" y="65381"/>
                </a:moveTo>
                <a:lnTo>
                  <a:pt x="118952" y="63313"/>
                </a:lnTo>
                <a:lnTo>
                  <a:pt x="117584" y="61979"/>
                </a:lnTo>
                <a:lnTo>
                  <a:pt x="119386" y="61979"/>
                </a:lnTo>
                <a:lnTo>
                  <a:pt x="120220" y="62813"/>
                </a:lnTo>
                <a:lnTo>
                  <a:pt x="120220" y="64113"/>
                </a:lnTo>
                <a:close/>
                <a:moveTo>
                  <a:pt x="96569" y="65381"/>
                </a:moveTo>
                <a:lnTo>
                  <a:pt x="95302" y="64080"/>
                </a:lnTo>
                <a:lnTo>
                  <a:pt x="95302" y="62779"/>
                </a:lnTo>
                <a:lnTo>
                  <a:pt x="96136" y="61979"/>
                </a:lnTo>
                <a:lnTo>
                  <a:pt x="97937" y="61979"/>
                </a:lnTo>
                <a:lnTo>
                  <a:pt x="96569" y="63313"/>
                </a:lnTo>
                <a:lnTo>
                  <a:pt x="96569" y="65381"/>
                </a:lnTo>
                <a:close/>
                <a:moveTo>
                  <a:pt x="92366" y="64614"/>
                </a:moveTo>
                <a:lnTo>
                  <a:pt x="91466" y="63713"/>
                </a:lnTo>
                <a:lnTo>
                  <a:pt x="90232" y="63713"/>
                </a:lnTo>
                <a:lnTo>
                  <a:pt x="90232" y="62646"/>
                </a:lnTo>
                <a:lnTo>
                  <a:pt x="90098" y="62346"/>
                </a:lnTo>
                <a:lnTo>
                  <a:pt x="89331" y="61578"/>
                </a:lnTo>
                <a:lnTo>
                  <a:pt x="90098" y="60811"/>
                </a:lnTo>
                <a:lnTo>
                  <a:pt x="90232" y="60544"/>
                </a:lnTo>
                <a:lnTo>
                  <a:pt x="90232" y="59443"/>
                </a:lnTo>
                <a:lnTo>
                  <a:pt x="91466" y="59443"/>
                </a:lnTo>
                <a:lnTo>
                  <a:pt x="92366" y="58543"/>
                </a:lnTo>
                <a:lnTo>
                  <a:pt x="93267" y="59443"/>
                </a:lnTo>
                <a:lnTo>
                  <a:pt x="94501" y="59443"/>
                </a:lnTo>
                <a:lnTo>
                  <a:pt x="94501" y="60544"/>
                </a:lnTo>
                <a:lnTo>
                  <a:pt x="94635" y="60811"/>
                </a:lnTo>
                <a:lnTo>
                  <a:pt x="95402" y="61578"/>
                </a:lnTo>
                <a:lnTo>
                  <a:pt x="94635" y="62346"/>
                </a:lnTo>
                <a:lnTo>
                  <a:pt x="94501" y="62646"/>
                </a:lnTo>
                <a:lnTo>
                  <a:pt x="94501" y="63713"/>
                </a:lnTo>
                <a:lnTo>
                  <a:pt x="93267" y="63713"/>
                </a:lnTo>
                <a:close/>
                <a:moveTo>
                  <a:pt x="88130" y="65381"/>
                </a:moveTo>
                <a:lnTo>
                  <a:pt x="88130" y="63313"/>
                </a:lnTo>
                <a:lnTo>
                  <a:pt x="86796" y="61979"/>
                </a:lnTo>
                <a:lnTo>
                  <a:pt x="88597" y="61979"/>
                </a:lnTo>
                <a:lnTo>
                  <a:pt x="89431" y="62813"/>
                </a:lnTo>
                <a:lnTo>
                  <a:pt x="89431" y="64113"/>
                </a:lnTo>
                <a:close/>
                <a:moveTo>
                  <a:pt x="65781" y="65381"/>
                </a:moveTo>
                <a:lnTo>
                  <a:pt x="64513" y="64080"/>
                </a:lnTo>
                <a:lnTo>
                  <a:pt x="64513" y="62779"/>
                </a:lnTo>
                <a:lnTo>
                  <a:pt x="65347" y="61979"/>
                </a:lnTo>
                <a:lnTo>
                  <a:pt x="67148" y="61979"/>
                </a:lnTo>
                <a:lnTo>
                  <a:pt x="65781" y="63313"/>
                </a:lnTo>
                <a:lnTo>
                  <a:pt x="65781" y="65381"/>
                </a:lnTo>
                <a:close/>
                <a:moveTo>
                  <a:pt x="61578" y="64614"/>
                </a:moveTo>
                <a:lnTo>
                  <a:pt x="60677" y="63713"/>
                </a:lnTo>
                <a:lnTo>
                  <a:pt x="59410" y="63713"/>
                </a:lnTo>
                <a:lnTo>
                  <a:pt x="59410" y="62646"/>
                </a:lnTo>
                <a:lnTo>
                  <a:pt x="59310" y="62346"/>
                </a:lnTo>
                <a:lnTo>
                  <a:pt x="58542" y="61578"/>
                </a:lnTo>
                <a:lnTo>
                  <a:pt x="59310" y="60811"/>
                </a:lnTo>
                <a:lnTo>
                  <a:pt x="59410" y="60544"/>
                </a:lnTo>
                <a:lnTo>
                  <a:pt x="59410" y="59443"/>
                </a:lnTo>
                <a:lnTo>
                  <a:pt x="60677" y="59443"/>
                </a:lnTo>
                <a:lnTo>
                  <a:pt x="61578" y="58543"/>
                </a:lnTo>
                <a:lnTo>
                  <a:pt x="62445" y="59443"/>
                </a:lnTo>
                <a:lnTo>
                  <a:pt x="63713" y="59443"/>
                </a:lnTo>
                <a:lnTo>
                  <a:pt x="63713" y="60544"/>
                </a:lnTo>
                <a:lnTo>
                  <a:pt x="63846" y="60811"/>
                </a:lnTo>
                <a:lnTo>
                  <a:pt x="64613" y="61578"/>
                </a:lnTo>
                <a:lnTo>
                  <a:pt x="63846" y="62346"/>
                </a:lnTo>
                <a:lnTo>
                  <a:pt x="63713" y="62646"/>
                </a:lnTo>
                <a:lnTo>
                  <a:pt x="63713" y="63713"/>
                </a:lnTo>
                <a:lnTo>
                  <a:pt x="62445" y="63713"/>
                </a:lnTo>
                <a:close/>
                <a:moveTo>
                  <a:pt x="57341" y="65381"/>
                </a:moveTo>
                <a:lnTo>
                  <a:pt x="57341" y="63313"/>
                </a:lnTo>
                <a:lnTo>
                  <a:pt x="56007" y="61979"/>
                </a:lnTo>
                <a:lnTo>
                  <a:pt x="57808" y="61979"/>
                </a:lnTo>
                <a:lnTo>
                  <a:pt x="58642" y="62813"/>
                </a:lnTo>
                <a:lnTo>
                  <a:pt x="58642" y="64113"/>
                </a:lnTo>
                <a:close/>
                <a:moveTo>
                  <a:pt x="57341" y="57776"/>
                </a:moveTo>
                <a:lnTo>
                  <a:pt x="58642" y="59077"/>
                </a:lnTo>
                <a:lnTo>
                  <a:pt x="58642" y="60377"/>
                </a:lnTo>
                <a:lnTo>
                  <a:pt x="57808" y="61178"/>
                </a:lnTo>
                <a:lnTo>
                  <a:pt x="56007" y="61178"/>
                </a:lnTo>
                <a:lnTo>
                  <a:pt x="57341" y="59844"/>
                </a:lnTo>
                <a:close/>
                <a:moveTo>
                  <a:pt x="65781" y="57776"/>
                </a:moveTo>
                <a:lnTo>
                  <a:pt x="65781" y="59844"/>
                </a:lnTo>
                <a:lnTo>
                  <a:pt x="67148" y="61178"/>
                </a:lnTo>
                <a:lnTo>
                  <a:pt x="65347" y="61178"/>
                </a:lnTo>
                <a:lnTo>
                  <a:pt x="64513" y="60344"/>
                </a:lnTo>
                <a:lnTo>
                  <a:pt x="64513" y="59043"/>
                </a:lnTo>
                <a:close/>
                <a:moveTo>
                  <a:pt x="88130" y="57776"/>
                </a:moveTo>
                <a:lnTo>
                  <a:pt x="89431" y="59077"/>
                </a:lnTo>
                <a:lnTo>
                  <a:pt x="89431" y="60377"/>
                </a:lnTo>
                <a:lnTo>
                  <a:pt x="88597" y="61178"/>
                </a:lnTo>
                <a:lnTo>
                  <a:pt x="86796" y="61178"/>
                </a:lnTo>
                <a:lnTo>
                  <a:pt x="88130" y="59844"/>
                </a:lnTo>
                <a:lnTo>
                  <a:pt x="88130" y="57776"/>
                </a:lnTo>
                <a:close/>
                <a:moveTo>
                  <a:pt x="96569" y="57776"/>
                </a:moveTo>
                <a:lnTo>
                  <a:pt x="96569" y="59844"/>
                </a:lnTo>
                <a:lnTo>
                  <a:pt x="97937" y="61178"/>
                </a:lnTo>
                <a:lnTo>
                  <a:pt x="96136" y="61178"/>
                </a:lnTo>
                <a:lnTo>
                  <a:pt x="95302" y="60377"/>
                </a:lnTo>
                <a:lnTo>
                  <a:pt x="95302" y="59077"/>
                </a:lnTo>
                <a:close/>
                <a:moveTo>
                  <a:pt x="118952" y="57776"/>
                </a:moveTo>
                <a:lnTo>
                  <a:pt x="120220" y="59077"/>
                </a:lnTo>
                <a:lnTo>
                  <a:pt x="120220" y="60377"/>
                </a:lnTo>
                <a:lnTo>
                  <a:pt x="119386" y="61178"/>
                </a:lnTo>
                <a:lnTo>
                  <a:pt x="117584" y="61178"/>
                </a:lnTo>
                <a:lnTo>
                  <a:pt x="118952" y="59844"/>
                </a:lnTo>
                <a:lnTo>
                  <a:pt x="118952" y="57776"/>
                </a:lnTo>
                <a:close/>
                <a:moveTo>
                  <a:pt x="127391" y="57776"/>
                </a:moveTo>
                <a:lnTo>
                  <a:pt x="127391" y="59844"/>
                </a:lnTo>
                <a:lnTo>
                  <a:pt x="128726" y="61178"/>
                </a:lnTo>
                <a:lnTo>
                  <a:pt x="126924" y="61178"/>
                </a:lnTo>
                <a:lnTo>
                  <a:pt x="126091" y="60344"/>
                </a:lnTo>
                <a:lnTo>
                  <a:pt x="126091" y="59043"/>
                </a:lnTo>
                <a:close/>
                <a:moveTo>
                  <a:pt x="149741" y="57776"/>
                </a:moveTo>
                <a:lnTo>
                  <a:pt x="151008" y="59077"/>
                </a:lnTo>
                <a:lnTo>
                  <a:pt x="151008" y="60377"/>
                </a:lnTo>
                <a:lnTo>
                  <a:pt x="150174" y="61178"/>
                </a:lnTo>
                <a:lnTo>
                  <a:pt x="148373" y="61178"/>
                </a:lnTo>
                <a:lnTo>
                  <a:pt x="149741" y="59844"/>
                </a:lnTo>
                <a:lnTo>
                  <a:pt x="149741" y="57776"/>
                </a:lnTo>
                <a:close/>
                <a:moveTo>
                  <a:pt x="158180" y="57776"/>
                </a:moveTo>
                <a:lnTo>
                  <a:pt x="158180" y="59844"/>
                </a:lnTo>
                <a:lnTo>
                  <a:pt x="159514" y="61178"/>
                </a:lnTo>
                <a:lnTo>
                  <a:pt x="157713" y="61178"/>
                </a:lnTo>
                <a:lnTo>
                  <a:pt x="156879" y="60344"/>
                </a:lnTo>
                <a:lnTo>
                  <a:pt x="156879" y="59043"/>
                </a:lnTo>
                <a:close/>
                <a:moveTo>
                  <a:pt x="180529" y="57776"/>
                </a:moveTo>
                <a:lnTo>
                  <a:pt x="181797" y="59077"/>
                </a:lnTo>
                <a:lnTo>
                  <a:pt x="181797" y="60377"/>
                </a:lnTo>
                <a:lnTo>
                  <a:pt x="180963" y="61178"/>
                </a:lnTo>
                <a:lnTo>
                  <a:pt x="179162" y="61178"/>
                </a:lnTo>
                <a:lnTo>
                  <a:pt x="180529" y="59844"/>
                </a:lnTo>
                <a:lnTo>
                  <a:pt x="180529" y="57776"/>
                </a:lnTo>
                <a:close/>
                <a:moveTo>
                  <a:pt x="188969" y="57776"/>
                </a:moveTo>
                <a:lnTo>
                  <a:pt x="188969" y="59844"/>
                </a:lnTo>
                <a:lnTo>
                  <a:pt x="190303" y="61178"/>
                </a:lnTo>
                <a:lnTo>
                  <a:pt x="188502" y="61178"/>
                </a:lnTo>
                <a:lnTo>
                  <a:pt x="187668" y="60344"/>
                </a:lnTo>
                <a:lnTo>
                  <a:pt x="187668" y="59043"/>
                </a:lnTo>
                <a:close/>
                <a:moveTo>
                  <a:pt x="191437" y="61178"/>
                </a:moveTo>
                <a:lnTo>
                  <a:pt x="189736" y="59510"/>
                </a:lnTo>
                <a:lnTo>
                  <a:pt x="189736" y="57475"/>
                </a:lnTo>
                <a:lnTo>
                  <a:pt x="195473" y="57475"/>
                </a:lnTo>
                <a:lnTo>
                  <a:pt x="199176" y="61178"/>
                </a:lnTo>
                <a:close/>
                <a:moveTo>
                  <a:pt x="187268" y="58643"/>
                </a:moveTo>
                <a:lnTo>
                  <a:pt x="185967" y="58643"/>
                </a:lnTo>
                <a:lnTo>
                  <a:pt x="185133" y="57809"/>
                </a:lnTo>
                <a:lnTo>
                  <a:pt x="185133" y="56008"/>
                </a:lnTo>
                <a:lnTo>
                  <a:pt x="186367" y="57242"/>
                </a:lnTo>
                <a:lnTo>
                  <a:pt x="186667" y="57375"/>
                </a:lnTo>
                <a:lnTo>
                  <a:pt x="188535" y="57375"/>
                </a:lnTo>
                <a:close/>
                <a:moveTo>
                  <a:pt x="184332" y="57809"/>
                </a:moveTo>
                <a:lnTo>
                  <a:pt x="183532" y="58643"/>
                </a:lnTo>
                <a:lnTo>
                  <a:pt x="182231" y="58643"/>
                </a:lnTo>
                <a:lnTo>
                  <a:pt x="180930" y="57375"/>
                </a:lnTo>
                <a:lnTo>
                  <a:pt x="182831" y="57375"/>
                </a:lnTo>
                <a:lnTo>
                  <a:pt x="183098" y="57242"/>
                </a:lnTo>
                <a:lnTo>
                  <a:pt x="184332" y="56008"/>
                </a:lnTo>
                <a:close/>
                <a:moveTo>
                  <a:pt x="179729" y="59510"/>
                </a:moveTo>
                <a:lnTo>
                  <a:pt x="178061" y="61178"/>
                </a:lnTo>
                <a:lnTo>
                  <a:pt x="170289" y="61178"/>
                </a:lnTo>
                <a:lnTo>
                  <a:pt x="174025" y="57475"/>
                </a:lnTo>
                <a:lnTo>
                  <a:pt x="179729" y="57475"/>
                </a:lnTo>
                <a:lnTo>
                  <a:pt x="179729" y="59510"/>
                </a:lnTo>
                <a:close/>
                <a:moveTo>
                  <a:pt x="160649" y="61178"/>
                </a:moveTo>
                <a:lnTo>
                  <a:pt x="158947" y="59510"/>
                </a:lnTo>
                <a:lnTo>
                  <a:pt x="158947" y="57475"/>
                </a:lnTo>
                <a:lnTo>
                  <a:pt x="164685" y="57475"/>
                </a:lnTo>
                <a:lnTo>
                  <a:pt x="168387" y="61178"/>
                </a:lnTo>
                <a:close/>
                <a:moveTo>
                  <a:pt x="156479" y="58643"/>
                </a:moveTo>
                <a:lnTo>
                  <a:pt x="155178" y="58643"/>
                </a:lnTo>
                <a:lnTo>
                  <a:pt x="154344" y="57809"/>
                </a:lnTo>
                <a:lnTo>
                  <a:pt x="154344" y="56008"/>
                </a:lnTo>
                <a:lnTo>
                  <a:pt x="155578" y="57242"/>
                </a:lnTo>
                <a:lnTo>
                  <a:pt x="155845" y="57375"/>
                </a:lnTo>
                <a:lnTo>
                  <a:pt x="157746" y="57375"/>
                </a:lnTo>
                <a:close/>
                <a:moveTo>
                  <a:pt x="153543" y="57809"/>
                </a:moveTo>
                <a:lnTo>
                  <a:pt x="152743" y="58643"/>
                </a:lnTo>
                <a:lnTo>
                  <a:pt x="151442" y="58643"/>
                </a:lnTo>
                <a:lnTo>
                  <a:pt x="150141" y="57375"/>
                </a:lnTo>
                <a:lnTo>
                  <a:pt x="152042" y="57375"/>
                </a:lnTo>
                <a:lnTo>
                  <a:pt x="152309" y="57242"/>
                </a:lnTo>
                <a:lnTo>
                  <a:pt x="153543" y="56008"/>
                </a:lnTo>
                <a:close/>
                <a:moveTo>
                  <a:pt x="148940" y="59510"/>
                </a:moveTo>
                <a:lnTo>
                  <a:pt x="147272" y="61178"/>
                </a:lnTo>
                <a:lnTo>
                  <a:pt x="139500" y="61178"/>
                </a:lnTo>
                <a:lnTo>
                  <a:pt x="143236" y="57475"/>
                </a:lnTo>
                <a:lnTo>
                  <a:pt x="148940" y="57475"/>
                </a:lnTo>
                <a:lnTo>
                  <a:pt x="148940" y="59510"/>
                </a:lnTo>
                <a:close/>
                <a:moveTo>
                  <a:pt x="129860" y="61178"/>
                </a:moveTo>
                <a:lnTo>
                  <a:pt x="128159" y="59510"/>
                </a:lnTo>
                <a:lnTo>
                  <a:pt x="128159" y="57475"/>
                </a:lnTo>
                <a:lnTo>
                  <a:pt x="133896" y="57475"/>
                </a:lnTo>
                <a:lnTo>
                  <a:pt x="137599" y="61178"/>
                </a:lnTo>
                <a:close/>
                <a:moveTo>
                  <a:pt x="125690" y="58643"/>
                </a:moveTo>
                <a:lnTo>
                  <a:pt x="124389" y="58643"/>
                </a:lnTo>
                <a:lnTo>
                  <a:pt x="123555" y="57809"/>
                </a:lnTo>
                <a:lnTo>
                  <a:pt x="123555" y="56008"/>
                </a:lnTo>
                <a:lnTo>
                  <a:pt x="124790" y="57242"/>
                </a:lnTo>
                <a:lnTo>
                  <a:pt x="125056" y="57375"/>
                </a:lnTo>
                <a:lnTo>
                  <a:pt x="126958" y="57375"/>
                </a:lnTo>
                <a:close/>
                <a:moveTo>
                  <a:pt x="122755" y="57809"/>
                </a:moveTo>
                <a:lnTo>
                  <a:pt x="121954" y="58643"/>
                </a:lnTo>
                <a:lnTo>
                  <a:pt x="120653" y="58643"/>
                </a:lnTo>
                <a:lnTo>
                  <a:pt x="119352" y="57375"/>
                </a:lnTo>
                <a:lnTo>
                  <a:pt x="121254" y="57375"/>
                </a:lnTo>
                <a:lnTo>
                  <a:pt x="121521" y="57242"/>
                </a:lnTo>
                <a:lnTo>
                  <a:pt x="122755" y="56008"/>
                </a:lnTo>
                <a:lnTo>
                  <a:pt x="122755" y="57809"/>
                </a:lnTo>
                <a:close/>
                <a:moveTo>
                  <a:pt x="118152" y="59510"/>
                </a:moveTo>
                <a:lnTo>
                  <a:pt x="116450" y="61178"/>
                </a:lnTo>
                <a:lnTo>
                  <a:pt x="108711" y="61178"/>
                </a:lnTo>
                <a:lnTo>
                  <a:pt x="112414" y="57475"/>
                </a:lnTo>
                <a:lnTo>
                  <a:pt x="118152" y="57475"/>
                </a:lnTo>
                <a:lnTo>
                  <a:pt x="118152" y="59510"/>
                </a:lnTo>
                <a:close/>
                <a:moveTo>
                  <a:pt x="99071" y="61178"/>
                </a:moveTo>
                <a:lnTo>
                  <a:pt x="97370" y="59510"/>
                </a:lnTo>
                <a:lnTo>
                  <a:pt x="97370" y="57475"/>
                </a:lnTo>
                <a:lnTo>
                  <a:pt x="103074" y="57475"/>
                </a:lnTo>
                <a:lnTo>
                  <a:pt x="106810" y="61178"/>
                </a:lnTo>
                <a:close/>
                <a:moveTo>
                  <a:pt x="94868" y="58643"/>
                </a:moveTo>
                <a:lnTo>
                  <a:pt x="93567" y="58643"/>
                </a:lnTo>
                <a:lnTo>
                  <a:pt x="92767" y="57809"/>
                </a:lnTo>
                <a:lnTo>
                  <a:pt x="92767" y="56008"/>
                </a:lnTo>
                <a:lnTo>
                  <a:pt x="94001" y="57242"/>
                </a:lnTo>
                <a:lnTo>
                  <a:pt x="94268" y="57375"/>
                </a:lnTo>
                <a:lnTo>
                  <a:pt x="96169" y="57375"/>
                </a:lnTo>
                <a:close/>
                <a:moveTo>
                  <a:pt x="91966" y="57809"/>
                </a:moveTo>
                <a:lnTo>
                  <a:pt x="91166" y="58643"/>
                </a:lnTo>
                <a:lnTo>
                  <a:pt x="89865" y="58643"/>
                </a:lnTo>
                <a:lnTo>
                  <a:pt x="88564" y="57375"/>
                </a:lnTo>
                <a:lnTo>
                  <a:pt x="90465" y="57375"/>
                </a:lnTo>
                <a:lnTo>
                  <a:pt x="90732" y="57242"/>
                </a:lnTo>
                <a:lnTo>
                  <a:pt x="91966" y="56008"/>
                </a:lnTo>
                <a:lnTo>
                  <a:pt x="91966" y="57809"/>
                </a:lnTo>
                <a:close/>
                <a:moveTo>
                  <a:pt x="87363" y="59510"/>
                </a:moveTo>
                <a:lnTo>
                  <a:pt x="85662" y="61178"/>
                </a:lnTo>
                <a:lnTo>
                  <a:pt x="77923" y="61178"/>
                </a:lnTo>
                <a:lnTo>
                  <a:pt x="81625" y="57475"/>
                </a:lnTo>
                <a:lnTo>
                  <a:pt x="87363" y="57475"/>
                </a:lnTo>
                <a:lnTo>
                  <a:pt x="87363" y="59510"/>
                </a:lnTo>
                <a:close/>
                <a:moveTo>
                  <a:pt x="68249" y="61178"/>
                </a:moveTo>
                <a:lnTo>
                  <a:pt x="66581" y="59510"/>
                </a:lnTo>
                <a:lnTo>
                  <a:pt x="66581" y="57475"/>
                </a:lnTo>
                <a:lnTo>
                  <a:pt x="72285" y="57475"/>
                </a:lnTo>
                <a:lnTo>
                  <a:pt x="76021" y="61178"/>
                </a:lnTo>
                <a:close/>
                <a:moveTo>
                  <a:pt x="64080" y="58643"/>
                </a:moveTo>
                <a:lnTo>
                  <a:pt x="62779" y="58643"/>
                </a:lnTo>
                <a:lnTo>
                  <a:pt x="61978" y="57809"/>
                </a:lnTo>
                <a:lnTo>
                  <a:pt x="61978" y="56008"/>
                </a:lnTo>
                <a:lnTo>
                  <a:pt x="63212" y="57242"/>
                </a:lnTo>
                <a:lnTo>
                  <a:pt x="63479" y="57375"/>
                </a:lnTo>
                <a:lnTo>
                  <a:pt x="65381" y="57375"/>
                </a:lnTo>
                <a:close/>
                <a:moveTo>
                  <a:pt x="61178" y="57809"/>
                </a:moveTo>
                <a:lnTo>
                  <a:pt x="60344" y="58643"/>
                </a:lnTo>
                <a:lnTo>
                  <a:pt x="59043" y="58643"/>
                </a:lnTo>
                <a:lnTo>
                  <a:pt x="57775" y="57375"/>
                </a:lnTo>
                <a:lnTo>
                  <a:pt x="59676" y="57375"/>
                </a:lnTo>
                <a:lnTo>
                  <a:pt x="59943" y="57242"/>
                </a:lnTo>
                <a:lnTo>
                  <a:pt x="61178" y="56008"/>
                </a:lnTo>
                <a:close/>
                <a:moveTo>
                  <a:pt x="56574" y="59510"/>
                </a:moveTo>
                <a:lnTo>
                  <a:pt x="54873" y="61178"/>
                </a:lnTo>
                <a:lnTo>
                  <a:pt x="47134" y="61178"/>
                </a:lnTo>
                <a:lnTo>
                  <a:pt x="50837" y="57475"/>
                </a:lnTo>
                <a:lnTo>
                  <a:pt x="56574" y="57475"/>
                </a:lnTo>
                <a:close/>
                <a:moveTo>
                  <a:pt x="54873" y="61979"/>
                </a:moveTo>
                <a:lnTo>
                  <a:pt x="56574" y="63646"/>
                </a:lnTo>
                <a:lnTo>
                  <a:pt x="56574" y="65681"/>
                </a:lnTo>
                <a:lnTo>
                  <a:pt x="50837" y="65681"/>
                </a:lnTo>
                <a:lnTo>
                  <a:pt x="47134" y="61979"/>
                </a:lnTo>
                <a:lnTo>
                  <a:pt x="54873" y="61979"/>
                </a:lnTo>
                <a:close/>
                <a:moveTo>
                  <a:pt x="59043" y="64514"/>
                </a:moveTo>
                <a:lnTo>
                  <a:pt x="60344" y="64514"/>
                </a:lnTo>
                <a:lnTo>
                  <a:pt x="61178" y="65348"/>
                </a:lnTo>
                <a:lnTo>
                  <a:pt x="61178" y="67149"/>
                </a:lnTo>
                <a:lnTo>
                  <a:pt x="59943" y="65915"/>
                </a:lnTo>
                <a:lnTo>
                  <a:pt x="59676" y="65781"/>
                </a:lnTo>
                <a:lnTo>
                  <a:pt x="57775" y="65781"/>
                </a:lnTo>
                <a:close/>
                <a:moveTo>
                  <a:pt x="61978" y="65348"/>
                </a:moveTo>
                <a:lnTo>
                  <a:pt x="62779" y="64514"/>
                </a:lnTo>
                <a:lnTo>
                  <a:pt x="64080" y="64514"/>
                </a:lnTo>
                <a:lnTo>
                  <a:pt x="65381" y="65815"/>
                </a:lnTo>
                <a:lnTo>
                  <a:pt x="63479" y="65815"/>
                </a:lnTo>
                <a:lnTo>
                  <a:pt x="63212" y="65915"/>
                </a:lnTo>
                <a:lnTo>
                  <a:pt x="61978" y="67149"/>
                </a:lnTo>
                <a:close/>
                <a:moveTo>
                  <a:pt x="66581" y="63646"/>
                </a:moveTo>
                <a:lnTo>
                  <a:pt x="68249" y="61979"/>
                </a:lnTo>
                <a:lnTo>
                  <a:pt x="76021" y="61979"/>
                </a:lnTo>
                <a:lnTo>
                  <a:pt x="72285" y="65681"/>
                </a:lnTo>
                <a:lnTo>
                  <a:pt x="66581" y="65681"/>
                </a:lnTo>
                <a:lnTo>
                  <a:pt x="66581" y="63646"/>
                </a:lnTo>
                <a:close/>
                <a:moveTo>
                  <a:pt x="85662" y="61979"/>
                </a:moveTo>
                <a:lnTo>
                  <a:pt x="87363" y="63646"/>
                </a:lnTo>
                <a:lnTo>
                  <a:pt x="87363" y="65681"/>
                </a:lnTo>
                <a:lnTo>
                  <a:pt x="81659" y="65681"/>
                </a:lnTo>
                <a:lnTo>
                  <a:pt x="77923" y="61979"/>
                </a:lnTo>
                <a:lnTo>
                  <a:pt x="85662" y="61979"/>
                </a:lnTo>
                <a:close/>
                <a:moveTo>
                  <a:pt x="89831" y="64514"/>
                </a:moveTo>
                <a:lnTo>
                  <a:pt x="91132" y="64514"/>
                </a:lnTo>
                <a:lnTo>
                  <a:pt x="91966" y="65348"/>
                </a:lnTo>
                <a:lnTo>
                  <a:pt x="91966" y="67149"/>
                </a:lnTo>
                <a:lnTo>
                  <a:pt x="90732" y="65915"/>
                </a:lnTo>
                <a:lnTo>
                  <a:pt x="90465" y="65781"/>
                </a:lnTo>
                <a:lnTo>
                  <a:pt x="88564" y="65781"/>
                </a:lnTo>
                <a:close/>
                <a:moveTo>
                  <a:pt x="92767" y="65348"/>
                </a:moveTo>
                <a:lnTo>
                  <a:pt x="93567" y="64514"/>
                </a:lnTo>
                <a:lnTo>
                  <a:pt x="94868" y="64514"/>
                </a:lnTo>
                <a:lnTo>
                  <a:pt x="96169" y="65815"/>
                </a:lnTo>
                <a:lnTo>
                  <a:pt x="94268" y="65815"/>
                </a:lnTo>
                <a:lnTo>
                  <a:pt x="94001" y="65915"/>
                </a:lnTo>
                <a:lnTo>
                  <a:pt x="92767" y="67149"/>
                </a:lnTo>
                <a:lnTo>
                  <a:pt x="92767" y="65348"/>
                </a:lnTo>
                <a:close/>
                <a:moveTo>
                  <a:pt x="97370" y="63646"/>
                </a:moveTo>
                <a:lnTo>
                  <a:pt x="99071" y="61979"/>
                </a:lnTo>
                <a:lnTo>
                  <a:pt x="106810" y="61979"/>
                </a:lnTo>
                <a:lnTo>
                  <a:pt x="103074" y="65681"/>
                </a:lnTo>
                <a:lnTo>
                  <a:pt x="97370" y="65681"/>
                </a:lnTo>
                <a:lnTo>
                  <a:pt x="97370" y="63646"/>
                </a:lnTo>
                <a:close/>
                <a:moveTo>
                  <a:pt x="116450" y="61979"/>
                </a:moveTo>
                <a:lnTo>
                  <a:pt x="118152" y="63646"/>
                </a:lnTo>
                <a:lnTo>
                  <a:pt x="118152" y="65681"/>
                </a:lnTo>
                <a:lnTo>
                  <a:pt x="112447" y="65681"/>
                </a:lnTo>
                <a:lnTo>
                  <a:pt x="108711" y="61979"/>
                </a:lnTo>
                <a:lnTo>
                  <a:pt x="116450" y="61979"/>
                </a:lnTo>
                <a:close/>
                <a:moveTo>
                  <a:pt x="120653" y="64514"/>
                </a:moveTo>
                <a:lnTo>
                  <a:pt x="121954" y="64514"/>
                </a:lnTo>
                <a:lnTo>
                  <a:pt x="122755" y="65348"/>
                </a:lnTo>
                <a:lnTo>
                  <a:pt x="122755" y="67149"/>
                </a:lnTo>
                <a:lnTo>
                  <a:pt x="121521" y="65915"/>
                </a:lnTo>
                <a:lnTo>
                  <a:pt x="121254" y="65781"/>
                </a:lnTo>
                <a:lnTo>
                  <a:pt x="119352" y="65781"/>
                </a:lnTo>
                <a:close/>
                <a:moveTo>
                  <a:pt x="123555" y="65348"/>
                </a:moveTo>
                <a:lnTo>
                  <a:pt x="124389" y="64514"/>
                </a:lnTo>
                <a:lnTo>
                  <a:pt x="125657" y="64514"/>
                </a:lnTo>
                <a:lnTo>
                  <a:pt x="126958" y="65815"/>
                </a:lnTo>
                <a:lnTo>
                  <a:pt x="125056" y="65815"/>
                </a:lnTo>
                <a:lnTo>
                  <a:pt x="124790" y="65915"/>
                </a:lnTo>
                <a:lnTo>
                  <a:pt x="123555" y="67149"/>
                </a:lnTo>
                <a:lnTo>
                  <a:pt x="123555" y="65348"/>
                </a:lnTo>
                <a:close/>
                <a:moveTo>
                  <a:pt x="128159" y="63646"/>
                </a:moveTo>
                <a:lnTo>
                  <a:pt x="129860" y="61979"/>
                </a:lnTo>
                <a:lnTo>
                  <a:pt x="137599" y="61979"/>
                </a:lnTo>
                <a:lnTo>
                  <a:pt x="133863" y="65681"/>
                </a:lnTo>
                <a:lnTo>
                  <a:pt x="128159" y="65681"/>
                </a:lnTo>
                <a:lnTo>
                  <a:pt x="128159" y="63646"/>
                </a:lnTo>
                <a:close/>
                <a:moveTo>
                  <a:pt x="147272" y="61979"/>
                </a:moveTo>
                <a:lnTo>
                  <a:pt x="148940" y="63646"/>
                </a:lnTo>
                <a:lnTo>
                  <a:pt x="148940" y="65681"/>
                </a:lnTo>
                <a:lnTo>
                  <a:pt x="143236" y="65681"/>
                </a:lnTo>
                <a:lnTo>
                  <a:pt x="139500" y="61979"/>
                </a:lnTo>
                <a:lnTo>
                  <a:pt x="147272" y="61979"/>
                </a:lnTo>
                <a:close/>
                <a:moveTo>
                  <a:pt x="151442" y="64514"/>
                </a:moveTo>
                <a:lnTo>
                  <a:pt x="152743" y="64514"/>
                </a:lnTo>
                <a:lnTo>
                  <a:pt x="153543" y="65348"/>
                </a:lnTo>
                <a:lnTo>
                  <a:pt x="153543" y="67149"/>
                </a:lnTo>
                <a:lnTo>
                  <a:pt x="152309" y="65915"/>
                </a:lnTo>
                <a:lnTo>
                  <a:pt x="152042" y="65781"/>
                </a:lnTo>
                <a:lnTo>
                  <a:pt x="150141" y="65781"/>
                </a:lnTo>
                <a:close/>
                <a:moveTo>
                  <a:pt x="154344" y="65348"/>
                </a:moveTo>
                <a:lnTo>
                  <a:pt x="155178" y="64514"/>
                </a:lnTo>
                <a:lnTo>
                  <a:pt x="156479" y="64514"/>
                </a:lnTo>
                <a:lnTo>
                  <a:pt x="157746" y="65815"/>
                </a:lnTo>
                <a:lnTo>
                  <a:pt x="155845" y="65815"/>
                </a:lnTo>
                <a:lnTo>
                  <a:pt x="155578" y="65915"/>
                </a:lnTo>
                <a:lnTo>
                  <a:pt x="154344" y="67149"/>
                </a:lnTo>
                <a:close/>
                <a:moveTo>
                  <a:pt x="158947" y="63646"/>
                </a:moveTo>
                <a:lnTo>
                  <a:pt x="160649" y="61979"/>
                </a:lnTo>
                <a:lnTo>
                  <a:pt x="168387" y="61979"/>
                </a:lnTo>
                <a:lnTo>
                  <a:pt x="164651" y="65681"/>
                </a:lnTo>
                <a:lnTo>
                  <a:pt x="158947" y="65681"/>
                </a:lnTo>
                <a:lnTo>
                  <a:pt x="158947" y="63646"/>
                </a:lnTo>
                <a:close/>
                <a:moveTo>
                  <a:pt x="178061" y="61979"/>
                </a:moveTo>
                <a:lnTo>
                  <a:pt x="179729" y="63646"/>
                </a:lnTo>
                <a:lnTo>
                  <a:pt x="179729" y="65681"/>
                </a:lnTo>
                <a:lnTo>
                  <a:pt x="174025" y="65681"/>
                </a:lnTo>
                <a:lnTo>
                  <a:pt x="170289" y="61979"/>
                </a:lnTo>
                <a:lnTo>
                  <a:pt x="178061" y="61979"/>
                </a:lnTo>
                <a:close/>
                <a:moveTo>
                  <a:pt x="182231" y="64514"/>
                </a:moveTo>
                <a:lnTo>
                  <a:pt x="183532" y="64514"/>
                </a:lnTo>
                <a:lnTo>
                  <a:pt x="184332" y="65348"/>
                </a:lnTo>
                <a:lnTo>
                  <a:pt x="184332" y="67149"/>
                </a:lnTo>
                <a:lnTo>
                  <a:pt x="183098" y="65915"/>
                </a:lnTo>
                <a:lnTo>
                  <a:pt x="182831" y="65781"/>
                </a:lnTo>
                <a:lnTo>
                  <a:pt x="180930" y="65781"/>
                </a:lnTo>
                <a:close/>
                <a:moveTo>
                  <a:pt x="185133" y="65348"/>
                </a:moveTo>
                <a:lnTo>
                  <a:pt x="185967" y="64514"/>
                </a:lnTo>
                <a:lnTo>
                  <a:pt x="187268" y="64514"/>
                </a:lnTo>
                <a:lnTo>
                  <a:pt x="188535" y="65815"/>
                </a:lnTo>
                <a:lnTo>
                  <a:pt x="186667" y="65815"/>
                </a:lnTo>
                <a:lnTo>
                  <a:pt x="186367" y="65915"/>
                </a:lnTo>
                <a:lnTo>
                  <a:pt x="185133" y="67149"/>
                </a:lnTo>
                <a:close/>
                <a:moveTo>
                  <a:pt x="189736" y="63646"/>
                </a:moveTo>
                <a:lnTo>
                  <a:pt x="191437" y="61979"/>
                </a:lnTo>
                <a:lnTo>
                  <a:pt x="199176" y="61979"/>
                </a:lnTo>
                <a:lnTo>
                  <a:pt x="195473" y="65681"/>
                </a:lnTo>
                <a:lnTo>
                  <a:pt x="189736" y="65681"/>
                </a:lnTo>
                <a:lnTo>
                  <a:pt x="189736" y="63646"/>
                </a:lnTo>
                <a:close/>
                <a:moveTo>
                  <a:pt x="188869" y="56575"/>
                </a:moveTo>
                <a:lnTo>
                  <a:pt x="186801" y="56575"/>
                </a:lnTo>
                <a:lnTo>
                  <a:pt x="185133" y="54874"/>
                </a:lnTo>
                <a:lnTo>
                  <a:pt x="185133" y="47135"/>
                </a:lnTo>
                <a:lnTo>
                  <a:pt x="188869" y="50871"/>
                </a:lnTo>
                <a:lnTo>
                  <a:pt x="188869" y="56575"/>
                </a:lnTo>
                <a:close/>
                <a:moveTo>
                  <a:pt x="184332" y="54874"/>
                </a:moveTo>
                <a:lnTo>
                  <a:pt x="182664" y="56575"/>
                </a:lnTo>
                <a:lnTo>
                  <a:pt x="180629" y="56575"/>
                </a:lnTo>
                <a:lnTo>
                  <a:pt x="180629" y="50871"/>
                </a:lnTo>
                <a:lnTo>
                  <a:pt x="184332" y="47135"/>
                </a:lnTo>
                <a:lnTo>
                  <a:pt x="184332" y="54874"/>
                </a:lnTo>
                <a:close/>
                <a:moveTo>
                  <a:pt x="171723" y="51905"/>
                </a:moveTo>
                <a:lnTo>
                  <a:pt x="169755" y="53873"/>
                </a:lnTo>
                <a:lnTo>
                  <a:pt x="169755" y="52005"/>
                </a:lnTo>
                <a:lnTo>
                  <a:pt x="171156" y="50570"/>
                </a:lnTo>
                <a:lnTo>
                  <a:pt x="173157" y="50570"/>
                </a:lnTo>
                <a:lnTo>
                  <a:pt x="174492" y="51905"/>
                </a:lnTo>
                <a:close/>
                <a:moveTo>
                  <a:pt x="172957" y="47835"/>
                </a:moveTo>
                <a:lnTo>
                  <a:pt x="172957" y="49203"/>
                </a:lnTo>
                <a:lnTo>
                  <a:pt x="170289" y="46568"/>
                </a:lnTo>
                <a:lnTo>
                  <a:pt x="174025" y="46568"/>
                </a:lnTo>
                <a:lnTo>
                  <a:pt x="173057" y="47568"/>
                </a:lnTo>
                <a:close/>
                <a:moveTo>
                  <a:pt x="170289" y="45800"/>
                </a:moveTo>
                <a:lnTo>
                  <a:pt x="172957" y="43132"/>
                </a:lnTo>
                <a:lnTo>
                  <a:pt x="172957" y="44700"/>
                </a:lnTo>
                <a:lnTo>
                  <a:pt x="174025" y="45800"/>
                </a:lnTo>
                <a:lnTo>
                  <a:pt x="170289" y="45800"/>
                </a:lnTo>
                <a:close/>
                <a:moveTo>
                  <a:pt x="169755" y="45233"/>
                </a:moveTo>
                <a:lnTo>
                  <a:pt x="169755" y="41497"/>
                </a:lnTo>
                <a:lnTo>
                  <a:pt x="170722" y="42465"/>
                </a:lnTo>
                <a:lnTo>
                  <a:pt x="170989" y="42598"/>
                </a:lnTo>
                <a:lnTo>
                  <a:pt x="172390" y="42598"/>
                </a:lnTo>
                <a:close/>
                <a:moveTo>
                  <a:pt x="168954" y="45233"/>
                </a:moveTo>
                <a:lnTo>
                  <a:pt x="166319" y="42598"/>
                </a:lnTo>
                <a:lnTo>
                  <a:pt x="167687" y="42598"/>
                </a:lnTo>
                <a:lnTo>
                  <a:pt x="167854" y="42598"/>
                </a:lnTo>
                <a:lnTo>
                  <a:pt x="168954" y="41497"/>
                </a:lnTo>
                <a:close/>
                <a:moveTo>
                  <a:pt x="168954" y="47135"/>
                </a:moveTo>
                <a:lnTo>
                  <a:pt x="168954" y="50871"/>
                </a:lnTo>
                <a:lnTo>
                  <a:pt x="167854" y="49770"/>
                </a:lnTo>
                <a:lnTo>
                  <a:pt x="166319" y="49770"/>
                </a:lnTo>
                <a:close/>
                <a:moveTo>
                  <a:pt x="158047" y="56575"/>
                </a:moveTo>
                <a:lnTo>
                  <a:pt x="156012" y="56575"/>
                </a:lnTo>
                <a:lnTo>
                  <a:pt x="154344" y="54874"/>
                </a:lnTo>
                <a:lnTo>
                  <a:pt x="154344" y="47135"/>
                </a:lnTo>
                <a:lnTo>
                  <a:pt x="158047" y="50871"/>
                </a:lnTo>
                <a:lnTo>
                  <a:pt x="158047" y="56575"/>
                </a:lnTo>
                <a:close/>
                <a:moveTo>
                  <a:pt x="153543" y="54874"/>
                </a:moveTo>
                <a:lnTo>
                  <a:pt x="151876" y="56575"/>
                </a:lnTo>
                <a:lnTo>
                  <a:pt x="149841" y="56575"/>
                </a:lnTo>
                <a:lnTo>
                  <a:pt x="149841" y="50871"/>
                </a:lnTo>
                <a:lnTo>
                  <a:pt x="153543" y="47135"/>
                </a:lnTo>
                <a:lnTo>
                  <a:pt x="153543" y="54874"/>
                </a:lnTo>
                <a:close/>
                <a:moveTo>
                  <a:pt x="140901" y="51905"/>
                </a:moveTo>
                <a:lnTo>
                  <a:pt x="138933" y="53873"/>
                </a:lnTo>
                <a:lnTo>
                  <a:pt x="138933" y="52005"/>
                </a:lnTo>
                <a:lnTo>
                  <a:pt x="140367" y="50570"/>
                </a:lnTo>
                <a:lnTo>
                  <a:pt x="142369" y="50570"/>
                </a:lnTo>
                <a:lnTo>
                  <a:pt x="143703" y="51905"/>
                </a:lnTo>
                <a:close/>
                <a:moveTo>
                  <a:pt x="142135" y="47835"/>
                </a:moveTo>
                <a:lnTo>
                  <a:pt x="142135" y="49203"/>
                </a:lnTo>
                <a:lnTo>
                  <a:pt x="139500" y="46568"/>
                </a:lnTo>
                <a:lnTo>
                  <a:pt x="143236" y="46568"/>
                </a:lnTo>
                <a:lnTo>
                  <a:pt x="142269" y="47568"/>
                </a:lnTo>
                <a:close/>
                <a:moveTo>
                  <a:pt x="139500" y="45800"/>
                </a:moveTo>
                <a:lnTo>
                  <a:pt x="142135" y="43132"/>
                </a:lnTo>
                <a:lnTo>
                  <a:pt x="142135" y="44700"/>
                </a:lnTo>
                <a:lnTo>
                  <a:pt x="143236" y="45800"/>
                </a:lnTo>
                <a:lnTo>
                  <a:pt x="139500" y="45800"/>
                </a:lnTo>
                <a:close/>
                <a:moveTo>
                  <a:pt x="138933" y="45233"/>
                </a:moveTo>
                <a:lnTo>
                  <a:pt x="138933" y="41497"/>
                </a:lnTo>
                <a:lnTo>
                  <a:pt x="140034" y="42598"/>
                </a:lnTo>
                <a:lnTo>
                  <a:pt x="140201" y="42598"/>
                </a:lnTo>
                <a:lnTo>
                  <a:pt x="141602" y="42598"/>
                </a:lnTo>
                <a:close/>
                <a:moveTo>
                  <a:pt x="138166" y="45233"/>
                </a:moveTo>
                <a:lnTo>
                  <a:pt x="135531" y="42598"/>
                </a:lnTo>
                <a:lnTo>
                  <a:pt x="136898" y="42598"/>
                </a:lnTo>
                <a:lnTo>
                  <a:pt x="137165" y="42465"/>
                </a:lnTo>
                <a:lnTo>
                  <a:pt x="138166" y="41497"/>
                </a:lnTo>
                <a:lnTo>
                  <a:pt x="138166" y="45233"/>
                </a:lnTo>
                <a:close/>
                <a:moveTo>
                  <a:pt x="138166" y="47135"/>
                </a:moveTo>
                <a:lnTo>
                  <a:pt x="138166" y="50871"/>
                </a:lnTo>
                <a:lnTo>
                  <a:pt x="137165" y="49903"/>
                </a:lnTo>
                <a:lnTo>
                  <a:pt x="136898" y="49770"/>
                </a:lnTo>
                <a:lnTo>
                  <a:pt x="135531" y="49770"/>
                </a:lnTo>
                <a:close/>
                <a:moveTo>
                  <a:pt x="127258" y="56575"/>
                </a:moveTo>
                <a:lnTo>
                  <a:pt x="125223" y="56575"/>
                </a:lnTo>
                <a:lnTo>
                  <a:pt x="123555" y="54874"/>
                </a:lnTo>
                <a:lnTo>
                  <a:pt x="123555" y="47135"/>
                </a:lnTo>
                <a:lnTo>
                  <a:pt x="127258" y="50871"/>
                </a:lnTo>
                <a:close/>
                <a:moveTo>
                  <a:pt x="122755" y="54874"/>
                </a:moveTo>
                <a:lnTo>
                  <a:pt x="121087" y="56575"/>
                </a:lnTo>
                <a:lnTo>
                  <a:pt x="119052" y="56575"/>
                </a:lnTo>
                <a:lnTo>
                  <a:pt x="119052" y="50871"/>
                </a:lnTo>
                <a:lnTo>
                  <a:pt x="122755" y="47135"/>
                </a:lnTo>
                <a:close/>
                <a:moveTo>
                  <a:pt x="110112" y="51905"/>
                </a:moveTo>
                <a:lnTo>
                  <a:pt x="108144" y="53873"/>
                </a:lnTo>
                <a:lnTo>
                  <a:pt x="108144" y="52005"/>
                </a:lnTo>
                <a:lnTo>
                  <a:pt x="109579" y="50570"/>
                </a:lnTo>
                <a:lnTo>
                  <a:pt x="111580" y="50570"/>
                </a:lnTo>
                <a:lnTo>
                  <a:pt x="112914" y="51905"/>
                </a:lnTo>
                <a:close/>
                <a:moveTo>
                  <a:pt x="111347" y="47835"/>
                </a:moveTo>
                <a:lnTo>
                  <a:pt x="111347" y="49203"/>
                </a:lnTo>
                <a:lnTo>
                  <a:pt x="108711" y="46568"/>
                </a:lnTo>
                <a:lnTo>
                  <a:pt x="112447" y="46568"/>
                </a:lnTo>
                <a:lnTo>
                  <a:pt x="111480" y="47568"/>
                </a:lnTo>
                <a:close/>
                <a:moveTo>
                  <a:pt x="108711" y="45800"/>
                </a:moveTo>
                <a:lnTo>
                  <a:pt x="111347" y="43132"/>
                </a:lnTo>
                <a:lnTo>
                  <a:pt x="111347" y="44700"/>
                </a:lnTo>
                <a:lnTo>
                  <a:pt x="112447" y="45800"/>
                </a:lnTo>
                <a:lnTo>
                  <a:pt x="108711" y="45800"/>
                </a:lnTo>
                <a:close/>
                <a:moveTo>
                  <a:pt x="108144" y="45233"/>
                </a:moveTo>
                <a:lnTo>
                  <a:pt x="108144" y="41497"/>
                </a:lnTo>
                <a:lnTo>
                  <a:pt x="109145" y="42465"/>
                </a:lnTo>
                <a:lnTo>
                  <a:pt x="109412" y="42598"/>
                </a:lnTo>
                <a:lnTo>
                  <a:pt x="110813" y="42598"/>
                </a:lnTo>
                <a:close/>
                <a:moveTo>
                  <a:pt x="107377" y="45233"/>
                </a:moveTo>
                <a:lnTo>
                  <a:pt x="104709" y="42598"/>
                </a:lnTo>
                <a:lnTo>
                  <a:pt x="106110" y="42598"/>
                </a:lnTo>
                <a:lnTo>
                  <a:pt x="106276" y="42598"/>
                </a:lnTo>
                <a:lnTo>
                  <a:pt x="107377" y="41497"/>
                </a:lnTo>
                <a:lnTo>
                  <a:pt x="107377" y="45233"/>
                </a:lnTo>
                <a:close/>
                <a:moveTo>
                  <a:pt x="107377" y="47135"/>
                </a:moveTo>
                <a:lnTo>
                  <a:pt x="107377" y="50871"/>
                </a:lnTo>
                <a:lnTo>
                  <a:pt x="106276" y="49770"/>
                </a:lnTo>
                <a:lnTo>
                  <a:pt x="104709" y="49770"/>
                </a:lnTo>
                <a:close/>
                <a:moveTo>
                  <a:pt x="96469" y="56575"/>
                </a:moveTo>
                <a:lnTo>
                  <a:pt x="94435" y="56575"/>
                </a:lnTo>
                <a:lnTo>
                  <a:pt x="92767" y="54874"/>
                </a:lnTo>
                <a:lnTo>
                  <a:pt x="92767" y="47135"/>
                </a:lnTo>
                <a:lnTo>
                  <a:pt x="96469" y="50871"/>
                </a:lnTo>
                <a:close/>
                <a:moveTo>
                  <a:pt x="91966" y="54874"/>
                </a:moveTo>
                <a:lnTo>
                  <a:pt x="90298" y="56575"/>
                </a:lnTo>
                <a:lnTo>
                  <a:pt x="88264" y="56575"/>
                </a:lnTo>
                <a:lnTo>
                  <a:pt x="88264" y="50871"/>
                </a:lnTo>
                <a:lnTo>
                  <a:pt x="91966" y="47135"/>
                </a:lnTo>
                <a:close/>
                <a:moveTo>
                  <a:pt x="79324" y="51905"/>
                </a:moveTo>
                <a:lnTo>
                  <a:pt x="77356" y="53873"/>
                </a:lnTo>
                <a:lnTo>
                  <a:pt x="77356" y="52005"/>
                </a:lnTo>
                <a:lnTo>
                  <a:pt x="78790" y="50570"/>
                </a:lnTo>
                <a:lnTo>
                  <a:pt x="80792" y="50570"/>
                </a:lnTo>
                <a:lnTo>
                  <a:pt x="82126" y="51905"/>
                </a:lnTo>
                <a:close/>
                <a:moveTo>
                  <a:pt x="80558" y="47835"/>
                </a:moveTo>
                <a:lnTo>
                  <a:pt x="80558" y="49203"/>
                </a:lnTo>
                <a:lnTo>
                  <a:pt x="77923" y="46568"/>
                </a:lnTo>
                <a:lnTo>
                  <a:pt x="81659" y="46568"/>
                </a:lnTo>
                <a:lnTo>
                  <a:pt x="80691" y="47568"/>
                </a:lnTo>
                <a:close/>
                <a:moveTo>
                  <a:pt x="77923" y="45800"/>
                </a:moveTo>
                <a:lnTo>
                  <a:pt x="80558" y="43132"/>
                </a:lnTo>
                <a:lnTo>
                  <a:pt x="80558" y="44700"/>
                </a:lnTo>
                <a:lnTo>
                  <a:pt x="81659" y="45800"/>
                </a:lnTo>
                <a:lnTo>
                  <a:pt x="77923" y="45800"/>
                </a:lnTo>
                <a:close/>
                <a:moveTo>
                  <a:pt x="77356" y="45233"/>
                </a:moveTo>
                <a:lnTo>
                  <a:pt x="77356" y="41497"/>
                </a:lnTo>
                <a:lnTo>
                  <a:pt x="78457" y="42598"/>
                </a:lnTo>
                <a:lnTo>
                  <a:pt x="78623" y="42598"/>
                </a:lnTo>
                <a:lnTo>
                  <a:pt x="79991" y="42598"/>
                </a:lnTo>
                <a:close/>
                <a:moveTo>
                  <a:pt x="76589" y="45233"/>
                </a:moveTo>
                <a:lnTo>
                  <a:pt x="73920" y="42598"/>
                </a:lnTo>
                <a:lnTo>
                  <a:pt x="75321" y="42598"/>
                </a:lnTo>
                <a:lnTo>
                  <a:pt x="75588" y="42465"/>
                </a:lnTo>
                <a:lnTo>
                  <a:pt x="76555" y="41497"/>
                </a:lnTo>
                <a:lnTo>
                  <a:pt x="76555" y="45233"/>
                </a:lnTo>
                <a:close/>
                <a:moveTo>
                  <a:pt x="76589" y="47135"/>
                </a:moveTo>
                <a:lnTo>
                  <a:pt x="76589" y="50871"/>
                </a:lnTo>
                <a:lnTo>
                  <a:pt x="75588" y="49903"/>
                </a:lnTo>
                <a:lnTo>
                  <a:pt x="75321" y="49770"/>
                </a:lnTo>
                <a:lnTo>
                  <a:pt x="73920" y="49770"/>
                </a:lnTo>
                <a:close/>
                <a:moveTo>
                  <a:pt x="65681" y="56575"/>
                </a:moveTo>
                <a:lnTo>
                  <a:pt x="63646" y="56575"/>
                </a:lnTo>
                <a:lnTo>
                  <a:pt x="61978" y="54874"/>
                </a:lnTo>
                <a:lnTo>
                  <a:pt x="61978" y="47135"/>
                </a:lnTo>
                <a:lnTo>
                  <a:pt x="65681" y="50871"/>
                </a:lnTo>
                <a:close/>
                <a:moveTo>
                  <a:pt x="61178" y="54874"/>
                </a:moveTo>
                <a:lnTo>
                  <a:pt x="59510" y="56575"/>
                </a:lnTo>
                <a:lnTo>
                  <a:pt x="57475" y="56575"/>
                </a:lnTo>
                <a:lnTo>
                  <a:pt x="57475" y="50871"/>
                </a:lnTo>
                <a:lnTo>
                  <a:pt x="61178" y="47135"/>
                </a:lnTo>
                <a:close/>
                <a:moveTo>
                  <a:pt x="48535" y="51905"/>
                </a:moveTo>
                <a:lnTo>
                  <a:pt x="46567" y="53873"/>
                </a:lnTo>
                <a:lnTo>
                  <a:pt x="46567" y="52005"/>
                </a:lnTo>
                <a:lnTo>
                  <a:pt x="48001" y="50570"/>
                </a:lnTo>
                <a:lnTo>
                  <a:pt x="50003" y="50570"/>
                </a:lnTo>
                <a:lnTo>
                  <a:pt x="51337" y="51905"/>
                </a:lnTo>
                <a:close/>
                <a:moveTo>
                  <a:pt x="46567" y="47135"/>
                </a:moveTo>
                <a:lnTo>
                  <a:pt x="49202" y="49770"/>
                </a:lnTo>
                <a:lnTo>
                  <a:pt x="47835" y="49770"/>
                </a:lnTo>
                <a:lnTo>
                  <a:pt x="47568" y="49903"/>
                </a:lnTo>
                <a:lnTo>
                  <a:pt x="46567" y="50871"/>
                </a:lnTo>
                <a:lnTo>
                  <a:pt x="46567" y="47135"/>
                </a:lnTo>
                <a:close/>
                <a:moveTo>
                  <a:pt x="49769" y="47835"/>
                </a:moveTo>
                <a:lnTo>
                  <a:pt x="49769" y="49203"/>
                </a:lnTo>
                <a:lnTo>
                  <a:pt x="47134" y="46568"/>
                </a:lnTo>
                <a:lnTo>
                  <a:pt x="50870" y="46568"/>
                </a:lnTo>
                <a:lnTo>
                  <a:pt x="49903" y="47568"/>
                </a:lnTo>
                <a:close/>
                <a:moveTo>
                  <a:pt x="47134" y="45800"/>
                </a:moveTo>
                <a:lnTo>
                  <a:pt x="49769" y="43132"/>
                </a:lnTo>
                <a:lnTo>
                  <a:pt x="49769" y="44700"/>
                </a:lnTo>
                <a:lnTo>
                  <a:pt x="50870" y="45800"/>
                </a:lnTo>
                <a:lnTo>
                  <a:pt x="47134" y="45800"/>
                </a:lnTo>
                <a:close/>
                <a:moveTo>
                  <a:pt x="46567" y="45233"/>
                </a:moveTo>
                <a:lnTo>
                  <a:pt x="46567" y="41497"/>
                </a:lnTo>
                <a:lnTo>
                  <a:pt x="47534" y="42465"/>
                </a:lnTo>
                <a:lnTo>
                  <a:pt x="47835" y="42598"/>
                </a:lnTo>
                <a:lnTo>
                  <a:pt x="49202" y="42598"/>
                </a:lnTo>
                <a:close/>
                <a:moveTo>
                  <a:pt x="45767" y="45233"/>
                </a:moveTo>
                <a:lnTo>
                  <a:pt x="43131" y="42598"/>
                </a:lnTo>
                <a:lnTo>
                  <a:pt x="44532" y="42598"/>
                </a:lnTo>
                <a:lnTo>
                  <a:pt x="44699" y="42598"/>
                </a:lnTo>
                <a:lnTo>
                  <a:pt x="45767" y="41497"/>
                </a:lnTo>
                <a:close/>
                <a:moveTo>
                  <a:pt x="45767" y="47135"/>
                </a:moveTo>
                <a:lnTo>
                  <a:pt x="45767" y="50871"/>
                </a:lnTo>
                <a:lnTo>
                  <a:pt x="44699" y="49770"/>
                </a:lnTo>
                <a:lnTo>
                  <a:pt x="43131" y="49770"/>
                </a:lnTo>
                <a:close/>
                <a:moveTo>
                  <a:pt x="45767" y="76022"/>
                </a:moveTo>
                <a:lnTo>
                  <a:pt x="43131" y="73387"/>
                </a:lnTo>
                <a:lnTo>
                  <a:pt x="44699" y="73387"/>
                </a:lnTo>
                <a:lnTo>
                  <a:pt x="45767" y="72286"/>
                </a:lnTo>
                <a:close/>
                <a:moveTo>
                  <a:pt x="43798" y="71285"/>
                </a:moveTo>
                <a:lnTo>
                  <a:pt x="45767" y="69317"/>
                </a:lnTo>
                <a:lnTo>
                  <a:pt x="45767" y="71152"/>
                </a:lnTo>
                <a:lnTo>
                  <a:pt x="44366" y="72586"/>
                </a:lnTo>
                <a:lnTo>
                  <a:pt x="42364" y="72586"/>
                </a:lnTo>
                <a:lnTo>
                  <a:pt x="41030" y="71285"/>
                </a:lnTo>
                <a:close/>
                <a:moveTo>
                  <a:pt x="42564" y="75321"/>
                </a:moveTo>
                <a:lnTo>
                  <a:pt x="42564" y="73954"/>
                </a:lnTo>
                <a:lnTo>
                  <a:pt x="45233" y="76589"/>
                </a:lnTo>
                <a:lnTo>
                  <a:pt x="41497" y="76589"/>
                </a:lnTo>
                <a:lnTo>
                  <a:pt x="42464" y="75588"/>
                </a:lnTo>
                <a:close/>
                <a:moveTo>
                  <a:pt x="45233" y="77356"/>
                </a:moveTo>
                <a:lnTo>
                  <a:pt x="42564" y="80025"/>
                </a:lnTo>
                <a:lnTo>
                  <a:pt x="42564" y="78457"/>
                </a:lnTo>
                <a:lnTo>
                  <a:pt x="41497" y="77356"/>
                </a:lnTo>
                <a:close/>
                <a:moveTo>
                  <a:pt x="45767" y="77923"/>
                </a:moveTo>
                <a:lnTo>
                  <a:pt x="45767" y="81659"/>
                </a:lnTo>
                <a:lnTo>
                  <a:pt x="44699" y="80559"/>
                </a:lnTo>
                <a:lnTo>
                  <a:pt x="44532" y="80559"/>
                </a:lnTo>
                <a:lnTo>
                  <a:pt x="43131" y="80559"/>
                </a:lnTo>
                <a:close/>
                <a:moveTo>
                  <a:pt x="46567" y="77923"/>
                </a:moveTo>
                <a:lnTo>
                  <a:pt x="49202" y="80559"/>
                </a:lnTo>
                <a:lnTo>
                  <a:pt x="47835" y="80559"/>
                </a:lnTo>
                <a:lnTo>
                  <a:pt x="47568" y="80692"/>
                </a:lnTo>
                <a:lnTo>
                  <a:pt x="46567" y="81659"/>
                </a:lnTo>
                <a:lnTo>
                  <a:pt x="46567" y="77923"/>
                </a:lnTo>
                <a:close/>
                <a:moveTo>
                  <a:pt x="46567" y="76022"/>
                </a:moveTo>
                <a:lnTo>
                  <a:pt x="46567" y="72286"/>
                </a:lnTo>
                <a:lnTo>
                  <a:pt x="47534" y="73253"/>
                </a:lnTo>
                <a:lnTo>
                  <a:pt x="47835" y="73387"/>
                </a:lnTo>
                <a:lnTo>
                  <a:pt x="49202" y="73387"/>
                </a:lnTo>
                <a:close/>
                <a:moveTo>
                  <a:pt x="57475" y="66582"/>
                </a:moveTo>
                <a:lnTo>
                  <a:pt x="59510" y="66582"/>
                </a:lnTo>
                <a:lnTo>
                  <a:pt x="61178" y="68283"/>
                </a:lnTo>
                <a:lnTo>
                  <a:pt x="61178" y="76022"/>
                </a:lnTo>
                <a:lnTo>
                  <a:pt x="57475" y="72286"/>
                </a:lnTo>
                <a:close/>
                <a:moveTo>
                  <a:pt x="61978" y="68283"/>
                </a:moveTo>
                <a:lnTo>
                  <a:pt x="63646" y="66582"/>
                </a:lnTo>
                <a:lnTo>
                  <a:pt x="65681" y="66582"/>
                </a:lnTo>
                <a:lnTo>
                  <a:pt x="65681" y="72286"/>
                </a:lnTo>
                <a:lnTo>
                  <a:pt x="61978" y="76022"/>
                </a:lnTo>
                <a:close/>
                <a:moveTo>
                  <a:pt x="74620" y="71285"/>
                </a:moveTo>
                <a:lnTo>
                  <a:pt x="76589" y="69317"/>
                </a:lnTo>
                <a:lnTo>
                  <a:pt x="76589" y="71152"/>
                </a:lnTo>
                <a:lnTo>
                  <a:pt x="75154" y="72586"/>
                </a:lnTo>
                <a:lnTo>
                  <a:pt x="73153" y="72586"/>
                </a:lnTo>
                <a:lnTo>
                  <a:pt x="71818" y="71285"/>
                </a:lnTo>
                <a:close/>
                <a:moveTo>
                  <a:pt x="73386" y="75321"/>
                </a:moveTo>
                <a:lnTo>
                  <a:pt x="73386" y="73954"/>
                </a:lnTo>
                <a:lnTo>
                  <a:pt x="76021" y="76589"/>
                </a:lnTo>
                <a:lnTo>
                  <a:pt x="72285" y="76589"/>
                </a:lnTo>
                <a:lnTo>
                  <a:pt x="73253" y="75588"/>
                </a:lnTo>
                <a:close/>
                <a:moveTo>
                  <a:pt x="76021" y="77356"/>
                </a:moveTo>
                <a:lnTo>
                  <a:pt x="73386" y="80025"/>
                </a:lnTo>
                <a:lnTo>
                  <a:pt x="73386" y="78457"/>
                </a:lnTo>
                <a:lnTo>
                  <a:pt x="72285" y="77356"/>
                </a:lnTo>
                <a:close/>
                <a:moveTo>
                  <a:pt x="76589" y="77923"/>
                </a:moveTo>
                <a:lnTo>
                  <a:pt x="76589" y="81659"/>
                </a:lnTo>
                <a:lnTo>
                  <a:pt x="75588" y="80692"/>
                </a:lnTo>
                <a:lnTo>
                  <a:pt x="75321" y="80559"/>
                </a:lnTo>
                <a:lnTo>
                  <a:pt x="73920" y="80559"/>
                </a:lnTo>
                <a:close/>
                <a:moveTo>
                  <a:pt x="77356" y="77923"/>
                </a:moveTo>
                <a:lnTo>
                  <a:pt x="80024" y="80559"/>
                </a:lnTo>
                <a:lnTo>
                  <a:pt x="78623" y="80559"/>
                </a:lnTo>
                <a:lnTo>
                  <a:pt x="78457" y="80559"/>
                </a:lnTo>
                <a:lnTo>
                  <a:pt x="77356" y="81659"/>
                </a:lnTo>
                <a:lnTo>
                  <a:pt x="77356" y="77923"/>
                </a:lnTo>
                <a:close/>
                <a:moveTo>
                  <a:pt x="77356" y="76022"/>
                </a:moveTo>
                <a:lnTo>
                  <a:pt x="77356" y="72286"/>
                </a:lnTo>
                <a:lnTo>
                  <a:pt x="78457" y="73387"/>
                </a:lnTo>
                <a:lnTo>
                  <a:pt x="80024" y="73387"/>
                </a:lnTo>
                <a:close/>
                <a:moveTo>
                  <a:pt x="88264" y="66582"/>
                </a:moveTo>
                <a:lnTo>
                  <a:pt x="90298" y="66582"/>
                </a:lnTo>
                <a:lnTo>
                  <a:pt x="91966" y="68283"/>
                </a:lnTo>
                <a:lnTo>
                  <a:pt x="91966" y="76022"/>
                </a:lnTo>
                <a:lnTo>
                  <a:pt x="88264" y="72286"/>
                </a:lnTo>
                <a:close/>
                <a:moveTo>
                  <a:pt x="92767" y="68283"/>
                </a:moveTo>
                <a:lnTo>
                  <a:pt x="94435" y="66582"/>
                </a:lnTo>
                <a:lnTo>
                  <a:pt x="96469" y="66582"/>
                </a:lnTo>
                <a:lnTo>
                  <a:pt x="96469" y="72286"/>
                </a:lnTo>
                <a:lnTo>
                  <a:pt x="92767" y="76022"/>
                </a:lnTo>
                <a:close/>
                <a:moveTo>
                  <a:pt x="105409" y="71285"/>
                </a:moveTo>
                <a:lnTo>
                  <a:pt x="107377" y="69317"/>
                </a:lnTo>
                <a:lnTo>
                  <a:pt x="107377" y="71152"/>
                </a:lnTo>
                <a:lnTo>
                  <a:pt x="105943" y="72586"/>
                </a:lnTo>
                <a:lnTo>
                  <a:pt x="103941" y="72586"/>
                </a:lnTo>
                <a:lnTo>
                  <a:pt x="102607" y="71285"/>
                </a:lnTo>
                <a:close/>
                <a:moveTo>
                  <a:pt x="104175" y="75321"/>
                </a:moveTo>
                <a:lnTo>
                  <a:pt x="104175" y="73954"/>
                </a:lnTo>
                <a:lnTo>
                  <a:pt x="106810" y="76589"/>
                </a:lnTo>
                <a:lnTo>
                  <a:pt x="103074" y="76589"/>
                </a:lnTo>
                <a:lnTo>
                  <a:pt x="104041" y="75588"/>
                </a:lnTo>
                <a:close/>
                <a:moveTo>
                  <a:pt x="106810" y="77356"/>
                </a:moveTo>
                <a:lnTo>
                  <a:pt x="104175" y="80025"/>
                </a:lnTo>
                <a:lnTo>
                  <a:pt x="104175" y="78457"/>
                </a:lnTo>
                <a:lnTo>
                  <a:pt x="103074" y="77356"/>
                </a:lnTo>
                <a:close/>
                <a:moveTo>
                  <a:pt x="107377" y="77923"/>
                </a:moveTo>
                <a:lnTo>
                  <a:pt x="107377" y="81659"/>
                </a:lnTo>
                <a:lnTo>
                  <a:pt x="106276" y="80559"/>
                </a:lnTo>
                <a:lnTo>
                  <a:pt x="106110" y="80559"/>
                </a:lnTo>
                <a:lnTo>
                  <a:pt x="104709" y="80559"/>
                </a:lnTo>
                <a:close/>
                <a:moveTo>
                  <a:pt x="108144" y="77923"/>
                </a:moveTo>
                <a:lnTo>
                  <a:pt x="110813" y="80559"/>
                </a:lnTo>
                <a:lnTo>
                  <a:pt x="109412" y="80559"/>
                </a:lnTo>
                <a:lnTo>
                  <a:pt x="109145" y="80692"/>
                </a:lnTo>
                <a:lnTo>
                  <a:pt x="108144" y="81659"/>
                </a:lnTo>
                <a:lnTo>
                  <a:pt x="108144" y="77923"/>
                </a:lnTo>
                <a:close/>
                <a:moveTo>
                  <a:pt x="108144" y="76022"/>
                </a:moveTo>
                <a:lnTo>
                  <a:pt x="108144" y="72286"/>
                </a:lnTo>
                <a:lnTo>
                  <a:pt x="109145" y="73253"/>
                </a:lnTo>
                <a:lnTo>
                  <a:pt x="109412" y="73387"/>
                </a:lnTo>
                <a:lnTo>
                  <a:pt x="110813" y="73387"/>
                </a:lnTo>
                <a:close/>
                <a:moveTo>
                  <a:pt x="119052" y="66582"/>
                </a:moveTo>
                <a:lnTo>
                  <a:pt x="121087" y="66582"/>
                </a:lnTo>
                <a:lnTo>
                  <a:pt x="122755" y="68283"/>
                </a:lnTo>
                <a:lnTo>
                  <a:pt x="122755" y="76022"/>
                </a:lnTo>
                <a:lnTo>
                  <a:pt x="119052" y="72286"/>
                </a:lnTo>
                <a:close/>
                <a:moveTo>
                  <a:pt x="123555" y="68283"/>
                </a:moveTo>
                <a:lnTo>
                  <a:pt x="125223" y="66582"/>
                </a:lnTo>
                <a:lnTo>
                  <a:pt x="127258" y="66582"/>
                </a:lnTo>
                <a:lnTo>
                  <a:pt x="127258" y="72286"/>
                </a:lnTo>
                <a:lnTo>
                  <a:pt x="123555" y="76022"/>
                </a:lnTo>
                <a:lnTo>
                  <a:pt x="123555" y="68283"/>
                </a:lnTo>
                <a:close/>
                <a:moveTo>
                  <a:pt x="136198" y="71285"/>
                </a:moveTo>
                <a:lnTo>
                  <a:pt x="138166" y="69317"/>
                </a:lnTo>
                <a:lnTo>
                  <a:pt x="138166" y="71152"/>
                </a:lnTo>
                <a:lnTo>
                  <a:pt x="136731" y="72586"/>
                </a:lnTo>
                <a:lnTo>
                  <a:pt x="134730" y="72586"/>
                </a:lnTo>
                <a:lnTo>
                  <a:pt x="133396" y="71285"/>
                </a:lnTo>
                <a:close/>
                <a:moveTo>
                  <a:pt x="134964" y="75321"/>
                </a:moveTo>
                <a:lnTo>
                  <a:pt x="134964" y="73954"/>
                </a:lnTo>
                <a:lnTo>
                  <a:pt x="137599" y="76589"/>
                </a:lnTo>
                <a:lnTo>
                  <a:pt x="133863" y="76589"/>
                </a:lnTo>
                <a:lnTo>
                  <a:pt x="134830" y="75588"/>
                </a:lnTo>
                <a:close/>
                <a:moveTo>
                  <a:pt x="137599" y="77356"/>
                </a:moveTo>
                <a:lnTo>
                  <a:pt x="134964" y="80025"/>
                </a:lnTo>
                <a:lnTo>
                  <a:pt x="134964" y="78457"/>
                </a:lnTo>
                <a:lnTo>
                  <a:pt x="133863" y="77356"/>
                </a:lnTo>
                <a:close/>
                <a:moveTo>
                  <a:pt x="138166" y="77923"/>
                </a:moveTo>
                <a:lnTo>
                  <a:pt x="138166" y="81659"/>
                </a:lnTo>
                <a:lnTo>
                  <a:pt x="137165" y="80692"/>
                </a:lnTo>
                <a:lnTo>
                  <a:pt x="136898" y="80559"/>
                </a:lnTo>
                <a:lnTo>
                  <a:pt x="135531" y="80559"/>
                </a:lnTo>
                <a:close/>
                <a:moveTo>
                  <a:pt x="138933" y="77923"/>
                </a:moveTo>
                <a:lnTo>
                  <a:pt x="141602" y="80559"/>
                </a:lnTo>
                <a:lnTo>
                  <a:pt x="140201" y="80559"/>
                </a:lnTo>
                <a:lnTo>
                  <a:pt x="140034" y="80559"/>
                </a:lnTo>
                <a:lnTo>
                  <a:pt x="138933" y="81659"/>
                </a:lnTo>
                <a:close/>
                <a:moveTo>
                  <a:pt x="138933" y="76022"/>
                </a:moveTo>
                <a:lnTo>
                  <a:pt x="138933" y="72286"/>
                </a:lnTo>
                <a:lnTo>
                  <a:pt x="140034" y="73387"/>
                </a:lnTo>
                <a:lnTo>
                  <a:pt x="141602" y="73387"/>
                </a:lnTo>
                <a:close/>
                <a:moveTo>
                  <a:pt x="149841" y="66582"/>
                </a:moveTo>
                <a:lnTo>
                  <a:pt x="151876" y="66582"/>
                </a:lnTo>
                <a:lnTo>
                  <a:pt x="153543" y="68283"/>
                </a:lnTo>
                <a:lnTo>
                  <a:pt x="153543" y="76022"/>
                </a:lnTo>
                <a:lnTo>
                  <a:pt x="149841" y="72286"/>
                </a:lnTo>
                <a:lnTo>
                  <a:pt x="149841" y="66582"/>
                </a:lnTo>
                <a:close/>
                <a:moveTo>
                  <a:pt x="154344" y="68283"/>
                </a:moveTo>
                <a:lnTo>
                  <a:pt x="156012" y="66582"/>
                </a:lnTo>
                <a:lnTo>
                  <a:pt x="158047" y="66582"/>
                </a:lnTo>
                <a:lnTo>
                  <a:pt x="158047" y="72286"/>
                </a:lnTo>
                <a:lnTo>
                  <a:pt x="154344" y="76022"/>
                </a:lnTo>
                <a:lnTo>
                  <a:pt x="154344" y="68283"/>
                </a:lnTo>
                <a:close/>
                <a:moveTo>
                  <a:pt x="166986" y="71285"/>
                </a:moveTo>
                <a:lnTo>
                  <a:pt x="168954" y="69317"/>
                </a:lnTo>
                <a:lnTo>
                  <a:pt x="168954" y="71152"/>
                </a:lnTo>
                <a:lnTo>
                  <a:pt x="167520" y="72586"/>
                </a:lnTo>
                <a:lnTo>
                  <a:pt x="165519" y="72586"/>
                </a:lnTo>
                <a:lnTo>
                  <a:pt x="164184" y="71285"/>
                </a:lnTo>
                <a:close/>
                <a:moveTo>
                  <a:pt x="165752" y="75321"/>
                </a:moveTo>
                <a:lnTo>
                  <a:pt x="165752" y="73954"/>
                </a:lnTo>
                <a:lnTo>
                  <a:pt x="168387" y="76589"/>
                </a:lnTo>
                <a:lnTo>
                  <a:pt x="164651" y="76589"/>
                </a:lnTo>
                <a:lnTo>
                  <a:pt x="165619" y="75588"/>
                </a:lnTo>
                <a:close/>
                <a:moveTo>
                  <a:pt x="168387" y="77356"/>
                </a:moveTo>
                <a:lnTo>
                  <a:pt x="165752" y="80025"/>
                </a:lnTo>
                <a:lnTo>
                  <a:pt x="165752" y="78457"/>
                </a:lnTo>
                <a:lnTo>
                  <a:pt x="164651" y="77356"/>
                </a:lnTo>
                <a:close/>
                <a:moveTo>
                  <a:pt x="168954" y="77923"/>
                </a:moveTo>
                <a:lnTo>
                  <a:pt x="168954" y="81659"/>
                </a:lnTo>
                <a:lnTo>
                  <a:pt x="167854" y="80559"/>
                </a:lnTo>
                <a:lnTo>
                  <a:pt x="167687" y="80559"/>
                </a:lnTo>
                <a:lnTo>
                  <a:pt x="166319" y="80559"/>
                </a:lnTo>
                <a:close/>
                <a:moveTo>
                  <a:pt x="169755" y="77923"/>
                </a:moveTo>
                <a:lnTo>
                  <a:pt x="172390" y="80559"/>
                </a:lnTo>
                <a:lnTo>
                  <a:pt x="170989" y="80559"/>
                </a:lnTo>
                <a:lnTo>
                  <a:pt x="170722" y="80692"/>
                </a:lnTo>
                <a:lnTo>
                  <a:pt x="169755" y="81659"/>
                </a:lnTo>
                <a:lnTo>
                  <a:pt x="169755" y="77923"/>
                </a:lnTo>
                <a:close/>
                <a:moveTo>
                  <a:pt x="169755" y="76022"/>
                </a:moveTo>
                <a:lnTo>
                  <a:pt x="169755" y="72286"/>
                </a:lnTo>
                <a:lnTo>
                  <a:pt x="170722" y="73253"/>
                </a:lnTo>
                <a:lnTo>
                  <a:pt x="170989" y="73387"/>
                </a:lnTo>
                <a:lnTo>
                  <a:pt x="172390" y="73387"/>
                </a:lnTo>
                <a:close/>
                <a:moveTo>
                  <a:pt x="180629" y="66582"/>
                </a:moveTo>
                <a:lnTo>
                  <a:pt x="182664" y="66582"/>
                </a:lnTo>
                <a:lnTo>
                  <a:pt x="184332" y="68283"/>
                </a:lnTo>
                <a:lnTo>
                  <a:pt x="184332" y="76022"/>
                </a:lnTo>
                <a:lnTo>
                  <a:pt x="180629" y="72286"/>
                </a:lnTo>
                <a:lnTo>
                  <a:pt x="180629" y="66582"/>
                </a:lnTo>
                <a:close/>
                <a:moveTo>
                  <a:pt x="185133" y="68283"/>
                </a:moveTo>
                <a:lnTo>
                  <a:pt x="186801" y="66582"/>
                </a:lnTo>
                <a:lnTo>
                  <a:pt x="188835" y="66582"/>
                </a:lnTo>
                <a:lnTo>
                  <a:pt x="188835" y="72286"/>
                </a:lnTo>
                <a:lnTo>
                  <a:pt x="185133" y="76022"/>
                </a:lnTo>
                <a:lnTo>
                  <a:pt x="185133" y="68283"/>
                </a:lnTo>
                <a:close/>
                <a:moveTo>
                  <a:pt x="197775" y="71285"/>
                </a:moveTo>
                <a:lnTo>
                  <a:pt x="199743" y="69317"/>
                </a:lnTo>
                <a:lnTo>
                  <a:pt x="199743" y="71152"/>
                </a:lnTo>
                <a:lnTo>
                  <a:pt x="198309" y="72586"/>
                </a:lnTo>
                <a:lnTo>
                  <a:pt x="196307" y="72586"/>
                </a:lnTo>
                <a:lnTo>
                  <a:pt x="194973" y="71285"/>
                </a:lnTo>
                <a:close/>
                <a:moveTo>
                  <a:pt x="199743" y="76022"/>
                </a:moveTo>
                <a:lnTo>
                  <a:pt x="197108" y="73387"/>
                </a:lnTo>
                <a:lnTo>
                  <a:pt x="198476" y="73387"/>
                </a:lnTo>
                <a:lnTo>
                  <a:pt x="198776" y="73253"/>
                </a:lnTo>
                <a:lnTo>
                  <a:pt x="199743" y="72286"/>
                </a:lnTo>
                <a:lnTo>
                  <a:pt x="199743" y="76022"/>
                </a:lnTo>
                <a:close/>
                <a:moveTo>
                  <a:pt x="196541" y="75321"/>
                </a:moveTo>
                <a:lnTo>
                  <a:pt x="196541" y="73954"/>
                </a:lnTo>
                <a:lnTo>
                  <a:pt x="199176" y="76589"/>
                </a:lnTo>
                <a:lnTo>
                  <a:pt x="195440" y="76589"/>
                </a:lnTo>
                <a:lnTo>
                  <a:pt x="196407" y="75588"/>
                </a:lnTo>
                <a:close/>
                <a:moveTo>
                  <a:pt x="199176" y="77356"/>
                </a:moveTo>
                <a:lnTo>
                  <a:pt x="196541" y="80025"/>
                </a:lnTo>
                <a:lnTo>
                  <a:pt x="196541" y="78457"/>
                </a:lnTo>
                <a:lnTo>
                  <a:pt x="195440" y="77356"/>
                </a:lnTo>
                <a:close/>
                <a:moveTo>
                  <a:pt x="199743" y="77923"/>
                </a:moveTo>
                <a:lnTo>
                  <a:pt x="199743" y="81659"/>
                </a:lnTo>
                <a:lnTo>
                  <a:pt x="198776" y="80692"/>
                </a:lnTo>
                <a:lnTo>
                  <a:pt x="198476" y="80559"/>
                </a:lnTo>
                <a:lnTo>
                  <a:pt x="197108" y="80559"/>
                </a:lnTo>
                <a:close/>
                <a:moveTo>
                  <a:pt x="200544" y="77923"/>
                </a:moveTo>
                <a:lnTo>
                  <a:pt x="203179" y="80559"/>
                </a:lnTo>
                <a:lnTo>
                  <a:pt x="201778" y="80559"/>
                </a:lnTo>
                <a:lnTo>
                  <a:pt x="201644" y="80559"/>
                </a:lnTo>
                <a:lnTo>
                  <a:pt x="200544" y="81659"/>
                </a:lnTo>
                <a:close/>
                <a:moveTo>
                  <a:pt x="200544" y="76022"/>
                </a:moveTo>
                <a:lnTo>
                  <a:pt x="200544" y="72286"/>
                </a:lnTo>
                <a:lnTo>
                  <a:pt x="201644" y="73387"/>
                </a:lnTo>
                <a:lnTo>
                  <a:pt x="203179" y="73387"/>
                </a:lnTo>
                <a:close/>
                <a:moveTo>
                  <a:pt x="200544" y="54974"/>
                </a:moveTo>
                <a:lnTo>
                  <a:pt x="202812" y="52672"/>
                </a:lnTo>
                <a:lnTo>
                  <a:pt x="206081" y="52672"/>
                </a:lnTo>
                <a:lnTo>
                  <a:pt x="207749" y="54373"/>
                </a:lnTo>
                <a:lnTo>
                  <a:pt x="203679" y="54373"/>
                </a:lnTo>
                <a:lnTo>
                  <a:pt x="203412" y="54473"/>
                </a:lnTo>
                <a:lnTo>
                  <a:pt x="200544" y="57342"/>
                </a:lnTo>
                <a:close/>
                <a:moveTo>
                  <a:pt x="205848" y="51338"/>
                </a:moveTo>
                <a:lnTo>
                  <a:pt x="204513" y="50003"/>
                </a:lnTo>
                <a:lnTo>
                  <a:pt x="204513" y="48002"/>
                </a:lnTo>
                <a:lnTo>
                  <a:pt x="205948" y="46568"/>
                </a:lnTo>
                <a:lnTo>
                  <a:pt x="207816" y="46568"/>
                </a:lnTo>
                <a:lnTo>
                  <a:pt x="205848" y="48536"/>
                </a:lnTo>
                <a:close/>
                <a:moveTo>
                  <a:pt x="205948" y="45800"/>
                </a:moveTo>
                <a:lnTo>
                  <a:pt x="204513" y="44366"/>
                </a:lnTo>
                <a:lnTo>
                  <a:pt x="204513" y="42365"/>
                </a:lnTo>
                <a:lnTo>
                  <a:pt x="205848" y="41030"/>
                </a:lnTo>
                <a:lnTo>
                  <a:pt x="205848" y="43832"/>
                </a:lnTo>
                <a:lnTo>
                  <a:pt x="207816" y="45800"/>
                </a:lnTo>
                <a:lnTo>
                  <a:pt x="205948" y="45800"/>
                </a:lnTo>
                <a:close/>
                <a:moveTo>
                  <a:pt x="203979" y="41797"/>
                </a:moveTo>
                <a:lnTo>
                  <a:pt x="201945" y="41797"/>
                </a:lnTo>
                <a:lnTo>
                  <a:pt x="200544" y="40363"/>
                </a:lnTo>
                <a:lnTo>
                  <a:pt x="200544" y="38495"/>
                </a:lnTo>
                <a:lnTo>
                  <a:pt x="202512" y="40463"/>
                </a:lnTo>
                <a:lnTo>
                  <a:pt x="202645" y="40463"/>
                </a:lnTo>
                <a:lnTo>
                  <a:pt x="205280" y="40463"/>
                </a:lnTo>
                <a:close/>
                <a:moveTo>
                  <a:pt x="199743" y="40363"/>
                </a:moveTo>
                <a:lnTo>
                  <a:pt x="198309" y="41797"/>
                </a:lnTo>
                <a:lnTo>
                  <a:pt x="196307" y="41797"/>
                </a:lnTo>
                <a:lnTo>
                  <a:pt x="194973" y="40463"/>
                </a:lnTo>
                <a:lnTo>
                  <a:pt x="197775" y="40463"/>
                </a:lnTo>
                <a:lnTo>
                  <a:pt x="199743" y="38495"/>
                </a:lnTo>
                <a:lnTo>
                  <a:pt x="199743" y="40363"/>
                </a:lnTo>
                <a:close/>
                <a:moveTo>
                  <a:pt x="194339" y="46568"/>
                </a:moveTo>
                <a:lnTo>
                  <a:pt x="195740" y="48002"/>
                </a:lnTo>
                <a:lnTo>
                  <a:pt x="195740" y="50003"/>
                </a:lnTo>
                <a:lnTo>
                  <a:pt x="194439" y="51338"/>
                </a:lnTo>
                <a:lnTo>
                  <a:pt x="194439" y="48536"/>
                </a:lnTo>
                <a:lnTo>
                  <a:pt x="192471" y="46568"/>
                </a:lnTo>
                <a:lnTo>
                  <a:pt x="194339" y="46568"/>
                </a:lnTo>
                <a:close/>
                <a:moveTo>
                  <a:pt x="175059" y="48536"/>
                </a:moveTo>
                <a:lnTo>
                  <a:pt x="175059" y="51338"/>
                </a:lnTo>
                <a:lnTo>
                  <a:pt x="173725" y="50003"/>
                </a:lnTo>
                <a:lnTo>
                  <a:pt x="173725" y="48002"/>
                </a:lnTo>
                <a:lnTo>
                  <a:pt x="175159" y="46568"/>
                </a:lnTo>
                <a:lnTo>
                  <a:pt x="177027" y="46568"/>
                </a:lnTo>
                <a:close/>
                <a:moveTo>
                  <a:pt x="175159" y="45800"/>
                </a:moveTo>
                <a:lnTo>
                  <a:pt x="173725" y="44366"/>
                </a:lnTo>
                <a:lnTo>
                  <a:pt x="173725" y="42365"/>
                </a:lnTo>
                <a:lnTo>
                  <a:pt x="175059" y="41030"/>
                </a:lnTo>
                <a:lnTo>
                  <a:pt x="175059" y="43832"/>
                </a:lnTo>
                <a:lnTo>
                  <a:pt x="177027" y="45800"/>
                </a:lnTo>
                <a:lnTo>
                  <a:pt x="175159" y="45800"/>
                </a:lnTo>
                <a:close/>
                <a:moveTo>
                  <a:pt x="173191" y="41797"/>
                </a:moveTo>
                <a:lnTo>
                  <a:pt x="171156" y="41797"/>
                </a:lnTo>
                <a:lnTo>
                  <a:pt x="169755" y="40363"/>
                </a:lnTo>
                <a:lnTo>
                  <a:pt x="169755" y="38495"/>
                </a:lnTo>
                <a:lnTo>
                  <a:pt x="171723" y="40463"/>
                </a:lnTo>
                <a:lnTo>
                  <a:pt x="174492" y="40463"/>
                </a:lnTo>
                <a:close/>
                <a:moveTo>
                  <a:pt x="168954" y="40363"/>
                </a:moveTo>
                <a:lnTo>
                  <a:pt x="167520" y="41797"/>
                </a:lnTo>
                <a:lnTo>
                  <a:pt x="165519" y="41797"/>
                </a:lnTo>
                <a:lnTo>
                  <a:pt x="164184" y="40463"/>
                </a:lnTo>
                <a:lnTo>
                  <a:pt x="166820" y="40463"/>
                </a:lnTo>
                <a:lnTo>
                  <a:pt x="166986" y="40463"/>
                </a:lnTo>
                <a:lnTo>
                  <a:pt x="168954" y="38495"/>
                </a:lnTo>
                <a:lnTo>
                  <a:pt x="168954" y="40363"/>
                </a:lnTo>
                <a:close/>
                <a:moveTo>
                  <a:pt x="163517" y="46568"/>
                </a:moveTo>
                <a:lnTo>
                  <a:pt x="164952" y="48002"/>
                </a:lnTo>
                <a:lnTo>
                  <a:pt x="164952" y="50003"/>
                </a:lnTo>
                <a:lnTo>
                  <a:pt x="163651" y="51338"/>
                </a:lnTo>
                <a:lnTo>
                  <a:pt x="163651" y="48536"/>
                </a:lnTo>
                <a:lnTo>
                  <a:pt x="161649" y="46568"/>
                </a:lnTo>
                <a:lnTo>
                  <a:pt x="163517" y="46568"/>
                </a:lnTo>
                <a:close/>
                <a:moveTo>
                  <a:pt x="144270" y="48536"/>
                </a:moveTo>
                <a:lnTo>
                  <a:pt x="144270" y="51338"/>
                </a:lnTo>
                <a:lnTo>
                  <a:pt x="142936" y="50003"/>
                </a:lnTo>
                <a:lnTo>
                  <a:pt x="142936" y="48002"/>
                </a:lnTo>
                <a:lnTo>
                  <a:pt x="144370" y="46568"/>
                </a:lnTo>
                <a:lnTo>
                  <a:pt x="146238" y="46568"/>
                </a:lnTo>
                <a:close/>
                <a:moveTo>
                  <a:pt x="144370" y="45800"/>
                </a:moveTo>
                <a:lnTo>
                  <a:pt x="142936" y="44366"/>
                </a:lnTo>
                <a:lnTo>
                  <a:pt x="142936" y="42365"/>
                </a:lnTo>
                <a:lnTo>
                  <a:pt x="144270" y="41030"/>
                </a:lnTo>
                <a:lnTo>
                  <a:pt x="144270" y="43832"/>
                </a:lnTo>
                <a:lnTo>
                  <a:pt x="146238" y="45800"/>
                </a:lnTo>
                <a:lnTo>
                  <a:pt x="144370" y="45800"/>
                </a:lnTo>
                <a:close/>
                <a:moveTo>
                  <a:pt x="142369" y="41797"/>
                </a:moveTo>
                <a:lnTo>
                  <a:pt x="140367" y="41797"/>
                </a:lnTo>
                <a:lnTo>
                  <a:pt x="138933" y="40363"/>
                </a:lnTo>
                <a:lnTo>
                  <a:pt x="138933" y="38495"/>
                </a:lnTo>
                <a:lnTo>
                  <a:pt x="140901" y="40463"/>
                </a:lnTo>
                <a:lnTo>
                  <a:pt x="141068" y="40463"/>
                </a:lnTo>
                <a:lnTo>
                  <a:pt x="143703" y="40463"/>
                </a:lnTo>
                <a:close/>
                <a:moveTo>
                  <a:pt x="138166" y="40363"/>
                </a:moveTo>
                <a:lnTo>
                  <a:pt x="136731" y="41797"/>
                </a:lnTo>
                <a:lnTo>
                  <a:pt x="134730" y="41797"/>
                </a:lnTo>
                <a:lnTo>
                  <a:pt x="133396" y="40463"/>
                </a:lnTo>
                <a:lnTo>
                  <a:pt x="136198" y="40463"/>
                </a:lnTo>
                <a:lnTo>
                  <a:pt x="138166" y="38495"/>
                </a:lnTo>
                <a:close/>
                <a:moveTo>
                  <a:pt x="132729" y="46568"/>
                </a:moveTo>
                <a:lnTo>
                  <a:pt x="134163" y="48002"/>
                </a:lnTo>
                <a:lnTo>
                  <a:pt x="134163" y="50003"/>
                </a:lnTo>
                <a:lnTo>
                  <a:pt x="132862" y="51338"/>
                </a:lnTo>
                <a:lnTo>
                  <a:pt x="132862" y="48536"/>
                </a:lnTo>
                <a:lnTo>
                  <a:pt x="130894" y="46568"/>
                </a:lnTo>
                <a:lnTo>
                  <a:pt x="132729" y="46568"/>
                </a:lnTo>
                <a:close/>
                <a:moveTo>
                  <a:pt x="113482" y="48536"/>
                </a:moveTo>
                <a:lnTo>
                  <a:pt x="113482" y="51338"/>
                </a:lnTo>
                <a:lnTo>
                  <a:pt x="112147" y="50003"/>
                </a:lnTo>
                <a:lnTo>
                  <a:pt x="112147" y="48002"/>
                </a:lnTo>
                <a:lnTo>
                  <a:pt x="113582" y="46568"/>
                </a:lnTo>
                <a:lnTo>
                  <a:pt x="115450" y="46568"/>
                </a:lnTo>
                <a:close/>
                <a:moveTo>
                  <a:pt x="113582" y="45800"/>
                </a:moveTo>
                <a:lnTo>
                  <a:pt x="112147" y="44366"/>
                </a:lnTo>
                <a:lnTo>
                  <a:pt x="112147" y="42365"/>
                </a:lnTo>
                <a:lnTo>
                  <a:pt x="113482" y="41030"/>
                </a:lnTo>
                <a:lnTo>
                  <a:pt x="113482" y="43832"/>
                </a:lnTo>
                <a:lnTo>
                  <a:pt x="115450" y="45800"/>
                </a:lnTo>
                <a:lnTo>
                  <a:pt x="113582" y="45800"/>
                </a:lnTo>
                <a:close/>
                <a:moveTo>
                  <a:pt x="111580" y="41797"/>
                </a:moveTo>
                <a:lnTo>
                  <a:pt x="109579" y="41797"/>
                </a:lnTo>
                <a:lnTo>
                  <a:pt x="108144" y="40363"/>
                </a:lnTo>
                <a:lnTo>
                  <a:pt x="108144" y="38495"/>
                </a:lnTo>
                <a:lnTo>
                  <a:pt x="110112" y="40463"/>
                </a:lnTo>
                <a:lnTo>
                  <a:pt x="112914" y="40463"/>
                </a:lnTo>
                <a:close/>
                <a:moveTo>
                  <a:pt x="107377" y="40363"/>
                </a:moveTo>
                <a:lnTo>
                  <a:pt x="105943" y="41797"/>
                </a:lnTo>
                <a:lnTo>
                  <a:pt x="103941" y="41797"/>
                </a:lnTo>
                <a:lnTo>
                  <a:pt x="102607" y="40463"/>
                </a:lnTo>
                <a:lnTo>
                  <a:pt x="105242" y="40463"/>
                </a:lnTo>
                <a:lnTo>
                  <a:pt x="105376" y="40463"/>
                </a:lnTo>
                <a:lnTo>
                  <a:pt x="107344" y="38495"/>
                </a:lnTo>
                <a:lnTo>
                  <a:pt x="107344" y="40363"/>
                </a:lnTo>
                <a:close/>
                <a:moveTo>
                  <a:pt x="101940" y="46568"/>
                </a:moveTo>
                <a:lnTo>
                  <a:pt x="103374" y="48002"/>
                </a:lnTo>
                <a:lnTo>
                  <a:pt x="103374" y="50003"/>
                </a:lnTo>
                <a:lnTo>
                  <a:pt x="102040" y="51338"/>
                </a:lnTo>
                <a:lnTo>
                  <a:pt x="102040" y="48536"/>
                </a:lnTo>
                <a:lnTo>
                  <a:pt x="100072" y="46568"/>
                </a:lnTo>
                <a:lnTo>
                  <a:pt x="101940" y="46568"/>
                </a:lnTo>
                <a:close/>
                <a:moveTo>
                  <a:pt x="82660" y="48536"/>
                </a:moveTo>
                <a:lnTo>
                  <a:pt x="82660" y="51338"/>
                </a:lnTo>
                <a:lnTo>
                  <a:pt x="81359" y="50003"/>
                </a:lnTo>
                <a:lnTo>
                  <a:pt x="81359" y="48002"/>
                </a:lnTo>
                <a:lnTo>
                  <a:pt x="82793" y="46568"/>
                </a:lnTo>
                <a:lnTo>
                  <a:pt x="84628" y="46568"/>
                </a:lnTo>
                <a:close/>
                <a:moveTo>
                  <a:pt x="82793" y="45800"/>
                </a:moveTo>
                <a:lnTo>
                  <a:pt x="81359" y="44366"/>
                </a:lnTo>
                <a:lnTo>
                  <a:pt x="81359" y="42365"/>
                </a:lnTo>
                <a:lnTo>
                  <a:pt x="82660" y="41030"/>
                </a:lnTo>
                <a:lnTo>
                  <a:pt x="82660" y="43832"/>
                </a:lnTo>
                <a:lnTo>
                  <a:pt x="84628" y="45800"/>
                </a:lnTo>
                <a:lnTo>
                  <a:pt x="82793" y="45800"/>
                </a:lnTo>
                <a:close/>
                <a:moveTo>
                  <a:pt x="80792" y="41797"/>
                </a:moveTo>
                <a:lnTo>
                  <a:pt x="78790" y="41797"/>
                </a:lnTo>
                <a:lnTo>
                  <a:pt x="77356" y="40363"/>
                </a:lnTo>
                <a:lnTo>
                  <a:pt x="77356" y="38495"/>
                </a:lnTo>
                <a:lnTo>
                  <a:pt x="79324" y="40463"/>
                </a:lnTo>
                <a:lnTo>
                  <a:pt x="79491" y="40463"/>
                </a:lnTo>
                <a:lnTo>
                  <a:pt x="82092" y="40463"/>
                </a:lnTo>
                <a:close/>
                <a:moveTo>
                  <a:pt x="76589" y="40363"/>
                </a:moveTo>
                <a:lnTo>
                  <a:pt x="75154" y="41797"/>
                </a:lnTo>
                <a:lnTo>
                  <a:pt x="73153" y="41797"/>
                </a:lnTo>
                <a:lnTo>
                  <a:pt x="71818" y="40463"/>
                </a:lnTo>
                <a:lnTo>
                  <a:pt x="74620" y="40463"/>
                </a:lnTo>
                <a:lnTo>
                  <a:pt x="76589" y="38495"/>
                </a:lnTo>
                <a:close/>
                <a:moveTo>
                  <a:pt x="71151" y="46568"/>
                </a:moveTo>
                <a:lnTo>
                  <a:pt x="72586" y="48002"/>
                </a:lnTo>
                <a:lnTo>
                  <a:pt x="72586" y="50003"/>
                </a:lnTo>
                <a:lnTo>
                  <a:pt x="71251" y="51338"/>
                </a:lnTo>
                <a:lnTo>
                  <a:pt x="71251" y="48536"/>
                </a:lnTo>
                <a:lnTo>
                  <a:pt x="69283" y="46568"/>
                </a:lnTo>
                <a:lnTo>
                  <a:pt x="71151" y="46568"/>
                </a:lnTo>
                <a:close/>
                <a:moveTo>
                  <a:pt x="51871" y="48536"/>
                </a:moveTo>
                <a:lnTo>
                  <a:pt x="51871" y="51338"/>
                </a:lnTo>
                <a:lnTo>
                  <a:pt x="50570" y="50003"/>
                </a:lnTo>
                <a:lnTo>
                  <a:pt x="50570" y="48002"/>
                </a:lnTo>
                <a:lnTo>
                  <a:pt x="51971" y="46568"/>
                </a:lnTo>
                <a:lnTo>
                  <a:pt x="53839" y="46568"/>
                </a:lnTo>
                <a:close/>
                <a:moveTo>
                  <a:pt x="51971" y="45800"/>
                </a:moveTo>
                <a:lnTo>
                  <a:pt x="50570" y="44366"/>
                </a:lnTo>
                <a:lnTo>
                  <a:pt x="50570" y="42365"/>
                </a:lnTo>
                <a:lnTo>
                  <a:pt x="51871" y="41030"/>
                </a:lnTo>
                <a:lnTo>
                  <a:pt x="51871" y="43832"/>
                </a:lnTo>
                <a:lnTo>
                  <a:pt x="53839" y="45800"/>
                </a:lnTo>
                <a:lnTo>
                  <a:pt x="51971" y="45800"/>
                </a:lnTo>
                <a:close/>
                <a:moveTo>
                  <a:pt x="50003" y="41797"/>
                </a:moveTo>
                <a:lnTo>
                  <a:pt x="48001" y="41797"/>
                </a:lnTo>
                <a:lnTo>
                  <a:pt x="46567" y="40363"/>
                </a:lnTo>
                <a:lnTo>
                  <a:pt x="46567" y="38495"/>
                </a:lnTo>
                <a:lnTo>
                  <a:pt x="48535" y="40463"/>
                </a:lnTo>
                <a:lnTo>
                  <a:pt x="51337" y="40463"/>
                </a:lnTo>
                <a:close/>
                <a:moveTo>
                  <a:pt x="45767" y="40363"/>
                </a:moveTo>
                <a:lnTo>
                  <a:pt x="44366" y="41797"/>
                </a:lnTo>
                <a:lnTo>
                  <a:pt x="42364" y="41797"/>
                </a:lnTo>
                <a:lnTo>
                  <a:pt x="41030" y="40463"/>
                </a:lnTo>
                <a:lnTo>
                  <a:pt x="43665" y="40463"/>
                </a:lnTo>
                <a:lnTo>
                  <a:pt x="43798" y="40463"/>
                </a:lnTo>
                <a:lnTo>
                  <a:pt x="45767" y="38495"/>
                </a:lnTo>
                <a:close/>
                <a:moveTo>
                  <a:pt x="40363" y="46568"/>
                </a:moveTo>
                <a:lnTo>
                  <a:pt x="41797" y="48002"/>
                </a:lnTo>
                <a:lnTo>
                  <a:pt x="41797" y="50003"/>
                </a:lnTo>
                <a:lnTo>
                  <a:pt x="40463" y="51338"/>
                </a:lnTo>
                <a:lnTo>
                  <a:pt x="40463" y="48536"/>
                </a:lnTo>
                <a:lnTo>
                  <a:pt x="38495" y="46568"/>
                </a:lnTo>
                <a:lnTo>
                  <a:pt x="40363" y="46568"/>
                </a:lnTo>
                <a:close/>
                <a:moveTo>
                  <a:pt x="40229" y="52672"/>
                </a:moveTo>
                <a:lnTo>
                  <a:pt x="43498" y="52672"/>
                </a:lnTo>
                <a:lnTo>
                  <a:pt x="45767" y="54974"/>
                </a:lnTo>
                <a:lnTo>
                  <a:pt x="45767" y="57342"/>
                </a:lnTo>
                <a:lnTo>
                  <a:pt x="42898" y="54473"/>
                </a:lnTo>
                <a:lnTo>
                  <a:pt x="42631" y="54340"/>
                </a:lnTo>
                <a:lnTo>
                  <a:pt x="38561" y="54340"/>
                </a:lnTo>
                <a:close/>
                <a:moveTo>
                  <a:pt x="45767" y="64714"/>
                </a:moveTo>
                <a:lnTo>
                  <a:pt x="42464" y="68016"/>
                </a:lnTo>
                <a:lnTo>
                  <a:pt x="37761" y="68016"/>
                </a:lnTo>
                <a:lnTo>
                  <a:pt x="36226" y="66482"/>
                </a:lnTo>
                <a:lnTo>
                  <a:pt x="41830" y="66482"/>
                </a:lnTo>
                <a:lnTo>
                  <a:pt x="45767" y="62546"/>
                </a:lnTo>
                <a:lnTo>
                  <a:pt x="45767" y="64714"/>
                </a:lnTo>
                <a:close/>
                <a:moveTo>
                  <a:pt x="40463" y="74621"/>
                </a:moveTo>
                <a:lnTo>
                  <a:pt x="40463" y="71819"/>
                </a:lnTo>
                <a:lnTo>
                  <a:pt x="41797" y="73153"/>
                </a:lnTo>
                <a:lnTo>
                  <a:pt x="41797" y="75155"/>
                </a:lnTo>
                <a:lnTo>
                  <a:pt x="40363" y="76589"/>
                </a:lnTo>
                <a:lnTo>
                  <a:pt x="38495" y="76589"/>
                </a:lnTo>
                <a:close/>
                <a:moveTo>
                  <a:pt x="40363" y="77356"/>
                </a:moveTo>
                <a:lnTo>
                  <a:pt x="41797" y="78791"/>
                </a:lnTo>
                <a:lnTo>
                  <a:pt x="41797" y="80792"/>
                </a:lnTo>
                <a:lnTo>
                  <a:pt x="40463" y="82126"/>
                </a:lnTo>
                <a:lnTo>
                  <a:pt x="40463" y="79324"/>
                </a:lnTo>
                <a:lnTo>
                  <a:pt x="38495" y="77356"/>
                </a:lnTo>
                <a:close/>
                <a:moveTo>
                  <a:pt x="42364" y="81359"/>
                </a:moveTo>
                <a:lnTo>
                  <a:pt x="44366" y="81359"/>
                </a:lnTo>
                <a:lnTo>
                  <a:pt x="45767" y="82794"/>
                </a:lnTo>
                <a:lnTo>
                  <a:pt x="45767" y="84662"/>
                </a:lnTo>
                <a:lnTo>
                  <a:pt x="43798" y="82693"/>
                </a:lnTo>
                <a:lnTo>
                  <a:pt x="43665" y="82693"/>
                </a:lnTo>
                <a:lnTo>
                  <a:pt x="41030" y="82693"/>
                </a:lnTo>
                <a:close/>
                <a:moveTo>
                  <a:pt x="46567" y="82794"/>
                </a:moveTo>
                <a:lnTo>
                  <a:pt x="48001" y="81359"/>
                </a:lnTo>
                <a:lnTo>
                  <a:pt x="50003" y="81359"/>
                </a:lnTo>
                <a:lnTo>
                  <a:pt x="51337" y="82693"/>
                </a:lnTo>
                <a:lnTo>
                  <a:pt x="48535" y="82693"/>
                </a:lnTo>
                <a:lnTo>
                  <a:pt x="46567" y="84662"/>
                </a:lnTo>
                <a:lnTo>
                  <a:pt x="46567" y="82794"/>
                </a:lnTo>
                <a:close/>
                <a:moveTo>
                  <a:pt x="51971" y="76589"/>
                </a:moveTo>
                <a:lnTo>
                  <a:pt x="50570" y="75155"/>
                </a:lnTo>
                <a:lnTo>
                  <a:pt x="50570" y="73153"/>
                </a:lnTo>
                <a:lnTo>
                  <a:pt x="51871" y="71819"/>
                </a:lnTo>
                <a:lnTo>
                  <a:pt x="51871" y="74621"/>
                </a:lnTo>
                <a:lnTo>
                  <a:pt x="53839" y="76589"/>
                </a:lnTo>
                <a:close/>
                <a:moveTo>
                  <a:pt x="71251" y="74621"/>
                </a:moveTo>
                <a:lnTo>
                  <a:pt x="71251" y="71819"/>
                </a:lnTo>
                <a:lnTo>
                  <a:pt x="72586" y="73153"/>
                </a:lnTo>
                <a:lnTo>
                  <a:pt x="72586" y="75155"/>
                </a:lnTo>
                <a:lnTo>
                  <a:pt x="71151" y="76589"/>
                </a:lnTo>
                <a:lnTo>
                  <a:pt x="69283" y="76589"/>
                </a:lnTo>
                <a:close/>
                <a:moveTo>
                  <a:pt x="71151" y="77356"/>
                </a:moveTo>
                <a:lnTo>
                  <a:pt x="72586" y="78791"/>
                </a:lnTo>
                <a:lnTo>
                  <a:pt x="72586" y="80792"/>
                </a:lnTo>
                <a:lnTo>
                  <a:pt x="71251" y="82126"/>
                </a:lnTo>
                <a:lnTo>
                  <a:pt x="71251" y="79324"/>
                </a:lnTo>
                <a:lnTo>
                  <a:pt x="69283" y="77356"/>
                </a:lnTo>
                <a:close/>
                <a:moveTo>
                  <a:pt x="73153" y="81359"/>
                </a:moveTo>
                <a:lnTo>
                  <a:pt x="75154" y="81359"/>
                </a:lnTo>
                <a:lnTo>
                  <a:pt x="76555" y="82794"/>
                </a:lnTo>
                <a:lnTo>
                  <a:pt x="76555" y="84662"/>
                </a:lnTo>
                <a:lnTo>
                  <a:pt x="74587" y="82693"/>
                </a:lnTo>
                <a:lnTo>
                  <a:pt x="71818" y="82693"/>
                </a:lnTo>
                <a:close/>
                <a:moveTo>
                  <a:pt x="77356" y="82794"/>
                </a:moveTo>
                <a:lnTo>
                  <a:pt x="78790" y="81359"/>
                </a:lnTo>
                <a:lnTo>
                  <a:pt x="80792" y="81359"/>
                </a:lnTo>
                <a:lnTo>
                  <a:pt x="82126" y="82693"/>
                </a:lnTo>
                <a:lnTo>
                  <a:pt x="79491" y="82693"/>
                </a:lnTo>
                <a:lnTo>
                  <a:pt x="79324" y="82693"/>
                </a:lnTo>
                <a:lnTo>
                  <a:pt x="77356" y="84662"/>
                </a:lnTo>
                <a:lnTo>
                  <a:pt x="77356" y="82794"/>
                </a:lnTo>
                <a:close/>
                <a:moveTo>
                  <a:pt x="82793" y="76589"/>
                </a:moveTo>
                <a:lnTo>
                  <a:pt x="81359" y="75155"/>
                </a:lnTo>
                <a:lnTo>
                  <a:pt x="81359" y="73153"/>
                </a:lnTo>
                <a:lnTo>
                  <a:pt x="82660" y="71819"/>
                </a:lnTo>
                <a:lnTo>
                  <a:pt x="82660" y="74621"/>
                </a:lnTo>
                <a:lnTo>
                  <a:pt x="84628" y="76589"/>
                </a:lnTo>
                <a:close/>
                <a:moveTo>
                  <a:pt x="102040" y="74621"/>
                </a:moveTo>
                <a:lnTo>
                  <a:pt x="102040" y="71819"/>
                </a:lnTo>
                <a:lnTo>
                  <a:pt x="103374" y="73153"/>
                </a:lnTo>
                <a:lnTo>
                  <a:pt x="103374" y="75155"/>
                </a:lnTo>
                <a:lnTo>
                  <a:pt x="101940" y="76589"/>
                </a:lnTo>
                <a:lnTo>
                  <a:pt x="100072" y="76589"/>
                </a:lnTo>
                <a:close/>
                <a:moveTo>
                  <a:pt x="101940" y="77356"/>
                </a:moveTo>
                <a:lnTo>
                  <a:pt x="103374" y="78791"/>
                </a:lnTo>
                <a:lnTo>
                  <a:pt x="103374" y="80792"/>
                </a:lnTo>
                <a:lnTo>
                  <a:pt x="102040" y="82126"/>
                </a:lnTo>
                <a:lnTo>
                  <a:pt x="102040" y="79324"/>
                </a:lnTo>
                <a:lnTo>
                  <a:pt x="100072" y="77356"/>
                </a:lnTo>
                <a:close/>
                <a:moveTo>
                  <a:pt x="103941" y="81359"/>
                </a:moveTo>
                <a:lnTo>
                  <a:pt x="105943" y="81359"/>
                </a:lnTo>
                <a:lnTo>
                  <a:pt x="107377" y="82794"/>
                </a:lnTo>
                <a:lnTo>
                  <a:pt x="107377" y="84662"/>
                </a:lnTo>
                <a:lnTo>
                  <a:pt x="105409" y="82693"/>
                </a:lnTo>
                <a:lnTo>
                  <a:pt x="105242" y="82693"/>
                </a:lnTo>
                <a:lnTo>
                  <a:pt x="102607" y="82693"/>
                </a:lnTo>
                <a:close/>
                <a:moveTo>
                  <a:pt x="108144" y="82794"/>
                </a:moveTo>
                <a:lnTo>
                  <a:pt x="109579" y="81359"/>
                </a:lnTo>
                <a:lnTo>
                  <a:pt x="111580" y="81359"/>
                </a:lnTo>
                <a:lnTo>
                  <a:pt x="112914" y="82693"/>
                </a:lnTo>
                <a:lnTo>
                  <a:pt x="110112" y="82693"/>
                </a:lnTo>
                <a:lnTo>
                  <a:pt x="108144" y="84662"/>
                </a:lnTo>
                <a:close/>
                <a:moveTo>
                  <a:pt x="113582" y="76589"/>
                </a:moveTo>
                <a:lnTo>
                  <a:pt x="112147" y="75155"/>
                </a:lnTo>
                <a:lnTo>
                  <a:pt x="112147" y="73153"/>
                </a:lnTo>
                <a:lnTo>
                  <a:pt x="113482" y="71819"/>
                </a:lnTo>
                <a:lnTo>
                  <a:pt x="113482" y="74621"/>
                </a:lnTo>
                <a:lnTo>
                  <a:pt x="115450" y="76589"/>
                </a:lnTo>
                <a:close/>
                <a:moveTo>
                  <a:pt x="132862" y="74621"/>
                </a:moveTo>
                <a:lnTo>
                  <a:pt x="132862" y="71819"/>
                </a:lnTo>
                <a:lnTo>
                  <a:pt x="134163" y="73153"/>
                </a:lnTo>
                <a:lnTo>
                  <a:pt x="134163" y="75155"/>
                </a:lnTo>
                <a:lnTo>
                  <a:pt x="132729" y="76589"/>
                </a:lnTo>
                <a:lnTo>
                  <a:pt x="130894" y="76589"/>
                </a:lnTo>
                <a:close/>
                <a:moveTo>
                  <a:pt x="132729" y="77356"/>
                </a:moveTo>
                <a:lnTo>
                  <a:pt x="134163" y="78791"/>
                </a:lnTo>
                <a:lnTo>
                  <a:pt x="134163" y="80792"/>
                </a:lnTo>
                <a:lnTo>
                  <a:pt x="132862" y="82126"/>
                </a:lnTo>
                <a:lnTo>
                  <a:pt x="132862" y="79324"/>
                </a:lnTo>
                <a:lnTo>
                  <a:pt x="130894" y="77356"/>
                </a:lnTo>
                <a:close/>
                <a:moveTo>
                  <a:pt x="134730" y="81359"/>
                </a:moveTo>
                <a:lnTo>
                  <a:pt x="136731" y="81359"/>
                </a:lnTo>
                <a:lnTo>
                  <a:pt x="138166" y="82794"/>
                </a:lnTo>
                <a:lnTo>
                  <a:pt x="138166" y="84662"/>
                </a:lnTo>
                <a:lnTo>
                  <a:pt x="136198" y="82693"/>
                </a:lnTo>
                <a:lnTo>
                  <a:pt x="133396" y="82693"/>
                </a:lnTo>
                <a:close/>
                <a:moveTo>
                  <a:pt x="138933" y="82794"/>
                </a:moveTo>
                <a:lnTo>
                  <a:pt x="140367" y="81359"/>
                </a:lnTo>
                <a:lnTo>
                  <a:pt x="142369" y="81359"/>
                </a:lnTo>
                <a:lnTo>
                  <a:pt x="143703" y="82693"/>
                </a:lnTo>
                <a:lnTo>
                  <a:pt x="141068" y="82693"/>
                </a:lnTo>
                <a:lnTo>
                  <a:pt x="140934" y="82693"/>
                </a:lnTo>
                <a:lnTo>
                  <a:pt x="138966" y="84662"/>
                </a:lnTo>
                <a:lnTo>
                  <a:pt x="138966" y="82794"/>
                </a:lnTo>
                <a:close/>
                <a:moveTo>
                  <a:pt x="144370" y="76589"/>
                </a:moveTo>
                <a:lnTo>
                  <a:pt x="142936" y="75155"/>
                </a:lnTo>
                <a:lnTo>
                  <a:pt x="142936" y="73153"/>
                </a:lnTo>
                <a:lnTo>
                  <a:pt x="144270" y="71819"/>
                </a:lnTo>
                <a:lnTo>
                  <a:pt x="144270" y="74621"/>
                </a:lnTo>
                <a:lnTo>
                  <a:pt x="146238" y="76589"/>
                </a:lnTo>
                <a:close/>
                <a:moveTo>
                  <a:pt x="163651" y="74621"/>
                </a:moveTo>
                <a:lnTo>
                  <a:pt x="163651" y="71819"/>
                </a:lnTo>
                <a:lnTo>
                  <a:pt x="164952" y="73153"/>
                </a:lnTo>
                <a:lnTo>
                  <a:pt x="164952" y="75155"/>
                </a:lnTo>
                <a:lnTo>
                  <a:pt x="163551" y="76589"/>
                </a:lnTo>
                <a:lnTo>
                  <a:pt x="161683" y="76589"/>
                </a:lnTo>
                <a:close/>
                <a:moveTo>
                  <a:pt x="163517" y="77356"/>
                </a:moveTo>
                <a:lnTo>
                  <a:pt x="164952" y="78791"/>
                </a:lnTo>
                <a:lnTo>
                  <a:pt x="164952" y="80792"/>
                </a:lnTo>
                <a:lnTo>
                  <a:pt x="163651" y="82126"/>
                </a:lnTo>
                <a:lnTo>
                  <a:pt x="163651" y="79324"/>
                </a:lnTo>
                <a:lnTo>
                  <a:pt x="161649" y="77356"/>
                </a:lnTo>
                <a:close/>
                <a:moveTo>
                  <a:pt x="165519" y="81359"/>
                </a:moveTo>
                <a:lnTo>
                  <a:pt x="167520" y="81359"/>
                </a:lnTo>
                <a:lnTo>
                  <a:pt x="168954" y="82794"/>
                </a:lnTo>
                <a:lnTo>
                  <a:pt x="168954" y="84662"/>
                </a:lnTo>
                <a:lnTo>
                  <a:pt x="166986" y="82693"/>
                </a:lnTo>
                <a:lnTo>
                  <a:pt x="166820" y="82693"/>
                </a:lnTo>
                <a:lnTo>
                  <a:pt x="164218" y="82693"/>
                </a:lnTo>
                <a:close/>
                <a:moveTo>
                  <a:pt x="169755" y="82794"/>
                </a:moveTo>
                <a:lnTo>
                  <a:pt x="171156" y="81359"/>
                </a:lnTo>
                <a:lnTo>
                  <a:pt x="173191" y="81359"/>
                </a:lnTo>
                <a:lnTo>
                  <a:pt x="174492" y="82693"/>
                </a:lnTo>
                <a:lnTo>
                  <a:pt x="171723" y="82693"/>
                </a:lnTo>
                <a:lnTo>
                  <a:pt x="169755" y="84662"/>
                </a:lnTo>
                <a:lnTo>
                  <a:pt x="169755" y="82794"/>
                </a:lnTo>
                <a:close/>
                <a:moveTo>
                  <a:pt x="175159" y="76589"/>
                </a:moveTo>
                <a:lnTo>
                  <a:pt x="173725" y="75155"/>
                </a:lnTo>
                <a:lnTo>
                  <a:pt x="173725" y="73153"/>
                </a:lnTo>
                <a:lnTo>
                  <a:pt x="175059" y="71819"/>
                </a:lnTo>
                <a:lnTo>
                  <a:pt x="175059" y="74621"/>
                </a:lnTo>
                <a:lnTo>
                  <a:pt x="177027" y="76589"/>
                </a:lnTo>
                <a:close/>
                <a:moveTo>
                  <a:pt x="194439" y="74621"/>
                </a:moveTo>
                <a:lnTo>
                  <a:pt x="194439" y="71819"/>
                </a:lnTo>
                <a:lnTo>
                  <a:pt x="195740" y="73153"/>
                </a:lnTo>
                <a:lnTo>
                  <a:pt x="195740" y="75155"/>
                </a:lnTo>
                <a:lnTo>
                  <a:pt x="194339" y="76589"/>
                </a:lnTo>
                <a:lnTo>
                  <a:pt x="192471" y="76589"/>
                </a:lnTo>
                <a:close/>
                <a:moveTo>
                  <a:pt x="194339" y="77356"/>
                </a:moveTo>
                <a:lnTo>
                  <a:pt x="195740" y="78791"/>
                </a:lnTo>
                <a:lnTo>
                  <a:pt x="195740" y="80792"/>
                </a:lnTo>
                <a:lnTo>
                  <a:pt x="194439" y="82126"/>
                </a:lnTo>
                <a:lnTo>
                  <a:pt x="194439" y="79324"/>
                </a:lnTo>
                <a:lnTo>
                  <a:pt x="192471" y="77356"/>
                </a:lnTo>
                <a:close/>
                <a:moveTo>
                  <a:pt x="196307" y="81359"/>
                </a:moveTo>
                <a:lnTo>
                  <a:pt x="198309" y="81359"/>
                </a:lnTo>
                <a:lnTo>
                  <a:pt x="199743" y="82794"/>
                </a:lnTo>
                <a:lnTo>
                  <a:pt x="199743" y="84662"/>
                </a:lnTo>
                <a:lnTo>
                  <a:pt x="197775" y="82693"/>
                </a:lnTo>
                <a:lnTo>
                  <a:pt x="195006" y="82693"/>
                </a:lnTo>
                <a:close/>
                <a:moveTo>
                  <a:pt x="200544" y="82794"/>
                </a:moveTo>
                <a:lnTo>
                  <a:pt x="201945" y="81359"/>
                </a:lnTo>
                <a:lnTo>
                  <a:pt x="203979" y="81359"/>
                </a:lnTo>
                <a:lnTo>
                  <a:pt x="205280" y="82693"/>
                </a:lnTo>
                <a:lnTo>
                  <a:pt x="202679" y="82693"/>
                </a:lnTo>
                <a:lnTo>
                  <a:pt x="202512" y="82693"/>
                </a:lnTo>
                <a:lnTo>
                  <a:pt x="200544" y="84662"/>
                </a:lnTo>
                <a:lnTo>
                  <a:pt x="200544" y="82794"/>
                </a:lnTo>
                <a:close/>
                <a:moveTo>
                  <a:pt x="205948" y="76589"/>
                </a:moveTo>
                <a:lnTo>
                  <a:pt x="204513" y="75155"/>
                </a:lnTo>
                <a:lnTo>
                  <a:pt x="204513" y="73153"/>
                </a:lnTo>
                <a:lnTo>
                  <a:pt x="205848" y="71819"/>
                </a:lnTo>
                <a:lnTo>
                  <a:pt x="205848" y="74588"/>
                </a:lnTo>
                <a:lnTo>
                  <a:pt x="207816" y="76556"/>
                </a:lnTo>
                <a:lnTo>
                  <a:pt x="205948" y="76556"/>
                </a:lnTo>
                <a:close/>
                <a:moveTo>
                  <a:pt x="206081" y="70485"/>
                </a:moveTo>
                <a:lnTo>
                  <a:pt x="202812" y="70485"/>
                </a:lnTo>
                <a:lnTo>
                  <a:pt x="200544" y="68183"/>
                </a:lnTo>
                <a:lnTo>
                  <a:pt x="200544" y="65815"/>
                </a:lnTo>
                <a:lnTo>
                  <a:pt x="203412" y="68683"/>
                </a:lnTo>
                <a:lnTo>
                  <a:pt x="203679" y="68817"/>
                </a:lnTo>
                <a:lnTo>
                  <a:pt x="207749" y="68817"/>
                </a:lnTo>
                <a:close/>
                <a:moveTo>
                  <a:pt x="200544" y="58476"/>
                </a:moveTo>
                <a:lnTo>
                  <a:pt x="203846" y="55140"/>
                </a:lnTo>
                <a:lnTo>
                  <a:pt x="208549" y="55140"/>
                </a:lnTo>
                <a:lnTo>
                  <a:pt x="210084" y="56675"/>
                </a:lnTo>
                <a:lnTo>
                  <a:pt x="204480" y="56675"/>
                </a:lnTo>
                <a:lnTo>
                  <a:pt x="200544" y="60611"/>
                </a:lnTo>
                <a:close/>
                <a:moveTo>
                  <a:pt x="208316" y="53806"/>
                </a:moveTo>
                <a:lnTo>
                  <a:pt x="206615" y="52105"/>
                </a:lnTo>
                <a:lnTo>
                  <a:pt x="206615" y="48869"/>
                </a:lnTo>
                <a:lnTo>
                  <a:pt x="208916" y="46568"/>
                </a:lnTo>
                <a:lnTo>
                  <a:pt x="211285" y="46568"/>
                </a:lnTo>
                <a:lnTo>
                  <a:pt x="208316" y="49570"/>
                </a:lnTo>
                <a:lnTo>
                  <a:pt x="208316" y="53806"/>
                </a:lnTo>
                <a:close/>
                <a:moveTo>
                  <a:pt x="208916" y="45800"/>
                </a:moveTo>
                <a:lnTo>
                  <a:pt x="206648" y="43499"/>
                </a:lnTo>
                <a:lnTo>
                  <a:pt x="206648" y="40230"/>
                </a:lnTo>
                <a:lnTo>
                  <a:pt x="208316" y="38562"/>
                </a:lnTo>
                <a:lnTo>
                  <a:pt x="208316" y="42798"/>
                </a:lnTo>
                <a:lnTo>
                  <a:pt x="211285" y="45800"/>
                </a:lnTo>
                <a:close/>
                <a:moveTo>
                  <a:pt x="206081" y="39696"/>
                </a:moveTo>
                <a:lnTo>
                  <a:pt x="202812" y="39696"/>
                </a:lnTo>
                <a:lnTo>
                  <a:pt x="200544" y="37394"/>
                </a:lnTo>
                <a:lnTo>
                  <a:pt x="200544" y="35026"/>
                </a:lnTo>
                <a:lnTo>
                  <a:pt x="203512" y="38028"/>
                </a:lnTo>
                <a:lnTo>
                  <a:pt x="203679" y="38028"/>
                </a:lnTo>
                <a:lnTo>
                  <a:pt x="207749" y="38028"/>
                </a:lnTo>
                <a:close/>
                <a:moveTo>
                  <a:pt x="199743" y="37394"/>
                </a:moveTo>
                <a:lnTo>
                  <a:pt x="197441" y="39696"/>
                </a:lnTo>
                <a:lnTo>
                  <a:pt x="194206" y="39696"/>
                </a:lnTo>
                <a:lnTo>
                  <a:pt x="192538" y="37995"/>
                </a:lnTo>
                <a:lnTo>
                  <a:pt x="196741" y="37995"/>
                </a:lnTo>
                <a:lnTo>
                  <a:pt x="199743" y="35026"/>
                </a:lnTo>
                <a:close/>
                <a:moveTo>
                  <a:pt x="193639" y="40263"/>
                </a:moveTo>
                <a:lnTo>
                  <a:pt x="193639" y="43499"/>
                </a:lnTo>
                <a:lnTo>
                  <a:pt x="191337" y="45800"/>
                </a:lnTo>
                <a:lnTo>
                  <a:pt x="188969" y="45800"/>
                </a:lnTo>
                <a:lnTo>
                  <a:pt x="191837" y="42932"/>
                </a:lnTo>
                <a:lnTo>
                  <a:pt x="191971" y="42631"/>
                </a:lnTo>
                <a:lnTo>
                  <a:pt x="191971" y="38562"/>
                </a:lnTo>
                <a:close/>
                <a:moveTo>
                  <a:pt x="177627" y="42932"/>
                </a:moveTo>
                <a:lnTo>
                  <a:pt x="180496" y="45800"/>
                </a:lnTo>
                <a:lnTo>
                  <a:pt x="178128" y="45800"/>
                </a:lnTo>
                <a:lnTo>
                  <a:pt x="175826" y="43499"/>
                </a:lnTo>
                <a:lnTo>
                  <a:pt x="175826" y="40230"/>
                </a:lnTo>
                <a:lnTo>
                  <a:pt x="177527" y="38562"/>
                </a:lnTo>
                <a:lnTo>
                  <a:pt x="177527" y="42631"/>
                </a:lnTo>
                <a:close/>
                <a:moveTo>
                  <a:pt x="175292" y="39696"/>
                </a:moveTo>
                <a:lnTo>
                  <a:pt x="172023" y="39696"/>
                </a:lnTo>
                <a:lnTo>
                  <a:pt x="169755" y="37394"/>
                </a:lnTo>
                <a:lnTo>
                  <a:pt x="169755" y="35026"/>
                </a:lnTo>
                <a:lnTo>
                  <a:pt x="172724" y="38028"/>
                </a:lnTo>
                <a:lnTo>
                  <a:pt x="176960" y="38028"/>
                </a:lnTo>
                <a:close/>
                <a:moveTo>
                  <a:pt x="168954" y="37394"/>
                </a:moveTo>
                <a:lnTo>
                  <a:pt x="166653" y="39696"/>
                </a:lnTo>
                <a:lnTo>
                  <a:pt x="163417" y="39696"/>
                </a:lnTo>
                <a:lnTo>
                  <a:pt x="161716" y="37995"/>
                </a:lnTo>
                <a:lnTo>
                  <a:pt x="165786" y="37995"/>
                </a:lnTo>
                <a:lnTo>
                  <a:pt x="165952" y="37995"/>
                </a:lnTo>
                <a:lnTo>
                  <a:pt x="168954" y="35026"/>
                </a:lnTo>
                <a:close/>
                <a:moveTo>
                  <a:pt x="162850" y="40263"/>
                </a:moveTo>
                <a:lnTo>
                  <a:pt x="162850" y="43499"/>
                </a:lnTo>
                <a:lnTo>
                  <a:pt x="160548" y="45800"/>
                </a:lnTo>
                <a:lnTo>
                  <a:pt x="158180" y="45800"/>
                </a:lnTo>
                <a:lnTo>
                  <a:pt x="161182" y="42798"/>
                </a:lnTo>
                <a:lnTo>
                  <a:pt x="161182" y="38562"/>
                </a:lnTo>
                <a:close/>
                <a:moveTo>
                  <a:pt x="149707" y="45800"/>
                </a:moveTo>
                <a:lnTo>
                  <a:pt x="147339" y="45800"/>
                </a:lnTo>
                <a:lnTo>
                  <a:pt x="145037" y="43499"/>
                </a:lnTo>
                <a:lnTo>
                  <a:pt x="145037" y="40230"/>
                </a:lnTo>
                <a:lnTo>
                  <a:pt x="146739" y="38562"/>
                </a:lnTo>
                <a:lnTo>
                  <a:pt x="146739" y="42798"/>
                </a:lnTo>
                <a:close/>
                <a:moveTo>
                  <a:pt x="144504" y="39696"/>
                </a:moveTo>
                <a:lnTo>
                  <a:pt x="141235" y="39696"/>
                </a:lnTo>
                <a:lnTo>
                  <a:pt x="138933" y="37394"/>
                </a:lnTo>
                <a:lnTo>
                  <a:pt x="138933" y="35026"/>
                </a:lnTo>
                <a:lnTo>
                  <a:pt x="141935" y="38028"/>
                </a:lnTo>
                <a:lnTo>
                  <a:pt x="142102" y="38028"/>
                </a:lnTo>
                <a:lnTo>
                  <a:pt x="146172" y="38028"/>
                </a:lnTo>
                <a:close/>
                <a:moveTo>
                  <a:pt x="138166" y="37394"/>
                </a:moveTo>
                <a:lnTo>
                  <a:pt x="135864" y="39696"/>
                </a:lnTo>
                <a:lnTo>
                  <a:pt x="132629" y="39696"/>
                </a:lnTo>
                <a:lnTo>
                  <a:pt x="130927" y="37995"/>
                </a:lnTo>
                <a:lnTo>
                  <a:pt x="135164" y="37995"/>
                </a:lnTo>
                <a:lnTo>
                  <a:pt x="138166" y="35026"/>
                </a:lnTo>
                <a:close/>
                <a:moveTo>
                  <a:pt x="132061" y="40263"/>
                </a:moveTo>
                <a:lnTo>
                  <a:pt x="132061" y="43499"/>
                </a:lnTo>
                <a:lnTo>
                  <a:pt x="129760" y="45800"/>
                </a:lnTo>
                <a:lnTo>
                  <a:pt x="127391" y="45800"/>
                </a:lnTo>
                <a:lnTo>
                  <a:pt x="130260" y="42932"/>
                </a:lnTo>
                <a:lnTo>
                  <a:pt x="130394" y="42631"/>
                </a:lnTo>
                <a:lnTo>
                  <a:pt x="130394" y="38562"/>
                </a:lnTo>
                <a:close/>
                <a:moveTo>
                  <a:pt x="116050" y="42932"/>
                </a:moveTo>
                <a:lnTo>
                  <a:pt x="118919" y="45800"/>
                </a:lnTo>
                <a:lnTo>
                  <a:pt x="116550" y="45800"/>
                </a:lnTo>
                <a:lnTo>
                  <a:pt x="114249" y="43499"/>
                </a:lnTo>
                <a:lnTo>
                  <a:pt x="114249" y="40230"/>
                </a:lnTo>
                <a:lnTo>
                  <a:pt x="115917" y="38562"/>
                </a:lnTo>
                <a:lnTo>
                  <a:pt x="115917" y="42631"/>
                </a:lnTo>
                <a:close/>
                <a:moveTo>
                  <a:pt x="113682" y="39696"/>
                </a:moveTo>
                <a:lnTo>
                  <a:pt x="110446" y="39696"/>
                </a:lnTo>
                <a:lnTo>
                  <a:pt x="108144" y="37394"/>
                </a:lnTo>
                <a:lnTo>
                  <a:pt x="108144" y="35026"/>
                </a:lnTo>
                <a:lnTo>
                  <a:pt x="111147" y="38028"/>
                </a:lnTo>
                <a:lnTo>
                  <a:pt x="115383" y="38028"/>
                </a:lnTo>
                <a:close/>
                <a:moveTo>
                  <a:pt x="107377" y="37394"/>
                </a:moveTo>
                <a:lnTo>
                  <a:pt x="105076" y="39696"/>
                </a:lnTo>
                <a:lnTo>
                  <a:pt x="101840" y="39696"/>
                </a:lnTo>
                <a:lnTo>
                  <a:pt x="100139" y="37995"/>
                </a:lnTo>
                <a:lnTo>
                  <a:pt x="104208" y="37995"/>
                </a:lnTo>
                <a:lnTo>
                  <a:pt x="104375" y="37995"/>
                </a:lnTo>
                <a:lnTo>
                  <a:pt x="107377" y="35026"/>
                </a:lnTo>
                <a:lnTo>
                  <a:pt x="107377" y="37394"/>
                </a:lnTo>
                <a:close/>
                <a:moveTo>
                  <a:pt x="101273" y="40263"/>
                </a:moveTo>
                <a:lnTo>
                  <a:pt x="101273" y="43499"/>
                </a:lnTo>
                <a:lnTo>
                  <a:pt x="98971" y="45800"/>
                </a:lnTo>
                <a:lnTo>
                  <a:pt x="96603" y="45800"/>
                </a:lnTo>
                <a:lnTo>
                  <a:pt x="99605" y="42798"/>
                </a:lnTo>
                <a:lnTo>
                  <a:pt x="99605" y="38562"/>
                </a:lnTo>
                <a:close/>
                <a:moveTo>
                  <a:pt x="88130" y="45800"/>
                </a:moveTo>
                <a:lnTo>
                  <a:pt x="85762" y="45800"/>
                </a:lnTo>
                <a:lnTo>
                  <a:pt x="83460" y="43499"/>
                </a:lnTo>
                <a:lnTo>
                  <a:pt x="83460" y="40230"/>
                </a:lnTo>
                <a:lnTo>
                  <a:pt x="85128" y="38562"/>
                </a:lnTo>
                <a:lnTo>
                  <a:pt x="85128" y="42798"/>
                </a:lnTo>
                <a:close/>
                <a:moveTo>
                  <a:pt x="82893" y="39696"/>
                </a:moveTo>
                <a:lnTo>
                  <a:pt x="79657" y="39696"/>
                </a:lnTo>
                <a:lnTo>
                  <a:pt x="77356" y="37394"/>
                </a:lnTo>
                <a:lnTo>
                  <a:pt x="77356" y="35026"/>
                </a:lnTo>
                <a:lnTo>
                  <a:pt x="80358" y="38028"/>
                </a:lnTo>
                <a:lnTo>
                  <a:pt x="80525" y="38028"/>
                </a:lnTo>
                <a:lnTo>
                  <a:pt x="84594" y="38028"/>
                </a:lnTo>
                <a:close/>
                <a:moveTo>
                  <a:pt x="76589" y="37394"/>
                </a:moveTo>
                <a:lnTo>
                  <a:pt x="74287" y="39696"/>
                </a:lnTo>
                <a:lnTo>
                  <a:pt x="71018" y="39696"/>
                </a:lnTo>
                <a:lnTo>
                  <a:pt x="69350" y="37995"/>
                </a:lnTo>
                <a:lnTo>
                  <a:pt x="73586" y="37995"/>
                </a:lnTo>
                <a:lnTo>
                  <a:pt x="76589" y="35026"/>
                </a:lnTo>
                <a:close/>
                <a:moveTo>
                  <a:pt x="70484" y="40263"/>
                </a:moveTo>
                <a:lnTo>
                  <a:pt x="70484" y="43499"/>
                </a:lnTo>
                <a:lnTo>
                  <a:pt x="68183" y="45800"/>
                </a:lnTo>
                <a:lnTo>
                  <a:pt x="65814" y="45800"/>
                </a:lnTo>
                <a:lnTo>
                  <a:pt x="68683" y="42932"/>
                </a:lnTo>
                <a:lnTo>
                  <a:pt x="68816" y="42631"/>
                </a:lnTo>
                <a:lnTo>
                  <a:pt x="68816" y="38562"/>
                </a:lnTo>
                <a:close/>
                <a:moveTo>
                  <a:pt x="54473" y="42932"/>
                </a:moveTo>
                <a:lnTo>
                  <a:pt x="57341" y="45800"/>
                </a:lnTo>
                <a:lnTo>
                  <a:pt x="54973" y="45800"/>
                </a:lnTo>
                <a:lnTo>
                  <a:pt x="52671" y="43499"/>
                </a:lnTo>
                <a:lnTo>
                  <a:pt x="52671" y="40230"/>
                </a:lnTo>
                <a:lnTo>
                  <a:pt x="54339" y="38562"/>
                </a:lnTo>
                <a:lnTo>
                  <a:pt x="54339" y="42631"/>
                </a:lnTo>
                <a:close/>
                <a:moveTo>
                  <a:pt x="52104" y="39696"/>
                </a:moveTo>
                <a:lnTo>
                  <a:pt x="48869" y="39696"/>
                </a:lnTo>
                <a:lnTo>
                  <a:pt x="46567" y="37394"/>
                </a:lnTo>
                <a:lnTo>
                  <a:pt x="46567" y="35026"/>
                </a:lnTo>
                <a:lnTo>
                  <a:pt x="49569" y="38028"/>
                </a:lnTo>
                <a:lnTo>
                  <a:pt x="53806" y="38028"/>
                </a:lnTo>
                <a:close/>
                <a:moveTo>
                  <a:pt x="45767" y="37394"/>
                </a:moveTo>
                <a:lnTo>
                  <a:pt x="43498" y="39696"/>
                </a:lnTo>
                <a:lnTo>
                  <a:pt x="40229" y="39696"/>
                </a:lnTo>
                <a:lnTo>
                  <a:pt x="38561" y="37995"/>
                </a:lnTo>
                <a:lnTo>
                  <a:pt x="42631" y="37995"/>
                </a:lnTo>
                <a:lnTo>
                  <a:pt x="42798" y="37995"/>
                </a:lnTo>
                <a:lnTo>
                  <a:pt x="45767" y="35026"/>
                </a:lnTo>
                <a:close/>
                <a:moveTo>
                  <a:pt x="39696" y="40263"/>
                </a:moveTo>
                <a:lnTo>
                  <a:pt x="39696" y="43499"/>
                </a:lnTo>
                <a:lnTo>
                  <a:pt x="37394" y="45800"/>
                </a:lnTo>
                <a:lnTo>
                  <a:pt x="35026" y="45800"/>
                </a:lnTo>
                <a:lnTo>
                  <a:pt x="37994" y="42798"/>
                </a:lnTo>
                <a:lnTo>
                  <a:pt x="37994" y="38562"/>
                </a:lnTo>
                <a:close/>
                <a:moveTo>
                  <a:pt x="33891" y="46568"/>
                </a:moveTo>
                <a:lnTo>
                  <a:pt x="37227" y="49903"/>
                </a:lnTo>
                <a:lnTo>
                  <a:pt x="37227" y="54573"/>
                </a:lnTo>
                <a:lnTo>
                  <a:pt x="35693" y="56108"/>
                </a:lnTo>
                <a:lnTo>
                  <a:pt x="35693" y="50537"/>
                </a:lnTo>
                <a:lnTo>
                  <a:pt x="31723" y="46568"/>
                </a:lnTo>
                <a:close/>
                <a:moveTo>
                  <a:pt x="35793" y="57475"/>
                </a:moveTo>
                <a:lnTo>
                  <a:pt x="41497" y="57475"/>
                </a:lnTo>
                <a:lnTo>
                  <a:pt x="45233" y="61178"/>
                </a:lnTo>
                <a:lnTo>
                  <a:pt x="37461" y="61178"/>
                </a:lnTo>
                <a:lnTo>
                  <a:pt x="35793" y="59510"/>
                </a:lnTo>
                <a:close/>
                <a:moveTo>
                  <a:pt x="45233" y="61979"/>
                </a:moveTo>
                <a:lnTo>
                  <a:pt x="41497" y="65681"/>
                </a:lnTo>
                <a:lnTo>
                  <a:pt x="35793" y="65681"/>
                </a:lnTo>
                <a:lnTo>
                  <a:pt x="35793" y="63646"/>
                </a:lnTo>
                <a:lnTo>
                  <a:pt x="37461" y="61979"/>
                </a:lnTo>
                <a:close/>
                <a:moveTo>
                  <a:pt x="35693" y="67049"/>
                </a:moveTo>
                <a:lnTo>
                  <a:pt x="37227" y="68583"/>
                </a:lnTo>
                <a:lnTo>
                  <a:pt x="37227" y="73253"/>
                </a:lnTo>
                <a:lnTo>
                  <a:pt x="33891" y="76589"/>
                </a:lnTo>
                <a:lnTo>
                  <a:pt x="31723" y="76589"/>
                </a:lnTo>
                <a:lnTo>
                  <a:pt x="35693" y="72620"/>
                </a:lnTo>
                <a:lnTo>
                  <a:pt x="35693" y="67049"/>
                </a:lnTo>
                <a:close/>
                <a:moveTo>
                  <a:pt x="35026" y="77356"/>
                </a:moveTo>
                <a:lnTo>
                  <a:pt x="37394" y="77356"/>
                </a:lnTo>
                <a:lnTo>
                  <a:pt x="39696" y="79658"/>
                </a:lnTo>
                <a:lnTo>
                  <a:pt x="39696" y="82927"/>
                </a:lnTo>
                <a:lnTo>
                  <a:pt x="37994" y="84595"/>
                </a:lnTo>
                <a:lnTo>
                  <a:pt x="37994" y="80358"/>
                </a:lnTo>
                <a:close/>
                <a:moveTo>
                  <a:pt x="40229" y="83461"/>
                </a:moveTo>
                <a:lnTo>
                  <a:pt x="43498" y="83461"/>
                </a:lnTo>
                <a:lnTo>
                  <a:pt x="45767" y="85762"/>
                </a:lnTo>
                <a:lnTo>
                  <a:pt x="45767" y="88131"/>
                </a:lnTo>
                <a:lnTo>
                  <a:pt x="42798" y="85129"/>
                </a:lnTo>
                <a:lnTo>
                  <a:pt x="42631" y="85129"/>
                </a:lnTo>
                <a:lnTo>
                  <a:pt x="38561" y="85129"/>
                </a:lnTo>
                <a:close/>
                <a:moveTo>
                  <a:pt x="46567" y="85762"/>
                </a:moveTo>
                <a:lnTo>
                  <a:pt x="48869" y="83461"/>
                </a:lnTo>
                <a:lnTo>
                  <a:pt x="52104" y="83461"/>
                </a:lnTo>
                <a:lnTo>
                  <a:pt x="53806" y="85162"/>
                </a:lnTo>
                <a:lnTo>
                  <a:pt x="49569" y="85162"/>
                </a:lnTo>
                <a:lnTo>
                  <a:pt x="46567" y="88131"/>
                </a:lnTo>
                <a:close/>
                <a:moveTo>
                  <a:pt x="52671" y="82927"/>
                </a:moveTo>
                <a:lnTo>
                  <a:pt x="52671" y="79658"/>
                </a:lnTo>
                <a:lnTo>
                  <a:pt x="54973" y="77356"/>
                </a:lnTo>
                <a:lnTo>
                  <a:pt x="57341" y="77356"/>
                </a:lnTo>
                <a:lnTo>
                  <a:pt x="54473" y="80258"/>
                </a:lnTo>
                <a:lnTo>
                  <a:pt x="54339" y="80525"/>
                </a:lnTo>
                <a:lnTo>
                  <a:pt x="54339" y="84595"/>
                </a:lnTo>
                <a:close/>
                <a:moveTo>
                  <a:pt x="68683" y="80258"/>
                </a:moveTo>
                <a:lnTo>
                  <a:pt x="65814" y="77356"/>
                </a:lnTo>
                <a:lnTo>
                  <a:pt x="68183" y="77356"/>
                </a:lnTo>
                <a:lnTo>
                  <a:pt x="70484" y="79658"/>
                </a:lnTo>
                <a:lnTo>
                  <a:pt x="70484" y="82927"/>
                </a:lnTo>
                <a:lnTo>
                  <a:pt x="68783" y="84595"/>
                </a:lnTo>
                <a:lnTo>
                  <a:pt x="68783" y="80525"/>
                </a:lnTo>
                <a:close/>
                <a:moveTo>
                  <a:pt x="71018" y="83461"/>
                </a:moveTo>
                <a:lnTo>
                  <a:pt x="74287" y="83461"/>
                </a:lnTo>
                <a:lnTo>
                  <a:pt x="76589" y="85762"/>
                </a:lnTo>
                <a:lnTo>
                  <a:pt x="76589" y="88131"/>
                </a:lnTo>
                <a:lnTo>
                  <a:pt x="73586" y="85129"/>
                </a:lnTo>
                <a:lnTo>
                  <a:pt x="69350" y="85129"/>
                </a:lnTo>
                <a:close/>
                <a:moveTo>
                  <a:pt x="77356" y="85762"/>
                </a:moveTo>
                <a:lnTo>
                  <a:pt x="79657" y="83461"/>
                </a:lnTo>
                <a:lnTo>
                  <a:pt x="82893" y="83461"/>
                </a:lnTo>
                <a:lnTo>
                  <a:pt x="84594" y="85162"/>
                </a:lnTo>
                <a:lnTo>
                  <a:pt x="80525" y="85162"/>
                </a:lnTo>
                <a:lnTo>
                  <a:pt x="80358" y="85162"/>
                </a:lnTo>
                <a:lnTo>
                  <a:pt x="77356" y="88131"/>
                </a:lnTo>
                <a:lnTo>
                  <a:pt x="77356" y="85762"/>
                </a:lnTo>
                <a:close/>
                <a:moveTo>
                  <a:pt x="83460" y="82927"/>
                </a:moveTo>
                <a:lnTo>
                  <a:pt x="83460" y="79658"/>
                </a:lnTo>
                <a:lnTo>
                  <a:pt x="85762" y="77356"/>
                </a:lnTo>
                <a:lnTo>
                  <a:pt x="88130" y="77356"/>
                </a:lnTo>
                <a:lnTo>
                  <a:pt x="85128" y="80358"/>
                </a:lnTo>
                <a:lnTo>
                  <a:pt x="85128" y="84595"/>
                </a:lnTo>
                <a:close/>
                <a:moveTo>
                  <a:pt x="96603" y="77356"/>
                </a:moveTo>
                <a:lnTo>
                  <a:pt x="98971" y="77356"/>
                </a:lnTo>
                <a:lnTo>
                  <a:pt x="101273" y="79658"/>
                </a:lnTo>
                <a:lnTo>
                  <a:pt x="101273" y="82927"/>
                </a:lnTo>
                <a:lnTo>
                  <a:pt x="99572" y="84595"/>
                </a:lnTo>
                <a:lnTo>
                  <a:pt x="99572" y="80358"/>
                </a:lnTo>
                <a:close/>
                <a:moveTo>
                  <a:pt x="101840" y="83461"/>
                </a:moveTo>
                <a:lnTo>
                  <a:pt x="105076" y="83461"/>
                </a:lnTo>
                <a:lnTo>
                  <a:pt x="107377" y="85762"/>
                </a:lnTo>
                <a:lnTo>
                  <a:pt x="107377" y="88131"/>
                </a:lnTo>
                <a:lnTo>
                  <a:pt x="104375" y="85129"/>
                </a:lnTo>
                <a:lnTo>
                  <a:pt x="104208" y="85129"/>
                </a:lnTo>
                <a:lnTo>
                  <a:pt x="100139" y="85129"/>
                </a:lnTo>
                <a:close/>
                <a:moveTo>
                  <a:pt x="108144" y="85762"/>
                </a:moveTo>
                <a:lnTo>
                  <a:pt x="110446" y="83461"/>
                </a:lnTo>
                <a:lnTo>
                  <a:pt x="113682" y="83461"/>
                </a:lnTo>
                <a:lnTo>
                  <a:pt x="115383" y="85162"/>
                </a:lnTo>
                <a:lnTo>
                  <a:pt x="111147" y="85162"/>
                </a:lnTo>
                <a:lnTo>
                  <a:pt x="108144" y="88131"/>
                </a:lnTo>
                <a:close/>
                <a:moveTo>
                  <a:pt x="114249" y="82927"/>
                </a:moveTo>
                <a:lnTo>
                  <a:pt x="114249" y="79658"/>
                </a:lnTo>
                <a:lnTo>
                  <a:pt x="116550" y="77356"/>
                </a:lnTo>
                <a:lnTo>
                  <a:pt x="118919" y="77356"/>
                </a:lnTo>
                <a:lnTo>
                  <a:pt x="116050" y="80258"/>
                </a:lnTo>
                <a:lnTo>
                  <a:pt x="115917" y="80525"/>
                </a:lnTo>
                <a:lnTo>
                  <a:pt x="115917" y="84595"/>
                </a:lnTo>
                <a:close/>
                <a:moveTo>
                  <a:pt x="130260" y="80258"/>
                </a:moveTo>
                <a:lnTo>
                  <a:pt x="127391" y="77356"/>
                </a:lnTo>
                <a:lnTo>
                  <a:pt x="129760" y="77356"/>
                </a:lnTo>
                <a:lnTo>
                  <a:pt x="132061" y="79658"/>
                </a:lnTo>
                <a:lnTo>
                  <a:pt x="132061" y="82927"/>
                </a:lnTo>
                <a:lnTo>
                  <a:pt x="130394" y="84595"/>
                </a:lnTo>
                <a:lnTo>
                  <a:pt x="130394" y="80525"/>
                </a:lnTo>
                <a:close/>
                <a:moveTo>
                  <a:pt x="132629" y="83461"/>
                </a:moveTo>
                <a:lnTo>
                  <a:pt x="135864" y="83461"/>
                </a:lnTo>
                <a:lnTo>
                  <a:pt x="138166" y="85762"/>
                </a:lnTo>
                <a:lnTo>
                  <a:pt x="138166" y="88131"/>
                </a:lnTo>
                <a:lnTo>
                  <a:pt x="135164" y="85129"/>
                </a:lnTo>
                <a:lnTo>
                  <a:pt x="130927" y="85129"/>
                </a:lnTo>
                <a:close/>
                <a:moveTo>
                  <a:pt x="138933" y="85762"/>
                </a:moveTo>
                <a:lnTo>
                  <a:pt x="141235" y="83461"/>
                </a:lnTo>
                <a:lnTo>
                  <a:pt x="144504" y="83461"/>
                </a:lnTo>
                <a:lnTo>
                  <a:pt x="146172" y="85162"/>
                </a:lnTo>
                <a:lnTo>
                  <a:pt x="142102" y="85162"/>
                </a:lnTo>
                <a:lnTo>
                  <a:pt x="141935" y="85162"/>
                </a:lnTo>
                <a:lnTo>
                  <a:pt x="138933" y="88131"/>
                </a:lnTo>
                <a:close/>
                <a:moveTo>
                  <a:pt x="145037" y="82927"/>
                </a:moveTo>
                <a:lnTo>
                  <a:pt x="145037" y="79658"/>
                </a:lnTo>
                <a:lnTo>
                  <a:pt x="147339" y="77356"/>
                </a:lnTo>
                <a:lnTo>
                  <a:pt x="149707" y="77356"/>
                </a:lnTo>
                <a:lnTo>
                  <a:pt x="146705" y="80358"/>
                </a:lnTo>
                <a:lnTo>
                  <a:pt x="146705" y="84595"/>
                </a:lnTo>
                <a:close/>
                <a:moveTo>
                  <a:pt x="158180" y="77356"/>
                </a:moveTo>
                <a:lnTo>
                  <a:pt x="160548" y="77356"/>
                </a:lnTo>
                <a:lnTo>
                  <a:pt x="162850" y="79658"/>
                </a:lnTo>
                <a:lnTo>
                  <a:pt x="162850" y="82927"/>
                </a:lnTo>
                <a:lnTo>
                  <a:pt x="161182" y="84595"/>
                </a:lnTo>
                <a:lnTo>
                  <a:pt x="161182" y="80358"/>
                </a:lnTo>
                <a:close/>
                <a:moveTo>
                  <a:pt x="163417" y="83461"/>
                </a:moveTo>
                <a:lnTo>
                  <a:pt x="166653" y="83461"/>
                </a:lnTo>
                <a:lnTo>
                  <a:pt x="168954" y="85762"/>
                </a:lnTo>
                <a:lnTo>
                  <a:pt x="168954" y="88131"/>
                </a:lnTo>
                <a:lnTo>
                  <a:pt x="165952" y="85129"/>
                </a:lnTo>
                <a:lnTo>
                  <a:pt x="165786" y="85129"/>
                </a:lnTo>
                <a:lnTo>
                  <a:pt x="161716" y="85129"/>
                </a:lnTo>
                <a:close/>
                <a:moveTo>
                  <a:pt x="169755" y="85762"/>
                </a:moveTo>
                <a:lnTo>
                  <a:pt x="172023" y="83461"/>
                </a:lnTo>
                <a:lnTo>
                  <a:pt x="175292" y="83461"/>
                </a:lnTo>
                <a:lnTo>
                  <a:pt x="176960" y="85162"/>
                </a:lnTo>
                <a:lnTo>
                  <a:pt x="172724" y="85162"/>
                </a:lnTo>
                <a:lnTo>
                  <a:pt x="169755" y="88131"/>
                </a:lnTo>
                <a:close/>
                <a:moveTo>
                  <a:pt x="175826" y="82927"/>
                </a:moveTo>
                <a:lnTo>
                  <a:pt x="175826" y="79658"/>
                </a:lnTo>
                <a:lnTo>
                  <a:pt x="178128" y="77356"/>
                </a:lnTo>
                <a:lnTo>
                  <a:pt x="180496" y="77356"/>
                </a:lnTo>
                <a:lnTo>
                  <a:pt x="177627" y="80258"/>
                </a:lnTo>
                <a:lnTo>
                  <a:pt x="177527" y="80525"/>
                </a:lnTo>
                <a:lnTo>
                  <a:pt x="177527" y="84595"/>
                </a:lnTo>
                <a:close/>
                <a:moveTo>
                  <a:pt x="191837" y="80258"/>
                </a:moveTo>
                <a:lnTo>
                  <a:pt x="188969" y="77356"/>
                </a:lnTo>
                <a:lnTo>
                  <a:pt x="191337" y="77356"/>
                </a:lnTo>
                <a:lnTo>
                  <a:pt x="193639" y="79658"/>
                </a:lnTo>
                <a:lnTo>
                  <a:pt x="193639" y="82927"/>
                </a:lnTo>
                <a:lnTo>
                  <a:pt x="191971" y="84595"/>
                </a:lnTo>
                <a:lnTo>
                  <a:pt x="191971" y="80525"/>
                </a:lnTo>
                <a:close/>
                <a:moveTo>
                  <a:pt x="194206" y="83461"/>
                </a:moveTo>
                <a:lnTo>
                  <a:pt x="197441" y="83461"/>
                </a:lnTo>
                <a:lnTo>
                  <a:pt x="199743" y="85762"/>
                </a:lnTo>
                <a:lnTo>
                  <a:pt x="199743" y="88131"/>
                </a:lnTo>
                <a:lnTo>
                  <a:pt x="196741" y="85129"/>
                </a:lnTo>
                <a:lnTo>
                  <a:pt x="192538" y="85129"/>
                </a:lnTo>
                <a:close/>
                <a:moveTo>
                  <a:pt x="200544" y="85762"/>
                </a:moveTo>
                <a:lnTo>
                  <a:pt x="202812" y="83461"/>
                </a:lnTo>
                <a:lnTo>
                  <a:pt x="206081" y="83461"/>
                </a:lnTo>
                <a:lnTo>
                  <a:pt x="207749" y="85162"/>
                </a:lnTo>
                <a:lnTo>
                  <a:pt x="203679" y="85162"/>
                </a:lnTo>
                <a:lnTo>
                  <a:pt x="203512" y="85162"/>
                </a:lnTo>
                <a:lnTo>
                  <a:pt x="200544" y="88131"/>
                </a:lnTo>
                <a:close/>
                <a:moveTo>
                  <a:pt x="206648" y="82927"/>
                </a:moveTo>
                <a:lnTo>
                  <a:pt x="206648" y="79658"/>
                </a:lnTo>
                <a:lnTo>
                  <a:pt x="208916" y="77356"/>
                </a:lnTo>
                <a:lnTo>
                  <a:pt x="211285" y="77356"/>
                </a:lnTo>
                <a:lnTo>
                  <a:pt x="208316" y="80358"/>
                </a:lnTo>
                <a:lnTo>
                  <a:pt x="208316" y="84595"/>
                </a:lnTo>
                <a:close/>
                <a:moveTo>
                  <a:pt x="212419" y="76589"/>
                </a:moveTo>
                <a:lnTo>
                  <a:pt x="209083" y="73253"/>
                </a:lnTo>
                <a:lnTo>
                  <a:pt x="209083" y="68583"/>
                </a:lnTo>
                <a:lnTo>
                  <a:pt x="210618" y="67049"/>
                </a:lnTo>
                <a:lnTo>
                  <a:pt x="210618" y="72620"/>
                </a:lnTo>
                <a:lnTo>
                  <a:pt x="214587" y="76589"/>
                </a:lnTo>
                <a:lnTo>
                  <a:pt x="212419" y="76589"/>
                </a:lnTo>
                <a:close/>
                <a:moveTo>
                  <a:pt x="210518" y="65681"/>
                </a:moveTo>
                <a:lnTo>
                  <a:pt x="204813" y="65681"/>
                </a:lnTo>
                <a:lnTo>
                  <a:pt x="201077" y="61979"/>
                </a:lnTo>
                <a:lnTo>
                  <a:pt x="208850" y="61979"/>
                </a:lnTo>
                <a:lnTo>
                  <a:pt x="210518" y="63646"/>
                </a:lnTo>
                <a:lnTo>
                  <a:pt x="210518" y="65681"/>
                </a:lnTo>
                <a:close/>
                <a:moveTo>
                  <a:pt x="201077" y="61178"/>
                </a:moveTo>
                <a:lnTo>
                  <a:pt x="204813" y="57475"/>
                </a:lnTo>
                <a:lnTo>
                  <a:pt x="210518" y="57475"/>
                </a:lnTo>
                <a:lnTo>
                  <a:pt x="210518" y="59510"/>
                </a:lnTo>
                <a:lnTo>
                  <a:pt x="208850" y="61178"/>
                </a:lnTo>
                <a:close/>
                <a:moveTo>
                  <a:pt x="210618" y="56108"/>
                </a:moveTo>
                <a:lnTo>
                  <a:pt x="209083" y="54573"/>
                </a:lnTo>
                <a:lnTo>
                  <a:pt x="209083" y="49903"/>
                </a:lnTo>
                <a:lnTo>
                  <a:pt x="212419" y="46568"/>
                </a:lnTo>
                <a:lnTo>
                  <a:pt x="214587" y="46568"/>
                </a:lnTo>
                <a:lnTo>
                  <a:pt x="210618" y="50537"/>
                </a:lnTo>
                <a:lnTo>
                  <a:pt x="210618" y="56108"/>
                </a:lnTo>
                <a:close/>
                <a:moveTo>
                  <a:pt x="212419" y="45800"/>
                </a:moveTo>
                <a:lnTo>
                  <a:pt x="209083" y="42465"/>
                </a:lnTo>
                <a:lnTo>
                  <a:pt x="209083" y="37795"/>
                </a:lnTo>
                <a:lnTo>
                  <a:pt x="210618" y="36260"/>
                </a:lnTo>
                <a:lnTo>
                  <a:pt x="210618" y="41831"/>
                </a:lnTo>
                <a:lnTo>
                  <a:pt x="214587" y="45800"/>
                </a:lnTo>
                <a:close/>
                <a:moveTo>
                  <a:pt x="208549" y="37228"/>
                </a:moveTo>
                <a:lnTo>
                  <a:pt x="203846" y="37228"/>
                </a:lnTo>
                <a:lnTo>
                  <a:pt x="200544" y="33892"/>
                </a:lnTo>
                <a:lnTo>
                  <a:pt x="200544" y="31757"/>
                </a:lnTo>
                <a:lnTo>
                  <a:pt x="204480" y="35693"/>
                </a:lnTo>
                <a:lnTo>
                  <a:pt x="204647" y="35693"/>
                </a:lnTo>
                <a:lnTo>
                  <a:pt x="210084" y="35693"/>
                </a:lnTo>
                <a:close/>
                <a:moveTo>
                  <a:pt x="199743" y="33892"/>
                </a:moveTo>
                <a:lnTo>
                  <a:pt x="196441" y="37228"/>
                </a:lnTo>
                <a:lnTo>
                  <a:pt x="191737" y="37228"/>
                </a:lnTo>
                <a:lnTo>
                  <a:pt x="190203" y="35693"/>
                </a:lnTo>
                <a:lnTo>
                  <a:pt x="195807" y="35693"/>
                </a:lnTo>
                <a:lnTo>
                  <a:pt x="199743" y="31757"/>
                </a:lnTo>
                <a:close/>
                <a:moveTo>
                  <a:pt x="188869" y="41497"/>
                </a:moveTo>
                <a:lnTo>
                  <a:pt x="185133" y="45233"/>
                </a:lnTo>
                <a:lnTo>
                  <a:pt x="185133" y="37494"/>
                </a:lnTo>
                <a:lnTo>
                  <a:pt x="186801" y="35793"/>
                </a:lnTo>
                <a:lnTo>
                  <a:pt x="188835" y="35793"/>
                </a:lnTo>
                <a:lnTo>
                  <a:pt x="188835" y="41497"/>
                </a:lnTo>
                <a:close/>
                <a:moveTo>
                  <a:pt x="184332" y="45233"/>
                </a:moveTo>
                <a:lnTo>
                  <a:pt x="180629" y="41497"/>
                </a:lnTo>
                <a:lnTo>
                  <a:pt x="180629" y="35793"/>
                </a:lnTo>
                <a:lnTo>
                  <a:pt x="182664" y="35793"/>
                </a:lnTo>
                <a:lnTo>
                  <a:pt x="184332" y="37461"/>
                </a:lnTo>
                <a:lnTo>
                  <a:pt x="184332" y="45233"/>
                </a:lnTo>
                <a:close/>
                <a:moveTo>
                  <a:pt x="177761" y="37228"/>
                </a:moveTo>
                <a:lnTo>
                  <a:pt x="173057" y="37228"/>
                </a:lnTo>
                <a:lnTo>
                  <a:pt x="169755" y="33892"/>
                </a:lnTo>
                <a:lnTo>
                  <a:pt x="169755" y="31757"/>
                </a:lnTo>
                <a:lnTo>
                  <a:pt x="173691" y="35693"/>
                </a:lnTo>
                <a:lnTo>
                  <a:pt x="179262" y="35693"/>
                </a:lnTo>
                <a:close/>
                <a:moveTo>
                  <a:pt x="168954" y="33892"/>
                </a:moveTo>
                <a:lnTo>
                  <a:pt x="165619" y="37228"/>
                </a:lnTo>
                <a:lnTo>
                  <a:pt x="160949" y="37228"/>
                </a:lnTo>
                <a:lnTo>
                  <a:pt x="159414" y="35693"/>
                </a:lnTo>
                <a:lnTo>
                  <a:pt x="164852" y="35693"/>
                </a:lnTo>
                <a:lnTo>
                  <a:pt x="164985" y="35693"/>
                </a:lnTo>
                <a:lnTo>
                  <a:pt x="168954" y="31757"/>
                </a:lnTo>
                <a:close/>
                <a:moveTo>
                  <a:pt x="158047" y="41497"/>
                </a:moveTo>
                <a:lnTo>
                  <a:pt x="154344" y="45233"/>
                </a:lnTo>
                <a:lnTo>
                  <a:pt x="154344" y="37494"/>
                </a:lnTo>
                <a:lnTo>
                  <a:pt x="156012" y="35793"/>
                </a:lnTo>
                <a:lnTo>
                  <a:pt x="158047" y="35793"/>
                </a:lnTo>
                <a:lnTo>
                  <a:pt x="158047" y="41497"/>
                </a:lnTo>
                <a:close/>
                <a:moveTo>
                  <a:pt x="153543" y="45233"/>
                </a:moveTo>
                <a:lnTo>
                  <a:pt x="149841" y="41497"/>
                </a:lnTo>
                <a:lnTo>
                  <a:pt x="149841" y="35793"/>
                </a:lnTo>
                <a:lnTo>
                  <a:pt x="151876" y="35793"/>
                </a:lnTo>
                <a:lnTo>
                  <a:pt x="153543" y="37461"/>
                </a:lnTo>
                <a:lnTo>
                  <a:pt x="153543" y="45233"/>
                </a:lnTo>
                <a:close/>
                <a:moveTo>
                  <a:pt x="146939" y="37228"/>
                </a:moveTo>
                <a:lnTo>
                  <a:pt x="142269" y="37228"/>
                </a:lnTo>
                <a:lnTo>
                  <a:pt x="138933" y="33892"/>
                </a:lnTo>
                <a:lnTo>
                  <a:pt x="138933" y="31757"/>
                </a:lnTo>
                <a:lnTo>
                  <a:pt x="142903" y="35693"/>
                </a:lnTo>
                <a:lnTo>
                  <a:pt x="143069" y="35693"/>
                </a:lnTo>
                <a:lnTo>
                  <a:pt x="148473" y="35693"/>
                </a:lnTo>
                <a:close/>
                <a:moveTo>
                  <a:pt x="138166" y="33892"/>
                </a:moveTo>
                <a:lnTo>
                  <a:pt x="134830" y="37228"/>
                </a:lnTo>
                <a:lnTo>
                  <a:pt x="130160" y="37228"/>
                </a:lnTo>
                <a:lnTo>
                  <a:pt x="128626" y="35693"/>
                </a:lnTo>
                <a:lnTo>
                  <a:pt x="134196" y="35693"/>
                </a:lnTo>
                <a:lnTo>
                  <a:pt x="138166" y="31757"/>
                </a:lnTo>
                <a:close/>
                <a:moveTo>
                  <a:pt x="127258" y="41497"/>
                </a:moveTo>
                <a:lnTo>
                  <a:pt x="123555" y="45233"/>
                </a:lnTo>
                <a:lnTo>
                  <a:pt x="123555" y="37494"/>
                </a:lnTo>
                <a:lnTo>
                  <a:pt x="125223" y="35793"/>
                </a:lnTo>
                <a:lnTo>
                  <a:pt x="127258" y="35793"/>
                </a:lnTo>
                <a:close/>
                <a:moveTo>
                  <a:pt x="122755" y="45233"/>
                </a:moveTo>
                <a:lnTo>
                  <a:pt x="119052" y="41497"/>
                </a:lnTo>
                <a:lnTo>
                  <a:pt x="119052" y="35793"/>
                </a:lnTo>
                <a:lnTo>
                  <a:pt x="121087" y="35793"/>
                </a:lnTo>
                <a:lnTo>
                  <a:pt x="122755" y="37461"/>
                </a:lnTo>
                <a:close/>
                <a:moveTo>
                  <a:pt x="116150" y="37228"/>
                </a:moveTo>
                <a:lnTo>
                  <a:pt x="111480" y="37228"/>
                </a:lnTo>
                <a:lnTo>
                  <a:pt x="108144" y="33892"/>
                </a:lnTo>
                <a:lnTo>
                  <a:pt x="108144" y="31757"/>
                </a:lnTo>
                <a:lnTo>
                  <a:pt x="112114" y="35693"/>
                </a:lnTo>
                <a:lnTo>
                  <a:pt x="117685" y="35693"/>
                </a:lnTo>
                <a:close/>
                <a:moveTo>
                  <a:pt x="107377" y="33892"/>
                </a:moveTo>
                <a:lnTo>
                  <a:pt x="104041" y="37228"/>
                </a:lnTo>
                <a:lnTo>
                  <a:pt x="99371" y="37228"/>
                </a:lnTo>
                <a:lnTo>
                  <a:pt x="97837" y="35693"/>
                </a:lnTo>
                <a:lnTo>
                  <a:pt x="103241" y="35693"/>
                </a:lnTo>
                <a:lnTo>
                  <a:pt x="103408" y="35693"/>
                </a:lnTo>
                <a:lnTo>
                  <a:pt x="107377" y="31757"/>
                </a:lnTo>
                <a:close/>
                <a:moveTo>
                  <a:pt x="96469" y="41497"/>
                </a:moveTo>
                <a:lnTo>
                  <a:pt x="92767" y="45233"/>
                </a:lnTo>
                <a:lnTo>
                  <a:pt x="92767" y="37494"/>
                </a:lnTo>
                <a:lnTo>
                  <a:pt x="94435" y="35793"/>
                </a:lnTo>
                <a:lnTo>
                  <a:pt x="96469" y="35793"/>
                </a:lnTo>
                <a:close/>
                <a:moveTo>
                  <a:pt x="91966" y="45233"/>
                </a:moveTo>
                <a:lnTo>
                  <a:pt x="88264" y="41497"/>
                </a:lnTo>
                <a:lnTo>
                  <a:pt x="88264" y="35793"/>
                </a:lnTo>
                <a:lnTo>
                  <a:pt x="90298" y="35793"/>
                </a:lnTo>
                <a:lnTo>
                  <a:pt x="91966" y="37461"/>
                </a:lnTo>
                <a:close/>
                <a:moveTo>
                  <a:pt x="85361" y="37228"/>
                </a:moveTo>
                <a:lnTo>
                  <a:pt x="80691" y="37228"/>
                </a:lnTo>
                <a:lnTo>
                  <a:pt x="77356" y="33892"/>
                </a:lnTo>
                <a:lnTo>
                  <a:pt x="77356" y="31757"/>
                </a:lnTo>
                <a:lnTo>
                  <a:pt x="81325" y="35693"/>
                </a:lnTo>
                <a:lnTo>
                  <a:pt x="81492" y="35693"/>
                </a:lnTo>
                <a:lnTo>
                  <a:pt x="86896" y="35693"/>
                </a:lnTo>
                <a:close/>
                <a:moveTo>
                  <a:pt x="76589" y="33892"/>
                </a:moveTo>
                <a:lnTo>
                  <a:pt x="73253" y="37228"/>
                </a:lnTo>
                <a:lnTo>
                  <a:pt x="68583" y="37228"/>
                </a:lnTo>
                <a:lnTo>
                  <a:pt x="67048" y="35693"/>
                </a:lnTo>
                <a:lnTo>
                  <a:pt x="72619" y="35693"/>
                </a:lnTo>
                <a:lnTo>
                  <a:pt x="76589" y="31757"/>
                </a:lnTo>
                <a:close/>
                <a:moveTo>
                  <a:pt x="65681" y="41497"/>
                </a:moveTo>
                <a:lnTo>
                  <a:pt x="61978" y="45233"/>
                </a:lnTo>
                <a:lnTo>
                  <a:pt x="61978" y="37494"/>
                </a:lnTo>
                <a:lnTo>
                  <a:pt x="63646" y="35793"/>
                </a:lnTo>
                <a:lnTo>
                  <a:pt x="65681" y="35793"/>
                </a:lnTo>
                <a:close/>
                <a:moveTo>
                  <a:pt x="61178" y="45233"/>
                </a:moveTo>
                <a:lnTo>
                  <a:pt x="57475" y="41497"/>
                </a:lnTo>
                <a:lnTo>
                  <a:pt x="57475" y="35793"/>
                </a:lnTo>
                <a:lnTo>
                  <a:pt x="59510" y="35793"/>
                </a:lnTo>
                <a:lnTo>
                  <a:pt x="61178" y="37461"/>
                </a:lnTo>
                <a:close/>
                <a:moveTo>
                  <a:pt x="54573" y="37228"/>
                </a:moveTo>
                <a:lnTo>
                  <a:pt x="49903" y="37228"/>
                </a:lnTo>
                <a:lnTo>
                  <a:pt x="46567" y="33892"/>
                </a:lnTo>
                <a:lnTo>
                  <a:pt x="46567" y="31757"/>
                </a:lnTo>
                <a:lnTo>
                  <a:pt x="50537" y="35693"/>
                </a:lnTo>
                <a:lnTo>
                  <a:pt x="56107" y="35693"/>
                </a:lnTo>
                <a:close/>
                <a:moveTo>
                  <a:pt x="45767" y="33892"/>
                </a:moveTo>
                <a:lnTo>
                  <a:pt x="42464" y="37228"/>
                </a:lnTo>
                <a:lnTo>
                  <a:pt x="37761" y="37228"/>
                </a:lnTo>
                <a:lnTo>
                  <a:pt x="36226" y="35693"/>
                </a:lnTo>
                <a:lnTo>
                  <a:pt x="41664" y="35693"/>
                </a:lnTo>
                <a:lnTo>
                  <a:pt x="41830" y="35693"/>
                </a:lnTo>
                <a:lnTo>
                  <a:pt x="45767" y="31757"/>
                </a:lnTo>
                <a:lnTo>
                  <a:pt x="45767" y="33892"/>
                </a:lnTo>
                <a:close/>
                <a:moveTo>
                  <a:pt x="34892" y="41497"/>
                </a:moveTo>
                <a:lnTo>
                  <a:pt x="31189" y="45233"/>
                </a:lnTo>
                <a:lnTo>
                  <a:pt x="31189" y="37494"/>
                </a:lnTo>
                <a:lnTo>
                  <a:pt x="32857" y="35793"/>
                </a:lnTo>
                <a:lnTo>
                  <a:pt x="34892" y="35793"/>
                </a:lnTo>
                <a:close/>
                <a:moveTo>
                  <a:pt x="34892" y="50871"/>
                </a:moveTo>
                <a:lnTo>
                  <a:pt x="34892" y="56575"/>
                </a:lnTo>
                <a:lnTo>
                  <a:pt x="32857" y="56575"/>
                </a:lnTo>
                <a:lnTo>
                  <a:pt x="31189" y="54874"/>
                </a:lnTo>
                <a:lnTo>
                  <a:pt x="31189" y="47135"/>
                </a:lnTo>
                <a:close/>
                <a:moveTo>
                  <a:pt x="32424" y="57242"/>
                </a:moveTo>
                <a:lnTo>
                  <a:pt x="32691" y="57375"/>
                </a:lnTo>
                <a:lnTo>
                  <a:pt x="34592" y="57375"/>
                </a:lnTo>
                <a:lnTo>
                  <a:pt x="33291" y="58643"/>
                </a:lnTo>
                <a:lnTo>
                  <a:pt x="31990" y="58643"/>
                </a:lnTo>
                <a:lnTo>
                  <a:pt x="31189" y="57809"/>
                </a:lnTo>
                <a:lnTo>
                  <a:pt x="31189" y="56008"/>
                </a:lnTo>
                <a:close/>
                <a:moveTo>
                  <a:pt x="33725" y="59077"/>
                </a:moveTo>
                <a:lnTo>
                  <a:pt x="34992" y="57776"/>
                </a:lnTo>
                <a:lnTo>
                  <a:pt x="34992" y="59844"/>
                </a:lnTo>
                <a:lnTo>
                  <a:pt x="36360" y="61178"/>
                </a:lnTo>
                <a:lnTo>
                  <a:pt x="34525" y="61178"/>
                </a:lnTo>
                <a:lnTo>
                  <a:pt x="33725" y="60377"/>
                </a:lnTo>
                <a:close/>
                <a:moveTo>
                  <a:pt x="34525" y="61979"/>
                </a:moveTo>
                <a:lnTo>
                  <a:pt x="36360" y="61979"/>
                </a:lnTo>
                <a:lnTo>
                  <a:pt x="34992" y="63313"/>
                </a:lnTo>
                <a:lnTo>
                  <a:pt x="34992" y="65381"/>
                </a:lnTo>
                <a:lnTo>
                  <a:pt x="33725" y="64080"/>
                </a:lnTo>
                <a:lnTo>
                  <a:pt x="33725" y="62779"/>
                </a:lnTo>
                <a:close/>
                <a:moveTo>
                  <a:pt x="32857" y="66582"/>
                </a:moveTo>
                <a:lnTo>
                  <a:pt x="34892" y="66582"/>
                </a:lnTo>
                <a:lnTo>
                  <a:pt x="34892" y="72286"/>
                </a:lnTo>
                <a:lnTo>
                  <a:pt x="31189" y="76022"/>
                </a:lnTo>
                <a:lnTo>
                  <a:pt x="31189" y="68250"/>
                </a:lnTo>
                <a:close/>
                <a:moveTo>
                  <a:pt x="34892" y="81659"/>
                </a:moveTo>
                <a:lnTo>
                  <a:pt x="34892" y="87363"/>
                </a:lnTo>
                <a:lnTo>
                  <a:pt x="32857" y="87363"/>
                </a:lnTo>
                <a:lnTo>
                  <a:pt x="31189" y="85696"/>
                </a:lnTo>
                <a:lnTo>
                  <a:pt x="31189" y="77923"/>
                </a:lnTo>
                <a:close/>
                <a:moveTo>
                  <a:pt x="37761" y="85929"/>
                </a:moveTo>
                <a:lnTo>
                  <a:pt x="42464" y="85929"/>
                </a:lnTo>
                <a:lnTo>
                  <a:pt x="45767" y="89265"/>
                </a:lnTo>
                <a:lnTo>
                  <a:pt x="45767" y="91400"/>
                </a:lnTo>
                <a:lnTo>
                  <a:pt x="41830" y="87464"/>
                </a:lnTo>
                <a:lnTo>
                  <a:pt x="41664" y="87464"/>
                </a:lnTo>
                <a:lnTo>
                  <a:pt x="36260" y="87464"/>
                </a:lnTo>
                <a:close/>
                <a:moveTo>
                  <a:pt x="46567" y="89265"/>
                </a:moveTo>
                <a:lnTo>
                  <a:pt x="49903" y="85929"/>
                </a:lnTo>
                <a:lnTo>
                  <a:pt x="54573" y="85929"/>
                </a:lnTo>
                <a:lnTo>
                  <a:pt x="56107" y="87464"/>
                </a:lnTo>
                <a:lnTo>
                  <a:pt x="50537" y="87464"/>
                </a:lnTo>
                <a:lnTo>
                  <a:pt x="46567" y="91400"/>
                </a:lnTo>
                <a:close/>
                <a:moveTo>
                  <a:pt x="57475" y="81659"/>
                </a:moveTo>
                <a:lnTo>
                  <a:pt x="61178" y="77923"/>
                </a:lnTo>
                <a:lnTo>
                  <a:pt x="61178" y="85696"/>
                </a:lnTo>
                <a:lnTo>
                  <a:pt x="59510" y="87363"/>
                </a:lnTo>
                <a:lnTo>
                  <a:pt x="57475" y="87363"/>
                </a:lnTo>
                <a:close/>
                <a:moveTo>
                  <a:pt x="61978" y="77923"/>
                </a:moveTo>
                <a:lnTo>
                  <a:pt x="65681" y="81659"/>
                </a:lnTo>
                <a:lnTo>
                  <a:pt x="65681" y="87363"/>
                </a:lnTo>
                <a:lnTo>
                  <a:pt x="63646" y="87363"/>
                </a:lnTo>
                <a:lnTo>
                  <a:pt x="61978" y="85662"/>
                </a:lnTo>
                <a:close/>
                <a:moveTo>
                  <a:pt x="68583" y="85929"/>
                </a:moveTo>
                <a:lnTo>
                  <a:pt x="73253" y="85929"/>
                </a:lnTo>
                <a:lnTo>
                  <a:pt x="76555" y="89265"/>
                </a:lnTo>
                <a:lnTo>
                  <a:pt x="76555" y="91400"/>
                </a:lnTo>
                <a:lnTo>
                  <a:pt x="72619" y="87464"/>
                </a:lnTo>
                <a:lnTo>
                  <a:pt x="67048" y="87464"/>
                </a:lnTo>
                <a:close/>
                <a:moveTo>
                  <a:pt x="77356" y="89265"/>
                </a:moveTo>
                <a:lnTo>
                  <a:pt x="80691" y="85929"/>
                </a:lnTo>
                <a:lnTo>
                  <a:pt x="85361" y="85929"/>
                </a:lnTo>
                <a:lnTo>
                  <a:pt x="86896" y="87464"/>
                </a:lnTo>
                <a:lnTo>
                  <a:pt x="81492" y="87464"/>
                </a:lnTo>
                <a:lnTo>
                  <a:pt x="81325" y="87464"/>
                </a:lnTo>
                <a:lnTo>
                  <a:pt x="77356" y="91400"/>
                </a:lnTo>
                <a:close/>
                <a:moveTo>
                  <a:pt x="88264" y="81659"/>
                </a:moveTo>
                <a:lnTo>
                  <a:pt x="91966" y="77923"/>
                </a:lnTo>
                <a:lnTo>
                  <a:pt x="91966" y="85696"/>
                </a:lnTo>
                <a:lnTo>
                  <a:pt x="90298" y="87363"/>
                </a:lnTo>
                <a:lnTo>
                  <a:pt x="88264" y="87363"/>
                </a:lnTo>
                <a:close/>
                <a:moveTo>
                  <a:pt x="92767" y="77923"/>
                </a:moveTo>
                <a:lnTo>
                  <a:pt x="96469" y="81659"/>
                </a:lnTo>
                <a:lnTo>
                  <a:pt x="96469" y="87363"/>
                </a:lnTo>
                <a:lnTo>
                  <a:pt x="94435" y="87363"/>
                </a:lnTo>
                <a:lnTo>
                  <a:pt x="92767" y="85662"/>
                </a:lnTo>
                <a:close/>
                <a:moveTo>
                  <a:pt x="99371" y="85929"/>
                </a:moveTo>
                <a:lnTo>
                  <a:pt x="104041" y="85929"/>
                </a:lnTo>
                <a:lnTo>
                  <a:pt x="107377" y="89265"/>
                </a:lnTo>
                <a:lnTo>
                  <a:pt x="107377" y="91400"/>
                </a:lnTo>
                <a:lnTo>
                  <a:pt x="103408" y="87464"/>
                </a:lnTo>
                <a:lnTo>
                  <a:pt x="103241" y="87464"/>
                </a:lnTo>
                <a:lnTo>
                  <a:pt x="97837" y="87464"/>
                </a:lnTo>
                <a:close/>
                <a:moveTo>
                  <a:pt x="108144" y="89265"/>
                </a:moveTo>
                <a:lnTo>
                  <a:pt x="111480" y="85929"/>
                </a:lnTo>
                <a:lnTo>
                  <a:pt x="116150" y="85929"/>
                </a:lnTo>
                <a:lnTo>
                  <a:pt x="117685" y="87464"/>
                </a:lnTo>
                <a:lnTo>
                  <a:pt x="112114" y="87464"/>
                </a:lnTo>
                <a:lnTo>
                  <a:pt x="108144" y="91400"/>
                </a:lnTo>
                <a:lnTo>
                  <a:pt x="108144" y="89265"/>
                </a:lnTo>
                <a:close/>
                <a:moveTo>
                  <a:pt x="119052" y="81659"/>
                </a:moveTo>
                <a:lnTo>
                  <a:pt x="122755" y="77923"/>
                </a:lnTo>
                <a:lnTo>
                  <a:pt x="122755" y="85696"/>
                </a:lnTo>
                <a:lnTo>
                  <a:pt x="121087" y="87363"/>
                </a:lnTo>
                <a:lnTo>
                  <a:pt x="119052" y="87363"/>
                </a:lnTo>
                <a:close/>
                <a:moveTo>
                  <a:pt x="123555" y="77923"/>
                </a:moveTo>
                <a:lnTo>
                  <a:pt x="127258" y="81659"/>
                </a:lnTo>
                <a:lnTo>
                  <a:pt x="127258" y="87363"/>
                </a:lnTo>
                <a:lnTo>
                  <a:pt x="125223" y="87363"/>
                </a:lnTo>
                <a:lnTo>
                  <a:pt x="123555" y="85662"/>
                </a:lnTo>
                <a:lnTo>
                  <a:pt x="123555" y="77923"/>
                </a:lnTo>
                <a:close/>
                <a:moveTo>
                  <a:pt x="130160" y="85929"/>
                </a:moveTo>
                <a:lnTo>
                  <a:pt x="134830" y="85929"/>
                </a:lnTo>
                <a:lnTo>
                  <a:pt x="138166" y="89265"/>
                </a:lnTo>
                <a:lnTo>
                  <a:pt x="138166" y="91400"/>
                </a:lnTo>
                <a:lnTo>
                  <a:pt x="134196" y="87464"/>
                </a:lnTo>
                <a:lnTo>
                  <a:pt x="128626" y="87464"/>
                </a:lnTo>
                <a:close/>
                <a:moveTo>
                  <a:pt x="138933" y="89265"/>
                </a:moveTo>
                <a:lnTo>
                  <a:pt x="142269" y="85929"/>
                </a:lnTo>
                <a:lnTo>
                  <a:pt x="146939" y="85929"/>
                </a:lnTo>
                <a:lnTo>
                  <a:pt x="148473" y="87464"/>
                </a:lnTo>
                <a:lnTo>
                  <a:pt x="143069" y="87464"/>
                </a:lnTo>
                <a:lnTo>
                  <a:pt x="142903" y="87464"/>
                </a:lnTo>
                <a:lnTo>
                  <a:pt x="138933" y="91400"/>
                </a:lnTo>
                <a:close/>
                <a:moveTo>
                  <a:pt x="149841" y="81659"/>
                </a:moveTo>
                <a:lnTo>
                  <a:pt x="153543" y="77923"/>
                </a:lnTo>
                <a:lnTo>
                  <a:pt x="153543" y="85696"/>
                </a:lnTo>
                <a:lnTo>
                  <a:pt x="151876" y="87363"/>
                </a:lnTo>
                <a:lnTo>
                  <a:pt x="149841" y="87363"/>
                </a:lnTo>
                <a:lnTo>
                  <a:pt x="149841" y="81659"/>
                </a:lnTo>
                <a:close/>
                <a:moveTo>
                  <a:pt x="154344" y="77923"/>
                </a:moveTo>
                <a:lnTo>
                  <a:pt x="158047" y="81659"/>
                </a:lnTo>
                <a:lnTo>
                  <a:pt x="158047" y="87363"/>
                </a:lnTo>
                <a:lnTo>
                  <a:pt x="156012" y="87363"/>
                </a:lnTo>
                <a:lnTo>
                  <a:pt x="154344" y="85662"/>
                </a:lnTo>
                <a:lnTo>
                  <a:pt x="154344" y="77923"/>
                </a:lnTo>
                <a:close/>
                <a:moveTo>
                  <a:pt x="160949" y="85929"/>
                </a:moveTo>
                <a:lnTo>
                  <a:pt x="165619" y="85929"/>
                </a:lnTo>
                <a:lnTo>
                  <a:pt x="168954" y="89265"/>
                </a:lnTo>
                <a:lnTo>
                  <a:pt x="168954" y="91400"/>
                </a:lnTo>
                <a:lnTo>
                  <a:pt x="164985" y="87464"/>
                </a:lnTo>
                <a:lnTo>
                  <a:pt x="164852" y="87464"/>
                </a:lnTo>
                <a:lnTo>
                  <a:pt x="159414" y="87464"/>
                </a:lnTo>
                <a:close/>
                <a:moveTo>
                  <a:pt x="169755" y="89265"/>
                </a:moveTo>
                <a:lnTo>
                  <a:pt x="173057" y="85929"/>
                </a:lnTo>
                <a:lnTo>
                  <a:pt x="177761" y="85929"/>
                </a:lnTo>
                <a:lnTo>
                  <a:pt x="179262" y="87464"/>
                </a:lnTo>
                <a:lnTo>
                  <a:pt x="173691" y="87464"/>
                </a:lnTo>
                <a:lnTo>
                  <a:pt x="169755" y="91400"/>
                </a:lnTo>
                <a:close/>
                <a:moveTo>
                  <a:pt x="180629" y="81659"/>
                </a:moveTo>
                <a:lnTo>
                  <a:pt x="184332" y="77923"/>
                </a:lnTo>
                <a:lnTo>
                  <a:pt x="184332" y="85696"/>
                </a:lnTo>
                <a:lnTo>
                  <a:pt x="182664" y="87363"/>
                </a:lnTo>
                <a:lnTo>
                  <a:pt x="180629" y="87363"/>
                </a:lnTo>
                <a:lnTo>
                  <a:pt x="180629" y="81659"/>
                </a:lnTo>
                <a:close/>
                <a:moveTo>
                  <a:pt x="185133" y="77923"/>
                </a:moveTo>
                <a:lnTo>
                  <a:pt x="188869" y="81659"/>
                </a:lnTo>
                <a:lnTo>
                  <a:pt x="188869" y="87363"/>
                </a:lnTo>
                <a:lnTo>
                  <a:pt x="186801" y="87363"/>
                </a:lnTo>
                <a:lnTo>
                  <a:pt x="185133" y="85662"/>
                </a:lnTo>
                <a:lnTo>
                  <a:pt x="185133" y="77923"/>
                </a:lnTo>
                <a:close/>
                <a:moveTo>
                  <a:pt x="191737" y="85929"/>
                </a:moveTo>
                <a:lnTo>
                  <a:pt x="196441" y="85929"/>
                </a:lnTo>
                <a:lnTo>
                  <a:pt x="199743" y="89265"/>
                </a:lnTo>
                <a:lnTo>
                  <a:pt x="199743" y="91400"/>
                </a:lnTo>
                <a:lnTo>
                  <a:pt x="195807" y="87464"/>
                </a:lnTo>
                <a:lnTo>
                  <a:pt x="190203" y="87464"/>
                </a:lnTo>
                <a:close/>
                <a:moveTo>
                  <a:pt x="200544" y="89265"/>
                </a:moveTo>
                <a:lnTo>
                  <a:pt x="203846" y="85929"/>
                </a:lnTo>
                <a:lnTo>
                  <a:pt x="208549" y="85929"/>
                </a:lnTo>
                <a:lnTo>
                  <a:pt x="210084" y="87464"/>
                </a:lnTo>
                <a:lnTo>
                  <a:pt x="204647" y="87464"/>
                </a:lnTo>
                <a:lnTo>
                  <a:pt x="204480" y="87464"/>
                </a:lnTo>
                <a:lnTo>
                  <a:pt x="200544" y="91400"/>
                </a:lnTo>
                <a:close/>
                <a:moveTo>
                  <a:pt x="211418" y="81659"/>
                </a:moveTo>
                <a:lnTo>
                  <a:pt x="215154" y="77923"/>
                </a:lnTo>
                <a:lnTo>
                  <a:pt x="215154" y="85696"/>
                </a:lnTo>
                <a:lnTo>
                  <a:pt x="213453" y="87363"/>
                </a:lnTo>
                <a:lnTo>
                  <a:pt x="211418" y="87363"/>
                </a:lnTo>
                <a:lnTo>
                  <a:pt x="211418" y="81659"/>
                </a:lnTo>
                <a:close/>
                <a:moveTo>
                  <a:pt x="211418" y="72286"/>
                </a:moveTo>
                <a:lnTo>
                  <a:pt x="211418" y="66582"/>
                </a:lnTo>
                <a:lnTo>
                  <a:pt x="213453" y="66582"/>
                </a:lnTo>
                <a:lnTo>
                  <a:pt x="215154" y="68283"/>
                </a:lnTo>
                <a:lnTo>
                  <a:pt x="215154" y="76022"/>
                </a:lnTo>
                <a:close/>
                <a:moveTo>
                  <a:pt x="213887" y="65915"/>
                </a:moveTo>
                <a:lnTo>
                  <a:pt x="213620" y="65815"/>
                </a:lnTo>
                <a:lnTo>
                  <a:pt x="211718" y="65815"/>
                </a:lnTo>
                <a:lnTo>
                  <a:pt x="213019" y="64514"/>
                </a:lnTo>
                <a:lnTo>
                  <a:pt x="214320" y="64514"/>
                </a:lnTo>
                <a:lnTo>
                  <a:pt x="215154" y="65348"/>
                </a:lnTo>
                <a:lnTo>
                  <a:pt x="215154" y="67149"/>
                </a:lnTo>
                <a:close/>
                <a:moveTo>
                  <a:pt x="212586" y="64113"/>
                </a:moveTo>
                <a:lnTo>
                  <a:pt x="211318" y="65381"/>
                </a:lnTo>
                <a:lnTo>
                  <a:pt x="211318" y="63346"/>
                </a:lnTo>
                <a:lnTo>
                  <a:pt x="209950" y="61979"/>
                </a:lnTo>
                <a:lnTo>
                  <a:pt x="211785" y="61979"/>
                </a:lnTo>
                <a:lnTo>
                  <a:pt x="212586" y="62813"/>
                </a:lnTo>
                <a:lnTo>
                  <a:pt x="212586" y="64113"/>
                </a:lnTo>
                <a:close/>
                <a:moveTo>
                  <a:pt x="211785" y="61178"/>
                </a:moveTo>
                <a:lnTo>
                  <a:pt x="209950" y="61178"/>
                </a:lnTo>
                <a:lnTo>
                  <a:pt x="211318" y="59844"/>
                </a:lnTo>
                <a:lnTo>
                  <a:pt x="211318" y="57776"/>
                </a:lnTo>
                <a:lnTo>
                  <a:pt x="212586" y="59077"/>
                </a:lnTo>
                <a:lnTo>
                  <a:pt x="212586" y="60377"/>
                </a:lnTo>
                <a:close/>
                <a:moveTo>
                  <a:pt x="213453" y="56575"/>
                </a:moveTo>
                <a:lnTo>
                  <a:pt x="211418" y="56575"/>
                </a:lnTo>
                <a:lnTo>
                  <a:pt x="211418" y="50871"/>
                </a:lnTo>
                <a:lnTo>
                  <a:pt x="215154" y="47135"/>
                </a:lnTo>
                <a:lnTo>
                  <a:pt x="215154" y="54874"/>
                </a:lnTo>
                <a:close/>
                <a:moveTo>
                  <a:pt x="211418" y="41497"/>
                </a:moveTo>
                <a:lnTo>
                  <a:pt x="211418" y="35793"/>
                </a:lnTo>
                <a:lnTo>
                  <a:pt x="213453" y="35793"/>
                </a:lnTo>
                <a:lnTo>
                  <a:pt x="215154" y="37494"/>
                </a:lnTo>
                <a:lnTo>
                  <a:pt x="215154" y="45233"/>
                </a:lnTo>
                <a:close/>
                <a:moveTo>
                  <a:pt x="213887" y="35126"/>
                </a:moveTo>
                <a:lnTo>
                  <a:pt x="213620" y="34993"/>
                </a:lnTo>
                <a:lnTo>
                  <a:pt x="211718" y="34993"/>
                </a:lnTo>
                <a:lnTo>
                  <a:pt x="213019" y="33725"/>
                </a:lnTo>
                <a:lnTo>
                  <a:pt x="214320" y="33725"/>
                </a:lnTo>
                <a:lnTo>
                  <a:pt x="215154" y="34559"/>
                </a:lnTo>
                <a:lnTo>
                  <a:pt x="215154" y="36360"/>
                </a:lnTo>
                <a:close/>
                <a:moveTo>
                  <a:pt x="210518" y="32858"/>
                </a:moveTo>
                <a:lnTo>
                  <a:pt x="210518" y="34893"/>
                </a:lnTo>
                <a:lnTo>
                  <a:pt x="204813" y="34893"/>
                </a:lnTo>
                <a:lnTo>
                  <a:pt x="201077" y="31190"/>
                </a:lnTo>
                <a:lnTo>
                  <a:pt x="208850" y="31190"/>
                </a:lnTo>
                <a:close/>
                <a:moveTo>
                  <a:pt x="195473" y="34893"/>
                </a:moveTo>
                <a:lnTo>
                  <a:pt x="189736" y="34893"/>
                </a:lnTo>
                <a:lnTo>
                  <a:pt x="189736" y="32858"/>
                </a:lnTo>
                <a:lnTo>
                  <a:pt x="191437" y="31190"/>
                </a:lnTo>
                <a:lnTo>
                  <a:pt x="199176" y="31190"/>
                </a:lnTo>
                <a:close/>
                <a:moveTo>
                  <a:pt x="187268" y="33725"/>
                </a:moveTo>
                <a:lnTo>
                  <a:pt x="188535" y="34993"/>
                </a:lnTo>
                <a:lnTo>
                  <a:pt x="186667" y="34993"/>
                </a:lnTo>
                <a:lnTo>
                  <a:pt x="186367" y="35126"/>
                </a:lnTo>
                <a:lnTo>
                  <a:pt x="185133" y="36360"/>
                </a:lnTo>
                <a:lnTo>
                  <a:pt x="185133" y="34559"/>
                </a:lnTo>
                <a:lnTo>
                  <a:pt x="185967" y="33725"/>
                </a:lnTo>
                <a:lnTo>
                  <a:pt x="187268" y="33725"/>
                </a:lnTo>
                <a:close/>
                <a:moveTo>
                  <a:pt x="184332" y="36360"/>
                </a:moveTo>
                <a:lnTo>
                  <a:pt x="183098" y="35126"/>
                </a:lnTo>
                <a:lnTo>
                  <a:pt x="182831" y="34993"/>
                </a:lnTo>
                <a:lnTo>
                  <a:pt x="180930" y="34993"/>
                </a:lnTo>
                <a:lnTo>
                  <a:pt x="182231" y="33725"/>
                </a:lnTo>
                <a:lnTo>
                  <a:pt x="183532" y="33725"/>
                </a:lnTo>
                <a:lnTo>
                  <a:pt x="184332" y="34559"/>
                </a:lnTo>
                <a:close/>
                <a:moveTo>
                  <a:pt x="179729" y="32858"/>
                </a:moveTo>
                <a:lnTo>
                  <a:pt x="179729" y="34893"/>
                </a:lnTo>
                <a:lnTo>
                  <a:pt x="174025" y="34893"/>
                </a:lnTo>
                <a:lnTo>
                  <a:pt x="170289" y="31190"/>
                </a:lnTo>
                <a:lnTo>
                  <a:pt x="178061" y="31190"/>
                </a:lnTo>
                <a:close/>
                <a:moveTo>
                  <a:pt x="164685" y="34893"/>
                </a:moveTo>
                <a:lnTo>
                  <a:pt x="158947" y="34893"/>
                </a:lnTo>
                <a:lnTo>
                  <a:pt x="158947" y="32858"/>
                </a:lnTo>
                <a:lnTo>
                  <a:pt x="160649" y="31190"/>
                </a:lnTo>
                <a:lnTo>
                  <a:pt x="168387" y="31190"/>
                </a:lnTo>
                <a:close/>
                <a:moveTo>
                  <a:pt x="156479" y="33725"/>
                </a:moveTo>
                <a:lnTo>
                  <a:pt x="157746" y="34993"/>
                </a:lnTo>
                <a:lnTo>
                  <a:pt x="155878" y="34993"/>
                </a:lnTo>
                <a:lnTo>
                  <a:pt x="155578" y="35126"/>
                </a:lnTo>
                <a:lnTo>
                  <a:pt x="154344" y="36360"/>
                </a:lnTo>
                <a:lnTo>
                  <a:pt x="154344" y="34559"/>
                </a:lnTo>
                <a:lnTo>
                  <a:pt x="155178" y="33725"/>
                </a:lnTo>
                <a:lnTo>
                  <a:pt x="156479" y="33725"/>
                </a:lnTo>
                <a:close/>
                <a:moveTo>
                  <a:pt x="153543" y="36360"/>
                </a:moveTo>
                <a:lnTo>
                  <a:pt x="152309" y="35126"/>
                </a:lnTo>
                <a:lnTo>
                  <a:pt x="152042" y="34993"/>
                </a:lnTo>
                <a:lnTo>
                  <a:pt x="150141" y="34993"/>
                </a:lnTo>
                <a:lnTo>
                  <a:pt x="151442" y="33725"/>
                </a:lnTo>
                <a:lnTo>
                  <a:pt x="152743" y="33725"/>
                </a:lnTo>
                <a:lnTo>
                  <a:pt x="153543" y="34559"/>
                </a:lnTo>
                <a:close/>
                <a:moveTo>
                  <a:pt x="148940" y="32858"/>
                </a:moveTo>
                <a:lnTo>
                  <a:pt x="148940" y="34893"/>
                </a:lnTo>
                <a:lnTo>
                  <a:pt x="143236" y="34893"/>
                </a:lnTo>
                <a:lnTo>
                  <a:pt x="139500" y="31190"/>
                </a:lnTo>
                <a:lnTo>
                  <a:pt x="147239" y="31190"/>
                </a:lnTo>
                <a:close/>
                <a:moveTo>
                  <a:pt x="133896" y="34893"/>
                </a:moveTo>
                <a:lnTo>
                  <a:pt x="128159" y="34893"/>
                </a:lnTo>
                <a:lnTo>
                  <a:pt x="128159" y="32858"/>
                </a:lnTo>
                <a:lnTo>
                  <a:pt x="129860" y="31190"/>
                </a:lnTo>
                <a:lnTo>
                  <a:pt x="137599" y="31190"/>
                </a:lnTo>
                <a:close/>
                <a:moveTo>
                  <a:pt x="125690" y="33725"/>
                </a:moveTo>
                <a:lnTo>
                  <a:pt x="126958" y="34993"/>
                </a:lnTo>
                <a:lnTo>
                  <a:pt x="125056" y="34993"/>
                </a:lnTo>
                <a:lnTo>
                  <a:pt x="124790" y="35126"/>
                </a:lnTo>
                <a:lnTo>
                  <a:pt x="123555" y="36360"/>
                </a:lnTo>
                <a:lnTo>
                  <a:pt x="123555" y="34559"/>
                </a:lnTo>
                <a:lnTo>
                  <a:pt x="124389" y="33725"/>
                </a:lnTo>
                <a:lnTo>
                  <a:pt x="125690" y="33725"/>
                </a:lnTo>
                <a:close/>
                <a:moveTo>
                  <a:pt x="122755" y="36360"/>
                </a:moveTo>
                <a:lnTo>
                  <a:pt x="121521" y="35126"/>
                </a:lnTo>
                <a:lnTo>
                  <a:pt x="121254" y="34993"/>
                </a:lnTo>
                <a:lnTo>
                  <a:pt x="119352" y="34993"/>
                </a:lnTo>
                <a:lnTo>
                  <a:pt x="120653" y="33725"/>
                </a:lnTo>
                <a:lnTo>
                  <a:pt x="121954" y="33725"/>
                </a:lnTo>
                <a:lnTo>
                  <a:pt x="122755" y="34559"/>
                </a:lnTo>
                <a:lnTo>
                  <a:pt x="122755" y="36360"/>
                </a:lnTo>
                <a:close/>
                <a:moveTo>
                  <a:pt x="118152" y="32858"/>
                </a:moveTo>
                <a:lnTo>
                  <a:pt x="118152" y="34893"/>
                </a:lnTo>
                <a:lnTo>
                  <a:pt x="112447" y="34893"/>
                </a:lnTo>
                <a:lnTo>
                  <a:pt x="108711" y="31190"/>
                </a:lnTo>
                <a:lnTo>
                  <a:pt x="116450" y="31190"/>
                </a:lnTo>
                <a:close/>
                <a:moveTo>
                  <a:pt x="103074" y="34893"/>
                </a:moveTo>
                <a:lnTo>
                  <a:pt x="97370" y="34893"/>
                </a:lnTo>
                <a:lnTo>
                  <a:pt x="97370" y="32858"/>
                </a:lnTo>
                <a:lnTo>
                  <a:pt x="99071" y="31190"/>
                </a:lnTo>
                <a:lnTo>
                  <a:pt x="106810" y="31190"/>
                </a:lnTo>
                <a:close/>
                <a:moveTo>
                  <a:pt x="94868" y="33725"/>
                </a:moveTo>
                <a:lnTo>
                  <a:pt x="96169" y="34993"/>
                </a:lnTo>
                <a:lnTo>
                  <a:pt x="94268" y="34993"/>
                </a:lnTo>
                <a:lnTo>
                  <a:pt x="94001" y="35126"/>
                </a:lnTo>
                <a:lnTo>
                  <a:pt x="92767" y="36360"/>
                </a:lnTo>
                <a:lnTo>
                  <a:pt x="92767" y="34559"/>
                </a:lnTo>
                <a:lnTo>
                  <a:pt x="93567" y="33725"/>
                </a:lnTo>
                <a:lnTo>
                  <a:pt x="94868" y="33725"/>
                </a:lnTo>
                <a:close/>
                <a:moveTo>
                  <a:pt x="91966" y="36360"/>
                </a:moveTo>
                <a:lnTo>
                  <a:pt x="90732" y="35126"/>
                </a:lnTo>
                <a:lnTo>
                  <a:pt x="90465" y="34993"/>
                </a:lnTo>
                <a:lnTo>
                  <a:pt x="88564" y="34993"/>
                </a:lnTo>
                <a:lnTo>
                  <a:pt x="89865" y="33725"/>
                </a:lnTo>
                <a:lnTo>
                  <a:pt x="91166" y="33725"/>
                </a:lnTo>
                <a:lnTo>
                  <a:pt x="91966" y="34559"/>
                </a:lnTo>
                <a:lnTo>
                  <a:pt x="91966" y="36360"/>
                </a:lnTo>
                <a:close/>
                <a:moveTo>
                  <a:pt x="87363" y="32858"/>
                </a:moveTo>
                <a:lnTo>
                  <a:pt x="87363" y="34893"/>
                </a:lnTo>
                <a:lnTo>
                  <a:pt x="81659" y="34893"/>
                </a:lnTo>
                <a:lnTo>
                  <a:pt x="77923" y="31190"/>
                </a:lnTo>
                <a:lnTo>
                  <a:pt x="85662" y="31190"/>
                </a:lnTo>
                <a:close/>
                <a:moveTo>
                  <a:pt x="72285" y="34893"/>
                </a:moveTo>
                <a:lnTo>
                  <a:pt x="66581" y="34893"/>
                </a:lnTo>
                <a:lnTo>
                  <a:pt x="66581" y="32858"/>
                </a:lnTo>
                <a:lnTo>
                  <a:pt x="68249" y="31190"/>
                </a:lnTo>
                <a:lnTo>
                  <a:pt x="76021" y="31190"/>
                </a:lnTo>
                <a:close/>
                <a:moveTo>
                  <a:pt x="64080" y="33725"/>
                </a:moveTo>
                <a:lnTo>
                  <a:pt x="65381" y="34993"/>
                </a:lnTo>
                <a:lnTo>
                  <a:pt x="63479" y="34993"/>
                </a:lnTo>
                <a:lnTo>
                  <a:pt x="63212" y="35126"/>
                </a:lnTo>
                <a:lnTo>
                  <a:pt x="61978" y="36360"/>
                </a:lnTo>
                <a:lnTo>
                  <a:pt x="61978" y="34559"/>
                </a:lnTo>
                <a:lnTo>
                  <a:pt x="62779" y="33725"/>
                </a:lnTo>
                <a:lnTo>
                  <a:pt x="64080" y="33725"/>
                </a:lnTo>
                <a:close/>
                <a:moveTo>
                  <a:pt x="61178" y="36360"/>
                </a:moveTo>
                <a:lnTo>
                  <a:pt x="59943" y="35126"/>
                </a:lnTo>
                <a:lnTo>
                  <a:pt x="59676" y="34993"/>
                </a:lnTo>
                <a:lnTo>
                  <a:pt x="57775" y="34993"/>
                </a:lnTo>
                <a:lnTo>
                  <a:pt x="59043" y="33725"/>
                </a:lnTo>
                <a:lnTo>
                  <a:pt x="60344" y="33725"/>
                </a:lnTo>
                <a:lnTo>
                  <a:pt x="61178" y="34559"/>
                </a:lnTo>
                <a:close/>
                <a:moveTo>
                  <a:pt x="56574" y="32858"/>
                </a:moveTo>
                <a:lnTo>
                  <a:pt x="56574" y="34893"/>
                </a:lnTo>
                <a:lnTo>
                  <a:pt x="50837" y="34893"/>
                </a:lnTo>
                <a:lnTo>
                  <a:pt x="47134" y="31190"/>
                </a:lnTo>
                <a:lnTo>
                  <a:pt x="54873" y="31190"/>
                </a:lnTo>
                <a:close/>
                <a:moveTo>
                  <a:pt x="41497" y="34893"/>
                </a:moveTo>
                <a:lnTo>
                  <a:pt x="35793" y="34893"/>
                </a:lnTo>
                <a:lnTo>
                  <a:pt x="35793" y="32858"/>
                </a:lnTo>
                <a:lnTo>
                  <a:pt x="37461" y="31190"/>
                </a:lnTo>
                <a:lnTo>
                  <a:pt x="45233" y="31190"/>
                </a:lnTo>
                <a:close/>
                <a:moveTo>
                  <a:pt x="33291" y="33725"/>
                </a:moveTo>
                <a:lnTo>
                  <a:pt x="34592" y="34993"/>
                </a:lnTo>
                <a:lnTo>
                  <a:pt x="32691" y="34993"/>
                </a:lnTo>
                <a:lnTo>
                  <a:pt x="32424" y="35126"/>
                </a:lnTo>
                <a:lnTo>
                  <a:pt x="31189" y="36360"/>
                </a:lnTo>
                <a:lnTo>
                  <a:pt x="31189" y="34559"/>
                </a:lnTo>
                <a:lnTo>
                  <a:pt x="31990" y="33725"/>
                </a:lnTo>
                <a:lnTo>
                  <a:pt x="33291" y="33725"/>
                </a:lnTo>
                <a:close/>
                <a:moveTo>
                  <a:pt x="30389" y="57809"/>
                </a:moveTo>
                <a:lnTo>
                  <a:pt x="29555" y="58643"/>
                </a:lnTo>
                <a:lnTo>
                  <a:pt x="28254" y="58643"/>
                </a:lnTo>
                <a:lnTo>
                  <a:pt x="26986" y="57375"/>
                </a:lnTo>
                <a:lnTo>
                  <a:pt x="28854" y="57375"/>
                </a:lnTo>
                <a:lnTo>
                  <a:pt x="29155" y="57242"/>
                </a:lnTo>
                <a:lnTo>
                  <a:pt x="30389" y="56008"/>
                </a:lnTo>
                <a:lnTo>
                  <a:pt x="30389" y="57809"/>
                </a:lnTo>
                <a:close/>
                <a:moveTo>
                  <a:pt x="28521" y="60811"/>
                </a:moveTo>
                <a:lnTo>
                  <a:pt x="28621" y="60511"/>
                </a:lnTo>
                <a:lnTo>
                  <a:pt x="28621" y="59443"/>
                </a:lnTo>
                <a:lnTo>
                  <a:pt x="29889" y="59443"/>
                </a:lnTo>
                <a:lnTo>
                  <a:pt x="30789" y="58543"/>
                </a:lnTo>
                <a:lnTo>
                  <a:pt x="31656" y="59443"/>
                </a:lnTo>
                <a:lnTo>
                  <a:pt x="32924" y="59443"/>
                </a:lnTo>
                <a:lnTo>
                  <a:pt x="32924" y="60511"/>
                </a:lnTo>
                <a:lnTo>
                  <a:pt x="33057" y="60811"/>
                </a:lnTo>
                <a:lnTo>
                  <a:pt x="33825" y="61578"/>
                </a:lnTo>
                <a:lnTo>
                  <a:pt x="33057" y="62346"/>
                </a:lnTo>
                <a:lnTo>
                  <a:pt x="32924" y="62612"/>
                </a:lnTo>
                <a:lnTo>
                  <a:pt x="32924" y="63713"/>
                </a:lnTo>
                <a:lnTo>
                  <a:pt x="31656" y="63713"/>
                </a:lnTo>
                <a:lnTo>
                  <a:pt x="30789" y="64614"/>
                </a:lnTo>
                <a:lnTo>
                  <a:pt x="29889" y="63713"/>
                </a:lnTo>
                <a:lnTo>
                  <a:pt x="28621" y="63713"/>
                </a:lnTo>
                <a:lnTo>
                  <a:pt x="28621" y="62612"/>
                </a:lnTo>
                <a:lnTo>
                  <a:pt x="28521" y="62346"/>
                </a:lnTo>
                <a:lnTo>
                  <a:pt x="27754" y="61578"/>
                </a:lnTo>
                <a:close/>
                <a:moveTo>
                  <a:pt x="28254" y="64514"/>
                </a:moveTo>
                <a:lnTo>
                  <a:pt x="29555" y="64514"/>
                </a:lnTo>
                <a:lnTo>
                  <a:pt x="30389" y="65348"/>
                </a:lnTo>
                <a:lnTo>
                  <a:pt x="30389" y="67149"/>
                </a:lnTo>
                <a:lnTo>
                  <a:pt x="29155" y="65915"/>
                </a:lnTo>
                <a:lnTo>
                  <a:pt x="28854" y="65781"/>
                </a:lnTo>
                <a:lnTo>
                  <a:pt x="26986" y="65781"/>
                </a:lnTo>
                <a:close/>
                <a:moveTo>
                  <a:pt x="31189" y="86796"/>
                </a:moveTo>
                <a:lnTo>
                  <a:pt x="32424" y="88031"/>
                </a:lnTo>
                <a:lnTo>
                  <a:pt x="32691" y="88164"/>
                </a:lnTo>
                <a:lnTo>
                  <a:pt x="34592" y="88164"/>
                </a:lnTo>
                <a:lnTo>
                  <a:pt x="33291" y="89432"/>
                </a:lnTo>
                <a:lnTo>
                  <a:pt x="31990" y="89432"/>
                </a:lnTo>
                <a:lnTo>
                  <a:pt x="31189" y="88631"/>
                </a:lnTo>
                <a:lnTo>
                  <a:pt x="31189" y="86796"/>
                </a:lnTo>
                <a:close/>
                <a:moveTo>
                  <a:pt x="35793" y="90299"/>
                </a:moveTo>
                <a:lnTo>
                  <a:pt x="35793" y="88264"/>
                </a:lnTo>
                <a:lnTo>
                  <a:pt x="41497" y="88264"/>
                </a:lnTo>
                <a:lnTo>
                  <a:pt x="45233" y="91967"/>
                </a:lnTo>
                <a:lnTo>
                  <a:pt x="37461" y="91967"/>
                </a:lnTo>
                <a:close/>
                <a:moveTo>
                  <a:pt x="50837" y="88264"/>
                </a:moveTo>
                <a:lnTo>
                  <a:pt x="56574" y="88264"/>
                </a:lnTo>
                <a:lnTo>
                  <a:pt x="56574" y="90299"/>
                </a:lnTo>
                <a:lnTo>
                  <a:pt x="54873" y="91967"/>
                </a:lnTo>
                <a:lnTo>
                  <a:pt x="47134" y="91967"/>
                </a:lnTo>
                <a:close/>
                <a:moveTo>
                  <a:pt x="59043" y="89432"/>
                </a:moveTo>
                <a:lnTo>
                  <a:pt x="57775" y="88164"/>
                </a:lnTo>
                <a:lnTo>
                  <a:pt x="59676" y="88164"/>
                </a:lnTo>
                <a:lnTo>
                  <a:pt x="59943" y="88031"/>
                </a:lnTo>
                <a:lnTo>
                  <a:pt x="61178" y="86796"/>
                </a:lnTo>
                <a:lnTo>
                  <a:pt x="61178" y="88598"/>
                </a:lnTo>
                <a:lnTo>
                  <a:pt x="60344" y="89432"/>
                </a:lnTo>
                <a:lnTo>
                  <a:pt x="59043" y="89432"/>
                </a:lnTo>
                <a:close/>
                <a:moveTo>
                  <a:pt x="61978" y="86796"/>
                </a:moveTo>
                <a:lnTo>
                  <a:pt x="63212" y="88031"/>
                </a:lnTo>
                <a:lnTo>
                  <a:pt x="63479" y="88164"/>
                </a:lnTo>
                <a:lnTo>
                  <a:pt x="65381" y="88164"/>
                </a:lnTo>
                <a:lnTo>
                  <a:pt x="64080" y="89432"/>
                </a:lnTo>
                <a:lnTo>
                  <a:pt x="62779" y="89432"/>
                </a:lnTo>
                <a:lnTo>
                  <a:pt x="61978" y="88631"/>
                </a:lnTo>
                <a:close/>
                <a:moveTo>
                  <a:pt x="66581" y="90299"/>
                </a:moveTo>
                <a:lnTo>
                  <a:pt x="66581" y="88264"/>
                </a:lnTo>
                <a:lnTo>
                  <a:pt x="72285" y="88264"/>
                </a:lnTo>
                <a:lnTo>
                  <a:pt x="76021" y="91967"/>
                </a:lnTo>
                <a:lnTo>
                  <a:pt x="68249" y="91967"/>
                </a:lnTo>
                <a:close/>
                <a:moveTo>
                  <a:pt x="81659" y="88264"/>
                </a:moveTo>
                <a:lnTo>
                  <a:pt x="87363" y="88264"/>
                </a:lnTo>
                <a:lnTo>
                  <a:pt x="87363" y="90299"/>
                </a:lnTo>
                <a:lnTo>
                  <a:pt x="85662" y="91967"/>
                </a:lnTo>
                <a:lnTo>
                  <a:pt x="77923" y="91967"/>
                </a:lnTo>
                <a:close/>
                <a:moveTo>
                  <a:pt x="89831" y="89432"/>
                </a:moveTo>
                <a:lnTo>
                  <a:pt x="88564" y="88164"/>
                </a:lnTo>
                <a:lnTo>
                  <a:pt x="90465" y="88164"/>
                </a:lnTo>
                <a:lnTo>
                  <a:pt x="90732" y="88031"/>
                </a:lnTo>
                <a:lnTo>
                  <a:pt x="91966" y="86796"/>
                </a:lnTo>
                <a:lnTo>
                  <a:pt x="91966" y="88598"/>
                </a:lnTo>
                <a:lnTo>
                  <a:pt x="91132" y="89432"/>
                </a:lnTo>
                <a:lnTo>
                  <a:pt x="89831" y="89432"/>
                </a:lnTo>
                <a:close/>
                <a:moveTo>
                  <a:pt x="92767" y="86796"/>
                </a:moveTo>
                <a:lnTo>
                  <a:pt x="94001" y="88031"/>
                </a:lnTo>
                <a:lnTo>
                  <a:pt x="94268" y="88164"/>
                </a:lnTo>
                <a:lnTo>
                  <a:pt x="96169" y="88164"/>
                </a:lnTo>
                <a:lnTo>
                  <a:pt x="94868" y="89432"/>
                </a:lnTo>
                <a:lnTo>
                  <a:pt x="93567" y="89432"/>
                </a:lnTo>
                <a:lnTo>
                  <a:pt x="92767" y="88631"/>
                </a:lnTo>
                <a:lnTo>
                  <a:pt x="92767" y="86796"/>
                </a:lnTo>
                <a:close/>
                <a:moveTo>
                  <a:pt x="97370" y="90299"/>
                </a:moveTo>
                <a:lnTo>
                  <a:pt x="97370" y="88264"/>
                </a:lnTo>
                <a:lnTo>
                  <a:pt x="103074" y="88264"/>
                </a:lnTo>
                <a:lnTo>
                  <a:pt x="106810" y="91967"/>
                </a:lnTo>
                <a:lnTo>
                  <a:pt x="99071" y="91967"/>
                </a:lnTo>
                <a:close/>
                <a:moveTo>
                  <a:pt x="112447" y="88264"/>
                </a:moveTo>
                <a:lnTo>
                  <a:pt x="118152" y="88264"/>
                </a:lnTo>
                <a:lnTo>
                  <a:pt x="118152" y="90299"/>
                </a:lnTo>
                <a:lnTo>
                  <a:pt x="116450" y="91967"/>
                </a:lnTo>
                <a:lnTo>
                  <a:pt x="108711" y="91967"/>
                </a:lnTo>
                <a:close/>
                <a:moveTo>
                  <a:pt x="120653" y="89432"/>
                </a:moveTo>
                <a:lnTo>
                  <a:pt x="119352" y="88164"/>
                </a:lnTo>
                <a:lnTo>
                  <a:pt x="121254" y="88164"/>
                </a:lnTo>
                <a:lnTo>
                  <a:pt x="121521" y="88031"/>
                </a:lnTo>
                <a:lnTo>
                  <a:pt x="122755" y="86796"/>
                </a:lnTo>
                <a:lnTo>
                  <a:pt x="122755" y="88598"/>
                </a:lnTo>
                <a:lnTo>
                  <a:pt x="121954" y="89432"/>
                </a:lnTo>
                <a:lnTo>
                  <a:pt x="120653" y="89432"/>
                </a:lnTo>
                <a:close/>
                <a:moveTo>
                  <a:pt x="123555" y="86796"/>
                </a:moveTo>
                <a:lnTo>
                  <a:pt x="124790" y="88031"/>
                </a:lnTo>
                <a:lnTo>
                  <a:pt x="125056" y="88164"/>
                </a:lnTo>
                <a:lnTo>
                  <a:pt x="126958" y="88164"/>
                </a:lnTo>
                <a:lnTo>
                  <a:pt x="125657" y="89432"/>
                </a:lnTo>
                <a:lnTo>
                  <a:pt x="124356" y="89432"/>
                </a:lnTo>
                <a:lnTo>
                  <a:pt x="123555" y="88631"/>
                </a:lnTo>
                <a:lnTo>
                  <a:pt x="123555" y="86796"/>
                </a:lnTo>
                <a:close/>
                <a:moveTo>
                  <a:pt x="128159" y="90299"/>
                </a:moveTo>
                <a:lnTo>
                  <a:pt x="128159" y="88264"/>
                </a:lnTo>
                <a:lnTo>
                  <a:pt x="133863" y="88264"/>
                </a:lnTo>
                <a:lnTo>
                  <a:pt x="137599" y="91967"/>
                </a:lnTo>
                <a:lnTo>
                  <a:pt x="129860" y="91967"/>
                </a:lnTo>
                <a:close/>
                <a:moveTo>
                  <a:pt x="143236" y="88264"/>
                </a:moveTo>
                <a:lnTo>
                  <a:pt x="148940" y="88264"/>
                </a:lnTo>
                <a:lnTo>
                  <a:pt x="148940" y="90299"/>
                </a:lnTo>
                <a:lnTo>
                  <a:pt x="147272" y="91967"/>
                </a:lnTo>
                <a:lnTo>
                  <a:pt x="139500" y="91967"/>
                </a:lnTo>
                <a:close/>
                <a:moveTo>
                  <a:pt x="151442" y="89432"/>
                </a:moveTo>
                <a:lnTo>
                  <a:pt x="150141" y="88164"/>
                </a:lnTo>
                <a:lnTo>
                  <a:pt x="152042" y="88164"/>
                </a:lnTo>
                <a:lnTo>
                  <a:pt x="152309" y="88031"/>
                </a:lnTo>
                <a:lnTo>
                  <a:pt x="153543" y="86796"/>
                </a:lnTo>
                <a:lnTo>
                  <a:pt x="153543" y="88598"/>
                </a:lnTo>
                <a:lnTo>
                  <a:pt x="152743" y="89432"/>
                </a:lnTo>
                <a:lnTo>
                  <a:pt x="151442" y="89432"/>
                </a:lnTo>
                <a:close/>
                <a:moveTo>
                  <a:pt x="154344" y="86796"/>
                </a:moveTo>
                <a:lnTo>
                  <a:pt x="155578" y="88031"/>
                </a:lnTo>
                <a:lnTo>
                  <a:pt x="155845" y="88164"/>
                </a:lnTo>
                <a:lnTo>
                  <a:pt x="157746" y="88164"/>
                </a:lnTo>
                <a:lnTo>
                  <a:pt x="156479" y="89432"/>
                </a:lnTo>
                <a:lnTo>
                  <a:pt x="155178" y="89432"/>
                </a:lnTo>
                <a:lnTo>
                  <a:pt x="154344" y="88631"/>
                </a:lnTo>
                <a:close/>
                <a:moveTo>
                  <a:pt x="158947" y="90299"/>
                </a:moveTo>
                <a:lnTo>
                  <a:pt x="158947" y="88264"/>
                </a:lnTo>
                <a:lnTo>
                  <a:pt x="164685" y="88264"/>
                </a:lnTo>
                <a:lnTo>
                  <a:pt x="168387" y="91967"/>
                </a:lnTo>
                <a:lnTo>
                  <a:pt x="160649" y="91967"/>
                </a:lnTo>
                <a:close/>
                <a:moveTo>
                  <a:pt x="174025" y="88264"/>
                </a:moveTo>
                <a:lnTo>
                  <a:pt x="179729" y="88264"/>
                </a:lnTo>
                <a:lnTo>
                  <a:pt x="179729" y="90299"/>
                </a:lnTo>
                <a:lnTo>
                  <a:pt x="178061" y="91967"/>
                </a:lnTo>
                <a:lnTo>
                  <a:pt x="170289" y="91967"/>
                </a:lnTo>
                <a:close/>
                <a:moveTo>
                  <a:pt x="182231" y="89432"/>
                </a:moveTo>
                <a:lnTo>
                  <a:pt x="180930" y="88164"/>
                </a:lnTo>
                <a:lnTo>
                  <a:pt x="182831" y="88164"/>
                </a:lnTo>
                <a:lnTo>
                  <a:pt x="183098" y="88031"/>
                </a:lnTo>
                <a:lnTo>
                  <a:pt x="184332" y="86796"/>
                </a:lnTo>
                <a:lnTo>
                  <a:pt x="184332" y="88598"/>
                </a:lnTo>
                <a:lnTo>
                  <a:pt x="183532" y="89432"/>
                </a:lnTo>
                <a:lnTo>
                  <a:pt x="182231" y="89432"/>
                </a:lnTo>
                <a:close/>
                <a:moveTo>
                  <a:pt x="185133" y="86796"/>
                </a:moveTo>
                <a:lnTo>
                  <a:pt x="186367" y="88031"/>
                </a:lnTo>
                <a:lnTo>
                  <a:pt x="186667" y="88164"/>
                </a:lnTo>
                <a:lnTo>
                  <a:pt x="188535" y="88164"/>
                </a:lnTo>
                <a:lnTo>
                  <a:pt x="187268" y="89432"/>
                </a:lnTo>
                <a:lnTo>
                  <a:pt x="185967" y="89432"/>
                </a:lnTo>
                <a:lnTo>
                  <a:pt x="185133" y="88631"/>
                </a:lnTo>
                <a:close/>
                <a:moveTo>
                  <a:pt x="189736" y="90299"/>
                </a:moveTo>
                <a:lnTo>
                  <a:pt x="189736" y="88264"/>
                </a:lnTo>
                <a:lnTo>
                  <a:pt x="195473" y="88264"/>
                </a:lnTo>
                <a:lnTo>
                  <a:pt x="199176" y="91967"/>
                </a:lnTo>
                <a:lnTo>
                  <a:pt x="191437" y="91967"/>
                </a:lnTo>
                <a:close/>
                <a:moveTo>
                  <a:pt x="204813" y="88264"/>
                </a:moveTo>
                <a:lnTo>
                  <a:pt x="210518" y="88264"/>
                </a:lnTo>
                <a:lnTo>
                  <a:pt x="210518" y="90299"/>
                </a:lnTo>
                <a:lnTo>
                  <a:pt x="208850" y="91967"/>
                </a:lnTo>
                <a:lnTo>
                  <a:pt x="201077" y="91967"/>
                </a:lnTo>
                <a:close/>
                <a:moveTo>
                  <a:pt x="213019" y="89432"/>
                </a:moveTo>
                <a:lnTo>
                  <a:pt x="211718" y="88164"/>
                </a:lnTo>
                <a:lnTo>
                  <a:pt x="213620" y="88164"/>
                </a:lnTo>
                <a:lnTo>
                  <a:pt x="213887" y="88031"/>
                </a:lnTo>
                <a:lnTo>
                  <a:pt x="215121" y="86796"/>
                </a:lnTo>
                <a:lnTo>
                  <a:pt x="215121" y="88598"/>
                </a:lnTo>
                <a:lnTo>
                  <a:pt x="214320" y="89432"/>
                </a:lnTo>
                <a:lnTo>
                  <a:pt x="213019" y="89432"/>
                </a:lnTo>
                <a:close/>
                <a:moveTo>
                  <a:pt x="215921" y="65348"/>
                </a:moveTo>
                <a:lnTo>
                  <a:pt x="216755" y="64514"/>
                </a:lnTo>
                <a:lnTo>
                  <a:pt x="218056" y="64514"/>
                </a:lnTo>
                <a:lnTo>
                  <a:pt x="219324" y="65815"/>
                </a:lnTo>
                <a:lnTo>
                  <a:pt x="217456" y="65815"/>
                </a:lnTo>
                <a:lnTo>
                  <a:pt x="217156" y="65915"/>
                </a:lnTo>
                <a:lnTo>
                  <a:pt x="215921" y="67149"/>
                </a:lnTo>
                <a:close/>
                <a:moveTo>
                  <a:pt x="217789" y="62346"/>
                </a:moveTo>
                <a:lnTo>
                  <a:pt x="217689" y="62646"/>
                </a:lnTo>
                <a:lnTo>
                  <a:pt x="217689" y="63713"/>
                </a:lnTo>
                <a:lnTo>
                  <a:pt x="216422" y="63713"/>
                </a:lnTo>
                <a:lnTo>
                  <a:pt x="215521" y="64614"/>
                </a:lnTo>
                <a:lnTo>
                  <a:pt x="214654" y="63713"/>
                </a:lnTo>
                <a:lnTo>
                  <a:pt x="213386" y="63713"/>
                </a:lnTo>
                <a:lnTo>
                  <a:pt x="213386" y="62646"/>
                </a:lnTo>
                <a:lnTo>
                  <a:pt x="213286" y="62346"/>
                </a:lnTo>
                <a:lnTo>
                  <a:pt x="212486" y="61578"/>
                </a:lnTo>
                <a:lnTo>
                  <a:pt x="213286" y="60811"/>
                </a:lnTo>
                <a:lnTo>
                  <a:pt x="213386" y="60544"/>
                </a:lnTo>
                <a:lnTo>
                  <a:pt x="213386" y="59443"/>
                </a:lnTo>
                <a:lnTo>
                  <a:pt x="214654" y="59443"/>
                </a:lnTo>
                <a:lnTo>
                  <a:pt x="215521" y="58543"/>
                </a:lnTo>
                <a:lnTo>
                  <a:pt x="216422" y="59443"/>
                </a:lnTo>
                <a:lnTo>
                  <a:pt x="217689" y="59443"/>
                </a:lnTo>
                <a:lnTo>
                  <a:pt x="217689" y="60544"/>
                </a:lnTo>
                <a:lnTo>
                  <a:pt x="217789" y="60811"/>
                </a:lnTo>
                <a:lnTo>
                  <a:pt x="218557" y="61578"/>
                </a:lnTo>
                <a:close/>
                <a:moveTo>
                  <a:pt x="218056" y="58643"/>
                </a:moveTo>
                <a:lnTo>
                  <a:pt x="216755" y="58643"/>
                </a:lnTo>
                <a:lnTo>
                  <a:pt x="215921" y="57809"/>
                </a:lnTo>
                <a:lnTo>
                  <a:pt x="215921" y="56008"/>
                </a:lnTo>
                <a:lnTo>
                  <a:pt x="217156" y="57242"/>
                </a:lnTo>
                <a:lnTo>
                  <a:pt x="217456" y="57375"/>
                </a:lnTo>
                <a:lnTo>
                  <a:pt x="219324" y="57375"/>
                </a:lnTo>
                <a:close/>
                <a:moveTo>
                  <a:pt x="215921" y="34559"/>
                </a:moveTo>
                <a:lnTo>
                  <a:pt x="216755" y="33725"/>
                </a:lnTo>
                <a:lnTo>
                  <a:pt x="218056" y="33725"/>
                </a:lnTo>
                <a:lnTo>
                  <a:pt x="219324" y="34993"/>
                </a:lnTo>
                <a:lnTo>
                  <a:pt x="217456" y="34993"/>
                </a:lnTo>
                <a:lnTo>
                  <a:pt x="217156" y="35126"/>
                </a:lnTo>
                <a:lnTo>
                  <a:pt x="215921" y="36360"/>
                </a:lnTo>
                <a:close/>
                <a:moveTo>
                  <a:pt x="27020" y="31190"/>
                </a:moveTo>
                <a:lnTo>
                  <a:pt x="27854" y="31990"/>
                </a:lnTo>
                <a:lnTo>
                  <a:pt x="27854" y="33291"/>
                </a:lnTo>
                <a:lnTo>
                  <a:pt x="26553" y="34592"/>
                </a:lnTo>
                <a:lnTo>
                  <a:pt x="26553" y="32524"/>
                </a:lnTo>
                <a:lnTo>
                  <a:pt x="25219" y="31190"/>
                </a:lnTo>
                <a:lnTo>
                  <a:pt x="27020" y="31190"/>
                </a:lnTo>
                <a:close/>
                <a:moveTo>
                  <a:pt x="26653" y="35793"/>
                </a:moveTo>
                <a:lnTo>
                  <a:pt x="28721" y="35793"/>
                </a:lnTo>
                <a:lnTo>
                  <a:pt x="30389" y="37494"/>
                </a:lnTo>
                <a:lnTo>
                  <a:pt x="30389" y="45233"/>
                </a:lnTo>
                <a:lnTo>
                  <a:pt x="26653" y="41497"/>
                </a:lnTo>
                <a:lnTo>
                  <a:pt x="26653" y="35793"/>
                </a:lnTo>
                <a:close/>
                <a:moveTo>
                  <a:pt x="30389" y="54874"/>
                </a:moveTo>
                <a:lnTo>
                  <a:pt x="28721" y="56575"/>
                </a:lnTo>
                <a:lnTo>
                  <a:pt x="26653" y="56575"/>
                </a:lnTo>
                <a:lnTo>
                  <a:pt x="26653" y="50871"/>
                </a:lnTo>
                <a:lnTo>
                  <a:pt x="30389" y="47135"/>
                </a:lnTo>
                <a:lnTo>
                  <a:pt x="30389" y="54874"/>
                </a:lnTo>
                <a:close/>
                <a:moveTo>
                  <a:pt x="26553" y="57776"/>
                </a:moveTo>
                <a:lnTo>
                  <a:pt x="27854" y="59077"/>
                </a:lnTo>
                <a:lnTo>
                  <a:pt x="27854" y="60377"/>
                </a:lnTo>
                <a:lnTo>
                  <a:pt x="27020" y="61178"/>
                </a:lnTo>
                <a:lnTo>
                  <a:pt x="25219" y="61178"/>
                </a:lnTo>
                <a:lnTo>
                  <a:pt x="26553" y="59844"/>
                </a:lnTo>
                <a:lnTo>
                  <a:pt x="26553" y="57776"/>
                </a:lnTo>
                <a:close/>
                <a:moveTo>
                  <a:pt x="27020" y="61979"/>
                </a:moveTo>
                <a:lnTo>
                  <a:pt x="27854" y="62813"/>
                </a:lnTo>
                <a:lnTo>
                  <a:pt x="27854" y="64113"/>
                </a:lnTo>
                <a:lnTo>
                  <a:pt x="26553" y="65381"/>
                </a:lnTo>
                <a:lnTo>
                  <a:pt x="26553" y="63346"/>
                </a:lnTo>
                <a:lnTo>
                  <a:pt x="25185" y="61979"/>
                </a:lnTo>
                <a:lnTo>
                  <a:pt x="27020" y="61979"/>
                </a:lnTo>
                <a:close/>
                <a:moveTo>
                  <a:pt x="26653" y="66582"/>
                </a:moveTo>
                <a:lnTo>
                  <a:pt x="28721" y="66582"/>
                </a:lnTo>
                <a:lnTo>
                  <a:pt x="30389" y="68283"/>
                </a:lnTo>
                <a:lnTo>
                  <a:pt x="30389" y="76022"/>
                </a:lnTo>
                <a:lnTo>
                  <a:pt x="26653" y="72286"/>
                </a:lnTo>
                <a:lnTo>
                  <a:pt x="26653" y="66582"/>
                </a:lnTo>
                <a:close/>
                <a:moveTo>
                  <a:pt x="30389" y="85696"/>
                </a:moveTo>
                <a:lnTo>
                  <a:pt x="28721" y="87363"/>
                </a:lnTo>
                <a:lnTo>
                  <a:pt x="26653" y="87363"/>
                </a:lnTo>
                <a:lnTo>
                  <a:pt x="26653" y="81659"/>
                </a:lnTo>
                <a:lnTo>
                  <a:pt x="30389" y="77923"/>
                </a:lnTo>
                <a:lnTo>
                  <a:pt x="30389" y="85696"/>
                </a:lnTo>
                <a:close/>
                <a:moveTo>
                  <a:pt x="26553" y="88564"/>
                </a:moveTo>
                <a:lnTo>
                  <a:pt x="27854" y="89865"/>
                </a:lnTo>
                <a:lnTo>
                  <a:pt x="27854" y="91166"/>
                </a:lnTo>
                <a:lnTo>
                  <a:pt x="27020" y="91967"/>
                </a:lnTo>
                <a:lnTo>
                  <a:pt x="25219" y="91967"/>
                </a:lnTo>
                <a:lnTo>
                  <a:pt x="26553" y="90632"/>
                </a:lnTo>
                <a:lnTo>
                  <a:pt x="26553" y="88564"/>
                </a:lnTo>
                <a:close/>
                <a:moveTo>
                  <a:pt x="219290" y="91967"/>
                </a:moveTo>
                <a:lnTo>
                  <a:pt x="218457" y="91166"/>
                </a:lnTo>
                <a:lnTo>
                  <a:pt x="218457" y="89865"/>
                </a:lnTo>
                <a:lnTo>
                  <a:pt x="219757" y="88564"/>
                </a:lnTo>
                <a:lnTo>
                  <a:pt x="219757" y="90632"/>
                </a:lnTo>
                <a:lnTo>
                  <a:pt x="221092" y="91967"/>
                </a:lnTo>
                <a:lnTo>
                  <a:pt x="219290" y="91967"/>
                </a:lnTo>
                <a:close/>
                <a:moveTo>
                  <a:pt x="219657" y="87363"/>
                </a:moveTo>
                <a:lnTo>
                  <a:pt x="217623" y="87363"/>
                </a:lnTo>
                <a:lnTo>
                  <a:pt x="215921" y="85696"/>
                </a:lnTo>
                <a:lnTo>
                  <a:pt x="215921" y="77923"/>
                </a:lnTo>
                <a:lnTo>
                  <a:pt x="219657" y="81659"/>
                </a:lnTo>
                <a:lnTo>
                  <a:pt x="219657" y="87363"/>
                </a:lnTo>
                <a:close/>
                <a:moveTo>
                  <a:pt x="215921" y="68283"/>
                </a:moveTo>
                <a:lnTo>
                  <a:pt x="217623" y="66582"/>
                </a:lnTo>
                <a:lnTo>
                  <a:pt x="219657" y="66582"/>
                </a:lnTo>
                <a:lnTo>
                  <a:pt x="219657" y="72286"/>
                </a:lnTo>
                <a:lnTo>
                  <a:pt x="215921" y="76022"/>
                </a:lnTo>
                <a:lnTo>
                  <a:pt x="215921" y="68283"/>
                </a:lnTo>
                <a:close/>
                <a:moveTo>
                  <a:pt x="219757" y="65381"/>
                </a:moveTo>
                <a:lnTo>
                  <a:pt x="218457" y="64080"/>
                </a:lnTo>
                <a:lnTo>
                  <a:pt x="218457" y="62779"/>
                </a:lnTo>
                <a:lnTo>
                  <a:pt x="219290" y="61979"/>
                </a:lnTo>
                <a:lnTo>
                  <a:pt x="221092" y="61979"/>
                </a:lnTo>
                <a:lnTo>
                  <a:pt x="219757" y="63313"/>
                </a:lnTo>
                <a:lnTo>
                  <a:pt x="219757" y="65381"/>
                </a:lnTo>
                <a:close/>
                <a:moveTo>
                  <a:pt x="219290" y="61178"/>
                </a:moveTo>
                <a:lnTo>
                  <a:pt x="218457" y="60377"/>
                </a:lnTo>
                <a:lnTo>
                  <a:pt x="218457" y="59077"/>
                </a:lnTo>
                <a:lnTo>
                  <a:pt x="219757" y="57776"/>
                </a:lnTo>
                <a:lnTo>
                  <a:pt x="219757" y="59844"/>
                </a:lnTo>
                <a:lnTo>
                  <a:pt x="221092" y="61178"/>
                </a:lnTo>
                <a:lnTo>
                  <a:pt x="219290" y="61178"/>
                </a:lnTo>
                <a:close/>
                <a:moveTo>
                  <a:pt x="219657" y="56575"/>
                </a:moveTo>
                <a:lnTo>
                  <a:pt x="217623" y="56575"/>
                </a:lnTo>
                <a:lnTo>
                  <a:pt x="215921" y="54874"/>
                </a:lnTo>
                <a:lnTo>
                  <a:pt x="215921" y="47135"/>
                </a:lnTo>
                <a:lnTo>
                  <a:pt x="219657" y="50871"/>
                </a:lnTo>
                <a:lnTo>
                  <a:pt x="219657" y="56575"/>
                </a:lnTo>
                <a:close/>
                <a:moveTo>
                  <a:pt x="215921" y="37494"/>
                </a:moveTo>
                <a:lnTo>
                  <a:pt x="217623" y="35793"/>
                </a:lnTo>
                <a:lnTo>
                  <a:pt x="219657" y="35793"/>
                </a:lnTo>
                <a:lnTo>
                  <a:pt x="219657" y="41497"/>
                </a:lnTo>
                <a:lnTo>
                  <a:pt x="215921" y="45233"/>
                </a:lnTo>
                <a:lnTo>
                  <a:pt x="215921" y="37494"/>
                </a:lnTo>
                <a:close/>
                <a:moveTo>
                  <a:pt x="219757" y="34592"/>
                </a:moveTo>
                <a:lnTo>
                  <a:pt x="218457" y="33291"/>
                </a:lnTo>
                <a:lnTo>
                  <a:pt x="218457" y="31990"/>
                </a:lnTo>
                <a:lnTo>
                  <a:pt x="219290" y="31190"/>
                </a:lnTo>
                <a:lnTo>
                  <a:pt x="221092" y="31190"/>
                </a:lnTo>
                <a:lnTo>
                  <a:pt x="219757" y="32524"/>
                </a:lnTo>
                <a:lnTo>
                  <a:pt x="219757" y="34592"/>
                </a:lnTo>
                <a:close/>
                <a:moveTo>
                  <a:pt x="219290" y="30389"/>
                </a:moveTo>
                <a:lnTo>
                  <a:pt x="218457" y="29555"/>
                </a:lnTo>
                <a:lnTo>
                  <a:pt x="218457" y="28254"/>
                </a:lnTo>
                <a:lnTo>
                  <a:pt x="219757" y="26987"/>
                </a:lnTo>
                <a:lnTo>
                  <a:pt x="219757" y="29022"/>
                </a:lnTo>
                <a:lnTo>
                  <a:pt x="221092" y="30389"/>
                </a:lnTo>
                <a:lnTo>
                  <a:pt x="219290" y="30389"/>
                </a:lnTo>
                <a:close/>
                <a:moveTo>
                  <a:pt x="218056" y="27854"/>
                </a:moveTo>
                <a:lnTo>
                  <a:pt x="216755" y="27854"/>
                </a:lnTo>
                <a:lnTo>
                  <a:pt x="215921" y="27020"/>
                </a:lnTo>
                <a:lnTo>
                  <a:pt x="215921" y="25219"/>
                </a:lnTo>
                <a:lnTo>
                  <a:pt x="217156" y="26453"/>
                </a:lnTo>
                <a:lnTo>
                  <a:pt x="217456" y="26553"/>
                </a:lnTo>
                <a:lnTo>
                  <a:pt x="219324" y="26553"/>
                </a:lnTo>
                <a:close/>
                <a:moveTo>
                  <a:pt x="215121" y="27020"/>
                </a:moveTo>
                <a:lnTo>
                  <a:pt x="214320" y="27854"/>
                </a:lnTo>
                <a:lnTo>
                  <a:pt x="213019" y="27854"/>
                </a:lnTo>
                <a:lnTo>
                  <a:pt x="211718" y="26553"/>
                </a:lnTo>
                <a:lnTo>
                  <a:pt x="213620" y="26553"/>
                </a:lnTo>
                <a:lnTo>
                  <a:pt x="213887" y="26453"/>
                </a:lnTo>
                <a:lnTo>
                  <a:pt x="215121" y="25219"/>
                </a:lnTo>
                <a:close/>
                <a:moveTo>
                  <a:pt x="210518" y="28721"/>
                </a:moveTo>
                <a:lnTo>
                  <a:pt x="208850" y="30389"/>
                </a:lnTo>
                <a:lnTo>
                  <a:pt x="201077" y="30389"/>
                </a:lnTo>
                <a:lnTo>
                  <a:pt x="204813" y="26687"/>
                </a:lnTo>
                <a:lnTo>
                  <a:pt x="210518" y="26687"/>
                </a:lnTo>
                <a:lnTo>
                  <a:pt x="210518" y="28721"/>
                </a:lnTo>
                <a:close/>
                <a:moveTo>
                  <a:pt x="191437" y="30389"/>
                </a:moveTo>
                <a:lnTo>
                  <a:pt x="189736" y="28721"/>
                </a:lnTo>
                <a:lnTo>
                  <a:pt x="189736" y="26687"/>
                </a:lnTo>
                <a:lnTo>
                  <a:pt x="195473" y="26687"/>
                </a:lnTo>
                <a:lnTo>
                  <a:pt x="199176" y="30389"/>
                </a:lnTo>
                <a:lnTo>
                  <a:pt x="191437" y="30389"/>
                </a:lnTo>
                <a:close/>
                <a:moveTo>
                  <a:pt x="187268" y="27854"/>
                </a:moveTo>
                <a:lnTo>
                  <a:pt x="185967" y="27854"/>
                </a:lnTo>
                <a:lnTo>
                  <a:pt x="185133" y="27020"/>
                </a:lnTo>
                <a:lnTo>
                  <a:pt x="185133" y="25219"/>
                </a:lnTo>
                <a:lnTo>
                  <a:pt x="186367" y="26453"/>
                </a:lnTo>
                <a:lnTo>
                  <a:pt x="186667" y="26553"/>
                </a:lnTo>
                <a:lnTo>
                  <a:pt x="188535" y="26553"/>
                </a:lnTo>
                <a:close/>
                <a:moveTo>
                  <a:pt x="184332" y="27020"/>
                </a:moveTo>
                <a:lnTo>
                  <a:pt x="183532" y="27854"/>
                </a:lnTo>
                <a:lnTo>
                  <a:pt x="182231" y="27854"/>
                </a:lnTo>
                <a:lnTo>
                  <a:pt x="180930" y="26553"/>
                </a:lnTo>
                <a:lnTo>
                  <a:pt x="182831" y="26553"/>
                </a:lnTo>
                <a:lnTo>
                  <a:pt x="183098" y="26453"/>
                </a:lnTo>
                <a:lnTo>
                  <a:pt x="184332" y="25219"/>
                </a:lnTo>
                <a:close/>
                <a:moveTo>
                  <a:pt x="179729" y="28721"/>
                </a:moveTo>
                <a:lnTo>
                  <a:pt x="178061" y="30389"/>
                </a:lnTo>
                <a:lnTo>
                  <a:pt x="170289" y="30389"/>
                </a:lnTo>
                <a:lnTo>
                  <a:pt x="174025" y="26687"/>
                </a:lnTo>
                <a:lnTo>
                  <a:pt x="179729" y="26687"/>
                </a:lnTo>
                <a:lnTo>
                  <a:pt x="179729" y="28721"/>
                </a:lnTo>
                <a:close/>
                <a:moveTo>
                  <a:pt x="160649" y="30389"/>
                </a:moveTo>
                <a:lnTo>
                  <a:pt x="158947" y="28721"/>
                </a:lnTo>
                <a:lnTo>
                  <a:pt x="158947" y="26687"/>
                </a:lnTo>
                <a:lnTo>
                  <a:pt x="164685" y="26687"/>
                </a:lnTo>
                <a:lnTo>
                  <a:pt x="168387" y="30389"/>
                </a:lnTo>
                <a:lnTo>
                  <a:pt x="160649" y="30389"/>
                </a:lnTo>
                <a:close/>
                <a:moveTo>
                  <a:pt x="156479" y="27854"/>
                </a:moveTo>
                <a:lnTo>
                  <a:pt x="155178" y="27854"/>
                </a:lnTo>
                <a:lnTo>
                  <a:pt x="154344" y="27020"/>
                </a:lnTo>
                <a:lnTo>
                  <a:pt x="154344" y="25219"/>
                </a:lnTo>
                <a:lnTo>
                  <a:pt x="155578" y="26453"/>
                </a:lnTo>
                <a:lnTo>
                  <a:pt x="155878" y="26553"/>
                </a:lnTo>
                <a:lnTo>
                  <a:pt x="157746" y="26553"/>
                </a:lnTo>
                <a:close/>
                <a:moveTo>
                  <a:pt x="153543" y="27020"/>
                </a:moveTo>
                <a:lnTo>
                  <a:pt x="152743" y="27854"/>
                </a:lnTo>
                <a:lnTo>
                  <a:pt x="151442" y="27854"/>
                </a:lnTo>
                <a:lnTo>
                  <a:pt x="150141" y="26553"/>
                </a:lnTo>
                <a:lnTo>
                  <a:pt x="152042" y="26553"/>
                </a:lnTo>
                <a:lnTo>
                  <a:pt x="152309" y="26453"/>
                </a:lnTo>
                <a:lnTo>
                  <a:pt x="153543" y="25219"/>
                </a:lnTo>
                <a:close/>
                <a:moveTo>
                  <a:pt x="148940" y="28721"/>
                </a:moveTo>
                <a:lnTo>
                  <a:pt x="147272" y="30389"/>
                </a:lnTo>
                <a:lnTo>
                  <a:pt x="139500" y="30389"/>
                </a:lnTo>
                <a:lnTo>
                  <a:pt x="143236" y="26687"/>
                </a:lnTo>
                <a:lnTo>
                  <a:pt x="148940" y="26687"/>
                </a:lnTo>
                <a:lnTo>
                  <a:pt x="148940" y="28721"/>
                </a:lnTo>
                <a:close/>
                <a:moveTo>
                  <a:pt x="129860" y="30389"/>
                </a:moveTo>
                <a:lnTo>
                  <a:pt x="128159" y="28721"/>
                </a:lnTo>
                <a:lnTo>
                  <a:pt x="128159" y="26687"/>
                </a:lnTo>
                <a:lnTo>
                  <a:pt x="133896" y="26687"/>
                </a:lnTo>
                <a:lnTo>
                  <a:pt x="137599" y="30389"/>
                </a:lnTo>
                <a:lnTo>
                  <a:pt x="129860" y="30389"/>
                </a:lnTo>
                <a:close/>
                <a:moveTo>
                  <a:pt x="125690" y="27854"/>
                </a:moveTo>
                <a:lnTo>
                  <a:pt x="124389" y="27854"/>
                </a:lnTo>
                <a:lnTo>
                  <a:pt x="123555" y="27020"/>
                </a:lnTo>
                <a:lnTo>
                  <a:pt x="123555" y="25219"/>
                </a:lnTo>
                <a:lnTo>
                  <a:pt x="124790" y="26453"/>
                </a:lnTo>
                <a:lnTo>
                  <a:pt x="125056" y="26553"/>
                </a:lnTo>
                <a:lnTo>
                  <a:pt x="126958" y="26553"/>
                </a:lnTo>
                <a:close/>
                <a:moveTo>
                  <a:pt x="122755" y="27020"/>
                </a:moveTo>
                <a:lnTo>
                  <a:pt x="121954" y="27854"/>
                </a:lnTo>
                <a:lnTo>
                  <a:pt x="120653" y="27854"/>
                </a:lnTo>
                <a:lnTo>
                  <a:pt x="119352" y="26553"/>
                </a:lnTo>
                <a:lnTo>
                  <a:pt x="121254" y="26553"/>
                </a:lnTo>
                <a:lnTo>
                  <a:pt x="121521" y="26453"/>
                </a:lnTo>
                <a:lnTo>
                  <a:pt x="122755" y="25219"/>
                </a:lnTo>
                <a:lnTo>
                  <a:pt x="122755" y="27020"/>
                </a:lnTo>
                <a:close/>
                <a:moveTo>
                  <a:pt x="118152" y="28721"/>
                </a:moveTo>
                <a:lnTo>
                  <a:pt x="116450" y="30389"/>
                </a:lnTo>
                <a:lnTo>
                  <a:pt x="108711" y="30389"/>
                </a:lnTo>
                <a:lnTo>
                  <a:pt x="112414" y="26687"/>
                </a:lnTo>
                <a:lnTo>
                  <a:pt x="118152" y="26687"/>
                </a:lnTo>
                <a:lnTo>
                  <a:pt x="118152" y="28721"/>
                </a:lnTo>
                <a:close/>
                <a:moveTo>
                  <a:pt x="99071" y="30389"/>
                </a:moveTo>
                <a:lnTo>
                  <a:pt x="97370" y="28721"/>
                </a:lnTo>
                <a:lnTo>
                  <a:pt x="97370" y="26687"/>
                </a:lnTo>
                <a:lnTo>
                  <a:pt x="103074" y="26687"/>
                </a:lnTo>
                <a:lnTo>
                  <a:pt x="106810" y="30389"/>
                </a:lnTo>
                <a:lnTo>
                  <a:pt x="99071" y="30389"/>
                </a:lnTo>
                <a:close/>
                <a:moveTo>
                  <a:pt x="94868" y="27854"/>
                </a:moveTo>
                <a:lnTo>
                  <a:pt x="93567" y="27854"/>
                </a:lnTo>
                <a:lnTo>
                  <a:pt x="92767" y="27020"/>
                </a:lnTo>
                <a:lnTo>
                  <a:pt x="92767" y="25219"/>
                </a:lnTo>
                <a:lnTo>
                  <a:pt x="94001" y="26453"/>
                </a:lnTo>
                <a:lnTo>
                  <a:pt x="94268" y="26587"/>
                </a:lnTo>
                <a:lnTo>
                  <a:pt x="96169" y="26587"/>
                </a:lnTo>
                <a:close/>
                <a:moveTo>
                  <a:pt x="91966" y="27020"/>
                </a:moveTo>
                <a:lnTo>
                  <a:pt x="91166" y="27854"/>
                </a:lnTo>
                <a:lnTo>
                  <a:pt x="89865" y="27854"/>
                </a:lnTo>
                <a:lnTo>
                  <a:pt x="88564" y="26553"/>
                </a:lnTo>
                <a:lnTo>
                  <a:pt x="90465" y="26553"/>
                </a:lnTo>
                <a:lnTo>
                  <a:pt x="90732" y="26453"/>
                </a:lnTo>
                <a:lnTo>
                  <a:pt x="91966" y="25219"/>
                </a:lnTo>
                <a:lnTo>
                  <a:pt x="91966" y="27020"/>
                </a:lnTo>
                <a:close/>
                <a:moveTo>
                  <a:pt x="87363" y="28721"/>
                </a:moveTo>
                <a:lnTo>
                  <a:pt x="85662" y="30389"/>
                </a:lnTo>
                <a:lnTo>
                  <a:pt x="77923" y="30389"/>
                </a:lnTo>
                <a:lnTo>
                  <a:pt x="81625" y="26687"/>
                </a:lnTo>
                <a:lnTo>
                  <a:pt x="87363" y="26687"/>
                </a:lnTo>
                <a:lnTo>
                  <a:pt x="87363" y="28721"/>
                </a:lnTo>
                <a:close/>
                <a:moveTo>
                  <a:pt x="68249" y="30389"/>
                </a:moveTo>
                <a:lnTo>
                  <a:pt x="66581" y="28721"/>
                </a:lnTo>
                <a:lnTo>
                  <a:pt x="66581" y="26687"/>
                </a:lnTo>
                <a:lnTo>
                  <a:pt x="72285" y="26687"/>
                </a:lnTo>
                <a:lnTo>
                  <a:pt x="76021" y="30389"/>
                </a:lnTo>
                <a:lnTo>
                  <a:pt x="68249" y="30389"/>
                </a:lnTo>
                <a:close/>
                <a:moveTo>
                  <a:pt x="64080" y="27854"/>
                </a:moveTo>
                <a:lnTo>
                  <a:pt x="62779" y="27854"/>
                </a:lnTo>
                <a:lnTo>
                  <a:pt x="61978" y="27020"/>
                </a:lnTo>
                <a:lnTo>
                  <a:pt x="61978" y="25219"/>
                </a:lnTo>
                <a:lnTo>
                  <a:pt x="63212" y="26453"/>
                </a:lnTo>
                <a:lnTo>
                  <a:pt x="63479" y="26553"/>
                </a:lnTo>
                <a:lnTo>
                  <a:pt x="65381" y="26553"/>
                </a:lnTo>
                <a:close/>
                <a:moveTo>
                  <a:pt x="61178" y="27020"/>
                </a:moveTo>
                <a:lnTo>
                  <a:pt x="60344" y="27854"/>
                </a:lnTo>
                <a:lnTo>
                  <a:pt x="59043" y="27854"/>
                </a:lnTo>
                <a:lnTo>
                  <a:pt x="57775" y="26553"/>
                </a:lnTo>
                <a:lnTo>
                  <a:pt x="59676" y="26553"/>
                </a:lnTo>
                <a:lnTo>
                  <a:pt x="59943" y="26453"/>
                </a:lnTo>
                <a:lnTo>
                  <a:pt x="61178" y="25219"/>
                </a:lnTo>
                <a:close/>
                <a:moveTo>
                  <a:pt x="56574" y="28721"/>
                </a:moveTo>
                <a:lnTo>
                  <a:pt x="54873" y="30389"/>
                </a:lnTo>
                <a:lnTo>
                  <a:pt x="47134" y="30389"/>
                </a:lnTo>
                <a:lnTo>
                  <a:pt x="50837" y="26687"/>
                </a:lnTo>
                <a:lnTo>
                  <a:pt x="56574" y="26687"/>
                </a:lnTo>
                <a:close/>
                <a:moveTo>
                  <a:pt x="37461" y="30389"/>
                </a:moveTo>
                <a:lnTo>
                  <a:pt x="35793" y="28721"/>
                </a:lnTo>
                <a:lnTo>
                  <a:pt x="35793" y="26687"/>
                </a:lnTo>
                <a:lnTo>
                  <a:pt x="41497" y="26687"/>
                </a:lnTo>
                <a:lnTo>
                  <a:pt x="45233" y="30389"/>
                </a:lnTo>
                <a:lnTo>
                  <a:pt x="37461" y="30389"/>
                </a:lnTo>
                <a:close/>
                <a:moveTo>
                  <a:pt x="33291" y="27854"/>
                </a:moveTo>
                <a:lnTo>
                  <a:pt x="31990" y="27854"/>
                </a:lnTo>
                <a:lnTo>
                  <a:pt x="31189" y="27020"/>
                </a:lnTo>
                <a:lnTo>
                  <a:pt x="31189" y="25219"/>
                </a:lnTo>
                <a:lnTo>
                  <a:pt x="32424" y="26453"/>
                </a:lnTo>
                <a:lnTo>
                  <a:pt x="32691" y="26553"/>
                </a:lnTo>
                <a:lnTo>
                  <a:pt x="34592" y="26553"/>
                </a:lnTo>
                <a:close/>
                <a:moveTo>
                  <a:pt x="30389" y="27020"/>
                </a:moveTo>
                <a:lnTo>
                  <a:pt x="29555" y="27854"/>
                </a:lnTo>
                <a:lnTo>
                  <a:pt x="28254" y="27854"/>
                </a:lnTo>
                <a:lnTo>
                  <a:pt x="26986" y="26553"/>
                </a:lnTo>
                <a:lnTo>
                  <a:pt x="28854" y="26553"/>
                </a:lnTo>
                <a:lnTo>
                  <a:pt x="29155" y="26453"/>
                </a:lnTo>
                <a:lnTo>
                  <a:pt x="30389" y="25219"/>
                </a:lnTo>
                <a:lnTo>
                  <a:pt x="30389" y="27020"/>
                </a:lnTo>
                <a:close/>
                <a:moveTo>
                  <a:pt x="25786" y="28721"/>
                </a:moveTo>
                <a:lnTo>
                  <a:pt x="24084" y="30389"/>
                </a:lnTo>
                <a:lnTo>
                  <a:pt x="16346" y="30389"/>
                </a:lnTo>
                <a:lnTo>
                  <a:pt x="20048" y="26687"/>
                </a:lnTo>
                <a:lnTo>
                  <a:pt x="25752" y="26687"/>
                </a:lnTo>
                <a:lnTo>
                  <a:pt x="25752" y="28721"/>
                </a:lnTo>
                <a:close/>
                <a:moveTo>
                  <a:pt x="24084" y="31190"/>
                </a:moveTo>
                <a:lnTo>
                  <a:pt x="25786" y="32858"/>
                </a:lnTo>
                <a:lnTo>
                  <a:pt x="25786" y="34893"/>
                </a:lnTo>
                <a:lnTo>
                  <a:pt x="20048" y="34893"/>
                </a:lnTo>
                <a:lnTo>
                  <a:pt x="16346" y="31190"/>
                </a:lnTo>
                <a:close/>
                <a:moveTo>
                  <a:pt x="23050" y="45800"/>
                </a:moveTo>
                <a:lnTo>
                  <a:pt x="21182" y="45800"/>
                </a:lnTo>
                <a:lnTo>
                  <a:pt x="19781" y="44366"/>
                </a:lnTo>
                <a:lnTo>
                  <a:pt x="19781" y="42365"/>
                </a:lnTo>
                <a:lnTo>
                  <a:pt x="21082" y="41030"/>
                </a:lnTo>
                <a:lnTo>
                  <a:pt x="21082" y="43832"/>
                </a:lnTo>
                <a:close/>
                <a:moveTo>
                  <a:pt x="18981" y="43132"/>
                </a:moveTo>
                <a:lnTo>
                  <a:pt x="18981" y="44700"/>
                </a:lnTo>
                <a:lnTo>
                  <a:pt x="20082" y="45800"/>
                </a:lnTo>
                <a:lnTo>
                  <a:pt x="16346" y="45800"/>
                </a:lnTo>
                <a:close/>
                <a:moveTo>
                  <a:pt x="15778" y="45233"/>
                </a:moveTo>
                <a:lnTo>
                  <a:pt x="15778" y="41497"/>
                </a:lnTo>
                <a:lnTo>
                  <a:pt x="16879" y="42598"/>
                </a:lnTo>
                <a:lnTo>
                  <a:pt x="17046" y="42598"/>
                </a:lnTo>
                <a:lnTo>
                  <a:pt x="18414" y="42598"/>
                </a:lnTo>
                <a:close/>
                <a:moveTo>
                  <a:pt x="19214" y="41797"/>
                </a:moveTo>
                <a:lnTo>
                  <a:pt x="17213" y="41797"/>
                </a:lnTo>
                <a:lnTo>
                  <a:pt x="15778" y="40363"/>
                </a:lnTo>
                <a:lnTo>
                  <a:pt x="15778" y="38495"/>
                </a:lnTo>
                <a:lnTo>
                  <a:pt x="17747" y="40463"/>
                </a:lnTo>
                <a:lnTo>
                  <a:pt x="17913" y="40463"/>
                </a:lnTo>
                <a:lnTo>
                  <a:pt x="20515" y="40463"/>
                </a:lnTo>
                <a:close/>
                <a:moveTo>
                  <a:pt x="14978" y="45233"/>
                </a:moveTo>
                <a:lnTo>
                  <a:pt x="12343" y="42598"/>
                </a:lnTo>
                <a:lnTo>
                  <a:pt x="13744" y="42598"/>
                </a:lnTo>
                <a:lnTo>
                  <a:pt x="14011" y="42465"/>
                </a:lnTo>
                <a:lnTo>
                  <a:pt x="14978" y="41497"/>
                </a:lnTo>
                <a:close/>
                <a:moveTo>
                  <a:pt x="16346" y="46568"/>
                </a:moveTo>
                <a:lnTo>
                  <a:pt x="20082" y="46568"/>
                </a:lnTo>
                <a:lnTo>
                  <a:pt x="19114" y="47568"/>
                </a:lnTo>
                <a:lnTo>
                  <a:pt x="18981" y="47835"/>
                </a:lnTo>
                <a:lnTo>
                  <a:pt x="18981" y="49203"/>
                </a:lnTo>
                <a:close/>
                <a:moveTo>
                  <a:pt x="18414" y="49770"/>
                </a:moveTo>
                <a:lnTo>
                  <a:pt x="16879" y="49770"/>
                </a:lnTo>
                <a:lnTo>
                  <a:pt x="15778" y="50871"/>
                </a:lnTo>
                <a:lnTo>
                  <a:pt x="15778" y="47135"/>
                </a:lnTo>
                <a:close/>
                <a:moveTo>
                  <a:pt x="24351" y="49903"/>
                </a:moveTo>
                <a:lnTo>
                  <a:pt x="27654" y="46568"/>
                </a:lnTo>
                <a:lnTo>
                  <a:pt x="29822" y="46568"/>
                </a:lnTo>
                <a:lnTo>
                  <a:pt x="25886" y="50537"/>
                </a:lnTo>
                <a:lnTo>
                  <a:pt x="25886" y="56108"/>
                </a:lnTo>
                <a:lnTo>
                  <a:pt x="24351" y="54573"/>
                </a:lnTo>
                <a:lnTo>
                  <a:pt x="24351" y="49903"/>
                </a:lnTo>
                <a:close/>
                <a:moveTo>
                  <a:pt x="25786" y="59510"/>
                </a:moveTo>
                <a:lnTo>
                  <a:pt x="24084" y="61178"/>
                </a:lnTo>
                <a:lnTo>
                  <a:pt x="16346" y="61178"/>
                </a:lnTo>
                <a:lnTo>
                  <a:pt x="20048" y="57475"/>
                </a:lnTo>
                <a:lnTo>
                  <a:pt x="25752" y="57475"/>
                </a:lnTo>
                <a:lnTo>
                  <a:pt x="25752" y="59510"/>
                </a:lnTo>
                <a:close/>
                <a:moveTo>
                  <a:pt x="24084" y="61979"/>
                </a:moveTo>
                <a:lnTo>
                  <a:pt x="25786" y="63646"/>
                </a:lnTo>
                <a:lnTo>
                  <a:pt x="25786" y="65681"/>
                </a:lnTo>
                <a:lnTo>
                  <a:pt x="20048" y="65681"/>
                </a:lnTo>
                <a:lnTo>
                  <a:pt x="16346" y="61979"/>
                </a:lnTo>
                <a:lnTo>
                  <a:pt x="24084" y="61979"/>
                </a:lnTo>
                <a:close/>
                <a:moveTo>
                  <a:pt x="23050" y="76589"/>
                </a:moveTo>
                <a:lnTo>
                  <a:pt x="21182" y="76589"/>
                </a:lnTo>
                <a:lnTo>
                  <a:pt x="19781" y="75155"/>
                </a:lnTo>
                <a:lnTo>
                  <a:pt x="19781" y="73153"/>
                </a:lnTo>
                <a:lnTo>
                  <a:pt x="21082" y="71819"/>
                </a:lnTo>
                <a:lnTo>
                  <a:pt x="21082" y="74621"/>
                </a:lnTo>
                <a:close/>
                <a:moveTo>
                  <a:pt x="18981" y="73920"/>
                </a:moveTo>
                <a:lnTo>
                  <a:pt x="18981" y="75321"/>
                </a:lnTo>
                <a:lnTo>
                  <a:pt x="19114" y="75588"/>
                </a:lnTo>
                <a:lnTo>
                  <a:pt x="20082" y="76589"/>
                </a:lnTo>
                <a:lnTo>
                  <a:pt x="16346" y="76589"/>
                </a:lnTo>
                <a:close/>
                <a:moveTo>
                  <a:pt x="15778" y="76022"/>
                </a:moveTo>
                <a:lnTo>
                  <a:pt x="15778" y="72286"/>
                </a:lnTo>
                <a:lnTo>
                  <a:pt x="16879" y="73387"/>
                </a:lnTo>
                <a:lnTo>
                  <a:pt x="18414" y="73387"/>
                </a:lnTo>
                <a:close/>
                <a:moveTo>
                  <a:pt x="19214" y="72586"/>
                </a:moveTo>
                <a:lnTo>
                  <a:pt x="17213" y="72586"/>
                </a:lnTo>
                <a:lnTo>
                  <a:pt x="15778" y="71152"/>
                </a:lnTo>
                <a:lnTo>
                  <a:pt x="15778" y="69317"/>
                </a:lnTo>
                <a:lnTo>
                  <a:pt x="17747" y="71285"/>
                </a:lnTo>
                <a:lnTo>
                  <a:pt x="20515" y="71285"/>
                </a:lnTo>
                <a:close/>
                <a:moveTo>
                  <a:pt x="14978" y="76022"/>
                </a:moveTo>
                <a:lnTo>
                  <a:pt x="12343" y="73387"/>
                </a:lnTo>
                <a:lnTo>
                  <a:pt x="13744" y="73387"/>
                </a:lnTo>
                <a:lnTo>
                  <a:pt x="14011" y="73253"/>
                </a:lnTo>
                <a:lnTo>
                  <a:pt x="14978" y="72286"/>
                </a:lnTo>
                <a:close/>
                <a:moveTo>
                  <a:pt x="16346" y="77356"/>
                </a:moveTo>
                <a:lnTo>
                  <a:pt x="20082" y="77356"/>
                </a:lnTo>
                <a:lnTo>
                  <a:pt x="18981" y="78457"/>
                </a:lnTo>
                <a:lnTo>
                  <a:pt x="18981" y="80025"/>
                </a:lnTo>
                <a:close/>
                <a:moveTo>
                  <a:pt x="18414" y="80559"/>
                </a:moveTo>
                <a:lnTo>
                  <a:pt x="17046" y="80559"/>
                </a:lnTo>
                <a:lnTo>
                  <a:pt x="16879" y="80559"/>
                </a:lnTo>
                <a:lnTo>
                  <a:pt x="15778" y="81659"/>
                </a:lnTo>
                <a:lnTo>
                  <a:pt x="15778" y="77923"/>
                </a:lnTo>
                <a:close/>
                <a:moveTo>
                  <a:pt x="24351" y="80692"/>
                </a:moveTo>
                <a:lnTo>
                  <a:pt x="27654" y="77356"/>
                </a:lnTo>
                <a:lnTo>
                  <a:pt x="29822" y="77356"/>
                </a:lnTo>
                <a:lnTo>
                  <a:pt x="25886" y="81326"/>
                </a:lnTo>
                <a:lnTo>
                  <a:pt x="25886" y="86896"/>
                </a:lnTo>
                <a:lnTo>
                  <a:pt x="24351" y="85362"/>
                </a:lnTo>
                <a:lnTo>
                  <a:pt x="24351" y="80692"/>
                </a:lnTo>
                <a:close/>
                <a:moveTo>
                  <a:pt x="25786" y="90299"/>
                </a:moveTo>
                <a:lnTo>
                  <a:pt x="24084" y="91967"/>
                </a:lnTo>
                <a:lnTo>
                  <a:pt x="16346" y="91967"/>
                </a:lnTo>
                <a:lnTo>
                  <a:pt x="20048" y="88264"/>
                </a:lnTo>
                <a:lnTo>
                  <a:pt x="25752" y="88264"/>
                </a:lnTo>
                <a:lnTo>
                  <a:pt x="25752" y="90299"/>
                </a:lnTo>
                <a:close/>
                <a:moveTo>
                  <a:pt x="24084" y="92767"/>
                </a:moveTo>
                <a:lnTo>
                  <a:pt x="25786" y="94435"/>
                </a:lnTo>
                <a:lnTo>
                  <a:pt x="25786" y="96470"/>
                </a:lnTo>
                <a:lnTo>
                  <a:pt x="20048" y="96470"/>
                </a:lnTo>
                <a:lnTo>
                  <a:pt x="16346" y="92767"/>
                </a:lnTo>
                <a:close/>
                <a:moveTo>
                  <a:pt x="28254" y="95302"/>
                </a:moveTo>
                <a:lnTo>
                  <a:pt x="29555" y="95302"/>
                </a:lnTo>
                <a:lnTo>
                  <a:pt x="30389" y="96136"/>
                </a:lnTo>
                <a:lnTo>
                  <a:pt x="30389" y="97938"/>
                </a:lnTo>
                <a:lnTo>
                  <a:pt x="29155" y="96703"/>
                </a:lnTo>
                <a:lnTo>
                  <a:pt x="28854" y="96603"/>
                </a:lnTo>
                <a:lnTo>
                  <a:pt x="26986" y="96603"/>
                </a:lnTo>
                <a:close/>
                <a:moveTo>
                  <a:pt x="31189" y="96136"/>
                </a:moveTo>
                <a:lnTo>
                  <a:pt x="31990" y="95302"/>
                </a:lnTo>
                <a:lnTo>
                  <a:pt x="33291" y="95302"/>
                </a:lnTo>
                <a:lnTo>
                  <a:pt x="34592" y="96603"/>
                </a:lnTo>
                <a:lnTo>
                  <a:pt x="32691" y="96603"/>
                </a:lnTo>
                <a:lnTo>
                  <a:pt x="32424" y="96703"/>
                </a:lnTo>
                <a:lnTo>
                  <a:pt x="31156" y="97938"/>
                </a:lnTo>
                <a:lnTo>
                  <a:pt x="31156" y="96136"/>
                </a:lnTo>
                <a:close/>
                <a:moveTo>
                  <a:pt x="35793" y="94435"/>
                </a:moveTo>
                <a:lnTo>
                  <a:pt x="37461" y="92767"/>
                </a:lnTo>
                <a:lnTo>
                  <a:pt x="45233" y="92767"/>
                </a:lnTo>
                <a:lnTo>
                  <a:pt x="41497" y="96470"/>
                </a:lnTo>
                <a:lnTo>
                  <a:pt x="35793" y="96470"/>
                </a:lnTo>
                <a:close/>
                <a:moveTo>
                  <a:pt x="54873" y="92767"/>
                </a:moveTo>
                <a:lnTo>
                  <a:pt x="56574" y="94435"/>
                </a:lnTo>
                <a:lnTo>
                  <a:pt x="56574" y="96470"/>
                </a:lnTo>
                <a:lnTo>
                  <a:pt x="50837" y="96470"/>
                </a:lnTo>
                <a:lnTo>
                  <a:pt x="47134" y="92767"/>
                </a:lnTo>
                <a:close/>
                <a:moveTo>
                  <a:pt x="59043" y="95302"/>
                </a:moveTo>
                <a:lnTo>
                  <a:pt x="60344" y="95302"/>
                </a:lnTo>
                <a:lnTo>
                  <a:pt x="61178" y="96136"/>
                </a:lnTo>
                <a:lnTo>
                  <a:pt x="61178" y="97938"/>
                </a:lnTo>
                <a:lnTo>
                  <a:pt x="59943" y="96703"/>
                </a:lnTo>
                <a:lnTo>
                  <a:pt x="59676" y="96603"/>
                </a:lnTo>
                <a:lnTo>
                  <a:pt x="57775" y="96603"/>
                </a:lnTo>
                <a:close/>
                <a:moveTo>
                  <a:pt x="61978" y="96136"/>
                </a:moveTo>
                <a:lnTo>
                  <a:pt x="62779" y="95302"/>
                </a:lnTo>
                <a:lnTo>
                  <a:pt x="64080" y="95302"/>
                </a:lnTo>
                <a:lnTo>
                  <a:pt x="65381" y="96603"/>
                </a:lnTo>
                <a:lnTo>
                  <a:pt x="63479" y="96603"/>
                </a:lnTo>
                <a:lnTo>
                  <a:pt x="63212" y="96703"/>
                </a:lnTo>
                <a:lnTo>
                  <a:pt x="61978" y="97938"/>
                </a:lnTo>
                <a:close/>
                <a:moveTo>
                  <a:pt x="66581" y="94435"/>
                </a:moveTo>
                <a:lnTo>
                  <a:pt x="68249" y="92767"/>
                </a:lnTo>
                <a:lnTo>
                  <a:pt x="76021" y="92767"/>
                </a:lnTo>
                <a:lnTo>
                  <a:pt x="72285" y="96470"/>
                </a:lnTo>
                <a:lnTo>
                  <a:pt x="66581" y="96470"/>
                </a:lnTo>
                <a:lnTo>
                  <a:pt x="66581" y="94435"/>
                </a:lnTo>
                <a:close/>
                <a:moveTo>
                  <a:pt x="85662" y="92767"/>
                </a:moveTo>
                <a:lnTo>
                  <a:pt x="87363" y="94435"/>
                </a:lnTo>
                <a:lnTo>
                  <a:pt x="87363" y="96470"/>
                </a:lnTo>
                <a:lnTo>
                  <a:pt x="81659" y="96470"/>
                </a:lnTo>
                <a:lnTo>
                  <a:pt x="77923" y="92767"/>
                </a:lnTo>
                <a:close/>
                <a:moveTo>
                  <a:pt x="89831" y="95302"/>
                </a:moveTo>
                <a:lnTo>
                  <a:pt x="91132" y="95302"/>
                </a:lnTo>
                <a:lnTo>
                  <a:pt x="91966" y="96136"/>
                </a:lnTo>
                <a:lnTo>
                  <a:pt x="91966" y="97938"/>
                </a:lnTo>
                <a:lnTo>
                  <a:pt x="90732" y="96703"/>
                </a:lnTo>
                <a:lnTo>
                  <a:pt x="90465" y="96603"/>
                </a:lnTo>
                <a:lnTo>
                  <a:pt x="88564" y="96603"/>
                </a:lnTo>
                <a:close/>
                <a:moveTo>
                  <a:pt x="92767" y="96136"/>
                </a:moveTo>
                <a:lnTo>
                  <a:pt x="93567" y="95302"/>
                </a:lnTo>
                <a:lnTo>
                  <a:pt x="94868" y="95302"/>
                </a:lnTo>
                <a:lnTo>
                  <a:pt x="96169" y="96603"/>
                </a:lnTo>
                <a:lnTo>
                  <a:pt x="94268" y="96603"/>
                </a:lnTo>
                <a:lnTo>
                  <a:pt x="94001" y="96703"/>
                </a:lnTo>
                <a:lnTo>
                  <a:pt x="92767" y="97938"/>
                </a:lnTo>
                <a:lnTo>
                  <a:pt x="92767" y="96136"/>
                </a:lnTo>
                <a:close/>
                <a:moveTo>
                  <a:pt x="97370" y="94435"/>
                </a:moveTo>
                <a:lnTo>
                  <a:pt x="99071" y="92767"/>
                </a:lnTo>
                <a:lnTo>
                  <a:pt x="106810" y="92767"/>
                </a:lnTo>
                <a:lnTo>
                  <a:pt x="103074" y="96470"/>
                </a:lnTo>
                <a:lnTo>
                  <a:pt x="97370" y="96470"/>
                </a:lnTo>
                <a:lnTo>
                  <a:pt x="97370" y="94435"/>
                </a:lnTo>
                <a:close/>
                <a:moveTo>
                  <a:pt x="116450" y="92767"/>
                </a:moveTo>
                <a:lnTo>
                  <a:pt x="118152" y="94435"/>
                </a:lnTo>
                <a:lnTo>
                  <a:pt x="118152" y="96470"/>
                </a:lnTo>
                <a:lnTo>
                  <a:pt x="112447" y="96470"/>
                </a:lnTo>
                <a:lnTo>
                  <a:pt x="108711" y="92767"/>
                </a:lnTo>
                <a:close/>
                <a:moveTo>
                  <a:pt x="120653" y="95302"/>
                </a:moveTo>
                <a:lnTo>
                  <a:pt x="121954" y="95302"/>
                </a:lnTo>
                <a:lnTo>
                  <a:pt x="122755" y="96136"/>
                </a:lnTo>
                <a:lnTo>
                  <a:pt x="122755" y="97938"/>
                </a:lnTo>
                <a:lnTo>
                  <a:pt x="121521" y="96703"/>
                </a:lnTo>
                <a:lnTo>
                  <a:pt x="121254" y="96603"/>
                </a:lnTo>
                <a:lnTo>
                  <a:pt x="119352" y="96603"/>
                </a:lnTo>
                <a:close/>
                <a:moveTo>
                  <a:pt x="123555" y="96136"/>
                </a:moveTo>
                <a:lnTo>
                  <a:pt x="124389" y="95302"/>
                </a:lnTo>
                <a:lnTo>
                  <a:pt x="125657" y="95302"/>
                </a:lnTo>
                <a:lnTo>
                  <a:pt x="126958" y="96603"/>
                </a:lnTo>
                <a:lnTo>
                  <a:pt x="125056" y="96603"/>
                </a:lnTo>
                <a:lnTo>
                  <a:pt x="124790" y="96703"/>
                </a:lnTo>
                <a:lnTo>
                  <a:pt x="123555" y="97938"/>
                </a:lnTo>
                <a:lnTo>
                  <a:pt x="123555" y="96136"/>
                </a:lnTo>
                <a:close/>
                <a:moveTo>
                  <a:pt x="128159" y="94435"/>
                </a:moveTo>
                <a:lnTo>
                  <a:pt x="129860" y="92767"/>
                </a:lnTo>
                <a:lnTo>
                  <a:pt x="137599" y="92767"/>
                </a:lnTo>
                <a:lnTo>
                  <a:pt x="133863" y="96470"/>
                </a:lnTo>
                <a:lnTo>
                  <a:pt x="128159" y="96470"/>
                </a:lnTo>
                <a:lnTo>
                  <a:pt x="128159" y="94435"/>
                </a:lnTo>
                <a:close/>
                <a:moveTo>
                  <a:pt x="147272" y="92767"/>
                </a:moveTo>
                <a:lnTo>
                  <a:pt x="148940" y="94435"/>
                </a:lnTo>
                <a:lnTo>
                  <a:pt x="148940" y="96470"/>
                </a:lnTo>
                <a:lnTo>
                  <a:pt x="143236" y="96470"/>
                </a:lnTo>
                <a:lnTo>
                  <a:pt x="139500" y="92767"/>
                </a:lnTo>
                <a:close/>
                <a:moveTo>
                  <a:pt x="151442" y="95302"/>
                </a:moveTo>
                <a:lnTo>
                  <a:pt x="152743" y="95302"/>
                </a:lnTo>
                <a:lnTo>
                  <a:pt x="153543" y="96136"/>
                </a:lnTo>
                <a:lnTo>
                  <a:pt x="153543" y="97938"/>
                </a:lnTo>
                <a:lnTo>
                  <a:pt x="152309" y="96703"/>
                </a:lnTo>
                <a:lnTo>
                  <a:pt x="152042" y="96603"/>
                </a:lnTo>
                <a:lnTo>
                  <a:pt x="150141" y="96603"/>
                </a:lnTo>
                <a:close/>
                <a:moveTo>
                  <a:pt x="154344" y="96136"/>
                </a:moveTo>
                <a:lnTo>
                  <a:pt x="155178" y="95302"/>
                </a:lnTo>
                <a:lnTo>
                  <a:pt x="156479" y="95302"/>
                </a:lnTo>
                <a:lnTo>
                  <a:pt x="157746" y="96603"/>
                </a:lnTo>
                <a:lnTo>
                  <a:pt x="155845" y="96603"/>
                </a:lnTo>
                <a:lnTo>
                  <a:pt x="155578" y="96703"/>
                </a:lnTo>
                <a:lnTo>
                  <a:pt x="154344" y="97938"/>
                </a:lnTo>
                <a:close/>
                <a:moveTo>
                  <a:pt x="158947" y="94435"/>
                </a:moveTo>
                <a:lnTo>
                  <a:pt x="160649" y="92767"/>
                </a:lnTo>
                <a:lnTo>
                  <a:pt x="168387" y="92767"/>
                </a:lnTo>
                <a:lnTo>
                  <a:pt x="164651" y="96470"/>
                </a:lnTo>
                <a:lnTo>
                  <a:pt x="158947" y="96470"/>
                </a:lnTo>
                <a:lnTo>
                  <a:pt x="158947" y="94435"/>
                </a:lnTo>
                <a:close/>
                <a:moveTo>
                  <a:pt x="178061" y="92767"/>
                </a:moveTo>
                <a:lnTo>
                  <a:pt x="179729" y="94435"/>
                </a:lnTo>
                <a:lnTo>
                  <a:pt x="179729" y="96470"/>
                </a:lnTo>
                <a:lnTo>
                  <a:pt x="174025" y="96470"/>
                </a:lnTo>
                <a:lnTo>
                  <a:pt x="170289" y="92767"/>
                </a:lnTo>
                <a:close/>
                <a:moveTo>
                  <a:pt x="182231" y="95302"/>
                </a:moveTo>
                <a:lnTo>
                  <a:pt x="183532" y="95302"/>
                </a:lnTo>
                <a:lnTo>
                  <a:pt x="184332" y="96136"/>
                </a:lnTo>
                <a:lnTo>
                  <a:pt x="184332" y="97938"/>
                </a:lnTo>
                <a:lnTo>
                  <a:pt x="183098" y="96703"/>
                </a:lnTo>
                <a:lnTo>
                  <a:pt x="182831" y="96603"/>
                </a:lnTo>
                <a:lnTo>
                  <a:pt x="180930" y="96603"/>
                </a:lnTo>
                <a:close/>
                <a:moveTo>
                  <a:pt x="185133" y="96136"/>
                </a:moveTo>
                <a:lnTo>
                  <a:pt x="185967" y="95302"/>
                </a:lnTo>
                <a:lnTo>
                  <a:pt x="187268" y="95302"/>
                </a:lnTo>
                <a:lnTo>
                  <a:pt x="188535" y="96603"/>
                </a:lnTo>
                <a:lnTo>
                  <a:pt x="186667" y="96603"/>
                </a:lnTo>
                <a:lnTo>
                  <a:pt x="186367" y="96703"/>
                </a:lnTo>
                <a:lnTo>
                  <a:pt x="185133" y="97938"/>
                </a:lnTo>
                <a:close/>
                <a:moveTo>
                  <a:pt x="189736" y="94435"/>
                </a:moveTo>
                <a:lnTo>
                  <a:pt x="191437" y="92767"/>
                </a:lnTo>
                <a:lnTo>
                  <a:pt x="199176" y="92767"/>
                </a:lnTo>
                <a:lnTo>
                  <a:pt x="195473" y="96470"/>
                </a:lnTo>
                <a:lnTo>
                  <a:pt x="189736" y="96470"/>
                </a:lnTo>
                <a:lnTo>
                  <a:pt x="189736" y="94435"/>
                </a:lnTo>
                <a:close/>
                <a:moveTo>
                  <a:pt x="208850" y="92767"/>
                </a:moveTo>
                <a:lnTo>
                  <a:pt x="210518" y="94435"/>
                </a:lnTo>
                <a:lnTo>
                  <a:pt x="210518" y="96470"/>
                </a:lnTo>
                <a:lnTo>
                  <a:pt x="204813" y="96470"/>
                </a:lnTo>
                <a:lnTo>
                  <a:pt x="201077" y="92767"/>
                </a:lnTo>
                <a:close/>
                <a:moveTo>
                  <a:pt x="213019" y="95302"/>
                </a:moveTo>
                <a:lnTo>
                  <a:pt x="214320" y="95302"/>
                </a:lnTo>
                <a:lnTo>
                  <a:pt x="215121" y="96136"/>
                </a:lnTo>
                <a:lnTo>
                  <a:pt x="215121" y="97938"/>
                </a:lnTo>
                <a:lnTo>
                  <a:pt x="213887" y="96703"/>
                </a:lnTo>
                <a:lnTo>
                  <a:pt x="213620" y="96603"/>
                </a:lnTo>
                <a:lnTo>
                  <a:pt x="211718" y="96603"/>
                </a:lnTo>
                <a:close/>
                <a:moveTo>
                  <a:pt x="215921" y="96136"/>
                </a:moveTo>
                <a:lnTo>
                  <a:pt x="216755" y="95302"/>
                </a:lnTo>
                <a:lnTo>
                  <a:pt x="218056" y="95302"/>
                </a:lnTo>
                <a:lnTo>
                  <a:pt x="219324" y="96603"/>
                </a:lnTo>
                <a:lnTo>
                  <a:pt x="217456" y="96603"/>
                </a:lnTo>
                <a:lnTo>
                  <a:pt x="217156" y="96703"/>
                </a:lnTo>
                <a:lnTo>
                  <a:pt x="215921" y="97938"/>
                </a:lnTo>
                <a:close/>
                <a:moveTo>
                  <a:pt x="220558" y="94435"/>
                </a:moveTo>
                <a:lnTo>
                  <a:pt x="222226" y="92767"/>
                </a:lnTo>
                <a:lnTo>
                  <a:pt x="229965" y="92767"/>
                </a:lnTo>
                <a:lnTo>
                  <a:pt x="226262" y="96470"/>
                </a:lnTo>
                <a:lnTo>
                  <a:pt x="220525" y="96470"/>
                </a:lnTo>
                <a:lnTo>
                  <a:pt x="220525" y="94435"/>
                </a:lnTo>
                <a:close/>
                <a:moveTo>
                  <a:pt x="222226" y="91967"/>
                </a:moveTo>
                <a:lnTo>
                  <a:pt x="220558" y="90299"/>
                </a:lnTo>
                <a:lnTo>
                  <a:pt x="220558" y="88264"/>
                </a:lnTo>
                <a:lnTo>
                  <a:pt x="226262" y="88264"/>
                </a:lnTo>
                <a:lnTo>
                  <a:pt x="229965" y="91967"/>
                </a:lnTo>
                <a:close/>
                <a:moveTo>
                  <a:pt x="223260" y="77356"/>
                </a:moveTo>
                <a:lnTo>
                  <a:pt x="225128" y="77356"/>
                </a:lnTo>
                <a:lnTo>
                  <a:pt x="226529" y="78791"/>
                </a:lnTo>
                <a:lnTo>
                  <a:pt x="226529" y="80792"/>
                </a:lnTo>
                <a:lnTo>
                  <a:pt x="225228" y="82126"/>
                </a:lnTo>
                <a:lnTo>
                  <a:pt x="225228" y="79324"/>
                </a:lnTo>
                <a:close/>
                <a:moveTo>
                  <a:pt x="227330" y="80025"/>
                </a:moveTo>
                <a:lnTo>
                  <a:pt x="227330" y="78457"/>
                </a:lnTo>
                <a:lnTo>
                  <a:pt x="226229" y="77356"/>
                </a:lnTo>
                <a:lnTo>
                  <a:pt x="229965" y="77356"/>
                </a:lnTo>
                <a:close/>
                <a:moveTo>
                  <a:pt x="230532" y="77923"/>
                </a:moveTo>
                <a:lnTo>
                  <a:pt x="230532" y="81659"/>
                </a:lnTo>
                <a:lnTo>
                  <a:pt x="229431" y="80559"/>
                </a:lnTo>
                <a:lnTo>
                  <a:pt x="229264" y="80559"/>
                </a:lnTo>
                <a:lnTo>
                  <a:pt x="227897" y="80559"/>
                </a:lnTo>
                <a:close/>
                <a:moveTo>
                  <a:pt x="227096" y="81359"/>
                </a:moveTo>
                <a:lnTo>
                  <a:pt x="229097" y="81359"/>
                </a:lnTo>
                <a:lnTo>
                  <a:pt x="230532" y="82794"/>
                </a:lnTo>
                <a:lnTo>
                  <a:pt x="230532" y="84662"/>
                </a:lnTo>
                <a:lnTo>
                  <a:pt x="228564" y="82693"/>
                </a:lnTo>
                <a:lnTo>
                  <a:pt x="228397" y="82693"/>
                </a:lnTo>
                <a:lnTo>
                  <a:pt x="225795" y="82693"/>
                </a:lnTo>
                <a:close/>
                <a:moveTo>
                  <a:pt x="231332" y="77923"/>
                </a:moveTo>
                <a:lnTo>
                  <a:pt x="233968" y="80559"/>
                </a:lnTo>
                <a:lnTo>
                  <a:pt x="232567" y="80559"/>
                </a:lnTo>
                <a:lnTo>
                  <a:pt x="232300" y="80692"/>
                </a:lnTo>
                <a:lnTo>
                  <a:pt x="231332" y="81659"/>
                </a:lnTo>
                <a:lnTo>
                  <a:pt x="231332" y="77923"/>
                </a:lnTo>
                <a:close/>
                <a:moveTo>
                  <a:pt x="229965" y="76589"/>
                </a:moveTo>
                <a:lnTo>
                  <a:pt x="226229" y="76589"/>
                </a:lnTo>
                <a:lnTo>
                  <a:pt x="227229" y="75588"/>
                </a:lnTo>
                <a:lnTo>
                  <a:pt x="227330" y="75321"/>
                </a:lnTo>
                <a:lnTo>
                  <a:pt x="227330" y="73920"/>
                </a:lnTo>
                <a:close/>
                <a:moveTo>
                  <a:pt x="227897" y="73387"/>
                </a:moveTo>
                <a:lnTo>
                  <a:pt x="229431" y="73387"/>
                </a:lnTo>
                <a:lnTo>
                  <a:pt x="230532" y="72286"/>
                </a:lnTo>
                <a:lnTo>
                  <a:pt x="230532" y="76022"/>
                </a:lnTo>
                <a:close/>
                <a:moveTo>
                  <a:pt x="221959" y="73253"/>
                </a:moveTo>
                <a:lnTo>
                  <a:pt x="218657" y="76589"/>
                </a:lnTo>
                <a:lnTo>
                  <a:pt x="216488" y="76589"/>
                </a:lnTo>
                <a:lnTo>
                  <a:pt x="220425" y="72620"/>
                </a:lnTo>
                <a:lnTo>
                  <a:pt x="220425" y="67049"/>
                </a:lnTo>
                <a:lnTo>
                  <a:pt x="221959" y="68583"/>
                </a:lnTo>
                <a:lnTo>
                  <a:pt x="221959" y="73253"/>
                </a:lnTo>
                <a:close/>
                <a:moveTo>
                  <a:pt x="220558" y="63646"/>
                </a:moveTo>
                <a:lnTo>
                  <a:pt x="222226" y="61979"/>
                </a:lnTo>
                <a:lnTo>
                  <a:pt x="229965" y="61979"/>
                </a:lnTo>
                <a:lnTo>
                  <a:pt x="226262" y="65681"/>
                </a:lnTo>
                <a:lnTo>
                  <a:pt x="220525" y="65681"/>
                </a:lnTo>
                <a:lnTo>
                  <a:pt x="220525" y="63646"/>
                </a:lnTo>
                <a:close/>
                <a:moveTo>
                  <a:pt x="222226" y="61178"/>
                </a:moveTo>
                <a:lnTo>
                  <a:pt x="220558" y="59510"/>
                </a:lnTo>
                <a:lnTo>
                  <a:pt x="220558" y="57475"/>
                </a:lnTo>
                <a:lnTo>
                  <a:pt x="226262" y="57475"/>
                </a:lnTo>
                <a:lnTo>
                  <a:pt x="229965" y="61178"/>
                </a:lnTo>
                <a:close/>
                <a:moveTo>
                  <a:pt x="223260" y="46568"/>
                </a:moveTo>
                <a:lnTo>
                  <a:pt x="225128" y="46568"/>
                </a:lnTo>
                <a:lnTo>
                  <a:pt x="226529" y="48002"/>
                </a:lnTo>
                <a:lnTo>
                  <a:pt x="226529" y="50003"/>
                </a:lnTo>
                <a:lnTo>
                  <a:pt x="225228" y="51338"/>
                </a:lnTo>
                <a:lnTo>
                  <a:pt x="225228" y="48536"/>
                </a:lnTo>
                <a:close/>
                <a:moveTo>
                  <a:pt x="227330" y="49236"/>
                </a:moveTo>
                <a:lnTo>
                  <a:pt x="227330" y="47835"/>
                </a:lnTo>
                <a:lnTo>
                  <a:pt x="227229" y="47568"/>
                </a:lnTo>
                <a:lnTo>
                  <a:pt x="226229" y="46568"/>
                </a:lnTo>
                <a:lnTo>
                  <a:pt x="229965" y="46568"/>
                </a:lnTo>
                <a:close/>
                <a:moveTo>
                  <a:pt x="230532" y="47135"/>
                </a:moveTo>
                <a:lnTo>
                  <a:pt x="230532" y="50871"/>
                </a:lnTo>
                <a:lnTo>
                  <a:pt x="229431" y="49770"/>
                </a:lnTo>
                <a:lnTo>
                  <a:pt x="227897" y="49770"/>
                </a:lnTo>
                <a:close/>
                <a:moveTo>
                  <a:pt x="227096" y="50570"/>
                </a:moveTo>
                <a:lnTo>
                  <a:pt x="229097" y="50570"/>
                </a:lnTo>
                <a:lnTo>
                  <a:pt x="230532" y="52005"/>
                </a:lnTo>
                <a:lnTo>
                  <a:pt x="230532" y="53873"/>
                </a:lnTo>
                <a:lnTo>
                  <a:pt x="228564" y="51905"/>
                </a:lnTo>
                <a:lnTo>
                  <a:pt x="225762" y="51905"/>
                </a:lnTo>
                <a:close/>
                <a:moveTo>
                  <a:pt x="231332" y="47135"/>
                </a:moveTo>
                <a:lnTo>
                  <a:pt x="233968" y="49770"/>
                </a:lnTo>
                <a:lnTo>
                  <a:pt x="232567" y="49770"/>
                </a:lnTo>
                <a:lnTo>
                  <a:pt x="232300" y="49903"/>
                </a:lnTo>
                <a:lnTo>
                  <a:pt x="231332" y="50871"/>
                </a:lnTo>
                <a:lnTo>
                  <a:pt x="231332" y="47135"/>
                </a:lnTo>
                <a:close/>
                <a:moveTo>
                  <a:pt x="229965" y="45800"/>
                </a:moveTo>
                <a:lnTo>
                  <a:pt x="226229" y="45800"/>
                </a:lnTo>
                <a:lnTo>
                  <a:pt x="227330" y="44700"/>
                </a:lnTo>
                <a:lnTo>
                  <a:pt x="227330" y="43132"/>
                </a:lnTo>
                <a:close/>
                <a:moveTo>
                  <a:pt x="227897" y="42598"/>
                </a:moveTo>
                <a:lnTo>
                  <a:pt x="229264" y="42598"/>
                </a:lnTo>
                <a:lnTo>
                  <a:pt x="229431" y="42598"/>
                </a:lnTo>
                <a:lnTo>
                  <a:pt x="230532" y="41497"/>
                </a:lnTo>
                <a:lnTo>
                  <a:pt x="230532" y="45233"/>
                </a:lnTo>
                <a:close/>
                <a:moveTo>
                  <a:pt x="221959" y="42465"/>
                </a:moveTo>
                <a:lnTo>
                  <a:pt x="218657" y="45800"/>
                </a:lnTo>
                <a:lnTo>
                  <a:pt x="216488" y="45800"/>
                </a:lnTo>
                <a:lnTo>
                  <a:pt x="220425" y="41831"/>
                </a:lnTo>
                <a:lnTo>
                  <a:pt x="220425" y="36260"/>
                </a:lnTo>
                <a:lnTo>
                  <a:pt x="221959" y="37795"/>
                </a:lnTo>
                <a:lnTo>
                  <a:pt x="221959" y="42465"/>
                </a:lnTo>
                <a:close/>
                <a:moveTo>
                  <a:pt x="220558" y="32858"/>
                </a:moveTo>
                <a:lnTo>
                  <a:pt x="222226" y="31190"/>
                </a:lnTo>
                <a:lnTo>
                  <a:pt x="229965" y="31190"/>
                </a:lnTo>
                <a:lnTo>
                  <a:pt x="226262" y="34893"/>
                </a:lnTo>
                <a:lnTo>
                  <a:pt x="220525" y="34893"/>
                </a:lnTo>
                <a:lnTo>
                  <a:pt x="220525" y="32858"/>
                </a:lnTo>
                <a:close/>
                <a:moveTo>
                  <a:pt x="222226" y="30389"/>
                </a:moveTo>
                <a:lnTo>
                  <a:pt x="220558" y="28721"/>
                </a:lnTo>
                <a:lnTo>
                  <a:pt x="220558" y="26687"/>
                </a:lnTo>
                <a:lnTo>
                  <a:pt x="226262" y="26687"/>
                </a:lnTo>
                <a:lnTo>
                  <a:pt x="229965" y="30389"/>
                </a:lnTo>
                <a:lnTo>
                  <a:pt x="222226" y="30389"/>
                </a:lnTo>
                <a:close/>
                <a:moveTo>
                  <a:pt x="219657" y="25786"/>
                </a:moveTo>
                <a:lnTo>
                  <a:pt x="217623" y="25786"/>
                </a:lnTo>
                <a:lnTo>
                  <a:pt x="215921" y="24085"/>
                </a:lnTo>
                <a:lnTo>
                  <a:pt x="215921" y="16346"/>
                </a:lnTo>
                <a:lnTo>
                  <a:pt x="219657" y="20049"/>
                </a:lnTo>
                <a:lnTo>
                  <a:pt x="219657" y="25786"/>
                </a:lnTo>
                <a:close/>
                <a:moveTo>
                  <a:pt x="215121" y="24085"/>
                </a:moveTo>
                <a:lnTo>
                  <a:pt x="213453" y="25786"/>
                </a:lnTo>
                <a:lnTo>
                  <a:pt x="211418" y="25786"/>
                </a:lnTo>
                <a:lnTo>
                  <a:pt x="211418" y="20049"/>
                </a:lnTo>
                <a:lnTo>
                  <a:pt x="215121" y="16346"/>
                </a:lnTo>
                <a:lnTo>
                  <a:pt x="215121" y="24085"/>
                </a:lnTo>
                <a:close/>
                <a:moveTo>
                  <a:pt x="202679" y="21083"/>
                </a:moveTo>
                <a:lnTo>
                  <a:pt x="202512" y="21083"/>
                </a:lnTo>
                <a:lnTo>
                  <a:pt x="200544" y="23051"/>
                </a:lnTo>
                <a:lnTo>
                  <a:pt x="200544" y="21216"/>
                </a:lnTo>
                <a:lnTo>
                  <a:pt x="201945" y="19782"/>
                </a:lnTo>
                <a:lnTo>
                  <a:pt x="203979" y="19782"/>
                </a:lnTo>
                <a:lnTo>
                  <a:pt x="205280" y="21083"/>
                </a:lnTo>
                <a:close/>
                <a:moveTo>
                  <a:pt x="203746" y="18447"/>
                </a:moveTo>
                <a:lnTo>
                  <a:pt x="201077" y="15779"/>
                </a:lnTo>
                <a:lnTo>
                  <a:pt x="204847" y="15779"/>
                </a:lnTo>
                <a:lnTo>
                  <a:pt x="203746" y="16880"/>
                </a:lnTo>
                <a:lnTo>
                  <a:pt x="203746" y="18447"/>
                </a:lnTo>
                <a:close/>
                <a:moveTo>
                  <a:pt x="200544" y="14445"/>
                </a:moveTo>
                <a:lnTo>
                  <a:pt x="200544" y="10709"/>
                </a:lnTo>
                <a:lnTo>
                  <a:pt x="201644" y="11776"/>
                </a:lnTo>
                <a:lnTo>
                  <a:pt x="203179" y="11776"/>
                </a:lnTo>
                <a:close/>
                <a:moveTo>
                  <a:pt x="199743" y="14445"/>
                </a:moveTo>
                <a:lnTo>
                  <a:pt x="197108" y="11776"/>
                </a:lnTo>
                <a:lnTo>
                  <a:pt x="198476" y="11776"/>
                </a:lnTo>
                <a:lnTo>
                  <a:pt x="198776" y="11676"/>
                </a:lnTo>
                <a:lnTo>
                  <a:pt x="199743" y="10709"/>
                </a:lnTo>
                <a:lnTo>
                  <a:pt x="199743" y="14445"/>
                </a:lnTo>
                <a:close/>
                <a:moveTo>
                  <a:pt x="199176" y="15779"/>
                </a:moveTo>
                <a:lnTo>
                  <a:pt x="196541" y="18414"/>
                </a:lnTo>
                <a:lnTo>
                  <a:pt x="196541" y="16880"/>
                </a:lnTo>
                <a:lnTo>
                  <a:pt x="195440" y="15779"/>
                </a:lnTo>
                <a:close/>
                <a:moveTo>
                  <a:pt x="199743" y="16346"/>
                </a:moveTo>
                <a:lnTo>
                  <a:pt x="199743" y="20082"/>
                </a:lnTo>
                <a:lnTo>
                  <a:pt x="198776" y="19115"/>
                </a:lnTo>
                <a:lnTo>
                  <a:pt x="198476" y="18981"/>
                </a:lnTo>
                <a:lnTo>
                  <a:pt x="197108" y="18981"/>
                </a:lnTo>
                <a:close/>
                <a:moveTo>
                  <a:pt x="188869" y="25786"/>
                </a:moveTo>
                <a:lnTo>
                  <a:pt x="186801" y="25786"/>
                </a:lnTo>
                <a:lnTo>
                  <a:pt x="185133" y="24085"/>
                </a:lnTo>
                <a:lnTo>
                  <a:pt x="185133" y="16346"/>
                </a:lnTo>
                <a:lnTo>
                  <a:pt x="188869" y="20049"/>
                </a:lnTo>
                <a:lnTo>
                  <a:pt x="188869" y="25786"/>
                </a:lnTo>
                <a:close/>
                <a:moveTo>
                  <a:pt x="184332" y="24085"/>
                </a:moveTo>
                <a:lnTo>
                  <a:pt x="182664" y="25786"/>
                </a:lnTo>
                <a:lnTo>
                  <a:pt x="180629" y="25786"/>
                </a:lnTo>
                <a:lnTo>
                  <a:pt x="180629" y="20049"/>
                </a:lnTo>
                <a:lnTo>
                  <a:pt x="184332" y="16346"/>
                </a:lnTo>
                <a:lnTo>
                  <a:pt x="184332" y="24085"/>
                </a:lnTo>
                <a:close/>
                <a:moveTo>
                  <a:pt x="171723" y="21083"/>
                </a:moveTo>
                <a:lnTo>
                  <a:pt x="169755" y="23051"/>
                </a:lnTo>
                <a:lnTo>
                  <a:pt x="169755" y="21216"/>
                </a:lnTo>
                <a:lnTo>
                  <a:pt x="171156" y="19782"/>
                </a:lnTo>
                <a:lnTo>
                  <a:pt x="173157" y="19782"/>
                </a:lnTo>
                <a:lnTo>
                  <a:pt x="174492" y="21083"/>
                </a:lnTo>
                <a:close/>
                <a:moveTo>
                  <a:pt x="172957" y="18447"/>
                </a:moveTo>
                <a:lnTo>
                  <a:pt x="170289" y="15779"/>
                </a:lnTo>
                <a:lnTo>
                  <a:pt x="174025" y="15779"/>
                </a:lnTo>
                <a:lnTo>
                  <a:pt x="172957" y="16880"/>
                </a:lnTo>
                <a:lnTo>
                  <a:pt x="172957" y="18447"/>
                </a:lnTo>
                <a:close/>
                <a:moveTo>
                  <a:pt x="169755" y="14445"/>
                </a:moveTo>
                <a:lnTo>
                  <a:pt x="169755" y="10709"/>
                </a:lnTo>
                <a:lnTo>
                  <a:pt x="170722" y="11676"/>
                </a:lnTo>
                <a:lnTo>
                  <a:pt x="170989" y="11809"/>
                </a:lnTo>
                <a:lnTo>
                  <a:pt x="172390" y="11809"/>
                </a:lnTo>
                <a:close/>
                <a:moveTo>
                  <a:pt x="168954" y="14445"/>
                </a:moveTo>
                <a:lnTo>
                  <a:pt x="166319" y="11776"/>
                </a:lnTo>
                <a:lnTo>
                  <a:pt x="167854" y="11776"/>
                </a:lnTo>
                <a:lnTo>
                  <a:pt x="168954" y="10709"/>
                </a:lnTo>
                <a:close/>
                <a:moveTo>
                  <a:pt x="168387" y="15779"/>
                </a:moveTo>
                <a:lnTo>
                  <a:pt x="165752" y="18414"/>
                </a:lnTo>
                <a:lnTo>
                  <a:pt x="165752" y="16880"/>
                </a:lnTo>
                <a:lnTo>
                  <a:pt x="164651" y="15779"/>
                </a:lnTo>
                <a:close/>
                <a:moveTo>
                  <a:pt x="165519" y="19782"/>
                </a:moveTo>
                <a:lnTo>
                  <a:pt x="167520" y="19782"/>
                </a:lnTo>
                <a:lnTo>
                  <a:pt x="168954" y="21216"/>
                </a:lnTo>
                <a:lnTo>
                  <a:pt x="168954" y="23051"/>
                </a:lnTo>
                <a:lnTo>
                  <a:pt x="166986" y="21083"/>
                </a:lnTo>
                <a:lnTo>
                  <a:pt x="166820" y="21083"/>
                </a:lnTo>
                <a:lnTo>
                  <a:pt x="164218" y="21083"/>
                </a:lnTo>
                <a:close/>
                <a:moveTo>
                  <a:pt x="163417" y="21883"/>
                </a:moveTo>
                <a:lnTo>
                  <a:pt x="166653" y="21883"/>
                </a:lnTo>
                <a:lnTo>
                  <a:pt x="168954" y="24185"/>
                </a:lnTo>
                <a:lnTo>
                  <a:pt x="168954" y="26553"/>
                </a:lnTo>
                <a:lnTo>
                  <a:pt x="165952" y="23551"/>
                </a:lnTo>
                <a:lnTo>
                  <a:pt x="165786" y="23551"/>
                </a:lnTo>
                <a:lnTo>
                  <a:pt x="161716" y="23551"/>
                </a:lnTo>
                <a:close/>
                <a:moveTo>
                  <a:pt x="160949" y="24352"/>
                </a:moveTo>
                <a:lnTo>
                  <a:pt x="165619" y="24352"/>
                </a:lnTo>
                <a:lnTo>
                  <a:pt x="168954" y="27654"/>
                </a:lnTo>
                <a:lnTo>
                  <a:pt x="168954" y="29822"/>
                </a:lnTo>
                <a:lnTo>
                  <a:pt x="164985" y="25886"/>
                </a:lnTo>
                <a:lnTo>
                  <a:pt x="164852" y="25886"/>
                </a:lnTo>
                <a:lnTo>
                  <a:pt x="159414" y="25886"/>
                </a:lnTo>
                <a:close/>
                <a:moveTo>
                  <a:pt x="158047" y="25786"/>
                </a:moveTo>
                <a:lnTo>
                  <a:pt x="156012" y="25786"/>
                </a:lnTo>
                <a:lnTo>
                  <a:pt x="154344" y="24085"/>
                </a:lnTo>
                <a:lnTo>
                  <a:pt x="154344" y="16346"/>
                </a:lnTo>
                <a:lnTo>
                  <a:pt x="158047" y="20049"/>
                </a:lnTo>
                <a:lnTo>
                  <a:pt x="158047" y="25786"/>
                </a:lnTo>
                <a:close/>
                <a:moveTo>
                  <a:pt x="153543" y="24085"/>
                </a:moveTo>
                <a:lnTo>
                  <a:pt x="151876" y="25786"/>
                </a:lnTo>
                <a:lnTo>
                  <a:pt x="149841" y="25786"/>
                </a:lnTo>
                <a:lnTo>
                  <a:pt x="149841" y="20049"/>
                </a:lnTo>
                <a:lnTo>
                  <a:pt x="153543" y="16346"/>
                </a:lnTo>
                <a:lnTo>
                  <a:pt x="153543" y="24085"/>
                </a:lnTo>
                <a:close/>
                <a:moveTo>
                  <a:pt x="141068" y="21083"/>
                </a:moveTo>
                <a:lnTo>
                  <a:pt x="140901" y="21083"/>
                </a:lnTo>
                <a:lnTo>
                  <a:pt x="138933" y="23051"/>
                </a:lnTo>
                <a:lnTo>
                  <a:pt x="138933" y="21216"/>
                </a:lnTo>
                <a:lnTo>
                  <a:pt x="140367" y="19782"/>
                </a:lnTo>
                <a:lnTo>
                  <a:pt x="142369" y="19782"/>
                </a:lnTo>
                <a:lnTo>
                  <a:pt x="143703" y="21083"/>
                </a:lnTo>
                <a:close/>
                <a:moveTo>
                  <a:pt x="142135" y="18447"/>
                </a:moveTo>
                <a:lnTo>
                  <a:pt x="139500" y="15779"/>
                </a:lnTo>
                <a:lnTo>
                  <a:pt x="143236" y="15779"/>
                </a:lnTo>
                <a:lnTo>
                  <a:pt x="142135" y="16880"/>
                </a:lnTo>
                <a:lnTo>
                  <a:pt x="142135" y="18447"/>
                </a:lnTo>
                <a:close/>
                <a:moveTo>
                  <a:pt x="138933" y="14445"/>
                </a:moveTo>
                <a:lnTo>
                  <a:pt x="138933" y="10709"/>
                </a:lnTo>
                <a:lnTo>
                  <a:pt x="140034" y="11776"/>
                </a:lnTo>
                <a:lnTo>
                  <a:pt x="141602" y="11776"/>
                </a:lnTo>
                <a:close/>
                <a:moveTo>
                  <a:pt x="138166" y="14445"/>
                </a:moveTo>
                <a:lnTo>
                  <a:pt x="135531" y="11776"/>
                </a:lnTo>
                <a:lnTo>
                  <a:pt x="136898" y="11776"/>
                </a:lnTo>
                <a:lnTo>
                  <a:pt x="137165" y="11676"/>
                </a:lnTo>
                <a:lnTo>
                  <a:pt x="138166" y="10709"/>
                </a:lnTo>
                <a:lnTo>
                  <a:pt x="138166" y="14445"/>
                </a:lnTo>
                <a:close/>
                <a:moveTo>
                  <a:pt x="137599" y="15779"/>
                </a:moveTo>
                <a:lnTo>
                  <a:pt x="134964" y="18414"/>
                </a:lnTo>
                <a:lnTo>
                  <a:pt x="134964" y="16880"/>
                </a:lnTo>
                <a:lnTo>
                  <a:pt x="133863" y="15779"/>
                </a:lnTo>
                <a:close/>
                <a:moveTo>
                  <a:pt x="138166" y="16346"/>
                </a:moveTo>
                <a:lnTo>
                  <a:pt x="138166" y="20082"/>
                </a:lnTo>
                <a:lnTo>
                  <a:pt x="137165" y="19115"/>
                </a:lnTo>
                <a:lnTo>
                  <a:pt x="136898" y="18981"/>
                </a:lnTo>
                <a:lnTo>
                  <a:pt x="135531" y="18981"/>
                </a:lnTo>
                <a:close/>
                <a:moveTo>
                  <a:pt x="127258" y="25786"/>
                </a:moveTo>
                <a:lnTo>
                  <a:pt x="125223" y="25786"/>
                </a:lnTo>
                <a:lnTo>
                  <a:pt x="123555" y="24085"/>
                </a:lnTo>
                <a:lnTo>
                  <a:pt x="123555" y="16346"/>
                </a:lnTo>
                <a:lnTo>
                  <a:pt x="127258" y="20049"/>
                </a:lnTo>
                <a:close/>
                <a:moveTo>
                  <a:pt x="122755" y="24085"/>
                </a:moveTo>
                <a:lnTo>
                  <a:pt x="121087" y="25786"/>
                </a:lnTo>
                <a:lnTo>
                  <a:pt x="119052" y="25786"/>
                </a:lnTo>
                <a:lnTo>
                  <a:pt x="119052" y="20049"/>
                </a:lnTo>
                <a:lnTo>
                  <a:pt x="122755" y="16346"/>
                </a:lnTo>
                <a:close/>
                <a:moveTo>
                  <a:pt x="110112" y="21083"/>
                </a:moveTo>
                <a:lnTo>
                  <a:pt x="108144" y="23051"/>
                </a:lnTo>
                <a:lnTo>
                  <a:pt x="108144" y="21216"/>
                </a:lnTo>
                <a:lnTo>
                  <a:pt x="109579" y="19782"/>
                </a:lnTo>
                <a:lnTo>
                  <a:pt x="111580" y="19782"/>
                </a:lnTo>
                <a:lnTo>
                  <a:pt x="112914" y="21083"/>
                </a:lnTo>
                <a:close/>
                <a:moveTo>
                  <a:pt x="111347" y="18447"/>
                </a:moveTo>
                <a:lnTo>
                  <a:pt x="108711" y="15779"/>
                </a:lnTo>
                <a:lnTo>
                  <a:pt x="112447" y="15779"/>
                </a:lnTo>
                <a:lnTo>
                  <a:pt x="111347" y="16880"/>
                </a:lnTo>
                <a:close/>
                <a:moveTo>
                  <a:pt x="108144" y="14445"/>
                </a:moveTo>
                <a:lnTo>
                  <a:pt x="108144" y="10709"/>
                </a:lnTo>
                <a:lnTo>
                  <a:pt x="109145" y="11676"/>
                </a:lnTo>
                <a:lnTo>
                  <a:pt x="109412" y="11809"/>
                </a:lnTo>
                <a:lnTo>
                  <a:pt x="110813" y="11809"/>
                </a:lnTo>
                <a:close/>
                <a:moveTo>
                  <a:pt x="107377" y="14445"/>
                </a:moveTo>
                <a:lnTo>
                  <a:pt x="104709" y="11776"/>
                </a:lnTo>
                <a:lnTo>
                  <a:pt x="106276" y="11776"/>
                </a:lnTo>
                <a:lnTo>
                  <a:pt x="107377" y="10709"/>
                </a:lnTo>
                <a:close/>
                <a:moveTo>
                  <a:pt x="106810" y="15779"/>
                </a:moveTo>
                <a:lnTo>
                  <a:pt x="104175" y="18414"/>
                </a:lnTo>
                <a:lnTo>
                  <a:pt x="104175" y="16880"/>
                </a:lnTo>
                <a:lnTo>
                  <a:pt x="103074" y="15779"/>
                </a:lnTo>
                <a:close/>
                <a:moveTo>
                  <a:pt x="103941" y="19782"/>
                </a:moveTo>
                <a:lnTo>
                  <a:pt x="105943" y="19782"/>
                </a:lnTo>
                <a:lnTo>
                  <a:pt x="107344" y="21216"/>
                </a:lnTo>
                <a:lnTo>
                  <a:pt x="107344" y="23051"/>
                </a:lnTo>
                <a:lnTo>
                  <a:pt x="105376" y="21083"/>
                </a:lnTo>
                <a:lnTo>
                  <a:pt x="105242" y="21083"/>
                </a:lnTo>
                <a:lnTo>
                  <a:pt x="102607" y="21083"/>
                </a:lnTo>
                <a:close/>
                <a:moveTo>
                  <a:pt x="101840" y="21883"/>
                </a:moveTo>
                <a:lnTo>
                  <a:pt x="105076" y="21883"/>
                </a:lnTo>
                <a:lnTo>
                  <a:pt x="107377" y="24185"/>
                </a:lnTo>
                <a:lnTo>
                  <a:pt x="107377" y="26553"/>
                </a:lnTo>
                <a:lnTo>
                  <a:pt x="104375" y="23551"/>
                </a:lnTo>
                <a:lnTo>
                  <a:pt x="104208" y="23551"/>
                </a:lnTo>
                <a:lnTo>
                  <a:pt x="100139" y="23551"/>
                </a:lnTo>
                <a:close/>
                <a:moveTo>
                  <a:pt x="99371" y="24352"/>
                </a:moveTo>
                <a:lnTo>
                  <a:pt x="104041" y="24352"/>
                </a:lnTo>
                <a:lnTo>
                  <a:pt x="107377" y="27654"/>
                </a:lnTo>
                <a:lnTo>
                  <a:pt x="107377" y="29822"/>
                </a:lnTo>
                <a:lnTo>
                  <a:pt x="103408" y="25886"/>
                </a:lnTo>
                <a:lnTo>
                  <a:pt x="103241" y="25886"/>
                </a:lnTo>
                <a:lnTo>
                  <a:pt x="97837" y="25886"/>
                </a:lnTo>
                <a:close/>
                <a:moveTo>
                  <a:pt x="96469" y="25786"/>
                </a:moveTo>
                <a:lnTo>
                  <a:pt x="94435" y="25786"/>
                </a:lnTo>
                <a:lnTo>
                  <a:pt x="92767" y="24085"/>
                </a:lnTo>
                <a:lnTo>
                  <a:pt x="92767" y="16346"/>
                </a:lnTo>
                <a:lnTo>
                  <a:pt x="96469" y="20082"/>
                </a:lnTo>
                <a:close/>
                <a:moveTo>
                  <a:pt x="91966" y="24085"/>
                </a:moveTo>
                <a:lnTo>
                  <a:pt x="90298" y="25786"/>
                </a:lnTo>
                <a:lnTo>
                  <a:pt x="88264" y="25786"/>
                </a:lnTo>
                <a:lnTo>
                  <a:pt x="88264" y="20049"/>
                </a:lnTo>
                <a:lnTo>
                  <a:pt x="91966" y="16346"/>
                </a:lnTo>
                <a:close/>
                <a:moveTo>
                  <a:pt x="79491" y="21083"/>
                </a:moveTo>
                <a:lnTo>
                  <a:pt x="79324" y="21083"/>
                </a:lnTo>
                <a:lnTo>
                  <a:pt x="77356" y="23051"/>
                </a:lnTo>
                <a:lnTo>
                  <a:pt x="77356" y="21216"/>
                </a:lnTo>
                <a:lnTo>
                  <a:pt x="78790" y="19782"/>
                </a:lnTo>
                <a:lnTo>
                  <a:pt x="80792" y="19782"/>
                </a:lnTo>
                <a:lnTo>
                  <a:pt x="82126" y="21083"/>
                </a:lnTo>
                <a:close/>
                <a:moveTo>
                  <a:pt x="80558" y="18447"/>
                </a:moveTo>
                <a:lnTo>
                  <a:pt x="77923" y="15779"/>
                </a:lnTo>
                <a:lnTo>
                  <a:pt x="81659" y="15779"/>
                </a:lnTo>
                <a:lnTo>
                  <a:pt x="80558" y="16880"/>
                </a:lnTo>
                <a:close/>
                <a:moveTo>
                  <a:pt x="77356" y="14445"/>
                </a:moveTo>
                <a:lnTo>
                  <a:pt x="77356" y="10709"/>
                </a:lnTo>
                <a:lnTo>
                  <a:pt x="78457" y="11776"/>
                </a:lnTo>
                <a:lnTo>
                  <a:pt x="80024" y="11776"/>
                </a:lnTo>
                <a:close/>
                <a:moveTo>
                  <a:pt x="76589" y="14445"/>
                </a:moveTo>
                <a:lnTo>
                  <a:pt x="73920" y="11776"/>
                </a:lnTo>
                <a:lnTo>
                  <a:pt x="75321" y="11776"/>
                </a:lnTo>
                <a:lnTo>
                  <a:pt x="75588" y="11676"/>
                </a:lnTo>
                <a:lnTo>
                  <a:pt x="76555" y="10709"/>
                </a:lnTo>
                <a:lnTo>
                  <a:pt x="76555" y="14445"/>
                </a:lnTo>
                <a:close/>
                <a:moveTo>
                  <a:pt x="76021" y="15779"/>
                </a:moveTo>
                <a:lnTo>
                  <a:pt x="73386" y="18414"/>
                </a:lnTo>
                <a:lnTo>
                  <a:pt x="73386" y="16880"/>
                </a:lnTo>
                <a:lnTo>
                  <a:pt x="72285" y="15779"/>
                </a:lnTo>
                <a:close/>
                <a:moveTo>
                  <a:pt x="76589" y="16346"/>
                </a:moveTo>
                <a:lnTo>
                  <a:pt x="76589" y="20082"/>
                </a:lnTo>
                <a:lnTo>
                  <a:pt x="75588" y="19115"/>
                </a:lnTo>
                <a:lnTo>
                  <a:pt x="75321" y="18981"/>
                </a:lnTo>
                <a:lnTo>
                  <a:pt x="73920" y="18981"/>
                </a:lnTo>
                <a:close/>
                <a:moveTo>
                  <a:pt x="65681" y="25786"/>
                </a:moveTo>
                <a:lnTo>
                  <a:pt x="63646" y="25786"/>
                </a:lnTo>
                <a:lnTo>
                  <a:pt x="61978" y="24085"/>
                </a:lnTo>
                <a:lnTo>
                  <a:pt x="61978" y="16346"/>
                </a:lnTo>
                <a:lnTo>
                  <a:pt x="65681" y="20049"/>
                </a:lnTo>
                <a:close/>
                <a:moveTo>
                  <a:pt x="61178" y="24085"/>
                </a:moveTo>
                <a:lnTo>
                  <a:pt x="59510" y="25786"/>
                </a:lnTo>
                <a:lnTo>
                  <a:pt x="57475" y="25786"/>
                </a:lnTo>
                <a:lnTo>
                  <a:pt x="57475" y="20049"/>
                </a:lnTo>
                <a:lnTo>
                  <a:pt x="61178" y="16346"/>
                </a:lnTo>
                <a:close/>
                <a:moveTo>
                  <a:pt x="48535" y="21083"/>
                </a:moveTo>
                <a:lnTo>
                  <a:pt x="46567" y="23051"/>
                </a:lnTo>
                <a:lnTo>
                  <a:pt x="46567" y="21216"/>
                </a:lnTo>
                <a:lnTo>
                  <a:pt x="48001" y="19782"/>
                </a:lnTo>
                <a:lnTo>
                  <a:pt x="50003" y="19782"/>
                </a:lnTo>
                <a:lnTo>
                  <a:pt x="51337" y="21083"/>
                </a:lnTo>
                <a:close/>
                <a:moveTo>
                  <a:pt x="49769" y="18447"/>
                </a:moveTo>
                <a:lnTo>
                  <a:pt x="47134" y="15779"/>
                </a:lnTo>
                <a:lnTo>
                  <a:pt x="50870" y="15779"/>
                </a:lnTo>
                <a:lnTo>
                  <a:pt x="49769" y="16880"/>
                </a:lnTo>
                <a:close/>
                <a:moveTo>
                  <a:pt x="46567" y="14445"/>
                </a:moveTo>
                <a:lnTo>
                  <a:pt x="46567" y="10709"/>
                </a:lnTo>
                <a:lnTo>
                  <a:pt x="47534" y="11676"/>
                </a:lnTo>
                <a:lnTo>
                  <a:pt x="47835" y="11809"/>
                </a:lnTo>
                <a:lnTo>
                  <a:pt x="49202" y="11809"/>
                </a:lnTo>
                <a:close/>
                <a:moveTo>
                  <a:pt x="45767" y="14445"/>
                </a:moveTo>
                <a:lnTo>
                  <a:pt x="43131" y="11776"/>
                </a:lnTo>
                <a:lnTo>
                  <a:pt x="44699" y="11776"/>
                </a:lnTo>
                <a:lnTo>
                  <a:pt x="45767" y="10709"/>
                </a:lnTo>
                <a:close/>
                <a:moveTo>
                  <a:pt x="45233" y="15779"/>
                </a:moveTo>
                <a:lnTo>
                  <a:pt x="42564" y="18414"/>
                </a:lnTo>
                <a:lnTo>
                  <a:pt x="42564" y="16880"/>
                </a:lnTo>
                <a:lnTo>
                  <a:pt x="41497" y="15779"/>
                </a:lnTo>
                <a:close/>
                <a:moveTo>
                  <a:pt x="42364" y="19782"/>
                </a:moveTo>
                <a:lnTo>
                  <a:pt x="44366" y="19782"/>
                </a:lnTo>
                <a:lnTo>
                  <a:pt x="45767" y="21216"/>
                </a:lnTo>
                <a:lnTo>
                  <a:pt x="45767" y="23051"/>
                </a:lnTo>
                <a:lnTo>
                  <a:pt x="43798" y="21083"/>
                </a:lnTo>
                <a:lnTo>
                  <a:pt x="43665" y="21083"/>
                </a:lnTo>
                <a:lnTo>
                  <a:pt x="41030" y="21083"/>
                </a:lnTo>
                <a:close/>
                <a:moveTo>
                  <a:pt x="40229" y="21883"/>
                </a:moveTo>
                <a:lnTo>
                  <a:pt x="43498" y="21883"/>
                </a:lnTo>
                <a:lnTo>
                  <a:pt x="45767" y="24185"/>
                </a:lnTo>
                <a:lnTo>
                  <a:pt x="45767" y="26553"/>
                </a:lnTo>
                <a:lnTo>
                  <a:pt x="42798" y="23551"/>
                </a:lnTo>
                <a:lnTo>
                  <a:pt x="42631" y="23551"/>
                </a:lnTo>
                <a:lnTo>
                  <a:pt x="38561" y="23551"/>
                </a:lnTo>
                <a:close/>
                <a:moveTo>
                  <a:pt x="37761" y="24352"/>
                </a:moveTo>
                <a:lnTo>
                  <a:pt x="42464" y="24352"/>
                </a:lnTo>
                <a:lnTo>
                  <a:pt x="45767" y="27654"/>
                </a:lnTo>
                <a:lnTo>
                  <a:pt x="45767" y="29822"/>
                </a:lnTo>
                <a:lnTo>
                  <a:pt x="41830" y="25886"/>
                </a:lnTo>
                <a:lnTo>
                  <a:pt x="41664" y="25886"/>
                </a:lnTo>
                <a:lnTo>
                  <a:pt x="36260" y="25886"/>
                </a:lnTo>
                <a:close/>
                <a:moveTo>
                  <a:pt x="34892" y="25786"/>
                </a:moveTo>
                <a:lnTo>
                  <a:pt x="32857" y="25786"/>
                </a:lnTo>
                <a:lnTo>
                  <a:pt x="31189" y="24085"/>
                </a:lnTo>
                <a:lnTo>
                  <a:pt x="31189" y="16346"/>
                </a:lnTo>
                <a:lnTo>
                  <a:pt x="34892" y="20049"/>
                </a:lnTo>
                <a:close/>
                <a:moveTo>
                  <a:pt x="30389" y="24085"/>
                </a:moveTo>
                <a:lnTo>
                  <a:pt x="28721" y="25786"/>
                </a:lnTo>
                <a:lnTo>
                  <a:pt x="26653" y="25786"/>
                </a:lnTo>
                <a:lnTo>
                  <a:pt x="26653" y="20049"/>
                </a:lnTo>
                <a:lnTo>
                  <a:pt x="30389" y="16346"/>
                </a:lnTo>
                <a:lnTo>
                  <a:pt x="30389" y="24085"/>
                </a:lnTo>
                <a:close/>
                <a:moveTo>
                  <a:pt x="19748" y="35693"/>
                </a:moveTo>
                <a:lnTo>
                  <a:pt x="19881" y="35693"/>
                </a:lnTo>
                <a:lnTo>
                  <a:pt x="25319" y="35693"/>
                </a:lnTo>
                <a:lnTo>
                  <a:pt x="23784" y="37228"/>
                </a:lnTo>
                <a:lnTo>
                  <a:pt x="19081" y="37228"/>
                </a:lnTo>
                <a:lnTo>
                  <a:pt x="15778" y="33892"/>
                </a:lnTo>
                <a:lnTo>
                  <a:pt x="15778" y="31757"/>
                </a:lnTo>
                <a:close/>
                <a:moveTo>
                  <a:pt x="18781" y="38028"/>
                </a:moveTo>
                <a:lnTo>
                  <a:pt x="18947" y="38028"/>
                </a:lnTo>
                <a:lnTo>
                  <a:pt x="22984" y="38028"/>
                </a:lnTo>
                <a:lnTo>
                  <a:pt x="21316" y="39696"/>
                </a:lnTo>
                <a:lnTo>
                  <a:pt x="18080" y="39696"/>
                </a:lnTo>
                <a:lnTo>
                  <a:pt x="15778" y="37394"/>
                </a:lnTo>
                <a:lnTo>
                  <a:pt x="15778" y="35026"/>
                </a:lnTo>
                <a:close/>
                <a:moveTo>
                  <a:pt x="14978" y="40363"/>
                </a:moveTo>
                <a:lnTo>
                  <a:pt x="13577" y="41797"/>
                </a:lnTo>
                <a:lnTo>
                  <a:pt x="11542" y="41797"/>
                </a:lnTo>
                <a:lnTo>
                  <a:pt x="10241" y="40463"/>
                </a:lnTo>
                <a:lnTo>
                  <a:pt x="13010" y="40463"/>
                </a:lnTo>
                <a:lnTo>
                  <a:pt x="14978" y="38495"/>
                </a:lnTo>
                <a:lnTo>
                  <a:pt x="14978" y="40363"/>
                </a:lnTo>
                <a:close/>
                <a:moveTo>
                  <a:pt x="11776" y="43132"/>
                </a:moveTo>
                <a:lnTo>
                  <a:pt x="14411" y="45800"/>
                </a:lnTo>
                <a:lnTo>
                  <a:pt x="10675" y="45800"/>
                </a:lnTo>
                <a:lnTo>
                  <a:pt x="11776" y="44700"/>
                </a:lnTo>
                <a:lnTo>
                  <a:pt x="11776" y="43132"/>
                </a:lnTo>
                <a:close/>
                <a:moveTo>
                  <a:pt x="14978" y="47135"/>
                </a:moveTo>
                <a:lnTo>
                  <a:pt x="14978" y="50871"/>
                </a:lnTo>
                <a:lnTo>
                  <a:pt x="14011" y="49903"/>
                </a:lnTo>
                <a:lnTo>
                  <a:pt x="13744" y="49770"/>
                </a:lnTo>
                <a:lnTo>
                  <a:pt x="12343" y="49770"/>
                </a:lnTo>
                <a:close/>
                <a:moveTo>
                  <a:pt x="15778" y="52005"/>
                </a:moveTo>
                <a:lnTo>
                  <a:pt x="17213" y="50570"/>
                </a:lnTo>
                <a:lnTo>
                  <a:pt x="19214" y="50570"/>
                </a:lnTo>
                <a:lnTo>
                  <a:pt x="20549" y="51905"/>
                </a:lnTo>
                <a:lnTo>
                  <a:pt x="17747" y="51905"/>
                </a:lnTo>
                <a:lnTo>
                  <a:pt x="15778" y="53873"/>
                </a:lnTo>
                <a:close/>
                <a:moveTo>
                  <a:pt x="18080" y="52672"/>
                </a:moveTo>
                <a:lnTo>
                  <a:pt x="21316" y="52672"/>
                </a:lnTo>
                <a:lnTo>
                  <a:pt x="23017" y="54340"/>
                </a:lnTo>
                <a:lnTo>
                  <a:pt x="18947" y="54340"/>
                </a:lnTo>
                <a:lnTo>
                  <a:pt x="18647" y="54473"/>
                </a:lnTo>
                <a:lnTo>
                  <a:pt x="15778" y="57342"/>
                </a:lnTo>
                <a:lnTo>
                  <a:pt x="15778" y="54974"/>
                </a:lnTo>
                <a:close/>
                <a:moveTo>
                  <a:pt x="19081" y="55140"/>
                </a:moveTo>
                <a:lnTo>
                  <a:pt x="23784" y="55140"/>
                </a:lnTo>
                <a:lnTo>
                  <a:pt x="25319" y="56675"/>
                </a:lnTo>
                <a:lnTo>
                  <a:pt x="19748" y="56675"/>
                </a:lnTo>
                <a:lnTo>
                  <a:pt x="15778" y="60611"/>
                </a:lnTo>
                <a:lnTo>
                  <a:pt x="15778" y="58443"/>
                </a:lnTo>
                <a:close/>
                <a:moveTo>
                  <a:pt x="19748" y="66482"/>
                </a:moveTo>
                <a:lnTo>
                  <a:pt x="25319" y="66482"/>
                </a:lnTo>
                <a:lnTo>
                  <a:pt x="23784" y="68016"/>
                </a:lnTo>
                <a:lnTo>
                  <a:pt x="19081" y="68016"/>
                </a:lnTo>
                <a:lnTo>
                  <a:pt x="15778" y="64714"/>
                </a:lnTo>
                <a:lnTo>
                  <a:pt x="15778" y="62546"/>
                </a:lnTo>
                <a:close/>
                <a:moveTo>
                  <a:pt x="18647" y="68683"/>
                </a:moveTo>
                <a:lnTo>
                  <a:pt x="18947" y="68817"/>
                </a:lnTo>
                <a:lnTo>
                  <a:pt x="22984" y="68817"/>
                </a:lnTo>
                <a:lnTo>
                  <a:pt x="21316" y="70485"/>
                </a:lnTo>
                <a:lnTo>
                  <a:pt x="18080" y="70485"/>
                </a:lnTo>
                <a:lnTo>
                  <a:pt x="15778" y="68183"/>
                </a:lnTo>
                <a:lnTo>
                  <a:pt x="15778" y="65815"/>
                </a:lnTo>
                <a:close/>
                <a:moveTo>
                  <a:pt x="14978" y="71152"/>
                </a:moveTo>
                <a:lnTo>
                  <a:pt x="13577" y="72586"/>
                </a:lnTo>
                <a:lnTo>
                  <a:pt x="11542" y="72586"/>
                </a:lnTo>
                <a:lnTo>
                  <a:pt x="10241" y="71285"/>
                </a:lnTo>
                <a:lnTo>
                  <a:pt x="13010" y="71285"/>
                </a:lnTo>
                <a:lnTo>
                  <a:pt x="14978" y="69317"/>
                </a:lnTo>
                <a:lnTo>
                  <a:pt x="14978" y="71152"/>
                </a:lnTo>
                <a:close/>
                <a:moveTo>
                  <a:pt x="11776" y="75321"/>
                </a:moveTo>
                <a:lnTo>
                  <a:pt x="11776" y="73954"/>
                </a:lnTo>
                <a:lnTo>
                  <a:pt x="14411" y="76589"/>
                </a:lnTo>
                <a:lnTo>
                  <a:pt x="10675" y="76589"/>
                </a:lnTo>
                <a:lnTo>
                  <a:pt x="11675" y="75588"/>
                </a:lnTo>
                <a:close/>
                <a:moveTo>
                  <a:pt x="14444" y="77356"/>
                </a:moveTo>
                <a:lnTo>
                  <a:pt x="11776" y="80025"/>
                </a:lnTo>
                <a:lnTo>
                  <a:pt x="11776" y="78457"/>
                </a:lnTo>
                <a:lnTo>
                  <a:pt x="10675" y="77356"/>
                </a:lnTo>
                <a:close/>
                <a:moveTo>
                  <a:pt x="14978" y="77923"/>
                </a:moveTo>
                <a:lnTo>
                  <a:pt x="14978" y="81659"/>
                </a:lnTo>
                <a:lnTo>
                  <a:pt x="14011" y="80692"/>
                </a:lnTo>
                <a:lnTo>
                  <a:pt x="13744" y="80559"/>
                </a:lnTo>
                <a:lnTo>
                  <a:pt x="12343" y="80559"/>
                </a:lnTo>
                <a:close/>
                <a:moveTo>
                  <a:pt x="15778" y="82794"/>
                </a:moveTo>
                <a:lnTo>
                  <a:pt x="17213" y="81359"/>
                </a:lnTo>
                <a:lnTo>
                  <a:pt x="19214" y="81359"/>
                </a:lnTo>
                <a:lnTo>
                  <a:pt x="20549" y="82693"/>
                </a:lnTo>
                <a:lnTo>
                  <a:pt x="17913" y="82693"/>
                </a:lnTo>
                <a:lnTo>
                  <a:pt x="17747" y="82693"/>
                </a:lnTo>
                <a:lnTo>
                  <a:pt x="15778" y="84662"/>
                </a:lnTo>
                <a:close/>
                <a:moveTo>
                  <a:pt x="18080" y="83461"/>
                </a:moveTo>
                <a:lnTo>
                  <a:pt x="21316" y="83461"/>
                </a:lnTo>
                <a:lnTo>
                  <a:pt x="23017" y="85162"/>
                </a:lnTo>
                <a:lnTo>
                  <a:pt x="18947" y="85162"/>
                </a:lnTo>
                <a:lnTo>
                  <a:pt x="18781" y="85162"/>
                </a:lnTo>
                <a:lnTo>
                  <a:pt x="15778" y="88131"/>
                </a:lnTo>
                <a:lnTo>
                  <a:pt x="15778" y="85762"/>
                </a:lnTo>
                <a:close/>
                <a:moveTo>
                  <a:pt x="19081" y="85929"/>
                </a:moveTo>
                <a:lnTo>
                  <a:pt x="23784" y="85929"/>
                </a:lnTo>
                <a:lnTo>
                  <a:pt x="25319" y="87464"/>
                </a:lnTo>
                <a:lnTo>
                  <a:pt x="19881" y="87464"/>
                </a:lnTo>
                <a:lnTo>
                  <a:pt x="19748" y="87464"/>
                </a:lnTo>
                <a:lnTo>
                  <a:pt x="15778" y="91400"/>
                </a:lnTo>
                <a:lnTo>
                  <a:pt x="15778" y="89265"/>
                </a:lnTo>
                <a:close/>
                <a:moveTo>
                  <a:pt x="26653" y="97371"/>
                </a:moveTo>
                <a:lnTo>
                  <a:pt x="28721" y="97371"/>
                </a:lnTo>
                <a:lnTo>
                  <a:pt x="30389" y="99072"/>
                </a:lnTo>
                <a:lnTo>
                  <a:pt x="30389" y="106811"/>
                </a:lnTo>
                <a:lnTo>
                  <a:pt x="26653" y="103108"/>
                </a:lnTo>
                <a:lnTo>
                  <a:pt x="26653" y="97371"/>
                </a:lnTo>
                <a:close/>
                <a:moveTo>
                  <a:pt x="31189" y="99072"/>
                </a:moveTo>
                <a:lnTo>
                  <a:pt x="32857" y="97371"/>
                </a:lnTo>
                <a:lnTo>
                  <a:pt x="34892" y="97371"/>
                </a:lnTo>
                <a:lnTo>
                  <a:pt x="34892" y="103108"/>
                </a:lnTo>
                <a:lnTo>
                  <a:pt x="31189" y="106811"/>
                </a:lnTo>
                <a:close/>
                <a:moveTo>
                  <a:pt x="43665" y="102074"/>
                </a:moveTo>
                <a:lnTo>
                  <a:pt x="43798" y="102074"/>
                </a:lnTo>
                <a:lnTo>
                  <a:pt x="45767" y="100106"/>
                </a:lnTo>
                <a:lnTo>
                  <a:pt x="45767" y="101974"/>
                </a:lnTo>
                <a:lnTo>
                  <a:pt x="44366" y="103375"/>
                </a:lnTo>
                <a:lnTo>
                  <a:pt x="42364" y="103375"/>
                </a:lnTo>
                <a:lnTo>
                  <a:pt x="41030" y="102074"/>
                </a:lnTo>
                <a:close/>
                <a:moveTo>
                  <a:pt x="42564" y="104743"/>
                </a:moveTo>
                <a:lnTo>
                  <a:pt x="45233" y="107378"/>
                </a:lnTo>
                <a:lnTo>
                  <a:pt x="41497" y="107378"/>
                </a:lnTo>
                <a:lnTo>
                  <a:pt x="42564" y="106277"/>
                </a:lnTo>
                <a:lnTo>
                  <a:pt x="42564" y="104743"/>
                </a:lnTo>
                <a:close/>
                <a:moveTo>
                  <a:pt x="45767" y="108712"/>
                </a:moveTo>
                <a:lnTo>
                  <a:pt x="45767" y="112448"/>
                </a:lnTo>
                <a:lnTo>
                  <a:pt x="44699" y="111381"/>
                </a:lnTo>
                <a:lnTo>
                  <a:pt x="43131" y="111381"/>
                </a:lnTo>
                <a:close/>
                <a:moveTo>
                  <a:pt x="46567" y="108712"/>
                </a:moveTo>
                <a:lnTo>
                  <a:pt x="49202" y="111381"/>
                </a:lnTo>
                <a:lnTo>
                  <a:pt x="47835" y="111381"/>
                </a:lnTo>
                <a:lnTo>
                  <a:pt x="47568" y="111481"/>
                </a:lnTo>
                <a:lnTo>
                  <a:pt x="46567" y="112448"/>
                </a:lnTo>
                <a:lnTo>
                  <a:pt x="46567" y="108712"/>
                </a:lnTo>
                <a:close/>
                <a:moveTo>
                  <a:pt x="47134" y="107378"/>
                </a:moveTo>
                <a:lnTo>
                  <a:pt x="49769" y="104743"/>
                </a:lnTo>
                <a:lnTo>
                  <a:pt x="49769" y="106277"/>
                </a:lnTo>
                <a:lnTo>
                  <a:pt x="50870" y="107378"/>
                </a:lnTo>
                <a:close/>
                <a:moveTo>
                  <a:pt x="46567" y="106811"/>
                </a:moveTo>
                <a:lnTo>
                  <a:pt x="46567" y="103075"/>
                </a:lnTo>
                <a:lnTo>
                  <a:pt x="47534" y="104042"/>
                </a:lnTo>
                <a:lnTo>
                  <a:pt x="47835" y="104175"/>
                </a:lnTo>
                <a:lnTo>
                  <a:pt x="49202" y="104175"/>
                </a:lnTo>
                <a:close/>
                <a:moveTo>
                  <a:pt x="57475" y="97371"/>
                </a:moveTo>
                <a:lnTo>
                  <a:pt x="59510" y="97371"/>
                </a:lnTo>
                <a:lnTo>
                  <a:pt x="61178" y="99072"/>
                </a:lnTo>
                <a:lnTo>
                  <a:pt x="61178" y="106811"/>
                </a:lnTo>
                <a:lnTo>
                  <a:pt x="57475" y="103108"/>
                </a:lnTo>
                <a:close/>
                <a:moveTo>
                  <a:pt x="61978" y="99072"/>
                </a:moveTo>
                <a:lnTo>
                  <a:pt x="63646" y="97371"/>
                </a:lnTo>
                <a:lnTo>
                  <a:pt x="65681" y="97371"/>
                </a:lnTo>
                <a:lnTo>
                  <a:pt x="65681" y="103108"/>
                </a:lnTo>
                <a:lnTo>
                  <a:pt x="61978" y="106811"/>
                </a:lnTo>
                <a:close/>
                <a:moveTo>
                  <a:pt x="74620" y="102074"/>
                </a:moveTo>
                <a:lnTo>
                  <a:pt x="76589" y="100106"/>
                </a:lnTo>
                <a:lnTo>
                  <a:pt x="76589" y="101974"/>
                </a:lnTo>
                <a:lnTo>
                  <a:pt x="75154" y="103375"/>
                </a:lnTo>
                <a:lnTo>
                  <a:pt x="73153" y="103375"/>
                </a:lnTo>
                <a:lnTo>
                  <a:pt x="71818" y="102074"/>
                </a:lnTo>
                <a:close/>
                <a:moveTo>
                  <a:pt x="73386" y="104743"/>
                </a:moveTo>
                <a:lnTo>
                  <a:pt x="76021" y="107378"/>
                </a:lnTo>
                <a:lnTo>
                  <a:pt x="72285" y="107378"/>
                </a:lnTo>
                <a:lnTo>
                  <a:pt x="73386" y="106277"/>
                </a:lnTo>
                <a:close/>
                <a:moveTo>
                  <a:pt x="76589" y="108712"/>
                </a:moveTo>
                <a:lnTo>
                  <a:pt x="76589" y="112448"/>
                </a:lnTo>
                <a:lnTo>
                  <a:pt x="75588" y="111481"/>
                </a:lnTo>
                <a:lnTo>
                  <a:pt x="75321" y="111381"/>
                </a:lnTo>
                <a:lnTo>
                  <a:pt x="73920" y="111381"/>
                </a:lnTo>
                <a:close/>
                <a:moveTo>
                  <a:pt x="77356" y="108712"/>
                </a:moveTo>
                <a:lnTo>
                  <a:pt x="80024" y="111381"/>
                </a:lnTo>
                <a:lnTo>
                  <a:pt x="78457" y="111381"/>
                </a:lnTo>
                <a:lnTo>
                  <a:pt x="77356" y="112448"/>
                </a:lnTo>
                <a:close/>
                <a:moveTo>
                  <a:pt x="77923" y="107378"/>
                </a:moveTo>
                <a:lnTo>
                  <a:pt x="80558" y="104743"/>
                </a:lnTo>
                <a:lnTo>
                  <a:pt x="80558" y="106277"/>
                </a:lnTo>
                <a:lnTo>
                  <a:pt x="81659" y="107378"/>
                </a:lnTo>
                <a:close/>
                <a:moveTo>
                  <a:pt x="80792" y="103375"/>
                </a:moveTo>
                <a:lnTo>
                  <a:pt x="78790" y="103375"/>
                </a:lnTo>
                <a:lnTo>
                  <a:pt x="77356" y="101941"/>
                </a:lnTo>
                <a:lnTo>
                  <a:pt x="77356" y="100106"/>
                </a:lnTo>
                <a:lnTo>
                  <a:pt x="79324" y="102074"/>
                </a:lnTo>
                <a:lnTo>
                  <a:pt x="79491" y="102074"/>
                </a:lnTo>
                <a:lnTo>
                  <a:pt x="82092" y="102074"/>
                </a:lnTo>
                <a:close/>
                <a:moveTo>
                  <a:pt x="82893" y="101273"/>
                </a:moveTo>
                <a:lnTo>
                  <a:pt x="79657" y="101273"/>
                </a:lnTo>
                <a:lnTo>
                  <a:pt x="77356" y="98972"/>
                </a:lnTo>
                <a:lnTo>
                  <a:pt x="77356" y="96603"/>
                </a:lnTo>
                <a:lnTo>
                  <a:pt x="80358" y="99606"/>
                </a:lnTo>
                <a:lnTo>
                  <a:pt x="80525" y="99606"/>
                </a:lnTo>
                <a:lnTo>
                  <a:pt x="84594" y="99606"/>
                </a:lnTo>
                <a:close/>
                <a:moveTo>
                  <a:pt x="85361" y="98805"/>
                </a:moveTo>
                <a:lnTo>
                  <a:pt x="80691" y="98805"/>
                </a:lnTo>
                <a:lnTo>
                  <a:pt x="77356" y="95503"/>
                </a:lnTo>
                <a:lnTo>
                  <a:pt x="77356" y="93334"/>
                </a:lnTo>
                <a:lnTo>
                  <a:pt x="81325" y="97271"/>
                </a:lnTo>
                <a:lnTo>
                  <a:pt x="81492" y="97271"/>
                </a:lnTo>
                <a:lnTo>
                  <a:pt x="86896" y="97271"/>
                </a:lnTo>
                <a:close/>
                <a:moveTo>
                  <a:pt x="88264" y="97371"/>
                </a:moveTo>
                <a:lnTo>
                  <a:pt x="90298" y="97371"/>
                </a:lnTo>
                <a:lnTo>
                  <a:pt x="91966" y="99072"/>
                </a:lnTo>
                <a:lnTo>
                  <a:pt x="91966" y="106811"/>
                </a:lnTo>
                <a:lnTo>
                  <a:pt x="88264" y="103108"/>
                </a:lnTo>
                <a:close/>
                <a:moveTo>
                  <a:pt x="92767" y="99072"/>
                </a:moveTo>
                <a:lnTo>
                  <a:pt x="94435" y="97371"/>
                </a:lnTo>
                <a:lnTo>
                  <a:pt x="96469" y="97371"/>
                </a:lnTo>
                <a:lnTo>
                  <a:pt x="96469" y="103108"/>
                </a:lnTo>
                <a:lnTo>
                  <a:pt x="92767" y="106811"/>
                </a:lnTo>
                <a:close/>
                <a:moveTo>
                  <a:pt x="105242" y="102074"/>
                </a:moveTo>
                <a:lnTo>
                  <a:pt x="105409" y="102074"/>
                </a:lnTo>
                <a:lnTo>
                  <a:pt x="107377" y="100106"/>
                </a:lnTo>
                <a:lnTo>
                  <a:pt x="107377" y="101974"/>
                </a:lnTo>
                <a:lnTo>
                  <a:pt x="105943" y="103375"/>
                </a:lnTo>
                <a:lnTo>
                  <a:pt x="103941" y="103375"/>
                </a:lnTo>
                <a:lnTo>
                  <a:pt x="102607" y="102074"/>
                </a:lnTo>
                <a:close/>
                <a:moveTo>
                  <a:pt x="104175" y="104743"/>
                </a:moveTo>
                <a:lnTo>
                  <a:pt x="106810" y="107378"/>
                </a:lnTo>
                <a:lnTo>
                  <a:pt x="103074" y="107378"/>
                </a:lnTo>
                <a:lnTo>
                  <a:pt x="104175" y="106277"/>
                </a:lnTo>
                <a:close/>
                <a:moveTo>
                  <a:pt x="107377" y="108712"/>
                </a:moveTo>
                <a:lnTo>
                  <a:pt x="107377" y="112448"/>
                </a:lnTo>
                <a:lnTo>
                  <a:pt x="106276" y="111381"/>
                </a:lnTo>
                <a:lnTo>
                  <a:pt x="104709" y="111381"/>
                </a:lnTo>
                <a:close/>
                <a:moveTo>
                  <a:pt x="108144" y="108712"/>
                </a:moveTo>
                <a:lnTo>
                  <a:pt x="110813" y="111381"/>
                </a:lnTo>
                <a:lnTo>
                  <a:pt x="109412" y="111381"/>
                </a:lnTo>
                <a:lnTo>
                  <a:pt x="109145" y="111481"/>
                </a:lnTo>
                <a:lnTo>
                  <a:pt x="108144" y="112448"/>
                </a:lnTo>
                <a:lnTo>
                  <a:pt x="108144" y="108712"/>
                </a:lnTo>
                <a:close/>
                <a:moveTo>
                  <a:pt x="108711" y="107378"/>
                </a:moveTo>
                <a:lnTo>
                  <a:pt x="111347" y="104743"/>
                </a:lnTo>
                <a:lnTo>
                  <a:pt x="111347" y="106277"/>
                </a:lnTo>
                <a:lnTo>
                  <a:pt x="112447" y="107378"/>
                </a:lnTo>
                <a:close/>
                <a:moveTo>
                  <a:pt x="108144" y="106811"/>
                </a:moveTo>
                <a:lnTo>
                  <a:pt x="108144" y="103075"/>
                </a:lnTo>
                <a:lnTo>
                  <a:pt x="109145" y="104042"/>
                </a:lnTo>
                <a:lnTo>
                  <a:pt x="109412" y="104175"/>
                </a:lnTo>
                <a:lnTo>
                  <a:pt x="110813" y="104175"/>
                </a:lnTo>
                <a:close/>
                <a:moveTo>
                  <a:pt x="119052" y="97371"/>
                </a:moveTo>
                <a:lnTo>
                  <a:pt x="121087" y="97371"/>
                </a:lnTo>
                <a:lnTo>
                  <a:pt x="122755" y="99072"/>
                </a:lnTo>
                <a:lnTo>
                  <a:pt x="122755" y="106811"/>
                </a:lnTo>
                <a:lnTo>
                  <a:pt x="119052" y="103108"/>
                </a:lnTo>
                <a:close/>
                <a:moveTo>
                  <a:pt x="123555" y="99072"/>
                </a:moveTo>
                <a:lnTo>
                  <a:pt x="125223" y="97371"/>
                </a:lnTo>
                <a:lnTo>
                  <a:pt x="127258" y="97371"/>
                </a:lnTo>
                <a:lnTo>
                  <a:pt x="127258" y="103108"/>
                </a:lnTo>
                <a:lnTo>
                  <a:pt x="123555" y="106811"/>
                </a:lnTo>
                <a:lnTo>
                  <a:pt x="123555" y="99072"/>
                </a:lnTo>
                <a:close/>
                <a:moveTo>
                  <a:pt x="136198" y="102074"/>
                </a:moveTo>
                <a:lnTo>
                  <a:pt x="138166" y="100106"/>
                </a:lnTo>
                <a:lnTo>
                  <a:pt x="138166" y="101974"/>
                </a:lnTo>
                <a:lnTo>
                  <a:pt x="136731" y="103375"/>
                </a:lnTo>
                <a:lnTo>
                  <a:pt x="134730" y="103375"/>
                </a:lnTo>
                <a:lnTo>
                  <a:pt x="133396" y="102074"/>
                </a:lnTo>
                <a:close/>
                <a:moveTo>
                  <a:pt x="134964" y="104743"/>
                </a:moveTo>
                <a:lnTo>
                  <a:pt x="137599" y="107378"/>
                </a:lnTo>
                <a:lnTo>
                  <a:pt x="133863" y="107378"/>
                </a:lnTo>
                <a:lnTo>
                  <a:pt x="134964" y="106277"/>
                </a:lnTo>
                <a:lnTo>
                  <a:pt x="134964" y="104743"/>
                </a:lnTo>
                <a:close/>
                <a:moveTo>
                  <a:pt x="138166" y="108712"/>
                </a:moveTo>
                <a:lnTo>
                  <a:pt x="138166" y="112448"/>
                </a:lnTo>
                <a:lnTo>
                  <a:pt x="137165" y="111481"/>
                </a:lnTo>
                <a:lnTo>
                  <a:pt x="136898" y="111381"/>
                </a:lnTo>
                <a:lnTo>
                  <a:pt x="135531" y="111381"/>
                </a:lnTo>
                <a:close/>
                <a:moveTo>
                  <a:pt x="138933" y="108712"/>
                </a:moveTo>
                <a:lnTo>
                  <a:pt x="141602" y="111381"/>
                </a:lnTo>
                <a:lnTo>
                  <a:pt x="140034" y="111381"/>
                </a:lnTo>
                <a:lnTo>
                  <a:pt x="138933" y="112448"/>
                </a:lnTo>
                <a:close/>
                <a:moveTo>
                  <a:pt x="139500" y="107378"/>
                </a:moveTo>
                <a:lnTo>
                  <a:pt x="142135" y="104743"/>
                </a:lnTo>
                <a:lnTo>
                  <a:pt x="142135" y="106277"/>
                </a:lnTo>
                <a:lnTo>
                  <a:pt x="143236" y="107378"/>
                </a:lnTo>
                <a:close/>
                <a:moveTo>
                  <a:pt x="142369" y="103375"/>
                </a:moveTo>
                <a:lnTo>
                  <a:pt x="140367" y="103375"/>
                </a:lnTo>
                <a:lnTo>
                  <a:pt x="138933" y="101941"/>
                </a:lnTo>
                <a:lnTo>
                  <a:pt x="138933" y="100106"/>
                </a:lnTo>
                <a:lnTo>
                  <a:pt x="140901" y="102074"/>
                </a:lnTo>
                <a:lnTo>
                  <a:pt x="141068" y="102074"/>
                </a:lnTo>
                <a:lnTo>
                  <a:pt x="143703" y="102074"/>
                </a:lnTo>
                <a:close/>
                <a:moveTo>
                  <a:pt x="144504" y="101273"/>
                </a:moveTo>
                <a:lnTo>
                  <a:pt x="141235" y="101273"/>
                </a:lnTo>
                <a:lnTo>
                  <a:pt x="138933" y="98972"/>
                </a:lnTo>
                <a:lnTo>
                  <a:pt x="138933" y="96603"/>
                </a:lnTo>
                <a:lnTo>
                  <a:pt x="141935" y="99606"/>
                </a:lnTo>
                <a:lnTo>
                  <a:pt x="142102" y="99606"/>
                </a:lnTo>
                <a:lnTo>
                  <a:pt x="146172" y="99606"/>
                </a:lnTo>
                <a:close/>
                <a:moveTo>
                  <a:pt x="146939" y="98805"/>
                </a:moveTo>
                <a:lnTo>
                  <a:pt x="142269" y="98805"/>
                </a:lnTo>
                <a:lnTo>
                  <a:pt x="138933" y="95503"/>
                </a:lnTo>
                <a:lnTo>
                  <a:pt x="138933" y="93334"/>
                </a:lnTo>
                <a:lnTo>
                  <a:pt x="142903" y="97271"/>
                </a:lnTo>
                <a:lnTo>
                  <a:pt x="143069" y="97271"/>
                </a:lnTo>
                <a:lnTo>
                  <a:pt x="148473" y="97271"/>
                </a:lnTo>
                <a:close/>
                <a:moveTo>
                  <a:pt x="149841" y="97371"/>
                </a:moveTo>
                <a:lnTo>
                  <a:pt x="151876" y="97371"/>
                </a:lnTo>
                <a:lnTo>
                  <a:pt x="153543" y="99072"/>
                </a:lnTo>
                <a:lnTo>
                  <a:pt x="153543" y="106811"/>
                </a:lnTo>
                <a:lnTo>
                  <a:pt x="149841" y="103108"/>
                </a:lnTo>
                <a:lnTo>
                  <a:pt x="149841" y="97371"/>
                </a:lnTo>
                <a:close/>
                <a:moveTo>
                  <a:pt x="154344" y="99072"/>
                </a:moveTo>
                <a:lnTo>
                  <a:pt x="156012" y="97371"/>
                </a:lnTo>
                <a:lnTo>
                  <a:pt x="158047" y="97371"/>
                </a:lnTo>
                <a:lnTo>
                  <a:pt x="158047" y="103108"/>
                </a:lnTo>
                <a:lnTo>
                  <a:pt x="154344" y="106811"/>
                </a:lnTo>
                <a:lnTo>
                  <a:pt x="154344" y="99072"/>
                </a:lnTo>
                <a:close/>
                <a:moveTo>
                  <a:pt x="166820" y="102074"/>
                </a:moveTo>
                <a:lnTo>
                  <a:pt x="166986" y="102074"/>
                </a:lnTo>
                <a:lnTo>
                  <a:pt x="168954" y="100106"/>
                </a:lnTo>
                <a:lnTo>
                  <a:pt x="168954" y="101974"/>
                </a:lnTo>
                <a:lnTo>
                  <a:pt x="167520" y="103375"/>
                </a:lnTo>
                <a:lnTo>
                  <a:pt x="165519" y="103375"/>
                </a:lnTo>
                <a:lnTo>
                  <a:pt x="164184" y="102074"/>
                </a:lnTo>
                <a:close/>
                <a:moveTo>
                  <a:pt x="165752" y="104743"/>
                </a:moveTo>
                <a:lnTo>
                  <a:pt x="168387" y="107378"/>
                </a:lnTo>
                <a:lnTo>
                  <a:pt x="164651" y="107378"/>
                </a:lnTo>
                <a:lnTo>
                  <a:pt x="165752" y="106277"/>
                </a:lnTo>
                <a:lnTo>
                  <a:pt x="165752" y="104743"/>
                </a:lnTo>
                <a:close/>
                <a:moveTo>
                  <a:pt x="168954" y="108712"/>
                </a:moveTo>
                <a:lnTo>
                  <a:pt x="168954" y="112448"/>
                </a:lnTo>
                <a:lnTo>
                  <a:pt x="167854" y="111381"/>
                </a:lnTo>
                <a:lnTo>
                  <a:pt x="166319" y="111381"/>
                </a:lnTo>
                <a:close/>
                <a:moveTo>
                  <a:pt x="169755" y="108712"/>
                </a:moveTo>
                <a:lnTo>
                  <a:pt x="172390" y="111381"/>
                </a:lnTo>
                <a:lnTo>
                  <a:pt x="170989" y="111381"/>
                </a:lnTo>
                <a:lnTo>
                  <a:pt x="170722" y="111481"/>
                </a:lnTo>
                <a:lnTo>
                  <a:pt x="169755" y="112448"/>
                </a:lnTo>
                <a:lnTo>
                  <a:pt x="169755" y="108712"/>
                </a:lnTo>
                <a:close/>
                <a:moveTo>
                  <a:pt x="170289" y="107378"/>
                </a:moveTo>
                <a:lnTo>
                  <a:pt x="172957" y="104743"/>
                </a:lnTo>
                <a:lnTo>
                  <a:pt x="172957" y="106277"/>
                </a:lnTo>
                <a:lnTo>
                  <a:pt x="174025" y="107378"/>
                </a:lnTo>
                <a:close/>
                <a:moveTo>
                  <a:pt x="169755" y="106811"/>
                </a:moveTo>
                <a:lnTo>
                  <a:pt x="169755" y="103075"/>
                </a:lnTo>
                <a:lnTo>
                  <a:pt x="170722" y="104042"/>
                </a:lnTo>
                <a:lnTo>
                  <a:pt x="170989" y="104175"/>
                </a:lnTo>
                <a:lnTo>
                  <a:pt x="172390" y="104175"/>
                </a:lnTo>
                <a:close/>
                <a:moveTo>
                  <a:pt x="180629" y="97371"/>
                </a:moveTo>
                <a:lnTo>
                  <a:pt x="182664" y="97371"/>
                </a:lnTo>
                <a:lnTo>
                  <a:pt x="184332" y="99072"/>
                </a:lnTo>
                <a:lnTo>
                  <a:pt x="184332" y="106811"/>
                </a:lnTo>
                <a:lnTo>
                  <a:pt x="180629" y="103108"/>
                </a:lnTo>
                <a:lnTo>
                  <a:pt x="180629" y="97371"/>
                </a:lnTo>
                <a:close/>
                <a:moveTo>
                  <a:pt x="185133" y="99072"/>
                </a:moveTo>
                <a:lnTo>
                  <a:pt x="186801" y="97371"/>
                </a:lnTo>
                <a:lnTo>
                  <a:pt x="188835" y="97371"/>
                </a:lnTo>
                <a:lnTo>
                  <a:pt x="188835" y="103108"/>
                </a:lnTo>
                <a:lnTo>
                  <a:pt x="185133" y="106811"/>
                </a:lnTo>
                <a:lnTo>
                  <a:pt x="185133" y="99072"/>
                </a:lnTo>
                <a:close/>
                <a:moveTo>
                  <a:pt x="197775" y="102074"/>
                </a:moveTo>
                <a:lnTo>
                  <a:pt x="199743" y="100106"/>
                </a:lnTo>
                <a:lnTo>
                  <a:pt x="199743" y="101974"/>
                </a:lnTo>
                <a:lnTo>
                  <a:pt x="198309" y="103375"/>
                </a:lnTo>
                <a:lnTo>
                  <a:pt x="196307" y="103375"/>
                </a:lnTo>
                <a:lnTo>
                  <a:pt x="194973" y="102074"/>
                </a:lnTo>
                <a:close/>
                <a:moveTo>
                  <a:pt x="196541" y="104743"/>
                </a:moveTo>
                <a:lnTo>
                  <a:pt x="199176" y="107378"/>
                </a:lnTo>
                <a:lnTo>
                  <a:pt x="195440" y="107378"/>
                </a:lnTo>
                <a:lnTo>
                  <a:pt x="196541" y="106277"/>
                </a:lnTo>
                <a:lnTo>
                  <a:pt x="196541" y="104743"/>
                </a:lnTo>
                <a:close/>
                <a:moveTo>
                  <a:pt x="199743" y="108712"/>
                </a:moveTo>
                <a:lnTo>
                  <a:pt x="199743" y="112448"/>
                </a:lnTo>
                <a:lnTo>
                  <a:pt x="198776" y="111481"/>
                </a:lnTo>
                <a:lnTo>
                  <a:pt x="198476" y="111381"/>
                </a:lnTo>
                <a:lnTo>
                  <a:pt x="197108" y="111381"/>
                </a:lnTo>
                <a:close/>
                <a:moveTo>
                  <a:pt x="200544" y="108712"/>
                </a:moveTo>
                <a:lnTo>
                  <a:pt x="203179" y="111381"/>
                </a:lnTo>
                <a:lnTo>
                  <a:pt x="201644" y="111381"/>
                </a:lnTo>
                <a:lnTo>
                  <a:pt x="200544" y="112448"/>
                </a:lnTo>
                <a:close/>
                <a:moveTo>
                  <a:pt x="201077" y="107378"/>
                </a:moveTo>
                <a:lnTo>
                  <a:pt x="203746" y="104743"/>
                </a:lnTo>
                <a:lnTo>
                  <a:pt x="203746" y="106277"/>
                </a:lnTo>
                <a:lnTo>
                  <a:pt x="204847" y="107378"/>
                </a:lnTo>
                <a:close/>
                <a:moveTo>
                  <a:pt x="203979" y="103375"/>
                </a:moveTo>
                <a:lnTo>
                  <a:pt x="201945" y="103375"/>
                </a:lnTo>
                <a:lnTo>
                  <a:pt x="200544" y="101941"/>
                </a:lnTo>
                <a:lnTo>
                  <a:pt x="200544" y="100106"/>
                </a:lnTo>
                <a:lnTo>
                  <a:pt x="202512" y="102074"/>
                </a:lnTo>
                <a:lnTo>
                  <a:pt x="202645" y="102074"/>
                </a:lnTo>
                <a:lnTo>
                  <a:pt x="205280" y="102074"/>
                </a:lnTo>
                <a:close/>
                <a:moveTo>
                  <a:pt x="206081" y="101273"/>
                </a:moveTo>
                <a:lnTo>
                  <a:pt x="202812" y="101273"/>
                </a:lnTo>
                <a:lnTo>
                  <a:pt x="200544" y="98972"/>
                </a:lnTo>
                <a:lnTo>
                  <a:pt x="200544" y="96603"/>
                </a:lnTo>
                <a:lnTo>
                  <a:pt x="203512" y="99606"/>
                </a:lnTo>
                <a:lnTo>
                  <a:pt x="203679" y="99606"/>
                </a:lnTo>
                <a:lnTo>
                  <a:pt x="207749" y="99606"/>
                </a:lnTo>
                <a:close/>
                <a:moveTo>
                  <a:pt x="208549" y="98805"/>
                </a:moveTo>
                <a:lnTo>
                  <a:pt x="203846" y="98805"/>
                </a:lnTo>
                <a:lnTo>
                  <a:pt x="200544" y="95503"/>
                </a:lnTo>
                <a:lnTo>
                  <a:pt x="200544" y="93334"/>
                </a:lnTo>
                <a:lnTo>
                  <a:pt x="204480" y="97271"/>
                </a:lnTo>
                <a:lnTo>
                  <a:pt x="204647" y="97271"/>
                </a:lnTo>
                <a:lnTo>
                  <a:pt x="210084" y="97271"/>
                </a:lnTo>
                <a:close/>
                <a:moveTo>
                  <a:pt x="211418" y="97371"/>
                </a:moveTo>
                <a:lnTo>
                  <a:pt x="213453" y="97371"/>
                </a:lnTo>
                <a:lnTo>
                  <a:pt x="215154" y="99072"/>
                </a:lnTo>
                <a:lnTo>
                  <a:pt x="215154" y="106811"/>
                </a:lnTo>
                <a:lnTo>
                  <a:pt x="211418" y="103108"/>
                </a:lnTo>
                <a:lnTo>
                  <a:pt x="211418" y="97371"/>
                </a:lnTo>
                <a:close/>
                <a:moveTo>
                  <a:pt x="215921" y="99072"/>
                </a:moveTo>
                <a:lnTo>
                  <a:pt x="217623" y="97371"/>
                </a:lnTo>
                <a:lnTo>
                  <a:pt x="219657" y="97371"/>
                </a:lnTo>
                <a:lnTo>
                  <a:pt x="219657" y="103108"/>
                </a:lnTo>
                <a:lnTo>
                  <a:pt x="215921" y="106811"/>
                </a:lnTo>
                <a:lnTo>
                  <a:pt x="215921" y="99072"/>
                </a:lnTo>
                <a:close/>
                <a:moveTo>
                  <a:pt x="226596" y="87464"/>
                </a:moveTo>
                <a:lnTo>
                  <a:pt x="226429" y="87464"/>
                </a:lnTo>
                <a:lnTo>
                  <a:pt x="220992" y="87464"/>
                </a:lnTo>
                <a:lnTo>
                  <a:pt x="222526" y="85929"/>
                </a:lnTo>
                <a:lnTo>
                  <a:pt x="227229" y="85929"/>
                </a:lnTo>
                <a:lnTo>
                  <a:pt x="230532" y="89265"/>
                </a:lnTo>
                <a:lnTo>
                  <a:pt x="230532" y="91400"/>
                </a:lnTo>
                <a:close/>
                <a:moveTo>
                  <a:pt x="227530" y="85162"/>
                </a:moveTo>
                <a:lnTo>
                  <a:pt x="227396" y="85162"/>
                </a:lnTo>
                <a:lnTo>
                  <a:pt x="223327" y="85162"/>
                </a:lnTo>
                <a:lnTo>
                  <a:pt x="224995" y="83461"/>
                </a:lnTo>
                <a:lnTo>
                  <a:pt x="228230" y="83461"/>
                </a:lnTo>
                <a:lnTo>
                  <a:pt x="230532" y="85762"/>
                </a:lnTo>
                <a:lnTo>
                  <a:pt x="230532" y="88131"/>
                </a:lnTo>
                <a:close/>
                <a:moveTo>
                  <a:pt x="231332" y="82794"/>
                </a:moveTo>
                <a:lnTo>
                  <a:pt x="232733" y="81359"/>
                </a:lnTo>
                <a:lnTo>
                  <a:pt x="234768" y="81359"/>
                </a:lnTo>
                <a:lnTo>
                  <a:pt x="236069" y="82693"/>
                </a:lnTo>
                <a:lnTo>
                  <a:pt x="233300" y="82693"/>
                </a:lnTo>
                <a:lnTo>
                  <a:pt x="231332" y="84662"/>
                </a:lnTo>
                <a:lnTo>
                  <a:pt x="231332" y="82794"/>
                </a:lnTo>
                <a:close/>
                <a:moveTo>
                  <a:pt x="234535" y="80025"/>
                </a:moveTo>
                <a:lnTo>
                  <a:pt x="231899" y="77356"/>
                </a:lnTo>
                <a:lnTo>
                  <a:pt x="235635" y="77356"/>
                </a:lnTo>
                <a:lnTo>
                  <a:pt x="234535" y="78457"/>
                </a:lnTo>
                <a:close/>
                <a:moveTo>
                  <a:pt x="231332" y="76022"/>
                </a:moveTo>
                <a:lnTo>
                  <a:pt x="231332" y="72286"/>
                </a:lnTo>
                <a:lnTo>
                  <a:pt x="232300" y="73253"/>
                </a:lnTo>
                <a:lnTo>
                  <a:pt x="232567" y="73387"/>
                </a:lnTo>
                <a:lnTo>
                  <a:pt x="233968" y="73387"/>
                </a:lnTo>
                <a:close/>
                <a:moveTo>
                  <a:pt x="230532" y="71152"/>
                </a:moveTo>
                <a:lnTo>
                  <a:pt x="229097" y="72586"/>
                </a:lnTo>
                <a:lnTo>
                  <a:pt x="227096" y="72586"/>
                </a:lnTo>
                <a:lnTo>
                  <a:pt x="225762" y="71285"/>
                </a:lnTo>
                <a:lnTo>
                  <a:pt x="228564" y="71285"/>
                </a:lnTo>
                <a:lnTo>
                  <a:pt x="230532" y="69317"/>
                </a:lnTo>
                <a:close/>
                <a:moveTo>
                  <a:pt x="228230" y="70485"/>
                </a:moveTo>
                <a:lnTo>
                  <a:pt x="224995" y="70485"/>
                </a:lnTo>
                <a:lnTo>
                  <a:pt x="223327" y="68783"/>
                </a:lnTo>
                <a:lnTo>
                  <a:pt x="227363" y="68783"/>
                </a:lnTo>
                <a:lnTo>
                  <a:pt x="227663" y="68683"/>
                </a:lnTo>
                <a:lnTo>
                  <a:pt x="230532" y="65815"/>
                </a:lnTo>
                <a:lnTo>
                  <a:pt x="230532" y="68183"/>
                </a:lnTo>
                <a:close/>
                <a:moveTo>
                  <a:pt x="227229" y="68016"/>
                </a:moveTo>
                <a:lnTo>
                  <a:pt x="222526" y="68016"/>
                </a:lnTo>
                <a:lnTo>
                  <a:pt x="220992" y="66482"/>
                </a:lnTo>
                <a:lnTo>
                  <a:pt x="226596" y="66482"/>
                </a:lnTo>
                <a:lnTo>
                  <a:pt x="230532" y="62546"/>
                </a:lnTo>
                <a:lnTo>
                  <a:pt x="230532" y="64714"/>
                </a:lnTo>
                <a:close/>
                <a:moveTo>
                  <a:pt x="226596" y="56675"/>
                </a:moveTo>
                <a:lnTo>
                  <a:pt x="220992" y="56675"/>
                </a:lnTo>
                <a:lnTo>
                  <a:pt x="222526" y="55140"/>
                </a:lnTo>
                <a:lnTo>
                  <a:pt x="227229" y="55140"/>
                </a:lnTo>
                <a:lnTo>
                  <a:pt x="230532" y="58476"/>
                </a:lnTo>
                <a:lnTo>
                  <a:pt x="230532" y="60611"/>
                </a:lnTo>
                <a:close/>
                <a:moveTo>
                  <a:pt x="227663" y="54473"/>
                </a:moveTo>
                <a:lnTo>
                  <a:pt x="227396" y="54340"/>
                </a:lnTo>
                <a:lnTo>
                  <a:pt x="223327" y="54340"/>
                </a:lnTo>
                <a:lnTo>
                  <a:pt x="224995" y="52672"/>
                </a:lnTo>
                <a:lnTo>
                  <a:pt x="228230" y="52672"/>
                </a:lnTo>
                <a:lnTo>
                  <a:pt x="230532" y="54974"/>
                </a:lnTo>
                <a:lnTo>
                  <a:pt x="230532" y="57342"/>
                </a:lnTo>
                <a:close/>
                <a:moveTo>
                  <a:pt x="231332" y="52005"/>
                </a:moveTo>
                <a:lnTo>
                  <a:pt x="232733" y="50570"/>
                </a:lnTo>
                <a:lnTo>
                  <a:pt x="234768" y="50570"/>
                </a:lnTo>
                <a:lnTo>
                  <a:pt x="236069" y="51905"/>
                </a:lnTo>
                <a:lnTo>
                  <a:pt x="233300" y="51905"/>
                </a:lnTo>
                <a:lnTo>
                  <a:pt x="231332" y="53873"/>
                </a:lnTo>
                <a:lnTo>
                  <a:pt x="231332" y="52005"/>
                </a:lnTo>
                <a:close/>
                <a:moveTo>
                  <a:pt x="234535" y="47835"/>
                </a:moveTo>
                <a:lnTo>
                  <a:pt x="234535" y="49203"/>
                </a:lnTo>
                <a:lnTo>
                  <a:pt x="231899" y="46568"/>
                </a:lnTo>
                <a:lnTo>
                  <a:pt x="235635" y="46568"/>
                </a:lnTo>
                <a:lnTo>
                  <a:pt x="234635" y="47568"/>
                </a:lnTo>
                <a:close/>
                <a:moveTo>
                  <a:pt x="231866" y="45800"/>
                </a:moveTo>
                <a:lnTo>
                  <a:pt x="234535" y="43132"/>
                </a:lnTo>
                <a:lnTo>
                  <a:pt x="234535" y="44700"/>
                </a:lnTo>
                <a:lnTo>
                  <a:pt x="235635" y="45800"/>
                </a:lnTo>
                <a:lnTo>
                  <a:pt x="231866" y="45800"/>
                </a:lnTo>
                <a:close/>
                <a:moveTo>
                  <a:pt x="231332" y="45233"/>
                </a:moveTo>
                <a:lnTo>
                  <a:pt x="231332" y="41497"/>
                </a:lnTo>
                <a:lnTo>
                  <a:pt x="232300" y="42465"/>
                </a:lnTo>
                <a:lnTo>
                  <a:pt x="232567" y="42598"/>
                </a:lnTo>
                <a:lnTo>
                  <a:pt x="233968" y="42598"/>
                </a:lnTo>
                <a:close/>
                <a:moveTo>
                  <a:pt x="230532" y="40363"/>
                </a:moveTo>
                <a:lnTo>
                  <a:pt x="229097" y="41797"/>
                </a:lnTo>
                <a:lnTo>
                  <a:pt x="227096" y="41797"/>
                </a:lnTo>
                <a:lnTo>
                  <a:pt x="225762" y="40463"/>
                </a:lnTo>
                <a:lnTo>
                  <a:pt x="228397" y="40463"/>
                </a:lnTo>
                <a:lnTo>
                  <a:pt x="228564" y="40463"/>
                </a:lnTo>
                <a:lnTo>
                  <a:pt x="230532" y="38495"/>
                </a:lnTo>
                <a:lnTo>
                  <a:pt x="230532" y="40363"/>
                </a:lnTo>
                <a:close/>
                <a:moveTo>
                  <a:pt x="228230" y="39696"/>
                </a:moveTo>
                <a:lnTo>
                  <a:pt x="224995" y="39696"/>
                </a:lnTo>
                <a:lnTo>
                  <a:pt x="223327" y="38028"/>
                </a:lnTo>
                <a:lnTo>
                  <a:pt x="227363" y="38028"/>
                </a:lnTo>
                <a:lnTo>
                  <a:pt x="227530" y="38028"/>
                </a:lnTo>
                <a:lnTo>
                  <a:pt x="230532" y="35026"/>
                </a:lnTo>
                <a:lnTo>
                  <a:pt x="230532" y="37394"/>
                </a:lnTo>
                <a:close/>
                <a:moveTo>
                  <a:pt x="227229" y="37228"/>
                </a:moveTo>
                <a:lnTo>
                  <a:pt x="222526" y="37228"/>
                </a:lnTo>
                <a:lnTo>
                  <a:pt x="220992" y="35693"/>
                </a:lnTo>
                <a:lnTo>
                  <a:pt x="226429" y="35693"/>
                </a:lnTo>
                <a:lnTo>
                  <a:pt x="226596" y="35693"/>
                </a:lnTo>
                <a:lnTo>
                  <a:pt x="230532" y="31757"/>
                </a:lnTo>
                <a:lnTo>
                  <a:pt x="230532" y="33892"/>
                </a:lnTo>
                <a:close/>
                <a:moveTo>
                  <a:pt x="226596" y="25886"/>
                </a:moveTo>
                <a:lnTo>
                  <a:pt x="226429" y="25886"/>
                </a:lnTo>
                <a:lnTo>
                  <a:pt x="220992" y="25886"/>
                </a:lnTo>
                <a:lnTo>
                  <a:pt x="222526" y="24352"/>
                </a:lnTo>
                <a:lnTo>
                  <a:pt x="227229" y="24352"/>
                </a:lnTo>
                <a:lnTo>
                  <a:pt x="230532" y="27654"/>
                </a:lnTo>
                <a:lnTo>
                  <a:pt x="230532" y="29822"/>
                </a:lnTo>
                <a:close/>
                <a:moveTo>
                  <a:pt x="227530" y="23551"/>
                </a:moveTo>
                <a:lnTo>
                  <a:pt x="227396" y="23551"/>
                </a:lnTo>
                <a:lnTo>
                  <a:pt x="223327" y="23551"/>
                </a:lnTo>
                <a:lnTo>
                  <a:pt x="224995" y="21883"/>
                </a:lnTo>
                <a:lnTo>
                  <a:pt x="228230" y="21883"/>
                </a:lnTo>
                <a:lnTo>
                  <a:pt x="230532" y="24185"/>
                </a:lnTo>
                <a:lnTo>
                  <a:pt x="230532" y="26553"/>
                </a:lnTo>
                <a:close/>
                <a:moveTo>
                  <a:pt x="227330" y="13744"/>
                </a:moveTo>
                <a:lnTo>
                  <a:pt x="227330" y="12343"/>
                </a:lnTo>
                <a:lnTo>
                  <a:pt x="229965" y="15012"/>
                </a:lnTo>
                <a:lnTo>
                  <a:pt x="226229" y="15012"/>
                </a:lnTo>
                <a:lnTo>
                  <a:pt x="227196" y="14011"/>
                </a:lnTo>
                <a:close/>
                <a:moveTo>
                  <a:pt x="230532" y="20082"/>
                </a:moveTo>
                <a:lnTo>
                  <a:pt x="229431" y="18981"/>
                </a:lnTo>
                <a:lnTo>
                  <a:pt x="229264" y="18981"/>
                </a:lnTo>
                <a:lnTo>
                  <a:pt x="227897" y="18981"/>
                </a:lnTo>
                <a:lnTo>
                  <a:pt x="230532" y="16346"/>
                </a:lnTo>
                <a:close/>
                <a:moveTo>
                  <a:pt x="231332" y="16346"/>
                </a:moveTo>
                <a:lnTo>
                  <a:pt x="233968" y="18981"/>
                </a:lnTo>
                <a:lnTo>
                  <a:pt x="232567" y="18981"/>
                </a:lnTo>
                <a:lnTo>
                  <a:pt x="232300" y="19115"/>
                </a:lnTo>
                <a:lnTo>
                  <a:pt x="231332" y="20082"/>
                </a:lnTo>
                <a:lnTo>
                  <a:pt x="231332" y="16346"/>
                </a:lnTo>
                <a:close/>
                <a:moveTo>
                  <a:pt x="227897" y="11776"/>
                </a:moveTo>
                <a:lnTo>
                  <a:pt x="229431" y="11776"/>
                </a:lnTo>
                <a:lnTo>
                  <a:pt x="230532" y="10709"/>
                </a:lnTo>
                <a:lnTo>
                  <a:pt x="230532" y="14445"/>
                </a:lnTo>
                <a:close/>
                <a:moveTo>
                  <a:pt x="229965" y="15779"/>
                </a:moveTo>
                <a:lnTo>
                  <a:pt x="227330" y="18414"/>
                </a:lnTo>
                <a:lnTo>
                  <a:pt x="227330" y="16880"/>
                </a:lnTo>
                <a:lnTo>
                  <a:pt x="226229" y="15779"/>
                </a:lnTo>
                <a:close/>
                <a:moveTo>
                  <a:pt x="227096" y="19782"/>
                </a:moveTo>
                <a:lnTo>
                  <a:pt x="229097" y="19782"/>
                </a:lnTo>
                <a:lnTo>
                  <a:pt x="230532" y="21216"/>
                </a:lnTo>
                <a:lnTo>
                  <a:pt x="230532" y="23051"/>
                </a:lnTo>
                <a:lnTo>
                  <a:pt x="228564" y="21083"/>
                </a:lnTo>
                <a:lnTo>
                  <a:pt x="228397" y="21083"/>
                </a:lnTo>
                <a:lnTo>
                  <a:pt x="225795" y="21083"/>
                </a:lnTo>
                <a:close/>
                <a:moveTo>
                  <a:pt x="231332" y="21216"/>
                </a:moveTo>
                <a:lnTo>
                  <a:pt x="232733" y="19782"/>
                </a:lnTo>
                <a:lnTo>
                  <a:pt x="234768" y="19782"/>
                </a:lnTo>
                <a:lnTo>
                  <a:pt x="236069" y="21083"/>
                </a:lnTo>
                <a:lnTo>
                  <a:pt x="233300" y="21083"/>
                </a:lnTo>
                <a:lnTo>
                  <a:pt x="231332" y="23051"/>
                </a:lnTo>
                <a:lnTo>
                  <a:pt x="231332" y="21216"/>
                </a:lnTo>
                <a:close/>
                <a:moveTo>
                  <a:pt x="234535" y="18447"/>
                </a:moveTo>
                <a:lnTo>
                  <a:pt x="231899" y="15779"/>
                </a:lnTo>
                <a:lnTo>
                  <a:pt x="235635" y="15779"/>
                </a:lnTo>
                <a:lnTo>
                  <a:pt x="234535" y="16880"/>
                </a:lnTo>
                <a:close/>
                <a:moveTo>
                  <a:pt x="231332" y="14445"/>
                </a:moveTo>
                <a:lnTo>
                  <a:pt x="231332" y="10709"/>
                </a:lnTo>
                <a:lnTo>
                  <a:pt x="232300" y="11676"/>
                </a:lnTo>
                <a:lnTo>
                  <a:pt x="232567" y="11809"/>
                </a:lnTo>
                <a:lnTo>
                  <a:pt x="233968" y="11809"/>
                </a:lnTo>
                <a:close/>
                <a:moveTo>
                  <a:pt x="230532" y="9574"/>
                </a:moveTo>
                <a:lnTo>
                  <a:pt x="229097" y="11009"/>
                </a:lnTo>
                <a:lnTo>
                  <a:pt x="227096" y="11009"/>
                </a:lnTo>
                <a:lnTo>
                  <a:pt x="225762" y="9675"/>
                </a:lnTo>
                <a:lnTo>
                  <a:pt x="228564" y="9675"/>
                </a:lnTo>
                <a:lnTo>
                  <a:pt x="230532" y="7706"/>
                </a:lnTo>
                <a:close/>
                <a:moveTo>
                  <a:pt x="225128" y="15779"/>
                </a:moveTo>
                <a:lnTo>
                  <a:pt x="226529" y="17213"/>
                </a:lnTo>
                <a:lnTo>
                  <a:pt x="226529" y="19215"/>
                </a:lnTo>
                <a:lnTo>
                  <a:pt x="225228" y="20549"/>
                </a:lnTo>
                <a:lnTo>
                  <a:pt x="225228" y="17747"/>
                </a:lnTo>
                <a:lnTo>
                  <a:pt x="223260" y="15779"/>
                </a:lnTo>
                <a:close/>
                <a:moveTo>
                  <a:pt x="205848" y="17747"/>
                </a:moveTo>
                <a:lnTo>
                  <a:pt x="205848" y="20516"/>
                </a:lnTo>
                <a:lnTo>
                  <a:pt x="204513" y="19215"/>
                </a:lnTo>
                <a:lnTo>
                  <a:pt x="204513" y="17213"/>
                </a:lnTo>
                <a:lnTo>
                  <a:pt x="205948" y="15779"/>
                </a:lnTo>
                <a:lnTo>
                  <a:pt x="207816" y="15779"/>
                </a:lnTo>
                <a:close/>
                <a:moveTo>
                  <a:pt x="205948" y="15012"/>
                </a:moveTo>
                <a:lnTo>
                  <a:pt x="204513" y="13577"/>
                </a:lnTo>
                <a:lnTo>
                  <a:pt x="204513" y="11576"/>
                </a:lnTo>
                <a:lnTo>
                  <a:pt x="205848" y="10242"/>
                </a:lnTo>
                <a:lnTo>
                  <a:pt x="205848" y="13010"/>
                </a:lnTo>
                <a:lnTo>
                  <a:pt x="207816" y="14978"/>
                </a:lnTo>
                <a:lnTo>
                  <a:pt x="205948" y="14978"/>
                </a:lnTo>
                <a:close/>
                <a:moveTo>
                  <a:pt x="203979" y="11009"/>
                </a:moveTo>
                <a:lnTo>
                  <a:pt x="201945" y="11009"/>
                </a:lnTo>
                <a:lnTo>
                  <a:pt x="200544" y="9574"/>
                </a:lnTo>
                <a:lnTo>
                  <a:pt x="200544" y="7706"/>
                </a:lnTo>
                <a:lnTo>
                  <a:pt x="202512" y="9675"/>
                </a:lnTo>
                <a:lnTo>
                  <a:pt x="205280" y="9675"/>
                </a:lnTo>
                <a:close/>
                <a:moveTo>
                  <a:pt x="199743" y="9574"/>
                </a:moveTo>
                <a:lnTo>
                  <a:pt x="198309" y="11009"/>
                </a:lnTo>
                <a:lnTo>
                  <a:pt x="196307" y="11009"/>
                </a:lnTo>
                <a:lnTo>
                  <a:pt x="194973" y="9675"/>
                </a:lnTo>
                <a:lnTo>
                  <a:pt x="197775" y="9675"/>
                </a:lnTo>
                <a:lnTo>
                  <a:pt x="199743" y="7706"/>
                </a:lnTo>
                <a:lnTo>
                  <a:pt x="199743" y="9574"/>
                </a:lnTo>
                <a:close/>
                <a:moveTo>
                  <a:pt x="194339" y="15779"/>
                </a:moveTo>
                <a:lnTo>
                  <a:pt x="195740" y="17213"/>
                </a:lnTo>
                <a:lnTo>
                  <a:pt x="195740" y="19215"/>
                </a:lnTo>
                <a:lnTo>
                  <a:pt x="194439" y="20549"/>
                </a:lnTo>
                <a:lnTo>
                  <a:pt x="194439" y="17747"/>
                </a:lnTo>
                <a:lnTo>
                  <a:pt x="192471" y="15779"/>
                </a:lnTo>
                <a:close/>
                <a:moveTo>
                  <a:pt x="175059" y="17747"/>
                </a:moveTo>
                <a:lnTo>
                  <a:pt x="175059" y="20549"/>
                </a:lnTo>
                <a:lnTo>
                  <a:pt x="173725" y="19215"/>
                </a:lnTo>
                <a:lnTo>
                  <a:pt x="173725" y="17213"/>
                </a:lnTo>
                <a:lnTo>
                  <a:pt x="175159" y="15779"/>
                </a:lnTo>
                <a:lnTo>
                  <a:pt x="177027" y="15779"/>
                </a:lnTo>
                <a:close/>
                <a:moveTo>
                  <a:pt x="175159" y="15012"/>
                </a:moveTo>
                <a:lnTo>
                  <a:pt x="173725" y="13577"/>
                </a:lnTo>
                <a:lnTo>
                  <a:pt x="173725" y="11576"/>
                </a:lnTo>
                <a:lnTo>
                  <a:pt x="175059" y="10242"/>
                </a:lnTo>
                <a:lnTo>
                  <a:pt x="175059" y="13010"/>
                </a:lnTo>
                <a:lnTo>
                  <a:pt x="177027" y="14978"/>
                </a:lnTo>
                <a:lnTo>
                  <a:pt x="175159" y="14978"/>
                </a:lnTo>
                <a:close/>
                <a:moveTo>
                  <a:pt x="173191" y="11009"/>
                </a:moveTo>
                <a:lnTo>
                  <a:pt x="171156" y="11009"/>
                </a:lnTo>
                <a:lnTo>
                  <a:pt x="169755" y="9574"/>
                </a:lnTo>
                <a:lnTo>
                  <a:pt x="169755" y="7706"/>
                </a:lnTo>
                <a:lnTo>
                  <a:pt x="171723" y="9675"/>
                </a:lnTo>
                <a:lnTo>
                  <a:pt x="174492" y="9675"/>
                </a:lnTo>
                <a:close/>
                <a:moveTo>
                  <a:pt x="168954" y="9574"/>
                </a:moveTo>
                <a:lnTo>
                  <a:pt x="167520" y="11009"/>
                </a:lnTo>
                <a:lnTo>
                  <a:pt x="165519" y="11009"/>
                </a:lnTo>
                <a:lnTo>
                  <a:pt x="164184" y="9675"/>
                </a:lnTo>
                <a:lnTo>
                  <a:pt x="166986" y="9675"/>
                </a:lnTo>
                <a:lnTo>
                  <a:pt x="168954" y="7706"/>
                </a:lnTo>
                <a:close/>
                <a:moveTo>
                  <a:pt x="163517" y="15779"/>
                </a:moveTo>
                <a:lnTo>
                  <a:pt x="164952" y="17213"/>
                </a:lnTo>
                <a:lnTo>
                  <a:pt x="164952" y="19215"/>
                </a:lnTo>
                <a:lnTo>
                  <a:pt x="163651" y="20549"/>
                </a:lnTo>
                <a:lnTo>
                  <a:pt x="163651" y="17747"/>
                </a:lnTo>
                <a:lnTo>
                  <a:pt x="161649" y="15779"/>
                </a:lnTo>
                <a:close/>
                <a:moveTo>
                  <a:pt x="144270" y="17747"/>
                </a:moveTo>
                <a:lnTo>
                  <a:pt x="144270" y="20549"/>
                </a:lnTo>
                <a:lnTo>
                  <a:pt x="142936" y="19215"/>
                </a:lnTo>
                <a:lnTo>
                  <a:pt x="142936" y="17213"/>
                </a:lnTo>
                <a:lnTo>
                  <a:pt x="144370" y="15779"/>
                </a:lnTo>
                <a:lnTo>
                  <a:pt x="146238" y="15779"/>
                </a:lnTo>
                <a:close/>
                <a:moveTo>
                  <a:pt x="144370" y="15012"/>
                </a:moveTo>
                <a:lnTo>
                  <a:pt x="142936" y="13577"/>
                </a:lnTo>
                <a:lnTo>
                  <a:pt x="142936" y="11576"/>
                </a:lnTo>
                <a:lnTo>
                  <a:pt x="144270" y="10242"/>
                </a:lnTo>
                <a:lnTo>
                  <a:pt x="144270" y="13010"/>
                </a:lnTo>
                <a:lnTo>
                  <a:pt x="146238" y="14978"/>
                </a:lnTo>
                <a:lnTo>
                  <a:pt x="144370" y="14978"/>
                </a:lnTo>
                <a:close/>
                <a:moveTo>
                  <a:pt x="142369" y="11009"/>
                </a:moveTo>
                <a:lnTo>
                  <a:pt x="140367" y="11009"/>
                </a:lnTo>
                <a:lnTo>
                  <a:pt x="138933" y="9574"/>
                </a:lnTo>
                <a:lnTo>
                  <a:pt x="138933" y="7706"/>
                </a:lnTo>
                <a:lnTo>
                  <a:pt x="140901" y="9675"/>
                </a:lnTo>
                <a:lnTo>
                  <a:pt x="143703" y="9675"/>
                </a:lnTo>
                <a:close/>
                <a:moveTo>
                  <a:pt x="138166" y="9574"/>
                </a:moveTo>
                <a:lnTo>
                  <a:pt x="136731" y="11009"/>
                </a:lnTo>
                <a:lnTo>
                  <a:pt x="134730" y="11009"/>
                </a:lnTo>
                <a:lnTo>
                  <a:pt x="133396" y="9675"/>
                </a:lnTo>
                <a:lnTo>
                  <a:pt x="136198" y="9675"/>
                </a:lnTo>
                <a:lnTo>
                  <a:pt x="138166" y="7706"/>
                </a:lnTo>
                <a:close/>
                <a:moveTo>
                  <a:pt x="132729" y="15779"/>
                </a:moveTo>
                <a:lnTo>
                  <a:pt x="134163" y="17213"/>
                </a:lnTo>
                <a:lnTo>
                  <a:pt x="134163" y="19215"/>
                </a:lnTo>
                <a:lnTo>
                  <a:pt x="132862" y="20549"/>
                </a:lnTo>
                <a:lnTo>
                  <a:pt x="132862" y="17747"/>
                </a:lnTo>
                <a:lnTo>
                  <a:pt x="130894" y="15779"/>
                </a:lnTo>
                <a:close/>
                <a:moveTo>
                  <a:pt x="113482" y="17747"/>
                </a:moveTo>
                <a:lnTo>
                  <a:pt x="113482" y="20549"/>
                </a:lnTo>
                <a:lnTo>
                  <a:pt x="112147" y="19215"/>
                </a:lnTo>
                <a:lnTo>
                  <a:pt x="112147" y="17213"/>
                </a:lnTo>
                <a:lnTo>
                  <a:pt x="113582" y="15779"/>
                </a:lnTo>
                <a:lnTo>
                  <a:pt x="115450" y="15779"/>
                </a:lnTo>
                <a:close/>
                <a:moveTo>
                  <a:pt x="113582" y="15012"/>
                </a:moveTo>
                <a:lnTo>
                  <a:pt x="112147" y="13577"/>
                </a:lnTo>
                <a:lnTo>
                  <a:pt x="112147" y="11576"/>
                </a:lnTo>
                <a:lnTo>
                  <a:pt x="113482" y="10242"/>
                </a:lnTo>
                <a:lnTo>
                  <a:pt x="113482" y="13010"/>
                </a:lnTo>
                <a:lnTo>
                  <a:pt x="115450" y="14978"/>
                </a:lnTo>
                <a:lnTo>
                  <a:pt x="113582" y="14978"/>
                </a:lnTo>
                <a:close/>
                <a:moveTo>
                  <a:pt x="111580" y="11009"/>
                </a:moveTo>
                <a:lnTo>
                  <a:pt x="109579" y="11009"/>
                </a:lnTo>
                <a:lnTo>
                  <a:pt x="108144" y="9574"/>
                </a:lnTo>
                <a:lnTo>
                  <a:pt x="108144" y="7706"/>
                </a:lnTo>
                <a:lnTo>
                  <a:pt x="110112" y="9675"/>
                </a:lnTo>
                <a:lnTo>
                  <a:pt x="112914" y="9675"/>
                </a:lnTo>
                <a:close/>
                <a:moveTo>
                  <a:pt x="107377" y="9574"/>
                </a:moveTo>
                <a:lnTo>
                  <a:pt x="105943" y="11009"/>
                </a:lnTo>
                <a:lnTo>
                  <a:pt x="103941" y="11009"/>
                </a:lnTo>
                <a:lnTo>
                  <a:pt x="102607" y="9675"/>
                </a:lnTo>
                <a:lnTo>
                  <a:pt x="105409" y="9675"/>
                </a:lnTo>
                <a:lnTo>
                  <a:pt x="107377" y="7706"/>
                </a:lnTo>
                <a:close/>
                <a:moveTo>
                  <a:pt x="101940" y="15779"/>
                </a:moveTo>
                <a:lnTo>
                  <a:pt x="103374" y="17213"/>
                </a:lnTo>
                <a:lnTo>
                  <a:pt x="103374" y="19215"/>
                </a:lnTo>
                <a:lnTo>
                  <a:pt x="102040" y="20549"/>
                </a:lnTo>
                <a:lnTo>
                  <a:pt x="102040" y="17747"/>
                </a:lnTo>
                <a:lnTo>
                  <a:pt x="100072" y="15779"/>
                </a:lnTo>
                <a:lnTo>
                  <a:pt x="101940" y="15779"/>
                </a:lnTo>
                <a:close/>
                <a:moveTo>
                  <a:pt x="82660" y="17747"/>
                </a:moveTo>
                <a:lnTo>
                  <a:pt x="82660" y="20549"/>
                </a:lnTo>
                <a:lnTo>
                  <a:pt x="81359" y="19215"/>
                </a:lnTo>
                <a:lnTo>
                  <a:pt x="81359" y="17213"/>
                </a:lnTo>
                <a:lnTo>
                  <a:pt x="82793" y="15779"/>
                </a:lnTo>
                <a:lnTo>
                  <a:pt x="84628" y="15779"/>
                </a:lnTo>
                <a:close/>
                <a:moveTo>
                  <a:pt x="82793" y="15012"/>
                </a:moveTo>
                <a:lnTo>
                  <a:pt x="81359" y="13577"/>
                </a:lnTo>
                <a:lnTo>
                  <a:pt x="81359" y="11576"/>
                </a:lnTo>
                <a:lnTo>
                  <a:pt x="82660" y="10242"/>
                </a:lnTo>
                <a:lnTo>
                  <a:pt x="82660" y="13010"/>
                </a:lnTo>
                <a:lnTo>
                  <a:pt x="84628" y="14978"/>
                </a:lnTo>
                <a:lnTo>
                  <a:pt x="82793" y="14978"/>
                </a:lnTo>
                <a:close/>
                <a:moveTo>
                  <a:pt x="80792" y="11009"/>
                </a:moveTo>
                <a:lnTo>
                  <a:pt x="78790" y="11009"/>
                </a:lnTo>
                <a:lnTo>
                  <a:pt x="77356" y="9574"/>
                </a:lnTo>
                <a:lnTo>
                  <a:pt x="77356" y="7706"/>
                </a:lnTo>
                <a:lnTo>
                  <a:pt x="79324" y="9675"/>
                </a:lnTo>
                <a:lnTo>
                  <a:pt x="82126" y="9675"/>
                </a:lnTo>
                <a:close/>
                <a:moveTo>
                  <a:pt x="76589" y="9574"/>
                </a:moveTo>
                <a:lnTo>
                  <a:pt x="75154" y="11009"/>
                </a:lnTo>
                <a:lnTo>
                  <a:pt x="73153" y="11009"/>
                </a:lnTo>
                <a:lnTo>
                  <a:pt x="71818" y="9675"/>
                </a:lnTo>
                <a:lnTo>
                  <a:pt x="74620" y="9675"/>
                </a:lnTo>
                <a:lnTo>
                  <a:pt x="76589" y="7706"/>
                </a:lnTo>
                <a:close/>
                <a:moveTo>
                  <a:pt x="71151" y="15779"/>
                </a:moveTo>
                <a:lnTo>
                  <a:pt x="72586" y="17213"/>
                </a:lnTo>
                <a:lnTo>
                  <a:pt x="72586" y="19215"/>
                </a:lnTo>
                <a:lnTo>
                  <a:pt x="71251" y="20549"/>
                </a:lnTo>
                <a:lnTo>
                  <a:pt x="71251" y="17747"/>
                </a:lnTo>
                <a:lnTo>
                  <a:pt x="69283" y="15779"/>
                </a:lnTo>
                <a:lnTo>
                  <a:pt x="71151" y="15779"/>
                </a:lnTo>
                <a:close/>
                <a:moveTo>
                  <a:pt x="51871" y="17747"/>
                </a:moveTo>
                <a:lnTo>
                  <a:pt x="51871" y="20549"/>
                </a:lnTo>
                <a:lnTo>
                  <a:pt x="50570" y="19215"/>
                </a:lnTo>
                <a:lnTo>
                  <a:pt x="50570" y="17213"/>
                </a:lnTo>
                <a:lnTo>
                  <a:pt x="51971" y="15779"/>
                </a:lnTo>
                <a:lnTo>
                  <a:pt x="53839" y="15779"/>
                </a:lnTo>
                <a:close/>
                <a:moveTo>
                  <a:pt x="51971" y="15012"/>
                </a:moveTo>
                <a:lnTo>
                  <a:pt x="50570" y="13577"/>
                </a:lnTo>
                <a:lnTo>
                  <a:pt x="50570" y="11576"/>
                </a:lnTo>
                <a:lnTo>
                  <a:pt x="51871" y="10242"/>
                </a:lnTo>
                <a:lnTo>
                  <a:pt x="51871" y="13010"/>
                </a:lnTo>
                <a:lnTo>
                  <a:pt x="53839" y="14978"/>
                </a:lnTo>
                <a:lnTo>
                  <a:pt x="51971" y="14978"/>
                </a:lnTo>
                <a:close/>
                <a:moveTo>
                  <a:pt x="50003" y="11009"/>
                </a:moveTo>
                <a:lnTo>
                  <a:pt x="48001" y="11009"/>
                </a:lnTo>
                <a:lnTo>
                  <a:pt x="46567" y="9574"/>
                </a:lnTo>
                <a:lnTo>
                  <a:pt x="46567" y="7706"/>
                </a:lnTo>
                <a:lnTo>
                  <a:pt x="48535" y="9675"/>
                </a:lnTo>
                <a:lnTo>
                  <a:pt x="51337" y="9675"/>
                </a:lnTo>
                <a:close/>
                <a:moveTo>
                  <a:pt x="45767" y="9574"/>
                </a:moveTo>
                <a:lnTo>
                  <a:pt x="44366" y="11009"/>
                </a:lnTo>
                <a:lnTo>
                  <a:pt x="42364" y="11009"/>
                </a:lnTo>
                <a:lnTo>
                  <a:pt x="41030" y="9675"/>
                </a:lnTo>
                <a:lnTo>
                  <a:pt x="43798" y="9675"/>
                </a:lnTo>
                <a:lnTo>
                  <a:pt x="45767" y="7706"/>
                </a:lnTo>
                <a:close/>
                <a:moveTo>
                  <a:pt x="40363" y="15779"/>
                </a:moveTo>
                <a:lnTo>
                  <a:pt x="41797" y="17213"/>
                </a:lnTo>
                <a:lnTo>
                  <a:pt x="41797" y="19215"/>
                </a:lnTo>
                <a:lnTo>
                  <a:pt x="40463" y="20549"/>
                </a:lnTo>
                <a:lnTo>
                  <a:pt x="40463" y="17747"/>
                </a:lnTo>
                <a:lnTo>
                  <a:pt x="38495" y="15779"/>
                </a:lnTo>
                <a:lnTo>
                  <a:pt x="40363" y="15779"/>
                </a:lnTo>
                <a:close/>
                <a:moveTo>
                  <a:pt x="21082" y="17747"/>
                </a:moveTo>
                <a:lnTo>
                  <a:pt x="21082" y="20549"/>
                </a:lnTo>
                <a:lnTo>
                  <a:pt x="19781" y="19215"/>
                </a:lnTo>
                <a:lnTo>
                  <a:pt x="19781" y="17213"/>
                </a:lnTo>
                <a:lnTo>
                  <a:pt x="21182" y="15779"/>
                </a:lnTo>
                <a:lnTo>
                  <a:pt x="23050" y="15779"/>
                </a:lnTo>
                <a:close/>
                <a:moveTo>
                  <a:pt x="21182" y="15012"/>
                </a:moveTo>
                <a:lnTo>
                  <a:pt x="19781" y="13577"/>
                </a:lnTo>
                <a:lnTo>
                  <a:pt x="19781" y="11576"/>
                </a:lnTo>
                <a:lnTo>
                  <a:pt x="21082" y="10242"/>
                </a:lnTo>
                <a:lnTo>
                  <a:pt x="21082" y="13010"/>
                </a:lnTo>
                <a:lnTo>
                  <a:pt x="23050" y="14978"/>
                </a:lnTo>
                <a:lnTo>
                  <a:pt x="21182" y="14978"/>
                </a:lnTo>
                <a:close/>
                <a:moveTo>
                  <a:pt x="19214" y="11009"/>
                </a:moveTo>
                <a:lnTo>
                  <a:pt x="17213" y="11009"/>
                </a:lnTo>
                <a:lnTo>
                  <a:pt x="15778" y="9574"/>
                </a:lnTo>
                <a:lnTo>
                  <a:pt x="15778" y="7706"/>
                </a:lnTo>
                <a:lnTo>
                  <a:pt x="17747" y="9675"/>
                </a:lnTo>
                <a:lnTo>
                  <a:pt x="20515" y="9675"/>
                </a:lnTo>
                <a:close/>
                <a:moveTo>
                  <a:pt x="14978" y="9574"/>
                </a:moveTo>
                <a:lnTo>
                  <a:pt x="13577" y="11009"/>
                </a:lnTo>
                <a:lnTo>
                  <a:pt x="11542" y="11009"/>
                </a:lnTo>
                <a:lnTo>
                  <a:pt x="10241" y="9675"/>
                </a:lnTo>
                <a:lnTo>
                  <a:pt x="13010" y="9675"/>
                </a:lnTo>
                <a:lnTo>
                  <a:pt x="14978" y="7706"/>
                </a:lnTo>
                <a:lnTo>
                  <a:pt x="14978" y="9574"/>
                </a:lnTo>
                <a:close/>
                <a:moveTo>
                  <a:pt x="9574" y="15779"/>
                </a:moveTo>
                <a:lnTo>
                  <a:pt x="11008" y="17213"/>
                </a:lnTo>
                <a:lnTo>
                  <a:pt x="11008" y="19215"/>
                </a:lnTo>
                <a:lnTo>
                  <a:pt x="9674" y="20549"/>
                </a:lnTo>
                <a:lnTo>
                  <a:pt x="9674" y="17747"/>
                </a:lnTo>
                <a:lnTo>
                  <a:pt x="7706" y="15779"/>
                </a:lnTo>
                <a:lnTo>
                  <a:pt x="9574" y="15779"/>
                </a:lnTo>
                <a:close/>
                <a:moveTo>
                  <a:pt x="11542" y="19782"/>
                </a:moveTo>
                <a:lnTo>
                  <a:pt x="13577" y="19782"/>
                </a:lnTo>
                <a:lnTo>
                  <a:pt x="14978" y="21216"/>
                </a:lnTo>
                <a:lnTo>
                  <a:pt x="14978" y="23051"/>
                </a:lnTo>
                <a:lnTo>
                  <a:pt x="13010" y="21083"/>
                </a:lnTo>
                <a:lnTo>
                  <a:pt x="10241" y="21083"/>
                </a:lnTo>
                <a:close/>
                <a:moveTo>
                  <a:pt x="14978" y="37394"/>
                </a:moveTo>
                <a:lnTo>
                  <a:pt x="12710" y="39696"/>
                </a:lnTo>
                <a:lnTo>
                  <a:pt x="9441" y="39696"/>
                </a:lnTo>
                <a:lnTo>
                  <a:pt x="7773" y="37995"/>
                </a:lnTo>
                <a:lnTo>
                  <a:pt x="12009" y="37995"/>
                </a:lnTo>
                <a:lnTo>
                  <a:pt x="14978" y="35026"/>
                </a:lnTo>
                <a:lnTo>
                  <a:pt x="14978" y="37394"/>
                </a:lnTo>
                <a:close/>
                <a:moveTo>
                  <a:pt x="9674" y="41030"/>
                </a:moveTo>
                <a:lnTo>
                  <a:pt x="11008" y="42365"/>
                </a:lnTo>
                <a:lnTo>
                  <a:pt x="11008" y="44366"/>
                </a:lnTo>
                <a:lnTo>
                  <a:pt x="9574" y="45800"/>
                </a:lnTo>
                <a:lnTo>
                  <a:pt x="7706" y="45800"/>
                </a:lnTo>
                <a:lnTo>
                  <a:pt x="9674" y="43832"/>
                </a:lnTo>
                <a:close/>
                <a:moveTo>
                  <a:pt x="9574" y="46568"/>
                </a:moveTo>
                <a:lnTo>
                  <a:pt x="11008" y="48002"/>
                </a:lnTo>
                <a:lnTo>
                  <a:pt x="11008" y="50003"/>
                </a:lnTo>
                <a:lnTo>
                  <a:pt x="9674" y="51338"/>
                </a:lnTo>
                <a:lnTo>
                  <a:pt x="9674" y="48536"/>
                </a:lnTo>
                <a:lnTo>
                  <a:pt x="7706" y="46568"/>
                </a:lnTo>
                <a:lnTo>
                  <a:pt x="9574" y="46568"/>
                </a:lnTo>
                <a:close/>
                <a:moveTo>
                  <a:pt x="11542" y="50570"/>
                </a:moveTo>
                <a:lnTo>
                  <a:pt x="13577" y="50570"/>
                </a:lnTo>
                <a:lnTo>
                  <a:pt x="14978" y="52005"/>
                </a:lnTo>
                <a:lnTo>
                  <a:pt x="14978" y="53873"/>
                </a:lnTo>
                <a:lnTo>
                  <a:pt x="13010" y="51905"/>
                </a:lnTo>
                <a:lnTo>
                  <a:pt x="10241" y="51905"/>
                </a:lnTo>
                <a:close/>
                <a:moveTo>
                  <a:pt x="14978" y="68183"/>
                </a:moveTo>
                <a:lnTo>
                  <a:pt x="12710" y="70485"/>
                </a:lnTo>
                <a:lnTo>
                  <a:pt x="9441" y="70485"/>
                </a:lnTo>
                <a:lnTo>
                  <a:pt x="7773" y="68783"/>
                </a:lnTo>
                <a:lnTo>
                  <a:pt x="12009" y="68783"/>
                </a:lnTo>
                <a:lnTo>
                  <a:pt x="14978" y="65815"/>
                </a:lnTo>
                <a:lnTo>
                  <a:pt x="14978" y="68183"/>
                </a:lnTo>
                <a:close/>
                <a:moveTo>
                  <a:pt x="9674" y="71819"/>
                </a:moveTo>
                <a:lnTo>
                  <a:pt x="11008" y="73153"/>
                </a:lnTo>
                <a:lnTo>
                  <a:pt x="11008" y="75155"/>
                </a:lnTo>
                <a:lnTo>
                  <a:pt x="9574" y="76589"/>
                </a:lnTo>
                <a:lnTo>
                  <a:pt x="7706" y="76589"/>
                </a:lnTo>
                <a:lnTo>
                  <a:pt x="9674" y="74621"/>
                </a:lnTo>
                <a:close/>
                <a:moveTo>
                  <a:pt x="9574" y="77356"/>
                </a:moveTo>
                <a:lnTo>
                  <a:pt x="11008" y="78791"/>
                </a:lnTo>
                <a:lnTo>
                  <a:pt x="11008" y="80792"/>
                </a:lnTo>
                <a:lnTo>
                  <a:pt x="9674" y="82126"/>
                </a:lnTo>
                <a:lnTo>
                  <a:pt x="9674" y="79324"/>
                </a:lnTo>
                <a:lnTo>
                  <a:pt x="7706" y="77356"/>
                </a:lnTo>
                <a:close/>
                <a:moveTo>
                  <a:pt x="11542" y="81359"/>
                </a:moveTo>
                <a:lnTo>
                  <a:pt x="13577" y="81359"/>
                </a:lnTo>
                <a:lnTo>
                  <a:pt x="14978" y="82794"/>
                </a:lnTo>
                <a:lnTo>
                  <a:pt x="14978" y="84662"/>
                </a:lnTo>
                <a:lnTo>
                  <a:pt x="13010" y="82693"/>
                </a:lnTo>
                <a:lnTo>
                  <a:pt x="10241" y="82693"/>
                </a:lnTo>
                <a:close/>
                <a:moveTo>
                  <a:pt x="14978" y="98972"/>
                </a:moveTo>
                <a:lnTo>
                  <a:pt x="12710" y="101273"/>
                </a:lnTo>
                <a:lnTo>
                  <a:pt x="9441" y="101273"/>
                </a:lnTo>
                <a:lnTo>
                  <a:pt x="7773" y="99606"/>
                </a:lnTo>
                <a:lnTo>
                  <a:pt x="12009" y="99606"/>
                </a:lnTo>
                <a:lnTo>
                  <a:pt x="14978" y="96603"/>
                </a:lnTo>
                <a:lnTo>
                  <a:pt x="14978" y="98972"/>
                </a:lnTo>
                <a:close/>
                <a:moveTo>
                  <a:pt x="9674" y="102608"/>
                </a:moveTo>
                <a:lnTo>
                  <a:pt x="11008" y="103942"/>
                </a:lnTo>
                <a:lnTo>
                  <a:pt x="11008" y="105943"/>
                </a:lnTo>
                <a:lnTo>
                  <a:pt x="9574" y="107378"/>
                </a:lnTo>
                <a:lnTo>
                  <a:pt x="7706" y="107378"/>
                </a:lnTo>
                <a:lnTo>
                  <a:pt x="9674" y="105410"/>
                </a:lnTo>
                <a:close/>
                <a:moveTo>
                  <a:pt x="9574" y="108178"/>
                </a:moveTo>
                <a:lnTo>
                  <a:pt x="11008" y="109579"/>
                </a:lnTo>
                <a:lnTo>
                  <a:pt x="11008" y="111614"/>
                </a:lnTo>
                <a:lnTo>
                  <a:pt x="9674" y="112915"/>
                </a:lnTo>
                <a:lnTo>
                  <a:pt x="9674" y="110146"/>
                </a:lnTo>
                <a:lnTo>
                  <a:pt x="7706" y="108178"/>
                </a:lnTo>
                <a:close/>
                <a:moveTo>
                  <a:pt x="11542" y="112148"/>
                </a:moveTo>
                <a:lnTo>
                  <a:pt x="13577" y="112148"/>
                </a:lnTo>
                <a:lnTo>
                  <a:pt x="14978" y="113582"/>
                </a:lnTo>
                <a:lnTo>
                  <a:pt x="14978" y="115450"/>
                </a:lnTo>
                <a:lnTo>
                  <a:pt x="13010" y="113482"/>
                </a:lnTo>
                <a:lnTo>
                  <a:pt x="10241" y="113482"/>
                </a:lnTo>
                <a:close/>
                <a:moveTo>
                  <a:pt x="15778" y="113582"/>
                </a:moveTo>
                <a:lnTo>
                  <a:pt x="17213" y="112148"/>
                </a:lnTo>
                <a:lnTo>
                  <a:pt x="19214" y="112148"/>
                </a:lnTo>
                <a:lnTo>
                  <a:pt x="20515" y="113482"/>
                </a:lnTo>
                <a:lnTo>
                  <a:pt x="17747" y="113482"/>
                </a:lnTo>
                <a:lnTo>
                  <a:pt x="15778" y="115450"/>
                </a:lnTo>
                <a:close/>
                <a:moveTo>
                  <a:pt x="21182" y="107378"/>
                </a:moveTo>
                <a:lnTo>
                  <a:pt x="19781" y="105943"/>
                </a:lnTo>
                <a:lnTo>
                  <a:pt x="19781" y="103942"/>
                </a:lnTo>
                <a:lnTo>
                  <a:pt x="21082" y="102608"/>
                </a:lnTo>
                <a:lnTo>
                  <a:pt x="21082" y="105410"/>
                </a:lnTo>
                <a:lnTo>
                  <a:pt x="23050" y="107378"/>
                </a:lnTo>
                <a:close/>
                <a:moveTo>
                  <a:pt x="40463" y="105410"/>
                </a:moveTo>
                <a:lnTo>
                  <a:pt x="40463" y="102608"/>
                </a:lnTo>
                <a:lnTo>
                  <a:pt x="41797" y="103942"/>
                </a:lnTo>
                <a:lnTo>
                  <a:pt x="41797" y="105943"/>
                </a:lnTo>
                <a:lnTo>
                  <a:pt x="40363" y="107378"/>
                </a:lnTo>
                <a:lnTo>
                  <a:pt x="38495" y="107378"/>
                </a:lnTo>
                <a:close/>
                <a:moveTo>
                  <a:pt x="40363" y="108178"/>
                </a:moveTo>
                <a:lnTo>
                  <a:pt x="41797" y="109579"/>
                </a:lnTo>
                <a:lnTo>
                  <a:pt x="41797" y="111614"/>
                </a:lnTo>
                <a:lnTo>
                  <a:pt x="40463" y="112915"/>
                </a:lnTo>
                <a:lnTo>
                  <a:pt x="40463" y="110146"/>
                </a:lnTo>
                <a:lnTo>
                  <a:pt x="38495" y="108178"/>
                </a:lnTo>
                <a:close/>
                <a:moveTo>
                  <a:pt x="42364" y="112148"/>
                </a:moveTo>
                <a:lnTo>
                  <a:pt x="44366" y="112148"/>
                </a:lnTo>
                <a:lnTo>
                  <a:pt x="45767" y="113582"/>
                </a:lnTo>
                <a:lnTo>
                  <a:pt x="45767" y="115450"/>
                </a:lnTo>
                <a:lnTo>
                  <a:pt x="43798" y="113482"/>
                </a:lnTo>
                <a:lnTo>
                  <a:pt x="41030" y="113482"/>
                </a:lnTo>
                <a:close/>
                <a:moveTo>
                  <a:pt x="46567" y="113582"/>
                </a:moveTo>
                <a:lnTo>
                  <a:pt x="48001" y="112148"/>
                </a:lnTo>
                <a:lnTo>
                  <a:pt x="50003" y="112148"/>
                </a:lnTo>
                <a:lnTo>
                  <a:pt x="51337" y="113482"/>
                </a:lnTo>
                <a:lnTo>
                  <a:pt x="48535" y="113482"/>
                </a:lnTo>
                <a:lnTo>
                  <a:pt x="46567" y="115450"/>
                </a:lnTo>
                <a:close/>
                <a:moveTo>
                  <a:pt x="51971" y="107378"/>
                </a:moveTo>
                <a:lnTo>
                  <a:pt x="50570" y="105943"/>
                </a:lnTo>
                <a:lnTo>
                  <a:pt x="50570" y="103942"/>
                </a:lnTo>
                <a:lnTo>
                  <a:pt x="51871" y="102608"/>
                </a:lnTo>
                <a:lnTo>
                  <a:pt x="51871" y="105410"/>
                </a:lnTo>
                <a:lnTo>
                  <a:pt x="53839" y="107378"/>
                </a:lnTo>
                <a:lnTo>
                  <a:pt x="51971" y="107378"/>
                </a:lnTo>
                <a:close/>
                <a:moveTo>
                  <a:pt x="71251" y="105410"/>
                </a:moveTo>
                <a:lnTo>
                  <a:pt x="71251" y="102608"/>
                </a:lnTo>
                <a:lnTo>
                  <a:pt x="72586" y="103942"/>
                </a:lnTo>
                <a:lnTo>
                  <a:pt x="72586" y="105943"/>
                </a:lnTo>
                <a:lnTo>
                  <a:pt x="71151" y="107378"/>
                </a:lnTo>
                <a:lnTo>
                  <a:pt x="69283" y="107378"/>
                </a:lnTo>
                <a:close/>
                <a:moveTo>
                  <a:pt x="71151" y="108178"/>
                </a:moveTo>
                <a:lnTo>
                  <a:pt x="72586" y="109579"/>
                </a:lnTo>
                <a:lnTo>
                  <a:pt x="72586" y="111614"/>
                </a:lnTo>
                <a:lnTo>
                  <a:pt x="71251" y="112915"/>
                </a:lnTo>
                <a:lnTo>
                  <a:pt x="71251" y="110146"/>
                </a:lnTo>
                <a:lnTo>
                  <a:pt x="69283" y="108178"/>
                </a:lnTo>
                <a:close/>
                <a:moveTo>
                  <a:pt x="73153" y="112148"/>
                </a:moveTo>
                <a:lnTo>
                  <a:pt x="75154" y="112148"/>
                </a:lnTo>
                <a:lnTo>
                  <a:pt x="76555" y="113582"/>
                </a:lnTo>
                <a:lnTo>
                  <a:pt x="76555" y="115450"/>
                </a:lnTo>
                <a:lnTo>
                  <a:pt x="74587" y="113482"/>
                </a:lnTo>
                <a:lnTo>
                  <a:pt x="71818" y="113482"/>
                </a:lnTo>
                <a:close/>
                <a:moveTo>
                  <a:pt x="77356" y="113582"/>
                </a:moveTo>
                <a:lnTo>
                  <a:pt x="78790" y="112148"/>
                </a:lnTo>
                <a:lnTo>
                  <a:pt x="80792" y="112148"/>
                </a:lnTo>
                <a:lnTo>
                  <a:pt x="82126" y="113482"/>
                </a:lnTo>
                <a:lnTo>
                  <a:pt x="79324" y="113482"/>
                </a:lnTo>
                <a:lnTo>
                  <a:pt x="77356" y="115450"/>
                </a:lnTo>
                <a:close/>
                <a:moveTo>
                  <a:pt x="82793" y="107378"/>
                </a:moveTo>
                <a:lnTo>
                  <a:pt x="81359" y="105943"/>
                </a:lnTo>
                <a:lnTo>
                  <a:pt x="81359" y="103942"/>
                </a:lnTo>
                <a:lnTo>
                  <a:pt x="82660" y="102608"/>
                </a:lnTo>
                <a:lnTo>
                  <a:pt x="82660" y="105410"/>
                </a:lnTo>
                <a:lnTo>
                  <a:pt x="84628" y="107378"/>
                </a:lnTo>
                <a:close/>
                <a:moveTo>
                  <a:pt x="102040" y="105410"/>
                </a:moveTo>
                <a:lnTo>
                  <a:pt x="102040" y="102608"/>
                </a:lnTo>
                <a:lnTo>
                  <a:pt x="103374" y="103942"/>
                </a:lnTo>
                <a:lnTo>
                  <a:pt x="103374" y="105943"/>
                </a:lnTo>
                <a:lnTo>
                  <a:pt x="101940" y="107378"/>
                </a:lnTo>
                <a:lnTo>
                  <a:pt x="100072" y="107378"/>
                </a:lnTo>
                <a:close/>
                <a:moveTo>
                  <a:pt x="101940" y="108178"/>
                </a:moveTo>
                <a:lnTo>
                  <a:pt x="103374" y="109579"/>
                </a:lnTo>
                <a:lnTo>
                  <a:pt x="103374" y="111614"/>
                </a:lnTo>
                <a:lnTo>
                  <a:pt x="102040" y="112915"/>
                </a:lnTo>
                <a:lnTo>
                  <a:pt x="102040" y="110146"/>
                </a:lnTo>
                <a:lnTo>
                  <a:pt x="100072" y="108178"/>
                </a:lnTo>
                <a:close/>
                <a:moveTo>
                  <a:pt x="103941" y="112148"/>
                </a:moveTo>
                <a:lnTo>
                  <a:pt x="105943" y="112148"/>
                </a:lnTo>
                <a:lnTo>
                  <a:pt x="107344" y="113582"/>
                </a:lnTo>
                <a:lnTo>
                  <a:pt x="107344" y="115450"/>
                </a:lnTo>
                <a:lnTo>
                  <a:pt x="105376" y="113482"/>
                </a:lnTo>
                <a:lnTo>
                  <a:pt x="102607" y="113482"/>
                </a:lnTo>
                <a:close/>
                <a:moveTo>
                  <a:pt x="108144" y="113582"/>
                </a:moveTo>
                <a:lnTo>
                  <a:pt x="109579" y="112148"/>
                </a:lnTo>
                <a:lnTo>
                  <a:pt x="111580" y="112148"/>
                </a:lnTo>
                <a:lnTo>
                  <a:pt x="112914" y="113482"/>
                </a:lnTo>
                <a:lnTo>
                  <a:pt x="110112" y="113482"/>
                </a:lnTo>
                <a:lnTo>
                  <a:pt x="108144" y="115450"/>
                </a:lnTo>
                <a:close/>
                <a:moveTo>
                  <a:pt x="113582" y="107378"/>
                </a:moveTo>
                <a:lnTo>
                  <a:pt x="112147" y="105943"/>
                </a:lnTo>
                <a:lnTo>
                  <a:pt x="112147" y="103942"/>
                </a:lnTo>
                <a:lnTo>
                  <a:pt x="113482" y="102608"/>
                </a:lnTo>
                <a:lnTo>
                  <a:pt x="113482" y="105410"/>
                </a:lnTo>
                <a:lnTo>
                  <a:pt x="115450" y="107378"/>
                </a:lnTo>
                <a:lnTo>
                  <a:pt x="113582" y="107378"/>
                </a:lnTo>
                <a:close/>
                <a:moveTo>
                  <a:pt x="132862" y="105410"/>
                </a:moveTo>
                <a:lnTo>
                  <a:pt x="132862" y="102608"/>
                </a:lnTo>
                <a:lnTo>
                  <a:pt x="134163" y="103942"/>
                </a:lnTo>
                <a:lnTo>
                  <a:pt x="134163" y="105943"/>
                </a:lnTo>
                <a:lnTo>
                  <a:pt x="132729" y="107378"/>
                </a:lnTo>
                <a:lnTo>
                  <a:pt x="130894" y="107378"/>
                </a:lnTo>
                <a:close/>
                <a:moveTo>
                  <a:pt x="132729" y="108178"/>
                </a:moveTo>
                <a:lnTo>
                  <a:pt x="134163" y="109579"/>
                </a:lnTo>
                <a:lnTo>
                  <a:pt x="134163" y="111614"/>
                </a:lnTo>
                <a:lnTo>
                  <a:pt x="132862" y="112915"/>
                </a:lnTo>
                <a:lnTo>
                  <a:pt x="132862" y="110146"/>
                </a:lnTo>
                <a:lnTo>
                  <a:pt x="130894" y="108178"/>
                </a:lnTo>
                <a:close/>
                <a:moveTo>
                  <a:pt x="134730" y="112148"/>
                </a:moveTo>
                <a:lnTo>
                  <a:pt x="136731" y="112148"/>
                </a:lnTo>
                <a:lnTo>
                  <a:pt x="138166" y="113582"/>
                </a:lnTo>
                <a:lnTo>
                  <a:pt x="138166" y="115450"/>
                </a:lnTo>
                <a:lnTo>
                  <a:pt x="136198" y="113482"/>
                </a:lnTo>
                <a:lnTo>
                  <a:pt x="133396" y="113482"/>
                </a:lnTo>
                <a:close/>
                <a:moveTo>
                  <a:pt x="138933" y="113582"/>
                </a:moveTo>
                <a:lnTo>
                  <a:pt x="140367" y="112148"/>
                </a:lnTo>
                <a:lnTo>
                  <a:pt x="142369" y="112148"/>
                </a:lnTo>
                <a:lnTo>
                  <a:pt x="143703" y="113482"/>
                </a:lnTo>
                <a:lnTo>
                  <a:pt x="140901" y="113482"/>
                </a:lnTo>
                <a:lnTo>
                  <a:pt x="138933" y="115450"/>
                </a:lnTo>
                <a:close/>
                <a:moveTo>
                  <a:pt x="144370" y="107378"/>
                </a:moveTo>
                <a:lnTo>
                  <a:pt x="142936" y="105943"/>
                </a:lnTo>
                <a:lnTo>
                  <a:pt x="142936" y="103942"/>
                </a:lnTo>
                <a:lnTo>
                  <a:pt x="144270" y="102608"/>
                </a:lnTo>
                <a:lnTo>
                  <a:pt x="144270" y="105410"/>
                </a:lnTo>
                <a:lnTo>
                  <a:pt x="146238" y="107378"/>
                </a:lnTo>
                <a:lnTo>
                  <a:pt x="144370" y="107378"/>
                </a:lnTo>
                <a:close/>
                <a:moveTo>
                  <a:pt x="163651" y="105410"/>
                </a:moveTo>
                <a:lnTo>
                  <a:pt x="163651" y="102608"/>
                </a:lnTo>
                <a:lnTo>
                  <a:pt x="164952" y="103942"/>
                </a:lnTo>
                <a:lnTo>
                  <a:pt x="164952" y="105943"/>
                </a:lnTo>
                <a:lnTo>
                  <a:pt x="163551" y="107378"/>
                </a:lnTo>
                <a:lnTo>
                  <a:pt x="161683" y="107378"/>
                </a:lnTo>
                <a:close/>
                <a:moveTo>
                  <a:pt x="163551" y="108178"/>
                </a:moveTo>
                <a:lnTo>
                  <a:pt x="164952" y="109579"/>
                </a:lnTo>
                <a:lnTo>
                  <a:pt x="164952" y="111614"/>
                </a:lnTo>
                <a:lnTo>
                  <a:pt x="163651" y="112915"/>
                </a:lnTo>
                <a:lnTo>
                  <a:pt x="163651" y="110146"/>
                </a:lnTo>
                <a:lnTo>
                  <a:pt x="161683" y="108178"/>
                </a:lnTo>
                <a:close/>
                <a:moveTo>
                  <a:pt x="165519" y="112148"/>
                </a:moveTo>
                <a:lnTo>
                  <a:pt x="167520" y="112148"/>
                </a:lnTo>
                <a:lnTo>
                  <a:pt x="168954" y="113582"/>
                </a:lnTo>
                <a:lnTo>
                  <a:pt x="168954" y="115450"/>
                </a:lnTo>
                <a:lnTo>
                  <a:pt x="166986" y="113482"/>
                </a:lnTo>
                <a:lnTo>
                  <a:pt x="164184" y="113482"/>
                </a:lnTo>
                <a:close/>
                <a:moveTo>
                  <a:pt x="169755" y="113582"/>
                </a:moveTo>
                <a:lnTo>
                  <a:pt x="171156" y="112148"/>
                </a:lnTo>
                <a:lnTo>
                  <a:pt x="173157" y="112148"/>
                </a:lnTo>
                <a:lnTo>
                  <a:pt x="174492" y="113482"/>
                </a:lnTo>
                <a:lnTo>
                  <a:pt x="171723" y="113482"/>
                </a:lnTo>
                <a:lnTo>
                  <a:pt x="169755" y="115450"/>
                </a:lnTo>
                <a:close/>
                <a:moveTo>
                  <a:pt x="175159" y="107378"/>
                </a:moveTo>
                <a:lnTo>
                  <a:pt x="173725" y="105943"/>
                </a:lnTo>
                <a:lnTo>
                  <a:pt x="173725" y="103942"/>
                </a:lnTo>
                <a:lnTo>
                  <a:pt x="175059" y="102608"/>
                </a:lnTo>
                <a:lnTo>
                  <a:pt x="175059" y="105410"/>
                </a:lnTo>
                <a:lnTo>
                  <a:pt x="177027" y="107378"/>
                </a:lnTo>
                <a:lnTo>
                  <a:pt x="175159" y="107378"/>
                </a:lnTo>
                <a:close/>
                <a:moveTo>
                  <a:pt x="194439" y="105410"/>
                </a:moveTo>
                <a:lnTo>
                  <a:pt x="194439" y="102608"/>
                </a:lnTo>
                <a:lnTo>
                  <a:pt x="195740" y="103942"/>
                </a:lnTo>
                <a:lnTo>
                  <a:pt x="195740" y="105943"/>
                </a:lnTo>
                <a:lnTo>
                  <a:pt x="194339" y="107378"/>
                </a:lnTo>
                <a:lnTo>
                  <a:pt x="192471" y="107378"/>
                </a:lnTo>
                <a:close/>
                <a:moveTo>
                  <a:pt x="194339" y="108178"/>
                </a:moveTo>
                <a:lnTo>
                  <a:pt x="195740" y="109579"/>
                </a:lnTo>
                <a:lnTo>
                  <a:pt x="195740" y="111614"/>
                </a:lnTo>
                <a:lnTo>
                  <a:pt x="194439" y="112915"/>
                </a:lnTo>
                <a:lnTo>
                  <a:pt x="194439" y="110146"/>
                </a:lnTo>
                <a:lnTo>
                  <a:pt x="192471" y="108178"/>
                </a:lnTo>
                <a:close/>
                <a:moveTo>
                  <a:pt x="196307" y="112148"/>
                </a:moveTo>
                <a:lnTo>
                  <a:pt x="198309" y="112148"/>
                </a:lnTo>
                <a:lnTo>
                  <a:pt x="199743" y="113582"/>
                </a:lnTo>
                <a:lnTo>
                  <a:pt x="199743" y="115450"/>
                </a:lnTo>
                <a:lnTo>
                  <a:pt x="197775" y="113482"/>
                </a:lnTo>
                <a:lnTo>
                  <a:pt x="195006" y="113482"/>
                </a:lnTo>
                <a:close/>
                <a:moveTo>
                  <a:pt x="200544" y="113582"/>
                </a:moveTo>
                <a:lnTo>
                  <a:pt x="201945" y="112148"/>
                </a:lnTo>
                <a:lnTo>
                  <a:pt x="203979" y="112148"/>
                </a:lnTo>
                <a:lnTo>
                  <a:pt x="205280" y="113482"/>
                </a:lnTo>
                <a:lnTo>
                  <a:pt x="202512" y="113482"/>
                </a:lnTo>
                <a:lnTo>
                  <a:pt x="200544" y="115450"/>
                </a:lnTo>
                <a:close/>
                <a:moveTo>
                  <a:pt x="205948" y="107378"/>
                </a:moveTo>
                <a:lnTo>
                  <a:pt x="204513" y="105943"/>
                </a:lnTo>
                <a:lnTo>
                  <a:pt x="204513" y="103942"/>
                </a:lnTo>
                <a:lnTo>
                  <a:pt x="205848" y="102608"/>
                </a:lnTo>
                <a:lnTo>
                  <a:pt x="205848" y="105410"/>
                </a:lnTo>
                <a:lnTo>
                  <a:pt x="207816" y="107378"/>
                </a:lnTo>
                <a:close/>
                <a:moveTo>
                  <a:pt x="225228" y="105410"/>
                </a:moveTo>
                <a:lnTo>
                  <a:pt x="225228" y="102608"/>
                </a:lnTo>
                <a:lnTo>
                  <a:pt x="226529" y="103942"/>
                </a:lnTo>
                <a:lnTo>
                  <a:pt x="226529" y="105943"/>
                </a:lnTo>
                <a:lnTo>
                  <a:pt x="225128" y="107378"/>
                </a:lnTo>
                <a:lnTo>
                  <a:pt x="223260" y="107378"/>
                </a:lnTo>
                <a:close/>
                <a:moveTo>
                  <a:pt x="225128" y="108178"/>
                </a:moveTo>
                <a:lnTo>
                  <a:pt x="226529" y="109579"/>
                </a:lnTo>
                <a:lnTo>
                  <a:pt x="226529" y="111614"/>
                </a:lnTo>
                <a:lnTo>
                  <a:pt x="225228" y="112915"/>
                </a:lnTo>
                <a:lnTo>
                  <a:pt x="225228" y="110146"/>
                </a:lnTo>
                <a:lnTo>
                  <a:pt x="223260" y="108178"/>
                </a:lnTo>
                <a:close/>
                <a:moveTo>
                  <a:pt x="227096" y="112148"/>
                </a:moveTo>
                <a:lnTo>
                  <a:pt x="229097" y="112148"/>
                </a:lnTo>
                <a:lnTo>
                  <a:pt x="230532" y="113582"/>
                </a:lnTo>
                <a:lnTo>
                  <a:pt x="230532" y="115450"/>
                </a:lnTo>
                <a:lnTo>
                  <a:pt x="228564" y="113482"/>
                </a:lnTo>
                <a:lnTo>
                  <a:pt x="225762" y="113482"/>
                </a:lnTo>
                <a:close/>
                <a:moveTo>
                  <a:pt x="231332" y="113582"/>
                </a:moveTo>
                <a:lnTo>
                  <a:pt x="232733" y="112148"/>
                </a:lnTo>
                <a:lnTo>
                  <a:pt x="234768" y="112148"/>
                </a:lnTo>
                <a:lnTo>
                  <a:pt x="236069" y="113482"/>
                </a:lnTo>
                <a:lnTo>
                  <a:pt x="233300" y="113482"/>
                </a:lnTo>
                <a:lnTo>
                  <a:pt x="231332" y="115450"/>
                </a:lnTo>
                <a:lnTo>
                  <a:pt x="231332" y="113582"/>
                </a:lnTo>
                <a:close/>
                <a:moveTo>
                  <a:pt x="236736" y="107378"/>
                </a:moveTo>
                <a:lnTo>
                  <a:pt x="235302" y="105943"/>
                </a:lnTo>
                <a:lnTo>
                  <a:pt x="235302" y="103942"/>
                </a:lnTo>
                <a:lnTo>
                  <a:pt x="236636" y="102608"/>
                </a:lnTo>
                <a:lnTo>
                  <a:pt x="236636" y="105410"/>
                </a:lnTo>
                <a:lnTo>
                  <a:pt x="238604" y="107378"/>
                </a:lnTo>
                <a:lnTo>
                  <a:pt x="236736" y="107378"/>
                </a:lnTo>
                <a:close/>
                <a:moveTo>
                  <a:pt x="234768" y="103375"/>
                </a:moveTo>
                <a:lnTo>
                  <a:pt x="232733" y="103375"/>
                </a:lnTo>
                <a:lnTo>
                  <a:pt x="231332" y="101941"/>
                </a:lnTo>
                <a:lnTo>
                  <a:pt x="231332" y="100106"/>
                </a:lnTo>
                <a:lnTo>
                  <a:pt x="233300" y="102074"/>
                </a:lnTo>
                <a:lnTo>
                  <a:pt x="236069" y="102074"/>
                </a:lnTo>
                <a:close/>
                <a:moveTo>
                  <a:pt x="231332" y="85762"/>
                </a:moveTo>
                <a:lnTo>
                  <a:pt x="233601" y="83461"/>
                </a:lnTo>
                <a:lnTo>
                  <a:pt x="236870" y="83461"/>
                </a:lnTo>
                <a:lnTo>
                  <a:pt x="238538" y="85162"/>
                </a:lnTo>
                <a:lnTo>
                  <a:pt x="234301" y="85162"/>
                </a:lnTo>
                <a:lnTo>
                  <a:pt x="231332" y="88131"/>
                </a:lnTo>
                <a:close/>
                <a:moveTo>
                  <a:pt x="236636" y="82126"/>
                </a:moveTo>
                <a:lnTo>
                  <a:pt x="235302" y="80792"/>
                </a:lnTo>
                <a:lnTo>
                  <a:pt x="235302" y="78791"/>
                </a:lnTo>
                <a:lnTo>
                  <a:pt x="236736" y="77356"/>
                </a:lnTo>
                <a:lnTo>
                  <a:pt x="238604" y="77356"/>
                </a:lnTo>
                <a:lnTo>
                  <a:pt x="236636" y="79324"/>
                </a:lnTo>
                <a:close/>
                <a:moveTo>
                  <a:pt x="236736" y="76589"/>
                </a:moveTo>
                <a:lnTo>
                  <a:pt x="235302" y="75155"/>
                </a:lnTo>
                <a:lnTo>
                  <a:pt x="235302" y="73153"/>
                </a:lnTo>
                <a:lnTo>
                  <a:pt x="236636" y="71819"/>
                </a:lnTo>
                <a:lnTo>
                  <a:pt x="236636" y="74621"/>
                </a:lnTo>
                <a:lnTo>
                  <a:pt x="238604" y="76589"/>
                </a:lnTo>
                <a:close/>
                <a:moveTo>
                  <a:pt x="234768" y="72586"/>
                </a:moveTo>
                <a:lnTo>
                  <a:pt x="232733" y="72586"/>
                </a:lnTo>
                <a:lnTo>
                  <a:pt x="231332" y="71152"/>
                </a:lnTo>
                <a:lnTo>
                  <a:pt x="231332" y="69317"/>
                </a:lnTo>
                <a:lnTo>
                  <a:pt x="233300" y="71285"/>
                </a:lnTo>
                <a:lnTo>
                  <a:pt x="236069" y="71285"/>
                </a:lnTo>
                <a:close/>
                <a:moveTo>
                  <a:pt x="231332" y="54974"/>
                </a:moveTo>
                <a:lnTo>
                  <a:pt x="233601" y="52672"/>
                </a:lnTo>
                <a:lnTo>
                  <a:pt x="236870" y="52672"/>
                </a:lnTo>
                <a:lnTo>
                  <a:pt x="238538" y="54373"/>
                </a:lnTo>
                <a:lnTo>
                  <a:pt x="234301" y="54373"/>
                </a:lnTo>
                <a:lnTo>
                  <a:pt x="231332" y="57342"/>
                </a:lnTo>
                <a:close/>
                <a:moveTo>
                  <a:pt x="236636" y="51338"/>
                </a:moveTo>
                <a:lnTo>
                  <a:pt x="235302" y="50003"/>
                </a:lnTo>
                <a:lnTo>
                  <a:pt x="235302" y="48002"/>
                </a:lnTo>
                <a:lnTo>
                  <a:pt x="236736" y="46568"/>
                </a:lnTo>
                <a:lnTo>
                  <a:pt x="238604" y="46568"/>
                </a:lnTo>
                <a:lnTo>
                  <a:pt x="236636" y="48536"/>
                </a:lnTo>
                <a:close/>
                <a:moveTo>
                  <a:pt x="236736" y="45800"/>
                </a:moveTo>
                <a:lnTo>
                  <a:pt x="235302" y="44366"/>
                </a:lnTo>
                <a:lnTo>
                  <a:pt x="235302" y="42365"/>
                </a:lnTo>
                <a:lnTo>
                  <a:pt x="236636" y="41030"/>
                </a:lnTo>
                <a:lnTo>
                  <a:pt x="236636" y="43832"/>
                </a:lnTo>
                <a:lnTo>
                  <a:pt x="238604" y="45800"/>
                </a:lnTo>
                <a:lnTo>
                  <a:pt x="236736" y="45800"/>
                </a:lnTo>
                <a:close/>
                <a:moveTo>
                  <a:pt x="234768" y="41797"/>
                </a:moveTo>
                <a:lnTo>
                  <a:pt x="232733" y="41797"/>
                </a:lnTo>
                <a:lnTo>
                  <a:pt x="231332" y="40363"/>
                </a:lnTo>
                <a:lnTo>
                  <a:pt x="231332" y="38495"/>
                </a:lnTo>
                <a:lnTo>
                  <a:pt x="233300" y="40463"/>
                </a:lnTo>
                <a:lnTo>
                  <a:pt x="236069" y="40463"/>
                </a:lnTo>
                <a:close/>
                <a:moveTo>
                  <a:pt x="231332" y="24185"/>
                </a:moveTo>
                <a:lnTo>
                  <a:pt x="233601" y="21883"/>
                </a:lnTo>
                <a:lnTo>
                  <a:pt x="236870" y="21883"/>
                </a:lnTo>
                <a:lnTo>
                  <a:pt x="238538" y="23551"/>
                </a:lnTo>
                <a:lnTo>
                  <a:pt x="234301" y="23551"/>
                </a:lnTo>
                <a:lnTo>
                  <a:pt x="231332" y="26553"/>
                </a:lnTo>
                <a:close/>
                <a:moveTo>
                  <a:pt x="236636" y="20549"/>
                </a:moveTo>
                <a:lnTo>
                  <a:pt x="235302" y="19215"/>
                </a:lnTo>
                <a:lnTo>
                  <a:pt x="235302" y="17213"/>
                </a:lnTo>
                <a:lnTo>
                  <a:pt x="236736" y="15779"/>
                </a:lnTo>
                <a:lnTo>
                  <a:pt x="238604" y="15779"/>
                </a:lnTo>
                <a:lnTo>
                  <a:pt x="236636" y="17747"/>
                </a:lnTo>
                <a:close/>
                <a:moveTo>
                  <a:pt x="236736" y="15012"/>
                </a:moveTo>
                <a:lnTo>
                  <a:pt x="235302" y="13577"/>
                </a:lnTo>
                <a:lnTo>
                  <a:pt x="235302" y="11576"/>
                </a:lnTo>
                <a:lnTo>
                  <a:pt x="236636" y="10242"/>
                </a:lnTo>
                <a:lnTo>
                  <a:pt x="236636" y="13010"/>
                </a:lnTo>
                <a:lnTo>
                  <a:pt x="238604" y="14978"/>
                </a:lnTo>
                <a:lnTo>
                  <a:pt x="236736" y="14978"/>
                </a:lnTo>
                <a:close/>
                <a:moveTo>
                  <a:pt x="234768" y="11009"/>
                </a:moveTo>
                <a:lnTo>
                  <a:pt x="232733" y="11009"/>
                </a:lnTo>
                <a:lnTo>
                  <a:pt x="231332" y="9574"/>
                </a:lnTo>
                <a:lnTo>
                  <a:pt x="231332" y="7706"/>
                </a:lnTo>
                <a:lnTo>
                  <a:pt x="233300" y="9675"/>
                </a:lnTo>
                <a:lnTo>
                  <a:pt x="236069" y="9675"/>
                </a:lnTo>
                <a:close/>
                <a:moveTo>
                  <a:pt x="230532" y="6606"/>
                </a:moveTo>
                <a:lnTo>
                  <a:pt x="228230" y="8874"/>
                </a:lnTo>
                <a:lnTo>
                  <a:pt x="224995" y="8874"/>
                </a:lnTo>
                <a:lnTo>
                  <a:pt x="223327" y="7206"/>
                </a:lnTo>
                <a:lnTo>
                  <a:pt x="227396" y="7206"/>
                </a:lnTo>
                <a:lnTo>
                  <a:pt x="227663" y="7106"/>
                </a:lnTo>
                <a:lnTo>
                  <a:pt x="230532" y="4237"/>
                </a:lnTo>
                <a:close/>
                <a:moveTo>
                  <a:pt x="224427" y="9441"/>
                </a:moveTo>
                <a:lnTo>
                  <a:pt x="224427" y="12710"/>
                </a:lnTo>
                <a:lnTo>
                  <a:pt x="222126" y="15012"/>
                </a:lnTo>
                <a:lnTo>
                  <a:pt x="219757" y="15012"/>
                </a:lnTo>
                <a:lnTo>
                  <a:pt x="222760" y="12010"/>
                </a:lnTo>
                <a:lnTo>
                  <a:pt x="222760" y="7773"/>
                </a:lnTo>
                <a:close/>
                <a:moveTo>
                  <a:pt x="211285" y="15012"/>
                </a:moveTo>
                <a:lnTo>
                  <a:pt x="208916" y="15012"/>
                </a:lnTo>
                <a:lnTo>
                  <a:pt x="206648" y="12710"/>
                </a:lnTo>
                <a:lnTo>
                  <a:pt x="206648" y="9441"/>
                </a:lnTo>
                <a:lnTo>
                  <a:pt x="208316" y="7773"/>
                </a:lnTo>
                <a:lnTo>
                  <a:pt x="208316" y="12010"/>
                </a:lnTo>
                <a:close/>
                <a:moveTo>
                  <a:pt x="206081" y="8907"/>
                </a:moveTo>
                <a:lnTo>
                  <a:pt x="202812" y="8907"/>
                </a:lnTo>
                <a:lnTo>
                  <a:pt x="200544" y="6606"/>
                </a:lnTo>
                <a:lnTo>
                  <a:pt x="200544" y="4237"/>
                </a:lnTo>
                <a:lnTo>
                  <a:pt x="203412" y="7106"/>
                </a:lnTo>
                <a:lnTo>
                  <a:pt x="203679" y="7206"/>
                </a:lnTo>
                <a:lnTo>
                  <a:pt x="207749" y="7206"/>
                </a:lnTo>
                <a:close/>
                <a:moveTo>
                  <a:pt x="199743" y="6606"/>
                </a:moveTo>
                <a:lnTo>
                  <a:pt x="197441" y="8874"/>
                </a:lnTo>
                <a:lnTo>
                  <a:pt x="194206" y="8874"/>
                </a:lnTo>
                <a:lnTo>
                  <a:pt x="192538" y="7206"/>
                </a:lnTo>
                <a:lnTo>
                  <a:pt x="196741" y="7206"/>
                </a:lnTo>
                <a:lnTo>
                  <a:pt x="199743" y="4237"/>
                </a:lnTo>
                <a:close/>
                <a:moveTo>
                  <a:pt x="193639" y="9441"/>
                </a:moveTo>
                <a:lnTo>
                  <a:pt x="193639" y="12710"/>
                </a:lnTo>
                <a:lnTo>
                  <a:pt x="191337" y="15012"/>
                </a:lnTo>
                <a:lnTo>
                  <a:pt x="188969" y="15012"/>
                </a:lnTo>
                <a:lnTo>
                  <a:pt x="191971" y="12010"/>
                </a:lnTo>
                <a:lnTo>
                  <a:pt x="191971" y="7773"/>
                </a:lnTo>
                <a:close/>
                <a:moveTo>
                  <a:pt x="180496" y="15012"/>
                </a:moveTo>
                <a:lnTo>
                  <a:pt x="178128" y="15012"/>
                </a:lnTo>
                <a:lnTo>
                  <a:pt x="175826" y="12710"/>
                </a:lnTo>
                <a:lnTo>
                  <a:pt x="175826" y="9441"/>
                </a:lnTo>
                <a:lnTo>
                  <a:pt x="177527" y="7773"/>
                </a:lnTo>
                <a:lnTo>
                  <a:pt x="177527" y="12010"/>
                </a:lnTo>
                <a:close/>
                <a:moveTo>
                  <a:pt x="175292" y="8907"/>
                </a:moveTo>
                <a:lnTo>
                  <a:pt x="172023" y="8907"/>
                </a:lnTo>
                <a:lnTo>
                  <a:pt x="169755" y="6606"/>
                </a:lnTo>
                <a:lnTo>
                  <a:pt x="169755" y="4237"/>
                </a:lnTo>
                <a:lnTo>
                  <a:pt x="172724" y="7206"/>
                </a:lnTo>
                <a:lnTo>
                  <a:pt x="176960" y="7206"/>
                </a:lnTo>
                <a:close/>
                <a:moveTo>
                  <a:pt x="168954" y="6606"/>
                </a:moveTo>
                <a:lnTo>
                  <a:pt x="166653" y="8874"/>
                </a:lnTo>
                <a:lnTo>
                  <a:pt x="163417" y="8874"/>
                </a:lnTo>
                <a:lnTo>
                  <a:pt x="161716" y="7206"/>
                </a:lnTo>
                <a:lnTo>
                  <a:pt x="165786" y="7206"/>
                </a:lnTo>
                <a:lnTo>
                  <a:pt x="166086" y="7106"/>
                </a:lnTo>
                <a:lnTo>
                  <a:pt x="168954" y="4237"/>
                </a:lnTo>
                <a:close/>
                <a:moveTo>
                  <a:pt x="162850" y="9441"/>
                </a:moveTo>
                <a:lnTo>
                  <a:pt x="162850" y="12710"/>
                </a:lnTo>
                <a:lnTo>
                  <a:pt x="160548" y="15012"/>
                </a:lnTo>
                <a:lnTo>
                  <a:pt x="158180" y="15012"/>
                </a:lnTo>
                <a:lnTo>
                  <a:pt x="161182" y="12010"/>
                </a:lnTo>
                <a:lnTo>
                  <a:pt x="161182" y="7773"/>
                </a:lnTo>
                <a:close/>
                <a:moveTo>
                  <a:pt x="149707" y="15012"/>
                </a:moveTo>
                <a:lnTo>
                  <a:pt x="147339" y="15012"/>
                </a:lnTo>
                <a:lnTo>
                  <a:pt x="145037" y="12710"/>
                </a:lnTo>
                <a:lnTo>
                  <a:pt x="145037" y="9441"/>
                </a:lnTo>
                <a:lnTo>
                  <a:pt x="146739" y="7773"/>
                </a:lnTo>
                <a:lnTo>
                  <a:pt x="146739" y="12010"/>
                </a:lnTo>
                <a:close/>
                <a:moveTo>
                  <a:pt x="144504" y="8907"/>
                </a:moveTo>
                <a:lnTo>
                  <a:pt x="141235" y="8907"/>
                </a:lnTo>
                <a:lnTo>
                  <a:pt x="138933" y="6606"/>
                </a:lnTo>
                <a:lnTo>
                  <a:pt x="138933" y="4237"/>
                </a:lnTo>
                <a:lnTo>
                  <a:pt x="141835" y="7106"/>
                </a:lnTo>
                <a:lnTo>
                  <a:pt x="142102" y="7206"/>
                </a:lnTo>
                <a:lnTo>
                  <a:pt x="146172" y="7206"/>
                </a:lnTo>
                <a:close/>
                <a:moveTo>
                  <a:pt x="138166" y="6606"/>
                </a:moveTo>
                <a:lnTo>
                  <a:pt x="135864" y="8874"/>
                </a:lnTo>
                <a:lnTo>
                  <a:pt x="132629" y="8874"/>
                </a:lnTo>
                <a:lnTo>
                  <a:pt x="130927" y="7206"/>
                </a:lnTo>
                <a:lnTo>
                  <a:pt x="135164" y="7206"/>
                </a:lnTo>
                <a:lnTo>
                  <a:pt x="138166" y="4237"/>
                </a:lnTo>
                <a:close/>
                <a:moveTo>
                  <a:pt x="132061" y="9441"/>
                </a:moveTo>
                <a:lnTo>
                  <a:pt x="132061" y="12710"/>
                </a:lnTo>
                <a:lnTo>
                  <a:pt x="129760" y="15012"/>
                </a:lnTo>
                <a:lnTo>
                  <a:pt x="127391" y="15012"/>
                </a:lnTo>
                <a:lnTo>
                  <a:pt x="130394" y="12010"/>
                </a:lnTo>
                <a:lnTo>
                  <a:pt x="130394" y="7773"/>
                </a:lnTo>
                <a:close/>
                <a:moveTo>
                  <a:pt x="118919" y="15012"/>
                </a:moveTo>
                <a:lnTo>
                  <a:pt x="116550" y="15012"/>
                </a:lnTo>
                <a:lnTo>
                  <a:pt x="114249" y="12710"/>
                </a:lnTo>
                <a:lnTo>
                  <a:pt x="114249" y="9441"/>
                </a:lnTo>
                <a:lnTo>
                  <a:pt x="115950" y="7773"/>
                </a:lnTo>
                <a:lnTo>
                  <a:pt x="115950" y="12010"/>
                </a:lnTo>
                <a:close/>
                <a:moveTo>
                  <a:pt x="113682" y="8907"/>
                </a:moveTo>
                <a:lnTo>
                  <a:pt x="110446" y="8907"/>
                </a:lnTo>
                <a:lnTo>
                  <a:pt x="108144" y="6606"/>
                </a:lnTo>
                <a:lnTo>
                  <a:pt x="108144" y="4237"/>
                </a:lnTo>
                <a:lnTo>
                  <a:pt x="111147" y="7206"/>
                </a:lnTo>
                <a:lnTo>
                  <a:pt x="115383" y="7206"/>
                </a:lnTo>
                <a:close/>
                <a:moveTo>
                  <a:pt x="107377" y="6606"/>
                </a:moveTo>
                <a:lnTo>
                  <a:pt x="105076" y="8874"/>
                </a:lnTo>
                <a:lnTo>
                  <a:pt x="101840" y="8874"/>
                </a:lnTo>
                <a:lnTo>
                  <a:pt x="100139" y="7206"/>
                </a:lnTo>
                <a:lnTo>
                  <a:pt x="104208" y="7206"/>
                </a:lnTo>
                <a:lnTo>
                  <a:pt x="104475" y="7106"/>
                </a:lnTo>
                <a:lnTo>
                  <a:pt x="107377" y="4237"/>
                </a:lnTo>
                <a:lnTo>
                  <a:pt x="107377" y="6606"/>
                </a:lnTo>
                <a:close/>
                <a:moveTo>
                  <a:pt x="101273" y="9441"/>
                </a:moveTo>
                <a:lnTo>
                  <a:pt x="101273" y="12710"/>
                </a:lnTo>
                <a:lnTo>
                  <a:pt x="98971" y="15012"/>
                </a:lnTo>
                <a:lnTo>
                  <a:pt x="96603" y="15012"/>
                </a:lnTo>
                <a:lnTo>
                  <a:pt x="99605" y="12010"/>
                </a:lnTo>
                <a:lnTo>
                  <a:pt x="99605" y="7773"/>
                </a:lnTo>
                <a:close/>
                <a:moveTo>
                  <a:pt x="88130" y="15012"/>
                </a:moveTo>
                <a:lnTo>
                  <a:pt x="85762" y="15012"/>
                </a:lnTo>
                <a:lnTo>
                  <a:pt x="83460" y="12710"/>
                </a:lnTo>
                <a:lnTo>
                  <a:pt x="83460" y="9441"/>
                </a:lnTo>
                <a:lnTo>
                  <a:pt x="85128" y="7773"/>
                </a:lnTo>
                <a:lnTo>
                  <a:pt x="85128" y="12010"/>
                </a:lnTo>
                <a:close/>
                <a:moveTo>
                  <a:pt x="82893" y="8907"/>
                </a:moveTo>
                <a:lnTo>
                  <a:pt x="79657" y="8907"/>
                </a:lnTo>
                <a:lnTo>
                  <a:pt x="77356" y="6606"/>
                </a:lnTo>
                <a:lnTo>
                  <a:pt x="77356" y="4237"/>
                </a:lnTo>
                <a:lnTo>
                  <a:pt x="80224" y="7106"/>
                </a:lnTo>
                <a:lnTo>
                  <a:pt x="80525" y="7206"/>
                </a:lnTo>
                <a:lnTo>
                  <a:pt x="84594" y="7206"/>
                </a:lnTo>
                <a:close/>
                <a:moveTo>
                  <a:pt x="76589" y="6606"/>
                </a:moveTo>
                <a:lnTo>
                  <a:pt x="74287" y="8874"/>
                </a:lnTo>
                <a:lnTo>
                  <a:pt x="71018" y="8874"/>
                </a:lnTo>
                <a:lnTo>
                  <a:pt x="69350" y="7206"/>
                </a:lnTo>
                <a:lnTo>
                  <a:pt x="73586" y="7206"/>
                </a:lnTo>
                <a:lnTo>
                  <a:pt x="76589" y="4237"/>
                </a:lnTo>
                <a:close/>
                <a:moveTo>
                  <a:pt x="70484" y="9441"/>
                </a:moveTo>
                <a:lnTo>
                  <a:pt x="70484" y="12710"/>
                </a:lnTo>
                <a:lnTo>
                  <a:pt x="68183" y="15012"/>
                </a:lnTo>
                <a:lnTo>
                  <a:pt x="65814" y="15012"/>
                </a:lnTo>
                <a:lnTo>
                  <a:pt x="68816" y="12010"/>
                </a:lnTo>
                <a:lnTo>
                  <a:pt x="68816" y="7773"/>
                </a:lnTo>
                <a:close/>
                <a:moveTo>
                  <a:pt x="57341" y="15012"/>
                </a:moveTo>
                <a:lnTo>
                  <a:pt x="54973" y="15012"/>
                </a:lnTo>
                <a:lnTo>
                  <a:pt x="52671" y="12710"/>
                </a:lnTo>
                <a:lnTo>
                  <a:pt x="52671" y="9441"/>
                </a:lnTo>
                <a:lnTo>
                  <a:pt x="54339" y="7773"/>
                </a:lnTo>
                <a:lnTo>
                  <a:pt x="54339" y="12010"/>
                </a:lnTo>
                <a:close/>
                <a:moveTo>
                  <a:pt x="52104" y="8907"/>
                </a:moveTo>
                <a:lnTo>
                  <a:pt x="48869" y="8907"/>
                </a:lnTo>
                <a:lnTo>
                  <a:pt x="46567" y="6606"/>
                </a:lnTo>
                <a:lnTo>
                  <a:pt x="46567" y="4237"/>
                </a:lnTo>
                <a:lnTo>
                  <a:pt x="49569" y="7206"/>
                </a:lnTo>
                <a:lnTo>
                  <a:pt x="53806" y="7206"/>
                </a:lnTo>
                <a:close/>
                <a:moveTo>
                  <a:pt x="45767" y="6606"/>
                </a:moveTo>
                <a:lnTo>
                  <a:pt x="43498" y="8874"/>
                </a:lnTo>
                <a:lnTo>
                  <a:pt x="40229" y="8874"/>
                </a:lnTo>
                <a:lnTo>
                  <a:pt x="38561" y="7206"/>
                </a:lnTo>
                <a:lnTo>
                  <a:pt x="42631" y="7206"/>
                </a:lnTo>
                <a:lnTo>
                  <a:pt x="42898" y="7106"/>
                </a:lnTo>
                <a:lnTo>
                  <a:pt x="45767" y="4237"/>
                </a:lnTo>
                <a:close/>
                <a:moveTo>
                  <a:pt x="39696" y="9441"/>
                </a:moveTo>
                <a:lnTo>
                  <a:pt x="39696" y="12710"/>
                </a:lnTo>
                <a:lnTo>
                  <a:pt x="37394" y="15012"/>
                </a:lnTo>
                <a:lnTo>
                  <a:pt x="35026" y="15012"/>
                </a:lnTo>
                <a:lnTo>
                  <a:pt x="37994" y="12010"/>
                </a:lnTo>
                <a:lnTo>
                  <a:pt x="37994" y="7773"/>
                </a:lnTo>
                <a:close/>
                <a:moveTo>
                  <a:pt x="26553" y="15012"/>
                </a:moveTo>
                <a:lnTo>
                  <a:pt x="24184" y="15012"/>
                </a:lnTo>
                <a:lnTo>
                  <a:pt x="21883" y="12710"/>
                </a:lnTo>
                <a:lnTo>
                  <a:pt x="21883" y="9441"/>
                </a:lnTo>
                <a:lnTo>
                  <a:pt x="23551" y="7773"/>
                </a:lnTo>
                <a:lnTo>
                  <a:pt x="23551" y="12010"/>
                </a:lnTo>
                <a:close/>
                <a:moveTo>
                  <a:pt x="21316" y="8907"/>
                </a:moveTo>
                <a:lnTo>
                  <a:pt x="18080" y="8907"/>
                </a:lnTo>
                <a:lnTo>
                  <a:pt x="15778" y="6606"/>
                </a:lnTo>
                <a:lnTo>
                  <a:pt x="15778" y="4237"/>
                </a:lnTo>
                <a:lnTo>
                  <a:pt x="18647" y="7106"/>
                </a:lnTo>
                <a:lnTo>
                  <a:pt x="18914" y="7206"/>
                </a:lnTo>
                <a:lnTo>
                  <a:pt x="22984" y="7206"/>
                </a:lnTo>
                <a:close/>
                <a:moveTo>
                  <a:pt x="14978" y="6606"/>
                </a:moveTo>
                <a:lnTo>
                  <a:pt x="12710" y="8874"/>
                </a:lnTo>
                <a:lnTo>
                  <a:pt x="9441" y="8874"/>
                </a:lnTo>
                <a:lnTo>
                  <a:pt x="7773" y="7206"/>
                </a:lnTo>
                <a:lnTo>
                  <a:pt x="12009" y="7206"/>
                </a:lnTo>
                <a:lnTo>
                  <a:pt x="14978" y="4237"/>
                </a:lnTo>
                <a:lnTo>
                  <a:pt x="14978" y="6606"/>
                </a:lnTo>
                <a:close/>
                <a:moveTo>
                  <a:pt x="9441" y="21883"/>
                </a:moveTo>
                <a:lnTo>
                  <a:pt x="12710" y="21883"/>
                </a:lnTo>
                <a:lnTo>
                  <a:pt x="14978" y="24185"/>
                </a:lnTo>
                <a:lnTo>
                  <a:pt x="14978" y="26553"/>
                </a:lnTo>
                <a:lnTo>
                  <a:pt x="12009" y="23551"/>
                </a:lnTo>
                <a:lnTo>
                  <a:pt x="7773" y="23551"/>
                </a:lnTo>
                <a:close/>
                <a:moveTo>
                  <a:pt x="14978" y="33892"/>
                </a:moveTo>
                <a:lnTo>
                  <a:pt x="11675" y="37228"/>
                </a:lnTo>
                <a:lnTo>
                  <a:pt x="6972" y="37228"/>
                </a:lnTo>
                <a:lnTo>
                  <a:pt x="5438" y="35693"/>
                </a:lnTo>
                <a:lnTo>
                  <a:pt x="11042" y="35693"/>
                </a:lnTo>
                <a:lnTo>
                  <a:pt x="14978" y="31757"/>
                </a:lnTo>
                <a:lnTo>
                  <a:pt x="14978" y="33892"/>
                </a:lnTo>
                <a:close/>
                <a:moveTo>
                  <a:pt x="7206" y="42631"/>
                </a:moveTo>
                <a:lnTo>
                  <a:pt x="7206" y="38562"/>
                </a:lnTo>
                <a:lnTo>
                  <a:pt x="8873" y="40230"/>
                </a:lnTo>
                <a:lnTo>
                  <a:pt x="8873" y="43499"/>
                </a:lnTo>
                <a:lnTo>
                  <a:pt x="6605" y="45800"/>
                </a:lnTo>
                <a:lnTo>
                  <a:pt x="4237" y="45800"/>
                </a:lnTo>
                <a:lnTo>
                  <a:pt x="7106" y="42932"/>
                </a:lnTo>
                <a:close/>
                <a:moveTo>
                  <a:pt x="6605" y="46568"/>
                </a:moveTo>
                <a:lnTo>
                  <a:pt x="8873" y="48869"/>
                </a:lnTo>
                <a:lnTo>
                  <a:pt x="8873" y="52105"/>
                </a:lnTo>
                <a:lnTo>
                  <a:pt x="7206" y="53806"/>
                </a:lnTo>
                <a:lnTo>
                  <a:pt x="7206" y="49570"/>
                </a:lnTo>
                <a:lnTo>
                  <a:pt x="4203" y="46568"/>
                </a:lnTo>
                <a:close/>
                <a:moveTo>
                  <a:pt x="9441" y="52672"/>
                </a:moveTo>
                <a:lnTo>
                  <a:pt x="12710" y="52672"/>
                </a:lnTo>
                <a:lnTo>
                  <a:pt x="14978" y="54974"/>
                </a:lnTo>
                <a:lnTo>
                  <a:pt x="14978" y="57342"/>
                </a:lnTo>
                <a:lnTo>
                  <a:pt x="12009" y="54340"/>
                </a:lnTo>
                <a:lnTo>
                  <a:pt x="7773" y="54340"/>
                </a:lnTo>
                <a:close/>
                <a:moveTo>
                  <a:pt x="14978" y="64714"/>
                </a:moveTo>
                <a:lnTo>
                  <a:pt x="11675" y="68016"/>
                </a:lnTo>
                <a:lnTo>
                  <a:pt x="6972" y="68016"/>
                </a:lnTo>
                <a:lnTo>
                  <a:pt x="5438" y="66482"/>
                </a:lnTo>
                <a:lnTo>
                  <a:pt x="11042" y="66482"/>
                </a:lnTo>
                <a:lnTo>
                  <a:pt x="14978" y="62546"/>
                </a:lnTo>
                <a:lnTo>
                  <a:pt x="14978" y="64714"/>
                </a:lnTo>
                <a:close/>
                <a:moveTo>
                  <a:pt x="7206" y="69351"/>
                </a:moveTo>
                <a:lnTo>
                  <a:pt x="8873" y="71052"/>
                </a:lnTo>
                <a:lnTo>
                  <a:pt x="8873" y="74287"/>
                </a:lnTo>
                <a:lnTo>
                  <a:pt x="6605" y="76589"/>
                </a:lnTo>
                <a:lnTo>
                  <a:pt x="4237" y="76589"/>
                </a:lnTo>
                <a:lnTo>
                  <a:pt x="7206" y="73587"/>
                </a:lnTo>
                <a:lnTo>
                  <a:pt x="7206" y="69351"/>
                </a:lnTo>
                <a:close/>
                <a:moveTo>
                  <a:pt x="9441" y="83461"/>
                </a:moveTo>
                <a:lnTo>
                  <a:pt x="12710" y="83461"/>
                </a:lnTo>
                <a:lnTo>
                  <a:pt x="14978" y="85762"/>
                </a:lnTo>
                <a:lnTo>
                  <a:pt x="14978" y="88131"/>
                </a:lnTo>
                <a:lnTo>
                  <a:pt x="12009" y="85129"/>
                </a:lnTo>
                <a:lnTo>
                  <a:pt x="7773" y="85129"/>
                </a:lnTo>
                <a:close/>
                <a:moveTo>
                  <a:pt x="14978" y="95503"/>
                </a:moveTo>
                <a:lnTo>
                  <a:pt x="11675" y="98805"/>
                </a:lnTo>
                <a:lnTo>
                  <a:pt x="6972" y="98805"/>
                </a:lnTo>
                <a:lnTo>
                  <a:pt x="5438" y="97271"/>
                </a:lnTo>
                <a:lnTo>
                  <a:pt x="11042" y="97271"/>
                </a:lnTo>
                <a:lnTo>
                  <a:pt x="14978" y="93334"/>
                </a:lnTo>
                <a:lnTo>
                  <a:pt x="14978" y="95503"/>
                </a:lnTo>
                <a:close/>
                <a:moveTo>
                  <a:pt x="7206" y="104209"/>
                </a:moveTo>
                <a:lnTo>
                  <a:pt x="7206" y="100139"/>
                </a:lnTo>
                <a:lnTo>
                  <a:pt x="8873" y="101840"/>
                </a:lnTo>
                <a:lnTo>
                  <a:pt x="8873" y="105076"/>
                </a:lnTo>
                <a:lnTo>
                  <a:pt x="6605" y="107378"/>
                </a:lnTo>
                <a:lnTo>
                  <a:pt x="4237" y="107378"/>
                </a:lnTo>
                <a:lnTo>
                  <a:pt x="7106" y="104509"/>
                </a:lnTo>
                <a:close/>
                <a:moveTo>
                  <a:pt x="6605" y="108178"/>
                </a:moveTo>
                <a:lnTo>
                  <a:pt x="8873" y="110447"/>
                </a:lnTo>
                <a:lnTo>
                  <a:pt x="8873" y="113716"/>
                </a:lnTo>
                <a:lnTo>
                  <a:pt x="7206" y="115384"/>
                </a:lnTo>
                <a:lnTo>
                  <a:pt x="7206" y="111147"/>
                </a:lnTo>
                <a:lnTo>
                  <a:pt x="4203" y="108145"/>
                </a:lnTo>
                <a:lnTo>
                  <a:pt x="6605" y="108145"/>
                </a:lnTo>
                <a:close/>
                <a:moveTo>
                  <a:pt x="9441" y="114249"/>
                </a:moveTo>
                <a:lnTo>
                  <a:pt x="12710" y="114249"/>
                </a:lnTo>
                <a:lnTo>
                  <a:pt x="14978" y="116551"/>
                </a:lnTo>
                <a:lnTo>
                  <a:pt x="14978" y="118919"/>
                </a:lnTo>
                <a:lnTo>
                  <a:pt x="12009" y="115951"/>
                </a:lnTo>
                <a:lnTo>
                  <a:pt x="7773" y="115951"/>
                </a:lnTo>
                <a:close/>
                <a:moveTo>
                  <a:pt x="15778" y="116551"/>
                </a:moveTo>
                <a:lnTo>
                  <a:pt x="18080" y="114249"/>
                </a:lnTo>
                <a:lnTo>
                  <a:pt x="21316" y="114249"/>
                </a:lnTo>
                <a:lnTo>
                  <a:pt x="22984" y="115951"/>
                </a:lnTo>
                <a:lnTo>
                  <a:pt x="18947" y="115951"/>
                </a:lnTo>
                <a:lnTo>
                  <a:pt x="18647" y="116051"/>
                </a:lnTo>
                <a:lnTo>
                  <a:pt x="15778" y="118919"/>
                </a:lnTo>
                <a:close/>
                <a:moveTo>
                  <a:pt x="21883" y="113716"/>
                </a:moveTo>
                <a:lnTo>
                  <a:pt x="21883" y="110447"/>
                </a:lnTo>
                <a:lnTo>
                  <a:pt x="24184" y="108178"/>
                </a:lnTo>
                <a:lnTo>
                  <a:pt x="26553" y="108178"/>
                </a:lnTo>
                <a:lnTo>
                  <a:pt x="23551" y="111147"/>
                </a:lnTo>
                <a:lnTo>
                  <a:pt x="23551" y="115384"/>
                </a:lnTo>
                <a:close/>
                <a:moveTo>
                  <a:pt x="35026" y="108178"/>
                </a:moveTo>
                <a:lnTo>
                  <a:pt x="37394" y="108178"/>
                </a:lnTo>
                <a:lnTo>
                  <a:pt x="39696" y="110447"/>
                </a:lnTo>
                <a:lnTo>
                  <a:pt x="39696" y="113716"/>
                </a:lnTo>
                <a:lnTo>
                  <a:pt x="37994" y="115384"/>
                </a:lnTo>
                <a:lnTo>
                  <a:pt x="37994" y="111147"/>
                </a:lnTo>
                <a:close/>
                <a:moveTo>
                  <a:pt x="40229" y="114249"/>
                </a:moveTo>
                <a:lnTo>
                  <a:pt x="43498" y="114249"/>
                </a:lnTo>
                <a:lnTo>
                  <a:pt x="45767" y="116551"/>
                </a:lnTo>
                <a:lnTo>
                  <a:pt x="45767" y="118919"/>
                </a:lnTo>
                <a:lnTo>
                  <a:pt x="42898" y="116051"/>
                </a:lnTo>
                <a:lnTo>
                  <a:pt x="42631" y="115951"/>
                </a:lnTo>
                <a:lnTo>
                  <a:pt x="38561" y="115951"/>
                </a:lnTo>
                <a:close/>
                <a:moveTo>
                  <a:pt x="46567" y="116551"/>
                </a:moveTo>
                <a:lnTo>
                  <a:pt x="48869" y="114249"/>
                </a:lnTo>
                <a:lnTo>
                  <a:pt x="52104" y="114249"/>
                </a:lnTo>
                <a:lnTo>
                  <a:pt x="53806" y="115951"/>
                </a:lnTo>
                <a:lnTo>
                  <a:pt x="49569" y="115951"/>
                </a:lnTo>
                <a:lnTo>
                  <a:pt x="46567" y="118919"/>
                </a:lnTo>
                <a:close/>
                <a:moveTo>
                  <a:pt x="52671" y="113716"/>
                </a:moveTo>
                <a:lnTo>
                  <a:pt x="52671" y="110447"/>
                </a:lnTo>
                <a:lnTo>
                  <a:pt x="54973" y="108178"/>
                </a:lnTo>
                <a:lnTo>
                  <a:pt x="57341" y="108178"/>
                </a:lnTo>
                <a:lnTo>
                  <a:pt x="54339" y="111147"/>
                </a:lnTo>
                <a:lnTo>
                  <a:pt x="54339" y="115384"/>
                </a:lnTo>
                <a:close/>
                <a:moveTo>
                  <a:pt x="65814" y="108178"/>
                </a:moveTo>
                <a:lnTo>
                  <a:pt x="68183" y="108178"/>
                </a:lnTo>
                <a:lnTo>
                  <a:pt x="70484" y="110447"/>
                </a:lnTo>
                <a:lnTo>
                  <a:pt x="70484" y="113716"/>
                </a:lnTo>
                <a:lnTo>
                  <a:pt x="68783" y="115384"/>
                </a:lnTo>
                <a:lnTo>
                  <a:pt x="68783" y="111147"/>
                </a:lnTo>
                <a:close/>
                <a:moveTo>
                  <a:pt x="71018" y="114249"/>
                </a:moveTo>
                <a:lnTo>
                  <a:pt x="74287" y="114249"/>
                </a:lnTo>
                <a:lnTo>
                  <a:pt x="76555" y="116551"/>
                </a:lnTo>
                <a:lnTo>
                  <a:pt x="76555" y="118919"/>
                </a:lnTo>
                <a:lnTo>
                  <a:pt x="73586" y="115951"/>
                </a:lnTo>
                <a:lnTo>
                  <a:pt x="69350" y="115951"/>
                </a:lnTo>
                <a:close/>
                <a:moveTo>
                  <a:pt x="77356" y="116551"/>
                </a:moveTo>
                <a:lnTo>
                  <a:pt x="79657" y="114249"/>
                </a:lnTo>
                <a:lnTo>
                  <a:pt x="82893" y="114249"/>
                </a:lnTo>
                <a:lnTo>
                  <a:pt x="84594" y="115951"/>
                </a:lnTo>
                <a:lnTo>
                  <a:pt x="80525" y="115951"/>
                </a:lnTo>
                <a:lnTo>
                  <a:pt x="80224" y="116051"/>
                </a:lnTo>
                <a:lnTo>
                  <a:pt x="77356" y="118919"/>
                </a:lnTo>
                <a:lnTo>
                  <a:pt x="77356" y="116551"/>
                </a:lnTo>
                <a:close/>
                <a:moveTo>
                  <a:pt x="83460" y="113716"/>
                </a:moveTo>
                <a:lnTo>
                  <a:pt x="83460" y="110447"/>
                </a:lnTo>
                <a:lnTo>
                  <a:pt x="85762" y="108178"/>
                </a:lnTo>
                <a:lnTo>
                  <a:pt x="88130" y="108178"/>
                </a:lnTo>
                <a:lnTo>
                  <a:pt x="85128" y="111147"/>
                </a:lnTo>
                <a:lnTo>
                  <a:pt x="85128" y="115384"/>
                </a:lnTo>
                <a:close/>
                <a:moveTo>
                  <a:pt x="96603" y="108178"/>
                </a:moveTo>
                <a:lnTo>
                  <a:pt x="98971" y="108178"/>
                </a:lnTo>
                <a:lnTo>
                  <a:pt x="101273" y="110447"/>
                </a:lnTo>
                <a:lnTo>
                  <a:pt x="101273" y="113716"/>
                </a:lnTo>
                <a:lnTo>
                  <a:pt x="99605" y="115384"/>
                </a:lnTo>
                <a:lnTo>
                  <a:pt x="99605" y="111147"/>
                </a:lnTo>
                <a:close/>
                <a:moveTo>
                  <a:pt x="101840" y="114249"/>
                </a:moveTo>
                <a:lnTo>
                  <a:pt x="105076" y="114249"/>
                </a:lnTo>
                <a:lnTo>
                  <a:pt x="107377" y="116551"/>
                </a:lnTo>
                <a:lnTo>
                  <a:pt x="107377" y="118919"/>
                </a:lnTo>
                <a:lnTo>
                  <a:pt x="104508" y="116051"/>
                </a:lnTo>
                <a:lnTo>
                  <a:pt x="104208" y="115951"/>
                </a:lnTo>
                <a:lnTo>
                  <a:pt x="100139" y="115951"/>
                </a:lnTo>
                <a:close/>
                <a:moveTo>
                  <a:pt x="108144" y="116551"/>
                </a:moveTo>
                <a:lnTo>
                  <a:pt x="110446" y="114249"/>
                </a:lnTo>
                <a:lnTo>
                  <a:pt x="113682" y="114249"/>
                </a:lnTo>
                <a:lnTo>
                  <a:pt x="115383" y="115951"/>
                </a:lnTo>
                <a:lnTo>
                  <a:pt x="111147" y="115951"/>
                </a:lnTo>
                <a:lnTo>
                  <a:pt x="108144" y="118919"/>
                </a:lnTo>
                <a:close/>
                <a:moveTo>
                  <a:pt x="114249" y="113716"/>
                </a:moveTo>
                <a:lnTo>
                  <a:pt x="114249" y="110447"/>
                </a:lnTo>
                <a:lnTo>
                  <a:pt x="116550" y="108178"/>
                </a:lnTo>
                <a:lnTo>
                  <a:pt x="118919" y="108178"/>
                </a:lnTo>
                <a:lnTo>
                  <a:pt x="115917" y="111147"/>
                </a:lnTo>
                <a:lnTo>
                  <a:pt x="115917" y="115384"/>
                </a:lnTo>
                <a:close/>
                <a:moveTo>
                  <a:pt x="127391" y="108178"/>
                </a:moveTo>
                <a:lnTo>
                  <a:pt x="129760" y="108178"/>
                </a:lnTo>
                <a:lnTo>
                  <a:pt x="132061" y="110447"/>
                </a:lnTo>
                <a:lnTo>
                  <a:pt x="132061" y="113716"/>
                </a:lnTo>
                <a:lnTo>
                  <a:pt x="130394" y="115384"/>
                </a:lnTo>
                <a:lnTo>
                  <a:pt x="130394" y="111147"/>
                </a:lnTo>
                <a:close/>
                <a:moveTo>
                  <a:pt x="132629" y="114249"/>
                </a:moveTo>
                <a:lnTo>
                  <a:pt x="135864" y="114249"/>
                </a:lnTo>
                <a:lnTo>
                  <a:pt x="138166" y="116551"/>
                </a:lnTo>
                <a:lnTo>
                  <a:pt x="138166" y="118919"/>
                </a:lnTo>
                <a:lnTo>
                  <a:pt x="135164" y="115951"/>
                </a:lnTo>
                <a:lnTo>
                  <a:pt x="130927" y="115951"/>
                </a:lnTo>
                <a:close/>
                <a:moveTo>
                  <a:pt x="138933" y="116551"/>
                </a:moveTo>
                <a:lnTo>
                  <a:pt x="141235" y="114249"/>
                </a:lnTo>
                <a:lnTo>
                  <a:pt x="144504" y="114249"/>
                </a:lnTo>
                <a:lnTo>
                  <a:pt x="146172" y="115951"/>
                </a:lnTo>
                <a:lnTo>
                  <a:pt x="142102" y="115951"/>
                </a:lnTo>
                <a:lnTo>
                  <a:pt x="141835" y="116051"/>
                </a:lnTo>
                <a:lnTo>
                  <a:pt x="138933" y="118919"/>
                </a:lnTo>
                <a:close/>
                <a:moveTo>
                  <a:pt x="145037" y="113716"/>
                </a:moveTo>
                <a:lnTo>
                  <a:pt x="145037" y="110447"/>
                </a:lnTo>
                <a:lnTo>
                  <a:pt x="147339" y="108178"/>
                </a:lnTo>
                <a:lnTo>
                  <a:pt x="149707" y="108178"/>
                </a:lnTo>
                <a:lnTo>
                  <a:pt x="146705" y="111147"/>
                </a:lnTo>
                <a:lnTo>
                  <a:pt x="146705" y="115384"/>
                </a:lnTo>
                <a:close/>
                <a:moveTo>
                  <a:pt x="158180" y="108178"/>
                </a:moveTo>
                <a:lnTo>
                  <a:pt x="160548" y="108178"/>
                </a:lnTo>
                <a:lnTo>
                  <a:pt x="162850" y="110447"/>
                </a:lnTo>
                <a:lnTo>
                  <a:pt x="162850" y="113716"/>
                </a:lnTo>
                <a:lnTo>
                  <a:pt x="161182" y="115384"/>
                </a:lnTo>
                <a:lnTo>
                  <a:pt x="161182" y="111147"/>
                </a:lnTo>
                <a:close/>
                <a:moveTo>
                  <a:pt x="163417" y="114249"/>
                </a:moveTo>
                <a:lnTo>
                  <a:pt x="166653" y="114249"/>
                </a:lnTo>
                <a:lnTo>
                  <a:pt x="168954" y="116551"/>
                </a:lnTo>
                <a:lnTo>
                  <a:pt x="168954" y="118919"/>
                </a:lnTo>
                <a:lnTo>
                  <a:pt x="166086" y="116051"/>
                </a:lnTo>
                <a:lnTo>
                  <a:pt x="165786" y="115951"/>
                </a:lnTo>
                <a:lnTo>
                  <a:pt x="161716" y="115951"/>
                </a:lnTo>
                <a:close/>
                <a:moveTo>
                  <a:pt x="169755" y="116551"/>
                </a:moveTo>
                <a:lnTo>
                  <a:pt x="172023" y="114249"/>
                </a:lnTo>
                <a:lnTo>
                  <a:pt x="175292" y="114249"/>
                </a:lnTo>
                <a:lnTo>
                  <a:pt x="176960" y="115951"/>
                </a:lnTo>
                <a:lnTo>
                  <a:pt x="172724" y="115951"/>
                </a:lnTo>
                <a:lnTo>
                  <a:pt x="169722" y="118919"/>
                </a:lnTo>
                <a:lnTo>
                  <a:pt x="169722" y="116551"/>
                </a:lnTo>
                <a:close/>
                <a:moveTo>
                  <a:pt x="175826" y="113716"/>
                </a:moveTo>
                <a:lnTo>
                  <a:pt x="175826" y="110447"/>
                </a:lnTo>
                <a:lnTo>
                  <a:pt x="178128" y="108178"/>
                </a:lnTo>
                <a:lnTo>
                  <a:pt x="180496" y="108178"/>
                </a:lnTo>
                <a:lnTo>
                  <a:pt x="177527" y="111147"/>
                </a:lnTo>
                <a:lnTo>
                  <a:pt x="177527" y="115384"/>
                </a:lnTo>
                <a:close/>
                <a:moveTo>
                  <a:pt x="188969" y="108178"/>
                </a:moveTo>
                <a:lnTo>
                  <a:pt x="191337" y="108178"/>
                </a:lnTo>
                <a:lnTo>
                  <a:pt x="193639" y="110447"/>
                </a:lnTo>
                <a:lnTo>
                  <a:pt x="193639" y="113716"/>
                </a:lnTo>
                <a:lnTo>
                  <a:pt x="191971" y="115384"/>
                </a:lnTo>
                <a:lnTo>
                  <a:pt x="191971" y="111147"/>
                </a:lnTo>
                <a:close/>
                <a:moveTo>
                  <a:pt x="194206" y="114249"/>
                </a:moveTo>
                <a:lnTo>
                  <a:pt x="197441" y="114249"/>
                </a:lnTo>
                <a:lnTo>
                  <a:pt x="199743" y="116551"/>
                </a:lnTo>
                <a:lnTo>
                  <a:pt x="199743" y="118919"/>
                </a:lnTo>
                <a:lnTo>
                  <a:pt x="196741" y="115951"/>
                </a:lnTo>
                <a:lnTo>
                  <a:pt x="192538" y="115951"/>
                </a:lnTo>
                <a:close/>
                <a:moveTo>
                  <a:pt x="200544" y="116551"/>
                </a:moveTo>
                <a:lnTo>
                  <a:pt x="202812" y="114249"/>
                </a:lnTo>
                <a:lnTo>
                  <a:pt x="206081" y="114249"/>
                </a:lnTo>
                <a:lnTo>
                  <a:pt x="207749" y="115951"/>
                </a:lnTo>
                <a:lnTo>
                  <a:pt x="203679" y="115951"/>
                </a:lnTo>
                <a:lnTo>
                  <a:pt x="203412" y="116051"/>
                </a:lnTo>
                <a:lnTo>
                  <a:pt x="200544" y="118919"/>
                </a:lnTo>
                <a:close/>
                <a:moveTo>
                  <a:pt x="206648" y="113716"/>
                </a:moveTo>
                <a:lnTo>
                  <a:pt x="206648" y="110447"/>
                </a:lnTo>
                <a:lnTo>
                  <a:pt x="208916" y="108178"/>
                </a:lnTo>
                <a:lnTo>
                  <a:pt x="211285" y="108178"/>
                </a:lnTo>
                <a:lnTo>
                  <a:pt x="208316" y="111147"/>
                </a:lnTo>
                <a:lnTo>
                  <a:pt x="208316" y="115384"/>
                </a:lnTo>
                <a:close/>
                <a:moveTo>
                  <a:pt x="219757" y="108178"/>
                </a:moveTo>
                <a:lnTo>
                  <a:pt x="222126" y="108178"/>
                </a:lnTo>
                <a:lnTo>
                  <a:pt x="224427" y="110447"/>
                </a:lnTo>
                <a:lnTo>
                  <a:pt x="224427" y="113716"/>
                </a:lnTo>
                <a:lnTo>
                  <a:pt x="222760" y="115384"/>
                </a:lnTo>
                <a:lnTo>
                  <a:pt x="222760" y="111147"/>
                </a:lnTo>
                <a:close/>
                <a:moveTo>
                  <a:pt x="224995" y="114249"/>
                </a:moveTo>
                <a:lnTo>
                  <a:pt x="228230" y="114249"/>
                </a:lnTo>
                <a:lnTo>
                  <a:pt x="230532" y="116551"/>
                </a:lnTo>
                <a:lnTo>
                  <a:pt x="230532" y="118919"/>
                </a:lnTo>
                <a:lnTo>
                  <a:pt x="227663" y="116051"/>
                </a:lnTo>
                <a:lnTo>
                  <a:pt x="227396" y="115951"/>
                </a:lnTo>
                <a:lnTo>
                  <a:pt x="223327" y="115951"/>
                </a:lnTo>
                <a:close/>
                <a:moveTo>
                  <a:pt x="231332" y="116551"/>
                </a:moveTo>
                <a:lnTo>
                  <a:pt x="233601" y="114249"/>
                </a:lnTo>
                <a:lnTo>
                  <a:pt x="236870" y="114249"/>
                </a:lnTo>
                <a:lnTo>
                  <a:pt x="238538" y="115951"/>
                </a:lnTo>
                <a:lnTo>
                  <a:pt x="234301" y="115951"/>
                </a:lnTo>
                <a:lnTo>
                  <a:pt x="231332" y="118919"/>
                </a:lnTo>
                <a:close/>
                <a:moveTo>
                  <a:pt x="236870" y="101273"/>
                </a:moveTo>
                <a:lnTo>
                  <a:pt x="233601" y="101273"/>
                </a:lnTo>
                <a:lnTo>
                  <a:pt x="231332" y="98972"/>
                </a:lnTo>
                <a:lnTo>
                  <a:pt x="231332" y="96603"/>
                </a:lnTo>
                <a:lnTo>
                  <a:pt x="234301" y="99606"/>
                </a:lnTo>
                <a:lnTo>
                  <a:pt x="238538" y="99606"/>
                </a:lnTo>
                <a:close/>
                <a:moveTo>
                  <a:pt x="231332" y="89265"/>
                </a:moveTo>
                <a:lnTo>
                  <a:pt x="234635" y="85929"/>
                </a:lnTo>
                <a:lnTo>
                  <a:pt x="239338" y="85929"/>
                </a:lnTo>
                <a:lnTo>
                  <a:pt x="240873" y="87464"/>
                </a:lnTo>
                <a:lnTo>
                  <a:pt x="235269" y="87464"/>
                </a:lnTo>
                <a:lnTo>
                  <a:pt x="231332" y="91400"/>
                </a:lnTo>
                <a:lnTo>
                  <a:pt x="231332" y="89265"/>
                </a:lnTo>
                <a:close/>
                <a:moveTo>
                  <a:pt x="239105" y="80525"/>
                </a:moveTo>
                <a:lnTo>
                  <a:pt x="239105" y="84595"/>
                </a:lnTo>
                <a:lnTo>
                  <a:pt x="237437" y="82927"/>
                </a:lnTo>
                <a:lnTo>
                  <a:pt x="237437" y="79658"/>
                </a:lnTo>
                <a:lnTo>
                  <a:pt x="239705" y="77356"/>
                </a:lnTo>
                <a:lnTo>
                  <a:pt x="242073" y="77356"/>
                </a:lnTo>
                <a:lnTo>
                  <a:pt x="239205" y="80225"/>
                </a:lnTo>
                <a:close/>
                <a:moveTo>
                  <a:pt x="239705" y="76589"/>
                </a:moveTo>
                <a:lnTo>
                  <a:pt x="237437" y="74287"/>
                </a:lnTo>
                <a:lnTo>
                  <a:pt x="237437" y="71052"/>
                </a:lnTo>
                <a:lnTo>
                  <a:pt x="239105" y="69351"/>
                </a:lnTo>
                <a:lnTo>
                  <a:pt x="239105" y="73587"/>
                </a:lnTo>
                <a:lnTo>
                  <a:pt x="242073" y="76589"/>
                </a:lnTo>
                <a:lnTo>
                  <a:pt x="239705" y="76589"/>
                </a:lnTo>
                <a:close/>
                <a:moveTo>
                  <a:pt x="236870" y="70485"/>
                </a:moveTo>
                <a:lnTo>
                  <a:pt x="233601" y="70485"/>
                </a:lnTo>
                <a:lnTo>
                  <a:pt x="231332" y="68183"/>
                </a:lnTo>
                <a:lnTo>
                  <a:pt x="231332" y="65815"/>
                </a:lnTo>
                <a:lnTo>
                  <a:pt x="234301" y="68817"/>
                </a:lnTo>
                <a:lnTo>
                  <a:pt x="238538" y="68817"/>
                </a:lnTo>
                <a:close/>
                <a:moveTo>
                  <a:pt x="231332" y="58476"/>
                </a:moveTo>
                <a:lnTo>
                  <a:pt x="234635" y="55140"/>
                </a:lnTo>
                <a:lnTo>
                  <a:pt x="239338" y="55140"/>
                </a:lnTo>
                <a:lnTo>
                  <a:pt x="240873" y="56675"/>
                </a:lnTo>
                <a:lnTo>
                  <a:pt x="235269" y="56675"/>
                </a:lnTo>
                <a:lnTo>
                  <a:pt x="231332" y="60611"/>
                </a:lnTo>
                <a:lnTo>
                  <a:pt x="231332" y="58476"/>
                </a:lnTo>
                <a:close/>
                <a:moveTo>
                  <a:pt x="239105" y="53806"/>
                </a:moveTo>
                <a:lnTo>
                  <a:pt x="237437" y="52105"/>
                </a:lnTo>
                <a:lnTo>
                  <a:pt x="237437" y="48869"/>
                </a:lnTo>
                <a:lnTo>
                  <a:pt x="239705" y="46568"/>
                </a:lnTo>
                <a:lnTo>
                  <a:pt x="242073" y="46568"/>
                </a:lnTo>
                <a:lnTo>
                  <a:pt x="239105" y="49570"/>
                </a:lnTo>
                <a:lnTo>
                  <a:pt x="239105" y="53806"/>
                </a:lnTo>
                <a:close/>
                <a:moveTo>
                  <a:pt x="236870" y="39696"/>
                </a:moveTo>
                <a:lnTo>
                  <a:pt x="233601" y="39696"/>
                </a:lnTo>
                <a:lnTo>
                  <a:pt x="231332" y="37394"/>
                </a:lnTo>
                <a:lnTo>
                  <a:pt x="231332" y="35026"/>
                </a:lnTo>
                <a:lnTo>
                  <a:pt x="234301" y="38028"/>
                </a:lnTo>
                <a:lnTo>
                  <a:pt x="238538" y="38028"/>
                </a:lnTo>
                <a:close/>
                <a:moveTo>
                  <a:pt x="231332" y="27654"/>
                </a:moveTo>
                <a:lnTo>
                  <a:pt x="234635" y="24352"/>
                </a:lnTo>
                <a:lnTo>
                  <a:pt x="239338" y="24352"/>
                </a:lnTo>
                <a:lnTo>
                  <a:pt x="240873" y="25886"/>
                </a:lnTo>
                <a:lnTo>
                  <a:pt x="235269" y="25886"/>
                </a:lnTo>
                <a:lnTo>
                  <a:pt x="231332" y="29822"/>
                </a:lnTo>
                <a:lnTo>
                  <a:pt x="231332" y="27654"/>
                </a:lnTo>
                <a:close/>
                <a:moveTo>
                  <a:pt x="239105" y="18948"/>
                </a:moveTo>
                <a:lnTo>
                  <a:pt x="239105" y="23017"/>
                </a:lnTo>
                <a:lnTo>
                  <a:pt x="237437" y="21316"/>
                </a:lnTo>
                <a:lnTo>
                  <a:pt x="237437" y="18081"/>
                </a:lnTo>
                <a:lnTo>
                  <a:pt x="239705" y="15779"/>
                </a:lnTo>
                <a:lnTo>
                  <a:pt x="242073" y="15779"/>
                </a:lnTo>
                <a:lnTo>
                  <a:pt x="239205" y="18648"/>
                </a:lnTo>
                <a:close/>
                <a:moveTo>
                  <a:pt x="239705" y="15012"/>
                </a:moveTo>
                <a:lnTo>
                  <a:pt x="237437" y="12710"/>
                </a:lnTo>
                <a:lnTo>
                  <a:pt x="237437" y="9441"/>
                </a:lnTo>
                <a:lnTo>
                  <a:pt x="239105" y="7773"/>
                </a:lnTo>
                <a:lnTo>
                  <a:pt x="239105" y="12010"/>
                </a:lnTo>
                <a:lnTo>
                  <a:pt x="242073" y="15012"/>
                </a:lnTo>
                <a:close/>
                <a:moveTo>
                  <a:pt x="236870" y="8907"/>
                </a:moveTo>
                <a:lnTo>
                  <a:pt x="233601" y="8907"/>
                </a:lnTo>
                <a:lnTo>
                  <a:pt x="231332" y="6606"/>
                </a:lnTo>
                <a:lnTo>
                  <a:pt x="231332" y="4237"/>
                </a:lnTo>
                <a:lnTo>
                  <a:pt x="234301" y="7206"/>
                </a:lnTo>
                <a:lnTo>
                  <a:pt x="238538" y="7206"/>
                </a:lnTo>
                <a:close/>
                <a:moveTo>
                  <a:pt x="230532" y="3103"/>
                </a:moveTo>
                <a:lnTo>
                  <a:pt x="227229" y="6439"/>
                </a:lnTo>
                <a:lnTo>
                  <a:pt x="222526" y="6439"/>
                </a:lnTo>
                <a:lnTo>
                  <a:pt x="220992" y="4904"/>
                </a:lnTo>
                <a:lnTo>
                  <a:pt x="226596" y="4904"/>
                </a:lnTo>
                <a:lnTo>
                  <a:pt x="230532" y="935"/>
                </a:lnTo>
                <a:close/>
                <a:moveTo>
                  <a:pt x="219657" y="10709"/>
                </a:moveTo>
                <a:lnTo>
                  <a:pt x="215921" y="14445"/>
                </a:lnTo>
                <a:lnTo>
                  <a:pt x="215921" y="6672"/>
                </a:lnTo>
                <a:lnTo>
                  <a:pt x="217623" y="5004"/>
                </a:lnTo>
                <a:lnTo>
                  <a:pt x="219657" y="5004"/>
                </a:lnTo>
                <a:lnTo>
                  <a:pt x="219657" y="10709"/>
                </a:lnTo>
                <a:close/>
                <a:moveTo>
                  <a:pt x="215121" y="14445"/>
                </a:moveTo>
                <a:lnTo>
                  <a:pt x="211418" y="10709"/>
                </a:lnTo>
                <a:lnTo>
                  <a:pt x="211418" y="5004"/>
                </a:lnTo>
                <a:lnTo>
                  <a:pt x="213453" y="5004"/>
                </a:lnTo>
                <a:lnTo>
                  <a:pt x="215121" y="6672"/>
                </a:lnTo>
                <a:lnTo>
                  <a:pt x="215121" y="14445"/>
                </a:lnTo>
                <a:close/>
                <a:moveTo>
                  <a:pt x="208549" y="6439"/>
                </a:moveTo>
                <a:lnTo>
                  <a:pt x="203846" y="6439"/>
                </a:lnTo>
                <a:lnTo>
                  <a:pt x="200544" y="3103"/>
                </a:lnTo>
                <a:lnTo>
                  <a:pt x="200544" y="935"/>
                </a:lnTo>
                <a:lnTo>
                  <a:pt x="204480" y="4904"/>
                </a:lnTo>
                <a:lnTo>
                  <a:pt x="210084" y="4904"/>
                </a:lnTo>
                <a:close/>
                <a:moveTo>
                  <a:pt x="199743" y="3103"/>
                </a:moveTo>
                <a:lnTo>
                  <a:pt x="196441" y="6439"/>
                </a:lnTo>
                <a:lnTo>
                  <a:pt x="191737" y="6439"/>
                </a:lnTo>
                <a:lnTo>
                  <a:pt x="190203" y="4904"/>
                </a:lnTo>
                <a:lnTo>
                  <a:pt x="195807" y="4904"/>
                </a:lnTo>
                <a:lnTo>
                  <a:pt x="199743" y="935"/>
                </a:lnTo>
                <a:close/>
                <a:moveTo>
                  <a:pt x="188869" y="10709"/>
                </a:moveTo>
                <a:lnTo>
                  <a:pt x="185133" y="14445"/>
                </a:lnTo>
                <a:lnTo>
                  <a:pt x="185133" y="6672"/>
                </a:lnTo>
                <a:lnTo>
                  <a:pt x="186801" y="5004"/>
                </a:lnTo>
                <a:lnTo>
                  <a:pt x="188835" y="5004"/>
                </a:lnTo>
                <a:lnTo>
                  <a:pt x="188835" y="10709"/>
                </a:lnTo>
                <a:close/>
                <a:moveTo>
                  <a:pt x="184332" y="14445"/>
                </a:moveTo>
                <a:lnTo>
                  <a:pt x="180629" y="10709"/>
                </a:lnTo>
                <a:lnTo>
                  <a:pt x="180629" y="5004"/>
                </a:lnTo>
                <a:lnTo>
                  <a:pt x="182664" y="5004"/>
                </a:lnTo>
                <a:lnTo>
                  <a:pt x="184332" y="6672"/>
                </a:lnTo>
                <a:lnTo>
                  <a:pt x="184332" y="14445"/>
                </a:lnTo>
                <a:close/>
                <a:moveTo>
                  <a:pt x="177761" y="6439"/>
                </a:moveTo>
                <a:lnTo>
                  <a:pt x="173057" y="6439"/>
                </a:lnTo>
                <a:lnTo>
                  <a:pt x="169755" y="3103"/>
                </a:lnTo>
                <a:lnTo>
                  <a:pt x="169755" y="935"/>
                </a:lnTo>
                <a:lnTo>
                  <a:pt x="173691" y="4904"/>
                </a:lnTo>
                <a:lnTo>
                  <a:pt x="179262" y="4904"/>
                </a:lnTo>
                <a:close/>
                <a:moveTo>
                  <a:pt x="168954" y="3103"/>
                </a:moveTo>
                <a:lnTo>
                  <a:pt x="165619" y="6439"/>
                </a:lnTo>
                <a:lnTo>
                  <a:pt x="160949" y="6439"/>
                </a:lnTo>
                <a:lnTo>
                  <a:pt x="159414" y="4904"/>
                </a:lnTo>
                <a:lnTo>
                  <a:pt x="164985" y="4904"/>
                </a:lnTo>
                <a:lnTo>
                  <a:pt x="168954" y="935"/>
                </a:lnTo>
                <a:close/>
                <a:moveTo>
                  <a:pt x="158047" y="10709"/>
                </a:moveTo>
                <a:lnTo>
                  <a:pt x="154344" y="14445"/>
                </a:lnTo>
                <a:lnTo>
                  <a:pt x="154344" y="6672"/>
                </a:lnTo>
                <a:lnTo>
                  <a:pt x="156012" y="5004"/>
                </a:lnTo>
                <a:lnTo>
                  <a:pt x="158047" y="5004"/>
                </a:lnTo>
                <a:lnTo>
                  <a:pt x="158047" y="10709"/>
                </a:lnTo>
                <a:close/>
                <a:moveTo>
                  <a:pt x="153543" y="14445"/>
                </a:moveTo>
                <a:lnTo>
                  <a:pt x="149841" y="10709"/>
                </a:lnTo>
                <a:lnTo>
                  <a:pt x="149841" y="5004"/>
                </a:lnTo>
                <a:lnTo>
                  <a:pt x="151876" y="5004"/>
                </a:lnTo>
                <a:lnTo>
                  <a:pt x="153543" y="6672"/>
                </a:lnTo>
                <a:lnTo>
                  <a:pt x="153543" y="14445"/>
                </a:lnTo>
                <a:close/>
                <a:moveTo>
                  <a:pt x="146939" y="6439"/>
                </a:moveTo>
                <a:lnTo>
                  <a:pt x="142269" y="6439"/>
                </a:lnTo>
                <a:lnTo>
                  <a:pt x="138933" y="3103"/>
                </a:lnTo>
                <a:lnTo>
                  <a:pt x="138933" y="935"/>
                </a:lnTo>
                <a:lnTo>
                  <a:pt x="142903" y="4904"/>
                </a:lnTo>
                <a:lnTo>
                  <a:pt x="148473" y="4904"/>
                </a:lnTo>
                <a:close/>
                <a:moveTo>
                  <a:pt x="138166" y="3103"/>
                </a:moveTo>
                <a:lnTo>
                  <a:pt x="134830" y="6439"/>
                </a:lnTo>
                <a:lnTo>
                  <a:pt x="130160" y="6439"/>
                </a:lnTo>
                <a:lnTo>
                  <a:pt x="128626" y="4904"/>
                </a:lnTo>
                <a:lnTo>
                  <a:pt x="134196" y="4904"/>
                </a:lnTo>
                <a:lnTo>
                  <a:pt x="138166" y="935"/>
                </a:lnTo>
                <a:close/>
                <a:moveTo>
                  <a:pt x="127258" y="10709"/>
                </a:moveTo>
                <a:lnTo>
                  <a:pt x="123555" y="14445"/>
                </a:lnTo>
                <a:lnTo>
                  <a:pt x="123555" y="6672"/>
                </a:lnTo>
                <a:lnTo>
                  <a:pt x="125223" y="5004"/>
                </a:lnTo>
                <a:lnTo>
                  <a:pt x="127258" y="5004"/>
                </a:lnTo>
                <a:close/>
                <a:moveTo>
                  <a:pt x="122755" y="14445"/>
                </a:moveTo>
                <a:lnTo>
                  <a:pt x="119052" y="10709"/>
                </a:lnTo>
                <a:lnTo>
                  <a:pt x="119052" y="5004"/>
                </a:lnTo>
                <a:lnTo>
                  <a:pt x="121087" y="5004"/>
                </a:lnTo>
                <a:lnTo>
                  <a:pt x="122755" y="6672"/>
                </a:lnTo>
                <a:close/>
                <a:moveTo>
                  <a:pt x="116150" y="6439"/>
                </a:moveTo>
                <a:lnTo>
                  <a:pt x="111480" y="6439"/>
                </a:lnTo>
                <a:lnTo>
                  <a:pt x="108144" y="3103"/>
                </a:lnTo>
                <a:lnTo>
                  <a:pt x="108144" y="935"/>
                </a:lnTo>
                <a:lnTo>
                  <a:pt x="112114" y="4904"/>
                </a:lnTo>
                <a:lnTo>
                  <a:pt x="117685" y="4904"/>
                </a:lnTo>
                <a:close/>
                <a:moveTo>
                  <a:pt x="107377" y="3103"/>
                </a:moveTo>
                <a:lnTo>
                  <a:pt x="104041" y="6439"/>
                </a:lnTo>
                <a:lnTo>
                  <a:pt x="99371" y="6439"/>
                </a:lnTo>
                <a:lnTo>
                  <a:pt x="97837" y="4904"/>
                </a:lnTo>
                <a:lnTo>
                  <a:pt x="103408" y="4904"/>
                </a:lnTo>
                <a:lnTo>
                  <a:pt x="107377" y="935"/>
                </a:lnTo>
                <a:lnTo>
                  <a:pt x="107377" y="3103"/>
                </a:lnTo>
                <a:close/>
                <a:moveTo>
                  <a:pt x="96469" y="10709"/>
                </a:moveTo>
                <a:lnTo>
                  <a:pt x="92767" y="14445"/>
                </a:lnTo>
                <a:lnTo>
                  <a:pt x="92767" y="6672"/>
                </a:lnTo>
                <a:lnTo>
                  <a:pt x="94435" y="5004"/>
                </a:lnTo>
                <a:lnTo>
                  <a:pt x="96469" y="5004"/>
                </a:lnTo>
                <a:close/>
                <a:moveTo>
                  <a:pt x="91966" y="14445"/>
                </a:moveTo>
                <a:lnTo>
                  <a:pt x="88264" y="10709"/>
                </a:lnTo>
                <a:lnTo>
                  <a:pt x="88264" y="5004"/>
                </a:lnTo>
                <a:lnTo>
                  <a:pt x="90298" y="5004"/>
                </a:lnTo>
                <a:lnTo>
                  <a:pt x="91966" y="6672"/>
                </a:lnTo>
                <a:close/>
                <a:moveTo>
                  <a:pt x="85361" y="6439"/>
                </a:moveTo>
                <a:lnTo>
                  <a:pt x="80691" y="6439"/>
                </a:lnTo>
                <a:lnTo>
                  <a:pt x="77356" y="3103"/>
                </a:lnTo>
                <a:lnTo>
                  <a:pt x="77356" y="935"/>
                </a:lnTo>
                <a:lnTo>
                  <a:pt x="81325" y="4904"/>
                </a:lnTo>
                <a:lnTo>
                  <a:pt x="86896" y="4904"/>
                </a:lnTo>
                <a:close/>
                <a:moveTo>
                  <a:pt x="76589" y="3103"/>
                </a:moveTo>
                <a:lnTo>
                  <a:pt x="73253" y="6439"/>
                </a:lnTo>
                <a:lnTo>
                  <a:pt x="68583" y="6439"/>
                </a:lnTo>
                <a:lnTo>
                  <a:pt x="67048" y="4904"/>
                </a:lnTo>
                <a:lnTo>
                  <a:pt x="72619" y="4904"/>
                </a:lnTo>
                <a:lnTo>
                  <a:pt x="76589" y="935"/>
                </a:lnTo>
                <a:close/>
                <a:moveTo>
                  <a:pt x="65681" y="10709"/>
                </a:moveTo>
                <a:lnTo>
                  <a:pt x="61978" y="14445"/>
                </a:lnTo>
                <a:lnTo>
                  <a:pt x="61978" y="6672"/>
                </a:lnTo>
                <a:lnTo>
                  <a:pt x="63646" y="5004"/>
                </a:lnTo>
                <a:lnTo>
                  <a:pt x="65681" y="5004"/>
                </a:lnTo>
                <a:close/>
                <a:moveTo>
                  <a:pt x="61178" y="14445"/>
                </a:moveTo>
                <a:lnTo>
                  <a:pt x="57475" y="10709"/>
                </a:lnTo>
                <a:lnTo>
                  <a:pt x="57475" y="5004"/>
                </a:lnTo>
                <a:lnTo>
                  <a:pt x="59510" y="5004"/>
                </a:lnTo>
                <a:lnTo>
                  <a:pt x="61178" y="6672"/>
                </a:lnTo>
                <a:close/>
                <a:moveTo>
                  <a:pt x="54573" y="6439"/>
                </a:moveTo>
                <a:lnTo>
                  <a:pt x="49903" y="6439"/>
                </a:lnTo>
                <a:lnTo>
                  <a:pt x="46567" y="3103"/>
                </a:lnTo>
                <a:lnTo>
                  <a:pt x="46567" y="935"/>
                </a:lnTo>
                <a:lnTo>
                  <a:pt x="50537" y="4904"/>
                </a:lnTo>
                <a:lnTo>
                  <a:pt x="56107" y="4904"/>
                </a:lnTo>
                <a:close/>
                <a:moveTo>
                  <a:pt x="45767" y="3103"/>
                </a:moveTo>
                <a:lnTo>
                  <a:pt x="42464" y="6439"/>
                </a:lnTo>
                <a:lnTo>
                  <a:pt x="37761" y="6439"/>
                </a:lnTo>
                <a:lnTo>
                  <a:pt x="36226" y="4904"/>
                </a:lnTo>
                <a:lnTo>
                  <a:pt x="41830" y="4904"/>
                </a:lnTo>
                <a:lnTo>
                  <a:pt x="45767" y="935"/>
                </a:lnTo>
                <a:lnTo>
                  <a:pt x="45767" y="3103"/>
                </a:lnTo>
                <a:close/>
                <a:moveTo>
                  <a:pt x="34892" y="10709"/>
                </a:moveTo>
                <a:lnTo>
                  <a:pt x="31189" y="14445"/>
                </a:lnTo>
                <a:lnTo>
                  <a:pt x="31189" y="6672"/>
                </a:lnTo>
                <a:lnTo>
                  <a:pt x="32857" y="5004"/>
                </a:lnTo>
                <a:lnTo>
                  <a:pt x="34892" y="5004"/>
                </a:lnTo>
                <a:close/>
                <a:moveTo>
                  <a:pt x="30389" y="14445"/>
                </a:moveTo>
                <a:lnTo>
                  <a:pt x="26653" y="10709"/>
                </a:lnTo>
                <a:lnTo>
                  <a:pt x="26653" y="5004"/>
                </a:lnTo>
                <a:lnTo>
                  <a:pt x="28721" y="5004"/>
                </a:lnTo>
                <a:lnTo>
                  <a:pt x="30389" y="6672"/>
                </a:lnTo>
                <a:lnTo>
                  <a:pt x="30389" y="14445"/>
                </a:lnTo>
                <a:close/>
                <a:moveTo>
                  <a:pt x="23784" y="6439"/>
                </a:moveTo>
                <a:lnTo>
                  <a:pt x="19081" y="6439"/>
                </a:lnTo>
                <a:lnTo>
                  <a:pt x="15778" y="3103"/>
                </a:lnTo>
                <a:lnTo>
                  <a:pt x="15778" y="935"/>
                </a:lnTo>
                <a:lnTo>
                  <a:pt x="19715" y="4904"/>
                </a:lnTo>
                <a:lnTo>
                  <a:pt x="25319" y="4904"/>
                </a:lnTo>
                <a:close/>
                <a:moveTo>
                  <a:pt x="14978" y="3103"/>
                </a:moveTo>
                <a:lnTo>
                  <a:pt x="11675" y="6439"/>
                </a:lnTo>
                <a:lnTo>
                  <a:pt x="6972" y="6439"/>
                </a:lnTo>
                <a:lnTo>
                  <a:pt x="5438" y="4904"/>
                </a:lnTo>
                <a:lnTo>
                  <a:pt x="11042" y="4904"/>
                </a:lnTo>
                <a:lnTo>
                  <a:pt x="14978" y="935"/>
                </a:lnTo>
                <a:lnTo>
                  <a:pt x="14978" y="3103"/>
                </a:lnTo>
                <a:close/>
                <a:moveTo>
                  <a:pt x="4904" y="5471"/>
                </a:moveTo>
                <a:lnTo>
                  <a:pt x="6405" y="6973"/>
                </a:lnTo>
                <a:lnTo>
                  <a:pt x="6405" y="11676"/>
                </a:lnTo>
                <a:lnTo>
                  <a:pt x="3103" y="15012"/>
                </a:lnTo>
                <a:lnTo>
                  <a:pt x="934" y="15012"/>
                </a:lnTo>
                <a:lnTo>
                  <a:pt x="4904" y="11042"/>
                </a:lnTo>
                <a:close/>
                <a:moveTo>
                  <a:pt x="3103" y="15779"/>
                </a:moveTo>
                <a:lnTo>
                  <a:pt x="6438" y="19115"/>
                </a:lnTo>
                <a:lnTo>
                  <a:pt x="6438" y="23785"/>
                </a:lnTo>
                <a:lnTo>
                  <a:pt x="4904" y="25319"/>
                </a:lnTo>
                <a:lnTo>
                  <a:pt x="4904" y="19748"/>
                </a:lnTo>
                <a:lnTo>
                  <a:pt x="934" y="15779"/>
                </a:lnTo>
                <a:lnTo>
                  <a:pt x="3103" y="15779"/>
                </a:lnTo>
                <a:close/>
                <a:moveTo>
                  <a:pt x="5004" y="26687"/>
                </a:moveTo>
                <a:lnTo>
                  <a:pt x="10708" y="26687"/>
                </a:lnTo>
                <a:lnTo>
                  <a:pt x="14444" y="30389"/>
                </a:lnTo>
                <a:lnTo>
                  <a:pt x="6672" y="30389"/>
                </a:lnTo>
                <a:lnTo>
                  <a:pt x="5004" y="28721"/>
                </a:lnTo>
                <a:close/>
                <a:moveTo>
                  <a:pt x="14444" y="31190"/>
                </a:moveTo>
                <a:lnTo>
                  <a:pt x="10708" y="34893"/>
                </a:lnTo>
                <a:lnTo>
                  <a:pt x="5004" y="34893"/>
                </a:lnTo>
                <a:lnTo>
                  <a:pt x="5004" y="32858"/>
                </a:lnTo>
                <a:lnTo>
                  <a:pt x="6672" y="31190"/>
                </a:lnTo>
                <a:close/>
                <a:moveTo>
                  <a:pt x="4904" y="36260"/>
                </a:moveTo>
                <a:lnTo>
                  <a:pt x="6405" y="37795"/>
                </a:lnTo>
                <a:lnTo>
                  <a:pt x="6405" y="42465"/>
                </a:lnTo>
                <a:lnTo>
                  <a:pt x="3103" y="45800"/>
                </a:lnTo>
                <a:lnTo>
                  <a:pt x="934" y="45800"/>
                </a:lnTo>
                <a:lnTo>
                  <a:pt x="4904" y="41831"/>
                </a:lnTo>
                <a:close/>
                <a:moveTo>
                  <a:pt x="3103" y="46568"/>
                </a:moveTo>
                <a:lnTo>
                  <a:pt x="6438" y="49903"/>
                </a:lnTo>
                <a:lnTo>
                  <a:pt x="6438" y="54573"/>
                </a:lnTo>
                <a:lnTo>
                  <a:pt x="4904" y="56108"/>
                </a:lnTo>
                <a:lnTo>
                  <a:pt x="4904" y="50537"/>
                </a:lnTo>
                <a:lnTo>
                  <a:pt x="934" y="46568"/>
                </a:lnTo>
                <a:close/>
                <a:moveTo>
                  <a:pt x="5004" y="57475"/>
                </a:moveTo>
                <a:lnTo>
                  <a:pt x="10708" y="57475"/>
                </a:lnTo>
                <a:lnTo>
                  <a:pt x="14444" y="61178"/>
                </a:lnTo>
                <a:lnTo>
                  <a:pt x="6672" y="61178"/>
                </a:lnTo>
                <a:lnTo>
                  <a:pt x="5004" y="59510"/>
                </a:lnTo>
                <a:close/>
                <a:moveTo>
                  <a:pt x="14444" y="61979"/>
                </a:moveTo>
                <a:lnTo>
                  <a:pt x="10708" y="65681"/>
                </a:lnTo>
                <a:lnTo>
                  <a:pt x="5004" y="65681"/>
                </a:lnTo>
                <a:lnTo>
                  <a:pt x="5004" y="63646"/>
                </a:lnTo>
                <a:lnTo>
                  <a:pt x="6672" y="61979"/>
                </a:lnTo>
                <a:close/>
                <a:moveTo>
                  <a:pt x="4904" y="67049"/>
                </a:moveTo>
                <a:lnTo>
                  <a:pt x="6405" y="68583"/>
                </a:lnTo>
                <a:lnTo>
                  <a:pt x="6405" y="73253"/>
                </a:lnTo>
                <a:lnTo>
                  <a:pt x="3103" y="76589"/>
                </a:lnTo>
                <a:lnTo>
                  <a:pt x="934" y="76589"/>
                </a:lnTo>
                <a:lnTo>
                  <a:pt x="4904" y="72620"/>
                </a:lnTo>
                <a:close/>
                <a:moveTo>
                  <a:pt x="3103" y="77356"/>
                </a:moveTo>
                <a:lnTo>
                  <a:pt x="6438" y="80692"/>
                </a:lnTo>
                <a:lnTo>
                  <a:pt x="6438" y="85362"/>
                </a:lnTo>
                <a:lnTo>
                  <a:pt x="4904" y="86896"/>
                </a:lnTo>
                <a:lnTo>
                  <a:pt x="4904" y="81326"/>
                </a:lnTo>
                <a:lnTo>
                  <a:pt x="934" y="77356"/>
                </a:lnTo>
                <a:lnTo>
                  <a:pt x="3103" y="77356"/>
                </a:lnTo>
                <a:close/>
                <a:moveTo>
                  <a:pt x="5004" y="88264"/>
                </a:moveTo>
                <a:lnTo>
                  <a:pt x="10708" y="88264"/>
                </a:lnTo>
                <a:lnTo>
                  <a:pt x="14444" y="91967"/>
                </a:lnTo>
                <a:lnTo>
                  <a:pt x="6672" y="91967"/>
                </a:lnTo>
                <a:lnTo>
                  <a:pt x="5004" y="90299"/>
                </a:lnTo>
                <a:close/>
                <a:moveTo>
                  <a:pt x="14444" y="92767"/>
                </a:moveTo>
                <a:lnTo>
                  <a:pt x="10708" y="96470"/>
                </a:lnTo>
                <a:lnTo>
                  <a:pt x="5004" y="96470"/>
                </a:lnTo>
                <a:lnTo>
                  <a:pt x="5004" y="94435"/>
                </a:lnTo>
                <a:lnTo>
                  <a:pt x="6672" y="92767"/>
                </a:lnTo>
                <a:close/>
                <a:moveTo>
                  <a:pt x="4904" y="97838"/>
                </a:moveTo>
                <a:lnTo>
                  <a:pt x="6405" y="99372"/>
                </a:lnTo>
                <a:lnTo>
                  <a:pt x="6405" y="104042"/>
                </a:lnTo>
                <a:lnTo>
                  <a:pt x="3103" y="107378"/>
                </a:lnTo>
                <a:lnTo>
                  <a:pt x="934" y="107378"/>
                </a:lnTo>
                <a:lnTo>
                  <a:pt x="4904" y="103408"/>
                </a:lnTo>
                <a:close/>
                <a:moveTo>
                  <a:pt x="3103" y="108178"/>
                </a:moveTo>
                <a:lnTo>
                  <a:pt x="6438" y="111481"/>
                </a:lnTo>
                <a:lnTo>
                  <a:pt x="6438" y="116151"/>
                </a:lnTo>
                <a:lnTo>
                  <a:pt x="4904" y="117685"/>
                </a:lnTo>
                <a:lnTo>
                  <a:pt x="4904" y="112114"/>
                </a:lnTo>
                <a:lnTo>
                  <a:pt x="934" y="108178"/>
                </a:lnTo>
                <a:close/>
                <a:moveTo>
                  <a:pt x="6972" y="116718"/>
                </a:moveTo>
                <a:lnTo>
                  <a:pt x="11675" y="116718"/>
                </a:lnTo>
                <a:lnTo>
                  <a:pt x="14978" y="120054"/>
                </a:lnTo>
                <a:lnTo>
                  <a:pt x="14978" y="122222"/>
                </a:lnTo>
                <a:lnTo>
                  <a:pt x="11042" y="118252"/>
                </a:lnTo>
                <a:lnTo>
                  <a:pt x="5438" y="118252"/>
                </a:lnTo>
                <a:close/>
                <a:moveTo>
                  <a:pt x="15778" y="120054"/>
                </a:moveTo>
                <a:lnTo>
                  <a:pt x="19081" y="116718"/>
                </a:lnTo>
                <a:lnTo>
                  <a:pt x="23784" y="116718"/>
                </a:lnTo>
                <a:lnTo>
                  <a:pt x="25319" y="118252"/>
                </a:lnTo>
                <a:lnTo>
                  <a:pt x="19748" y="118252"/>
                </a:lnTo>
                <a:lnTo>
                  <a:pt x="15778" y="122222"/>
                </a:lnTo>
                <a:lnTo>
                  <a:pt x="15778" y="120054"/>
                </a:lnTo>
                <a:close/>
                <a:moveTo>
                  <a:pt x="26653" y="112448"/>
                </a:moveTo>
                <a:lnTo>
                  <a:pt x="30389" y="108712"/>
                </a:lnTo>
                <a:lnTo>
                  <a:pt x="30389" y="116484"/>
                </a:lnTo>
                <a:lnTo>
                  <a:pt x="28688" y="118152"/>
                </a:lnTo>
                <a:lnTo>
                  <a:pt x="26653" y="118152"/>
                </a:lnTo>
                <a:lnTo>
                  <a:pt x="26653" y="112448"/>
                </a:lnTo>
                <a:close/>
                <a:moveTo>
                  <a:pt x="31189" y="108712"/>
                </a:moveTo>
                <a:lnTo>
                  <a:pt x="34892" y="112448"/>
                </a:lnTo>
                <a:lnTo>
                  <a:pt x="34892" y="118152"/>
                </a:lnTo>
                <a:lnTo>
                  <a:pt x="32857" y="118152"/>
                </a:lnTo>
                <a:lnTo>
                  <a:pt x="31189" y="116484"/>
                </a:lnTo>
                <a:close/>
                <a:moveTo>
                  <a:pt x="37761" y="116718"/>
                </a:moveTo>
                <a:lnTo>
                  <a:pt x="42464" y="116718"/>
                </a:lnTo>
                <a:lnTo>
                  <a:pt x="45767" y="120054"/>
                </a:lnTo>
                <a:lnTo>
                  <a:pt x="45767" y="122222"/>
                </a:lnTo>
                <a:lnTo>
                  <a:pt x="41830" y="118252"/>
                </a:lnTo>
                <a:lnTo>
                  <a:pt x="36226" y="118252"/>
                </a:lnTo>
                <a:close/>
                <a:moveTo>
                  <a:pt x="46567" y="120054"/>
                </a:moveTo>
                <a:lnTo>
                  <a:pt x="49903" y="116718"/>
                </a:lnTo>
                <a:lnTo>
                  <a:pt x="54573" y="116718"/>
                </a:lnTo>
                <a:lnTo>
                  <a:pt x="56107" y="118252"/>
                </a:lnTo>
                <a:lnTo>
                  <a:pt x="50537" y="118252"/>
                </a:lnTo>
                <a:lnTo>
                  <a:pt x="46567" y="122222"/>
                </a:lnTo>
                <a:close/>
                <a:moveTo>
                  <a:pt x="57475" y="112448"/>
                </a:moveTo>
                <a:lnTo>
                  <a:pt x="61178" y="108712"/>
                </a:lnTo>
                <a:lnTo>
                  <a:pt x="61178" y="116484"/>
                </a:lnTo>
                <a:lnTo>
                  <a:pt x="59510" y="118152"/>
                </a:lnTo>
                <a:lnTo>
                  <a:pt x="57475" y="118152"/>
                </a:lnTo>
                <a:close/>
                <a:moveTo>
                  <a:pt x="61978" y="108712"/>
                </a:moveTo>
                <a:lnTo>
                  <a:pt x="65681" y="112448"/>
                </a:lnTo>
                <a:lnTo>
                  <a:pt x="65681" y="118152"/>
                </a:lnTo>
                <a:lnTo>
                  <a:pt x="63646" y="118152"/>
                </a:lnTo>
                <a:lnTo>
                  <a:pt x="61978" y="116484"/>
                </a:lnTo>
                <a:close/>
                <a:moveTo>
                  <a:pt x="68583" y="116718"/>
                </a:moveTo>
                <a:lnTo>
                  <a:pt x="73253" y="116718"/>
                </a:lnTo>
                <a:lnTo>
                  <a:pt x="76555" y="120054"/>
                </a:lnTo>
                <a:lnTo>
                  <a:pt x="76555" y="122222"/>
                </a:lnTo>
                <a:lnTo>
                  <a:pt x="72619" y="118252"/>
                </a:lnTo>
                <a:lnTo>
                  <a:pt x="67048" y="118252"/>
                </a:lnTo>
                <a:close/>
                <a:moveTo>
                  <a:pt x="77356" y="120054"/>
                </a:moveTo>
                <a:lnTo>
                  <a:pt x="80691" y="116718"/>
                </a:lnTo>
                <a:lnTo>
                  <a:pt x="85361" y="116718"/>
                </a:lnTo>
                <a:lnTo>
                  <a:pt x="86896" y="118252"/>
                </a:lnTo>
                <a:lnTo>
                  <a:pt x="81325" y="118252"/>
                </a:lnTo>
                <a:lnTo>
                  <a:pt x="77356" y="122222"/>
                </a:lnTo>
                <a:lnTo>
                  <a:pt x="77356" y="120054"/>
                </a:lnTo>
                <a:close/>
                <a:moveTo>
                  <a:pt x="88264" y="112448"/>
                </a:moveTo>
                <a:lnTo>
                  <a:pt x="91966" y="108712"/>
                </a:lnTo>
                <a:lnTo>
                  <a:pt x="91966" y="116484"/>
                </a:lnTo>
                <a:lnTo>
                  <a:pt x="90298" y="118152"/>
                </a:lnTo>
                <a:lnTo>
                  <a:pt x="88264" y="118152"/>
                </a:lnTo>
                <a:close/>
                <a:moveTo>
                  <a:pt x="92767" y="108712"/>
                </a:moveTo>
                <a:lnTo>
                  <a:pt x="96469" y="112448"/>
                </a:lnTo>
                <a:lnTo>
                  <a:pt x="96469" y="118152"/>
                </a:lnTo>
                <a:lnTo>
                  <a:pt x="94435" y="118152"/>
                </a:lnTo>
                <a:lnTo>
                  <a:pt x="92767" y="116484"/>
                </a:lnTo>
                <a:close/>
                <a:moveTo>
                  <a:pt x="99371" y="116718"/>
                </a:moveTo>
                <a:lnTo>
                  <a:pt x="104041" y="116718"/>
                </a:lnTo>
                <a:lnTo>
                  <a:pt x="107377" y="120054"/>
                </a:lnTo>
                <a:lnTo>
                  <a:pt x="107377" y="122222"/>
                </a:lnTo>
                <a:lnTo>
                  <a:pt x="103408" y="118252"/>
                </a:lnTo>
                <a:lnTo>
                  <a:pt x="97837" y="118252"/>
                </a:lnTo>
                <a:close/>
                <a:moveTo>
                  <a:pt x="108144" y="120054"/>
                </a:moveTo>
                <a:lnTo>
                  <a:pt x="111480" y="116718"/>
                </a:lnTo>
                <a:lnTo>
                  <a:pt x="116150" y="116718"/>
                </a:lnTo>
                <a:lnTo>
                  <a:pt x="117685" y="118252"/>
                </a:lnTo>
                <a:lnTo>
                  <a:pt x="112114" y="118252"/>
                </a:lnTo>
                <a:lnTo>
                  <a:pt x="108144" y="122222"/>
                </a:lnTo>
                <a:lnTo>
                  <a:pt x="108144" y="120054"/>
                </a:lnTo>
                <a:close/>
                <a:moveTo>
                  <a:pt x="119052" y="112448"/>
                </a:moveTo>
                <a:lnTo>
                  <a:pt x="122755" y="108712"/>
                </a:lnTo>
                <a:lnTo>
                  <a:pt x="122755" y="116484"/>
                </a:lnTo>
                <a:lnTo>
                  <a:pt x="121087" y="118152"/>
                </a:lnTo>
                <a:lnTo>
                  <a:pt x="119052" y="118152"/>
                </a:lnTo>
                <a:close/>
                <a:moveTo>
                  <a:pt x="123555" y="108712"/>
                </a:moveTo>
                <a:lnTo>
                  <a:pt x="127258" y="112448"/>
                </a:lnTo>
                <a:lnTo>
                  <a:pt x="127258" y="118152"/>
                </a:lnTo>
                <a:lnTo>
                  <a:pt x="125223" y="118152"/>
                </a:lnTo>
                <a:lnTo>
                  <a:pt x="123555" y="116484"/>
                </a:lnTo>
                <a:lnTo>
                  <a:pt x="123555" y="108712"/>
                </a:lnTo>
                <a:close/>
                <a:moveTo>
                  <a:pt x="130160" y="116718"/>
                </a:moveTo>
                <a:lnTo>
                  <a:pt x="134830" y="116718"/>
                </a:lnTo>
                <a:lnTo>
                  <a:pt x="138166" y="120054"/>
                </a:lnTo>
                <a:lnTo>
                  <a:pt x="138166" y="122222"/>
                </a:lnTo>
                <a:lnTo>
                  <a:pt x="134196" y="118252"/>
                </a:lnTo>
                <a:lnTo>
                  <a:pt x="128626" y="118252"/>
                </a:lnTo>
                <a:close/>
                <a:moveTo>
                  <a:pt x="138933" y="120054"/>
                </a:moveTo>
                <a:lnTo>
                  <a:pt x="142269" y="116718"/>
                </a:lnTo>
                <a:lnTo>
                  <a:pt x="146939" y="116718"/>
                </a:lnTo>
                <a:lnTo>
                  <a:pt x="148473" y="118252"/>
                </a:lnTo>
                <a:lnTo>
                  <a:pt x="142903" y="118252"/>
                </a:lnTo>
                <a:lnTo>
                  <a:pt x="138933" y="122222"/>
                </a:lnTo>
                <a:close/>
                <a:moveTo>
                  <a:pt x="149841" y="112448"/>
                </a:moveTo>
                <a:lnTo>
                  <a:pt x="153543" y="108712"/>
                </a:lnTo>
                <a:lnTo>
                  <a:pt x="153543" y="116484"/>
                </a:lnTo>
                <a:lnTo>
                  <a:pt x="151876" y="118152"/>
                </a:lnTo>
                <a:lnTo>
                  <a:pt x="149841" y="118152"/>
                </a:lnTo>
                <a:lnTo>
                  <a:pt x="149841" y="112448"/>
                </a:lnTo>
                <a:close/>
                <a:moveTo>
                  <a:pt x="154344" y="108712"/>
                </a:moveTo>
                <a:lnTo>
                  <a:pt x="158047" y="112448"/>
                </a:lnTo>
                <a:lnTo>
                  <a:pt x="158047" y="118152"/>
                </a:lnTo>
                <a:lnTo>
                  <a:pt x="156012" y="118152"/>
                </a:lnTo>
                <a:lnTo>
                  <a:pt x="154344" y="116484"/>
                </a:lnTo>
                <a:lnTo>
                  <a:pt x="154344" y="108712"/>
                </a:lnTo>
                <a:close/>
                <a:moveTo>
                  <a:pt x="160949" y="116718"/>
                </a:moveTo>
                <a:lnTo>
                  <a:pt x="165619" y="116718"/>
                </a:lnTo>
                <a:lnTo>
                  <a:pt x="168954" y="120054"/>
                </a:lnTo>
                <a:lnTo>
                  <a:pt x="168954" y="122222"/>
                </a:lnTo>
                <a:lnTo>
                  <a:pt x="164985" y="118252"/>
                </a:lnTo>
                <a:lnTo>
                  <a:pt x="159414" y="118252"/>
                </a:lnTo>
                <a:close/>
                <a:moveTo>
                  <a:pt x="169755" y="120054"/>
                </a:moveTo>
                <a:lnTo>
                  <a:pt x="173057" y="116718"/>
                </a:lnTo>
                <a:lnTo>
                  <a:pt x="177761" y="116718"/>
                </a:lnTo>
                <a:lnTo>
                  <a:pt x="179262" y="118252"/>
                </a:lnTo>
                <a:lnTo>
                  <a:pt x="173691" y="118252"/>
                </a:lnTo>
                <a:lnTo>
                  <a:pt x="169755" y="122222"/>
                </a:lnTo>
                <a:close/>
                <a:moveTo>
                  <a:pt x="180629" y="112448"/>
                </a:moveTo>
                <a:lnTo>
                  <a:pt x="184332" y="108712"/>
                </a:lnTo>
                <a:lnTo>
                  <a:pt x="184332" y="116484"/>
                </a:lnTo>
                <a:lnTo>
                  <a:pt x="182664" y="118152"/>
                </a:lnTo>
                <a:lnTo>
                  <a:pt x="180629" y="118152"/>
                </a:lnTo>
                <a:lnTo>
                  <a:pt x="180629" y="112448"/>
                </a:lnTo>
                <a:close/>
                <a:moveTo>
                  <a:pt x="185133" y="108712"/>
                </a:moveTo>
                <a:lnTo>
                  <a:pt x="188869" y="112448"/>
                </a:lnTo>
                <a:lnTo>
                  <a:pt x="188869" y="118152"/>
                </a:lnTo>
                <a:lnTo>
                  <a:pt x="186801" y="118152"/>
                </a:lnTo>
                <a:lnTo>
                  <a:pt x="185133" y="116484"/>
                </a:lnTo>
                <a:lnTo>
                  <a:pt x="185133" y="108712"/>
                </a:lnTo>
                <a:close/>
                <a:moveTo>
                  <a:pt x="191737" y="116718"/>
                </a:moveTo>
                <a:lnTo>
                  <a:pt x="196441" y="116718"/>
                </a:lnTo>
                <a:lnTo>
                  <a:pt x="199743" y="120054"/>
                </a:lnTo>
                <a:lnTo>
                  <a:pt x="199743" y="122222"/>
                </a:lnTo>
                <a:lnTo>
                  <a:pt x="195807" y="118252"/>
                </a:lnTo>
                <a:lnTo>
                  <a:pt x="190203" y="118252"/>
                </a:lnTo>
                <a:close/>
                <a:moveTo>
                  <a:pt x="200544" y="120054"/>
                </a:moveTo>
                <a:lnTo>
                  <a:pt x="203846" y="116718"/>
                </a:lnTo>
                <a:lnTo>
                  <a:pt x="208549" y="116718"/>
                </a:lnTo>
                <a:lnTo>
                  <a:pt x="210084" y="118252"/>
                </a:lnTo>
                <a:lnTo>
                  <a:pt x="204480" y="118252"/>
                </a:lnTo>
                <a:lnTo>
                  <a:pt x="200544" y="122222"/>
                </a:lnTo>
                <a:close/>
                <a:moveTo>
                  <a:pt x="211418" y="112448"/>
                </a:moveTo>
                <a:lnTo>
                  <a:pt x="215154" y="108712"/>
                </a:lnTo>
                <a:lnTo>
                  <a:pt x="215154" y="116484"/>
                </a:lnTo>
                <a:lnTo>
                  <a:pt x="213453" y="118152"/>
                </a:lnTo>
                <a:lnTo>
                  <a:pt x="211418" y="118152"/>
                </a:lnTo>
                <a:lnTo>
                  <a:pt x="211418" y="112448"/>
                </a:lnTo>
                <a:close/>
                <a:moveTo>
                  <a:pt x="215921" y="108712"/>
                </a:moveTo>
                <a:lnTo>
                  <a:pt x="219657" y="112448"/>
                </a:lnTo>
                <a:lnTo>
                  <a:pt x="219657" y="118152"/>
                </a:lnTo>
                <a:lnTo>
                  <a:pt x="217623" y="118152"/>
                </a:lnTo>
                <a:lnTo>
                  <a:pt x="215921" y="116484"/>
                </a:lnTo>
                <a:lnTo>
                  <a:pt x="215921" y="108712"/>
                </a:lnTo>
                <a:close/>
                <a:moveTo>
                  <a:pt x="222526" y="116718"/>
                </a:moveTo>
                <a:lnTo>
                  <a:pt x="227229" y="116718"/>
                </a:lnTo>
                <a:lnTo>
                  <a:pt x="230532" y="120054"/>
                </a:lnTo>
                <a:lnTo>
                  <a:pt x="230532" y="122222"/>
                </a:lnTo>
                <a:lnTo>
                  <a:pt x="226596" y="118252"/>
                </a:lnTo>
                <a:lnTo>
                  <a:pt x="220992" y="118252"/>
                </a:lnTo>
                <a:close/>
                <a:moveTo>
                  <a:pt x="231332" y="120054"/>
                </a:moveTo>
                <a:lnTo>
                  <a:pt x="234635" y="116718"/>
                </a:lnTo>
                <a:lnTo>
                  <a:pt x="239338" y="116718"/>
                </a:lnTo>
                <a:lnTo>
                  <a:pt x="240873" y="118252"/>
                </a:lnTo>
                <a:lnTo>
                  <a:pt x="235269" y="118252"/>
                </a:lnTo>
                <a:lnTo>
                  <a:pt x="231332" y="122222"/>
                </a:lnTo>
                <a:lnTo>
                  <a:pt x="231332" y="120054"/>
                </a:lnTo>
                <a:close/>
                <a:moveTo>
                  <a:pt x="241406" y="117685"/>
                </a:moveTo>
                <a:lnTo>
                  <a:pt x="239905" y="116184"/>
                </a:lnTo>
                <a:lnTo>
                  <a:pt x="239905" y="111481"/>
                </a:lnTo>
                <a:lnTo>
                  <a:pt x="243208" y="108178"/>
                </a:lnTo>
                <a:lnTo>
                  <a:pt x="245376" y="108178"/>
                </a:lnTo>
                <a:lnTo>
                  <a:pt x="241406" y="112114"/>
                </a:lnTo>
                <a:lnTo>
                  <a:pt x="241406" y="117685"/>
                </a:lnTo>
                <a:close/>
                <a:moveTo>
                  <a:pt x="243208" y="107378"/>
                </a:moveTo>
                <a:lnTo>
                  <a:pt x="239872" y="104042"/>
                </a:lnTo>
                <a:lnTo>
                  <a:pt x="239872" y="99372"/>
                </a:lnTo>
                <a:lnTo>
                  <a:pt x="241406" y="97838"/>
                </a:lnTo>
                <a:lnTo>
                  <a:pt x="241406" y="103408"/>
                </a:lnTo>
                <a:lnTo>
                  <a:pt x="245376" y="107378"/>
                </a:lnTo>
                <a:lnTo>
                  <a:pt x="243208" y="107378"/>
                </a:lnTo>
                <a:close/>
                <a:moveTo>
                  <a:pt x="241306" y="96470"/>
                </a:moveTo>
                <a:lnTo>
                  <a:pt x="235602" y="96470"/>
                </a:lnTo>
                <a:lnTo>
                  <a:pt x="231866" y="92767"/>
                </a:lnTo>
                <a:lnTo>
                  <a:pt x="239638" y="92767"/>
                </a:lnTo>
                <a:lnTo>
                  <a:pt x="241306" y="94435"/>
                </a:lnTo>
                <a:lnTo>
                  <a:pt x="241306" y="96470"/>
                </a:lnTo>
                <a:close/>
                <a:moveTo>
                  <a:pt x="231866" y="91967"/>
                </a:moveTo>
                <a:lnTo>
                  <a:pt x="235602" y="88264"/>
                </a:lnTo>
                <a:lnTo>
                  <a:pt x="241306" y="88264"/>
                </a:lnTo>
                <a:lnTo>
                  <a:pt x="241306" y="90299"/>
                </a:lnTo>
                <a:lnTo>
                  <a:pt x="239638" y="91967"/>
                </a:lnTo>
                <a:close/>
                <a:moveTo>
                  <a:pt x="241406" y="86896"/>
                </a:moveTo>
                <a:lnTo>
                  <a:pt x="239905" y="85362"/>
                </a:lnTo>
                <a:lnTo>
                  <a:pt x="239905" y="80692"/>
                </a:lnTo>
                <a:lnTo>
                  <a:pt x="243208" y="77356"/>
                </a:lnTo>
                <a:lnTo>
                  <a:pt x="245376" y="77356"/>
                </a:lnTo>
                <a:lnTo>
                  <a:pt x="241406" y="81326"/>
                </a:lnTo>
                <a:lnTo>
                  <a:pt x="241406" y="86896"/>
                </a:lnTo>
                <a:close/>
                <a:moveTo>
                  <a:pt x="243208" y="76589"/>
                </a:moveTo>
                <a:lnTo>
                  <a:pt x="239872" y="73253"/>
                </a:lnTo>
                <a:lnTo>
                  <a:pt x="239872" y="68583"/>
                </a:lnTo>
                <a:lnTo>
                  <a:pt x="241406" y="67049"/>
                </a:lnTo>
                <a:lnTo>
                  <a:pt x="241406" y="72620"/>
                </a:lnTo>
                <a:lnTo>
                  <a:pt x="245376" y="76589"/>
                </a:lnTo>
                <a:lnTo>
                  <a:pt x="243208" y="76589"/>
                </a:lnTo>
                <a:close/>
                <a:moveTo>
                  <a:pt x="241306" y="65681"/>
                </a:moveTo>
                <a:lnTo>
                  <a:pt x="235602" y="65681"/>
                </a:lnTo>
                <a:lnTo>
                  <a:pt x="231866" y="61979"/>
                </a:lnTo>
                <a:lnTo>
                  <a:pt x="239638" y="61979"/>
                </a:lnTo>
                <a:lnTo>
                  <a:pt x="241306" y="63646"/>
                </a:lnTo>
                <a:lnTo>
                  <a:pt x="241306" y="65681"/>
                </a:lnTo>
                <a:close/>
                <a:moveTo>
                  <a:pt x="231866" y="61178"/>
                </a:moveTo>
                <a:lnTo>
                  <a:pt x="235602" y="57475"/>
                </a:lnTo>
                <a:lnTo>
                  <a:pt x="241306" y="57475"/>
                </a:lnTo>
                <a:lnTo>
                  <a:pt x="241306" y="59510"/>
                </a:lnTo>
                <a:lnTo>
                  <a:pt x="239638" y="61178"/>
                </a:lnTo>
                <a:close/>
                <a:moveTo>
                  <a:pt x="241406" y="56108"/>
                </a:moveTo>
                <a:lnTo>
                  <a:pt x="239905" y="54573"/>
                </a:lnTo>
                <a:lnTo>
                  <a:pt x="239905" y="49903"/>
                </a:lnTo>
                <a:lnTo>
                  <a:pt x="243208" y="46568"/>
                </a:lnTo>
                <a:lnTo>
                  <a:pt x="245376" y="46568"/>
                </a:lnTo>
                <a:lnTo>
                  <a:pt x="241406" y="50537"/>
                </a:lnTo>
                <a:lnTo>
                  <a:pt x="241406" y="56108"/>
                </a:lnTo>
                <a:close/>
                <a:moveTo>
                  <a:pt x="243208" y="45800"/>
                </a:moveTo>
                <a:lnTo>
                  <a:pt x="239872" y="42465"/>
                </a:lnTo>
                <a:lnTo>
                  <a:pt x="239872" y="37795"/>
                </a:lnTo>
                <a:lnTo>
                  <a:pt x="241406" y="36260"/>
                </a:lnTo>
                <a:lnTo>
                  <a:pt x="241406" y="41831"/>
                </a:lnTo>
                <a:lnTo>
                  <a:pt x="245376" y="45800"/>
                </a:lnTo>
                <a:close/>
                <a:moveTo>
                  <a:pt x="241306" y="34893"/>
                </a:moveTo>
                <a:lnTo>
                  <a:pt x="235602" y="34893"/>
                </a:lnTo>
                <a:lnTo>
                  <a:pt x="231866" y="31190"/>
                </a:lnTo>
                <a:lnTo>
                  <a:pt x="239638" y="31190"/>
                </a:lnTo>
                <a:lnTo>
                  <a:pt x="241306" y="32858"/>
                </a:lnTo>
                <a:lnTo>
                  <a:pt x="241306" y="34893"/>
                </a:lnTo>
                <a:close/>
                <a:moveTo>
                  <a:pt x="231866" y="30389"/>
                </a:moveTo>
                <a:lnTo>
                  <a:pt x="235602" y="26653"/>
                </a:lnTo>
                <a:lnTo>
                  <a:pt x="241306" y="26653"/>
                </a:lnTo>
                <a:lnTo>
                  <a:pt x="241306" y="28721"/>
                </a:lnTo>
                <a:lnTo>
                  <a:pt x="239638" y="30389"/>
                </a:lnTo>
                <a:close/>
                <a:moveTo>
                  <a:pt x="241406" y="25319"/>
                </a:moveTo>
                <a:lnTo>
                  <a:pt x="239905" y="23785"/>
                </a:lnTo>
                <a:lnTo>
                  <a:pt x="239905" y="19115"/>
                </a:lnTo>
                <a:lnTo>
                  <a:pt x="243208" y="15779"/>
                </a:lnTo>
                <a:lnTo>
                  <a:pt x="245376" y="15779"/>
                </a:lnTo>
                <a:lnTo>
                  <a:pt x="241406" y="19748"/>
                </a:lnTo>
                <a:lnTo>
                  <a:pt x="241406" y="25319"/>
                </a:lnTo>
                <a:close/>
                <a:moveTo>
                  <a:pt x="243208" y="15012"/>
                </a:moveTo>
                <a:lnTo>
                  <a:pt x="239872" y="11676"/>
                </a:lnTo>
                <a:lnTo>
                  <a:pt x="239872" y="6973"/>
                </a:lnTo>
                <a:lnTo>
                  <a:pt x="241406" y="5471"/>
                </a:lnTo>
                <a:lnTo>
                  <a:pt x="241406" y="11042"/>
                </a:lnTo>
                <a:lnTo>
                  <a:pt x="245376" y="15012"/>
                </a:lnTo>
                <a:lnTo>
                  <a:pt x="243208" y="15012"/>
                </a:lnTo>
                <a:close/>
                <a:moveTo>
                  <a:pt x="239638" y="401"/>
                </a:moveTo>
                <a:lnTo>
                  <a:pt x="241306" y="2069"/>
                </a:lnTo>
                <a:lnTo>
                  <a:pt x="241306" y="4104"/>
                </a:lnTo>
                <a:lnTo>
                  <a:pt x="235602" y="4104"/>
                </a:lnTo>
                <a:lnTo>
                  <a:pt x="231866" y="401"/>
                </a:lnTo>
                <a:close/>
                <a:moveTo>
                  <a:pt x="229965" y="401"/>
                </a:moveTo>
                <a:lnTo>
                  <a:pt x="226262" y="4104"/>
                </a:lnTo>
                <a:lnTo>
                  <a:pt x="220558" y="4104"/>
                </a:lnTo>
                <a:lnTo>
                  <a:pt x="220558" y="2069"/>
                </a:lnTo>
                <a:lnTo>
                  <a:pt x="222226" y="401"/>
                </a:lnTo>
                <a:close/>
                <a:moveTo>
                  <a:pt x="219290" y="401"/>
                </a:moveTo>
                <a:lnTo>
                  <a:pt x="221092" y="401"/>
                </a:lnTo>
                <a:lnTo>
                  <a:pt x="219757" y="1735"/>
                </a:lnTo>
                <a:lnTo>
                  <a:pt x="219757" y="3804"/>
                </a:lnTo>
                <a:lnTo>
                  <a:pt x="218457" y="2503"/>
                </a:lnTo>
                <a:lnTo>
                  <a:pt x="218457" y="1202"/>
                </a:lnTo>
                <a:close/>
                <a:moveTo>
                  <a:pt x="216755" y="2936"/>
                </a:moveTo>
                <a:lnTo>
                  <a:pt x="218056" y="2936"/>
                </a:lnTo>
                <a:lnTo>
                  <a:pt x="219324" y="4204"/>
                </a:lnTo>
                <a:lnTo>
                  <a:pt x="217456" y="4204"/>
                </a:lnTo>
                <a:lnTo>
                  <a:pt x="217156" y="4337"/>
                </a:lnTo>
                <a:lnTo>
                  <a:pt x="215921" y="5572"/>
                </a:lnTo>
                <a:lnTo>
                  <a:pt x="215921" y="3770"/>
                </a:lnTo>
                <a:close/>
                <a:moveTo>
                  <a:pt x="214320" y="2936"/>
                </a:moveTo>
                <a:lnTo>
                  <a:pt x="215154" y="3737"/>
                </a:lnTo>
                <a:lnTo>
                  <a:pt x="215154" y="5572"/>
                </a:lnTo>
                <a:lnTo>
                  <a:pt x="213887" y="4337"/>
                </a:lnTo>
                <a:lnTo>
                  <a:pt x="213620" y="4204"/>
                </a:lnTo>
                <a:lnTo>
                  <a:pt x="211718" y="4204"/>
                </a:lnTo>
                <a:lnTo>
                  <a:pt x="213019" y="2936"/>
                </a:lnTo>
                <a:lnTo>
                  <a:pt x="214320" y="2936"/>
                </a:lnTo>
                <a:close/>
                <a:moveTo>
                  <a:pt x="211785" y="401"/>
                </a:moveTo>
                <a:lnTo>
                  <a:pt x="212586" y="1202"/>
                </a:lnTo>
                <a:lnTo>
                  <a:pt x="212586" y="2503"/>
                </a:lnTo>
                <a:lnTo>
                  <a:pt x="211318" y="3804"/>
                </a:lnTo>
                <a:lnTo>
                  <a:pt x="211318" y="1735"/>
                </a:lnTo>
                <a:lnTo>
                  <a:pt x="209950" y="401"/>
                </a:lnTo>
                <a:lnTo>
                  <a:pt x="211785" y="401"/>
                </a:lnTo>
                <a:close/>
                <a:moveTo>
                  <a:pt x="208850" y="401"/>
                </a:moveTo>
                <a:lnTo>
                  <a:pt x="210518" y="2069"/>
                </a:lnTo>
                <a:lnTo>
                  <a:pt x="210518" y="4104"/>
                </a:lnTo>
                <a:lnTo>
                  <a:pt x="204813" y="4104"/>
                </a:lnTo>
                <a:lnTo>
                  <a:pt x="201077" y="401"/>
                </a:lnTo>
                <a:close/>
                <a:moveTo>
                  <a:pt x="199176" y="401"/>
                </a:moveTo>
                <a:lnTo>
                  <a:pt x="195473" y="4104"/>
                </a:lnTo>
                <a:lnTo>
                  <a:pt x="189736" y="4104"/>
                </a:lnTo>
                <a:lnTo>
                  <a:pt x="189736" y="2069"/>
                </a:lnTo>
                <a:lnTo>
                  <a:pt x="191437" y="401"/>
                </a:lnTo>
                <a:close/>
                <a:moveTo>
                  <a:pt x="188502" y="401"/>
                </a:moveTo>
                <a:lnTo>
                  <a:pt x="190303" y="401"/>
                </a:lnTo>
                <a:lnTo>
                  <a:pt x="188969" y="1735"/>
                </a:lnTo>
                <a:lnTo>
                  <a:pt x="188969" y="3804"/>
                </a:lnTo>
                <a:lnTo>
                  <a:pt x="187668" y="2503"/>
                </a:lnTo>
                <a:lnTo>
                  <a:pt x="187668" y="1202"/>
                </a:lnTo>
                <a:close/>
                <a:moveTo>
                  <a:pt x="185967" y="2936"/>
                </a:moveTo>
                <a:lnTo>
                  <a:pt x="187268" y="2936"/>
                </a:lnTo>
                <a:lnTo>
                  <a:pt x="188535" y="4204"/>
                </a:lnTo>
                <a:lnTo>
                  <a:pt x="186667" y="4204"/>
                </a:lnTo>
                <a:lnTo>
                  <a:pt x="186367" y="4337"/>
                </a:lnTo>
                <a:lnTo>
                  <a:pt x="185133" y="5572"/>
                </a:lnTo>
                <a:lnTo>
                  <a:pt x="185133" y="3770"/>
                </a:lnTo>
                <a:close/>
                <a:moveTo>
                  <a:pt x="183532" y="2936"/>
                </a:moveTo>
                <a:lnTo>
                  <a:pt x="184332" y="3737"/>
                </a:lnTo>
                <a:lnTo>
                  <a:pt x="184332" y="5572"/>
                </a:lnTo>
                <a:lnTo>
                  <a:pt x="183098" y="4337"/>
                </a:lnTo>
                <a:lnTo>
                  <a:pt x="182831" y="4204"/>
                </a:lnTo>
                <a:lnTo>
                  <a:pt x="180930" y="4204"/>
                </a:lnTo>
                <a:lnTo>
                  <a:pt x="182231" y="2936"/>
                </a:lnTo>
                <a:lnTo>
                  <a:pt x="183532" y="2936"/>
                </a:lnTo>
                <a:close/>
                <a:moveTo>
                  <a:pt x="180996" y="401"/>
                </a:moveTo>
                <a:lnTo>
                  <a:pt x="181797" y="1202"/>
                </a:lnTo>
                <a:lnTo>
                  <a:pt x="181797" y="2503"/>
                </a:lnTo>
                <a:lnTo>
                  <a:pt x="180529" y="3804"/>
                </a:lnTo>
                <a:lnTo>
                  <a:pt x="180529" y="1735"/>
                </a:lnTo>
                <a:lnTo>
                  <a:pt x="179162" y="401"/>
                </a:lnTo>
                <a:lnTo>
                  <a:pt x="180996" y="401"/>
                </a:lnTo>
                <a:close/>
                <a:moveTo>
                  <a:pt x="178061" y="401"/>
                </a:moveTo>
                <a:lnTo>
                  <a:pt x="179729" y="2069"/>
                </a:lnTo>
                <a:lnTo>
                  <a:pt x="179729" y="4104"/>
                </a:lnTo>
                <a:lnTo>
                  <a:pt x="174025" y="4104"/>
                </a:lnTo>
                <a:lnTo>
                  <a:pt x="170289" y="401"/>
                </a:lnTo>
                <a:close/>
                <a:moveTo>
                  <a:pt x="168387" y="401"/>
                </a:moveTo>
                <a:lnTo>
                  <a:pt x="164685" y="4104"/>
                </a:lnTo>
                <a:lnTo>
                  <a:pt x="158947" y="4104"/>
                </a:lnTo>
                <a:lnTo>
                  <a:pt x="158947" y="2069"/>
                </a:lnTo>
                <a:lnTo>
                  <a:pt x="160649" y="401"/>
                </a:lnTo>
                <a:close/>
                <a:moveTo>
                  <a:pt x="157713" y="401"/>
                </a:moveTo>
                <a:lnTo>
                  <a:pt x="159514" y="401"/>
                </a:lnTo>
                <a:lnTo>
                  <a:pt x="158180" y="1735"/>
                </a:lnTo>
                <a:lnTo>
                  <a:pt x="158180" y="3804"/>
                </a:lnTo>
                <a:lnTo>
                  <a:pt x="156879" y="2503"/>
                </a:lnTo>
                <a:lnTo>
                  <a:pt x="156879" y="1202"/>
                </a:lnTo>
                <a:close/>
                <a:moveTo>
                  <a:pt x="155178" y="2936"/>
                </a:moveTo>
                <a:lnTo>
                  <a:pt x="156479" y="2936"/>
                </a:lnTo>
                <a:lnTo>
                  <a:pt x="157746" y="4204"/>
                </a:lnTo>
                <a:lnTo>
                  <a:pt x="155845" y="4204"/>
                </a:lnTo>
                <a:lnTo>
                  <a:pt x="155578" y="4337"/>
                </a:lnTo>
                <a:lnTo>
                  <a:pt x="154344" y="5572"/>
                </a:lnTo>
                <a:lnTo>
                  <a:pt x="154344" y="3770"/>
                </a:lnTo>
                <a:close/>
                <a:moveTo>
                  <a:pt x="152743" y="2936"/>
                </a:moveTo>
                <a:lnTo>
                  <a:pt x="153543" y="3737"/>
                </a:lnTo>
                <a:lnTo>
                  <a:pt x="153543" y="5572"/>
                </a:lnTo>
                <a:lnTo>
                  <a:pt x="152309" y="4337"/>
                </a:lnTo>
                <a:lnTo>
                  <a:pt x="152042" y="4204"/>
                </a:lnTo>
                <a:lnTo>
                  <a:pt x="150141" y="4204"/>
                </a:lnTo>
                <a:lnTo>
                  <a:pt x="151442" y="2936"/>
                </a:lnTo>
                <a:lnTo>
                  <a:pt x="152743" y="2936"/>
                </a:lnTo>
                <a:close/>
                <a:moveTo>
                  <a:pt x="150174" y="401"/>
                </a:moveTo>
                <a:lnTo>
                  <a:pt x="151008" y="1202"/>
                </a:lnTo>
                <a:lnTo>
                  <a:pt x="151008" y="2503"/>
                </a:lnTo>
                <a:lnTo>
                  <a:pt x="149741" y="3804"/>
                </a:lnTo>
                <a:lnTo>
                  <a:pt x="149741" y="1735"/>
                </a:lnTo>
                <a:lnTo>
                  <a:pt x="148373" y="401"/>
                </a:lnTo>
                <a:lnTo>
                  <a:pt x="150174" y="401"/>
                </a:lnTo>
                <a:close/>
                <a:moveTo>
                  <a:pt x="147272" y="401"/>
                </a:moveTo>
                <a:lnTo>
                  <a:pt x="148940" y="2069"/>
                </a:lnTo>
                <a:lnTo>
                  <a:pt x="148940" y="4104"/>
                </a:lnTo>
                <a:lnTo>
                  <a:pt x="143236" y="4104"/>
                </a:lnTo>
                <a:lnTo>
                  <a:pt x="139500" y="401"/>
                </a:lnTo>
                <a:close/>
                <a:moveTo>
                  <a:pt x="137599" y="401"/>
                </a:moveTo>
                <a:lnTo>
                  <a:pt x="133863" y="4104"/>
                </a:lnTo>
                <a:lnTo>
                  <a:pt x="128159" y="4104"/>
                </a:lnTo>
                <a:lnTo>
                  <a:pt x="128159" y="2069"/>
                </a:lnTo>
                <a:lnTo>
                  <a:pt x="129860" y="401"/>
                </a:lnTo>
                <a:close/>
                <a:moveTo>
                  <a:pt x="126924" y="401"/>
                </a:moveTo>
                <a:lnTo>
                  <a:pt x="128726" y="401"/>
                </a:lnTo>
                <a:lnTo>
                  <a:pt x="127391" y="1735"/>
                </a:lnTo>
                <a:lnTo>
                  <a:pt x="127391" y="3804"/>
                </a:lnTo>
                <a:lnTo>
                  <a:pt x="126091" y="2503"/>
                </a:lnTo>
                <a:lnTo>
                  <a:pt x="126091" y="1202"/>
                </a:lnTo>
                <a:close/>
                <a:moveTo>
                  <a:pt x="124389" y="2936"/>
                </a:moveTo>
                <a:lnTo>
                  <a:pt x="125657" y="2936"/>
                </a:lnTo>
                <a:lnTo>
                  <a:pt x="126958" y="4204"/>
                </a:lnTo>
                <a:lnTo>
                  <a:pt x="125056" y="4204"/>
                </a:lnTo>
                <a:lnTo>
                  <a:pt x="124790" y="4337"/>
                </a:lnTo>
                <a:lnTo>
                  <a:pt x="123555" y="5572"/>
                </a:lnTo>
                <a:lnTo>
                  <a:pt x="123555" y="3770"/>
                </a:lnTo>
                <a:close/>
                <a:moveTo>
                  <a:pt x="121954" y="2936"/>
                </a:moveTo>
                <a:lnTo>
                  <a:pt x="122755" y="3737"/>
                </a:lnTo>
                <a:lnTo>
                  <a:pt x="122755" y="5572"/>
                </a:lnTo>
                <a:lnTo>
                  <a:pt x="121521" y="4337"/>
                </a:lnTo>
                <a:lnTo>
                  <a:pt x="121254" y="4204"/>
                </a:lnTo>
                <a:lnTo>
                  <a:pt x="119352" y="4204"/>
                </a:lnTo>
                <a:lnTo>
                  <a:pt x="120653" y="2936"/>
                </a:lnTo>
                <a:lnTo>
                  <a:pt x="121954" y="2936"/>
                </a:lnTo>
                <a:close/>
                <a:moveTo>
                  <a:pt x="119386" y="401"/>
                </a:moveTo>
                <a:lnTo>
                  <a:pt x="120220" y="1202"/>
                </a:lnTo>
                <a:lnTo>
                  <a:pt x="120220" y="2503"/>
                </a:lnTo>
                <a:lnTo>
                  <a:pt x="118952" y="3804"/>
                </a:lnTo>
                <a:lnTo>
                  <a:pt x="118952" y="1735"/>
                </a:lnTo>
                <a:lnTo>
                  <a:pt x="117584" y="401"/>
                </a:lnTo>
                <a:lnTo>
                  <a:pt x="119386" y="401"/>
                </a:lnTo>
                <a:close/>
                <a:moveTo>
                  <a:pt x="116450" y="401"/>
                </a:moveTo>
                <a:lnTo>
                  <a:pt x="118152" y="2069"/>
                </a:lnTo>
                <a:lnTo>
                  <a:pt x="118152" y="4104"/>
                </a:lnTo>
                <a:lnTo>
                  <a:pt x="112447" y="4104"/>
                </a:lnTo>
                <a:lnTo>
                  <a:pt x="108711" y="401"/>
                </a:lnTo>
                <a:close/>
                <a:moveTo>
                  <a:pt x="106810" y="401"/>
                </a:moveTo>
                <a:lnTo>
                  <a:pt x="103074" y="4104"/>
                </a:lnTo>
                <a:lnTo>
                  <a:pt x="97370" y="4104"/>
                </a:lnTo>
                <a:lnTo>
                  <a:pt x="97370" y="2069"/>
                </a:lnTo>
                <a:lnTo>
                  <a:pt x="99071" y="401"/>
                </a:lnTo>
                <a:close/>
                <a:moveTo>
                  <a:pt x="96136" y="401"/>
                </a:moveTo>
                <a:lnTo>
                  <a:pt x="97937" y="401"/>
                </a:lnTo>
                <a:lnTo>
                  <a:pt x="96569" y="1735"/>
                </a:lnTo>
                <a:lnTo>
                  <a:pt x="96569" y="3804"/>
                </a:lnTo>
                <a:lnTo>
                  <a:pt x="95302" y="2503"/>
                </a:lnTo>
                <a:lnTo>
                  <a:pt x="95302" y="1202"/>
                </a:lnTo>
                <a:close/>
                <a:moveTo>
                  <a:pt x="93567" y="2936"/>
                </a:moveTo>
                <a:lnTo>
                  <a:pt x="94868" y="2936"/>
                </a:lnTo>
                <a:lnTo>
                  <a:pt x="96169" y="4204"/>
                </a:lnTo>
                <a:lnTo>
                  <a:pt x="94268" y="4204"/>
                </a:lnTo>
                <a:lnTo>
                  <a:pt x="94001" y="4337"/>
                </a:lnTo>
                <a:lnTo>
                  <a:pt x="92767" y="5572"/>
                </a:lnTo>
                <a:lnTo>
                  <a:pt x="92767" y="3770"/>
                </a:lnTo>
                <a:close/>
                <a:moveTo>
                  <a:pt x="91166" y="2936"/>
                </a:moveTo>
                <a:lnTo>
                  <a:pt x="91966" y="3737"/>
                </a:lnTo>
                <a:lnTo>
                  <a:pt x="91966" y="5572"/>
                </a:lnTo>
                <a:lnTo>
                  <a:pt x="90732" y="4337"/>
                </a:lnTo>
                <a:lnTo>
                  <a:pt x="90465" y="4204"/>
                </a:lnTo>
                <a:lnTo>
                  <a:pt x="88564" y="4204"/>
                </a:lnTo>
                <a:lnTo>
                  <a:pt x="89865" y="2936"/>
                </a:lnTo>
                <a:lnTo>
                  <a:pt x="91166" y="2936"/>
                </a:lnTo>
                <a:close/>
                <a:moveTo>
                  <a:pt x="88597" y="401"/>
                </a:moveTo>
                <a:lnTo>
                  <a:pt x="89431" y="1202"/>
                </a:lnTo>
                <a:lnTo>
                  <a:pt x="89431" y="2503"/>
                </a:lnTo>
                <a:lnTo>
                  <a:pt x="88130" y="3804"/>
                </a:lnTo>
                <a:lnTo>
                  <a:pt x="88130" y="1735"/>
                </a:lnTo>
                <a:lnTo>
                  <a:pt x="86796" y="401"/>
                </a:lnTo>
                <a:lnTo>
                  <a:pt x="88597" y="401"/>
                </a:lnTo>
                <a:close/>
                <a:moveTo>
                  <a:pt x="85662" y="401"/>
                </a:moveTo>
                <a:lnTo>
                  <a:pt x="87363" y="2069"/>
                </a:lnTo>
                <a:lnTo>
                  <a:pt x="87363" y="4104"/>
                </a:lnTo>
                <a:lnTo>
                  <a:pt x="81659" y="4104"/>
                </a:lnTo>
                <a:lnTo>
                  <a:pt x="77923" y="401"/>
                </a:lnTo>
                <a:close/>
                <a:moveTo>
                  <a:pt x="76021" y="401"/>
                </a:moveTo>
                <a:lnTo>
                  <a:pt x="72285" y="4104"/>
                </a:lnTo>
                <a:lnTo>
                  <a:pt x="66581" y="4104"/>
                </a:lnTo>
                <a:lnTo>
                  <a:pt x="66581" y="2069"/>
                </a:lnTo>
                <a:lnTo>
                  <a:pt x="68249" y="401"/>
                </a:lnTo>
                <a:close/>
                <a:moveTo>
                  <a:pt x="65347" y="401"/>
                </a:moveTo>
                <a:lnTo>
                  <a:pt x="67148" y="401"/>
                </a:lnTo>
                <a:lnTo>
                  <a:pt x="65781" y="1735"/>
                </a:lnTo>
                <a:lnTo>
                  <a:pt x="65781" y="3804"/>
                </a:lnTo>
                <a:lnTo>
                  <a:pt x="64513" y="2503"/>
                </a:lnTo>
                <a:lnTo>
                  <a:pt x="64513" y="1202"/>
                </a:lnTo>
                <a:close/>
                <a:moveTo>
                  <a:pt x="62779" y="2936"/>
                </a:moveTo>
                <a:lnTo>
                  <a:pt x="64080" y="2936"/>
                </a:lnTo>
                <a:lnTo>
                  <a:pt x="65381" y="4204"/>
                </a:lnTo>
                <a:lnTo>
                  <a:pt x="63479" y="4204"/>
                </a:lnTo>
                <a:lnTo>
                  <a:pt x="63212" y="4337"/>
                </a:lnTo>
                <a:lnTo>
                  <a:pt x="61978" y="5572"/>
                </a:lnTo>
                <a:lnTo>
                  <a:pt x="61978" y="3770"/>
                </a:lnTo>
                <a:close/>
                <a:moveTo>
                  <a:pt x="60344" y="2936"/>
                </a:moveTo>
                <a:lnTo>
                  <a:pt x="61178" y="3737"/>
                </a:lnTo>
                <a:lnTo>
                  <a:pt x="61178" y="5572"/>
                </a:lnTo>
                <a:lnTo>
                  <a:pt x="59943" y="4337"/>
                </a:lnTo>
                <a:lnTo>
                  <a:pt x="59676" y="4204"/>
                </a:lnTo>
                <a:lnTo>
                  <a:pt x="57775" y="4204"/>
                </a:lnTo>
                <a:lnTo>
                  <a:pt x="59043" y="2936"/>
                </a:lnTo>
                <a:lnTo>
                  <a:pt x="60344" y="2936"/>
                </a:lnTo>
                <a:close/>
                <a:moveTo>
                  <a:pt x="57808" y="401"/>
                </a:moveTo>
                <a:lnTo>
                  <a:pt x="58642" y="1202"/>
                </a:lnTo>
                <a:lnTo>
                  <a:pt x="58642" y="2503"/>
                </a:lnTo>
                <a:lnTo>
                  <a:pt x="57341" y="3804"/>
                </a:lnTo>
                <a:lnTo>
                  <a:pt x="57341" y="1735"/>
                </a:lnTo>
                <a:lnTo>
                  <a:pt x="56007" y="401"/>
                </a:lnTo>
                <a:lnTo>
                  <a:pt x="57808" y="401"/>
                </a:lnTo>
                <a:close/>
                <a:moveTo>
                  <a:pt x="54873" y="401"/>
                </a:moveTo>
                <a:lnTo>
                  <a:pt x="56574" y="2069"/>
                </a:lnTo>
                <a:lnTo>
                  <a:pt x="56574" y="4104"/>
                </a:lnTo>
                <a:lnTo>
                  <a:pt x="50837" y="4104"/>
                </a:lnTo>
                <a:lnTo>
                  <a:pt x="47134" y="401"/>
                </a:lnTo>
                <a:close/>
                <a:moveTo>
                  <a:pt x="45233" y="401"/>
                </a:moveTo>
                <a:lnTo>
                  <a:pt x="41497" y="4104"/>
                </a:lnTo>
                <a:lnTo>
                  <a:pt x="35793" y="4104"/>
                </a:lnTo>
                <a:lnTo>
                  <a:pt x="35793" y="2069"/>
                </a:lnTo>
                <a:lnTo>
                  <a:pt x="37461" y="401"/>
                </a:lnTo>
                <a:close/>
                <a:moveTo>
                  <a:pt x="34525" y="401"/>
                </a:moveTo>
                <a:lnTo>
                  <a:pt x="36360" y="401"/>
                </a:lnTo>
                <a:lnTo>
                  <a:pt x="34992" y="1735"/>
                </a:lnTo>
                <a:lnTo>
                  <a:pt x="34992" y="3804"/>
                </a:lnTo>
                <a:lnTo>
                  <a:pt x="33725" y="2503"/>
                </a:lnTo>
                <a:lnTo>
                  <a:pt x="33725" y="1202"/>
                </a:lnTo>
                <a:close/>
                <a:moveTo>
                  <a:pt x="31990" y="2936"/>
                </a:moveTo>
                <a:lnTo>
                  <a:pt x="33291" y="2936"/>
                </a:lnTo>
                <a:lnTo>
                  <a:pt x="34592" y="4204"/>
                </a:lnTo>
                <a:lnTo>
                  <a:pt x="32691" y="4204"/>
                </a:lnTo>
                <a:lnTo>
                  <a:pt x="32424" y="4337"/>
                </a:lnTo>
                <a:lnTo>
                  <a:pt x="31189" y="5572"/>
                </a:lnTo>
                <a:lnTo>
                  <a:pt x="31189" y="3770"/>
                </a:lnTo>
                <a:close/>
                <a:moveTo>
                  <a:pt x="29555" y="2936"/>
                </a:moveTo>
                <a:lnTo>
                  <a:pt x="30389" y="3737"/>
                </a:lnTo>
                <a:lnTo>
                  <a:pt x="30389" y="5572"/>
                </a:lnTo>
                <a:lnTo>
                  <a:pt x="29155" y="4337"/>
                </a:lnTo>
                <a:lnTo>
                  <a:pt x="28854" y="4204"/>
                </a:lnTo>
                <a:lnTo>
                  <a:pt x="26986" y="4204"/>
                </a:lnTo>
                <a:lnTo>
                  <a:pt x="28254" y="2936"/>
                </a:lnTo>
                <a:lnTo>
                  <a:pt x="29555" y="2936"/>
                </a:lnTo>
                <a:close/>
                <a:moveTo>
                  <a:pt x="27020" y="401"/>
                </a:moveTo>
                <a:lnTo>
                  <a:pt x="27854" y="1202"/>
                </a:lnTo>
                <a:lnTo>
                  <a:pt x="27854" y="2503"/>
                </a:lnTo>
                <a:lnTo>
                  <a:pt x="26553" y="3804"/>
                </a:lnTo>
                <a:lnTo>
                  <a:pt x="26553" y="1735"/>
                </a:lnTo>
                <a:lnTo>
                  <a:pt x="25219" y="401"/>
                </a:lnTo>
                <a:lnTo>
                  <a:pt x="27020" y="401"/>
                </a:lnTo>
                <a:close/>
                <a:moveTo>
                  <a:pt x="24084" y="401"/>
                </a:moveTo>
                <a:lnTo>
                  <a:pt x="25786" y="2069"/>
                </a:lnTo>
                <a:lnTo>
                  <a:pt x="25786" y="4104"/>
                </a:lnTo>
                <a:lnTo>
                  <a:pt x="20048" y="4104"/>
                </a:lnTo>
                <a:lnTo>
                  <a:pt x="16346" y="401"/>
                </a:lnTo>
                <a:close/>
                <a:moveTo>
                  <a:pt x="14444" y="401"/>
                </a:moveTo>
                <a:lnTo>
                  <a:pt x="10708" y="4104"/>
                </a:lnTo>
                <a:lnTo>
                  <a:pt x="5004" y="4104"/>
                </a:lnTo>
                <a:lnTo>
                  <a:pt x="5004" y="2069"/>
                </a:lnTo>
                <a:lnTo>
                  <a:pt x="6672" y="401"/>
                </a:lnTo>
                <a:close/>
                <a:moveTo>
                  <a:pt x="3736" y="401"/>
                </a:moveTo>
                <a:lnTo>
                  <a:pt x="5571" y="401"/>
                </a:lnTo>
                <a:lnTo>
                  <a:pt x="4203" y="1735"/>
                </a:lnTo>
                <a:lnTo>
                  <a:pt x="4203" y="3804"/>
                </a:lnTo>
                <a:lnTo>
                  <a:pt x="2936" y="2503"/>
                </a:lnTo>
                <a:lnTo>
                  <a:pt x="2936" y="1202"/>
                </a:lnTo>
                <a:close/>
                <a:moveTo>
                  <a:pt x="367" y="3737"/>
                </a:moveTo>
                <a:lnTo>
                  <a:pt x="1201" y="2936"/>
                </a:lnTo>
                <a:lnTo>
                  <a:pt x="2502" y="2936"/>
                </a:lnTo>
                <a:lnTo>
                  <a:pt x="3803" y="4204"/>
                </a:lnTo>
                <a:lnTo>
                  <a:pt x="1902" y="4204"/>
                </a:lnTo>
                <a:lnTo>
                  <a:pt x="1635" y="4337"/>
                </a:lnTo>
                <a:lnTo>
                  <a:pt x="367" y="5572"/>
                </a:lnTo>
                <a:lnTo>
                  <a:pt x="367" y="3737"/>
                </a:lnTo>
                <a:close/>
                <a:moveTo>
                  <a:pt x="367" y="6672"/>
                </a:moveTo>
                <a:lnTo>
                  <a:pt x="2069" y="5004"/>
                </a:lnTo>
                <a:lnTo>
                  <a:pt x="4103" y="5004"/>
                </a:lnTo>
                <a:lnTo>
                  <a:pt x="4103" y="10709"/>
                </a:lnTo>
                <a:lnTo>
                  <a:pt x="367" y="14445"/>
                </a:lnTo>
                <a:close/>
                <a:moveTo>
                  <a:pt x="367" y="16346"/>
                </a:moveTo>
                <a:lnTo>
                  <a:pt x="4103" y="20082"/>
                </a:lnTo>
                <a:lnTo>
                  <a:pt x="4103" y="25786"/>
                </a:lnTo>
                <a:lnTo>
                  <a:pt x="2069" y="25786"/>
                </a:lnTo>
                <a:lnTo>
                  <a:pt x="367" y="24085"/>
                </a:lnTo>
                <a:close/>
                <a:moveTo>
                  <a:pt x="1201" y="27854"/>
                </a:moveTo>
                <a:lnTo>
                  <a:pt x="367" y="27020"/>
                </a:lnTo>
                <a:lnTo>
                  <a:pt x="367" y="25219"/>
                </a:lnTo>
                <a:lnTo>
                  <a:pt x="1635" y="26453"/>
                </a:lnTo>
                <a:lnTo>
                  <a:pt x="1902" y="26587"/>
                </a:lnTo>
                <a:lnTo>
                  <a:pt x="3803" y="26587"/>
                </a:lnTo>
                <a:lnTo>
                  <a:pt x="2502" y="27854"/>
                </a:lnTo>
                <a:lnTo>
                  <a:pt x="1201" y="27854"/>
                </a:lnTo>
                <a:close/>
                <a:moveTo>
                  <a:pt x="2936" y="29555"/>
                </a:moveTo>
                <a:lnTo>
                  <a:pt x="2936" y="28254"/>
                </a:lnTo>
                <a:lnTo>
                  <a:pt x="4203" y="26987"/>
                </a:lnTo>
                <a:lnTo>
                  <a:pt x="4203" y="29022"/>
                </a:lnTo>
                <a:lnTo>
                  <a:pt x="5571" y="30389"/>
                </a:lnTo>
                <a:lnTo>
                  <a:pt x="3736" y="30389"/>
                </a:lnTo>
                <a:close/>
                <a:moveTo>
                  <a:pt x="3736" y="31190"/>
                </a:moveTo>
                <a:lnTo>
                  <a:pt x="5571" y="31190"/>
                </a:lnTo>
                <a:lnTo>
                  <a:pt x="4203" y="32524"/>
                </a:lnTo>
                <a:lnTo>
                  <a:pt x="4203" y="34592"/>
                </a:lnTo>
                <a:lnTo>
                  <a:pt x="2936" y="33291"/>
                </a:lnTo>
                <a:lnTo>
                  <a:pt x="2936" y="31990"/>
                </a:lnTo>
                <a:close/>
                <a:moveTo>
                  <a:pt x="367" y="34559"/>
                </a:moveTo>
                <a:lnTo>
                  <a:pt x="1201" y="33725"/>
                </a:lnTo>
                <a:lnTo>
                  <a:pt x="2502" y="33725"/>
                </a:lnTo>
                <a:lnTo>
                  <a:pt x="3803" y="34993"/>
                </a:lnTo>
                <a:lnTo>
                  <a:pt x="1902" y="34993"/>
                </a:lnTo>
                <a:lnTo>
                  <a:pt x="1635" y="35126"/>
                </a:lnTo>
                <a:lnTo>
                  <a:pt x="367" y="36360"/>
                </a:lnTo>
                <a:lnTo>
                  <a:pt x="367" y="34559"/>
                </a:lnTo>
                <a:close/>
                <a:moveTo>
                  <a:pt x="367" y="37494"/>
                </a:moveTo>
                <a:lnTo>
                  <a:pt x="2069" y="35793"/>
                </a:lnTo>
                <a:lnTo>
                  <a:pt x="4103" y="35793"/>
                </a:lnTo>
                <a:lnTo>
                  <a:pt x="4103" y="41497"/>
                </a:lnTo>
                <a:lnTo>
                  <a:pt x="367" y="45233"/>
                </a:lnTo>
                <a:close/>
                <a:moveTo>
                  <a:pt x="367" y="47135"/>
                </a:moveTo>
                <a:lnTo>
                  <a:pt x="4103" y="50871"/>
                </a:lnTo>
                <a:lnTo>
                  <a:pt x="4103" y="56575"/>
                </a:lnTo>
                <a:lnTo>
                  <a:pt x="2069" y="56575"/>
                </a:lnTo>
                <a:lnTo>
                  <a:pt x="367" y="54874"/>
                </a:lnTo>
                <a:close/>
                <a:moveTo>
                  <a:pt x="1201" y="58643"/>
                </a:moveTo>
                <a:lnTo>
                  <a:pt x="367" y="57809"/>
                </a:lnTo>
                <a:lnTo>
                  <a:pt x="367" y="56008"/>
                </a:lnTo>
                <a:lnTo>
                  <a:pt x="1635" y="57242"/>
                </a:lnTo>
                <a:lnTo>
                  <a:pt x="1902" y="57375"/>
                </a:lnTo>
                <a:lnTo>
                  <a:pt x="3803" y="57375"/>
                </a:lnTo>
                <a:lnTo>
                  <a:pt x="2502" y="58643"/>
                </a:lnTo>
                <a:lnTo>
                  <a:pt x="1201" y="58643"/>
                </a:lnTo>
                <a:close/>
                <a:moveTo>
                  <a:pt x="2936" y="60377"/>
                </a:moveTo>
                <a:lnTo>
                  <a:pt x="2936" y="59077"/>
                </a:lnTo>
                <a:lnTo>
                  <a:pt x="4203" y="57776"/>
                </a:lnTo>
                <a:lnTo>
                  <a:pt x="4203" y="59844"/>
                </a:lnTo>
                <a:lnTo>
                  <a:pt x="5571" y="61178"/>
                </a:lnTo>
                <a:lnTo>
                  <a:pt x="3736" y="61178"/>
                </a:lnTo>
                <a:close/>
                <a:moveTo>
                  <a:pt x="3736" y="61979"/>
                </a:moveTo>
                <a:lnTo>
                  <a:pt x="5571" y="61979"/>
                </a:lnTo>
                <a:lnTo>
                  <a:pt x="4203" y="63313"/>
                </a:lnTo>
                <a:lnTo>
                  <a:pt x="4203" y="65381"/>
                </a:lnTo>
                <a:lnTo>
                  <a:pt x="2903" y="64080"/>
                </a:lnTo>
                <a:lnTo>
                  <a:pt x="2903" y="62779"/>
                </a:lnTo>
                <a:close/>
                <a:moveTo>
                  <a:pt x="367" y="65348"/>
                </a:moveTo>
                <a:lnTo>
                  <a:pt x="1201" y="64514"/>
                </a:lnTo>
                <a:lnTo>
                  <a:pt x="2502" y="64514"/>
                </a:lnTo>
                <a:lnTo>
                  <a:pt x="3803" y="65815"/>
                </a:lnTo>
                <a:lnTo>
                  <a:pt x="1902" y="65815"/>
                </a:lnTo>
                <a:lnTo>
                  <a:pt x="1635" y="65915"/>
                </a:lnTo>
                <a:lnTo>
                  <a:pt x="367" y="67149"/>
                </a:lnTo>
                <a:lnTo>
                  <a:pt x="367" y="65348"/>
                </a:lnTo>
                <a:close/>
                <a:moveTo>
                  <a:pt x="367" y="68283"/>
                </a:moveTo>
                <a:lnTo>
                  <a:pt x="2069" y="66582"/>
                </a:lnTo>
                <a:lnTo>
                  <a:pt x="4103" y="66582"/>
                </a:lnTo>
                <a:lnTo>
                  <a:pt x="4103" y="72286"/>
                </a:lnTo>
                <a:lnTo>
                  <a:pt x="367" y="76022"/>
                </a:lnTo>
                <a:close/>
                <a:moveTo>
                  <a:pt x="367" y="77923"/>
                </a:moveTo>
                <a:lnTo>
                  <a:pt x="4103" y="81659"/>
                </a:lnTo>
                <a:lnTo>
                  <a:pt x="4103" y="87363"/>
                </a:lnTo>
                <a:lnTo>
                  <a:pt x="2069" y="87363"/>
                </a:lnTo>
                <a:lnTo>
                  <a:pt x="367" y="85662"/>
                </a:lnTo>
                <a:close/>
                <a:moveTo>
                  <a:pt x="1201" y="89432"/>
                </a:moveTo>
                <a:lnTo>
                  <a:pt x="367" y="88598"/>
                </a:lnTo>
                <a:lnTo>
                  <a:pt x="367" y="86796"/>
                </a:lnTo>
                <a:lnTo>
                  <a:pt x="1635" y="88031"/>
                </a:lnTo>
                <a:lnTo>
                  <a:pt x="1902" y="88164"/>
                </a:lnTo>
                <a:lnTo>
                  <a:pt x="3803" y="88164"/>
                </a:lnTo>
                <a:lnTo>
                  <a:pt x="2502" y="89432"/>
                </a:lnTo>
                <a:lnTo>
                  <a:pt x="1201" y="89432"/>
                </a:lnTo>
                <a:close/>
                <a:moveTo>
                  <a:pt x="2936" y="91166"/>
                </a:moveTo>
                <a:lnTo>
                  <a:pt x="2936" y="89865"/>
                </a:lnTo>
                <a:lnTo>
                  <a:pt x="4203" y="88564"/>
                </a:lnTo>
                <a:lnTo>
                  <a:pt x="4203" y="90632"/>
                </a:lnTo>
                <a:lnTo>
                  <a:pt x="5571" y="91967"/>
                </a:lnTo>
                <a:lnTo>
                  <a:pt x="3736" y="91967"/>
                </a:lnTo>
                <a:close/>
                <a:moveTo>
                  <a:pt x="3736" y="92767"/>
                </a:moveTo>
                <a:lnTo>
                  <a:pt x="5571" y="92767"/>
                </a:lnTo>
                <a:lnTo>
                  <a:pt x="4203" y="94102"/>
                </a:lnTo>
                <a:lnTo>
                  <a:pt x="4203" y="96170"/>
                </a:lnTo>
                <a:lnTo>
                  <a:pt x="2936" y="94869"/>
                </a:lnTo>
                <a:lnTo>
                  <a:pt x="2936" y="93568"/>
                </a:lnTo>
                <a:close/>
                <a:moveTo>
                  <a:pt x="367" y="96136"/>
                </a:moveTo>
                <a:lnTo>
                  <a:pt x="1201" y="95302"/>
                </a:lnTo>
                <a:lnTo>
                  <a:pt x="2502" y="95302"/>
                </a:lnTo>
                <a:lnTo>
                  <a:pt x="3803" y="96603"/>
                </a:lnTo>
                <a:lnTo>
                  <a:pt x="1902" y="96603"/>
                </a:lnTo>
                <a:lnTo>
                  <a:pt x="1635" y="96703"/>
                </a:lnTo>
                <a:lnTo>
                  <a:pt x="367" y="97938"/>
                </a:lnTo>
                <a:lnTo>
                  <a:pt x="367" y="96136"/>
                </a:lnTo>
                <a:close/>
                <a:moveTo>
                  <a:pt x="367" y="99072"/>
                </a:moveTo>
                <a:lnTo>
                  <a:pt x="2069" y="97371"/>
                </a:lnTo>
                <a:lnTo>
                  <a:pt x="4103" y="97371"/>
                </a:lnTo>
                <a:lnTo>
                  <a:pt x="4103" y="103108"/>
                </a:lnTo>
                <a:lnTo>
                  <a:pt x="367" y="106811"/>
                </a:lnTo>
                <a:close/>
                <a:moveTo>
                  <a:pt x="367" y="108712"/>
                </a:moveTo>
                <a:lnTo>
                  <a:pt x="4103" y="112448"/>
                </a:lnTo>
                <a:lnTo>
                  <a:pt x="4103" y="118152"/>
                </a:lnTo>
                <a:lnTo>
                  <a:pt x="2069" y="118152"/>
                </a:lnTo>
                <a:lnTo>
                  <a:pt x="367" y="116484"/>
                </a:lnTo>
                <a:close/>
                <a:moveTo>
                  <a:pt x="1201" y="120220"/>
                </a:moveTo>
                <a:lnTo>
                  <a:pt x="367" y="119386"/>
                </a:lnTo>
                <a:lnTo>
                  <a:pt x="367" y="117585"/>
                </a:lnTo>
                <a:lnTo>
                  <a:pt x="1635" y="118819"/>
                </a:lnTo>
                <a:lnTo>
                  <a:pt x="1902" y="118953"/>
                </a:lnTo>
                <a:lnTo>
                  <a:pt x="3803" y="118953"/>
                </a:lnTo>
                <a:lnTo>
                  <a:pt x="2502" y="120220"/>
                </a:lnTo>
                <a:lnTo>
                  <a:pt x="1201" y="120220"/>
                </a:lnTo>
                <a:close/>
                <a:moveTo>
                  <a:pt x="3736" y="122755"/>
                </a:moveTo>
                <a:lnTo>
                  <a:pt x="2936" y="121955"/>
                </a:lnTo>
                <a:lnTo>
                  <a:pt x="2936" y="120654"/>
                </a:lnTo>
                <a:lnTo>
                  <a:pt x="4203" y="119353"/>
                </a:lnTo>
                <a:lnTo>
                  <a:pt x="4203" y="121421"/>
                </a:lnTo>
                <a:lnTo>
                  <a:pt x="5571" y="122755"/>
                </a:lnTo>
                <a:lnTo>
                  <a:pt x="3736" y="122755"/>
                </a:lnTo>
                <a:close/>
                <a:moveTo>
                  <a:pt x="6672" y="122755"/>
                </a:moveTo>
                <a:lnTo>
                  <a:pt x="5004" y="121088"/>
                </a:lnTo>
                <a:lnTo>
                  <a:pt x="5004" y="119053"/>
                </a:lnTo>
                <a:lnTo>
                  <a:pt x="10708" y="119053"/>
                </a:lnTo>
                <a:lnTo>
                  <a:pt x="14444" y="122755"/>
                </a:lnTo>
                <a:lnTo>
                  <a:pt x="6672" y="122755"/>
                </a:lnTo>
                <a:close/>
                <a:moveTo>
                  <a:pt x="16346" y="122755"/>
                </a:moveTo>
                <a:lnTo>
                  <a:pt x="20048" y="119053"/>
                </a:lnTo>
                <a:lnTo>
                  <a:pt x="25752" y="119053"/>
                </a:lnTo>
                <a:lnTo>
                  <a:pt x="25752" y="121088"/>
                </a:lnTo>
                <a:lnTo>
                  <a:pt x="24084" y="122755"/>
                </a:lnTo>
                <a:lnTo>
                  <a:pt x="16346" y="122755"/>
                </a:lnTo>
                <a:close/>
                <a:moveTo>
                  <a:pt x="27020" y="122755"/>
                </a:moveTo>
                <a:lnTo>
                  <a:pt x="25219" y="122755"/>
                </a:lnTo>
                <a:lnTo>
                  <a:pt x="26553" y="121421"/>
                </a:lnTo>
                <a:lnTo>
                  <a:pt x="26553" y="119353"/>
                </a:lnTo>
                <a:lnTo>
                  <a:pt x="27854" y="120654"/>
                </a:lnTo>
                <a:lnTo>
                  <a:pt x="27854" y="121955"/>
                </a:lnTo>
                <a:close/>
                <a:moveTo>
                  <a:pt x="29555" y="120220"/>
                </a:moveTo>
                <a:lnTo>
                  <a:pt x="28254" y="120220"/>
                </a:lnTo>
                <a:lnTo>
                  <a:pt x="26986" y="118953"/>
                </a:lnTo>
                <a:lnTo>
                  <a:pt x="28854" y="118953"/>
                </a:lnTo>
                <a:lnTo>
                  <a:pt x="29155" y="118819"/>
                </a:lnTo>
                <a:lnTo>
                  <a:pt x="30389" y="117585"/>
                </a:lnTo>
                <a:lnTo>
                  <a:pt x="30389" y="119386"/>
                </a:lnTo>
                <a:close/>
                <a:moveTo>
                  <a:pt x="31990" y="120220"/>
                </a:moveTo>
                <a:lnTo>
                  <a:pt x="31189" y="119386"/>
                </a:lnTo>
                <a:lnTo>
                  <a:pt x="31189" y="117585"/>
                </a:lnTo>
                <a:lnTo>
                  <a:pt x="32424" y="118819"/>
                </a:lnTo>
                <a:lnTo>
                  <a:pt x="32691" y="118953"/>
                </a:lnTo>
                <a:lnTo>
                  <a:pt x="34592" y="118953"/>
                </a:lnTo>
                <a:lnTo>
                  <a:pt x="33291" y="120220"/>
                </a:lnTo>
                <a:lnTo>
                  <a:pt x="31990" y="120220"/>
                </a:lnTo>
                <a:close/>
                <a:moveTo>
                  <a:pt x="34525" y="122755"/>
                </a:moveTo>
                <a:lnTo>
                  <a:pt x="33725" y="121955"/>
                </a:lnTo>
                <a:lnTo>
                  <a:pt x="33725" y="120654"/>
                </a:lnTo>
                <a:lnTo>
                  <a:pt x="34992" y="119353"/>
                </a:lnTo>
                <a:lnTo>
                  <a:pt x="34992" y="121421"/>
                </a:lnTo>
                <a:lnTo>
                  <a:pt x="36360" y="122755"/>
                </a:lnTo>
                <a:lnTo>
                  <a:pt x="34525" y="122755"/>
                </a:lnTo>
                <a:close/>
                <a:moveTo>
                  <a:pt x="37461" y="122755"/>
                </a:moveTo>
                <a:lnTo>
                  <a:pt x="35793" y="121088"/>
                </a:lnTo>
                <a:lnTo>
                  <a:pt x="35793" y="119053"/>
                </a:lnTo>
                <a:lnTo>
                  <a:pt x="41497" y="119053"/>
                </a:lnTo>
                <a:lnTo>
                  <a:pt x="45233" y="122755"/>
                </a:lnTo>
                <a:lnTo>
                  <a:pt x="37461" y="122755"/>
                </a:lnTo>
                <a:close/>
                <a:moveTo>
                  <a:pt x="47134" y="122755"/>
                </a:moveTo>
                <a:lnTo>
                  <a:pt x="50837" y="119053"/>
                </a:lnTo>
                <a:lnTo>
                  <a:pt x="56574" y="119053"/>
                </a:lnTo>
                <a:lnTo>
                  <a:pt x="56574" y="121088"/>
                </a:lnTo>
                <a:lnTo>
                  <a:pt x="54873" y="122755"/>
                </a:lnTo>
                <a:lnTo>
                  <a:pt x="47134" y="122755"/>
                </a:lnTo>
                <a:close/>
                <a:moveTo>
                  <a:pt x="57808" y="122755"/>
                </a:moveTo>
                <a:lnTo>
                  <a:pt x="56007" y="122755"/>
                </a:lnTo>
                <a:lnTo>
                  <a:pt x="57341" y="121421"/>
                </a:lnTo>
                <a:lnTo>
                  <a:pt x="57341" y="119353"/>
                </a:lnTo>
                <a:lnTo>
                  <a:pt x="58642" y="120654"/>
                </a:lnTo>
                <a:lnTo>
                  <a:pt x="58642" y="121955"/>
                </a:lnTo>
                <a:close/>
                <a:moveTo>
                  <a:pt x="60344" y="120220"/>
                </a:moveTo>
                <a:lnTo>
                  <a:pt x="59043" y="120220"/>
                </a:lnTo>
                <a:lnTo>
                  <a:pt x="57775" y="118953"/>
                </a:lnTo>
                <a:lnTo>
                  <a:pt x="59676" y="118953"/>
                </a:lnTo>
                <a:lnTo>
                  <a:pt x="59943" y="118819"/>
                </a:lnTo>
                <a:lnTo>
                  <a:pt x="61178" y="117585"/>
                </a:lnTo>
                <a:lnTo>
                  <a:pt x="61178" y="119386"/>
                </a:lnTo>
                <a:close/>
                <a:moveTo>
                  <a:pt x="62779" y="120220"/>
                </a:moveTo>
                <a:lnTo>
                  <a:pt x="61978" y="119386"/>
                </a:lnTo>
                <a:lnTo>
                  <a:pt x="61978" y="117585"/>
                </a:lnTo>
                <a:lnTo>
                  <a:pt x="63212" y="118819"/>
                </a:lnTo>
                <a:lnTo>
                  <a:pt x="63479" y="118953"/>
                </a:lnTo>
                <a:lnTo>
                  <a:pt x="65381" y="118953"/>
                </a:lnTo>
                <a:lnTo>
                  <a:pt x="64080" y="120220"/>
                </a:lnTo>
                <a:lnTo>
                  <a:pt x="62779" y="120220"/>
                </a:lnTo>
                <a:close/>
                <a:moveTo>
                  <a:pt x="65347" y="122755"/>
                </a:moveTo>
                <a:lnTo>
                  <a:pt x="64513" y="121955"/>
                </a:lnTo>
                <a:lnTo>
                  <a:pt x="64513" y="120654"/>
                </a:lnTo>
                <a:lnTo>
                  <a:pt x="65781" y="119353"/>
                </a:lnTo>
                <a:lnTo>
                  <a:pt x="65781" y="121421"/>
                </a:lnTo>
                <a:lnTo>
                  <a:pt x="67148" y="122755"/>
                </a:lnTo>
                <a:lnTo>
                  <a:pt x="65347" y="122755"/>
                </a:lnTo>
                <a:close/>
                <a:moveTo>
                  <a:pt x="68249" y="122755"/>
                </a:moveTo>
                <a:lnTo>
                  <a:pt x="66581" y="121088"/>
                </a:lnTo>
                <a:lnTo>
                  <a:pt x="66581" y="119053"/>
                </a:lnTo>
                <a:lnTo>
                  <a:pt x="72285" y="119053"/>
                </a:lnTo>
                <a:lnTo>
                  <a:pt x="76021" y="122755"/>
                </a:lnTo>
                <a:lnTo>
                  <a:pt x="68249" y="122755"/>
                </a:lnTo>
                <a:close/>
                <a:moveTo>
                  <a:pt x="77923" y="122755"/>
                </a:moveTo>
                <a:lnTo>
                  <a:pt x="81659" y="119053"/>
                </a:lnTo>
                <a:lnTo>
                  <a:pt x="87363" y="119053"/>
                </a:lnTo>
                <a:lnTo>
                  <a:pt x="87363" y="121088"/>
                </a:lnTo>
                <a:lnTo>
                  <a:pt x="85662" y="122755"/>
                </a:lnTo>
                <a:lnTo>
                  <a:pt x="77923" y="122755"/>
                </a:lnTo>
                <a:close/>
                <a:moveTo>
                  <a:pt x="88597" y="122755"/>
                </a:moveTo>
                <a:lnTo>
                  <a:pt x="86796" y="122755"/>
                </a:lnTo>
                <a:lnTo>
                  <a:pt x="88163" y="121421"/>
                </a:lnTo>
                <a:lnTo>
                  <a:pt x="88163" y="119353"/>
                </a:lnTo>
                <a:lnTo>
                  <a:pt x="89431" y="120654"/>
                </a:lnTo>
                <a:lnTo>
                  <a:pt x="89431" y="121955"/>
                </a:lnTo>
                <a:close/>
                <a:moveTo>
                  <a:pt x="91166" y="120220"/>
                </a:moveTo>
                <a:lnTo>
                  <a:pt x="89865" y="120220"/>
                </a:lnTo>
                <a:lnTo>
                  <a:pt x="88564" y="118953"/>
                </a:lnTo>
                <a:lnTo>
                  <a:pt x="90465" y="118953"/>
                </a:lnTo>
                <a:lnTo>
                  <a:pt x="90732" y="118819"/>
                </a:lnTo>
                <a:lnTo>
                  <a:pt x="91966" y="117585"/>
                </a:lnTo>
                <a:lnTo>
                  <a:pt x="91966" y="119386"/>
                </a:lnTo>
                <a:close/>
                <a:moveTo>
                  <a:pt x="93567" y="120220"/>
                </a:moveTo>
                <a:lnTo>
                  <a:pt x="92767" y="119386"/>
                </a:lnTo>
                <a:lnTo>
                  <a:pt x="92767" y="117585"/>
                </a:lnTo>
                <a:lnTo>
                  <a:pt x="94001" y="118819"/>
                </a:lnTo>
                <a:lnTo>
                  <a:pt x="94268" y="118953"/>
                </a:lnTo>
                <a:lnTo>
                  <a:pt x="96169" y="118953"/>
                </a:lnTo>
                <a:lnTo>
                  <a:pt x="94868" y="120220"/>
                </a:lnTo>
                <a:lnTo>
                  <a:pt x="93567" y="120220"/>
                </a:lnTo>
                <a:close/>
                <a:moveTo>
                  <a:pt x="96136" y="122755"/>
                </a:moveTo>
                <a:lnTo>
                  <a:pt x="95302" y="121955"/>
                </a:lnTo>
                <a:lnTo>
                  <a:pt x="95302" y="120654"/>
                </a:lnTo>
                <a:lnTo>
                  <a:pt x="96569" y="119353"/>
                </a:lnTo>
                <a:lnTo>
                  <a:pt x="96569" y="121421"/>
                </a:lnTo>
                <a:lnTo>
                  <a:pt x="97937" y="122755"/>
                </a:lnTo>
                <a:lnTo>
                  <a:pt x="96136" y="122755"/>
                </a:lnTo>
                <a:close/>
                <a:moveTo>
                  <a:pt x="99071" y="122755"/>
                </a:moveTo>
                <a:lnTo>
                  <a:pt x="97370" y="121088"/>
                </a:lnTo>
                <a:lnTo>
                  <a:pt x="97370" y="119053"/>
                </a:lnTo>
                <a:lnTo>
                  <a:pt x="103074" y="119053"/>
                </a:lnTo>
                <a:lnTo>
                  <a:pt x="106810" y="122755"/>
                </a:lnTo>
                <a:lnTo>
                  <a:pt x="99071" y="122755"/>
                </a:lnTo>
                <a:close/>
                <a:moveTo>
                  <a:pt x="108711" y="122755"/>
                </a:moveTo>
                <a:lnTo>
                  <a:pt x="112447" y="119053"/>
                </a:lnTo>
                <a:lnTo>
                  <a:pt x="118152" y="119053"/>
                </a:lnTo>
                <a:lnTo>
                  <a:pt x="118152" y="121088"/>
                </a:lnTo>
                <a:lnTo>
                  <a:pt x="116450" y="122755"/>
                </a:lnTo>
                <a:lnTo>
                  <a:pt x="108711" y="122755"/>
                </a:lnTo>
                <a:close/>
                <a:moveTo>
                  <a:pt x="119386" y="122755"/>
                </a:moveTo>
                <a:lnTo>
                  <a:pt x="117584" y="122755"/>
                </a:lnTo>
                <a:lnTo>
                  <a:pt x="118952" y="121421"/>
                </a:lnTo>
                <a:lnTo>
                  <a:pt x="118952" y="119353"/>
                </a:lnTo>
                <a:lnTo>
                  <a:pt x="120220" y="120654"/>
                </a:lnTo>
                <a:lnTo>
                  <a:pt x="120220" y="121955"/>
                </a:lnTo>
                <a:close/>
                <a:moveTo>
                  <a:pt x="121954" y="120220"/>
                </a:moveTo>
                <a:lnTo>
                  <a:pt x="120653" y="120220"/>
                </a:lnTo>
                <a:lnTo>
                  <a:pt x="119352" y="118953"/>
                </a:lnTo>
                <a:lnTo>
                  <a:pt x="121254" y="118953"/>
                </a:lnTo>
                <a:lnTo>
                  <a:pt x="121521" y="118819"/>
                </a:lnTo>
                <a:lnTo>
                  <a:pt x="122755" y="117585"/>
                </a:lnTo>
                <a:lnTo>
                  <a:pt x="122755" y="119386"/>
                </a:lnTo>
                <a:close/>
                <a:moveTo>
                  <a:pt x="124389" y="120220"/>
                </a:moveTo>
                <a:lnTo>
                  <a:pt x="123555" y="119386"/>
                </a:lnTo>
                <a:lnTo>
                  <a:pt x="123555" y="117585"/>
                </a:lnTo>
                <a:lnTo>
                  <a:pt x="124790" y="118819"/>
                </a:lnTo>
                <a:lnTo>
                  <a:pt x="125056" y="118953"/>
                </a:lnTo>
                <a:lnTo>
                  <a:pt x="126958" y="118953"/>
                </a:lnTo>
                <a:lnTo>
                  <a:pt x="125657" y="120220"/>
                </a:lnTo>
                <a:lnTo>
                  <a:pt x="124389" y="120220"/>
                </a:lnTo>
                <a:close/>
                <a:moveTo>
                  <a:pt x="126924" y="122755"/>
                </a:moveTo>
                <a:lnTo>
                  <a:pt x="126091" y="121955"/>
                </a:lnTo>
                <a:lnTo>
                  <a:pt x="126091" y="120654"/>
                </a:lnTo>
                <a:lnTo>
                  <a:pt x="127358" y="119353"/>
                </a:lnTo>
                <a:lnTo>
                  <a:pt x="127358" y="121421"/>
                </a:lnTo>
                <a:lnTo>
                  <a:pt x="128726" y="122755"/>
                </a:lnTo>
                <a:lnTo>
                  <a:pt x="126924" y="122755"/>
                </a:lnTo>
                <a:close/>
                <a:moveTo>
                  <a:pt x="129860" y="122755"/>
                </a:moveTo>
                <a:lnTo>
                  <a:pt x="128159" y="121088"/>
                </a:lnTo>
                <a:lnTo>
                  <a:pt x="128159" y="119053"/>
                </a:lnTo>
                <a:lnTo>
                  <a:pt x="133896" y="119053"/>
                </a:lnTo>
                <a:lnTo>
                  <a:pt x="137599" y="122755"/>
                </a:lnTo>
                <a:lnTo>
                  <a:pt x="129860" y="122755"/>
                </a:lnTo>
                <a:close/>
                <a:moveTo>
                  <a:pt x="139500" y="122755"/>
                </a:moveTo>
                <a:lnTo>
                  <a:pt x="143236" y="119053"/>
                </a:lnTo>
                <a:lnTo>
                  <a:pt x="148940" y="119053"/>
                </a:lnTo>
                <a:lnTo>
                  <a:pt x="148940" y="121088"/>
                </a:lnTo>
                <a:lnTo>
                  <a:pt x="147272" y="122755"/>
                </a:lnTo>
                <a:lnTo>
                  <a:pt x="139500" y="122755"/>
                </a:lnTo>
                <a:close/>
                <a:moveTo>
                  <a:pt x="150174" y="122755"/>
                </a:moveTo>
                <a:lnTo>
                  <a:pt x="148373" y="122755"/>
                </a:lnTo>
                <a:lnTo>
                  <a:pt x="149741" y="121421"/>
                </a:lnTo>
                <a:lnTo>
                  <a:pt x="149741" y="119353"/>
                </a:lnTo>
                <a:lnTo>
                  <a:pt x="151008" y="120654"/>
                </a:lnTo>
                <a:lnTo>
                  <a:pt x="151008" y="121955"/>
                </a:lnTo>
                <a:close/>
                <a:moveTo>
                  <a:pt x="152743" y="120220"/>
                </a:moveTo>
                <a:lnTo>
                  <a:pt x="151442" y="120220"/>
                </a:lnTo>
                <a:lnTo>
                  <a:pt x="150141" y="118953"/>
                </a:lnTo>
                <a:lnTo>
                  <a:pt x="152042" y="118953"/>
                </a:lnTo>
                <a:lnTo>
                  <a:pt x="152309" y="118819"/>
                </a:lnTo>
                <a:lnTo>
                  <a:pt x="153543" y="117585"/>
                </a:lnTo>
                <a:lnTo>
                  <a:pt x="153543" y="119386"/>
                </a:lnTo>
                <a:close/>
                <a:moveTo>
                  <a:pt x="155178" y="120220"/>
                </a:moveTo>
                <a:lnTo>
                  <a:pt x="154344" y="119386"/>
                </a:lnTo>
                <a:lnTo>
                  <a:pt x="154344" y="117585"/>
                </a:lnTo>
                <a:lnTo>
                  <a:pt x="155578" y="118819"/>
                </a:lnTo>
                <a:lnTo>
                  <a:pt x="155845" y="118953"/>
                </a:lnTo>
                <a:lnTo>
                  <a:pt x="157746" y="118953"/>
                </a:lnTo>
                <a:lnTo>
                  <a:pt x="156479" y="120220"/>
                </a:lnTo>
                <a:lnTo>
                  <a:pt x="155178" y="120220"/>
                </a:lnTo>
                <a:close/>
                <a:moveTo>
                  <a:pt x="157713" y="122755"/>
                </a:moveTo>
                <a:lnTo>
                  <a:pt x="156879" y="121955"/>
                </a:lnTo>
                <a:lnTo>
                  <a:pt x="156879" y="120654"/>
                </a:lnTo>
                <a:lnTo>
                  <a:pt x="158180" y="119353"/>
                </a:lnTo>
                <a:lnTo>
                  <a:pt x="158180" y="121421"/>
                </a:lnTo>
                <a:lnTo>
                  <a:pt x="159514" y="122755"/>
                </a:lnTo>
                <a:lnTo>
                  <a:pt x="157713" y="122755"/>
                </a:lnTo>
                <a:close/>
                <a:moveTo>
                  <a:pt x="160649" y="122755"/>
                </a:moveTo>
                <a:lnTo>
                  <a:pt x="158947" y="121088"/>
                </a:lnTo>
                <a:lnTo>
                  <a:pt x="158947" y="119053"/>
                </a:lnTo>
                <a:lnTo>
                  <a:pt x="164685" y="119053"/>
                </a:lnTo>
                <a:lnTo>
                  <a:pt x="168387" y="122755"/>
                </a:lnTo>
                <a:lnTo>
                  <a:pt x="160649" y="122755"/>
                </a:lnTo>
                <a:close/>
                <a:moveTo>
                  <a:pt x="170289" y="122755"/>
                </a:moveTo>
                <a:lnTo>
                  <a:pt x="174025" y="119053"/>
                </a:lnTo>
                <a:lnTo>
                  <a:pt x="179729" y="119053"/>
                </a:lnTo>
                <a:lnTo>
                  <a:pt x="179729" y="121088"/>
                </a:lnTo>
                <a:lnTo>
                  <a:pt x="178061" y="122755"/>
                </a:lnTo>
                <a:lnTo>
                  <a:pt x="170289" y="122755"/>
                </a:lnTo>
                <a:close/>
                <a:moveTo>
                  <a:pt x="180996" y="122755"/>
                </a:moveTo>
                <a:lnTo>
                  <a:pt x="179162" y="122755"/>
                </a:lnTo>
                <a:lnTo>
                  <a:pt x="180529" y="121421"/>
                </a:lnTo>
                <a:lnTo>
                  <a:pt x="180529" y="119353"/>
                </a:lnTo>
                <a:lnTo>
                  <a:pt x="181797" y="120654"/>
                </a:lnTo>
                <a:lnTo>
                  <a:pt x="181797" y="121955"/>
                </a:lnTo>
                <a:close/>
                <a:moveTo>
                  <a:pt x="183532" y="120220"/>
                </a:moveTo>
                <a:lnTo>
                  <a:pt x="182231" y="120220"/>
                </a:lnTo>
                <a:lnTo>
                  <a:pt x="180930" y="118953"/>
                </a:lnTo>
                <a:lnTo>
                  <a:pt x="182831" y="118953"/>
                </a:lnTo>
                <a:lnTo>
                  <a:pt x="183098" y="118819"/>
                </a:lnTo>
                <a:lnTo>
                  <a:pt x="184332" y="117585"/>
                </a:lnTo>
                <a:lnTo>
                  <a:pt x="184332" y="119386"/>
                </a:lnTo>
                <a:close/>
                <a:moveTo>
                  <a:pt x="185967" y="120220"/>
                </a:moveTo>
                <a:lnTo>
                  <a:pt x="185133" y="119386"/>
                </a:lnTo>
                <a:lnTo>
                  <a:pt x="185133" y="117585"/>
                </a:lnTo>
                <a:lnTo>
                  <a:pt x="186367" y="118819"/>
                </a:lnTo>
                <a:lnTo>
                  <a:pt x="186667" y="118953"/>
                </a:lnTo>
                <a:lnTo>
                  <a:pt x="188535" y="118953"/>
                </a:lnTo>
                <a:lnTo>
                  <a:pt x="187268" y="120220"/>
                </a:lnTo>
                <a:lnTo>
                  <a:pt x="185967" y="120220"/>
                </a:lnTo>
                <a:close/>
                <a:moveTo>
                  <a:pt x="188502" y="122755"/>
                </a:moveTo>
                <a:lnTo>
                  <a:pt x="187668" y="121955"/>
                </a:lnTo>
                <a:lnTo>
                  <a:pt x="187668" y="120654"/>
                </a:lnTo>
                <a:lnTo>
                  <a:pt x="188969" y="119353"/>
                </a:lnTo>
                <a:lnTo>
                  <a:pt x="188969" y="121421"/>
                </a:lnTo>
                <a:lnTo>
                  <a:pt x="190303" y="122755"/>
                </a:lnTo>
                <a:lnTo>
                  <a:pt x="188502" y="122755"/>
                </a:lnTo>
                <a:close/>
                <a:moveTo>
                  <a:pt x="191437" y="122755"/>
                </a:moveTo>
                <a:lnTo>
                  <a:pt x="189736" y="121088"/>
                </a:lnTo>
                <a:lnTo>
                  <a:pt x="189736" y="119053"/>
                </a:lnTo>
                <a:lnTo>
                  <a:pt x="195473" y="119053"/>
                </a:lnTo>
                <a:lnTo>
                  <a:pt x="199176" y="122755"/>
                </a:lnTo>
                <a:lnTo>
                  <a:pt x="191437" y="122755"/>
                </a:lnTo>
                <a:close/>
                <a:moveTo>
                  <a:pt x="201077" y="122755"/>
                </a:moveTo>
                <a:lnTo>
                  <a:pt x="204813" y="119053"/>
                </a:lnTo>
                <a:lnTo>
                  <a:pt x="210518" y="119053"/>
                </a:lnTo>
                <a:lnTo>
                  <a:pt x="210518" y="121088"/>
                </a:lnTo>
                <a:lnTo>
                  <a:pt x="208850" y="122755"/>
                </a:lnTo>
                <a:lnTo>
                  <a:pt x="201077" y="122755"/>
                </a:lnTo>
                <a:close/>
                <a:moveTo>
                  <a:pt x="211785" y="122755"/>
                </a:moveTo>
                <a:lnTo>
                  <a:pt x="209950" y="122755"/>
                </a:lnTo>
                <a:lnTo>
                  <a:pt x="211318" y="121421"/>
                </a:lnTo>
                <a:lnTo>
                  <a:pt x="211318" y="119353"/>
                </a:lnTo>
                <a:lnTo>
                  <a:pt x="212586" y="120654"/>
                </a:lnTo>
                <a:lnTo>
                  <a:pt x="212586" y="121955"/>
                </a:lnTo>
                <a:close/>
                <a:moveTo>
                  <a:pt x="214320" y="120220"/>
                </a:moveTo>
                <a:lnTo>
                  <a:pt x="213019" y="120220"/>
                </a:lnTo>
                <a:lnTo>
                  <a:pt x="211718" y="118953"/>
                </a:lnTo>
                <a:lnTo>
                  <a:pt x="213620" y="118953"/>
                </a:lnTo>
                <a:lnTo>
                  <a:pt x="213887" y="118819"/>
                </a:lnTo>
                <a:lnTo>
                  <a:pt x="215154" y="117585"/>
                </a:lnTo>
                <a:lnTo>
                  <a:pt x="215154" y="119386"/>
                </a:lnTo>
                <a:close/>
                <a:moveTo>
                  <a:pt x="216755" y="120220"/>
                </a:moveTo>
                <a:lnTo>
                  <a:pt x="215921" y="119386"/>
                </a:lnTo>
                <a:lnTo>
                  <a:pt x="215921" y="117585"/>
                </a:lnTo>
                <a:lnTo>
                  <a:pt x="217156" y="118819"/>
                </a:lnTo>
                <a:lnTo>
                  <a:pt x="217456" y="118953"/>
                </a:lnTo>
                <a:lnTo>
                  <a:pt x="219324" y="118953"/>
                </a:lnTo>
                <a:lnTo>
                  <a:pt x="218056" y="120220"/>
                </a:lnTo>
                <a:lnTo>
                  <a:pt x="216755" y="120220"/>
                </a:lnTo>
                <a:close/>
                <a:moveTo>
                  <a:pt x="219290" y="122755"/>
                </a:moveTo>
                <a:lnTo>
                  <a:pt x="218457" y="121955"/>
                </a:lnTo>
                <a:lnTo>
                  <a:pt x="218457" y="120654"/>
                </a:lnTo>
                <a:lnTo>
                  <a:pt x="219757" y="119353"/>
                </a:lnTo>
                <a:lnTo>
                  <a:pt x="219757" y="121421"/>
                </a:lnTo>
                <a:lnTo>
                  <a:pt x="221092" y="122755"/>
                </a:lnTo>
                <a:lnTo>
                  <a:pt x="219290" y="122755"/>
                </a:lnTo>
                <a:close/>
                <a:moveTo>
                  <a:pt x="222226" y="122755"/>
                </a:moveTo>
                <a:lnTo>
                  <a:pt x="220558" y="121088"/>
                </a:lnTo>
                <a:lnTo>
                  <a:pt x="220558" y="119053"/>
                </a:lnTo>
                <a:lnTo>
                  <a:pt x="226262" y="119053"/>
                </a:lnTo>
                <a:lnTo>
                  <a:pt x="229965" y="122755"/>
                </a:lnTo>
                <a:lnTo>
                  <a:pt x="222226" y="122755"/>
                </a:lnTo>
                <a:close/>
                <a:moveTo>
                  <a:pt x="231866" y="122755"/>
                </a:moveTo>
                <a:lnTo>
                  <a:pt x="235602" y="119053"/>
                </a:lnTo>
                <a:lnTo>
                  <a:pt x="241306" y="119053"/>
                </a:lnTo>
                <a:lnTo>
                  <a:pt x="241306" y="121088"/>
                </a:lnTo>
                <a:lnTo>
                  <a:pt x="239638" y="122755"/>
                </a:lnTo>
                <a:lnTo>
                  <a:pt x="231866" y="122755"/>
                </a:lnTo>
                <a:close/>
                <a:moveTo>
                  <a:pt x="242574" y="122755"/>
                </a:moveTo>
                <a:lnTo>
                  <a:pt x="240739" y="122755"/>
                </a:lnTo>
                <a:lnTo>
                  <a:pt x="242107" y="121421"/>
                </a:lnTo>
                <a:lnTo>
                  <a:pt x="242107" y="119353"/>
                </a:lnTo>
                <a:lnTo>
                  <a:pt x="243408" y="120654"/>
                </a:lnTo>
                <a:lnTo>
                  <a:pt x="243408" y="121955"/>
                </a:lnTo>
                <a:close/>
                <a:moveTo>
                  <a:pt x="245943" y="119420"/>
                </a:moveTo>
                <a:lnTo>
                  <a:pt x="245109" y="120220"/>
                </a:lnTo>
                <a:lnTo>
                  <a:pt x="243808" y="120220"/>
                </a:lnTo>
                <a:lnTo>
                  <a:pt x="242507" y="118953"/>
                </a:lnTo>
                <a:lnTo>
                  <a:pt x="244408" y="118953"/>
                </a:lnTo>
                <a:lnTo>
                  <a:pt x="244675" y="118819"/>
                </a:lnTo>
                <a:lnTo>
                  <a:pt x="245909" y="117585"/>
                </a:lnTo>
                <a:lnTo>
                  <a:pt x="245909" y="119420"/>
                </a:lnTo>
                <a:close/>
                <a:moveTo>
                  <a:pt x="245943" y="116484"/>
                </a:moveTo>
                <a:lnTo>
                  <a:pt x="244242" y="118152"/>
                </a:lnTo>
                <a:lnTo>
                  <a:pt x="242207" y="118152"/>
                </a:lnTo>
                <a:lnTo>
                  <a:pt x="242207" y="112448"/>
                </a:lnTo>
                <a:lnTo>
                  <a:pt x="245943" y="108712"/>
                </a:lnTo>
                <a:close/>
                <a:moveTo>
                  <a:pt x="245943" y="106811"/>
                </a:moveTo>
                <a:lnTo>
                  <a:pt x="242207" y="103108"/>
                </a:lnTo>
                <a:lnTo>
                  <a:pt x="242207" y="97371"/>
                </a:lnTo>
                <a:lnTo>
                  <a:pt x="244242" y="97371"/>
                </a:lnTo>
                <a:lnTo>
                  <a:pt x="245943" y="99072"/>
                </a:lnTo>
                <a:close/>
                <a:moveTo>
                  <a:pt x="245109" y="95302"/>
                </a:moveTo>
                <a:lnTo>
                  <a:pt x="245943" y="96136"/>
                </a:lnTo>
                <a:lnTo>
                  <a:pt x="245943" y="97938"/>
                </a:lnTo>
                <a:lnTo>
                  <a:pt x="244675" y="96703"/>
                </a:lnTo>
                <a:lnTo>
                  <a:pt x="244408" y="96603"/>
                </a:lnTo>
                <a:lnTo>
                  <a:pt x="242507" y="96603"/>
                </a:lnTo>
                <a:lnTo>
                  <a:pt x="243808" y="95302"/>
                </a:lnTo>
                <a:lnTo>
                  <a:pt x="245109" y="95302"/>
                </a:lnTo>
                <a:close/>
                <a:moveTo>
                  <a:pt x="243374" y="93601"/>
                </a:moveTo>
                <a:lnTo>
                  <a:pt x="243374" y="94902"/>
                </a:lnTo>
                <a:lnTo>
                  <a:pt x="242107" y="96170"/>
                </a:lnTo>
                <a:lnTo>
                  <a:pt x="242107" y="94135"/>
                </a:lnTo>
                <a:lnTo>
                  <a:pt x="240739" y="92767"/>
                </a:lnTo>
                <a:lnTo>
                  <a:pt x="242574" y="92767"/>
                </a:lnTo>
                <a:close/>
                <a:moveTo>
                  <a:pt x="242574" y="91967"/>
                </a:moveTo>
                <a:lnTo>
                  <a:pt x="240739" y="91967"/>
                </a:lnTo>
                <a:lnTo>
                  <a:pt x="242107" y="90632"/>
                </a:lnTo>
                <a:lnTo>
                  <a:pt x="242107" y="88564"/>
                </a:lnTo>
                <a:lnTo>
                  <a:pt x="243374" y="89865"/>
                </a:lnTo>
                <a:lnTo>
                  <a:pt x="243374" y="91166"/>
                </a:lnTo>
                <a:close/>
                <a:moveTo>
                  <a:pt x="245943" y="88598"/>
                </a:moveTo>
                <a:lnTo>
                  <a:pt x="245109" y="89432"/>
                </a:lnTo>
                <a:lnTo>
                  <a:pt x="243808" y="89432"/>
                </a:lnTo>
                <a:lnTo>
                  <a:pt x="242507" y="88164"/>
                </a:lnTo>
                <a:lnTo>
                  <a:pt x="244408" y="88164"/>
                </a:lnTo>
                <a:lnTo>
                  <a:pt x="244675" y="88031"/>
                </a:lnTo>
                <a:lnTo>
                  <a:pt x="245909" y="86796"/>
                </a:lnTo>
                <a:lnTo>
                  <a:pt x="245909" y="88598"/>
                </a:lnTo>
                <a:close/>
                <a:moveTo>
                  <a:pt x="245943" y="85696"/>
                </a:moveTo>
                <a:lnTo>
                  <a:pt x="244242" y="87363"/>
                </a:lnTo>
                <a:lnTo>
                  <a:pt x="242207" y="87363"/>
                </a:lnTo>
                <a:lnTo>
                  <a:pt x="242207" y="81659"/>
                </a:lnTo>
                <a:lnTo>
                  <a:pt x="245943" y="77923"/>
                </a:lnTo>
                <a:close/>
                <a:moveTo>
                  <a:pt x="245943" y="76022"/>
                </a:moveTo>
                <a:lnTo>
                  <a:pt x="242207" y="72286"/>
                </a:lnTo>
                <a:lnTo>
                  <a:pt x="242207" y="66582"/>
                </a:lnTo>
                <a:lnTo>
                  <a:pt x="244242" y="66582"/>
                </a:lnTo>
                <a:lnTo>
                  <a:pt x="245943" y="68283"/>
                </a:lnTo>
                <a:close/>
                <a:moveTo>
                  <a:pt x="245109" y="64514"/>
                </a:moveTo>
                <a:lnTo>
                  <a:pt x="245943" y="65348"/>
                </a:lnTo>
                <a:lnTo>
                  <a:pt x="245943" y="67149"/>
                </a:lnTo>
                <a:lnTo>
                  <a:pt x="244675" y="65915"/>
                </a:lnTo>
                <a:lnTo>
                  <a:pt x="244408" y="65781"/>
                </a:lnTo>
                <a:lnTo>
                  <a:pt x="242507" y="65781"/>
                </a:lnTo>
                <a:lnTo>
                  <a:pt x="243808" y="64514"/>
                </a:lnTo>
                <a:lnTo>
                  <a:pt x="245109" y="64514"/>
                </a:lnTo>
                <a:close/>
                <a:moveTo>
                  <a:pt x="243374" y="62779"/>
                </a:moveTo>
                <a:lnTo>
                  <a:pt x="243374" y="64080"/>
                </a:lnTo>
                <a:lnTo>
                  <a:pt x="242107" y="65381"/>
                </a:lnTo>
                <a:lnTo>
                  <a:pt x="242107" y="63313"/>
                </a:lnTo>
                <a:lnTo>
                  <a:pt x="240739" y="61979"/>
                </a:lnTo>
                <a:lnTo>
                  <a:pt x="242574" y="61979"/>
                </a:lnTo>
                <a:close/>
                <a:moveTo>
                  <a:pt x="242574" y="61178"/>
                </a:moveTo>
                <a:lnTo>
                  <a:pt x="240739" y="61178"/>
                </a:lnTo>
                <a:lnTo>
                  <a:pt x="242107" y="59844"/>
                </a:lnTo>
                <a:lnTo>
                  <a:pt x="242107" y="57776"/>
                </a:lnTo>
                <a:lnTo>
                  <a:pt x="243374" y="59077"/>
                </a:lnTo>
                <a:lnTo>
                  <a:pt x="243374" y="60377"/>
                </a:lnTo>
                <a:close/>
                <a:moveTo>
                  <a:pt x="245943" y="57809"/>
                </a:moveTo>
                <a:lnTo>
                  <a:pt x="245109" y="58643"/>
                </a:lnTo>
                <a:lnTo>
                  <a:pt x="243808" y="58643"/>
                </a:lnTo>
                <a:lnTo>
                  <a:pt x="242507" y="57375"/>
                </a:lnTo>
                <a:lnTo>
                  <a:pt x="244408" y="57375"/>
                </a:lnTo>
                <a:lnTo>
                  <a:pt x="244675" y="57242"/>
                </a:lnTo>
                <a:lnTo>
                  <a:pt x="245909" y="56008"/>
                </a:lnTo>
                <a:lnTo>
                  <a:pt x="245909" y="57809"/>
                </a:lnTo>
                <a:close/>
                <a:moveTo>
                  <a:pt x="245943" y="54874"/>
                </a:moveTo>
                <a:lnTo>
                  <a:pt x="244242" y="56575"/>
                </a:lnTo>
                <a:lnTo>
                  <a:pt x="242207" y="56575"/>
                </a:lnTo>
                <a:lnTo>
                  <a:pt x="242207" y="50871"/>
                </a:lnTo>
                <a:lnTo>
                  <a:pt x="245943" y="47135"/>
                </a:lnTo>
                <a:close/>
                <a:moveTo>
                  <a:pt x="245943" y="45233"/>
                </a:moveTo>
                <a:lnTo>
                  <a:pt x="242207" y="41497"/>
                </a:lnTo>
                <a:lnTo>
                  <a:pt x="242207" y="35793"/>
                </a:lnTo>
                <a:lnTo>
                  <a:pt x="244242" y="35793"/>
                </a:lnTo>
                <a:lnTo>
                  <a:pt x="245943" y="37461"/>
                </a:lnTo>
                <a:close/>
                <a:moveTo>
                  <a:pt x="245109" y="33725"/>
                </a:moveTo>
                <a:lnTo>
                  <a:pt x="245943" y="34559"/>
                </a:lnTo>
                <a:lnTo>
                  <a:pt x="245943" y="36360"/>
                </a:lnTo>
                <a:lnTo>
                  <a:pt x="244675" y="35126"/>
                </a:lnTo>
                <a:lnTo>
                  <a:pt x="244408" y="34993"/>
                </a:lnTo>
                <a:lnTo>
                  <a:pt x="242507" y="34993"/>
                </a:lnTo>
                <a:lnTo>
                  <a:pt x="243808" y="33725"/>
                </a:lnTo>
                <a:lnTo>
                  <a:pt x="245109" y="33725"/>
                </a:lnTo>
                <a:close/>
                <a:moveTo>
                  <a:pt x="243374" y="31990"/>
                </a:moveTo>
                <a:lnTo>
                  <a:pt x="243374" y="33291"/>
                </a:lnTo>
                <a:lnTo>
                  <a:pt x="242107" y="34592"/>
                </a:lnTo>
                <a:lnTo>
                  <a:pt x="242107" y="32524"/>
                </a:lnTo>
                <a:lnTo>
                  <a:pt x="240739" y="31190"/>
                </a:lnTo>
                <a:lnTo>
                  <a:pt x="242574" y="31190"/>
                </a:lnTo>
                <a:close/>
                <a:moveTo>
                  <a:pt x="242574" y="30389"/>
                </a:moveTo>
                <a:lnTo>
                  <a:pt x="240739" y="30389"/>
                </a:lnTo>
                <a:lnTo>
                  <a:pt x="242107" y="29055"/>
                </a:lnTo>
                <a:lnTo>
                  <a:pt x="242107" y="26987"/>
                </a:lnTo>
                <a:lnTo>
                  <a:pt x="243374" y="28254"/>
                </a:lnTo>
                <a:lnTo>
                  <a:pt x="243374" y="29555"/>
                </a:lnTo>
                <a:close/>
                <a:moveTo>
                  <a:pt x="245943" y="27020"/>
                </a:moveTo>
                <a:lnTo>
                  <a:pt x="245109" y="27854"/>
                </a:lnTo>
                <a:lnTo>
                  <a:pt x="243808" y="27854"/>
                </a:lnTo>
                <a:lnTo>
                  <a:pt x="242507" y="26553"/>
                </a:lnTo>
                <a:lnTo>
                  <a:pt x="244408" y="26553"/>
                </a:lnTo>
                <a:lnTo>
                  <a:pt x="244675" y="26453"/>
                </a:lnTo>
                <a:lnTo>
                  <a:pt x="245909" y="25219"/>
                </a:lnTo>
                <a:lnTo>
                  <a:pt x="245909" y="27020"/>
                </a:lnTo>
                <a:close/>
                <a:moveTo>
                  <a:pt x="245943" y="24085"/>
                </a:moveTo>
                <a:lnTo>
                  <a:pt x="244242" y="25786"/>
                </a:lnTo>
                <a:lnTo>
                  <a:pt x="242207" y="25786"/>
                </a:lnTo>
                <a:lnTo>
                  <a:pt x="242207" y="20049"/>
                </a:lnTo>
                <a:lnTo>
                  <a:pt x="245943" y="16346"/>
                </a:lnTo>
                <a:close/>
                <a:moveTo>
                  <a:pt x="245943" y="14445"/>
                </a:moveTo>
                <a:lnTo>
                  <a:pt x="242207" y="10709"/>
                </a:lnTo>
                <a:lnTo>
                  <a:pt x="242207" y="5004"/>
                </a:lnTo>
                <a:lnTo>
                  <a:pt x="244242" y="5004"/>
                </a:lnTo>
                <a:lnTo>
                  <a:pt x="245943" y="6672"/>
                </a:lnTo>
                <a:close/>
                <a:moveTo>
                  <a:pt x="245943" y="5572"/>
                </a:moveTo>
                <a:lnTo>
                  <a:pt x="244675" y="4337"/>
                </a:lnTo>
                <a:lnTo>
                  <a:pt x="244408" y="4204"/>
                </a:lnTo>
                <a:lnTo>
                  <a:pt x="242507" y="4204"/>
                </a:lnTo>
                <a:lnTo>
                  <a:pt x="243808" y="2936"/>
                </a:lnTo>
                <a:lnTo>
                  <a:pt x="245109" y="2936"/>
                </a:lnTo>
                <a:lnTo>
                  <a:pt x="245943" y="3737"/>
                </a:lnTo>
                <a:lnTo>
                  <a:pt x="245943" y="5572"/>
                </a:lnTo>
                <a:close/>
              </a:path>
            </a:pathLst>
          </a:custGeom>
          <a:solidFill>
            <a:srgbClr val="594129">
              <a:alpha val="5137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8"/>
          <p:cNvSpPr txBox="1"/>
          <p:nvPr>
            <p:ph type="title"/>
          </p:nvPr>
        </p:nvSpPr>
        <p:spPr>
          <a:xfrm>
            <a:off x="715650" y="1633550"/>
            <a:ext cx="3849600" cy="5340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SzPts val="2500"/>
              <a:buNone/>
              <a:defRPr b="0" sz="35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
        <p:nvSpPr>
          <p:cNvPr id="98" name="Google Shape;98;p8"/>
          <p:cNvSpPr txBox="1"/>
          <p:nvPr>
            <p:ph idx="1" type="subTitle"/>
          </p:nvPr>
        </p:nvSpPr>
        <p:spPr>
          <a:xfrm>
            <a:off x="1225375" y="2153275"/>
            <a:ext cx="3339900" cy="13776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600"/>
              <a:buNone/>
              <a:defRPr sz="1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grpSp>
        <p:nvGrpSpPr>
          <p:cNvPr id="99" name="Google Shape;99;p8"/>
          <p:cNvGrpSpPr/>
          <p:nvPr/>
        </p:nvGrpSpPr>
        <p:grpSpPr>
          <a:xfrm>
            <a:off x="7839776" y="-1"/>
            <a:ext cx="1304277" cy="1306311"/>
            <a:chOff x="7839776" y="-1"/>
            <a:chExt cx="1304277" cy="1306311"/>
          </a:xfrm>
        </p:grpSpPr>
        <p:sp>
          <p:nvSpPr>
            <p:cNvPr id="100" name="Google Shape;100;p8"/>
            <p:cNvSpPr/>
            <p:nvPr/>
          </p:nvSpPr>
          <p:spPr>
            <a:xfrm>
              <a:off x="8491926" y="-1"/>
              <a:ext cx="652127" cy="653161"/>
            </a:xfrm>
            <a:custGeom>
              <a:rect b="b" l="l" r="r" t="t"/>
              <a:pathLst>
                <a:path extrusionOk="0" h="147774" w="147540">
                  <a:moveTo>
                    <a:pt x="146839" y="72352"/>
                  </a:moveTo>
                  <a:lnTo>
                    <a:pt x="126624" y="52105"/>
                  </a:lnTo>
                  <a:lnTo>
                    <a:pt x="126624" y="23517"/>
                  </a:lnTo>
                  <a:cubicBezTo>
                    <a:pt x="126624" y="22217"/>
                    <a:pt x="125557" y="21149"/>
                    <a:pt x="124256" y="21149"/>
                  </a:cubicBezTo>
                  <a:lnTo>
                    <a:pt x="95669" y="21149"/>
                  </a:lnTo>
                  <a:lnTo>
                    <a:pt x="75454" y="935"/>
                  </a:lnTo>
                  <a:cubicBezTo>
                    <a:pt x="74520" y="1"/>
                    <a:pt x="73019" y="1"/>
                    <a:pt x="72119" y="935"/>
                  </a:cubicBezTo>
                  <a:lnTo>
                    <a:pt x="51871" y="21149"/>
                  </a:lnTo>
                  <a:lnTo>
                    <a:pt x="23284" y="21149"/>
                  </a:lnTo>
                  <a:cubicBezTo>
                    <a:pt x="21983" y="21149"/>
                    <a:pt x="20915" y="22217"/>
                    <a:pt x="20915" y="23517"/>
                  </a:cubicBezTo>
                  <a:lnTo>
                    <a:pt x="20915" y="52105"/>
                  </a:lnTo>
                  <a:lnTo>
                    <a:pt x="701" y="72319"/>
                  </a:lnTo>
                  <a:cubicBezTo>
                    <a:pt x="267" y="72786"/>
                    <a:pt x="0" y="73386"/>
                    <a:pt x="0" y="73987"/>
                  </a:cubicBezTo>
                  <a:cubicBezTo>
                    <a:pt x="0" y="74621"/>
                    <a:pt x="267" y="75221"/>
                    <a:pt x="701" y="75655"/>
                  </a:cubicBezTo>
                  <a:lnTo>
                    <a:pt x="20915" y="95903"/>
                  </a:lnTo>
                  <a:lnTo>
                    <a:pt x="20915" y="124490"/>
                  </a:lnTo>
                  <a:cubicBezTo>
                    <a:pt x="20915" y="125791"/>
                    <a:pt x="21983" y="126858"/>
                    <a:pt x="23284" y="126858"/>
                  </a:cubicBezTo>
                  <a:lnTo>
                    <a:pt x="51871" y="126858"/>
                  </a:lnTo>
                  <a:lnTo>
                    <a:pt x="72119" y="147073"/>
                  </a:lnTo>
                  <a:cubicBezTo>
                    <a:pt x="72552" y="147506"/>
                    <a:pt x="73153" y="147773"/>
                    <a:pt x="73786" y="147773"/>
                  </a:cubicBezTo>
                  <a:cubicBezTo>
                    <a:pt x="74387" y="147773"/>
                    <a:pt x="74987" y="147506"/>
                    <a:pt x="75421" y="147073"/>
                  </a:cubicBezTo>
                  <a:lnTo>
                    <a:pt x="95669" y="126858"/>
                  </a:lnTo>
                  <a:lnTo>
                    <a:pt x="124256" y="126858"/>
                  </a:lnTo>
                  <a:cubicBezTo>
                    <a:pt x="125557" y="126858"/>
                    <a:pt x="126624" y="125791"/>
                    <a:pt x="126624" y="124490"/>
                  </a:cubicBezTo>
                  <a:lnTo>
                    <a:pt x="126624" y="95903"/>
                  </a:lnTo>
                  <a:lnTo>
                    <a:pt x="146839" y="75655"/>
                  </a:lnTo>
                  <a:cubicBezTo>
                    <a:pt x="147272" y="75221"/>
                    <a:pt x="147539" y="74621"/>
                    <a:pt x="147539" y="73987"/>
                  </a:cubicBezTo>
                  <a:cubicBezTo>
                    <a:pt x="147539" y="73386"/>
                    <a:pt x="147306" y="72786"/>
                    <a:pt x="146839" y="72352"/>
                  </a:cubicBezTo>
                  <a:close/>
                  <a:moveTo>
                    <a:pt x="122621" y="93267"/>
                  </a:moveTo>
                  <a:cubicBezTo>
                    <a:pt x="122154" y="93701"/>
                    <a:pt x="121921" y="94301"/>
                    <a:pt x="121921" y="94935"/>
                  </a:cubicBezTo>
                  <a:lnTo>
                    <a:pt x="121921" y="122155"/>
                  </a:lnTo>
                  <a:lnTo>
                    <a:pt x="94701" y="122155"/>
                  </a:lnTo>
                  <a:cubicBezTo>
                    <a:pt x="94068" y="122155"/>
                    <a:pt x="93467" y="122388"/>
                    <a:pt x="93034" y="122822"/>
                  </a:cubicBezTo>
                  <a:lnTo>
                    <a:pt x="73786" y="142102"/>
                  </a:lnTo>
                  <a:lnTo>
                    <a:pt x="54506" y="122855"/>
                  </a:lnTo>
                  <a:cubicBezTo>
                    <a:pt x="54072" y="122388"/>
                    <a:pt x="53472" y="122155"/>
                    <a:pt x="52838" y="122155"/>
                  </a:cubicBezTo>
                  <a:lnTo>
                    <a:pt x="25619" y="122155"/>
                  </a:lnTo>
                  <a:lnTo>
                    <a:pt x="25619" y="94935"/>
                  </a:lnTo>
                  <a:cubicBezTo>
                    <a:pt x="25619" y="94301"/>
                    <a:pt x="25385" y="93701"/>
                    <a:pt x="24952" y="93267"/>
                  </a:cubicBezTo>
                  <a:lnTo>
                    <a:pt x="5671" y="74020"/>
                  </a:lnTo>
                  <a:lnTo>
                    <a:pt x="24952" y="54740"/>
                  </a:lnTo>
                  <a:cubicBezTo>
                    <a:pt x="25385" y="54306"/>
                    <a:pt x="25619" y="53706"/>
                    <a:pt x="25619" y="53105"/>
                  </a:cubicBezTo>
                  <a:lnTo>
                    <a:pt x="25619" y="25852"/>
                  </a:lnTo>
                  <a:lnTo>
                    <a:pt x="52838" y="25852"/>
                  </a:lnTo>
                  <a:cubicBezTo>
                    <a:pt x="53472" y="25852"/>
                    <a:pt x="54072" y="25619"/>
                    <a:pt x="54506" y="25185"/>
                  </a:cubicBezTo>
                  <a:lnTo>
                    <a:pt x="73786" y="5905"/>
                  </a:lnTo>
                  <a:lnTo>
                    <a:pt x="93034" y="25185"/>
                  </a:lnTo>
                  <a:cubicBezTo>
                    <a:pt x="93467" y="25619"/>
                    <a:pt x="94068" y="25852"/>
                    <a:pt x="94701" y="25852"/>
                  </a:cubicBezTo>
                  <a:lnTo>
                    <a:pt x="121921" y="25852"/>
                  </a:lnTo>
                  <a:lnTo>
                    <a:pt x="121921" y="53072"/>
                  </a:lnTo>
                  <a:cubicBezTo>
                    <a:pt x="121921" y="53706"/>
                    <a:pt x="122154" y="54306"/>
                    <a:pt x="122588" y="54740"/>
                  </a:cubicBezTo>
                  <a:lnTo>
                    <a:pt x="141868" y="73987"/>
                  </a:lnTo>
                  <a:close/>
                </a:path>
              </a:pathLst>
            </a:custGeom>
            <a:solidFill>
              <a:srgbClr val="9575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8"/>
            <p:cNvSpPr/>
            <p:nvPr/>
          </p:nvSpPr>
          <p:spPr>
            <a:xfrm>
              <a:off x="7839776" y="-1"/>
              <a:ext cx="652127" cy="653161"/>
            </a:xfrm>
            <a:custGeom>
              <a:rect b="b" l="l" r="r" t="t"/>
              <a:pathLst>
                <a:path extrusionOk="0" h="147774" w="147540">
                  <a:moveTo>
                    <a:pt x="146839" y="72352"/>
                  </a:moveTo>
                  <a:lnTo>
                    <a:pt x="126624" y="52105"/>
                  </a:lnTo>
                  <a:lnTo>
                    <a:pt x="126624" y="23517"/>
                  </a:lnTo>
                  <a:cubicBezTo>
                    <a:pt x="126624" y="22217"/>
                    <a:pt x="125557" y="21149"/>
                    <a:pt x="124256" y="21149"/>
                  </a:cubicBezTo>
                  <a:lnTo>
                    <a:pt x="95669" y="21149"/>
                  </a:lnTo>
                  <a:lnTo>
                    <a:pt x="75454" y="935"/>
                  </a:lnTo>
                  <a:cubicBezTo>
                    <a:pt x="74520" y="1"/>
                    <a:pt x="73019" y="1"/>
                    <a:pt x="72119" y="935"/>
                  </a:cubicBezTo>
                  <a:lnTo>
                    <a:pt x="51871" y="21149"/>
                  </a:lnTo>
                  <a:lnTo>
                    <a:pt x="23284" y="21149"/>
                  </a:lnTo>
                  <a:cubicBezTo>
                    <a:pt x="21983" y="21149"/>
                    <a:pt x="20915" y="22217"/>
                    <a:pt x="20915" y="23517"/>
                  </a:cubicBezTo>
                  <a:lnTo>
                    <a:pt x="20915" y="52105"/>
                  </a:lnTo>
                  <a:lnTo>
                    <a:pt x="701" y="72319"/>
                  </a:lnTo>
                  <a:cubicBezTo>
                    <a:pt x="267" y="72786"/>
                    <a:pt x="0" y="73386"/>
                    <a:pt x="0" y="73987"/>
                  </a:cubicBezTo>
                  <a:cubicBezTo>
                    <a:pt x="0" y="74621"/>
                    <a:pt x="267" y="75221"/>
                    <a:pt x="701" y="75655"/>
                  </a:cubicBezTo>
                  <a:lnTo>
                    <a:pt x="20915" y="95903"/>
                  </a:lnTo>
                  <a:lnTo>
                    <a:pt x="20915" y="124490"/>
                  </a:lnTo>
                  <a:cubicBezTo>
                    <a:pt x="20915" y="125791"/>
                    <a:pt x="21983" y="126858"/>
                    <a:pt x="23284" y="126858"/>
                  </a:cubicBezTo>
                  <a:lnTo>
                    <a:pt x="51871" y="126858"/>
                  </a:lnTo>
                  <a:lnTo>
                    <a:pt x="72119" y="147073"/>
                  </a:lnTo>
                  <a:cubicBezTo>
                    <a:pt x="72552" y="147506"/>
                    <a:pt x="73153" y="147773"/>
                    <a:pt x="73786" y="147773"/>
                  </a:cubicBezTo>
                  <a:cubicBezTo>
                    <a:pt x="74387" y="147773"/>
                    <a:pt x="74987" y="147506"/>
                    <a:pt x="75421" y="147073"/>
                  </a:cubicBezTo>
                  <a:lnTo>
                    <a:pt x="95669" y="126858"/>
                  </a:lnTo>
                  <a:lnTo>
                    <a:pt x="124256" y="126858"/>
                  </a:lnTo>
                  <a:cubicBezTo>
                    <a:pt x="125557" y="126858"/>
                    <a:pt x="126624" y="125791"/>
                    <a:pt x="126624" y="124490"/>
                  </a:cubicBezTo>
                  <a:lnTo>
                    <a:pt x="126624" y="95903"/>
                  </a:lnTo>
                  <a:lnTo>
                    <a:pt x="146839" y="75655"/>
                  </a:lnTo>
                  <a:cubicBezTo>
                    <a:pt x="147272" y="75221"/>
                    <a:pt x="147539" y="74621"/>
                    <a:pt x="147539" y="73987"/>
                  </a:cubicBezTo>
                  <a:cubicBezTo>
                    <a:pt x="147539" y="73386"/>
                    <a:pt x="147306" y="72786"/>
                    <a:pt x="146839" y="72352"/>
                  </a:cubicBezTo>
                  <a:close/>
                  <a:moveTo>
                    <a:pt x="122621" y="93267"/>
                  </a:moveTo>
                  <a:cubicBezTo>
                    <a:pt x="122154" y="93701"/>
                    <a:pt x="121921" y="94301"/>
                    <a:pt x="121921" y="94935"/>
                  </a:cubicBezTo>
                  <a:lnTo>
                    <a:pt x="121921" y="122155"/>
                  </a:lnTo>
                  <a:lnTo>
                    <a:pt x="94701" y="122155"/>
                  </a:lnTo>
                  <a:cubicBezTo>
                    <a:pt x="94068" y="122155"/>
                    <a:pt x="93467" y="122388"/>
                    <a:pt x="93034" y="122822"/>
                  </a:cubicBezTo>
                  <a:lnTo>
                    <a:pt x="73786" y="142102"/>
                  </a:lnTo>
                  <a:lnTo>
                    <a:pt x="54506" y="122855"/>
                  </a:lnTo>
                  <a:cubicBezTo>
                    <a:pt x="54072" y="122388"/>
                    <a:pt x="53472" y="122155"/>
                    <a:pt x="52838" y="122155"/>
                  </a:cubicBezTo>
                  <a:lnTo>
                    <a:pt x="25619" y="122155"/>
                  </a:lnTo>
                  <a:lnTo>
                    <a:pt x="25619" y="94935"/>
                  </a:lnTo>
                  <a:cubicBezTo>
                    <a:pt x="25619" y="94301"/>
                    <a:pt x="25385" y="93701"/>
                    <a:pt x="24952" y="93267"/>
                  </a:cubicBezTo>
                  <a:lnTo>
                    <a:pt x="5671" y="74020"/>
                  </a:lnTo>
                  <a:lnTo>
                    <a:pt x="24952" y="54740"/>
                  </a:lnTo>
                  <a:cubicBezTo>
                    <a:pt x="25385" y="54306"/>
                    <a:pt x="25619" y="53706"/>
                    <a:pt x="25619" y="53105"/>
                  </a:cubicBezTo>
                  <a:lnTo>
                    <a:pt x="25619" y="25852"/>
                  </a:lnTo>
                  <a:lnTo>
                    <a:pt x="52838" y="25852"/>
                  </a:lnTo>
                  <a:cubicBezTo>
                    <a:pt x="53472" y="25852"/>
                    <a:pt x="54072" y="25619"/>
                    <a:pt x="54506" y="25185"/>
                  </a:cubicBezTo>
                  <a:lnTo>
                    <a:pt x="73786" y="5905"/>
                  </a:lnTo>
                  <a:lnTo>
                    <a:pt x="93034" y="25185"/>
                  </a:lnTo>
                  <a:cubicBezTo>
                    <a:pt x="93467" y="25619"/>
                    <a:pt x="94068" y="25852"/>
                    <a:pt x="94701" y="25852"/>
                  </a:cubicBezTo>
                  <a:lnTo>
                    <a:pt x="121921" y="25852"/>
                  </a:lnTo>
                  <a:lnTo>
                    <a:pt x="121921" y="53072"/>
                  </a:lnTo>
                  <a:cubicBezTo>
                    <a:pt x="121921" y="53706"/>
                    <a:pt x="122154" y="54306"/>
                    <a:pt x="122588" y="54740"/>
                  </a:cubicBezTo>
                  <a:lnTo>
                    <a:pt x="141868" y="73987"/>
                  </a:lnTo>
                  <a:close/>
                </a:path>
              </a:pathLst>
            </a:custGeom>
            <a:solidFill>
              <a:srgbClr val="9575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8"/>
            <p:cNvSpPr/>
            <p:nvPr/>
          </p:nvSpPr>
          <p:spPr>
            <a:xfrm>
              <a:off x="8491926" y="653149"/>
              <a:ext cx="652127" cy="653161"/>
            </a:xfrm>
            <a:custGeom>
              <a:rect b="b" l="l" r="r" t="t"/>
              <a:pathLst>
                <a:path extrusionOk="0" h="147774" w="147540">
                  <a:moveTo>
                    <a:pt x="146839" y="72352"/>
                  </a:moveTo>
                  <a:lnTo>
                    <a:pt x="126624" y="52105"/>
                  </a:lnTo>
                  <a:lnTo>
                    <a:pt x="126624" y="23517"/>
                  </a:lnTo>
                  <a:cubicBezTo>
                    <a:pt x="126624" y="22217"/>
                    <a:pt x="125557" y="21149"/>
                    <a:pt x="124256" y="21149"/>
                  </a:cubicBezTo>
                  <a:lnTo>
                    <a:pt x="95669" y="21149"/>
                  </a:lnTo>
                  <a:lnTo>
                    <a:pt x="75454" y="935"/>
                  </a:lnTo>
                  <a:cubicBezTo>
                    <a:pt x="74520" y="1"/>
                    <a:pt x="73019" y="1"/>
                    <a:pt x="72119" y="935"/>
                  </a:cubicBezTo>
                  <a:lnTo>
                    <a:pt x="51871" y="21149"/>
                  </a:lnTo>
                  <a:lnTo>
                    <a:pt x="23284" y="21149"/>
                  </a:lnTo>
                  <a:cubicBezTo>
                    <a:pt x="21983" y="21149"/>
                    <a:pt x="20915" y="22217"/>
                    <a:pt x="20915" y="23517"/>
                  </a:cubicBezTo>
                  <a:lnTo>
                    <a:pt x="20915" y="52105"/>
                  </a:lnTo>
                  <a:lnTo>
                    <a:pt x="701" y="72319"/>
                  </a:lnTo>
                  <a:cubicBezTo>
                    <a:pt x="267" y="72786"/>
                    <a:pt x="0" y="73386"/>
                    <a:pt x="0" y="73987"/>
                  </a:cubicBezTo>
                  <a:cubicBezTo>
                    <a:pt x="0" y="74621"/>
                    <a:pt x="267" y="75221"/>
                    <a:pt x="701" y="75655"/>
                  </a:cubicBezTo>
                  <a:lnTo>
                    <a:pt x="20915" y="95903"/>
                  </a:lnTo>
                  <a:lnTo>
                    <a:pt x="20915" y="124490"/>
                  </a:lnTo>
                  <a:cubicBezTo>
                    <a:pt x="20915" y="125791"/>
                    <a:pt x="21983" y="126858"/>
                    <a:pt x="23284" y="126858"/>
                  </a:cubicBezTo>
                  <a:lnTo>
                    <a:pt x="51871" y="126858"/>
                  </a:lnTo>
                  <a:lnTo>
                    <a:pt x="72119" y="147073"/>
                  </a:lnTo>
                  <a:cubicBezTo>
                    <a:pt x="72552" y="147506"/>
                    <a:pt x="73153" y="147773"/>
                    <a:pt x="73786" y="147773"/>
                  </a:cubicBezTo>
                  <a:cubicBezTo>
                    <a:pt x="74387" y="147773"/>
                    <a:pt x="74987" y="147506"/>
                    <a:pt x="75421" y="147073"/>
                  </a:cubicBezTo>
                  <a:lnTo>
                    <a:pt x="95669" y="126858"/>
                  </a:lnTo>
                  <a:lnTo>
                    <a:pt x="124256" y="126858"/>
                  </a:lnTo>
                  <a:cubicBezTo>
                    <a:pt x="125557" y="126858"/>
                    <a:pt x="126624" y="125791"/>
                    <a:pt x="126624" y="124490"/>
                  </a:cubicBezTo>
                  <a:lnTo>
                    <a:pt x="126624" y="95903"/>
                  </a:lnTo>
                  <a:lnTo>
                    <a:pt x="146839" y="75655"/>
                  </a:lnTo>
                  <a:cubicBezTo>
                    <a:pt x="147272" y="75221"/>
                    <a:pt x="147539" y="74621"/>
                    <a:pt x="147539" y="73987"/>
                  </a:cubicBezTo>
                  <a:cubicBezTo>
                    <a:pt x="147539" y="73386"/>
                    <a:pt x="147306" y="72786"/>
                    <a:pt x="146839" y="72352"/>
                  </a:cubicBezTo>
                  <a:close/>
                  <a:moveTo>
                    <a:pt x="122621" y="93267"/>
                  </a:moveTo>
                  <a:cubicBezTo>
                    <a:pt x="122154" y="93701"/>
                    <a:pt x="121921" y="94301"/>
                    <a:pt x="121921" y="94935"/>
                  </a:cubicBezTo>
                  <a:lnTo>
                    <a:pt x="121921" y="122155"/>
                  </a:lnTo>
                  <a:lnTo>
                    <a:pt x="94701" y="122155"/>
                  </a:lnTo>
                  <a:cubicBezTo>
                    <a:pt x="94068" y="122155"/>
                    <a:pt x="93467" y="122388"/>
                    <a:pt x="93034" y="122822"/>
                  </a:cubicBezTo>
                  <a:lnTo>
                    <a:pt x="73786" y="142102"/>
                  </a:lnTo>
                  <a:lnTo>
                    <a:pt x="54506" y="122855"/>
                  </a:lnTo>
                  <a:cubicBezTo>
                    <a:pt x="54072" y="122388"/>
                    <a:pt x="53472" y="122155"/>
                    <a:pt x="52838" y="122155"/>
                  </a:cubicBezTo>
                  <a:lnTo>
                    <a:pt x="25619" y="122155"/>
                  </a:lnTo>
                  <a:lnTo>
                    <a:pt x="25619" y="94935"/>
                  </a:lnTo>
                  <a:cubicBezTo>
                    <a:pt x="25619" y="94301"/>
                    <a:pt x="25385" y="93701"/>
                    <a:pt x="24952" y="93267"/>
                  </a:cubicBezTo>
                  <a:lnTo>
                    <a:pt x="5671" y="74020"/>
                  </a:lnTo>
                  <a:lnTo>
                    <a:pt x="24952" y="54740"/>
                  </a:lnTo>
                  <a:cubicBezTo>
                    <a:pt x="25385" y="54306"/>
                    <a:pt x="25619" y="53706"/>
                    <a:pt x="25619" y="53105"/>
                  </a:cubicBezTo>
                  <a:lnTo>
                    <a:pt x="25619" y="25852"/>
                  </a:lnTo>
                  <a:lnTo>
                    <a:pt x="52838" y="25852"/>
                  </a:lnTo>
                  <a:cubicBezTo>
                    <a:pt x="53472" y="25852"/>
                    <a:pt x="54072" y="25619"/>
                    <a:pt x="54506" y="25185"/>
                  </a:cubicBezTo>
                  <a:lnTo>
                    <a:pt x="73786" y="5905"/>
                  </a:lnTo>
                  <a:lnTo>
                    <a:pt x="93034" y="25185"/>
                  </a:lnTo>
                  <a:cubicBezTo>
                    <a:pt x="93467" y="25619"/>
                    <a:pt x="94068" y="25852"/>
                    <a:pt x="94701" y="25852"/>
                  </a:cubicBezTo>
                  <a:lnTo>
                    <a:pt x="121921" y="25852"/>
                  </a:lnTo>
                  <a:lnTo>
                    <a:pt x="121921" y="53072"/>
                  </a:lnTo>
                  <a:cubicBezTo>
                    <a:pt x="121921" y="53706"/>
                    <a:pt x="122154" y="54306"/>
                    <a:pt x="122588" y="54740"/>
                  </a:cubicBezTo>
                  <a:lnTo>
                    <a:pt x="141868" y="73987"/>
                  </a:lnTo>
                  <a:close/>
                </a:path>
              </a:pathLst>
            </a:custGeom>
            <a:solidFill>
              <a:srgbClr val="9575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3" name="Google Shape;103;p8"/>
          <p:cNvGrpSpPr/>
          <p:nvPr/>
        </p:nvGrpSpPr>
        <p:grpSpPr>
          <a:xfrm>
            <a:off x="1" y="3837199"/>
            <a:ext cx="1304277" cy="1306311"/>
            <a:chOff x="1" y="3837199"/>
            <a:chExt cx="1304277" cy="1306311"/>
          </a:xfrm>
        </p:grpSpPr>
        <p:sp>
          <p:nvSpPr>
            <p:cNvPr id="104" name="Google Shape;104;p8"/>
            <p:cNvSpPr/>
            <p:nvPr/>
          </p:nvSpPr>
          <p:spPr>
            <a:xfrm rot="10800000">
              <a:off x="1" y="4490349"/>
              <a:ext cx="652127" cy="653161"/>
            </a:xfrm>
            <a:custGeom>
              <a:rect b="b" l="l" r="r" t="t"/>
              <a:pathLst>
                <a:path extrusionOk="0" h="147774" w="147540">
                  <a:moveTo>
                    <a:pt x="146839" y="72352"/>
                  </a:moveTo>
                  <a:lnTo>
                    <a:pt x="126624" y="52105"/>
                  </a:lnTo>
                  <a:lnTo>
                    <a:pt x="126624" y="23517"/>
                  </a:lnTo>
                  <a:cubicBezTo>
                    <a:pt x="126624" y="22217"/>
                    <a:pt x="125557" y="21149"/>
                    <a:pt x="124256" y="21149"/>
                  </a:cubicBezTo>
                  <a:lnTo>
                    <a:pt x="95669" y="21149"/>
                  </a:lnTo>
                  <a:lnTo>
                    <a:pt x="75454" y="935"/>
                  </a:lnTo>
                  <a:cubicBezTo>
                    <a:pt x="74520" y="1"/>
                    <a:pt x="73019" y="1"/>
                    <a:pt x="72119" y="935"/>
                  </a:cubicBezTo>
                  <a:lnTo>
                    <a:pt x="51871" y="21149"/>
                  </a:lnTo>
                  <a:lnTo>
                    <a:pt x="23284" y="21149"/>
                  </a:lnTo>
                  <a:cubicBezTo>
                    <a:pt x="21983" y="21149"/>
                    <a:pt x="20915" y="22217"/>
                    <a:pt x="20915" y="23517"/>
                  </a:cubicBezTo>
                  <a:lnTo>
                    <a:pt x="20915" y="52105"/>
                  </a:lnTo>
                  <a:lnTo>
                    <a:pt x="701" y="72319"/>
                  </a:lnTo>
                  <a:cubicBezTo>
                    <a:pt x="267" y="72786"/>
                    <a:pt x="0" y="73386"/>
                    <a:pt x="0" y="73987"/>
                  </a:cubicBezTo>
                  <a:cubicBezTo>
                    <a:pt x="0" y="74621"/>
                    <a:pt x="267" y="75221"/>
                    <a:pt x="701" y="75655"/>
                  </a:cubicBezTo>
                  <a:lnTo>
                    <a:pt x="20915" y="95903"/>
                  </a:lnTo>
                  <a:lnTo>
                    <a:pt x="20915" y="124490"/>
                  </a:lnTo>
                  <a:cubicBezTo>
                    <a:pt x="20915" y="125791"/>
                    <a:pt x="21983" y="126858"/>
                    <a:pt x="23284" y="126858"/>
                  </a:cubicBezTo>
                  <a:lnTo>
                    <a:pt x="51871" y="126858"/>
                  </a:lnTo>
                  <a:lnTo>
                    <a:pt x="72119" y="147073"/>
                  </a:lnTo>
                  <a:cubicBezTo>
                    <a:pt x="72552" y="147506"/>
                    <a:pt x="73153" y="147773"/>
                    <a:pt x="73786" y="147773"/>
                  </a:cubicBezTo>
                  <a:cubicBezTo>
                    <a:pt x="74387" y="147773"/>
                    <a:pt x="74987" y="147506"/>
                    <a:pt x="75421" y="147073"/>
                  </a:cubicBezTo>
                  <a:lnTo>
                    <a:pt x="95669" y="126858"/>
                  </a:lnTo>
                  <a:lnTo>
                    <a:pt x="124256" y="126858"/>
                  </a:lnTo>
                  <a:cubicBezTo>
                    <a:pt x="125557" y="126858"/>
                    <a:pt x="126624" y="125791"/>
                    <a:pt x="126624" y="124490"/>
                  </a:cubicBezTo>
                  <a:lnTo>
                    <a:pt x="126624" y="95903"/>
                  </a:lnTo>
                  <a:lnTo>
                    <a:pt x="146839" y="75655"/>
                  </a:lnTo>
                  <a:cubicBezTo>
                    <a:pt x="147272" y="75221"/>
                    <a:pt x="147539" y="74621"/>
                    <a:pt x="147539" y="73987"/>
                  </a:cubicBezTo>
                  <a:cubicBezTo>
                    <a:pt x="147539" y="73386"/>
                    <a:pt x="147306" y="72786"/>
                    <a:pt x="146839" y="72352"/>
                  </a:cubicBezTo>
                  <a:close/>
                  <a:moveTo>
                    <a:pt x="122621" y="93267"/>
                  </a:moveTo>
                  <a:cubicBezTo>
                    <a:pt x="122154" y="93701"/>
                    <a:pt x="121921" y="94301"/>
                    <a:pt x="121921" y="94935"/>
                  </a:cubicBezTo>
                  <a:lnTo>
                    <a:pt x="121921" y="122155"/>
                  </a:lnTo>
                  <a:lnTo>
                    <a:pt x="94701" y="122155"/>
                  </a:lnTo>
                  <a:cubicBezTo>
                    <a:pt x="94068" y="122155"/>
                    <a:pt x="93467" y="122388"/>
                    <a:pt x="93034" y="122822"/>
                  </a:cubicBezTo>
                  <a:lnTo>
                    <a:pt x="73786" y="142102"/>
                  </a:lnTo>
                  <a:lnTo>
                    <a:pt x="54506" y="122855"/>
                  </a:lnTo>
                  <a:cubicBezTo>
                    <a:pt x="54072" y="122388"/>
                    <a:pt x="53472" y="122155"/>
                    <a:pt x="52838" y="122155"/>
                  </a:cubicBezTo>
                  <a:lnTo>
                    <a:pt x="25619" y="122155"/>
                  </a:lnTo>
                  <a:lnTo>
                    <a:pt x="25619" y="94935"/>
                  </a:lnTo>
                  <a:cubicBezTo>
                    <a:pt x="25619" y="94301"/>
                    <a:pt x="25385" y="93701"/>
                    <a:pt x="24952" y="93267"/>
                  </a:cubicBezTo>
                  <a:lnTo>
                    <a:pt x="5671" y="74020"/>
                  </a:lnTo>
                  <a:lnTo>
                    <a:pt x="24952" y="54740"/>
                  </a:lnTo>
                  <a:cubicBezTo>
                    <a:pt x="25385" y="54306"/>
                    <a:pt x="25619" y="53706"/>
                    <a:pt x="25619" y="53105"/>
                  </a:cubicBezTo>
                  <a:lnTo>
                    <a:pt x="25619" y="25852"/>
                  </a:lnTo>
                  <a:lnTo>
                    <a:pt x="52838" y="25852"/>
                  </a:lnTo>
                  <a:cubicBezTo>
                    <a:pt x="53472" y="25852"/>
                    <a:pt x="54072" y="25619"/>
                    <a:pt x="54506" y="25185"/>
                  </a:cubicBezTo>
                  <a:lnTo>
                    <a:pt x="73786" y="5905"/>
                  </a:lnTo>
                  <a:lnTo>
                    <a:pt x="93034" y="25185"/>
                  </a:lnTo>
                  <a:cubicBezTo>
                    <a:pt x="93467" y="25619"/>
                    <a:pt x="94068" y="25852"/>
                    <a:pt x="94701" y="25852"/>
                  </a:cubicBezTo>
                  <a:lnTo>
                    <a:pt x="121921" y="25852"/>
                  </a:lnTo>
                  <a:lnTo>
                    <a:pt x="121921" y="53072"/>
                  </a:lnTo>
                  <a:cubicBezTo>
                    <a:pt x="121921" y="53706"/>
                    <a:pt x="122154" y="54306"/>
                    <a:pt x="122588" y="54740"/>
                  </a:cubicBezTo>
                  <a:lnTo>
                    <a:pt x="141868" y="73987"/>
                  </a:lnTo>
                  <a:close/>
                </a:path>
              </a:pathLst>
            </a:custGeom>
            <a:solidFill>
              <a:srgbClr val="9575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8"/>
            <p:cNvSpPr/>
            <p:nvPr/>
          </p:nvSpPr>
          <p:spPr>
            <a:xfrm rot="10800000">
              <a:off x="652151" y="4490349"/>
              <a:ext cx="652127" cy="653161"/>
            </a:xfrm>
            <a:custGeom>
              <a:rect b="b" l="l" r="r" t="t"/>
              <a:pathLst>
                <a:path extrusionOk="0" h="147774" w="147540">
                  <a:moveTo>
                    <a:pt x="146839" y="72352"/>
                  </a:moveTo>
                  <a:lnTo>
                    <a:pt x="126624" y="52105"/>
                  </a:lnTo>
                  <a:lnTo>
                    <a:pt x="126624" y="23517"/>
                  </a:lnTo>
                  <a:cubicBezTo>
                    <a:pt x="126624" y="22217"/>
                    <a:pt x="125557" y="21149"/>
                    <a:pt x="124256" y="21149"/>
                  </a:cubicBezTo>
                  <a:lnTo>
                    <a:pt x="95669" y="21149"/>
                  </a:lnTo>
                  <a:lnTo>
                    <a:pt x="75454" y="935"/>
                  </a:lnTo>
                  <a:cubicBezTo>
                    <a:pt x="74520" y="1"/>
                    <a:pt x="73019" y="1"/>
                    <a:pt x="72119" y="935"/>
                  </a:cubicBezTo>
                  <a:lnTo>
                    <a:pt x="51871" y="21149"/>
                  </a:lnTo>
                  <a:lnTo>
                    <a:pt x="23284" y="21149"/>
                  </a:lnTo>
                  <a:cubicBezTo>
                    <a:pt x="21983" y="21149"/>
                    <a:pt x="20915" y="22217"/>
                    <a:pt x="20915" y="23517"/>
                  </a:cubicBezTo>
                  <a:lnTo>
                    <a:pt x="20915" y="52105"/>
                  </a:lnTo>
                  <a:lnTo>
                    <a:pt x="701" y="72319"/>
                  </a:lnTo>
                  <a:cubicBezTo>
                    <a:pt x="267" y="72786"/>
                    <a:pt x="0" y="73386"/>
                    <a:pt x="0" y="73987"/>
                  </a:cubicBezTo>
                  <a:cubicBezTo>
                    <a:pt x="0" y="74621"/>
                    <a:pt x="267" y="75221"/>
                    <a:pt x="701" y="75655"/>
                  </a:cubicBezTo>
                  <a:lnTo>
                    <a:pt x="20915" y="95903"/>
                  </a:lnTo>
                  <a:lnTo>
                    <a:pt x="20915" y="124490"/>
                  </a:lnTo>
                  <a:cubicBezTo>
                    <a:pt x="20915" y="125791"/>
                    <a:pt x="21983" y="126858"/>
                    <a:pt x="23284" y="126858"/>
                  </a:cubicBezTo>
                  <a:lnTo>
                    <a:pt x="51871" y="126858"/>
                  </a:lnTo>
                  <a:lnTo>
                    <a:pt x="72119" y="147073"/>
                  </a:lnTo>
                  <a:cubicBezTo>
                    <a:pt x="72552" y="147506"/>
                    <a:pt x="73153" y="147773"/>
                    <a:pt x="73786" y="147773"/>
                  </a:cubicBezTo>
                  <a:cubicBezTo>
                    <a:pt x="74387" y="147773"/>
                    <a:pt x="74987" y="147506"/>
                    <a:pt x="75421" y="147073"/>
                  </a:cubicBezTo>
                  <a:lnTo>
                    <a:pt x="95669" y="126858"/>
                  </a:lnTo>
                  <a:lnTo>
                    <a:pt x="124256" y="126858"/>
                  </a:lnTo>
                  <a:cubicBezTo>
                    <a:pt x="125557" y="126858"/>
                    <a:pt x="126624" y="125791"/>
                    <a:pt x="126624" y="124490"/>
                  </a:cubicBezTo>
                  <a:lnTo>
                    <a:pt x="126624" y="95903"/>
                  </a:lnTo>
                  <a:lnTo>
                    <a:pt x="146839" y="75655"/>
                  </a:lnTo>
                  <a:cubicBezTo>
                    <a:pt x="147272" y="75221"/>
                    <a:pt x="147539" y="74621"/>
                    <a:pt x="147539" y="73987"/>
                  </a:cubicBezTo>
                  <a:cubicBezTo>
                    <a:pt x="147539" y="73386"/>
                    <a:pt x="147306" y="72786"/>
                    <a:pt x="146839" y="72352"/>
                  </a:cubicBezTo>
                  <a:close/>
                  <a:moveTo>
                    <a:pt x="122621" y="93267"/>
                  </a:moveTo>
                  <a:cubicBezTo>
                    <a:pt x="122154" y="93701"/>
                    <a:pt x="121921" y="94301"/>
                    <a:pt x="121921" y="94935"/>
                  </a:cubicBezTo>
                  <a:lnTo>
                    <a:pt x="121921" y="122155"/>
                  </a:lnTo>
                  <a:lnTo>
                    <a:pt x="94701" y="122155"/>
                  </a:lnTo>
                  <a:cubicBezTo>
                    <a:pt x="94068" y="122155"/>
                    <a:pt x="93467" y="122388"/>
                    <a:pt x="93034" y="122822"/>
                  </a:cubicBezTo>
                  <a:lnTo>
                    <a:pt x="73786" y="142102"/>
                  </a:lnTo>
                  <a:lnTo>
                    <a:pt x="54506" y="122855"/>
                  </a:lnTo>
                  <a:cubicBezTo>
                    <a:pt x="54072" y="122388"/>
                    <a:pt x="53472" y="122155"/>
                    <a:pt x="52838" y="122155"/>
                  </a:cubicBezTo>
                  <a:lnTo>
                    <a:pt x="25619" y="122155"/>
                  </a:lnTo>
                  <a:lnTo>
                    <a:pt x="25619" y="94935"/>
                  </a:lnTo>
                  <a:cubicBezTo>
                    <a:pt x="25619" y="94301"/>
                    <a:pt x="25385" y="93701"/>
                    <a:pt x="24952" y="93267"/>
                  </a:cubicBezTo>
                  <a:lnTo>
                    <a:pt x="5671" y="74020"/>
                  </a:lnTo>
                  <a:lnTo>
                    <a:pt x="24952" y="54740"/>
                  </a:lnTo>
                  <a:cubicBezTo>
                    <a:pt x="25385" y="54306"/>
                    <a:pt x="25619" y="53706"/>
                    <a:pt x="25619" y="53105"/>
                  </a:cubicBezTo>
                  <a:lnTo>
                    <a:pt x="25619" y="25852"/>
                  </a:lnTo>
                  <a:lnTo>
                    <a:pt x="52838" y="25852"/>
                  </a:lnTo>
                  <a:cubicBezTo>
                    <a:pt x="53472" y="25852"/>
                    <a:pt x="54072" y="25619"/>
                    <a:pt x="54506" y="25185"/>
                  </a:cubicBezTo>
                  <a:lnTo>
                    <a:pt x="73786" y="5905"/>
                  </a:lnTo>
                  <a:lnTo>
                    <a:pt x="93034" y="25185"/>
                  </a:lnTo>
                  <a:cubicBezTo>
                    <a:pt x="93467" y="25619"/>
                    <a:pt x="94068" y="25852"/>
                    <a:pt x="94701" y="25852"/>
                  </a:cubicBezTo>
                  <a:lnTo>
                    <a:pt x="121921" y="25852"/>
                  </a:lnTo>
                  <a:lnTo>
                    <a:pt x="121921" y="53072"/>
                  </a:lnTo>
                  <a:cubicBezTo>
                    <a:pt x="121921" y="53706"/>
                    <a:pt x="122154" y="54306"/>
                    <a:pt x="122588" y="54740"/>
                  </a:cubicBezTo>
                  <a:lnTo>
                    <a:pt x="141868" y="73987"/>
                  </a:lnTo>
                  <a:close/>
                </a:path>
              </a:pathLst>
            </a:custGeom>
            <a:solidFill>
              <a:srgbClr val="9575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8"/>
            <p:cNvSpPr/>
            <p:nvPr/>
          </p:nvSpPr>
          <p:spPr>
            <a:xfrm rot="10800000">
              <a:off x="1" y="3837199"/>
              <a:ext cx="652127" cy="653161"/>
            </a:xfrm>
            <a:custGeom>
              <a:rect b="b" l="l" r="r" t="t"/>
              <a:pathLst>
                <a:path extrusionOk="0" h="147774" w="147540">
                  <a:moveTo>
                    <a:pt x="146839" y="72352"/>
                  </a:moveTo>
                  <a:lnTo>
                    <a:pt x="126624" y="52105"/>
                  </a:lnTo>
                  <a:lnTo>
                    <a:pt x="126624" y="23517"/>
                  </a:lnTo>
                  <a:cubicBezTo>
                    <a:pt x="126624" y="22217"/>
                    <a:pt x="125557" y="21149"/>
                    <a:pt x="124256" y="21149"/>
                  </a:cubicBezTo>
                  <a:lnTo>
                    <a:pt x="95669" y="21149"/>
                  </a:lnTo>
                  <a:lnTo>
                    <a:pt x="75454" y="935"/>
                  </a:lnTo>
                  <a:cubicBezTo>
                    <a:pt x="74520" y="1"/>
                    <a:pt x="73019" y="1"/>
                    <a:pt x="72119" y="935"/>
                  </a:cubicBezTo>
                  <a:lnTo>
                    <a:pt x="51871" y="21149"/>
                  </a:lnTo>
                  <a:lnTo>
                    <a:pt x="23284" y="21149"/>
                  </a:lnTo>
                  <a:cubicBezTo>
                    <a:pt x="21983" y="21149"/>
                    <a:pt x="20915" y="22217"/>
                    <a:pt x="20915" y="23517"/>
                  </a:cubicBezTo>
                  <a:lnTo>
                    <a:pt x="20915" y="52105"/>
                  </a:lnTo>
                  <a:lnTo>
                    <a:pt x="701" y="72319"/>
                  </a:lnTo>
                  <a:cubicBezTo>
                    <a:pt x="267" y="72786"/>
                    <a:pt x="0" y="73386"/>
                    <a:pt x="0" y="73987"/>
                  </a:cubicBezTo>
                  <a:cubicBezTo>
                    <a:pt x="0" y="74621"/>
                    <a:pt x="267" y="75221"/>
                    <a:pt x="701" y="75655"/>
                  </a:cubicBezTo>
                  <a:lnTo>
                    <a:pt x="20915" y="95903"/>
                  </a:lnTo>
                  <a:lnTo>
                    <a:pt x="20915" y="124490"/>
                  </a:lnTo>
                  <a:cubicBezTo>
                    <a:pt x="20915" y="125791"/>
                    <a:pt x="21983" y="126858"/>
                    <a:pt x="23284" y="126858"/>
                  </a:cubicBezTo>
                  <a:lnTo>
                    <a:pt x="51871" y="126858"/>
                  </a:lnTo>
                  <a:lnTo>
                    <a:pt x="72119" y="147073"/>
                  </a:lnTo>
                  <a:cubicBezTo>
                    <a:pt x="72552" y="147506"/>
                    <a:pt x="73153" y="147773"/>
                    <a:pt x="73786" y="147773"/>
                  </a:cubicBezTo>
                  <a:cubicBezTo>
                    <a:pt x="74387" y="147773"/>
                    <a:pt x="74987" y="147506"/>
                    <a:pt x="75421" y="147073"/>
                  </a:cubicBezTo>
                  <a:lnTo>
                    <a:pt x="95669" y="126858"/>
                  </a:lnTo>
                  <a:lnTo>
                    <a:pt x="124256" y="126858"/>
                  </a:lnTo>
                  <a:cubicBezTo>
                    <a:pt x="125557" y="126858"/>
                    <a:pt x="126624" y="125791"/>
                    <a:pt x="126624" y="124490"/>
                  </a:cubicBezTo>
                  <a:lnTo>
                    <a:pt x="126624" y="95903"/>
                  </a:lnTo>
                  <a:lnTo>
                    <a:pt x="146839" y="75655"/>
                  </a:lnTo>
                  <a:cubicBezTo>
                    <a:pt x="147272" y="75221"/>
                    <a:pt x="147539" y="74621"/>
                    <a:pt x="147539" y="73987"/>
                  </a:cubicBezTo>
                  <a:cubicBezTo>
                    <a:pt x="147539" y="73386"/>
                    <a:pt x="147306" y="72786"/>
                    <a:pt x="146839" y="72352"/>
                  </a:cubicBezTo>
                  <a:close/>
                  <a:moveTo>
                    <a:pt x="122621" y="93267"/>
                  </a:moveTo>
                  <a:cubicBezTo>
                    <a:pt x="122154" y="93701"/>
                    <a:pt x="121921" y="94301"/>
                    <a:pt x="121921" y="94935"/>
                  </a:cubicBezTo>
                  <a:lnTo>
                    <a:pt x="121921" y="122155"/>
                  </a:lnTo>
                  <a:lnTo>
                    <a:pt x="94701" y="122155"/>
                  </a:lnTo>
                  <a:cubicBezTo>
                    <a:pt x="94068" y="122155"/>
                    <a:pt x="93467" y="122388"/>
                    <a:pt x="93034" y="122822"/>
                  </a:cubicBezTo>
                  <a:lnTo>
                    <a:pt x="73786" y="142102"/>
                  </a:lnTo>
                  <a:lnTo>
                    <a:pt x="54506" y="122855"/>
                  </a:lnTo>
                  <a:cubicBezTo>
                    <a:pt x="54072" y="122388"/>
                    <a:pt x="53472" y="122155"/>
                    <a:pt x="52838" y="122155"/>
                  </a:cubicBezTo>
                  <a:lnTo>
                    <a:pt x="25619" y="122155"/>
                  </a:lnTo>
                  <a:lnTo>
                    <a:pt x="25619" y="94935"/>
                  </a:lnTo>
                  <a:cubicBezTo>
                    <a:pt x="25619" y="94301"/>
                    <a:pt x="25385" y="93701"/>
                    <a:pt x="24952" y="93267"/>
                  </a:cubicBezTo>
                  <a:lnTo>
                    <a:pt x="5671" y="74020"/>
                  </a:lnTo>
                  <a:lnTo>
                    <a:pt x="24952" y="54740"/>
                  </a:lnTo>
                  <a:cubicBezTo>
                    <a:pt x="25385" y="54306"/>
                    <a:pt x="25619" y="53706"/>
                    <a:pt x="25619" y="53105"/>
                  </a:cubicBezTo>
                  <a:lnTo>
                    <a:pt x="25619" y="25852"/>
                  </a:lnTo>
                  <a:lnTo>
                    <a:pt x="52838" y="25852"/>
                  </a:lnTo>
                  <a:cubicBezTo>
                    <a:pt x="53472" y="25852"/>
                    <a:pt x="54072" y="25619"/>
                    <a:pt x="54506" y="25185"/>
                  </a:cubicBezTo>
                  <a:lnTo>
                    <a:pt x="73786" y="5905"/>
                  </a:lnTo>
                  <a:lnTo>
                    <a:pt x="93034" y="25185"/>
                  </a:lnTo>
                  <a:cubicBezTo>
                    <a:pt x="93467" y="25619"/>
                    <a:pt x="94068" y="25852"/>
                    <a:pt x="94701" y="25852"/>
                  </a:cubicBezTo>
                  <a:lnTo>
                    <a:pt x="121921" y="25852"/>
                  </a:lnTo>
                  <a:lnTo>
                    <a:pt x="121921" y="53072"/>
                  </a:lnTo>
                  <a:cubicBezTo>
                    <a:pt x="121921" y="53706"/>
                    <a:pt x="122154" y="54306"/>
                    <a:pt x="122588" y="54740"/>
                  </a:cubicBezTo>
                  <a:lnTo>
                    <a:pt x="141868" y="73987"/>
                  </a:lnTo>
                  <a:close/>
                </a:path>
              </a:pathLst>
            </a:custGeom>
            <a:solidFill>
              <a:srgbClr val="9575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07" name="Shape 107"/>
        <p:cNvGrpSpPr/>
        <p:nvPr/>
      </p:nvGrpSpPr>
      <p:grpSpPr>
        <a:xfrm>
          <a:off x="0" y="0"/>
          <a:ext cx="0" cy="0"/>
          <a:chOff x="0" y="0"/>
          <a:chExt cx="0" cy="0"/>
        </a:xfrm>
      </p:grpSpPr>
      <p:sp>
        <p:nvSpPr>
          <p:cNvPr id="108" name="Google Shape;108;p9"/>
          <p:cNvSpPr/>
          <p:nvPr/>
        </p:nvSpPr>
        <p:spPr>
          <a:xfrm>
            <a:off x="0" y="0"/>
            <a:ext cx="9144259" cy="5143463"/>
          </a:xfrm>
          <a:custGeom>
            <a:rect b="b" l="l" r="r" t="t"/>
            <a:pathLst>
              <a:path extrusionOk="0" h="123123" w="246310">
                <a:moveTo>
                  <a:pt x="245442" y="2136"/>
                </a:moveTo>
                <a:lnTo>
                  <a:pt x="244175" y="2136"/>
                </a:lnTo>
                <a:lnTo>
                  <a:pt x="244175" y="1035"/>
                </a:lnTo>
                <a:lnTo>
                  <a:pt x="244075" y="768"/>
                </a:lnTo>
                <a:lnTo>
                  <a:pt x="243274" y="1"/>
                </a:lnTo>
                <a:lnTo>
                  <a:pt x="243141" y="1"/>
                </a:lnTo>
                <a:lnTo>
                  <a:pt x="242173" y="1"/>
                </a:lnTo>
                <a:lnTo>
                  <a:pt x="240372" y="1"/>
                </a:lnTo>
                <a:lnTo>
                  <a:pt x="239238" y="1"/>
                </a:lnTo>
                <a:lnTo>
                  <a:pt x="231499" y="1"/>
                </a:lnTo>
                <a:lnTo>
                  <a:pt x="231332" y="1"/>
                </a:lnTo>
                <a:lnTo>
                  <a:pt x="230532" y="1"/>
                </a:lnTo>
                <a:lnTo>
                  <a:pt x="230365" y="1"/>
                </a:lnTo>
                <a:lnTo>
                  <a:pt x="222626" y="1"/>
                </a:lnTo>
                <a:lnTo>
                  <a:pt x="222626" y="1"/>
                </a:lnTo>
                <a:lnTo>
                  <a:pt x="221492" y="1"/>
                </a:lnTo>
                <a:lnTo>
                  <a:pt x="219691" y="1"/>
                </a:lnTo>
                <a:lnTo>
                  <a:pt x="218723" y="1"/>
                </a:lnTo>
                <a:lnTo>
                  <a:pt x="218557" y="1"/>
                </a:lnTo>
                <a:lnTo>
                  <a:pt x="217789" y="768"/>
                </a:lnTo>
                <a:lnTo>
                  <a:pt x="217689" y="1035"/>
                </a:lnTo>
                <a:lnTo>
                  <a:pt x="217689" y="2136"/>
                </a:lnTo>
                <a:lnTo>
                  <a:pt x="216422" y="2136"/>
                </a:lnTo>
                <a:lnTo>
                  <a:pt x="215521" y="3036"/>
                </a:lnTo>
                <a:lnTo>
                  <a:pt x="214654" y="2136"/>
                </a:lnTo>
                <a:lnTo>
                  <a:pt x="213386" y="2136"/>
                </a:lnTo>
                <a:lnTo>
                  <a:pt x="213386" y="1035"/>
                </a:lnTo>
                <a:lnTo>
                  <a:pt x="213286" y="768"/>
                </a:lnTo>
                <a:lnTo>
                  <a:pt x="212519" y="1"/>
                </a:lnTo>
                <a:lnTo>
                  <a:pt x="212352" y="1"/>
                </a:lnTo>
                <a:lnTo>
                  <a:pt x="211385" y="1"/>
                </a:lnTo>
                <a:lnTo>
                  <a:pt x="209584" y="1"/>
                </a:lnTo>
                <a:lnTo>
                  <a:pt x="208449" y="1"/>
                </a:lnTo>
                <a:lnTo>
                  <a:pt x="200710" y="1"/>
                </a:lnTo>
                <a:lnTo>
                  <a:pt x="200544" y="1"/>
                </a:lnTo>
                <a:lnTo>
                  <a:pt x="199743" y="1"/>
                </a:lnTo>
                <a:lnTo>
                  <a:pt x="199576" y="1"/>
                </a:lnTo>
                <a:lnTo>
                  <a:pt x="191837" y="1"/>
                </a:lnTo>
                <a:lnTo>
                  <a:pt x="190703" y="1"/>
                </a:lnTo>
                <a:lnTo>
                  <a:pt x="188902" y="1"/>
                </a:lnTo>
                <a:lnTo>
                  <a:pt x="187935" y="1"/>
                </a:lnTo>
                <a:lnTo>
                  <a:pt x="187801" y="1"/>
                </a:lnTo>
                <a:lnTo>
                  <a:pt x="187001" y="768"/>
                </a:lnTo>
                <a:lnTo>
                  <a:pt x="186901" y="1035"/>
                </a:lnTo>
                <a:lnTo>
                  <a:pt x="186901" y="2136"/>
                </a:lnTo>
                <a:lnTo>
                  <a:pt x="185633" y="2136"/>
                </a:lnTo>
                <a:lnTo>
                  <a:pt x="184766" y="3036"/>
                </a:lnTo>
                <a:lnTo>
                  <a:pt x="183865" y="2136"/>
                </a:lnTo>
                <a:lnTo>
                  <a:pt x="182598" y="2136"/>
                </a:lnTo>
                <a:lnTo>
                  <a:pt x="182598" y="1035"/>
                </a:lnTo>
                <a:lnTo>
                  <a:pt x="182497" y="768"/>
                </a:lnTo>
                <a:lnTo>
                  <a:pt x="181730" y="1"/>
                </a:lnTo>
                <a:lnTo>
                  <a:pt x="181563" y="1"/>
                </a:lnTo>
                <a:lnTo>
                  <a:pt x="180596" y="1"/>
                </a:lnTo>
                <a:lnTo>
                  <a:pt x="178795" y="1"/>
                </a:lnTo>
                <a:lnTo>
                  <a:pt x="177661" y="1"/>
                </a:lnTo>
                <a:lnTo>
                  <a:pt x="169922" y="1"/>
                </a:lnTo>
                <a:lnTo>
                  <a:pt x="169755" y="1"/>
                </a:lnTo>
                <a:lnTo>
                  <a:pt x="168954" y="1"/>
                </a:lnTo>
                <a:lnTo>
                  <a:pt x="168788" y="1"/>
                </a:lnTo>
                <a:lnTo>
                  <a:pt x="161049" y="1"/>
                </a:lnTo>
                <a:lnTo>
                  <a:pt x="159948" y="1"/>
                </a:lnTo>
                <a:lnTo>
                  <a:pt x="158113" y="1"/>
                </a:lnTo>
                <a:lnTo>
                  <a:pt x="157179" y="1"/>
                </a:lnTo>
                <a:lnTo>
                  <a:pt x="157013" y="1"/>
                </a:lnTo>
                <a:lnTo>
                  <a:pt x="156245" y="768"/>
                </a:lnTo>
                <a:lnTo>
                  <a:pt x="156112" y="1035"/>
                </a:lnTo>
                <a:lnTo>
                  <a:pt x="156112" y="2136"/>
                </a:lnTo>
                <a:lnTo>
                  <a:pt x="154844" y="2136"/>
                </a:lnTo>
                <a:lnTo>
                  <a:pt x="153944" y="3036"/>
                </a:lnTo>
                <a:lnTo>
                  <a:pt x="153076" y="2136"/>
                </a:lnTo>
                <a:lnTo>
                  <a:pt x="151809" y="2136"/>
                </a:lnTo>
                <a:lnTo>
                  <a:pt x="151809" y="1035"/>
                </a:lnTo>
                <a:lnTo>
                  <a:pt x="151675" y="768"/>
                </a:lnTo>
                <a:lnTo>
                  <a:pt x="150908" y="1"/>
                </a:lnTo>
                <a:lnTo>
                  <a:pt x="150741" y="1"/>
                </a:lnTo>
                <a:lnTo>
                  <a:pt x="149807" y="1"/>
                </a:lnTo>
                <a:lnTo>
                  <a:pt x="147973" y="1"/>
                </a:lnTo>
                <a:lnTo>
                  <a:pt x="146872" y="1"/>
                </a:lnTo>
                <a:lnTo>
                  <a:pt x="139133" y="1"/>
                </a:lnTo>
                <a:lnTo>
                  <a:pt x="138966" y="1"/>
                </a:lnTo>
                <a:lnTo>
                  <a:pt x="138166" y="1"/>
                </a:lnTo>
                <a:lnTo>
                  <a:pt x="137999" y="1"/>
                </a:lnTo>
                <a:lnTo>
                  <a:pt x="130260" y="1"/>
                </a:lnTo>
                <a:lnTo>
                  <a:pt x="129126" y="1"/>
                </a:lnTo>
                <a:lnTo>
                  <a:pt x="127325" y="1"/>
                </a:lnTo>
                <a:lnTo>
                  <a:pt x="126357" y="1"/>
                </a:lnTo>
                <a:lnTo>
                  <a:pt x="126191" y="1"/>
                </a:lnTo>
                <a:lnTo>
                  <a:pt x="125423" y="768"/>
                </a:lnTo>
                <a:lnTo>
                  <a:pt x="125323" y="1035"/>
                </a:lnTo>
                <a:lnTo>
                  <a:pt x="125323" y="2136"/>
                </a:lnTo>
                <a:lnTo>
                  <a:pt x="124056" y="2136"/>
                </a:lnTo>
                <a:lnTo>
                  <a:pt x="123155" y="3036"/>
                </a:lnTo>
                <a:lnTo>
                  <a:pt x="122254" y="2136"/>
                </a:lnTo>
                <a:lnTo>
                  <a:pt x="121020" y="2136"/>
                </a:lnTo>
                <a:lnTo>
                  <a:pt x="121020" y="1035"/>
                </a:lnTo>
                <a:lnTo>
                  <a:pt x="120887" y="768"/>
                </a:lnTo>
                <a:lnTo>
                  <a:pt x="120120" y="1"/>
                </a:lnTo>
                <a:lnTo>
                  <a:pt x="119953" y="1"/>
                </a:lnTo>
                <a:lnTo>
                  <a:pt x="119019" y="1"/>
                </a:lnTo>
                <a:lnTo>
                  <a:pt x="117184" y="1"/>
                </a:lnTo>
                <a:lnTo>
                  <a:pt x="116083" y="1"/>
                </a:lnTo>
                <a:lnTo>
                  <a:pt x="108311" y="1"/>
                </a:lnTo>
                <a:lnTo>
                  <a:pt x="108144" y="1"/>
                </a:lnTo>
                <a:lnTo>
                  <a:pt x="107377" y="1"/>
                </a:lnTo>
                <a:lnTo>
                  <a:pt x="107210" y="1"/>
                </a:lnTo>
                <a:lnTo>
                  <a:pt x="99472" y="1"/>
                </a:lnTo>
                <a:lnTo>
                  <a:pt x="98337" y="1"/>
                </a:lnTo>
                <a:lnTo>
                  <a:pt x="96536" y="1"/>
                </a:lnTo>
                <a:lnTo>
                  <a:pt x="95569" y="1"/>
                </a:lnTo>
                <a:lnTo>
                  <a:pt x="95402" y="1"/>
                </a:lnTo>
                <a:lnTo>
                  <a:pt x="94635" y="768"/>
                </a:lnTo>
                <a:lnTo>
                  <a:pt x="94535" y="1035"/>
                </a:lnTo>
                <a:lnTo>
                  <a:pt x="94535" y="2136"/>
                </a:lnTo>
                <a:lnTo>
                  <a:pt x="93267" y="2136"/>
                </a:lnTo>
                <a:lnTo>
                  <a:pt x="92366" y="3036"/>
                </a:lnTo>
                <a:lnTo>
                  <a:pt x="91499" y="2136"/>
                </a:lnTo>
                <a:lnTo>
                  <a:pt x="90232" y="2136"/>
                </a:lnTo>
                <a:lnTo>
                  <a:pt x="90232" y="1035"/>
                </a:lnTo>
                <a:lnTo>
                  <a:pt x="90098" y="768"/>
                </a:lnTo>
                <a:lnTo>
                  <a:pt x="89331" y="1"/>
                </a:lnTo>
                <a:lnTo>
                  <a:pt x="89164" y="1"/>
                </a:lnTo>
                <a:lnTo>
                  <a:pt x="88197" y="1"/>
                </a:lnTo>
                <a:lnTo>
                  <a:pt x="86396" y="1"/>
                </a:lnTo>
                <a:lnTo>
                  <a:pt x="85295" y="1"/>
                </a:lnTo>
                <a:lnTo>
                  <a:pt x="77523" y="1"/>
                </a:lnTo>
                <a:lnTo>
                  <a:pt x="77356" y="1"/>
                </a:lnTo>
                <a:lnTo>
                  <a:pt x="76589" y="1"/>
                </a:lnTo>
                <a:lnTo>
                  <a:pt x="76422" y="1"/>
                </a:lnTo>
                <a:lnTo>
                  <a:pt x="68650" y="1"/>
                </a:lnTo>
                <a:lnTo>
                  <a:pt x="67549" y="1"/>
                </a:lnTo>
                <a:lnTo>
                  <a:pt x="65714" y="1"/>
                </a:lnTo>
                <a:lnTo>
                  <a:pt x="64780" y="1"/>
                </a:lnTo>
                <a:lnTo>
                  <a:pt x="64613" y="1"/>
                </a:lnTo>
                <a:lnTo>
                  <a:pt x="63846" y="768"/>
                </a:lnTo>
                <a:lnTo>
                  <a:pt x="63713" y="1035"/>
                </a:lnTo>
                <a:lnTo>
                  <a:pt x="63713" y="2136"/>
                </a:lnTo>
                <a:lnTo>
                  <a:pt x="62478" y="2136"/>
                </a:lnTo>
                <a:lnTo>
                  <a:pt x="61578" y="3036"/>
                </a:lnTo>
                <a:lnTo>
                  <a:pt x="60677" y="2136"/>
                </a:lnTo>
                <a:lnTo>
                  <a:pt x="59443" y="2136"/>
                </a:lnTo>
                <a:lnTo>
                  <a:pt x="59443" y="1035"/>
                </a:lnTo>
                <a:lnTo>
                  <a:pt x="59310" y="768"/>
                </a:lnTo>
                <a:lnTo>
                  <a:pt x="58542" y="1"/>
                </a:lnTo>
                <a:lnTo>
                  <a:pt x="58376" y="1"/>
                </a:lnTo>
                <a:lnTo>
                  <a:pt x="57408" y="1"/>
                </a:lnTo>
                <a:lnTo>
                  <a:pt x="55607" y="1"/>
                </a:lnTo>
                <a:lnTo>
                  <a:pt x="54506" y="1"/>
                </a:lnTo>
                <a:lnTo>
                  <a:pt x="46734" y="1"/>
                </a:lnTo>
                <a:lnTo>
                  <a:pt x="46567" y="1"/>
                </a:lnTo>
                <a:lnTo>
                  <a:pt x="45767" y="1"/>
                </a:lnTo>
                <a:lnTo>
                  <a:pt x="45600" y="1"/>
                </a:lnTo>
                <a:lnTo>
                  <a:pt x="37861" y="1"/>
                </a:lnTo>
                <a:lnTo>
                  <a:pt x="36760" y="1"/>
                </a:lnTo>
                <a:lnTo>
                  <a:pt x="34925" y="1"/>
                </a:lnTo>
                <a:lnTo>
                  <a:pt x="33991" y="1"/>
                </a:lnTo>
                <a:lnTo>
                  <a:pt x="33825" y="1"/>
                </a:lnTo>
                <a:lnTo>
                  <a:pt x="33057" y="768"/>
                </a:lnTo>
                <a:lnTo>
                  <a:pt x="32924" y="1035"/>
                </a:lnTo>
                <a:lnTo>
                  <a:pt x="32924" y="2136"/>
                </a:lnTo>
                <a:lnTo>
                  <a:pt x="31690" y="2136"/>
                </a:lnTo>
                <a:lnTo>
                  <a:pt x="30789" y="3036"/>
                </a:lnTo>
                <a:lnTo>
                  <a:pt x="29889" y="2136"/>
                </a:lnTo>
                <a:lnTo>
                  <a:pt x="28654" y="2136"/>
                </a:lnTo>
                <a:lnTo>
                  <a:pt x="28654" y="1035"/>
                </a:lnTo>
                <a:lnTo>
                  <a:pt x="28521" y="768"/>
                </a:lnTo>
                <a:lnTo>
                  <a:pt x="27754" y="1"/>
                </a:lnTo>
                <a:lnTo>
                  <a:pt x="27587" y="1"/>
                </a:lnTo>
                <a:lnTo>
                  <a:pt x="26620" y="1"/>
                </a:lnTo>
                <a:lnTo>
                  <a:pt x="24818" y="1"/>
                </a:lnTo>
                <a:lnTo>
                  <a:pt x="23684" y="1"/>
                </a:lnTo>
                <a:lnTo>
                  <a:pt x="23684" y="1"/>
                </a:lnTo>
                <a:lnTo>
                  <a:pt x="15945" y="1"/>
                </a:lnTo>
                <a:lnTo>
                  <a:pt x="15778" y="1"/>
                </a:lnTo>
                <a:lnTo>
                  <a:pt x="14978" y="1"/>
                </a:lnTo>
                <a:lnTo>
                  <a:pt x="14811" y="1"/>
                </a:lnTo>
                <a:lnTo>
                  <a:pt x="7072" y="1"/>
                </a:lnTo>
                <a:lnTo>
                  <a:pt x="5938" y="1"/>
                </a:lnTo>
                <a:lnTo>
                  <a:pt x="4137" y="1"/>
                </a:lnTo>
                <a:lnTo>
                  <a:pt x="3169" y="1"/>
                </a:lnTo>
                <a:lnTo>
                  <a:pt x="3036" y="1"/>
                </a:lnTo>
                <a:lnTo>
                  <a:pt x="2235" y="768"/>
                </a:lnTo>
                <a:lnTo>
                  <a:pt x="2135" y="1035"/>
                </a:lnTo>
                <a:lnTo>
                  <a:pt x="2135" y="2136"/>
                </a:lnTo>
                <a:lnTo>
                  <a:pt x="868" y="2136"/>
                </a:lnTo>
                <a:lnTo>
                  <a:pt x="0" y="3036"/>
                </a:lnTo>
                <a:lnTo>
                  <a:pt x="0" y="3203"/>
                </a:lnTo>
                <a:lnTo>
                  <a:pt x="0" y="4137"/>
                </a:lnTo>
                <a:lnTo>
                  <a:pt x="0" y="5972"/>
                </a:lnTo>
                <a:lnTo>
                  <a:pt x="0" y="7073"/>
                </a:lnTo>
                <a:lnTo>
                  <a:pt x="0" y="14845"/>
                </a:lnTo>
                <a:lnTo>
                  <a:pt x="0" y="14978"/>
                </a:lnTo>
                <a:lnTo>
                  <a:pt x="0" y="15779"/>
                </a:lnTo>
                <a:lnTo>
                  <a:pt x="0" y="15946"/>
                </a:lnTo>
                <a:lnTo>
                  <a:pt x="0" y="23685"/>
                </a:lnTo>
                <a:lnTo>
                  <a:pt x="0" y="24819"/>
                </a:lnTo>
                <a:lnTo>
                  <a:pt x="0" y="26620"/>
                </a:lnTo>
                <a:lnTo>
                  <a:pt x="0" y="27587"/>
                </a:lnTo>
                <a:lnTo>
                  <a:pt x="0" y="27754"/>
                </a:lnTo>
                <a:lnTo>
                  <a:pt x="868" y="28621"/>
                </a:lnTo>
                <a:lnTo>
                  <a:pt x="2135" y="28621"/>
                </a:lnTo>
                <a:lnTo>
                  <a:pt x="2135" y="29722"/>
                </a:lnTo>
                <a:lnTo>
                  <a:pt x="2235" y="30022"/>
                </a:lnTo>
                <a:lnTo>
                  <a:pt x="3036" y="30790"/>
                </a:lnTo>
                <a:lnTo>
                  <a:pt x="2235" y="31557"/>
                </a:lnTo>
                <a:lnTo>
                  <a:pt x="2135" y="31824"/>
                </a:lnTo>
                <a:lnTo>
                  <a:pt x="2135" y="32924"/>
                </a:lnTo>
                <a:lnTo>
                  <a:pt x="868" y="32924"/>
                </a:lnTo>
                <a:lnTo>
                  <a:pt x="0" y="33825"/>
                </a:lnTo>
                <a:lnTo>
                  <a:pt x="0" y="33959"/>
                </a:lnTo>
                <a:lnTo>
                  <a:pt x="0" y="34926"/>
                </a:lnTo>
                <a:lnTo>
                  <a:pt x="0" y="36727"/>
                </a:lnTo>
                <a:lnTo>
                  <a:pt x="0" y="37861"/>
                </a:lnTo>
                <a:lnTo>
                  <a:pt x="0" y="45600"/>
                </a:lnTo>
                <a:lnTo>
                  <a:pt x="0" y="45767"/>
                </a:lnTo>
                <a:lnTo>
                  <a:pt x="0" y="46568"/>
                </a:lnTo>
                <a:lnTo>
                  <a:pt x="0" y="46734"/>
                </a:lnTo>
                <a:lnTo>
                  <a:pt x="0" y="54473"/>
                </a:lnTo>
                <a:lnTo>
                  <a:pt x="0" y="55607"/>
                </a:lnTo>
                <a:lnTo>
                  <a:pt x="0" y="57409"/>
                </a:lnTo>
                <a:lnTo>
                  <a:pt x="0" y="58376"/>
                </a:lnTo>
                <a:lnTo>
                  <a:pt x="0" y="58509"/>
                </a:lnTo>
                <a:lnTo>
                  <a:pt x="868" y="59410"/>
                </a:lnTo>
                <a:lnTo>
                  <a:pt x="2135" y="59410"/>
                </a:lnTo>
                <a:lnTo>
                  <a:pt x="2135" y="60511"/>
                </a:lnTo>
                <a:lnTo>
                  <a:pt x="2235" y="60778"/>
                </a:lnTo>
                <a:lnTo>
                  <a:pt x="3036" y="61545"/>
                </a:lnTo>
                <a:lnTo>
                  <a:pt x="2235" y="62312"/>
                </a:lnTo>
                <a:lnTo>
                  <a:pt x="2135" y="62612"/>
                </a:lnTo>
                <a:lnTo>
                  <a:pt x="2135" y="63713"/>
                </a:lnTo>
                <a:lnTo>
                  <a:pt x="868" y="63713"/>
                </a:lnTo>
                <a:lnTo>
                  <a:pt x="0" y="64580"/>
                </a:lnTo>
                <a:lnTo>
                  <a:pt x="0" y="64747"/>
                </a:lnTo>
                <a:lnTo>
                  <a:pt x="0" y="65715"/>
                </a:lnTo>
                <a:lnTo>
                  <a:pt x="0" y="67516"/>
                </a:lnTo>
                <a:lnTo>
                  <a:pt x="0" y="68650"/>
                </a:lnTo>
                <a:lnTo>
                  <a:pt x="0" y="76389"/>
                </a:lnTo>
                <a:lnTo>
                  <a:pt x="0" y="76556"/>
                </a:lnTo>
                <a:lnTo>
                  <a:pt x="0" y="77356"/>
                </a:lnTo>
                <a:lnTo>
                  <a:pt x="0" y="77490"/>
                </a:lnTo>
                <a:lnTo>
                  <a:pt x="0" y="85262"/>
                </a:lnTo>
                <a:lnTo>
                  <a:pt x="0" y="86363"/>
                </a:lnTo>
                <a:lnTo>
                  <a:pt x="0" y="88197"/>
                </a:lnTo>
                <a:lnTo>
                  <a:pt x="0" y="89131"/>
                </a:lnTo>
                <a:lnTo>
                  <a:pt x="0" y="89298"/>
                </a:lnTo>
                <a:lnTo>
                  <a:pt x="868" y="90199"/>
                </a:lnTo>
                <a:lnTo>
                  <a:pt x="2135" y="90199"/>
                </a:lnTo>
                <a:lnTo>
                  <a:pt x="2135" y="91266"/>
                </a:lnTo>
                <a:lnTo>
                  <a:pt x="2235" y="91566"/>
                </a:lnTo>
                <a:lnTo>
                  <a:pt x="3036" y="92334"/>
                </a:lnTo>
                <a:lnTo>
                  <a:pt x="2235" y="93101"/>
                </a:lnTo>
                <a:lnTo>
                  <a:pt x="2135" y="93368"/>
                </a:lnTo>
                <a:lnTo>
                  <a:pt x="2135" y="94469"/>
                </a:lnTo>
                <a:lnTo>
                  <a:pt x="868" y="94469"/>
                </a:lnTo>
                <a:lnTo>
                  <a:pt x="0" y="95369"/>
                </a:lnTo>
                <a:lnTo>
                  <a:pt x="0" y="95536"/>
                </a:lnTo>
                <a:lnTo>
                  <a:pt x="0" y="96470"/>
                </a:lnTo>
                <a:lnTo>
                  <a:pt x="0" y="98305"/>
                </a:lnTo>
                <a:lnTo>
                  <a:pt x="0" y="99405"/>
                </a:lnTo>
                <a:lnTo>
                  <a:pt x="0" y="107178"/>
                </a:lnTo>
                <a:lnTo>
                  <a:pt x="0" y="107311"/>
                </a:lnTo>
                <a:lnTo>
                  <a:pt x="0" y="108112"/>
                </a:lnTo>
                <a:lnTo>
                  <a:pt x="0" y="108278"/>
                </a:lnTo>
                <a:lnTo>
                  <a:pt x="0" y="116017"/>
                </a:lnTo>
                <a:lnTo>
                  <a:pt x="0" y="117151"/>
                </a:lnTo>
                <a:lnTo>
                  <a:pt x="0" y="118953"/>
                </a:lnTo>
                <a:lnTo>
                  <a:pt x="0" y="119920"/>
                </a:lnTo>
                <a:lnTo>
                  <a:pt x="0" y="120087"/>
                </a:lnTo>
                <a:lnTo>
                  <a:pt x="868" y="120954"/>
                </a:lnTo>
                <a:lnTo>
                  <a:pt x="2135" y="120954"/>
                </a:lnTo>
                <a:lnTo>
                  <a:pt x="2135" y="122055"/>
                </a:lnTo>
                <a:lnTo>
                  <a:pt x="2235" y="122355"/>
                </a:lnTo>
                <a:lnTo>
                  <a:pt x="3036" y="123122"/>
                </a:lnTo>
                <a:lnTo>
                  <a:pt x="3169" y="123122"/>
                </a:lnTo>
                <a:lnTo>
                  <a:pt x="4137" y="123122"/>
                </a:lnTo>
                <a:lnTo>
                  <a:pt x="5938" y="123122"/>
                </a:lnTo>
                <a:lnTo>
                  <a:pt x="7072" y="123122"/>
                </a:lnTo>
                <a:lnTo>
                  <a:pt x="14811" y="123122"/>
                </a:lnTo>
                <a:lnTo>
                  <a:pt x="14978" y="123122"/>
                </a:lnTo>
                <a:lnTo>
                  <a:pt x="15778" y="123122"/>
                </a:lnTo>
                <a:lnTo>
                  <a:pt x="15945" y="123122"/>
                </a:lnTo>
                <a:lnTo>
                  <a:pt x="23684" y="123122"/>
                </a:lnTo>
                <a:lnTo>
                  <a:pt x="23684" y="123122"/>
                </a:lnTo>
                <a:lnTo>
                  <a:pt x="24818" y="123122"/>
                </a:lnTo>
                <a:lnTo>
                  <a:pt x="26620" y="123122"/>
                </a:lnTo>
                <a:lnTo>
                  <a:pt x="27587" y="123122"/>
                </a:lnTo>
                <a:lnTo>
                  <a:pt x="27754" y="123122"/>
                </a:lnTo>
                <a:lnTo>
                  <a:pt x="28521" y="122355"/>
                </a:lnTo>
                <a:lnTo>
                  <a:pt x="28621" y="122055"/>
                </a:lnTo>
                <a:lnTo>
                  <a:pt x="28621" y="120954"/>
                </a:lnTo>
                <a:lnTo>
                  <a:pt x="29889" y="120954"/>
                </a:lnTo>
                <a:lnTo>
                  <a:pt x="30789" y="120087"/>
                </a:lnTo>
                <a:lnTo>
                  <a:pt x="31656" y="120954"/>
                </a:lnTo>
                <a:lnTo>
                  <a:pt x="32924" y="120954"/>
                </a:lnTo>
                <a:lnTo>
                  <a:pt x="32924" y="122055"/>
                </a:lnTo>
                <a:lnTo>
                  <a:pt x="33024" y="122355"/>
                </a:lnTo>
                <a:lnTo>
                  <a:pt x="33825" y="123122"/>
                </a:lnTo>
                <a:lnTo>
                  <a:pt x="33958" y="123122"/>
                </a:lnTo>
                <a:lnTo>
                  <a:pt x="34925" y="123122"/>
                </a:lnTo>
                <a:lnTo>
                  <a:pt x="36727" y="123122"/>
                </a:lnTo>
                <a:lnTo>
                  <a:pt x="37861" y="123122"/>
                </a:lnTo>
                <a:lnTo>
                  <a:pt x="45600" y="123122"/>
                </a:lnTo>
                <a:lnTo>
                  <a:pt x="45767" y="123122"/>
                </a:lnTo>
                <a:lnTo>
                  <a:pt x="46567" y="123122"/>
                </a:lnTo>
                <a:lnTo>
                  <a:pt x="46734" y="123122"/>
                </a:lnTo>
                <a:lnTo>
                  <a:pt x="54473" y="123122"/>
                </a:lnTo>
                <a:lnTo>
                  <a:pt x="55607" y="123122"/>
                </a:lnTo>
                <a:lnTo>
                  <a:pt x="57408" y="123122"/>
                </a:lnTo>
                <a:lnTo>
                  <a:pt x="58376" y="123122"/>
                </a:lnTo>
                <a:lnTo>
                  <a:pt x="58542" y="123122"/>
                </a:lnTo>
                <a:lnTo>
                  <a:pt x="59310" y="122355"/>
                </a:lnTo>
                <a:lnTo>
                  <a:pt x="59410" y="122055"/>
                </a:lnTo>
                <a:lnTo>
                  <a:pt x="59410" y="120954"/>
                </a:lnTo>
                <a:lnTo>
                  <a:pt x="60677" y="120954"/>
                </a:lnTo>
                <a:lnTo>
                  <a:pt x="61578" y="120087"/>
                </a:lnTo>
                <a:lnTo>
                  <a:pt x="62445" y="120954"/>
                </a:lnTo>
                <a:lnTo>
                  <a:pt x="63713" y="120954"/>
                </a:lnTo>
                <a:lnTo>
                  <a:pt x="63713" y="122055"/>
                </a:lnTo>
                <a:lnTo>
                  <a:pt x="63813" y="122355"/>
                </a:lnTo>
                <a:lnTo>
                  <a:pt x="64613" y="123122"/>
                </a:lnTo>
                <a:lnTo>
                  <a:pt x="64747" y="123122"/>
                </a:lnTo>
                <a:lnTo>
                  <a:pt x="65714" y="123122"/>
                </a:lnTo>
                <a:lnTo>
                  <a:pt x="67515" y="123122"/>
                </a:lnTo>
                <a:lnTo>
                  <a:pt x="68650" y="123122"/>
                </a:lnTo>
                <a:lnTo>
                  <a:pt x="76388" y="123122"/>
                </a:lnTo>
                <a:lnTo>
                  <a:pt x="76555" y="123122"/>
                </a:lnTo>
                <a:lnTo>
                  <a:pt x="77356" y="123122"/>
                </a:lnTo>
                <a:lnTo>
                  <a:pt x="77523" y="123122"/>
                </a:lnTo>
                <a:lnTo>
                  <a:pt x="85261" y="123122"/>
                </a:lnTo>
                <a:lnTo>
                  <a:pt x="86362" y="123122"/>
                </a:lnTo>
                <a:lnTo>
                  <a:pt x="88197" y="123122"/>
                </a:lnTo>
                <a:lnTo>
                  <a:pt x="89131" y="123122"/>
                </a:lnTo>
                <a:lnTo>
                  <a:pt x="89298" y="123122"/>
                </a:lnTo>
                <a:lnTo>
                  <a:pt x="90065" y="122355"/>
                </a:lnTo>
                <a:lnTo>
                  <a:pt x="90198" y="122055"/>
                </a:lnTo>
                <a:lnTo>
                  <a:pt x="90198" y="120954"/>
                </a:lnTo>
                <a:lnTo>
                  <a:pt x="91466" y="120954"/>
                </a:lnTo>
                <a:lnTo>
                  <a:pt x="92333" y="120087"/>
                </a:lnTo>
                <a:lnTo>
                  <a:pt x="93234" y="120954"/>
                </a:lnTo>
                <a:lnTo>
                  <a:pt x="94501" y="120954"/>
                </a:lnTo>
                <a:lnTo>
                  <a:pt x="94501" y="122055"/>
                </a:lnTo>
                <a:lnTo>
                  <a:pt x="94601" y="122355"/>
                </a:lnTo>
                <a:lnTo>
                  <a:pt x="95369" y="123122"/>
                </a:lnTo>
                <a:lnTo>
                  <a:pt x="95535" y="123122"/>
                </a:lnTo>
                <a:lnTo>
                  <a:pt x="96503" y="123122"/>
                </a:lnTo>
                <a:lnTo>
                  <a:pt x="98304" y="123122"/>
                </a:lnTo>
                <a:lnTo>
                  <a:pt x="99438" y="123122"/>
                </a:lnTo>
                <a:lnTo>
                  <a:pt x="107177" y="123122"/>
                </a:lnTo>
                <a:lnTo>
                  <a:pt x="107344" y="123122"/>
                </a:lnTo>
                <a:lnTo>
                  <a:pt x="108111" y="123122"/>
                </a:lnTo>
                <a:lnTo>
                  <a:pt x="108278" y="123122"/>
                </a:lnTo>
                <a:lnTo>
                  <a:pt x="116050" y="123122"/>
                </a:lnTo>
                <a:lnTo>
                  <a:pt x="117151" y="123122"/>
                </a:lnTo>
                <a:lnTo>
                  <a:pt x="118985" y="123122"/>
                </a:lnTo>
                <a:lnTo>
                  <a:pt x="119919" y="123122"/>
                </a:lnTo>
                <a:lnTo>
                  <a:pt x="120086" y="123122"/>
                </a:lnTo>
                <a:lnTo>
                  <a:pt x="120853" y="122355"/>
                </a:lnTo>
                <a:lnTo>
                  <a:pt x="120987" y="122055"/>
                </a:lnTo>
                <a:lnTo>
                  <a:pt x="120987" y="120954"/>
                </a:lnTo>
                <a:lnTo>
                  <a:pt x="122221" y="120954"/>
                </a:lnTo>
                <a:lnTo>
                  <a:pt x="123122" y="120087"/>
                </a:lnTo>
                <a:lnTo>
                  <a:pt x="124022" y="120954"/>
                </a:lnTo>
                <a:lnTo>
                  <a:pt x="125257" y="120954"/>
                </a:lnTo>
                <a:lnTo>
                  <a:pt x="125257" y="122055"/>
                </a:lnTo>
                <a:lnTo>
                  <a:pt x="125390" y="122355"/>
                </a:lnTo>
                <a:lnTo>
                  <a:pt x="126157" y="123122"/>
                </a:lnTo>
                <a:lnTo>
                  <a:pt x="126324" y="123122"/>
                </a:lnTo>
                <a:lnTo>
                  <a:pt x="127291" y="123122"/>
                </a:lnTo>
                <a:lnTo>
                  <a:pt x="129093" y="123122"/>
                </a:lnTo>
                <a:lnTo>
                  <a:pt x="130193" y="123122"/>
                </a:lnTo>
                <a:lnTo>
                  <a:pt x="137966" y="123122"/>
                </a:lnTo>
                <a:lnTo>
                  <a:pt x="138132" y="123122"/>
                </a:lnTo>
                <a:lnTo>
                  <a:pt x="138900" y="123122"/>
                </a:lnTo>
                <a:lnTo>
                  <a:pt x="139066" y="123122"/>
                </a:lnTo>
                <a:lnTo>
                  <a:pt x="146839" y="123122"/>
                </a:lnTo>
                <a:lnTo>
                  <a:pt x="147939" y="123122"/>
                </a:lnTo>
                <a:lnTo>
                  <a:pt x="149741" y="123122"/>
                </a:lnTo>
                <a:lnTo>
                  <a:pt x="150708" y="123122"/>
                </a:lnTo>
                <a:lnTo>
                  <a:pt x="150875" y="123122"/>
                </a:lnTo>
                <a:lnTo>
                  <a:pt x="151642" y="122355"/>
                </a:lnTo>
                <a:lnTo>
                  <a:pt x="151776" y="122055"/>
                </a:lnTo>
                <a:lnTo>
                  <a:pt x="151776" y="120954"/>
                </a:lnTo>
                <a:lnTo>
                  <a:pt x="153010" y="120954"/>
                </a:lnTo>
                <a:lnTo>
                  <a:pt x="153910" y="120087"/>
                </a:lnTo>
                <a:lnTo>
                  <a:pt x="154778" y="120954"/>
                </a:lnTo>
                <a:lnTo>
                  <a:pt x="156112" y="120954"/>
                </a:lnTo>
                <a:lnTo>
                  <a:pt x="156112" y="122055"/>
                </a:lnTo>
                <a:lnTo>
                  <a:pt x="156212" y="122355"/>
                </a:lnTo>
                <a:lnTo>
                  <a:pt x="156979" y="123122"/>
                </a:lnTo>
                <a:lnTo>
                  <a:pt x="157146" y="123122"/>
                </a:lnTo>
                <a:lnTo>
                  <a:pt x="158113" y="123122"/>
                </a:lnTo>
                <a:lnTo>
                  <a:pt x="159915" y="123122"/>
                </a:lnTo>
                <a:lnTo>
                  <a:pt x="161049" y="123122"/>
                </a:lnTo>
                <a:lnTo>
                  <a:pt x="168788" y="123122"/>
                </a:lnTo>
                <a:lnTo>
                  <a:pt x="168954" y="123122"/>
                </a:lnTo>
                <a:lnTo>
                  <a:pt x="169722" y="123122"/>
                </a:lnTo>
                <a:lnTo>
                  <a:pt x="169888" y="123122"/>
                </a:lnTo>
                <a:lnTo>
                  <a:pt x="177661" y="123122"/>
                </a:lnTo>
                <a:lnTo>
                  <a:pt x="178761" y="123122"/>
                </a:lnTo>
                <a:lnTo>
                  <a:pt x="180596" y="123122"/>
                </a:lnTo>
                <a:lnTo>
                  <a:pt x="181530" y="123122"/>
                </a:lnTo>
                <a:lnTo>
                  <a:pt x="181697" y="123122"/>
                </a:lnTo>
                <a:lnTo>
                  <a:pt x="182464" y="122355"/>
                </a:lnTo>
                <a:lnTo>
                  <a:pt x="182598" y="122055"/>
                </a:lnTo>
                <a:lnTo>
                  <a:pt x="182598" y="120954"/>
                </a:lnTo>
                <a:lnTo>
                  <a:pt x="183832" y="120954"/>
                </a:lnTo>
                <a:lnTo>
                  <a:pt x="184732" y="120087"/>
                </a:lnTo>
                <a:lnTo>
                  <a:pt x="185633" y="120954"/>
                </a:lnTo>
                <a:lnTo>
                  <a:pt x="186867" y="120954"/>
                </a:lnTo>
                <a:lnTo>
                  <a:pt x="186867" y="122055"/>
                </a:lnTo>
                <a:lnTo>
                  <a:pt x="187001" y="122355"/>
                </a:lnTo>
                <a:lnTo>
                  <a:pt x="187768" y="123122"/>
                </a:lnTo>
                <a:lnTo>
                  <a:pt x="187935" y="123122"/>
                </a:lnTo>
                <a:lnTo>
                  <a:pt x="188869" y="123122"/>
                </a:lnTo>
                <a:lnTo>
                  <a:pt x="190703" y="123122"/>
                </a:lnTo>
                <a:lnTo>
                  <a:pt x="191804" y="123122"/>
                </a:lnTo>
                <a:lnTo>
                  <a:pt x="199576" y="123122"/>
                </a:lnTo>
                <a:lnTo>
                  <a:pt x="199743" y="123122"/>
                </a:lnTo>
                <a:lnTo>
                  <a:pt x="200510" y="123122"/>
                </a:lnTo>
                <a:lnTo>
                  <a:pt x="200677" y="123122"/>
                </a:lnTo>
                <a:lnTo>
                  <a:pt x="208449" y="123122"/>
                </a:lnTo>
                <a:lnTo>
                  <a:pt x="209550" y="123122"/>
                </a:lnTo>
                <a:lnTo>
                  <a:pt x="211351" y="123122"/>
                </a:lnTo>
                <a:lnTo>
                  <a:pt x="212319" y="123122"/>
                </a:lnTo>
                <a:lnTo>
                  <a:pt x="212486" y="123122"/>
                </a:lnTo>
                <a:lnTo>
                  <a:pt x="213253" y="122355"/>
                </a:lnTo>
                <a:lnTo>
                  <a:pt x="213386" y="122055"/>
                </a:lnTo>
                <a:lnTo>
                  <a:pt x="213386" y="120954"/>
                </a:lnTo>
                <a:lnTo>
                  <a:pt x="214620" y="120954"/>
                </a:lnTo>
                <a:lnTo>
                  <a:pt x="215521" y="120087"/>
                </a:lnTo>
                <a:lnTo>
                  <a:pt x="216388" y="120954"/>
                </a:lnTo>
                <a:lnTo>
                  <a:pt x="217656" y="120954"/>
                </a:lnTo>
                <a:lnTo>
                  <a:pt x="217656" y="122055"/>
                </a:lnTo>
                <a:lnTo>
                  <a:pt x="217789" y="122355"/>
                </a:lnTo>
                <a:lnTo>
                  <a:pt x="218557" y="123122"/>
                </a:lnTo>
                <a:lnTo>
                  <a:pt x="218723" y="123122"/>
                </a:lnTo>
                <a:lnTo>
                  <a:pt x="219657" y="123122"/>
                </a:lnTo>
                <a:lnTo>
                  <a:pt x="221492" y="123122"/>
                </a:lnTo>
                <a:lnTo>
                  <a:pt x="222593" y="123122"/>
                </a:lnTo>
                <a:lnTo>
                  <a:pt x="222593" y="123122"/>
                </a:lnTo>
                <a:lnTo>
                  <a:pt x="230365" y="123122"/>
                </a:lnTo>
                <a:lnTo>
                  <a:pt x="230498" y="123122"/>
                </a:lnTo>
                <a:lnTo>
                  <a:pt x="231299" y="123122"/>
                </a:lnTo>
                <a:lnTo>
                  <a:pt x="231466" y="123122"/>
                </a:lnTo>
                <a:lnTo>
                  <a:pt x="239205" y="123122"/>
                </a:lnTo>
                <a:lnTo>
                  <a:pt x="240339" y="123122"/>
                </a:lnTo>
                <a:lnTo>
                  <a:pt x="242140" y="123122"/>
                </a:lnTo>
                <a:lnTo>
                  <a:pt x="243107" y="123122"/>
                </a:lnTo>
                <a:lnTo>
                  <a:pt x="243274" y="123122"/>
                </a:lnTo>
                <a:lnTo>
                  <a:pt x="244041" y="122355"/>
                </a:lnTo>
                <a:lnTo>
                  <a:pt x="244142" y="122055"/>
                </a:lnTo>
                <a:lnTo>
                  <a:pt x="244142" y="120954"/>
                </a:lnTo>
                <a:lnTo>
                  <a:pt x="245409" y="120954"/>
                </a:lnTo>
                <a:lnTo>
                  <a:pt x="246310" y="120087"/>
                </a:lnTo>
                <a:lnTo>
                  <a:pt x="246310" y="119920"/>
                </a:lnTo>
                <a:lnTo>
                  <a:pt x="246310" y="118953"/>
                </a:lnTo>
                <a:lnTo>
                  <a:pt x="246310" y="117151"/>
                </a:lnTo>
                <a:lnTo>
                  <a:pt x="246310" y="116017"/>
                </a:lnTo>
                <a:lnTo>
                  <a:pt x="246310" y="108278"/>
                </a:lnTo>
                <a:lnTo>
                  <a:pt x="246310" y="108112"/>
                </a:lnTo>
                <a:lnTo>
                  <a:pt x="246310" y="107311"/>
                </a:lnTo>
                <a:lnTo>
                  <a:pt x="246310" y="107178"/>
                </a:lnTo>
                <a:lnTo>
                  <a:pt x="246310" y="99405"/>
                </a:lnTo>
                <a:lnTo>
                  <a:pt x="246310" y="98305"/>
                </a:lnTo>
                <a:lnTo>
                  <a:pt x="246310" y="96470"/>
                </a:lnTo>
                <a:lnTo>
                  <a:pt x="246310" y="95536"/>
                </a:lnTo>
                <a:lnTo>
                  <a:pt x="246310" y="95369"/>
                </a:lnTo>
                <a:lnTo>
                  <a:pt x="245409" y="94469"/>
                </a:lnTo>
                <a:lnTo>
                  <a:pt x="244142" y="94469"/>
                </a:lnTo>
                <a:lnTo>
                  <a:pt x="244142" y="93368"/>
                </a:lnTo>
                <a:lnTo>
                  <a:pt x="244041" y="93101"/>
                </a:lnTo>
                <a:lnTo>
                  <a:pt x="243274" y="92334"/>
                </a:lnTo>
                <a:lnTo>
                  <a:pt x="244041" y="91566"/>
                </a:lnTo>
                <a:lnTo>
                  <a:pt x="244142" y="91266"/>
                </a:lnTo>
                <a:lnTo>
                  <a:pt x="244142" y="90199"/>
                </a:lnTo>
                <a:lnTo>
                  <a:pt x="245409" y="90199"/>
                </a:lnTo>
                <a:lnTo>
                  <a:pt x="246310" y="89298"/>
                </a:lnTo>
                <a:lnTo>
                  <a:pt x="246310" y="89131"/>
                </a:lnTo>
                <a:lnTo>
                  <a:pt x="246310" y="88197"/>
                </a:lnTo>
                <a:lnTo>
                  <a:pt x="246310" y="86363"/>
                </a:lnTo>
                <a:lnTo>
                  <a:pt x="246310" y="85262"/>
                </a:lnTo>
                <a:lnTo>
                  <a:pt x="246310" y="77490"/>
                </a:lnTo>
                <a:lnTo>
                  <a:pt x="246310" y="77323"/>
                </a:lnTo>
                <a:lnTo>
                  <a:pt x="246310" y="76556"/>
                </a:lnTo>
                <a:lnTo>
                  <a:pt x="246310" y="76389"/>
                </a:lnTo>
                <a:lnTo>
                  <a:pt x="246310" y="68617"/>
                </a:lnTo>
                <a:lnTo>
                  <a:pt x="246310" y="67516"/>
                </a:lnTo>
                <a:lnTo>
                  <a:pt x="246310" y="65715"/>
                </a:lnTo>
                <a:lnTo>
                  <a:pt x="246310" y="64747"/>
                </a:lnTo>
                <a:lnTo>
                  <a:pt x="246310" y="64580"/>
                </a:lnTo>
                <a:lnTo>
                  <a:pt x="245409" y="63713"/>
                </a:lnTo>
                <a:lnTo>
                  <a:pt x="244142" y="63713"/>
                </a:lnTo>
                <a:lnTo>
                  <a:pt x="244142" y="62612"/>
                </a:lnTo>
                <a:lnTo>
                  <a:pt x="244041" y="62312"/>
                </a:lnTo>
                <a:lnTo>
                  <a:pt x="243274" y="61545"/>
                </a:lnTo>
                <a:lnTo>
                  <a:pt x="244041" y="60778"/>
                </a:lnTo>
                <a:lnTo>
                  <a:pt x="244142" y="60511"/>
                </a:lnTo>
                <a:lnTo>
                  <a:pt x="244142" y="59410"/>
                </a:lnTo>
                <a:lnTo>
                  <a:pt x="245409" y="59410"/>
                </a:lnTo>
                <a:lnTo>
                  <a:pt x="246310" y="58509"/>
                </a:lnTo>
                <a:lnTo>
                  <a:pt x="246310" y="58376"/>
                </a:lnTo>
                <a:lnTo>
                  <a:pt x="246310" y="57409"/>
                </a:lnTo>
                <a:lnTo>
                  <a:pt x="246310" y="55607"/>
                </a:lnTo>
                <a:lnTo>
                  <a:pt x="246310" y="54473"/>
                </a:lnTo>
                <a:lnTo>
                  <a:pt x="246310" y="46734"/>
                </a:lnTo>
                <a:lnTo>
                  <a:pt x="246310" y="46568"/>
                </a:lnTo>
                <a:lnTo>
                  <a:pt x="246310" y="45800"/>
                </a:lnTo>
                <a:lnTo>
                  <a:pt x="246310" y="45634"/>
                </a:lnTo>
                <a:lnTo>
                  <a:pt x="246310" y="37861"/>
                </a:lnTo>
                <a:lnTo>
                  <a:pt x="246310" y="36761"/>
                </a:lnTo>
                <a:lnTo>
                  <a:pt x="246310" y="34926"/>
                </a:lnTo>
                <a:lnTo>
                  <a:pt x="246310" y="33992"/>
                </a:lnTo>
                <a:lnTo>
                  <a:pt x="246310" y="33825"/>
                </a:lnTo>
                <a:lnTo>
                  <a:pt x="245409" y="32924"/>
                </a:lnTo>
                <a:lnTo>
                  <a:pt x="244142" y="32924"/>
                </a:lnTo>
                <a:lnTo>
                  <a:pt x="244142" y="31824"/>
                </a:lnTo>
                <a:lnTo>
                  <a:pt x="244041" y="31557"/>
                </a:lnTo>
                <a:lnTo>
                  <a:pt x="243274" y="30790"/>
                </a:lnTo>
                <a:lnTo>
                  <a:pt x="244041" y="30022"/>
                </a:lnTo>
                <a:lnTo>
                  <a:pt x="244142" y="29722"/>
                </a:lnTo>
                <a:lnTo>
                  <a:pt x="244142" y="28655"/>
                </a:lnTo>
                <a:lnTo>
                  <a:pt x="245409" y="28655"/>
                </a:lnTo>
                <a:lnTo>
                  <a:pt x="246310" y="27754"/>
                </a:lnTo>
                <a:lnTo>
                  <a:pt x="246310" y="27587"/>
                </a:lnTo>
                <a:lnTo>
                  <a:pt x="246310" y="26620"/>
                </a:lnTo>
                <a:lnTo>
                  <a:pt x="246310" y="24819"/>
                </a:lnTo>
                <a:lnTo>
                  <a:pt x="246310" y="23718"/>
                </a:lnTo>
                <a:lnTo>
                  <a:pt x="246310" y="15946"/>
                </a:lnTo>
                <a:lnTo>
                  <a:pt x="246310" y="15779"/>
                </a:lnTo>
                <a:lnTo>
                  <a:pt x="246310" y="15012"/>
                </a:lnTo>
                <a:lnTo>
                  <a:pt x="246310" y="14845"/>
                </a:lnTo>
                <a:lnTo>
                  <a:pt x="246310" y="7073"/>
                </a:lnTo>
                <a:lnTo>
                  <a:pt x="246310" y="5972"/>
                </a:lnTo>
                <a:lnTo>
                  <a:pt x="246310" y="4137"/>
                </a:lnTo>
                <a:lnTo>
                  <a:pt x="246310" y="3203"/>
                </a:lnTo>
                <a:lnTo>
                  <a:pt x="246310" y="3036"/>
                </a:lnTo>
                <a:close/>
                <a:moveTo>
                  <a:pt x="242574" y="401"/>
                </a:moveTo>
                <a:lnTo>
                  <a:pt x="243374" y="1202"/>
                </a:lnTo>
                <a:lnTo>
                  <a:pt x="243374" y="2503"/>
                </a:lnTo>
                <a:lnTo>
                  <a:pt x="242107" y="3804"/>
                </a:lnTo>
                <a:lnTo>
                  <a:pt x="242107" y="1735"/>
                </a:lnTo>
                <a:lnTo>
                  <a:pt x="240739" y="401"/>
                </a:lnTo>
                <a:lnTo>
                  <a:pt x="242574" y="401"/>
                </a:lnTo>
                <a:close/>
                <a:moveTo>
                  <a:pt x="239338" y="6439"/>
                </a:moveTo>
                <a:lnTo>
                  <a:pt x="234635" y="6439"/>
                </a:lnTo>
                <a:lnTo>
                  <a:pt x="231332" y="3103"/>
                </a:lnTo>
                <a:lnTo>
                  <a:pt x="231332" y="935"/>
                </a:lnTo>
                <a:lnTo>
                  <a:pt x="235269" y="4904"/>
                </a:lnTo>
                <a:lnTo>
                  <a:pt x="240873" y="4904"/>
                </a:lnTo>
                <a:close/>
                <a:moveTo>
                  <a:pt x="239338" y="37228"/>
                </a:moveTo>
                <a:lnTo>
                  <a:pt x="234635" y="37228"/>
                </a:lnTo>
                <a:lnTo>
                  <a:pt x="231332" y="33892"/>
                </a:lnTo>
                <a:lnTo>
                  <a:pt x="231332" y="31757"/>
                </a:lnTo>
                <a:lnTo>
                  <a:pt x="235269" y="35693"/>
                </a:lnTo>
                <a:lnTo>
                  <a:pt x="240873" y="35693"/>
                </a:lnTo>
                <a:close/>
                <a:moveTo>
                  <a:pt x="239205" y="42932"/>
                </a:moveTo>
                <a:lnTo>
                  <a:pt x="242073" y="45800"/>
                </a:lnTo>
                <a:lnTo>
                  <a:pt x="239705" y="45800"/>
                </a:lnTo>
                <a:lnTo>
                  <a:pt x="237437" y="43499"/>
                </a:lnTo>
                <a:lnTo>
                  <a:pt x="237437" y="40230"/>
                </a:lnTo>
                <a:lnTo>
                  <a:pt x="239105" y="38562"/>
                </a:lnTo>
                <a:lnTo>
                  <a:pt x="239105" y="42631"/>
                </a:lnTo>
                <a:close/>
                <a:moveTo>
                  <a:pt x="239338" y="68016"/>
                </a:moveTo>
                <a:lnTo>
                  <a:pt x="234635" y="68016"/>
                </a:lnTo>
                <a:lnTo>
                  <a:pt x="231332" y="64714"/>
                </a:lnTo>
                <a:lnTo>
                  <a:pt x="231332" y="62546"/>
                </a:lnTo>
                <a:lnTo>
                  <a:pt x="235269" y="66482"/>
                </a:lnTo>
                <a:lnTo>
                  <a:pt x="240873" y="66482"/>
                </a:lnTo>
                <a:close/>
                <a:moveTo>
                  <a:pt x="239338" y="98805"/>
                </a:moveTo>
                <a:lnTo>
                  <a:pt x="234635" y="98805"/>
                </a:lnTo>
                <a:lnTo>
                  <a:pt x="231332" y="95503"/>
                </a:lnTo>
                <a:lnTo>
                  <a:pt x="231332" y="93334"/>
                </a:lnTo>
                <a:lnTo>
                  <a:pt x="235269" y="97271"/>
                </a:lnTo>
                <a:lnTo>
                  <a:pt x="240873" y="97271"/>
                </a:lnTo>
                <a:close/>
                <a:moveTo>
                  <a:pt x="239205" y="104509"/>
                </a:moveTo>
                <a:lnTo>
                  <a:pt x="242073" y="107378"/>
                </a:lnTo>
                <a:lnTo>
                  <a:pt x="239705" y="107378"/>
                </a:lnTo>
                <a:lnTo>
                  <a:pt x="237437" y="105076"/>
                </a:lnTo>
                <a:lnTo>
                  <a:pt x="237437" y="101840"/>
                </a:lnTo>
                <a:lnTo>
                  <a:pt x="239105" y="100139"/>
                </a:lnTo>
                <a:lnTo>
                  <a:pt x="239105" y="104209"/>
                </a:lnTo>
                <a:close/>
                <a:moveTo>
                  <a:pt x="239105" y="115384"/>
                </a:moveTo>
                <a:lnTo>
                  <a:pt x="237437" y="113716"/>
                </a:lnTo>
                <a:lnTo>
                  <a:pt x="237437" y="110447"/>
                </a:lnTo>
                <a:lnTo>
                  <a:pt x="239705" y="108145"/>
                </a:lnTo>
                <a:lnTo>
                  <a:pt x="242073" y="108145"/>
                </a:lnTo>
                <a:lnTo>
                  <a:pt x="239105" y="111147"/>
                </a:lnTo>
                <a:lnTo>
                  <a:pt x="239105" y="115384"/>
                </a:lnTo>
                <a:close/>
                <a:moveTo>
                  <a:pt x="220425" y="117685"/>
                </a:moveTo>
                <a:lnTo>
                  <a:pt x="220425" y="112114"/>
                </a:lnTo>
                <a:lnTo>
                  <a:pt x="216488" y="108178"/>
                </a:lnTo>
                <a:lnTo>
                  <a:pt x="218657" y="108178"/>
                </a:lnTo>
                <a:lnTo>
                  <a:pt x="221959" y="111481"/>
                </a:lnTo>
                <a:lnTo>
                  <a:pt x="221959" y="116151"/>
                </a:lnTo>
                <a:close/>
                <a:moveTo>
                  <a:pt x="210618" y="117685"/>
                </a:moveTo>
                <a:lnTo>
                  <a:pt x="209083" y="116184"/>
                </a:lnTo>
                <a:lnTo>
                  <a:pt x="209083" y="111481"/>
                </a:lnTo>
                <a:lnTo>
                  <a:pt x="212419" y="108178"/>
                </a:lnTo>
                <a:lnTo>
                  <a:pt x="214587" y="108178"/>
                </a:lnTo>
                <a:lnTo>
                  <a:pt x="210618" y="112114"/>
                </a:lnTo>
                <a:lnTo>
                  <a:pt x="210618" y="117685"/>
                </a:lnTo>
                <a:close/>
                <a:moveTo>
                  <a:pt x="189636" y="117685"/>
                </a:moveTo>
                <a:lnTo>
                  <a:pt x="189636" y="112114"/>
                </a:lnTo>
                <a:lnTo>
                  <a:pt x="185700" y="108178"/>
                </a:lnTo>
                <a:lnTo>
                  <a:pt x="187868" y="108178"/>
                </a:lnTo>
                <a:lnTo>
                  <a:pt x="191170" y="111481"/>
                </a:lnTo>
                <a:lnTo>
                  <a:pt x="191170" y="116151"/>
                </a:lnTo>
                <a:close/>
                <a:moveTo>
                  <a:pt x="179829" y="117685"/>
                </a:moveTo>
                <a:lnTo>
                  <a:pt x="178294" y="116184"/>
                </a:lnTo>
                <a:lnTo>
                  <a:pt x="178294" y="111481"/>
                </a:lnTo>
                <a:lnTo>
                  <a:pt x="181630" y="108178"/>
                </a:lnTo>
                <a:lnTo>
                  <a:pt x="183798" y="108178"/>
                </a:lnTo>
                <a:lnTo>
                  <a:pt x="179829" y="112114"/>
                </a:lnTo>
                <a:lnTo>
                  <a:pt x="179829" y="117685"/>
                </a:lnTo>
                <a:close/>
                <a:moveTo>
                  <a:pt x="158847" y="117685"/>
                </a:moveTo>
                <a:lnTo>
                  <a:pt x="158847" y="112114"/>
                </a:lnTo>
                <a:lnTo>
                  <a:pt x="154911" y="108178"/>
                </a:lnTo>
                <a:lnTo>
                  <a:pt x="157079" y="108178"/>
                </a:lnTo>
                <a:lnTo>
                  <a:pt x="160382" y="111481"/>
                </a:lnTo>
                <a:lnTo>
                  <a:pt x="160382" y="116151"/>
                </a:lnTo>
                <a:close/>
                <a:moveTo>
                  <a:pt x="149040" y="117685"/>
                </a:moveTo>
                <a:lnTo>
                  <a:pt x="147506" y="116184"/>
                </a:lnTo>
                <a:lnTo>
                  <a:pt x="147506" y="111481"/>
                </a:lnTo>
                <a:lnTo>
                  <a:pt x="150842" y="108178"/>
                </a:lnTo>
                <a:lnTo>
                  <a:pt x="152976" y="108178"/>
                </a:lnTo>
                <a:lnTo>
                  <a:pt x="149040" y="112114"/>
                </a:lnTo>
                <a:lnTo>
                  <a:pt x="149040" y="117685"/>
                </a:lnTo>
                <a:close/>
                <a:moveTo>
                  <a:pt x="128059" y="117685"/>
                </a:moveTo>
                <a:lnTo>
                  <a:pt x="128059" y="112114"/>
                </a:lnTo>
                <a:lnTo>
                  <a:pt x="124122" y="108178"/>
                </a:lnTo>
                <a:lnTo>
                  <a:pt x="126291" y="108178"/>
                </a:lnTo>
                <a:lnTo>
                  <a:pt x="129593" y="111481"/>
                </a:lnTo>
                <a:lnTo>
                  <a:pt x="129593" y="116151"/>
                </a:lnTo>
                <a:close/>
                <a:moveTo>
                  <a:pt x="118252" y="117685"/>
                </a:moveTo>
                <a:lnTo>
                  <a:pt x="116717" y="116184"/>
                </a:lnTo>
                <a:lnTo>
                  <a:pt x="116717" y="111481"/>
                </a:lnTo>
                <a:lnTo>
                  <a:pt x="120053" y="108178"/>
                </a:lnTo>
                <a:lnTo>
                  <a:pt x="122188" y="108178"/>
                </a:lnTo>
                <a:lnTo>
                  <a:pt x="118252" y="112114"/>
                </a:lnTo>
                <a:close/>
                <a:moveTo>
                  <a:pt x="97270" y="117685"/>
                </a:moveTo>
                <a:lnTo>
                  <a:pt x="97270" y="112114"/>
                </a:lnTo>
                <a:lnTo>
                  <a:pt x="93334" y="108178"/>
                </a:lnTo>
                <a:lnTo>
                  <a:pt x="95469" y="108178"/>
                </a:lnTo>
                <a:lnTo>
                  <a:pt x="98804" y="111481"/>
                </a:lnTo>
                <a:lnTo>
                  <a:pt x="98804" y="116151"/>
                </a:lnTo>
                <a:close/>
                <a:moveTo>
                  <a:pt x="87463" y="117685"/>
                </a:moveTo>
                <a:lnTo>
                  <a:pt x="85929" y="116184"/>
                </a:lnTo>
                <a:lnTo>
                  <a:pt x="85929" y="111481"/>
                </a:lnTo>
                <a:lnTo>
                  <a:pt x="89231" y="108178"/>
                </a:lnTo>
                <a:lnTo>
                  <a:pt x="91399" y="108178"/>
                </a:lnTo>
                <a:lnTo>
                  <a:pt x="87463" y="112114"/>
                </a:lnTo>
                <a:close/>
                <a:moveTo>
                  <a:pt x="66481" y="117685"/>
                </a:moveTo>
                <a:lnTo>
                  <a:pt x="66481" y="112114"/>
                </a:lnTo>
                <a:lnTo>
                  <a:pt x="62545" y="108178"/>
                </a:lnTo>
                <a:lnTo>
                  <a:pt x="64680" y="108178"/>
                </a:lnTo>
                <a:lnTo>
                  <a:pt x="68016" y="111481"/>
                </a:lnTo>
                <a:lnTo>
                  <a:pt x="68016" y="116151"/>
                </a:lnTo>
                <a:close/>
                <a:moveTo>
                  <a:pt x="56674" y="117685"/>
                </a:moveTo>
                <a:lnTo>
                  <a:pt x="55140" y="116184"/>
                </a:lnTo>
                <a:lnTo>
                  <a:pt x="55140" y="111481"/>
                </a:lnTo>
                <a:lnTo>
                  <a:pt x="58442" y="108178"/>
                </a:lnTo>
                <a:lnTo>
                  <a:pt x="60610" y="108178"/>
                </a:lnTo>
                <a:lnTo>
                  <a:pt x="56674" y="112114"/>
                </a:lnTo>
                <a:close/>
                <a:moveTo>
                  <a:pt x="35693" y="117685"/>
                </a:moveTo>
                <a:lnTo>
                  <a:pt x="35693" y="112114"/>
                </a:lnTo>
                <a:lnTo>
                  <a:pt x="31723" y="108178"/>
                </a:lnTo>
                <a:lnTo>
                  <a:pt x="33891" y="108178"/>
                </a:lnTo>
                <a:lnTo>
                  <a:pt x="37227" y="111481"/>
                </a:lnTo>
                <a:lnTo>
                  <a:pt x="37227" y="116151"/>
                </a:lnTo>
                <a:close/>
                <a:moveTo>
                  <a:pt x="25886" y="117685"/>
                </a:moveTo>
                <a:lnTo>
                  <a:pt x="24351" y="116184"/>
                </a:lnTo>
                <a:lnTo>
                  <a:pt x="24351" y="111481"/>
                </a:lnTo>
                <a:lnTo>
                  <a:pt x="27654" y="108178"/>
                </a:lnTo>
                <a:lnTo>
                  <a:pt x="29822" y="108178"/>
                </a:lnTo>
                <a:lnTo>
                  <a:pt x="25886" y="112114"/>
                </a:lnTo>
                <a:lnTo>
                  <a:pt x="25886" y="117685"/>
                </a:lnTo>
                <a:close/>
                <a:moveTo>
                  <a:pt x="6972" y="85929"/>
                </a:moveTo>
                <a:lnTo>
                  <a:pt x="11675" y="85929"/>
                </a:lnTo>
                <a:lnTo>
                  <a:pt x="14978" y="89265"/>
                </a:lnTo>
                <a:lnTo>
                  <a:pt x="14978" y="91400"/>
                </a:lnTo>
                <a:lnTo>
                  <a:pt x="11042" y="87464"/>
                </a:lnTo>
                <a:lnTo>
                  <a:pt x="5438" y="87464"/>
                </a:lnTo>
                <a:close/>
                <a:moveTo>
                  <a:pt x="7106" y="80258"/>
                </a:moveTo>
                <a:lnTo>
                  <a:pt x="4237" y="77356"/>
                </a:lnTo>
                <a:lnTo>
                  <a:pt x="6605" y="77356"/>
                </a:lnTo>
                <a:lnTo>
                  <a:pt x="8873" y="79658"/>
                </a:lnTo>
                <a:lnTo>
                  <a:pt x="8873" y="82927"/>
                </a:lnTo>
                <a:lnTo>
                  <a:pt x="7206" y="84595"/>
                </a:lnTo>
                <a:lnTo>
                  <a:pt x="7206" y="80525"/>
                </a:lnTo>
                <a:close/>
                <a:moveTo>
                  <a:pt x="6972" y="55140"/>
                </a:moveTo>
                <a:lnTo>
                  <a:pt x="11675" y="55140"/>
                </a:lnTo>
                <a:lnTo>
                  <a:pt x="14978" y="58443"/>
                </a:lnTo>
                <a:lnTo>
                  <a:pt x="14978" y="60611"/>
                </a:lnTo>
                <a:lnTo>
                  <a:pt x="11042" y="56675"/>
                </a:lnTo>
                <a:lnTo>
                  <a:pt x="5438" y="56675"/>
                </a:lnTo>
                <a:close/>
                <a:moveTo>
                  <a:pt x="6972" y="24352"/>
                </a:moveTo>
                <a:lnTo>
                  <a:pt x="11675" y="24352"/>
                </a:lnTo>
                <a:lnTo>
                  <a:pt x="14978" y="27654"/>
                </a:lnTo>
                <a:lnTo>
                  <a:pt x="14978" y="29822"/>
                </a:lnTo>
                <a:lnTo>
                  <a:pt x="11042" y="25886"/>
                </a:lnTo>
                <a:lnTo>
                  <a:pt x="5438" y="25886"/>
                </a:lnTo>
                <a:close/>
                <a:moveTo>
                  <a:pt x="7106" y="18648"/>
                </a:moveTo>
                <a:lnTo>
                  <a:pt x="4237" y="15779"/>
                </a:lnTo>
                <a:lnTo>
                  <a:pt x="6605" y="15779"/>
                </a:lnTo>
                <a:lnTo>
                  <a:pt x="8873" y="18081"/>
                </a:lnTo>
                <a:lnTo>
                  <a:pt x="8873" y="21316"/>
                </a:lnTo>
                <a:lnTo>
                  <a:pt x="7206" y="23017"/>
                </a:lnTo>
                <a:lnTo>
                  <a:pt x="7206" y="18948"/>
                </a:lnTo>
                <a:close/>
                <a:moveTo>
                  <a:pt x="7206" y="7773"/>
                </a:moveTo>
                <a:lnTo>
                  <a:pt x="8873" y="9441"/>
                </a:lnTo>
                <a:lnTo>
                  <a:pt x="8873" y="12710"/>
                </a:lnTo>
                <a:lnTo>
                  <a:pt x="6605" y="15012"/>
                </a:lnTo>
                <a:lnTo>
                  <a:pt x="4237" y="15012"/>
                </a:lnTo>
                <a:lnTo>
                  <a:pt x="7206" y="12010"/>
                </a:lnTo>
                <a:lnTo>
                  <a:pt x="7206" y="7773"/>
                </a:lnTo>
                <a:close/>
                <a:moveTo>
                  <a:pt x="25886" y="5471"/>
                </a:moveTo>
                <a:lnTo>
                  <a:pt x="25886" y="11042"/>
                </a:lnTo>
                <a:lnTo>
                  <a:pt x="29822" y="15012"/>
                </a:lnTo>
                <a:lnTo>
                  <a:pt x="27654" y="15012"/>
                </a:lnTo>
                <a:lnTo>
                  <a:pt x="24351" y="11676"/>
                </a:lnTo>
                <a:lnTo>
                  <a:pt x="24351" y="6973"/>
                </a:lnTo>
                <a:close/>
                <a:moveTo>
                  <a:pt x="35693" y="5471"/>
                </a:moveTo>
                <a:lnTo>
                  <a:pt x="37227" y="6973"/>
                </a:lnTo>
                <a:lnTo>
                  <a:pt x="37227" y="11676"/>
                </a:lnTo>
                <a:lnTo>
                  <a:pt x="33891" y="15012"/>
                </a:lnTo>
                <a:lnTo>
                  <a:pt x="31723" y="15012"/>
                </a:lnTo>
                <a:lnTo>
                  <a:pt x="35693" y="11042"/>
                </a:lnTo>
                <a:lnTo>
                  <a:pt x="35693" y="5471"/>
                </a:lnTo>
                <a:close/>
                <a:moveTo>
                  <a:pt x="56674" y="5471"/>
                </a:moveTo>
                <a:lnTo>
                  <a:pt x="56674" y="11042"/>
                </a:lnTo>
                <a:lnTo>
                  <a:pt x="60610" y="15012"/>
                </a:lnTo>
                <a:lnTo>
                  <a:pt x="58442" y="15012"/>
                </a:lnTo>
                <a:lnTo>
                  <a:pt x="55140" y="11676"/>
                </a:lnTo>
                <a:lnTo>
                  <a:pt x="55140" y="6973"/>
                </a:lnTo>
                <a:close/>
                <a:moveTo>
                  <a:pt x="66481" y="5471"/>
                </a:moveTo>
                <a:lnTo>
                  <a:pt x="68016" y="6973"/>
                </a:lnTo>
                <a:lnTo>
                  <a:pt x="68016" y="11676"/>
                </a:lnTo>
                <a:lnTo>
                  <a:pt x="64680" y="15012"/>
                </a:lnTo>
                <a:lnTo>
                  <a:pt x="62512" y="15012"/>
                </a:lnTo>
                <a:lnTo>
                  <a:pt x="66481" y="11042"/>
                </a:lnTo>
                <a:lnTo>
                  <a:pt x="66481" y="5471"/>
                </a:lnTo>
                <a:close/>
                <a:moveTo>
                  <a:pt x="87463" y="5471"/>
                </a:moveTo>
                <a:lnTo>
                  <a:pt x="87463" y="11042"/>
                </a:lnTo>
                <a:lnTo>
                  <a:pt x="91399" y="15012"/>
                </a:lnTo>
                <a:lnTo>
                  <a:pt x="89231" y="15012"/>
                </a:lnTo>
                <a:lnTo>
                  <a:pt x="85929" y="11676"/>
                </a:lnTo>
                <a:lnTo>
                  <a:pt x="85929" y="6973"/>
                </a:lnTo>
                <a:close/>
                <a:moveTo>
                  <a:pt x="97270" y="5471"/>
                </a:moveTo>
                <a:lnTo>
                  <a:pt x="98804" y="6973"/>
                </a:lnTo>
                <a:lnTo>
                  <a:pt x="98804" y="11676"/>
                </a:lnTo>
                <a:lnTo>
                  <a:pt x="95502" y="15012"/>
                </a:lnTo>
                <a:lnTo>
                  <a:pt x="93334" y="15012"/>
                </a:lnTo>
                <a:lnTo>
                  <a:pt x="97270" y="11042"/>
                </a:lnTo>
                <a:lnTo>
                  <a:pt x="97270" y="5471"/>
                </a:lnTo>
                <a:close/>
                <a:moveTo>
                  <a:pt x="118252" y="5471"/>
                </a:moveTo>
                <a:lnTo>
                  <a:pt x="118252" y="11042"/>
                </a:lnTo>
                <a:lnTo>
                  <a:pt x="122188" y="15012"/>
                </a:lnTo>
                <a:lnTo>
                  <a:pt x="120053" y="15012"/>
                </a:lnTo>
                <a:lnTo>
                  <a:pt x="116717" y="11676"/>
                </a:lnTo>
                <a:lnTo>
                  <a:pt x="116717" y="6973"/>
                </a:lnTo>
                <a:close/>
                <a:moveTo>
                  <a:pt x="128059" y="5471"/>
                </a:moveTo>
                <a:lnTo>
                  <a:pt x="129593" y="6973"/>
                </a:lnTo>
                <a:lnTo>
                  <a:pt x="129593" y="11676"/>
                </a:lnTo>
                <a:lnTo>
                  <a:pt x="126291" y="15012"/>
                </a:lnTo>
                <a:lnTo>
                  <a:pt x="124122" y="15012"/>
                </a:lnTo>
                <a:lnTo>
                  <a:pt x="128059" y="11042"/>
                </a:lnTo>
                <a:lnTo>
                  <a:pt x="128059" y="5471"/>
                </a:lnTo>
                <a:close/>
                <a:moveTo>
                  <a:pt x="149040" y="5471"/>
                </a:moveTo>
                <a:lnTo>
                  <a:pt x="149040" y="11042"/>
                </a:lnTo>
                <a:lnTo>
                  <a:pt x="153010" y="15012"/>
                </a:lnTo>
                <a:lnTo>
                  <a:pt x="150842" y="15012"/>
                </a:lnTo>
                <a:lnTo>
                  <a:pt x="147506" y="11676"/>
                </a:lnTo>
                <a:lnTo>
                  <a:pt x="147506" y="6973"/>
                </a:lnTo>
                <a:close/>
                <a:moveTo>
                  <a:pt x="158847" y="5471"/>
                </a:moveTo>
                <a:lnTo>
                  <a:pt x="160382" y="6973"/>
                </a:lnTo>
                <a:lnTo>
                  <a:pt x="160382" y="11676"/>
                </a:lnTo>
                <a:lnTo>
                  <a:pt x="157079" y="15012"/>
                </a:lnTo>
                <a:lnTo>
                  <a:pt x="154911" y="15012"/>
                </a:lnTo>
                <a:lnTo>
                  <a:pt x="158847" y="11042"/>
                </a:lnTo>
                <a:close/>
                <a:moveTo>
                  <a:pt x="179829" y="5471"/>
                </a:moveTo>
                <a:lnTo>
                  <a:pt x="179829" y="11042"/>
                </a:lnTo>
                <a:lnTo>
                  <a:pt x="183798" y="15012"/>
                </a:lnTo>
                <a:lnTo>
                  <a:pt x="181630" y="15012"/>
                </a:lnTo>
                <a:lnTo>
                  <a:pt x="178294" y="11676"/>
                </a:lnTo>
                <a:lnTo>
                  <a:pt x="178294" y="6973"/>
                </a:lnTo>
                <a:close/>
                <a:moveTo>
                  <a:pt x="189636" y="5471"/>
                </a:moveTo>
                <a:lnTo>
                  <a:pt x="191170" y="6973"/>
                </a:lnTo>
                <a:lnTo>
                  <a:pt x="191170" y="11676"/>
                </a:lnTo>
                <a:lnTo>
                  <a:pt x="187868" y="15012"/>
                </a:lnTo>
                <a:lnTo>
                  <a:pt x="185700" y="15012"/>
                </a:lnTo>
                <a:lnTo>
                  <a:pt x="189636" y="11042"/>
                </a:lnTo>
                <a:lnTo>
                  <a:pt x="189636" y="5471"/>
                </a:lnTo>
                <a:close/>
                <a:moveTo>
                  <a:pt x="210618" y="5471"/>
                </a:moveTo>
                <a:lnTo>
                  <a:pt x="210618" y="11042"/>
                </a:lnTo>
                <a:lnTo>
                  <a:pt x="214587" y="15012"/>
                </a:lnTo>
                <a:lnTo>
                  <a:pt x="212419" y="15012"/>
                </a:lnTo>
                <a:lnTo>
                  <a:pt x="209083" y="11676"/>
                </a:lnTo>
                <a:lnTo>
                  <a:pt x="209083" y="6973"/>
                </a:lnTo>
                <a:close/>
                <a:moveTo>
                  <a:pt x="220425" y="5471"/>
                </a:moveTo>
                <a:lnTo>
                  <a:pt x="221959" y="6973"/>
                </a:lnTo>
                <a:lnTo>
                  <a:pt x="221959" y="11676"/>
                </a:lnTo>
                <a:lnTo>
                  <a:pt x="218657" y="15012"/>
                </a:lnTo>
                <a:lnTo>
                  <a:pt x="216488" y="15012"/>
                </a:lnTo>
                <a:lnTo>
                  <a:pt x="220425" y="11042"/>
                </a:lnTo>
                <a:lnTo>
                  <a:pt x="220425" y="5471"/>
                </a:lnTo>
                <a:close/>
                <a:moveTo>
                  <a:pt x="236636" y="112915"/>
                </a:moveTo>
                <a:lnTo>
                  <a:pt x="235302" y="111581"/>
                </a:lnTo>
                <a:lnTo>
                  <a:pt x="235302" y="109579"/>
                </a:lnTo>
                <a:lnTo>
                  <a:pt x="236736" y="108145"/>
                </a:lnTo>
                <a:lnTo>
                  <a:pt x="238604" y="108145"/>
                </a:lnTo>
                <a:lnTo>
                  <a:pt x="236636" y="110113"/>
                </a:lnTo>
                <a:close/>
                <a:moveTo>
                  <a:pt x="219757" y="107378"/>
                </a:moveTo>
                <a:lnTo>
                  <a:pt x="222760" y="104376"/>
                </a:lnTo>
                <a:lnTo>
                  <a:pt x="222760" y="100139"/>
                </a:lnTo>
                <a:lnTo>
                  <a:pt x="224427" y="101840"/>
                </a:lnTo>
                <a:lnTo>
                  <a:pt x="224427" y="105076"/>
                </a:lnTo>
                <a:lnTo>
                  <a:pt x="222159" y="107378"/>
                </a:lnTo>
                <a:close/>
                <a:moveTo>
                  <a:pt x="216488" y="107378"/>
                </a:moveTo>
                <a:lnTo>
                  <a:pt x="220425" y="103408"/>
                </a:lnTo>
                <a:lnTo>
                  <a:pt x="220425" y="97838"/>
                </a:lnTo>
                <a:lnTo>
                  <a:pt x="221959" y="99372"/>
                </a:lnTo>
                <a:lnTo>
                  <a:pt x="221959" y="104042"/>
                </a:lnTo>
                <a:lnTo>
                  <a:pt x="218657" y="107378"/>
                </a:lnTo>
                <a:lnTo>
                  <a:pt x="216488" y="107378"/>
                </a:lnTo>
                <a:close/>
                <a:moveTo>
                  <a:pt x="212419" y="107378"/>
                </a:moveTo>
                <a:lnTo>
                  <a:pt x="209083" y="104042"/>
                </a:lnTo>
                <a:lnTo>
                  <a:pt x="209083" y="99372"/>
                </a:lnTo>
                <a:lnTo>
                  <a:pt x="210618" y="97838"/>
                </a:lnTo>
                <a:lnTo>
                  <a:pt x="210618" y="103408"/>
                </a:lnTo>
                <a:lnTo>
                  <a:pt x="214587" y="107378"/>
                </a:lnTo>
                <a:lnTo>
                  <a:pt x="212419" y="107378"/>
                </a:lnTo>
                <a:close/>
                <a:moveTo>
                  <a:pt x="208916" y="107378"/>
                </a:moveTo>
                <a:lnTo>
                  <a:pt x="206648" y="105076"/>
                </a:lnTo>
                <a:lnTo>
                  <a:pt x="206648" y="101840"/>
                </a:lnTo>
                <a:lnTo>
                  <a:pt x="208316" y="100139"/>
                </a:lnTo>
                <a:lnTo>
                  <a:pt x="208316" y="104376"/>
                </a:lnTo>
                <a:lnTo>
                  <a:pt x="211285" y="107378"/>
                </a:lnTo>
                <a:lnTo>
                  <a:pt x="208916" y="107378"/>
                </a:lnTo>
                <a:close/>
                <a:moveTo>
                  <a:pt x="205848" y="112915"/>
                </a:moveTo>
                <a:lnTo>
                  <a:pt x="204513" y="111581"/>
                </a:lnTo>
                <a:lnTo>
                  <a:pt x="204513" y="109579"/>
                </a:lnTo>
                <a:lnTo>
                  <a:pt x="205948" y="108145"/>
                </a:lnTo>
                <a:lnTo>
                  <a:pt x="207816" y="108145"/>
                </a:lnTo>
                <a:lnTo>
                  <a:pt x="205848" y="110113"/>
                </a:lnTo>
                <a:close/>
                <a:moveTo>
                  <a:pt x="188969" y="107378"/>
                </a:moveTo>
                <a:lnTo>
                  <a:pt x="191837" y="104509"/>
                </a:lnTo>
                <a:lnTo>
                  <a:pt x="191971" y="104209"/>
                </a:lnTo>
                <a:lnTo>
                  <a:pt x="191971" y="100139"/>
                </a:lnTo>
                <a:lnTo>
                  <a:pt x="193639" y="101840"/>
                </a:lnTo>
                <a:lnTo>
                  <a:pt x="193639" y="105076"/>
                </a:lnTo>
                <a:lnTo>
                  <a:pt x="191337" y="107378"/>
                </a:lnTo>
                <a:lnTo>
                  <a:pt x="188969" y="107378"/>
                </a:lnTo>
                <a:close/>
                <a:moveTo>
                  <a:pt x="185700" y="107378"/>
                </a:moveTo>
                <a:lnTo>
                  <a:pt x="189636" y="103408"/>
                </a:lnTo>
                <a:lnTo>
                  <a:pt x="189636" y="97838"/>
                </a:lnTo>
                <a:lnTo>
                  <a:pt x="191170" y="99372"/>
                </a:lnTo>
                <a:lnTo>
                  <a:pt x="191170" y="104042"/>
                </a:lnTo>
                <a:lnTo>
                  <a:pt x="187868" y="107378"/>
                </a:lnTo>
                <a:lnTo>
                  <a:pt x="185700" y="107378"/>
                </a:lnTo>
                <a:close/>
                <a:moveTo>
                  <a:pt x="181630" y="107378"/>
                </a:moveTo>
                <a:lnTo>
                  <a:pt x="178294" y="104042"/>
                </a:lnTo>
                <a:lnTo>
                  <a:pt x="178294" y="99372"/>
                </a:lnTo>
                <a:lnTo>
                  <a:pt x="179829" y="97838"/>
                </a:lnTo>
                <a:lnTo>
                  <a:pt x="179829" y="103408"/>
                </a:lnTo>
                <a:lnTo>
                  <a:pt x="183798" y="107378"/>
                </a:lnTo>
                <a:lnTo>
                  <a:pt x="181630" y="107378"/>
                </a:lnTo>
                <a:close/>
                <a:moveTo>
                  <a:pt x="178128" y="107378"/>
                </a:moveTo>
                <a:lnTo>
                  <a:pt x="175826" y="105076"/>
                </a:lnTo>
                <a:lnTo>
                  <a:pt x="175826" y="101840"/>
                </a:lnTo>
                <a:lnTo>
                  <a:pt x="177527" y="100139"/>
                </a:lnTo>
                <a:lnTo>
                  <a:pt x="177527" y="104209"/>
                </a:lnTo>
                <a:lnTo>
                  <a:pt x="177627" y="104509"/>
                </a:lnTo>
                <a:lnTo>
                  <a:pt x="180496" y="107378"/>
                </a:lnTo>
                <a:lnTo>
                  <a:pt x="178128" y="107378"/>
                </a:lnTo>
                <a:close/>
                <a:moveTo>
                  <a:pt x="175059" y="112915"/>
                </a:moveTo>
                <a:lnTo>
                  <a:pt x="173725" y="111581"/>
                </a:lnTo>
                <a:lnTo>
                  <a:pt x="173725" y="109579"/>
                </a:lnTo>
                <a:lnTo>
                  <a:pt x="175159" y="108145"/>
                </a:lnTo>
                <a:lnTo>
                  <a:pt x="177027" y="108145"/>
                </a:lnTo>
                <a:lnTo>
                  <a:pt x="175059" y="110113"/>
                </a:lnTo>
                <a:close/>
                <a:moveTo>
                  <a:pt x="158180" y="107378"/>
                </a:moveTo>
                <a:lnTo>
                  <a:pt x="161182" y="104376"/>
                </a:lnTo>
                <a:lnTo>
                  <a:pt x="161182" y="100139"/>
                </a:lnTo>
                <a:lnTo>
                  <a:pt x="162850" y="101840"/>
                </a:lnTo>
                <a:lnTo>
                  <a:pt x="162850" y="105076"/>
                </a:lnTo>
                <a:lnTo>
                  <a:pt x="160548" y="107378"/>
                </a:lnTo>
                <a:close/>
                <a:moveTo>
                  <a:pt x="154911" y="107378"/>
                </a:moveTo>
                <a:lnTo>
                  <a:pt x="158847" y="103408"/>
                </a:lnTo>
                <a:lnTo>
                  <a:pt x="158847" y="97838"/>
                </a:lnTo>
                <a:lnTo>
                  <a:pt x="160382" y="99372"/>
                </a:lnTo>
                <a:lnTo>
                  <a:pt x="160382" y="104042"/>
                </a:lnTo>
                <a:lnTo>
                  <a:pt x="157079" y="107378"/>
                </a:lnTo>
                <a:lnTo>
                  <a:pt x="154911" y="107378"/>
                </a:lnTo>
                <a:close/>
                <a:moveTo>
                  <a:pt x="150842" y="107378"/>
                </a:moveTo>
                <a:lnTo>
                  <a:pt x="147506" y="104042"/>
                </a:lnTo>
                <a:lnTo>
                  <a:pt x="147506" y="99372"/>
                </a:lnTo>
                <a:lnTo>
                  <a:pt x="149040" y="97838"/>
                </a:lnTo>
                <a:lnTo>
                  <a:pt x="149040" y="103408"/>
                </a:lnTo>
                <a:lnTo>
                  <a:pt x="153010" y="107378"/>
                </a:lnTo>
                <a:lnTo>
                  <a:pt x="150842" y="107378"/>
                </a:lnTo>
                <a:close/>
                <a:moveTo>
                  <a:pt x="147339" y="107378"/>
                </a:moveTo>
                <a:lnTo>
                  <a:pt x="145037" y="105076"/>
                </a:lnTo>
                <a:lnTo>
                  <a:pt x="145037" y="101840"/>
                </a:lnTo>
                <a:lnTo>
                  <a:pt x="146739" y="100139"/>
                </a:lnTo>
                <a:lnTo>
                  <a:pt x="146739" y="104376"/>
                </a:lnTo>
                <a:lnTo>
                  <a:pt x="149707" y="107378"/>
                </a:lnTo>
                <a:lnTo>
                  <a:pt x="147339" y="107378"/>
                </a:lnTo>
                <a:close/>
                <a:moveTo>
                  <a:pt x="144270" y="112915"/>
                </a:moveTo>
                <a:lnTo>
                  <a:pt x="142936" y="111581"/>
                </a:lnTo>
                <a:lnTo>
                  <a:pt x="142936" y="109579"/>
                </a:lnTo>
                <a:lnTo>
                  <a:pt x="144370" y="108145"/>
                </a:lnTo>
                <a:lnTo>
                  <a:pt x="146238" y="108145"/>
                </a:lnTo>
                <a:lnTo>
                  <a:pt x="144270" y="110113"/>
                </a:lnTo>
                <a:close/>
                <a:moveTo>
                  <a:pt x="127391" y="107378"/>
                </a:moveTo>
                <a:lnTo>
                  <a:pt x="130260" y="104509"/>
                </a:lnTo>
                <a:lnTo>
                  <a:pt x="130394" y="104209"/>
                </a:lnTo>
                <a:lnTo>
                  <a:pt x="130394" y="100139"/>
                </a:lnTo>
                <a:lnTo>
                  <a:pt x="132061" y="101840"/>
                </a:lnTo>
                <a:lnTo>
                  <a:pt x="132061" y="105076"/>
                </a:lnTo>
                <a:lnTo>
                  <a:pt x="129760" y="107378"/>
                </a:lnTo>
                <a:lnTo>
                  <a:pt x="127391" y="107378"/>
                </a:lnTo>
                <a:close/>
                <a:moveTo>
                  <a:pt x="124122" y="107378"/>
                </a:moveTo>
                <a:lnTo>
                  <a:pt x="128059" y="103408"/>
                </a:lnTo>
                <a:lnTo>
                  <a:pt x="128059" y="97838"/>
                </a:lnTo>
                <a:lnTo>
                  <a:pt x="129593" y="99372"/>
                </a:lnTo>
                <a:lnTo>
                  <a:pt x="129593" y="104042"/>
                </a:lnTo>
                <a:lnTo>
                  <a:pt x="126291" y="107378"/>
                </a:lnTo>
                <a:lnTo>
                  <a:pt x="124122" y="107378"/>
                </a:lnTo>
                <a:close/>
                <a:moveTo>
                  <a:pt x="120053" y="107378"/>
                </a:moveTo>
                <a:lnTo>
                  <a:pt x="116717" y="104042"/>
                </a:lnTo>
                <a:lnTo>
                  <a:pt x="116717" y="99372"/>
                </a:lnTo>
                <a:lnTo>
                  <a:pt x="118252" y="97838"/>
                </a:lnTo>
                <a:lnTo>
                  <a:pt x="118252" y="103408"/>
                </a:lnTo>
                <a:lnTo>
                  <a:pt x="122188" y="107378"/>
                </a:lnTo>
                <a:lnTo>
                  <a:pt x="120053" y="107378"/>
                </a:lnTo>
                <a:close/>
                <a:moveTo>
                  <a:pt x="116550" y="107378"/>
                </a:moveTo>
                <a:lnTo>
                  <a:pt x="114249" y="105076"/>
                </a:lnTo>
                <a:lnTo>
                  <a:pt x="114249" y="101840"/>
                </a:lnTo>
                <a:lnTo>
                  <a:pt x="115950" y="100139"/>
                </a:lnTo>
                <a:lnTo>
                  <a:pt x="115950" y="104209"/>
                </a:lnTo>
                <a:lnTo>
                  <a:pt x="116050" y="104509"/>
                </a:lnTo>
                <a:lnTo>
                  <a:pt x="118919" y="107378"/>
                </a:lnTo>
                <a:lnTo>
                  <a:pt x="116550" y="107378"/>
                </a:lnTo>
                <a:close/>
                <a:moveTo>
                  <a:pt x="113482" y="112915"/>
                </a:moveTo>
                <a:lnTo>
                  <a:pt x="112147" y="111581"/>
                </a:lnTo>
                <a:lnTo>
                  <a:pt x="112147" y="109579"/>
                </a:lnTo>
                <a:lnTo>
                  <a:pt x="113582" y="108145"/>
                </a:lnTo>
                <a:lnTo>
                  <a:pt x="115450" y="108145"/>
                </a:lnTo>
                <a:lnTo>
                  <a:pt x="113482" y="110113"/>
                </a:lnTo>
                <a:close/>
                <a:moveTo>
                  <a:pt x="96603" y="107378"/>
                </a:moveTo>
                <a:lnTo>
                  <a:pt x="99605" y="104376"/>
                </a:lnTo>
                <a:lnTo>
                  <a:pt x="99605" y="100139"/>
                </a:lnTo>
                <a:lnTo>
                  <a:pt x="101273" y="101840"/>
                </a:lnTo>
                <a:lnTo>
                  <a:pt x="101273" y="105076"/>
                </a:lnTo>
                <a:lnTo>
                  <a:pt x="98971" y="107378"/>
                </a:lnTo>
                <a:close/>
                <a:moveTo>
                  <a:pt x="93334" y="107378"/>
                </a:moveTo>
                <a:lnTo>
                  <a:pt x="97270" y="103408"/>
                </a:lnTo>
                <a:lnTo>
                  <a:pt x="97270" y="97838"/>
                </a:lnTo>
                <a:lnTo>
                  <a:pt x="98804" y="99372"/>
                </a:lnTo>
                <a:lnTo>
                  <a:pt x="98804" y="104042"/>
                </a:lnTo>
                <a:lnTo>
                  <a:pt x="95469" y="107378"/>
                </a:lnTo>
                <a:lnTo>
                  <a:pt x="93334" y="107378"/>
                </a:lnTo>
                <a:close/>
                <a:moveTo>
                  <a:pt x="89231" y="107378"/>
                </a:moveTo>
                <a:lnTo>
                  <a:pt x="85929" y="104042"/>
                </a:lnTo>
                <a:lnTo>
                  <a:pt x="85929" y="99372"/>
                </a:lnTo>
                <a:lnTo>
                  <a:pt x="87463" y="97838"/>
                </a:lnTo>
                <a:lnTo>
                  <a:pt x="87463" y="103408"/>
                </a:lnTo>
                <a:lnTo>
                  <a:pt x="91399" y="107378"/>
                </a:lnTo>
                <a:lnTo>
                  <a:pt x="89231" y="107378"/>
                </a:lnTo>
                <a:close/>
                <a:moveTo>
                  <a:pt x="85762" y="107378"/>
                </a:moveTo>
                <a:lnTo>
                  <a:pt x="83460" y="105076"/>
                </a:lnTo>
                <a:lnTo>
                  <a:pt x="83460" y="101840"/>
                </a:lnTo>
                <a:lnTo>
                  <a:pt x="85128" y="100139"/>
                </a:lnTo>
                <a:lnTo>
                  <a:pt x="85128" y="104376"/>
                </a:lnTo>
                <a:lnTo>
                  <a:pt x="88130" y="107378"/>
                </a:lnTo>
                <a:lnTo>
                  <a:pt x="85762" y="107378"/>
                </a:lnTo>
                <a:close/>
                <a:moveTo>
                  <a:pt x="82660" y="112915"/>
                </a:moveTo>
                <a:lnTo>
                  <a:pt x="81359" y="111581"/>
                </a:lnTo>
                <a:lnTo>
                  <a:pt x="81359" y="109579"/>
                </a:lnTo>
                <a:lnTo>
                  <a:pt x="82793" y="108145"/>
                </a:lnTo>
                <a:lnTo>
                  <a:pt x="84628" y="108145"/>
                </a:lnTo>
                <a:lnTo>
                  <a:pt x="82660" y="110113"/>
                </a:lnTo>
                <a:close/>
                <a:moveTo>
                  <a:pt x="65814" y="107378"/>
                </a:moveTo>
                <a:lnTo>
                  <a:pt x="68683" y="104509"/>
                </a:lnTo>
                <a:lnTo>
                  <a:pt x="68816" y="104209"/>
                </a:lnTo>
                <a:lnTo>
                  <a:pt x="68816" y="100139"/>
                </a:lnTo>
                <a:lnTo>
                  <a:pt x="70484" y="101840"/>
                </a:lnTo>
                <a:lnTo>
                  <a:pt x="70484" y="105076"/>
                </a:lnTo>
                <a:lnTo>
                  <a:pt x="68183" y="107378"/>
                </a:lnTo>
                <a:lnTo>
                  <a:pt x="65814" y="107378"/>
                </a:lnTo>
                <a:close/>
                <a:moveTo>
                  <a:pt x="62512" y="107378"/>
                </a:moveTo>
                <a:lnTo>
                  <a:pt x="66481" y="103408"/>
                </a:lnTo>
                <a:lnTo>
                  <a:pt x="66481" y="97838"/>
                </a:lnTo>
                <a:lnTo>
                  <a:pt x="68016" y="99372"/>
                </a:lnTo>
                <a:lnTo>
                  <a:pt x="68016" y="104042"/>
                </a:lnTo>
                <a:lnTo>
                  <a:pt x="64680" y="107378"/>
                </a:lnTo>
                <a:lnTo>
                  <a:pt x="62512" y="107378"/>
                </a:lnTo>
                <a:close/>
                <a:moveTo>
                  <a:pt x="58442" y="107378"/>
                </a:moveTo>
                <a:lnTo>
                  <a:pt x="55140" y="104042"/>
                </a:lnTo>
                <a:lnTo>
                  <a:pt x="55140" y="99372"/>
                </a:lnTo>
                <a:lnTo>
                  <a:pt x="56674" y="97838"/>
                </a:lnTo>
                <a:lnTo>
                  <a:pt x="56674" y="103408"/>
                </a:lnTo>
                <a:lnTo>
                  <a:pt x="60610" y="107378"/>
                </a:lnTo>
                <a:lnTo>
                  <a:pt x="58442" y="107378"/>
                </a:lnTo>
                <a:close/>
                <a:moveTo>
                  <a:pt x="54973" y="107378"/>
                </a:moveTo>
                <a:lnTo>
                  <a:pt x="52671" y="105076"/>
                </a:lnTo>
                <a:lnTo>
                  <a:pt x="52671" y="101840"/>
                </a:lnTo>
                <a:lnTo>
                  <a:pt x="54339" y="100139"/>
                </a:lnTo>
                <a:lnTo>
                  <a:pt x="54339" y="104209"/>
                </a:lnTo>
                <a:lnTo>
                  <a:pt x="54473" y="104509"/>
                </a:lnTo>
                <a:lnTo>
                  <a:pt x="57341" y="107378"/>
                </a:lnTo>
                <a:lnTo>
                  <a:pt x="54973" y="107378"/>
                </a:lnTo>
                <a:close/>
                <a:moveTo>
                  <a:pt x="51871" y="112915"/>
                </a:moveTo>
                <a:lnTo>
                  <a:pt x="50570" y="111581"/>
                </a:lnTo>
                <a:lnTo>
                  <a:pt x="50570" y="109579"/>
                </a:lnTo>
                <a:lnTo>
                  <a:pt x="51971" y="108145"/>
                </a:lnTo>
                <a:lnTo>
                  <a:pt x="53839" y="108145"/>
                </a:lnTo>
                <a:lnTo>
                  <a:pt x="51871" y="110113"/>
                </a:lnTo>
                <a:close/>
                <a:moveTo>
                  <a:pt x="35026" y="107378"/>
                </a:moveTo>
                <a:lnTo>
                  <a:pt x="37994" y="104376"/>
                </a:lnTo>
                <a:lnTo>
                  <a:pt x="37994" y="100139"/>
                </a:lnTo>
                <a:lnTo>
                  <a:pt x="39696" y="101840"/>
                </a:lnTo>
                <a:lnTo>
                  <a:pt x="39696" y="105076"/>
                </a:lnTo>
                <a:lnTo>
                  <a:pt x="37394" y="107378"/>
                </a:lnTo>
                <a:close/>
                <a:moveTo>
                  <a:pt x="31723" y="107378"/>
                </a:moveTo>
                <a:lnTo>
                  <a:pt x="35693" y="103408"/>
                </a:lnTo>
                <a:lnTo>
                  <a:pt x="35693" y="97838"/>
                </a:lnTo>
                <a:lnTo>
                  <a:pt x="37227" y="99372"/>
                </a:lnTo>
                <a:lnTo>
                  <a:pt x="37227" y="104042"/>
                </a:lnTo>
                <a:lnTo>
                  <a:pt x="33891" y="107378"/>
                </a:lnTo>
                <a:lnTo>
                  <a:pt x="31723" y="107378"/>
                </a:lnTo>
                <a:close/>
                <a:moveTo>
                  <a:pt x="27654" y="107378"/>
                </a:moveTo>
                <a:lnTo>
                  <a:pt x="24351" y="104042"/>
                </a:lnTo>
                <a:lnTo>
                  <a:pt x="24351" y="99372"/>
                </a:lnTo>
                <a:lnTo>
                  <a:pt x="25886" y="97838"/>
                </a:lnTo>
                <a:lnTo>
                  <a:pt x="25886" y="103408"/>
                </a:lnTo>
                <a:lnTo>
                  <a:pt x="29822" y="107378"/>
                </a:lnTo>
                <a:lnTo>
                  <a:pt x="27654" y="107378"/>
                </a:lnTo>
                <a:close/>
                <a:moveTo>
                  <a:pt x="24184" y="107378"/>
                </a:moveTo>
                <a:lnTo>
                  <a:pt x="21883" y="105076"/>
                </a:lnTo>
                <a:lnTo>
                  <a:pt x="21883" y="101840"/>
                </a:lnTo>
                <a:lnTo>
                  <a:pt x="23551" y="100139"/>
                </a:lnTo>
                <a:lnTo>
                  <a:pt x="23551" y="104376"/>
                </a:lnTo>
                <a:lnTo>
                  <a:pt x="26553" y="107378"/>
                </a:lnTo>
                <a:lnTo>
                  <a:pt x="24184" y="107378"/>
                </a:lnTo>
                <a:close/>
                <a:moveTo>
                  <a:pt x="21082" y="112915"/>
                </a:moveTo>
                <a:lnTo>
                  <a:pt x="19781" y="111581"/>
                </a:lnTo>
                <a:lnTo>
                  <a:pt x="19781" y="109579"/>
                </a:lnTo>
                <a:lnTo>
                  <a:pt x="21182" y="108145"/>
                </a:lnTo>
                <a:lnTo>
                  <a:pt x="23050" y="108145"/>
                </a:lnTo>
                <a:lnTo>
                  <a:pt x="21082" y="110113"/>
                </a:lnTo>
                <a:close/>
                <a:moveTo>
                  <a:pt x="9674" y="10242"/>
                </a:moveTo>
                <a:lnTo>
                  <a:pt x="11008" y="11576"/>
                </a:lnTo>
                <a:lnTo>
                  <a:pt x="11008" y="13577"/>
                </a:lnTo>
                <a:lnTo>
                  <a:pt x="9574" y="15012"/>
                </a:lnTo>
                <a:lnTo>
                  <a:pt x="7706" y="15012"/>
                </a:lnTo>
                <a:lnTo>
                  <a:pt x="9674" y="13044"/>
                </a:lnTo>
                <a:close/>
                <a:moveTo>
                  <a:pt x="26553" y="15779"/>
                </a:moveTo>
                <a:lnTo>
                  <a:pt x="23551" y="18781"/>
                </a:lnTo>
                <a:lnTo>
                  <a:pt x="23551" y="23017"/>
                </a:lnTo>
                <a:lnTo>
                  <a:pt x="21883" y="21316"/>
                </a:lnTo>
                <a:lnTo>
                  <a:pt x="21883" y="18081"/>
                </a:lnTo>
                <a:lnTo>
                  <a:pt x="24184" y="15779"/>
                </a:lnTo>
                <a:lnTo>
                  <a:pt x="26553" y="15779"/>
                </a:lnTo>
                <a:close/>
                <a:moveTo>
                  <a:pt x="29822" y="15779"/>
                </a:moveTo>
                <a:lnTo>
                  <a:pt x="25886" y="19748"/>
                </a:lnTo>
                <a:lnTo>
                  <a:pt x="25886" y="25319"/>
                </a:lnTo>
                <a:lnTo>
                  <a:pt x="24351" y="23785"/>
                </a:lnTo>
                <a:lnTo>
                  <a:pt x="24351" y="19115"/>
                </a:lnTo>
                <a:lnTo>
                  <a:pt x="27654" y="15779"/>
                </a:lnTo>
                <a:lnTo>
                  <a:pt x="29822" y="15779"/>
                </a:lnTo>
                <a:close/>
                <a:moveTo>
                  <a:pt x="33891" y="15779"/>
                </a:moveTo>
                <a:lnTo>
                  <a:pt x="37227" y="19115"/>
                </a:lnTo>
                <a:lnTo>
                  <a:pt x="37227" y="23785"/>
                </a:lnTo>
                <a:lnTo>
                  <a:pt x="35693" y="25319"/>
                </a:lnTo>
                <a:lnTo>
                  <a:pt x="35693" y="19748"/>
                </a:lnTo>
                <a:lnTo>
                  <a:pt x="31723" y="15779"/>
                </a:lnTo>
                <a:lnTo>
                  <a:pt x="33891" y="15779"/>
                </a:lnTo>
                <a:close/>
                <a:moveTo>
                  <a:pt x="37394" y="15779"/>
                </a:moveTo>
                <a:lnTo>
                  <a:pt x="39696" y="18081"/>
                </a:lnTo>
                <a:lnTo>
                  <a:pt x="39696" y="21316"/>
                </a:lnTo>
                <a:lnTo>
                  <a:pt x="37994" y="23017"/>
                </a:lnTo>
                <a:lnTo>
                  <a:pt x="37994" y="18781"/>
                </a:lnTo>
                <a:lnTo>
                  <a:pt x="35026" y="15779"/>
                </a:lnTo>
                <a:lnTo>
                  <a:pt x="37394" y="15779"/>
                </a:lnTo>
                <a:close/>
                <a:moveTo>
                  <a:pt x="40463" y="10242"/>
                </a:moveTo>
                <a:lnTo>
                  <a:pt x="41797" y="11576"/>
                </a:lnTo>
                <a:lnTo>
                  <a:pt x="41797" y="13577"/>
                </a:lnTo>
                <a:lnTo>
                  <a:pt x="40363" y="15012"/>
                </a:lnTo>
                <a:lnTo>
                  <a:pt x="38495" y="15012"/>
                </a:lnTo>
                <a:lnTo>
                  <a:pt x="40463" y="13044"/>
                </a:lnTo>
                <a:close/>
                <a:moveTo>
                  <a:pt x="57341" y="15779"/>
                </a:moveTo>
                <a:lnTo>
                  <a:pt x="54473" y="18648"/>
                </a:lnTo>
                <a:lnTo>
                  <a:pt x="54339" y="18948"/>
                </a:lnTo>
                <a:lnTo>
                  <a:pt x="54339" y="23017"/>
                </a:lnTo>
                <a:lnTo>
                  <a:pt x="52671" y="21316"/>
                </a:lnTo>
                <a:lnTo>
                  <a:pt x="52671" y="18081"/>
                </a:lnTo>
                <a:lnTo>
                  <a:pt x="54973" y="15779"/>
                </a:lnTo>
                <a:lnTo>
                  <a:pt x="57341" y="15779"/>
                </a:lnTo>
                <a:close/>
                <a:moveTo>
                  <a:pt x="60610" y="15779"/>
                </a:moveTo>
                <a:lnTo>
                  <a:pt x="56674" y="19748"/>
                </a:lnTo>
                <a:lnTo>
                  <a:pt x="56674" y="25319"/>
                </a:lnTo>
                <a:lnTo>
                  <a:pt x="55140" y="23785"/>
                </a:lnTo>
                <a:lnTo>
                  <a:pt x="55140" y="19115"/>
                </a:lnTo>
                <a:lnTo>
                  <a:pt x="58442" y="15779"/>
                </a:lnTo>
                <a:lnTo>
                  <a:pt x="60610" y="15779"/>
                </a:lnTo>
                <a:close/>
                <a:moveTo>
                  <a:pt x="64680" y="15779"/>
                </a:moveTo>
                <a:lnTo>
                  <a:pt x="68016" y="19115"/>
                </a:lnTo>
                <a:lnTo>
                  <a:pt x="68016" y="23785"/>
                </a:lnTo>
                <a:lnTo>
                  <a:pt x="66481" y="25319"/>
                </a:lnTo>
                <a:lnTo>
                  <a:pt x="66481" y="19748"/>
                </a:lnTo>
                <a:lnTo>
                  <a:pt x="62545" y="15779"/>
                </a:lnTo>
                <a:lnTo>
                  <a:pt x="64680" y="15779"/>
                </a:lnTo>
                <a:close/>
                <a:moveTo>
                  <a:pt x="68183" y="15779"/>
                </a:moveTo>
                <a:lnTo>
                  <a:pt x="70484" y="18081"/>
                </a:lnTo>
                <a:lnTo>
                  <a:pt x="70484" y="21316"/>
                </a:lnTo>
                <a:lnTo>
                  <a:pt x="68783" y="23017"/>
                </a:lnTo>
                <a:lnTo>
                  <a:pt x="68783" y="18948"/>
                </a:lnTo>
                <a:lnTo>
                  <a:pt x="68683" y="18648"/>
                </a:lnTo>
                <a:lnTo>
                  <a:pt x="65814" y="15779"/>
                </a:lnTo>
                <a:lnTo>
                  <a:pt x="68183" y="15779"/>
                </a:lnTo>
                <a:close/>
                <a:moveTo>
                  <a:pt x="71251" y="10242"/>
                </a:moveTo>
                <a:lnTo>
                  <a:pt x="72586" y="11576"/>
                </a:lnTo>
                <a:lnTo>
                  <a:pt x="72586" y="13577"/>
                </a:lnTo>
                <a:lnTo>
                  <a:pt x="71151" y="15012"/>
                </a:lnTo>
                <a:lnTo>
                  <a:pt x="69283" y="15012"/>
                </a:lnTo>
                <a:lnTo>
                  <a:pt x="71251" y="13044"/>
                </a:lnTo>
                <a:lnTo>
                  <a:pt x="71251" y="10242"/>
                </a:lnTo>
                <a:close/>
                <a:moveTo>
                  <a:pt x="88130" y="15779"/>
                </a:moveTo>
                <a:lnTo>
                  <a:pt x="85128" y="18781"/>
                </a:lnTo>
                <a:lnTo>
                  <a:pt x="85128" y="23017"/>
                </a:lnTo>
                <a:lnTo>
                  <a:pt x="83460" y="21316"/>
                </a:lnTo>
                <a:lnTo>
                  <a:pt x="83460" y="18081"/>
                </a:lnTo>
                <a:lnTo>
                  <a:pt x="85762" y="15779"/>
                </a:lnTo>
                <a:lnTo>
                  <a:pt x="88130" y="15779"/>
                </a:lnTo>
                <a:close/>
                <a:moveTo>
                  <a:pt x="91399" y="15779"/>
                </a:moveTo>
                <a:lnTo>
                  <a:pt x="87463" y="19748"/>
                </a:lnTo>
                <a:lnTo>
                  <a:pt x="87463" y="25319"/>
                </a:lnTo>
                <a:lnTo>
                  <a:pt x="85929" y="23785"/>
                </a:lnTo>
                <a:lnTo>
                  <a:pt x="85929" y="19115"/>
                </a:lnTo>
                <a:lnTo>
                  <a:pt x="89231" y="15779"/>
                </a:lnTo>
                <a:lnTo>
                  <a:pt x="91399" y="15779"/>
                </a:lnTo>
                <a:close/>
                <a:moveTo>
                  <a:pt x="95469" y="15779"/>
                </a:moveTo>
                <a:lnTo>
                  <a:pt x="98804" y="19115"/>
                </a:lnTo>
                <a:lnTo>
                  <a:pt x="98804" y="23785"/>
                </a:lnTo>
                <a:lnTo>
                  <a:pt x="97270" y="25319"/>
                </a:lnTo>
                <a:lnTo>
                  <a:pt x="97270" y="19748"/>
                </a:lnTo>
                <a:lnTo>
                  <a:pt x="93334" y="15779"/>
                </a:lnTo>
                <a:lnTo>
                  <a:pt x="95469" y="15779"/>
                </a:lnTo>
                <a:close/>
                <a:moveTo>
                  <a:pt x="98971" y="15779"/>
                </a:moveTo>
                <a:lnTo>
                  <a:pt x="101273" y="18081"/>
                </a:lnTo>
                <a:lnTo>
                  <a:pt x="101273" y="21316"/>
                </a:lnTo>
                <a:lnTo>
                  <a:pt x="99572" y="23017"/>
                </a:lnTo>
                <a:lnTo>
                  <a:pt x="99572" y="18781"/>
                </a:lnTo>
                <a:lnTo>
                  <a:pt x="96603" y="15779"/>
                </a:lnTo>
                <a:lnTo>
                  <a:pt x="98971" y="15779"/>
                </a:lnTo>
                <a:close/>
                <a:moveTo>
                  <a:pt x="102040" y="10242"/>
                </a:moveTo>
                <a:lnTo>
                  <a:pt x="103374" y="11576"/>
                </a:lnTo>
                <a:lnTo>
                  <a:pt x="103374" y="13577"/>
                </a:lnTo>
                <a:lnTo>
                  <a:pt x="101940" y="15012"/>
                </a:lnTo>
                <a:lnTo>
                  <a:pt x="100072" y="15012"/>
                </a:lnTo>
                <a:lnTo>
                  <a:pt x="102040" y="13044"/>
                </a:lnTo>
                <a:close/>
                <a:moveTo>
                  <a:pt x="118919" y="15779"/>
                </a:moveTo>
                <a:lnTo>
                  <a:pt x="116050" y="18648"/>
                </a:lnTo>
                <a:lnTo>
                  <a:pt x="115917" y="18948"/>
                </a:lnTo>
                <a:lnTo>
                  <a:pt x="115917" y="23017"/>
                </a:lnTo>
                <a:lnTo>
                  <a:pt x="114249" y="21316"/>
                </a:lnTo>
                <a:lnTo>
                  <a:pt x="114249" y="18081"/>
                </a:lnTo>
                <a:lnTo>
                  <a:pt x="116550" y="15779"/>
                </a:lnTo>
                <a:lnTo>
                  <a:pt x="118919" y="15779"/>
                </a:lnTo>
                <a:close/>
                <a:moveTo>
                  <a:pt x="122188" y="15779"/>
                </a:moveTo>
                <a:lnTo>
                  <a:pt x="118252" y="19748"/>
                </a:lnTo>
                <a:lnTo>
                  <a:pt x="118252" y="25319"/>
                </a:lnTo>
                <a:lnTo>
                  <a:pt x="116717" y="23785"/>
                </a:lnTo>
                <a:lnTo>
                  <a:pt x="116717" y="19115"/>
                </a:lnTo>
                <a:lnTo>
                  <a:pt x="120053" y="15779"/>
                </a:lnTo>
                <a:lnTo>
                  <a:pt x="122188" y="15779"/>
                </a:lnTo>
                <a:close/>
                <a:moveTo>
                  <a:pt x="126291" y="15779"/>
                </a:moveTo>
                <a:lnTo>
                  <a:pt x="129593" y="19115"/>
                </a:lnTo>
                <a:lnTo>
                  <a:pt x="129593" y="23785"/>
                </a:lnTo>
                <a:lnTo>
                  <a:pt x="128059" y="25319"/>
                </a:lnTo>
                <a:lnTo>
                  <a:pt x="128059" y="19748"/>
                </a:lnTo>
                <a:lnTo>
                  <a:pt x="124122" y="15779"/>
                </a:lnTo>
                <a:lnTo>
                  <a:pt x="126291" y="15779"/>
                </a:lnTo>
                <a:close/>
                <a:moveTo>
                  <a:pt x="129760" y="15779"/>
                </a:moveTo>
                <a:lnTo>
                  <a:pt x="132061" y="18081"/>
                </a:lnTo>
                <a:lnTo>
                  <a:pt x="132061" y="21316"/>
                </a:lnTo>
                <a:lnTo>
                  <a:pt x="130394" y="23017"/>
                </a:lnTo>
                <a:lnTo>
                  <a:pt x="130394" y="18948"/>
                </a:lnTo>
                <a:lnTo>
                  <a:pt x="130260" y="18648"/>
                </a:lnTo>
                <a:lnTo>
                  <a:pt x="127391" y="15779"/>
                </a:lnTo>
                <a:lnTo>
                  <a:pt x="129760" y="15779"/>
                </a:lnTo>
                <a:close/>
                <a:moveTo>
                  <a:pt x="132862" y="10242"/>
                </a:moveTo>
                <a:lnTo>
                  <a:pt x="134163" y="11576"/>
                </a:lnTo>
                <a:lnTo>
                  <a:pt x="134163" y="13577"/>
                </a:lnTo>
                <a:lnTo>
                  <a:pt x="132729" y="15012"/>
                </a:lnTo>
                <a:lnTo>
                  <a:pt x="130894" y="15012"/>
                </a:lnTo>
                <a:lnTo>
                  <a:pt x="132862" y="13044"/>
                </a:lnTo>
                <a:close/>
                <a:moveTo>
                  <a:pt x="149707" y="15779"/>
                </a:moveTo>
                <a:lnTo>
                  <a:pt x="146739" y="18781"/>
                </a:lnTo>
                <a:lnTo>
                  <a:pt x="146739" y="23017"/>
                </a:lnTo>
                <a:lnTo>
                  <a:pt x="145037" y="21316"/>
                </a:lnTo>
                <a:lnTo>
                  <a:pt x="145037" y="18081"/>
                </a:lnTo>
                <a:lnTo>
                  <a:pt x="147339" y="15779"/>
                </a:lnTo>
                <a:lnTo>
                  <a:pt x="149707" y="15779"/>
                </a:lnTo>
                <a:close/>
                <a:moveTo>
                  <a:pt x="153010" y="15779"/>
                </a:moveTo>
                <a:lnTo>
                  <a:pt x="149040" y="19748"/>
                </a:lnTo>
                <a:lnTo>
                  <a:pt x="149040" y="25319"/>
                </a:lnTo>
                <a:lnTo>
                  <a:pt x="147506" y="23785"/>
                </a:lnTo>
                <a:lnTo>
                  <a:pt x="147506" y="19115"/>
                </a:lnTo>
                <a:lnTo>
                  <a:pt x="150842" y="15779"/>
                </a:lnTo>
                <a:lnTo>
                  <a:pt x="153010" y="15779"/>
                </a:lnTo>
                <a:close/>
                <a:moveTo>
                  <a:pt x="157079" y="15779"/>
                </a:moveTo>
                <a:lnTo>
                  <a:pt x="160382" y="19115"/>
                </a:lnTo>
                <a:lnTo>
                  <a:pt x="160382" y="23785"/>
                </a:lnTo>
                <a:lnTo>
                  <a:pt x="158847" y="25319"/>
                </a:lnTo>
                <a:lnTo>
                  <a:pt x="158847" y="19748"/>
                </a:lnTo>
                <a:lnTo>
                  <a:pt x="154911" y="15779"/>
                </a:lnTo>
                <a:lnTo>
                  <a:pt x="157079" y="15779"/>
                </a:lnTo>
                <a:close/>
                <a:moveTo>
                  <a:pt x="160548" y="15779"/>
                </a:moveTo>
                <a:lnTo>
                  <a:pt x="162850" y="18081"/>
                </a:lnTo>
                <a:lnTo>
                  <a:pt x="162850" y="21316"/>
                </a:lnTo>
                <a:lnTo>
                  <a:pt x="161182" y="23017"/>
                </a:lnTo>
                <a:lnTo>
                  <a:pt x="161182" y="18781"/>
                </a:lnTo>
                <a:lnTo>
                  <a:pt x="158180" y="15779"/>
                </a:lnTo>
                <a:lnTo>
                  <a:pt x="160548" y="15779"/>
                </a:lnTo>
                <a:close/>
                <a:moveTo>
                  <a:pt x="163651" y="10242"/>
                </a:moveTo>
                <a:lnTo>
                  <a:pt x="164952" y="11576"/>
                </a:lnTo>
                <a:lnTo>
                  <a:pt x="164952" y="13577"/>
                </a:lnTo>
                <a:lnTo>
                  <a:pt x="163551" y="15012"/>
                </a:lnTo>
                <a:lnTo>
                  <a:pt x="161683" y="15012"/>
                </a:lnTo>
                <a:lnTo>
                  <a:pt x="163651" y="13044"/>
                </a:lnTo>
                <a:close/>
                <a:moveTo>
                  <a:pt x="180496" y="15779"/>
                </a:moveTo>
                <a:lnTo>
                  <a:pt x="177627" y="18648"/>
                </a:lnTo>
                <a:lnTo>
                  <a:pt x="177527" y="18948"/>
                </a:lnTo>
                <a:lnTo>
                  <a:pt x="177527" y="23017"/>
                </a:lnTo>
                <a:lnTo>
                  <a:pt x="175826" y="21316"/>
                </a:lnTo>
                <a:lnTo>
                  <a:pt x="175826" y="18081"/>
                </a:lnTo>
                <a:lnTo>
                  <a:pt x="178128" y="15779"/>
                </a:lnTo>
                <a:lnTo>
                  <a:pt x="180496" y="15779"/>
                </a:lnTo>
                <a:close/>
                <a:moveTo>
                  <a:pt x="183798" y="15779"/>
                </a:moveTo>
                <a:lnTo>
                  <a:pt x="179829" y="19748"/>
                </a:lnTo>
                <a:lnTo>
                  <a:pt x="179829" y="25319"/>
                </a:lnTo>
                <a:lnTo>
                  <a:pt x="178294" y="23785"/>
                </a:lnTo>
                <a:lnTo>
                  <a:pt x="178294" y="19115"/>
                </a:lnTo>
                <a:lnTo>
                  <a:pt x="181630" y="15779"/>
                </a:lnTo>
                <a:lnTo>
                  <a:pt x="183798" y="15779"/>
                </a:lnTo>
                <a:close/>
                <a:moveTo>
                  <a:pt x="187868" y="15779"/>
                </a:moveTo>
                <a:lnTo>
                  <a:pt x="191170" y="19115"/>
                </a:lnTo>
                <a:lnTo>
                  <a:pt x="191170" y="23785"/>
                </a:lnTo>
                <a:lnTo>
                  <a:pt x="189636" y="25319"/>
                </a:lnTo>
                <a:lnTo>
                  <a:pt x="189636" y="19748"/>
                </a:lnTo>
                <a:lnTo>
                  <a:pt x="185700" y="15779"/>
                </a:lnTo>
                <a:lnTo>
                  <a:pt x="187868" y="15779"/>
                </a:lnTo>
                <a:close/>
                <a:moveTo>
                  <a:pt x="191337" y="15779"/>
                </a:moveTo>
                <a:lnTo>
                  <a:pt x="193639" y="18081"/>
                </a:lnTo>
                <a:lnTo>
                  <a:pt x="193639" y="21316"/>
                </a:lnTo>
                <a:lnTo>
                  <a:pt x="191971" y="23017"/>
                </a:lnTo>
                <a:lnTo>
                  <a:pt x="191971" y="18948"/>
                </a:lnTo>
                <a:lnTo>
                  <a:pt x="191837" y="18648"/>
                </a:lnTo>
                <a:lnTo>
                  <a:pt x="188969" y="15779"/>
                </a:lnTo>
                <a:lnTo>
                  <a:pt x="191337" y="15779"/>
                </a:lnTo>
                <a:close/>
                <a:moveTo>
                  <a:pt x="194439" y="10242"/>
                </a:moveTo>
                <a:lnTo>
                  <a:pt x="195740" y="11576"/>
                </a:lnTo>
                <a:lnTo>
                  <a:pt x="195740" y="13577"/>
                </a:lnTo>
                <a:lnTo>
                  <a:pt x="194339" y="15012"/>
                </a:lnTo>
                <a:lnTo>
                  <a:pt x="192471" y="15012"/>
                </a:lnTo>
                <a:lnTo>
                  <a:pt x="194439" y="13044"/>
                </a:lnTo>
                <a:close/>
                <a:moveTo>
                  <a:pt x="211285" y="15779"/>
                </a:moveTo>
                <a:lnTo>
                  <a:pt x="208316" y="18781"/>
                </a:lnTo>
                <a:lnTo>
                  <a:pt x="208316" y="23017"/>
                </a:lnTo>
                <a:lnTo>
                  <a:pt x="206615" y="21316"/>
                </a:lnTo>
                <a:lnTo>
                  <a:pt x="206615" y="18081"/>
                </a:lnTo>
                <a:lnTo>
                  <a:pt x="208916" y="15779"/>
                </a:lnTo>
                <a:lnTo>
                  <a:pt x="211285" y="15779"/>
                </a:lnTo>
                <a:close/>
                <a:moveTo>
                  <a:pt x="214587" y="15779"/>
                </a:moveTo>
                <a:lnTo>
                  <a:pt x="210618" y="19748"/>
                </a:lnTo>
                <a:lnTo>
                  <a:pt x="210618" y="25319"/>
                </a:lnTo>
                <a:lnTo>
                  <a:pt x="209083" y="23785"/>
                </a:lnTo>
                <a:lnTo>
                  <a:pt x="209083" y="19115"/>
                </a:lnTo>
                <a:lnTo>
                  <a:pt x="212419" y="15779"/>
                </a:lnTo>
                <a:lnTo>
                  <a:pt x="214587" y="15779"/>
                </a:lnTo>
                <a:close/>
                <a:moveTo>
                  <a:pt x="218657" y="15779"/>
                </a:moveTo>
                <a:lnTo>
                  <a:pt x="221959" y="19115"/>
                </a:lnTo>
                <a:lnTo>
                  <a:pt x="221959" y="23785"/>
                </a:lnTo>
                <a:lnTo>
                  <a:pt x="220425" y="25319"/>
                </a:lnTo>
                <a:lnTo>
                  <a:pt x="220425" y="19748"/>
                </a:lnTo>
                <a:lnTo>
                  <a:pt x="216488" y="15779"/>
                </a:lnTo>
                <a:lnTo>
                  <a:pt x="218657" y="15779"/>
                </a:lnTo>
                <a:close/>
                <a:moveTo>
                  <a:pt x="222126" y="15779"/>
                </a:moveTo>
                <a:lnTo>
                  <a:pt x="224427" y="18081"/>
                </a:lnTo>
                <a:lnTo>
                  <a:pt x="224427" y="21316"/>
                </a:lnTo>
                <a:lnTo>
                  <a:pt x="222760" y="23017"/>
                </a:lnTo>
                <a:lnTo>
                  <a:pt x="222760" y="18781"/>
                </a:lnTo>
                <a:lnTo>
                  <a:pt x="219757" y="15779"/>
                </a:lnTo>
                <a:lnTo>
                  <a:pt x="222126" y="15779"/>
                </a:lnTo>
                <a:close/>
                <a:moveTo>
                  <a:pt x="225228" y="10242"/>
                </a:moveTo>
                <a:lnTo>
                  <a:pt x="226529" y="11576"/>
                </a:lnTo>
                <a:lnTo>
                  <a:pt x="226529" y="13577"/>
                </a:lnTo>
                <a:lnTo>
                  <a:pt x="225128" y="15012"/>
                </a:lnTo>
                <a:lnTo>
                  <a:pt x="223260" y="15012"/>
                </a:lnTo>
                <a:lnTo>
                  <a:pt x="225228" y="13044"/>
                </a:lnTo>
                <a:close/>
                <a:moveTo>
                  <a:pt x="234635" y="14011"/>
                </a:moveTo>
                <a:lnTo>
                  <a:pt x="235635" y="15012"/>
                </a:lnTo>
                <a:lnTo>
                  <a:pt x="231866" y="15012"/>
                </a:lnTo>
                <a:lnTo>
                  <a:pt x="234535" y="12343"/>
                </a:lnTo>
                <a:lnTo>
                  <a:pt x="234535" y="13744"/>
                </a:lnTo>
                <a:close/>
                <a:moveTo>
                  <a:pt x="234635" y="75588"/>
                </a:moveTo>
                <a:lnTo>
                  <a:pt x="235635" y="76589"/>
                </a:lnTo>
                <a:lnTo>
                  <a:pt x="231866" y="76589"/>
                </a:lnTo>
                <a:lnTo>
                  <a:pt x="234535" y="73920"/>
                </a:lnTo>
                <a:lnTo>
                  <a:pt x="234535" y="75321"/>
                </a:lnTo>
                <a:close/>
                <a:moveTo>
                  <a:pt x="234535" y="109413"/>
                </a:moveTo>
                <a:lnTo>
                  <a:pt x="234535" y="110814"/>
                </a:lnTo>
                <a:lnTo>
                  <a:pt x="231899" y="108178"/>
                </a:lnTo>
                <a:lnTo>
                  <a:pt x="235635" y="108178"/>
                </a:lnTo>
                <a:lnTo>
                  <a:pt x="234635" y="109146"/>
                </a:lnTo>
                <a:close/>
                <a:moveTo>
                  <a:pt x="227229" y="109146"/>
                </a:moveTo>
                <a:lnTo>
                  <a:pt x="226229" y="108178"/>
                </a:lnTo>
                <a:lnTo>
                  <a:pt x="229965" y="108178"/>
                </a:lnTo>
                <a:lnTo>
                  <a:pt x="227330" y="110814"/>
                </a:lnTo>
                <a:lnTo>
                  <a:pt x="227330" y="109413"/>
                </a:lnTo>
                <a:close/>
                <a:moveTo>
                  <a:pt x="227330" y="104743"/>
                </a:moveTo>
                <a:lnTo>
                  <a:pt x="229965" y="107378"/>
                </a:lnTo>
                <a:lnTo>
                  <a:pt x="226229" y="107378"/>
                </a:lnTo>
                <a:lnTo>
                  <a:pt x="227330" y="106277"/>
                </a:lnTo>
                <a:lnTo>
                  <a:pt x="227330" y="104743"/>
                </a:lnTo>
                <a:close/>
                <a:moveTo>
                  <a:pt x="227897" y="104175"/>
                </a:moveTo>
                <a:lnTo>
                  <a:pt x="229264" y="104175"/>
                </a:lnTo>
                <a:lnTo>
                  <a:pt x="229431" y="104175"/>
                </a:lnTo>
                <a:lnTo>
                  <a:pt x="230532" y="103075"/>
                </a:lnTo>
                <a:lnTo>
                  <a:pt x="230532" y="106811"/>
                </a:lnTo>
                <a:close/>
                <a:moveTo>
                  <a:pt x="230532" y="108712"/>
                </a:moveTo>
                <a:lnTo>
                  <a:pt x="230532" y="112448"/>
                </a:lnTo>
                <a:lnTo>
                  <a:pt x="229431" y="111381"/>
                </a:lnTo>
                <a:lnTo>
                  <a:pt x="227897" y="111381"/>
                </a:lnTo>
                <a:close/>
                <a:moveTo>
                  <a:pt x="231332" y="108712"/>
                </a:moveTo>
                <a:lnTo>
                  <a:pt x="233968" y="111381"/>
                </a:lnTo>
                <a:lnTo>
                  <a:pt x="232567" y="111381"/>
                </a:lnTo>
                <a:lnTo>
                  <a:pt x="232300" y="111481"/>
                </a:lnTo>
                <a:lnTo>
                  <a:pt x="231332" y="112448"/>
                </a:lnTo>
                <a:lnTo>
                  <a:pt x="231332" y="108712"/>
                </a:lnTo>
                <a:close/>
                <a:moveTo>
                  <a:pt x="231866" y="107378"/>
                </a:moveTo>
                <a:lnTo>
                  <a:pt x="234535" y="104743"/>
                </a:lnTo>
                <a:lnTo>
                  <a:pt x="234535" y="106277"/>
                </a:lnTo>
                <a:lnTo>
                  <a:pt x="235635" y="107378"/>
                </a:lnTo>
                <a:close/>
                <a:moveTo>
                  <a:pt x="231332" y="106811"/>
                </a:moveTo>
                <a:lnTo>
                  <a:pt x="231332" y="103075"/>
                </a:lnTo>
                <a:lnTo>
                  <a:pt x="232300" y="104042"/>
                </a:lnTo>
                <a:lnTo>
                  <a:pt x="232567" y="104175"/>
                </a:lnTo>
                <a:lnTo>
                  <a:pt x="233968" y="104175"/>
                </a:lnTo>
                <a:close/>
                <a:moveTo>
                  <a:pt x="230532" y="101941"/>
                </a:moveTo>
                <a:lnTo>
                  <a:pt x="229097" y="103375"/>
                </a:lnTo>
                <a:lnTo>
                  <a:pt x="227096" y="103375"/>
                </a:lnTo>
                <a:lnTo>
                  <a:pt x="225762" y="102074"/>
                </a:lnTo>
                <a:lnTo>
                  <a:pt x="228397" y="102074"/>
                </a:lnTo>
                <a:lnTo>
                  <a:pt x="228564" y="102074"/>
                </a:lnTo>
                <a:lnTo>
                  <a:pt x="230532" y="100106"/>
                </a:lnTo>
                <a:lnTo>
                  <a:pt x="230532" y="101941"/>
                </a:lnTo>
                <a:close/>
                <a:moveTo>
                  <a:pt x="228230" y="101273"/>
                </a:moveTo>
                <a:lnTo>
                  <a:pt x="224995" y="101273"/>
                </a:lnTo>
                <a:lnTo>
                  <a:pt x="223327" y="99606"/>
                </a:lnTo>
                <a:lnTo>
                  <a:pt x="227363" y="99606"/>
                </a:lnTo>
                <a:lnTo>
                  <a:pt x="227530" y="99606"/>
                </a:lnTo>
                <a:lnTo>
                  <a:pt x="230532" y="96603"/>
                </a:lnTo>
                <a:lnTo>
                  <a:pt x="230532" y="98972"/>
                </a:lnTo>
                <a:close/>
                <a:moveTo>
                  <a:pt x="227229" y="98805"/>
                </a:moveTo>
                <a:lnTo>
                  <a:pt x="222526" y="98805"/>
                </a:lnTo>
                <a:lnTo>
                  <a:pt x="220992" y="97271"/>
                </a:lnTo>
                <a:lnTo>
                  <a:pt x="226429" y="97271"/>
                </a:lnTo>
                <a:lnTo>
                  <a:pt x="226596" y="97271"/>
                </a:lnTo>
                <a:lnTo>
                  <a:pt x="230532" y="93334"/>
                </a:lnTo>
                <a:lnTo>
                  <a:pt x="230532" y="95503"/>
                </a:lnTo>
                <a:close/>
                <a:moveTo>
                  <a:pt x="203746" y="109413"/>
                </a:moveTo>
                <a:lnTo>
                  <a:pt x="203746" y="110814"/>
                </a:lnTo>
                <a:lnTo>
                  <a:pt x="201077" y="108178"/>
                </a:lnTo>
                <a:lnTo>
                  <a:pt x="204847" y="108178"/>
                </a:lnTo>
                <a:lnTo>
                  <a:pt x="203846" y="109146"/>
                </a:lnTo>
                <a:close/>
                <a:moveTo>
                  <a:pt x="196407" y="109146"/>
                </a:moveTo>
                <a:lnTo>
                  <a:pt x="195440" y="108178"/>
                </a:lnTo>
                <a:lnTo>
                  <a:pt x="199176" y="108178"/>
                </a:lnTo>
                <a:lnTo>
                  <a:pt x="196541" y="110814"/>
                </a:lnTo>
                <a:lnTo>
                  <a:pt x="196541" y="109413"/>
                </a:lnTo>
                <a:close/>
                <a:moveTo>
                  <a:pt x="192538" y="99606"/>
                </a:moveTo>
                <a:lnTo>
                  <a:pt x="196741" y="99606"/>
                </a:lnTo>
                <a:lnTo>
                  <a:pt x="199743" y="96603"/>
                </a:lnTo>
                <a:lnTo>
                  <a:pt x="199743" y="98972"/>
                </a:lnTo>
                <a:lnTo>
                  <a:pt x="197441" y="101273"/>
                </a:lnTo>
                <a:lnTo>
                  <a:pt x="194206" y="101273"/>
                </a:lnTo>
                <a:close/>
                <a:moveTo>
                  <a:pt x="190203" y="97271"/>
                </a:moveTo>
                <a:lnTo>
                  <a:pt x="195807" y="97271"/>
                </a:lnTo>
                <a:lnTo>
                  <a:pt x="199743" y="93334"/>
                </a:lnTo>
                <a:lnTo>
                  <a:pt x="199743" y="95503"/>
                </a:lnTo>
                <a:lnTo>
                  <a:pt x="196441" y="98805"/>
                </a:lnTo>
                <a:lnTo>
                  <a:pt x="191737" y="98805"/>
                </a:lnTo>
                <a:close/>
                <a:moveTo>
                  <a:pt x="177761" y="98805"/>
                </a:moveTo>
                <a:lnTo>
                  <a:pt x="173057" y="98805"/>
                </a:lnTo>
                <a:lnTo>
                  <a:pt x="169755" y="95503"/>
                </a:lnTo>
                <a:lnTo>
                  <a:pt x="169755" y="93334"/>
                </a:lnTo>
                <a:lnTo>
                  <a:pt x="173691" y="97271"/>
                </a:lnTo>
                <a:lnTo>
                  <a:pt x="179262" y="97271"/>
                </a:lnTo>
                <a:close/>
                <a:moveTo>
                  <a:pt x="175292" y="101273"/>
                </a:moveTo>
                <a:lnTo>
                  <a:pt x="172023" y="101273"/>
                </a:lnTo>
                <a:lnTo>
                  <a:pt x="169755" y="98972"/>
                </a:lnTo>
                <a:lnTo>
                  <a:pt x="169755" y="96603"/>
                </a:lnTo>
                <a:lnTo>
                  <a:pt x="172724" y="99606"/>
                </a:lnTo>
                <a:lnTo>
                  <a:pt x="176960" y="99606"/>
                </a:lnTo>
                <a:close/>
                <a:moveTo>
                  <a:pt x="173191" y="103375"/>
                </a:moveTo>
                <a:lnTo>
                  <a:pt x="171156" y="103375"/>
                </a:lnTo>
                <a:lnTo>
                  <a:pt x="169755" y="101941"/>
                </a:lnTo>
                <a:lnTo>
                  <a:pt x="169755" y="100106"/>
                </a:lnTo>
                <a:lnTo>
                  <a:pt x="171723" y="102074"/>
                </a:lnTo>
                <a:lnTo>
                  <a:pt x="174492" y="102074"/>
                </a:lnTo>
                <a:close/>
                <a:moveTo>
                  <a:pt x="172957" y="109413"/>
                </a:moveTo>
                <a:lnTo>
                  <a:pt x="172957" y="110814"/>
                </a:lnTo>
                <a:lnTo>
                  <a:pt x="170289" y="108178"/>
                </a:lnTo>
                <a:lnTo>
                  <a:pt x="174025" y="108178"/>
                </a:lnTo>
                <a:lnTo>
                  <a:pt x="173057" y="109146"/>
                </a:lnTo>
                <a:close/>
                <a:moveTo>
                  <a:pt x="165619" y="109146"/>
                </a:moveTo>
                <a:lnTo>
                  <a:pt x="164651" y="108178"/>
                </a:lnTo>
                <a:lnTo>
                  <a:pt x="168387" y="108178"/>
                </a:lnTo>
                <a:lnTo>
                  <a:pt x="165752" y="110814"/>
                </a:lnTo>
                <a:lnTo>
                  <a:pt x="165752" y="109413"/>
                </a:lnTo>
                <a:close/>
                <a:moveTo>
                  <a:pt x="161749" y="99606"/>
                </a:moveTo>
                <a:lnTo>
                  <a:pt x="165786" y="99606"/>
                </a:lnTo>
                <a:lnTo>
                  <a:pt x="165952" y="99606"/>
                </a:lnTo>
                <a:lnTo>
                  <a:pt x="168954" y="96603"/>
                </a:lnTo>
                <a:lnTo>
                  <a:pt x="168954" y="98972"/>
                </a:lnTo>
                <a:lnTo>
                  <a:pt x="166653" y="101273"/>
                </a:lnTo>
                <a:lnTo>
                  <a:pt x="163417" y="101273"/>
                </a:lnTo>
                <a:close/>
                <a:moveTo>
                  <a:pt x="159414" y="97271"/>
                </a:moveTo>
                <a:lnTo>
                  <a:pt x="164852" y="97271"/>
                </a:lnTo>
                <a:lnTo>
                  <a:pt x="164985" y="97271"/>
                </a:lnTo>
                <a:lnTo>
                  <a:pt x="168954" y="93334"/>
                </a:lnTo>
                <a:lnTo>
                  <a:pt x="168954" y="95503"/>
                </a:lnTo>
                <a:lnTo>
                  <a:pt x="165619" y="98805"/>
                </a:lnTo>
                <a:lnTo>
                  <a:pt x="160949" y="98805"/>
                </a:lnTo>
                <a:close/>
                <a:moveTo>
                  <a:pt x="142135" y="109413"/>
                </a:moveTo>
                <a:lnTo>
                  <a:pt x="142135" y="110814"/>
                </a:lnTo>
                <a:lnTo>
                  <a:pt x="139500" y="108178"/>
                </a:lnTo>
                <a:lnTo>
                  <a:pt x="143236" y="108178"/>
                </a:lnTo>
                <a:lnTo>
                  <a:pt x="142269" y="109146"/>
                </a:lnTo>
                <a:close/>
                <a:moveTo>
                  <a:pt x="134830" y="109146"/>
                </a:moveTo>
                <a:lnTo>
                  <a:pt x="133863" y="108178"/>
                </a:lnTo>
                <a:lnTo>
                  <a:pt x="137599" y="108178"/>
                </a:lnTo>
                <a:lnTo>
                  <a:pt x="134964" y="110814"/>
                </a:lnTo>
                <a:lnTo>
                  <a:pt x="134964" y="109413"/>
                </a:lnTo>
                <a:close/>
                <a:moveTo>
                  <a:pt x="130927" y="99606"/>
                </a:moveTo>
                <a:lnTo>
                  <a:pt x="135164" y="99606"/>
                </a:lnTo>
                <a:lnTo>
                  <a:pt x="138166" y="96603"/>
                </a:lnTo>
                <a:lnTo>
                  <a:pt x="138166" y="98972"/>
                </a:lnTo>
                <a:lnTo>
                  <a:pt x="135864" y="101273"/>
                </a:lnTo>
                <a:lnTo>
                  <a:pt x="132629" y="101273"/>
                </a:lnTo>
                <a:close/>
                <a:moveTo>
                  <a:pt x="128626" y="97271"/>
                </a:moveTo>
                <a:lnTo>
                  <a:pt x="134196" y="97271"/>
                </a:lnTo>
                <a:lnTo>
                  <a:pt x="138166" y="93334"/>
                </a:lnTo>
                <a:lnTo>
                  <a:pt x="138166" y="95503"/>
                </a:lnTo>
                <a:lnTo>
                  <a:pt x="134830" y="98805"/>
                </a:lnTo>
                <a:lnTo>
                  <a:pt x="130160" y="98805"/>
                </a:lnTo>
                <a:close/>
                <a:moveTo>
                  <a:pt x="116150" y="98805"/>
                </a:moveTo>
                <a:lnTo>
                  <a:pt x="111480" y="98805"/>
                </a:lnTo>
                <a:lnTo>
                  <a:pt x="108144" y="95503"/>
                </a:lnTo>
                <a:lnTo>
                  <a:pt x="108144" y="93334"/>
                </a:lnTo>
                <a:lnTo>
                  <a:pt x="112114" y="97271"/>
                </a:lnTo>
                <a:lnTo>
                  <a:pt x="117685" y="97271"/>
                </a:lnTo>
                <a:close/>
                <a:moveTo>
                  <a:pt x="113682" y="101273"/>
                </a:moveTo>
                <a:lnTo>
                  <a:pt x="110446" y="101273"/>
                </a:lnTo>
                <a:lnTo>
                  <a:pt x="108144" y="98972"/>
                </a:lnTo>
                <a:lnTo>
                  <a:pt x="108144" y="96603"/>
                </a:lnTo>
                <a:lnTo>
                  <a:pt x="111147" y="99606"/>
                </a:lnTo>
                <a:lnTo>
                  <a:pt x="115383" y="99606"/>
                </a:lnTo>
                <a:close/>
                <a:moveTo>
                  <a:pt x="111580" y="103375"/>
                </a:moveTo>
                <a:lnTo>
                  <a:pt x="109579" y="103375"/>
                </a:lnTo>
                <a:lnTo>
                  <a:pt x="108144" y="101941"/>
                </a:lnTo>
                <a:lnTo>
                  <a:pt x="108144" y="100106"/>
                </a:lnTo>
                <a:lnTo>
                  <a:pt x="110112" y="102074"/>
                </a:lnTo>
                <a:lnTo>
                  <a:pt x="112914" y="102074"/>
                </a:lnTo>
                <a:close/>
                <a:moveTo>
                  <a:pt x="111347" y="109413"/>
                </a:moveTo>
                <a:lnTo>
                  <a:pt x="111347" y="110814"/>
                </a:lnTo>
                <a:lnTo>
                  <a:pt x="108711" y="108178"/>
                </a:lnTo>
                <a:lnTo>
                  <a:pt x="112447" y="108178"/>
                </a:lnTo>
                <a:lnTo>
                  <a:pt x="111480" y="109146"/>
                </a:lnTo>
                <a:close/>
                <a:moveTo>
                  <a:pt x="104041" y="109146"/>
                </a:moveTo>
                <a:lnTo>
                  <a:pt x="103074" y="108178"/>
                </a:lnTo>
                <a:lnTo>
                  <a:pt x="106810" y="108178"/>
                </a:lnTo>
                <a:lnTo>
                  <a:pt x="104175" y="110814"/>
                </a:lnTo>
                <a:lnTo>
                  <a:pt x="104175" y="109413"/>
                </a:lnTo>
                <a:close/>
                <a:moveTo>
                  <a:pt x="100139" y="99606"/>
                </a:moveTo>
                <a:lnTo>
                  <a:pt x="104208" y="99606"/>
                </a:lnTo>
                <a:lnTo>
                  <a:pt x="104375" y="99606"/>
                </a:lnTo>
                <a:lnTo>
                  <a:pt x="107377" y="96603"/>
                </a:lnTo>
                <a:lnTo>
                  <a:pt x="107377" y="98972"/>
                </a:lnTo>
                <a:lnTo>
                  <a:pt x="105076" y="101273"/>
                </a:lnTo>
                <a:lnTo>
                  <a:pt x="101807" y="101273"/>
                </a:lnTo>
                <a:close/>
                <a:moveTo>
                  <a:pt x="97837" y="97271"/>
                </a:moveTo>
                <a:lnTo>
                  <a:pt x="103241" y="97271"/>
                </a:lnTo>
                <a:lnTo>
                  <a:pt x="103408" y="97271"/>
                </a:lnTo>
                <a:lnTo>
                  <a:pt x="107344" y="93334"/>
                </a:lnTo>
                <a:lnTo>
                  <a:pt x="107344" y="95503"/>
                </a:lnTo>
                <a:lnTo>
                  <a:pt x="104041" y="98805"/>
                </a:lnTo>
                <a:lnTo>
                  <a:pt x="99371" y="98805"/>
                </a:lnTo>
                <a:close/>
                <a:moveTo>
                  <a:pt x="80558" y="109413"/>
                </a:moveTo>
                <a:lnTo>
                  <a:pt x="80558" y="110814"/>
                </a:lnTo>
                <a:lnTo>
                  <a:pt x="77923" y="108178"/>
                </a:lnTo>
                <a:lnTo>
                  <a:pt x="81659" y="108178"/>
                </a:lnTo>
                <a:lnTo>
                  <a:pt x="80691" y="109146"/>
                </a:lnTo>
                <a:close/>
                <a:moveTo>
                  <a:pt x="73253" y="109146"/>
                </a:moveTo>
                <a:lnTo>
                  <a:pt x="72285" y="108178"/>
                </a:lnTo>
                <a:lnTo>
                  <a:pt x="76021" y="108178"/>
                </a:lnTo>
                <a:lnTo>
                  <a:pt x="73386" y="110814"/>
                </a:lnTo>
                <a:lnTo>
                  <a:pt x="73386" y="109413"/>
                </a:lnTo>
                <a:close/>
                <a:moveTo>
                  <a:pt x="69350" y="99606"/>
                </a:moveTo>
                <a:lnTo>
                  <a:pt x="73586" y="99606"/>
                </a:lnTo>
                <a:lnTo>
                  <a:pt x="76589" y="96603"/>
                </a:lnTo>
                <a:lnTo>
                  <a:pt x="76589" y="98972"/>
                </a:lnTo>
                <a:lnTo>
                  <a:pt x="74287" y="101273"/>
                </a:lnTo>
                <a:lnTo>
                  <a:pt x="71018" y="101273"/>
                </a:lnTo>
                <a:close/>
                <a:moveTo>
                  <a:pt x="67048" y="97271"/>
                </a:moveTo>
                <a:lnTo>
                  <a:pt x="72619" y="97271"/>
                </a:lnTo>
                <a:lnTo>
                  <a:pt x="76589" y="93334"/>
                </a:lnTo>
                <a:lnTo>
                  <a:pt x="76589" y="95503"/>
                </a:lnTo>
                <a:lnTo>
                  <a:pt x="73253" y="98805"/>
                </a:lnTo>
                <a:lnTo>
                  <a:pt x="68583" y="98805"/>
                </a:lnTo>
                <a:close/>
                <a:moveTo>
                  <a:pt x="54573" y="98805"/>
                </a:moveTo>
                <a:lnTo>
                  <a:pt x="49903" y="98805"/>
                </a:lnTo>
                <a:lnTo>
                  <a:pt x="46567" y="95503"/>
                </a:lnTo>
                <a:lnTo>
                  <a:pt x="46567" y="93334"/>
                </a:lnTo>
                <a:lnTo>
                  <a:pt x="50537" y="97271"/>
                </a:lnTo>
                <a:lnTo>
                  <a:pt x="56107" y="97271"/>
                </a:lnTo>
                <a:close/>
                <a:moveTo>
                  <a:pt x="52104" y="101273"/>
                </a:moveTo>
                <a:lnTo>
                  <a:pt x="48869" y="101273"/>
                </a:lnTo>
                <a:lnTo>
                  <a:pt x="46567" y="98972"/>
                </a:lnTo>
                <a:lnTo>
                  <a:pt x="46567" y="96603"/>
                </a:lnTo>
                <a:lnTo>
                  <a:pt x="49569" y="99606"/>
                </a:lnTo>
                <a:lnTo>
                  <a:pt x="53806" y="99606"/>
                </a:lnTo>
                <a:close/>
                <a:moveTo>
                  <a:pt x="50003" y="103375"/>
                </a:moveTo>
                <a:lnTo>
                  <a:pt x="48001" y="103375"/>
                </a:lnTo>
                <a:lnTo>
                  <a:pt x="46567" y="101941"/>
                </a:lnTo>
                <a:lnTo>
                  <a:pt x="46567" y="100106"/>
                </a:lnTo>
                <a:lnTo>
                  <a:pt x="48535" y="102074"/>
                </a:lnTo>
                <a:lnTo>
                  <a:pt x="51337" y="102074"/>
                </a:lnTo>
                <a:close/>
                <a:moveTo>
                  <a:pt x="49769" y="109413"/>
                </a:moveTo>
                <a:lnTo>
                  <a:pt x="49769" y="110814"/>
                </a:lnTo>
                <a:lnTo>
                  <a:pt x="47134" y="108178"/>
                </a:lnTo>
                <a:lnTo>
                  <a:pt x="50870" y="108178"/>
                </a:lnTo>
                <a:lnTo>
                  <a:pt x="49903" y="109146"/>
                </a:lnTo>
                <a:close/>
                <a:moveTo>
                  <a:pt x="42464" y="109146"/>
                </a:moveTo>
                <a:lnTo>
                  <a:pt x="41497" y="108178"/>
                </a:lnTo>
                <a:lnTo>
                  <a:pt x="45233" y="108178"/>
                </a:lnTo>
                <a:lnTo>
                  <a:pt x="42564" y="110814"/>
                </a:lnTo>
                <a:lnTo>
                  <a:pt x="42564" y="109413"/>
                </a:lnTo>
                <a:close/>
                <a:moveTo>
                  <a:pt x="38561" y="99606"/>
                </a:moveTo>
                <a:lnTo>
                  <a:pt x="42631" y="99606"/>
                </a:lnTo>
                <a:lnTo>
                  <a:pt x="42798" y="99606"/>
                </a:lnTo>
                <a:lnTo>
                  <a:pt x="45800" y="96603"/>
                </a:lnTo>
                <a:lnTo>
                  <a:pt x="45800" y="98972"/>
                </a:lnTo>
                <a:lnTo>
                  <a:pt x="43498" y="101273"/>
                </a:lnTo>
                <a:lnTo>
                  <a:pt x="40229" y="101273"/>
                </a:lnTo>
                <a:close/>
                <a:moveTo>
                  <a:pt x="36260" y="97271"/>
                </a:moveTo>
                <a:lnTo>
                  <a:pt x="41664" y="97271"/>
                </a:lnTo>
                <a:lnTo>
                  <a:pt x="41830" y="97271"/>
                </a:lnTo>
                <a:lnTo>
                  <a:pt x="45767" y="93334"/>
                </a:lnTo>
                <a:lnTo>
                  <a:pt x="45767" y="95503"/>
                </a:lnTo>
                <a:lnTo>
                  <a:pt x="42464" y="98805"/>
                </a:lnTo>
                <a:lnTo>
                  <a:pt x="37761" y="98805"/>
                </a:lnTo>
                <a:close/>
                <a:moveTo>
                  <a:pt x="18981" y="109413"/>
                </a:moveTo>
                <a:lnTo>
                  <a:pt x="18981" y="110814"/>
                </a:lnTo>
                <a:lnTo>
                  <a:pt x="16346" y="108178"/>
                </a:lnTo>
                <a:lnTo>
                  <a:pt x="20082" y="108178"/>
                </a:lnTo>
                <a:lnTo>
                  <a:pt x="19114" y="109146"/>
                </a:lnTo>
                <a:close/>
                <a:moveTo>
                  <a:pt x="11675" y="109146"/>
                </a:moveTo>
                <a:lnTo>
                  <a:pt x="10675" y="108178"/>
                </a:lnTo>
                <a:lnTo>
                  <a:pt x="14444" y="108178"/>
                </a:lnTo>
                <a:lnTo>
                  <a:pt x="11776" y="110814"/>
                </a:lnTo>
                <a:lnTo>
                  <a:pt x="11776" y="109413"/>
                </a:lnTo>
                <a:close/>
                <a:moveTo>
                  <a:pt x="15778" y="103075"/>
                </a:moveTo>
                <a:lnTo>
                  <a:pt x="16879" y="104175"/>
                </a:lnTo>
                <a:lnTo>
                  <a:pt x="17046" y="104175"/>
                </a:lnTo>
                <a:lnTo>
                  <a:pt x="18414" y="104175"/>
                </a:lnTo>
                <a:lnTo>
                  <a:pt x="15778" y="106811"/>
                </a:lnTo>
                <a:close/>
                <a:moveTo>
                  <a:pt x="14978" y="106811"/>
                </a:moveTo>
                <a:lnTo>
                  <a:pt x="12343" y="104175"/>
                </a:lnTo>
                <a:lnTo>
                  <a:pt x="13744" y="104175"/>
                </a:lnTo>
                <a:lnTo>
                  <a:pt x="14011" y="104042"/>
                </a:lnTo>
                <a:lnTo>
                  <a:pt x="14978" y="103075"/>
                </a:lnTo>
                <a:close/>
                <a:moveTo>
                  <a:pt x="14978" y="101941"/>
                </a:moveTo>
                <a:lnTo>
                  <a:pt x="13577" y="103375"/>
                </a:lnTo>
                <a:lnTo>
                  <a:pt x="11542" y="103375"/>
                </a:lnTo>
                <a:lnTo>
                  <a:pt x="10241" y="102074"/>
                </a:lnTo>
                <a:lnTo>
                  <a:pt x="13010" y="102074"/>
                </a:lnTo>
                <a:lnTo>
                  <a:pt x="14978" y="100106"/>
                </a:lnTo>
                <a:lnTo>
                  <a:pt x="14978" y="101941"/>
                </a:lnTo>
                <a:close/>
                <a:moveTo>
                  <a:pt x="11776" y="104743"/>
                </a:moveTo>
                <a:lnTo>
                  <a:pt x="14411" y="107378"/>
                </a:lnTo>
                <a:lnTo>
                  <a:pt x="10675" y="107378"/>
                </a:lnTo>
                <a:lnTo>
                  <a:pt x="11776" y="106277"/>
                </a:lnTo>
                <a:lnTo>
                  <a:pt x="11776" y="104743"/>
                </a:lnTo>
                <a:close/>
                <a:moveTo>
                  <a:pt x="14978" y="108712"/>
                </a:moveTo>
                <a:lnTo>
                  <a:pt x="14978" y="112448"/>
                </a:lnTo>
                <a:lnTo>
                  <a:pt x="14011" y="111481"/>
                </a:lnTo>
                <a:lnTo>
                  <a:pt x="13744" y="111381"/>
                </a:lnTo>
                <a:lnTo>
                  <a:pt x="12343" y="111381"/>
                </a:lnTo>
                <a:close/>
                <a:moveTo>
                  <a:pt x="15778" y="108712"/>
                </a:moveTo>
                <a:lnTo>
                  <a:pt x="18414" y="111381"/>
                </a:lnTo>
                <a:lnTo>
                  <a:pt x="16879" y="111381"/>
                </a:lnTo>
                <a:lnTo>
                  <a:pt x="15778" y="112448"/>
                </a:lnTo>
                <a:close/>
                <a:moveTo>
                  <a:pt x="16346" y="107378"/>
                </a:moveTo>
                <a:lnTo>
                  <a:pt x="18981" y="104743"/>
                </a:lnTo>
                <a:lnTo>
                  <a:pt x="18981" y="106277"/>
                </a:lnTo>
                <a:lnTo>
                  <a:pt x="20082" y="107378"/>
                </a:lnTo>
                <a:close/>
                <a:moveTo>
                  <a:pt x="19214" y="103375"/>
                </a:moveTo>
                <a:lnTo>
                  <a:pt x="17213" y="103375"/>
                </a:lnTo>
                <a:lnTo>
                  <a:pt x="15778" y="101941"/>
                </a:lnTo>
                <a:lnTo>
                  <a:pt x="15778" y="100106"/>
                </a:lnTo>
                <a:lnTo>
                  <a:pt x="17747" y="102074"/>
                </a:lnTo>
                <a:lnTo>
                  <a:pt x="17913" y="102074"/>
                </a:lnTo>
                <a:lnTo>
                  <a:pt x="20515" y="102074"/>
                </a:lnTo>
                <a:close/>
                <a:moveTo>
                  <a:pt x="21316" y="101273"/>
                </a:moveTo>
                <a:lnTo>
                  <a:pt x="18080" y="101273"/>
                </a:lnTo>
                <a:lnTo>
                  <a:pt x="15778" y="98972"/>
                </a:lnTo>
                <a:lnTo>
                  <a:pt x="15778" y="96603"/>
                </a:lnTo>
                <a:lnTo>
                  <a:pt x="18781" y="99606"/>
                </a:lnTo>
                <a:lnTo>
                  <a:pt x="18914" y="99606"/>
                </a:lnTo>
                <a:lnTo>
                  <a:pt x="22984" y="99606"/>
                </a:lnTo>
                <a:close/>
                <a:moveTo>
                  <a:pt x="23784" y="98805"/>
                </a:moveTo>
                <a:lnTo>
                  <a:pt x="19081" y="98805"/>
                </a:lnTo>
                <a:lnTo>
                  <a:pt x="15778" y="95503"/>
                </a:lnTo>
                <a:lnTo>
                  <a:pt x="15778" y="93334"/>
                </a:lnTo>
                <a:lnTo>
                  <a:pt x="19715" y="97271"/>
                </a:lnTo>
                <a:lnTo>
                  <a:pt x="19881" y="97271"/>
                </a:lnTo>
                <a:lnTo>
                  <a:pt x="25319" y="97271"/>
                </a:lnTo>
                <a:close/>
                <a:moveTo>
                  <a:pt x="11675" y="47568"/>
                </a:moveTo>
                <a:lnTo>
                  <a:pt x="10675" y="46568"/>
                </a:lnTo>
                <a:lnTo>
                  <a:pt x="14444" y="46568"/>
                </a:lnTo>
                <a:lnTo>
                  <a:pt x="11776" y="49236"/>
                </a:lnTo>
                <a:lnTo>
                  <a:pt x="11776" y="47835"/>
                </a:lnTo>
                <a:close/>
                <a:moveTo>
                  <a:pt x="11776" y="13744"/>
                </a:moveTo>
                <a:lnTo>
                  <a:pt x="11776" y="12343"/>
                </a:lnTo>
                <a:lnTo>
                  <a:pt x="14411" y="15012"/>
                </a:lnTo>
                <a:lnTo>
                  <a:pt x="10675" y="15012"/>
                </a:lnTo>
                <a:lnTo>
                  <a:pt x="11675" y="14011"/>
                </a:lnTo>
                <a:close/>
                <a:moveTo>
                  <a:pt x="19114" y="14011"/>
                </a:moveTo>
                <a:lnTo>
                  <a:pt x="20082" y="15012"/>
                </a:lnTo>
                <a:lnTo>
                  <a:pt x="16346" y="15012"/>
                </a:lnTo>
                <a:lnTo>
                  <a:pt x="18981" y="12343"/>
                </a:lnTo>
                <a:lnTo>
                  <a:pt x="18981" y="13744"/>
                </a:lnTo>
                <a:close/>
                <a:moveTo>
                  <a:pt x="18981" y="18447"/>
                </a:moveTo>
                <a:lnTo>
                  <a:pt x="16346" y="15779"/>
                </a:lnTo>
                <a:lnTo>
                  <a:pt x="20082" y="15779"/>
                </a:lnTo>
                <a:lnTo>
                  <a:pt x="18981" y="16880"/>
                </a:lnTo>
                <a:lnTo>
                  <a:pt x="18981" y="18447"/>
                </a:lnTo>
                <a:close/>
                <a:moveTo>
                  <a:pt x="18414" y="18981"/>
                </a:moveTo>
                <a:lnTo>
                  <a:pt x="17046" y="18981"/>
                </a:lnTo>
                <a:lnTo>
                  <a:pt x="16879" y="18981"/>
                </a:lnTo>
                <a:lnTo>
                  <a:pt x="15778" y="20082"/>
                </a:lnTo>
                <a:lnTo>
                  <a:pt x="15778" y="16346"/>
                </a:lnTo>
                <a:close/>
                <a:moveTo>
                  <a:pt x="15778" y="14445"/>
                </a:moveTo>
                <a:lnTo>
                  <a:pt x="15778" y="10709"/>
                </a:lnTo>
                <a:lnTo>
                  <a:pt x="16879" y="11776"/>
                </a:lnTo>
                <a:lnTo>
                  <a:pt x="18414" y="11776"/>
                </a:lnTo>
                <a:close/>
                <a:moveTo>
                  <a:pt x="14978" y="14445"/>
                </a:moveTo>
                <a:lnTo>
                  <a:pt x="12343" y="11776"/>
                </a:lnTo>
                <a:lnTo>
                  <a:pt x="13744" y="11776"/>
                </a:lnTo>
                <a:lnTo>
                  <a:pt x="14011" y="11676"/>
                </a:lnTo>
                <a:lnTo>
                  <a:pt x="14978" y="10709"/>
                </a:lnTo>
                <a:close/>
                <a:moveTo>
                  <a:pt x="14444" y="15779"/>
                </a:moveTo>
                <a:lnTo>
                  <a:pt x="11776" y="18414"/>
                </a:lnTo>
                <a:lnTo>
                  <a:pt x="11776" y="16880"/>
                </a:lnTo>
                <a:lnTo>
                  <a:pt x="10675" y="15779"/>
                </a:lnTo>
                <a:close/>
                <a:moveTo>
                  <a:pt x="14978" y="16346"/>
                </a:moveTo>
                <a:lnTo>
                  <a:pt x="14978" y="20082"/>
                </a:lnTo>
                <a:lnTo>
                  <a:pt x="14011" y="19115"/>
                </a:lnTo>
                <a:lnTo>
                  <a:pt x="13744" y="18981"/>
                </a:lnTo>
                <a:lnTo>
                  <a:pt x="12343" y="18981"/>
                </a:lnTo>
                <a:close/>
                <a:moveTo>
                  <a:pt x="15778" y="21216"/>
                </a:moveTo>
                <a:lnTo>
                  <a:pt x="17213" y="19782"/>
                </a:lnTo>
                <a:lnTo>
                  <a:pt x="19214" y="19782"/>
                </a:lnTo>
                <a:lnTo>
                  <a:pt x="20515" y="21083"/>
                </a:lnTo>
                <a:lnTo>
                  <a:pt x="17913" y="21083"/>
                </a:lnTo>
                <a:lnTo>
                  <a:pt x="17747" y="21083"/>
                </a:lnTo>
                <a:lnTo>
                  <a:pt x="15778" y="23051"/>
                </a:lnTo>
                <a:close/>
                <a:moveTo>
                  <a:pt x="18080" y="21883"/>
                </a:moveTo>
                <a:lnTo>
                  <a:pt x="21316" y="21883"/>
                </a:lnTo>
                <a:lnTo>
                  <a:pt x="23017" y="23551"/>
                </a:lnTo>
                <a:lnTo>
                  <a:pt x="18947" y="23551"/>
                </a:lnTo>
                <a:lnTo>
                  <a:pt x="18781" y="23551"/>
                </a:lnTo>
                <a:lnTo>
                  <a:pt x="15778" y="26553"/>
                </a:lnTo>
                <a:lnTo>
                  <a:pt x="15778" y="24185"/>
                </a:lnTo>
                <a:close/>
                <a:moveTo>
                  <a:pt x="19081" y="24352"/>
                </a:moveTo>
                <a:lnTo>
                  <a:pt x="23784" y="24352"/>
                </a:lnTo>
                <a:lnTo>
                  <a:pt x="25319" y="25886"/>
                </a:lnTo>
                <a:lnTo>
                  <a:pt x="19881" y="25886"/>
                </a:lnTo>
                <a:lnTo>
                  <a:pt x="19748" y="25886"/>
                </a:lnTo>
                <a:lnTo>
                  <a:pt x="15778" y="29822"/>
                </a:lnTo>
                <a:lnTo>
                  <a:pt x="15778" y="27654"/>
                </a:lnTo>
                <a:close/>
                <a:moveTo>
                  <a:pt x="42564" y="13744"/>
                </a:moveTo>
                <a:lnTo>
                  <a:pt x="42564" y="12343"/>
                </a:lnTo>
                <a:lnTo>
                  <a:pt x="45233" y="15012"/>
                </a:lnTo>
                <a:lnTo>
                  <a:pt x="41497" y="15012"/>
                </a:lnTo>
                <a:lnTo>
                  <a:pt x="42464" y="14011"/>
                </a:lnTo>
                <a:close/>
                <a:moveTo>
                  <a:pt x="49903" y="14011"/>
                </a:moveTo>
                <a:lnTo>
                  <a:pt x="50870" y="15012"/>
                </a:lnTo>
                <a:lnTo>
                  <a:pt x="47134" y="15012"/>
                </a:lnTo>
                <a:lnTo>
                  <a:pt x="49769" y="12343"/>
                </a:lnTo>
                <a:lnTo>
                  <a:pt x="49769" y="13744"/>
                </a:lnTo>
                <a:close/>
                <a:moveTo>
                  <a:pt x="53772" y="23551"/>
                </a:moveTo>
                <a:lnTo>
                  <a:pt x="49569" y="23551"/>
                </a:lnTo>
                <a:lnTo>
                  <a:pt x="46567" y="26553"/>
                </a:lnTo>
                <a:lnTo>
                  <a:pt x="46567" y="24185"/>
                </a:lnTo>
                <a:lnTo>
                  <a:pt x="48869" y="21883"/>
                </a:lnTo>
                <a:lnTo>
                  <a:pt x="52104" y="21883"/>
                </a:lnTo>
                <a:close/>
                <a:moveTo>
                  <a:pt x="56107" y="25886"/>
                </a:moveTo>
                <a:lnTo>
                  <a:pt x="50537" y="25886"/>
                </a:lnTo>
                <a:lnTo>
                  <a:pt x="46567" y="29822"/>
                </a:lnTo>
                <a:lnTo>
                  <a:pt x="46567" y="27654"/>
                </a:lnTo>
                <a:lnTo>
                  <a:pt x="49903" y="24352"/>
                </a:lnTo>
                <a:lnTo>
                  <a:pt x="54573" y="24352"/>
                </a:lnTo>
                <a:close/>
                <a:moveTo>
                  <a:pt x="68583" y="24352"/>
                </a:moveTo>
                <a:lnTo>
                  <a:pt x="73253" y="24352"/>
                </a:lnTo>
                <a:lnTo>
                  <a:pt x="76555" y="27654"/>
                </a:lnTo>
                <a:lnTo>
                  <a:pt x="76555" y="29822"/>
                </a:lnTo>
                <a:lnTo>
                  <a:pt x="72619" y="25886"/>
                </a:lnTo>
                <a:lnTo>
                  <a:pt x="67048" y="25886"/>
                </a:lnTo>
                <a:close/>
                <a:moveTo>
                  <a:pt x="71018" y="21883"/>
                </a:moveTo>
                <a:lnTo>
                  <a:pt x="74287" y="21883"/>
                </a:lnTo>
                <a:lnTo>
                  <a:pt x="76589" y="24185"/>
                </a:lnTo>
                <a:lnTo>
                  <a:pt x="76589" y="26553"/>
                </a:lnTo>
                <a:lnTo>
                  <a:pt x="73586" y="23551"/>
                </a:lnTo>
                <a:lnTo>
                  <a:pt x="69350" y="23551"/>
                </a:lnTo>
                <a:close/>
                <a:moveTo>
                  <a:pt x="73153" y="19782"/>
                </a:moveTo>
                <a:lnTo>
                  <a:pt x="75154" y="19782"/>
                </a:lnTo>
                <a:lnTo>
                  <a:pt x="76555" y="21216"/>
                </a:lnTo>
                <a:lnTo>
                  <a:pt x="76555" y="23051"/>
                </a:lnTo>
                <a:lnTo>
                  <a:pt x="74587" y="21083"/>
                </a:lnTo>
                <a:lnTo>
                  <a:pt x="71818" y="21083"/>
                </a:lnTo>
                <a:close/>
                <a:moveTo>
                  <a:pt x="73386" y="13744"/>
                </a:moveTo>
                <a:lnTo>
                  <a:pt x="73386" y="12343"/>
                </a:lnTo>
                <a:lnTo>
                  <a:pt x="76021" y="15012"/>
                </a:lnTo>
                <a:lnTo>
                  <a:pt x="72285" y="15012"/>
                </a:lnTo>
                <a:lnTo>
                  <a:pt x="73253" y="14011"/>
                </a:lnTo>
                <a:close/>
                <a:moveTo>
                  <a:pt x="80691" y="14011"/>
                </a:moveTo>
                <a:lnTo>
                  <a:pt x="81659" y="15012"/>
                </a:lnTo>
                <a:lnTo>
                  <a:pt x="77923" y="15012"/>
                </a:lnTo>
                <a:lnTo>
                  <a:pt x="80558" y="12343"/>
                </a:lnTo>
                <a:lnTo>
                  <a:pt x="80558" y="13744"/>
                </a:lnTo>
                <a:close/>
                <a:moveTo>
                  <a:pt x="84561" y="23551"/>
                </a:moveTo>
                <a:lnTo>
                  <a:pt x="80525" y="23551"/>
                </a:lnTo>
                <a:lnTo>
                  <a:pt x="80358" y="23551"/>
                </a:lnTo>
                <a:lnTo>
                  <a:pt x="77356" y="26553"/>
                </a:lnTo>
                <a:lnTo>
                  <a:pt x="77356" y="24185"/>
                </a:lnTo>
                <a:lnTo>
                  <a:pt x="79657" y="21883"/>
                </a:lnTo>
                <a:lnTo>
                  <a:pt x="82893" y="21883"/>
                </a:lnTo>
                <a:close/>
                <a:moveTo>
                  <a:pt x="86896" y="25886"/>
                </a:moveTo>
                <a:lnTo>
                  <a:pt x="81492" y="25886"/>
                </a:lnTo>
                <a:lnTo>
                  <a:pt x="81325" y="25886"/>
                </a:lnTo>
                <a:lnTo>
                  <a:pt x="77356" y="29822"/>
                </a:lnTo>
                <a:lnTo>
                  <a:pt x="77356" y="27654"/>
                </a:lnTo>
                <a:lnTo>
                  <a:pt x="80691" y="24352"/>
                </a:lnTo>
                <a:lnTo>
                  <a:pt x="85361" y="24352"/>
                </a:lnTo>
                <a:close/>
                <a:moveTo>
                  <a:pt x="104175" y="13744"/>
                </a:moveTo>
                <a:lnTo>
                  <a:pt x="104175" y="12343"/>
                </a:lnTo>
                <a:lnTo>
                  <a:pt x="106810" y="15012"/>
                </a:lnTo>
                <a:lnTo>
                  <a:pt x="103074" y="15012"/>
                </a:lnTo>
                <a:lnTo>
                  <a:pt x="104041" y="14011"/>
                </a:lnTo>
                <a:close/>
                <a:moveTo>
                  <a:pt x="111480" y="14011"/>
                </a:moveTo>
                <a:lnTo>
                  <a:pt x="112447" y="15012"/>
                </a:lnTo>
                <a:lnTo>
                  <a:pt x="108711" y="15012"/>
                </a:lnTo>
                <a:lnTo>
                  <a:pt x="111347" y="12343"/>
                </a:lnTo>
                <a:lnTo>
                  <a:pt x="111347" y="13744"/>
                </a:lnTo>
                <a:close/>
                <a:moveTo>
                  <a:pt x="115383" y="23551"/>
                </a:moveTo>
                <a:lnTo>
                  <a:pt x="111147" y="23551"/>
                </a:lnTo>
                <a:lnTo>
                  <a:pt x="108144" y="26553"/>
                </a:lnTo>
                <a:lnTo>
                  <a:pt x="108144" y="24185"/>
                </a:lnTo>
                <a:lnTo>
                  <a:pt x="110446" y="21883"/>
                </a:lnTo>
                <a:lnTo>
                  <a:pt x="113682" y="21883"/>
                </a:lnTo>
                <a:close/>
                <a:moveTo>
                  <a:pt x="117685" y="25886"/>
                </a:moveTo>
                <a:lnTo>
                  <a:pt x="112114" y="25886"/>
                </a:lnTo>
                <a:lnTo>
                  <a:pt x="108144" y="29822"/>
                </a:lnTo>
                <a:lnTo>
                  <a:pt x="108144" y="27654"/>
                </a:lnTo>
                <a:lnTo>
                  <a:pt x="111480" y="24352"/>
                </a:lnTo>
                <a:lnTo>
                  <a:pt x="116150" y="24352"/>
                </a:lnTo>
                <a:close/>
                <a:moveTo>
                  <a:pt x="130160" y="24352"/>
                </a:moveTo>
                <a:lnTo>
                  <a:pt x="134830" y="24352"/>
                </a:lnTo>
                <a:lnTo>
                  <a:pt x="138166" y="27654"/>
                </a:lnTo>
                <a:lnTo>
                  <a:pt x="138166" y="29822"/>
                </a:lnTo>
                <a:lnTo>
                  <a:pt x="134196" y="25886"/>
                </a:lnTo>
                <a:lnTo>
                  <a:pt x="128626" y="25886"/>
                </a:lnTo>
                <a:close/>
                <a:moveTo>
                  <a:pt x="132629" y="21883"/>
                </a:moveTo>
                <a:lnTo>
                  <a:pt x="135864" y="21883"/>
                </a:lnTo>
                <a:lnTo>
                  <a:pt x="138166" y="24185"/>
                </a:lnTo>
                <a:lnTo>
                  <a:pt x="138166" y="26553"/>
                </a:lnTo>
                <a:lnTo>
                  <a:pt x="135164" y="23551"/>
                </a:lnTo>
                <a:lnTo>
                  <a:pt x="130927" y="23551"/>
                </a:lnTo>
                <a:close/>
                <a:moveTo>
                  <a:pt x="134730" y="19782"/>
                </a:moveTo>
                <a:lnTo>
                  <a:pt x="136731" y="19782"/>
                </a:lnTo>
                <a:lnTo>
                  <a:pt x="138166" y="21216"/>
                </a:lnTo>
                <a:lnTo>
                  <a:pt x="138166" y="23051"/>
                </a:lnTo>
                <a:lnTo>
                  <a:pt x="136198" y="21083"/>
                </a:lnTo>
                <a:lnTo>
                  <a:pt x="133396" y="21083"/>
                </a:lnTo>
                <a:close/>
                <a:moveTo>
                  <a:pt x="134964" y="13744"/>
                </a:moveTo>
                <a:lnTo>
                  <a:pt x="134964" y="12343"/>
                </a:lnTo>
                <a:lnTo>
                  <a:pt x="137599" y="15012"/>
                </a:lnTo>
                <a:lnTo>
                  <a:pt x="133863" y="15012"/>
                </a:lnTo>
                <a:lnTo>
                  <a:pt x="134830" y="14011"/>
                </a:lnTo>
                <a:close/>
                <a:moveTo>
                  <a:pt x="142269" y="14011"/>
                </a:moveTo>
                <a:lnTo>
                  <a:pt x="143236" y="15012"/>
                </a:lnTo>
                <a:lnTo>
                  <a:pt x="139500" y="15012"/>
                </a:lnTo>
                <a:lnTo>
                  <a:pt x="142135" y="12343"/>
                </a:lnTo>
                <a:lnTo>
                  <a:pt x="142135" y="13744"/>
                </a:lnTo>
                <a:close/>
                <a:moveTo>
                  <a:pt x="146172" y="23551"/>
                </a:moveTo>
                <a:lnTo>
                  <a:pt x="142102" y="23551"/>
                </a:lnTo>
                <a:lnTo>
                  <a:pt x="141935" y="23551"/>
                </a:lnTo>
                <a:lnTo>
                  <a:pt x="138933" y="26553"/>
                </a:lnTo>
                <a:lnTo>
                  <a:pt x="138933" y="24185"/>
                </a:lnTo>
                <a:lnTo>
                  <a:pt x="141235" y="21883"/>
                </a:lnTo>
                <a:lnTo>
                  <a:pt x="144504" y="21883"/>
                </a:lnTo>
                <a:close/>
                <a:moveTo>
                  <a:pt x="148473" y="25886"/>
                </a:moveTo>
                <a:lnTo>
                  <a:pt x="143069" y="25886"/>
                </a:lnTo>
                <a:lnTo>
                  <a:pt x="142903" y="25886"/>
                </a:lnTo>
                <a:lnTo>
                  <a:pt x="138966" y="29822"/>
                </a:lnTo>
                <a:lnTo>
                  <a:pt x="138966" y="27654"/>
                </a:lnTo>
                <a:lnTo>
                  <a:pt x="142269" y="24352"/>
                </a:lnTo>
                <a:lnTo>
                  <a:pt x="146972" y="24352"/>
                </a:lnTo>
                <a:close/>
                <a:moveTo>
                  <a:pt x="165752" y="13744"/>
                </a:moveTo>
                <a:lnTo>
                  <a:pt x="165752" y="12343"/>
                </a:lnTo>
                <a:lnTo>
                  <a:pt x="168387" y="15012"/>
                </a:lnTo>
                <a:lnTo>
                  <a:pt x="164651" y="15012"/>
                </a:lnTo>
                <a:lnTo>
                  <a:pt x="165619" y="14011"/>
                </a:lnTo>
                <a:close/>
                <a:moveTo>
                  <a:pt x="173057" y="14011"/>
                </a:moveTo>
                <a:lnTo>
                  <a:pt x="174025" y="15012"/>
                </a:lnTo>
                <a:lnTo>
                  <a:pt x="170289" y="15012"/>
                </a:lnTo>
                <a:lnTo>
                  <a:pt x="172957" y="12343"/>
                </a:lnTo>
                <a:lnTo>
                  <a:pt x="172957" y="13744"/>
                </a:lnTo>
                <a:close/>
                <a:moveTo>
                  <a:pt x="176960" y="23551"/>
                </a:moveTo>
                <a:lnTo>
                  <a:pt x="172724" y="23551"/>
                </a:lnTo>
                <a:lnTo>
                  <a:pt x="169722" y="26553"/>
                </a:lnTo>
                <a:lnTo>
                  <a:pt x="169722" y="24185"/>
                </a:lnTo>
                <a:lnTo>
                  <a:pt x="172023" y="21883"/>
                </a:lnTo>
                <a:lnTo>
                  <a:pt x="175292" y="21883"/>
                </a:lnTo>
                <a:close/>
                <a:moveTo>
                  <a:pt x="179262" y="25886"/>
                </a:moveTo>
                <a:lnTo>
                  <a:pt x="173691" y="25886"/>
                </a:lnTo>
                <a:lnTo>
                  <a:pt x="169755" y="29822"/>
                </a:lnTo>
                <a:lnTo>
                  <a:pt x="169755" y="27654"/>
                </a:lnTo>
                <a:lnTo>
                  <a:pt x="173057" y="24352"/>
                </a:lnTo>
                <a:lnTo>
                  <a:pt x="177727" y="24352"/>
                </a:lnTo>
                <a:close/>
                <a:moveTo>
                  <a:pt x="191737" y="24352"/>
                </a:moveTo>
                <a:lnTo>
                  <a:pt x="196441" y="24352"/>
                </a:lnTo>
                <a:lnTo>
                  <a:pt x="199743" y="27654"/>
                </a:lnTo>
                <a:lnTo>
                  <a:pt x="199743" y="29822"/>
                </a:lnTo>
                <a:lnTo>
                  <a:pt x="195807" y="25886"/>
                </a:lnTo>
                <a:lnTo>
                  <a:pt x="190203" y="25886"/>
                </a:lnTo>
                <a:close/>
                <a:moveTo>
                  <a:pt x="194206" y="21883"/>
                </a:moveTo>
                <a:lnTo>
                  <a:pt x="197441" y="21883"/>
                </a:lnTo>
                <a:lnTo>
                  <a:pt x="199743" y="24185"/>
                </a:lnTo>
                <a:lnTo>
                  <a:pt x="199743" y="26553"/>
                </a:lnTo>
                <a:lnTo>
                  <a:pt x="196741" y="23551"/>
                </a:lnTo>
                <a:lnTo>
                  <a:pt x="192538" y="23551"/>
                </a:lnTo>
                <a:close/>
                <a:moveTo>
                  <a:pt x="196307" y="19782"/>
                </a:moveTo>
                <a:lnTo>
                  <a:pt x="198309" y="19782"/>
                </a:lnTo>
                <a:lnTo>
                  <a:pt x="199743" y="21216"/>
                </a:lnTo>
                <a:lnTo>
                  <a:pt x="199743" y="23051"/>
                </a:lnTo>
                <a:lnTo>
                  <a:pt x="197775" y="21083"/>
                </a:lnTo>
                <a:lnTo>
                  <a:pt x="195006" y="21083"/>
                </a:lnTo>
                <a:close/>
                <a:moveTo>
                  <a:pt x="196541" y="13744"/>
                </a:moveTo>
                <a:lnTo>
                  <a:pt x="196541" y="12343"/>
                </a:lnTo>
                <a:lnTo>
                  <a:pt x="199176" y="15012"/>
                </a:lnTo>
                <a:lnTo>
                  <a:pt x="195440" y="15012"/>
                </a:lnTo>
                <a:lnTo>
                  <a:pt x="196407" y="14011"/>
                </a:lnTo>
                <a:close/>
                <a:moveTo>
                  <a:pt x="203846" y="14011"/>
                </a:moveTo>
                <a:lnTo>
                  <a:pt x="204847" y="15012"/>
                </a:lnTo>
                <a:lnTo>
                  <a:pt x="201077" y="15012"/>
                </a:lnTo>
                <a:lnTo>
                  <a:pt x="203746" y="12343"/>
                </a:lnTo>
                <a:lnTo>
                  <a:pt x="203746" y="13744"/>
                </a:lnTo>
                <a:close/>
                <a:moveTo>
                  <a:pt x="207749" y="23551"/>
                </a:moveTo>
                <a:lnTo>
                  <a:pt x="203679" y="23551"/>
                </a:lnTo>
                <a:lnTo>
                  <a:pt x="203512" y="23551"/>
                </a:lnTo>
                <a:lnTo>
                  <a:pt x="200544" y="26553"/>
                </a:lnTo>
                <a:lnTo>
                  <a:pt x="200544" y="24185"/>
                </a:lnTo>
                <a:lnTo>
                  <a:pt x="202812" y="21883"/>
                </a:lnTo>
                <a:lnTo>
                  <a:pt x="206081" y="21883"/>
                </a:lnTo>
                <a:close/>
                <a:moveTo>
                  <a:pt x="210084" y="25886"/>
                </a:moveTo>
                <a:lnTo>
                  <a:pt x="204647" y="25886"/>
                </a:lnTo>
                <a:lnTo>
                  <a:pt x="204480" y="25886"/>
                </a:lnTo>
                <a:lnTo>
                  <a:pt x="200544" y="29822"/>
                </a:lnTo>
                <a:lnTo>
                  <a:pt x="200544" y="27654"/>
                </a:lnTo>
                <a:lnTo>
                  <a:pt x="203846" y="24352"/>
                </a:lnTo>
                <a:lnTo>
                  <a:pt x="208549" y="24352"/>
                </a:lnTo>
                <a:close/>
                <a:moveTo>
                  <a:pt x="224427" y="40263"/>
                </a:moveTo>
                <a:lnTo>
                  <a:pt x="224427" y="43499"/>
                </a:lnTo>
                <a:lnTo>
                  <a:pt x="222126" y="45800"/>
                </a:lnTo>
                <a:lnTo>
                  <a:pt x="219757" y="45800"/>
                </a:lnTo>
                <a:lnTo>
                  <a:pt x="222760" y="42798"/>
                </a:lnTo>
                <a:lnTo>
                  <a:pt x="222760" y="38562"/>
                </a:lnTo>
                <a:close/>
                <a:moveTo>
                  <a:pt x="226529" y="42365"/>
                </a:moveTo>
                <a:lnTo>
                  <a:pt x="226529" y="44366"/>
                </a:lnTo>
                <a:lnTo>
                  <a:pt x="225128" y="45800"/>
                </a:lnTo>
                <a:lnTo>
                  <a:pt x="223260" y="45800"/>
                </a:lnTo>
                <a:lnTo>
                  <a:pt x="225228" y="43832"/>
                </a:lnTo>
                <a:lnTo>
                  <a:pt x="225228" y="41030"/>
                </a:lnTo>
                <a:close/>
                <a:moveTo>
                  <a:pt x="222760" y="53806"/>
                </a:moveTo>
                <a:lnTo>
                  <a:pt x="222760" y="49570"/>
                </a:lnTo>
                <a:lnTo>
                  <a:pt x="219757" y="46568"/>
                </a:lnTo>
                <a:lnTo>
                  <a:pt x="222126" y="46568"/>
                </a:lnTo>
                <a:lnTo>
                  <a:pt x="224427" y="48869"/>
                </a:lnTo>
                <a:lnTo>
                  <a:pt x="224427" y="52105"/>
                </a:lnTo>
                <a:close/>
                <a:moveTo>
                  <a:pt x="220425" y="56108"/>
                </a:moveTo>
                <a:lnTo>
                  <a:pt x="220425" y="50537"/>
                </a:lnTo>
                <a:lnTo>
                  <a:pt x="216488" y="46568"/>
                </a:lnTo>
                <a:lnTo>
                  <a:pt x="218657" y="46568"/>
                </a:lnTo>
                <a:lnTo>
                  <a:pt x="221959" y="49903"/>
                </a:lnTo>
                <a:lnTo>
                  <a:pt x="221959" y="54573"/>
                </a:lnTo>
                <a:close/>
                <a:moveTo>
                  <a:pt x="224427" y="71052"/>
                </a:moveTo>
                <a:lnTo>
                  <a:pt x="224427" y="74287"/>
                </a:lnTo>
                <a:lnTo>
                  <a:pt x="222126" y="76589"/>
                </a:lnTo>
                <a:lnTo>
                  <a:pt x="219757" y="76589"/>
                </a:lnTo>
                <a:lnTo>
                  <a:pt x="222760" y="73587"/>
                </a:lnTo>
                <a:lnTo>
                  <a:pt x="222760" y="69351"/>
                </a:lnTo>
                <a:close/>
                <a:moveTo>
                  <a:pt x="226529" y="73153"/>
                </a:moveTo>
                <a:lnTo>
                  <a:pt x="226529" y="75155"/>
                </a:lnTo>
                <a:lnTo>
                  <a:pt x="225128" y="76589"/>
                </a:lnTo>
                <a:lnTo>
                  <a:pt x="223260" y="76589"/>
                </a:lnTo>
                <a:lnTo>
                  <a:pt x="225228" y="74621"/>
                </a:lnTo>
                <a:lnTo>
                  <a:pt x="225228" y="71819"/>
                </a:lnTo>
                <a:close/>
                <a:moveTo>
                  <a:pt x="222760" y="84595"/>
                </a:moveTo>
                <a:lnTo>
                  <a:pt x="222760" y="80358"/>
                </a:lnTo>
                <a:lnTo>
                  <a:pt x="219757" y="77356"/>
                </a:lnTo>
                <a:lnTo>
                  <a:pt x="222126" y="77356"/>
                </a:lnTo>
                <a:lnTo>
                  <a:pt x="224427" y="79658"/>
                </a:lnTo>
                <a:lnTo>
                  <a:pt x="224427" y="82894"/>
                </a:lnTo>
                <a:close/>
                <a:moveTo>
                  <a:pt x="220425" y="86896"/>
                </a:moveTo>
                <a:lnTo>
                  <a:pt x="220425" y="81326"/>
                </a:lnTo>
                <a:lnTo>
                  <a:pt x="216488" y="77356"/>
                </a:lnTo>
                <a:lnTo>
                  <a:pt x="218657" y="77356"/>
                </a:lnTo>
                <a:lnTo>
                  <a:pt x="221959" y="80692"/>
                </a:lnTo>
                <a:lnTo>
                  <a:pt x="221959" y="85362"/>
                </a:lnTo>
                <a:close/>
                <a:moveTo>
                  <a:pt x="200544" y="103075"/>
                </a:moveTo>
                <a:lnTo>
                  <a:pt x="201644" y="104175"/>
                </a:lnTo>
                <a:lnTo>
                  <a:pt x="201778" y="104175"/>
                </a:lnTo>
                <a:lnTo>
                  <a:pt x="203179" y="104175"/>
                </a:lnTo>
                <a:lnTo>
                  <a:pt x="200544" y="106811"/>
                </a:lnTo>
                <a:close/>
                <a:moveTo>
                  <a:pt x="199743" y="106811"/>
                </a:moveTo>
                <a:lnTo>
                  <a:pt x="197108" y="104175"/>
                </a:lnTo>
                <a:lnTo>
                  <a:pt x="198476" y="104175"/>
                </a:lnTo>
                <a:lnTo>
                  <a:pt x="198776" y="104042"/>
                </a:lnTo>
                <a:lnTo>
                  <a:pt x="199743" y="103075"/>
                </a:lnTo>
                <a:lnTo>
                  <a:pt x="199743" y="106811"/>
                </a:lnTo>
                <a:close/>
                <a:moveTo>
                  <a:pt x="168954" y="106811"/>
                </a:moveTo>
                <a:lnTo>
                  <a:pt x="166319" y="104175"/>
                </a:lnTo>
                <a:lnTo>
                  <a:pt x="167687" y="104175"/>
                </a:lnTo>
                <a:lnTo>
                  <a:pt x="167854" y="104175"/>
                </a:lnTo>
                <a:lnTo>
                  <a:pt x="168954" y="103075"/>
                </a:lnTo>
                <a:close/>
                <a:moveTo>
                  <a:pt x="138933" y="103075"/>
                </a:moveTo>
                <a:lnTo>
                  <a:pt x="140034" y="104175"/>
                </a:lnTo>
                <a:lnTo>
                  <a:pt x="140201" y="104175"/>
                </a:lnTo>
                <a:lnTo>
                  <a:pt x="141602" y="104175"/>
                </a:lnTo>
                <a:lnTo>
                  <a:pt x="138933" y="106811"/>
                </a:lnTo>
                <a:close/>
                <a:moveTo>
                  <a:pt x="138166" y="106811"/>
                </a:moveTo>
                <a:lnTo>
                  <a:pt x="135531" y="104175"/>
                </a:lnTo>
                <a:lnTo>
                  <a:pt x="136898" y="104175"/>
                </a:lnTo>
                <a:lnTo>
                  <a:pt x="137165" y="104042"/>
                </a:lnTo>
                <a:lnTo>
                  <a:pt x="138166" y="103075"/>
                </a:lnTo>
                <a:lnTo>
                  <a:pt x="138166" y="106811"/>
                </a:lnTo>
                <a:close/>
                <a:moveTo>
                  <a:pt x="107377" y="106811"/>
                </a:moveTo>
                <a:lnTo>
                  <a:pt x="104709" y="104175"/>
                </a:lnTo>
                <a:lnTo>
                  <a:pt x="106110" y="104175"/>
                </a:lnTo>
                <a:lnTo>
                  <a:pt x="106276" y="104175"/>
                </a:lnTo>
                <a:lnTo>
                  <a:pt x="107377" y="103075"/>
                </a:lnTo>
                <a:lnTo>
                  <a:pt x="107377" y="106811"/>
                </a:lnTo>
                <a:close/>
                <a:moveTo>
                  <a:pt x="77356" y="103075"/>
                </a:moveTo>
                <a:lnTo>
                  <a:pt x="78457" y="104175"/>
                </a:lnTo>
                <a:lnTo>
                  <a:pt x="78623" y="104175"/>
                </a:lnTo>
                <a:lnTo>
                  <a:pt x="79991" y="104175"/>
                </a:lnTo>
                <a:lnTo>
                  <a:pt x="77356" y="106811"/>
                </a:lnTo>
                <a:lnTo>
                  <a:pt x="77356" y="103075"/>
                </a:lnTo>
                <a:close/>
                <a:moveTo>
                  <a:pt x="76589" y="106811"/>
                </a:moveTo>
                <a:lnTo>
                  <a:pt x="73920" y="104175"/>
                </a:lnTo>
                <a:lnTo>
                  <a:pt x="75321" y="104175"/>
                </a:lnTo>
                <a:lnTo>
                  <a:pt x="75588" y="104042"/>
                </a:lnTo>
                <a:lnTo>
                  <a:pt x="76555" y="103075"/>
                </a:lnTo>
                <a:lnTo>
                  <a:pt x="76555" y="106811"/>
                </a:lnTo>
                <a:close/>
                <a:moveTo>
                  <a:pt x="45767" y="106811"/>
                </a:moveTo>
                <a:lnTo>
                  <a:pt x="43131" y="104175"/>
                </a:lnTo>
                <a:lnTo>
                  <a:pt x="44532" y="104175"/>
                </a:lnTo>
                <a:lnTo>
                  <a:pt x="44699" y="104175"/>
                </a:lnTo>
                <a:lnTo>
                  <a:pt x="45767" y="103075"/>
                </a:lnTo>
                <a:close/>
                <a:moveTo>
                  <a:pt x="21883" y="82927"/>
                </a:moveTo>
                <a:lnTo>
                  <a:pt x="21883" y="79658"/>
                </a:lnTo>
                <a:lnTo>
                  <a:pt x="24184" y="77356"/>
                </a:lnTo>
                <a:lnTo>
                  <a:pt x="26553" y="77356"/>
                </a:lnTo>
                <a:lnTo>
                  <a:pt x="23551" y="80358"/>
                </a:lnTo>
                <a:lnTo>
                  <a:pt x="23551" y="84595"/>
                </a:lnTo>
                <a:close/>
                <a:moveTo>
                  <a:pt x="19781" y="80792"/>
                </a:moveTo>
                <a:lnTo>
                  <a:pt x="19781" y="78791"/>
                </a:lnTo>
                <a:lnTo>
                  <a:pt x="21182" y="77356"/>
                </a:lnTo>
                <a:lnTo>
                  <a:pt x="23050" y="77356"/>
                </a:lnTo>
                <a:lnTo>
                  <a:pt x="21082" y="79324"/>
                </a:lnTo>
                <a:lnTo>
                  <a:pt x="21082" y="82126"/>
                </a:lnTo>
                <a:close/>
                <a:moveTo>
                  <a:pt x="23551" y="69351"/>
                </a:moveTo>
                <a:lnTo>
                  <a:pt x="23551" y="73587"/>
                </a:lnTo>
                <a:lnTo>
                  <a:pt x="26553" y="76589"/>
                </a:lnTo>
                <a:lnTo>
                  <a:pt x="24184" y="76589"/>
                </a:lnTo>
                <a:lnTo>
                  <a:pt x="21883" y="74287"/>
                </a:lnTo>
                <a:lnTo>
                  <a:pt x="21883" y="71052"/>
                </a:lnTo>
                <a:close/>
                <a:moveTo>
                  <a:pt x="25886" y="67049"/>
                </a:moveTo>
                <a:lnTo>
                  <a:pt x="25886" y="72620"/>
                </a:lnTo>
                <a:lnTo>
                  <a:pt x="29822" y="76589"/>
                </a:lnTo>
                <a:lnTo>
                  <a:pt x="27654" y="76589"/>
                </a:lnTo>
                <a:lnTo>
                  <a:pt x="24351" y="73253"/>
                </a:lnTo>
                <a:lnTo>
                  <a:pt x="24351" y="68583"/>
                </a:lnTo>
                <a:close/>
                <a:moveTo>
                  <a:pt x="21883" y="52105"/>
                </a:moveTo>
                <a:lnTo>
                  <a:pt x="21883" y="48869"/>
                </a:lnTo>
                <a:lnTo>
                  <a:pt x="24184" y="46568"/>
                </a:lnTo>
                <a:lnTo>
                  <a:pt x="26553" y="46568"/>
                </a:lnTo>
                <a:lnTo>
                  <a:pt x="23551" y="49570"/>
                </a:lnTo>
                <a:lnTo>
                  <a:pt x="23551" y="53806"/>
                </a:lnTo>
                <a:close/>
                <a:moveTo>
                  <a:pt x="19781" y="50003"/>
                </a:moveTo>
                <a:lnTo>
                  <a:pt x="19781" y="48002"/>
                </a:lnTo>
                <a:lnTo>
                  <a:pt x="21182" y="46568"/>
                </a:lnTo>
                <a:lnTo>
                  <a:pt x="23050" y="46568"/>
                </a:lnTo>
                <a:lnTo>
                  <a:pt x="21082" y="48536"/>
                </a:lnTo>
                <a:lnTo>
                  <a:pt x="21082" y="51338"/>
                </a:lnTo>
                <a:close/>
                <a:moveTo>
                  <a:pt x="23551" y="38562"/>
                </a:moveTo>
                <a:lnTo>
                  <a:pt x="23551" y="42798"/>
                </a:lnTo>
                <a:lnTo>
                  <a:pt x="26553" y="45800"/>
                </a:lnTo>
                <a:lnTo>
                  <a:pt x="24184" y="45800"/>
                </a:lnTo>
                <a:lnTo>
                  <a:pt x="21883" y="43499"/>
                </a:lnTo>
                <a:lnTo>
                  <a:pt x="21883" y="40230"/>
                </a:lnTo>
                <a:close/>
                <a:moveTo>
                  <a:pt x="25886" y="36260"/>
                </a:moveTo>
                <a:lnTo>
                  <a:pt x="25886" y="41831"/>
                </a:lnTo>
                <a:lnTo>
                  <a:pt x="29822" y="45800"/>
                </a:lnTo>
                <a:lnTo>
                  <a:pt x="27654" y="45800"/>
                </a:lnTo>
                <a:lnTo>
                  <a:pt x="24351" y="42465"/>
                </a:lnTo>
                <a:lnTo>
                  <a:pt x="24351" y="37795"/>
                </a:lnTo>
                <a:close/>
                <a:moveTo>
                  <a:pt x="45767" y="20082"/>
                </a:moveTo>
                <a:lnTo>
                  <a:pt x="44699" y="18981"/>
                </a:lnTo>
                <a:lnTo>
                  <a:pt x="44532" y="18981"/>
                </a:lnTo>
                <a:lnTo>
                  <a:pt x="43131" y="18981"/>
                </a:lnTo>
                <a:lnTo>
                  <a:pt x="45767" y="16346"/>
                </a:lnTo>
                <a:close/>
                <a:moveTo>
                  <a:pt x="46567" y="16346"/>
                </a:moveTo>
                <a:lnTo>
                  <a:pt x="49202" y="18981"/>
                </a:lnTo>
                <a:lnTo>
                  <a:pt x="47835" y="18981"/>
                </a:lnTo>
                <a:lnTo>
                  <a:pt x="47568" y="19115"/>
                </a:lnTo>
                <a:lnTo>
                  <a:pt x="46567" y="20082"/>
                </a:lnTo>
                <a:lnTo>
                  <a:pt x="46567" y="16346"/>
                </a:lnTo>
                <a:close/>
                <a:moveTo>
                  <a:pt x="77356" y="16346"/>
                </a:moveTo>
                <a:lnTo>
                  <a:pt x="80024" y="18981"/>
                </a:lnTo>
                <a:lnTo>
                  <a:pt x="78623" y="18981"/>
                </a:lnTo>
                <a:lnTo>
                  <a:pt x="78457" y="18981"/>
                </a:lnTo>
                <a:lnTo>
                  <a:pt x="77356" y="20082"/>
                </a:lnTo>
                <a:lnTo>
                  <a:pt x="77356" y="16346"/>
                </a:lnTo>
                <a:close/>
                <a:moveTo>
                  <a:pt x="107377" y="20082"/>
                </a:moveTo>
                <a:lnTo>
                  <a:pt x="106276" y="18981"/>
                </a:lnTo>
                <a:lnTo>
                  <a:pt x="106110" y="18981"/>
                </a:lnTo>
                <a:lnTo>
                  <a:pt x="104709" y="18981"/>
                </a:lnTo>
                <a:lnTo>
                  <a:pt x="107377" y="16346"/>
                </a:lnTo>
                <a:lnTo>
                  <a:pt x="107377" y="20082"/>
                </a:lnTo>
                <a:close/>
                <a:moveTo>
                  <a:pt x="108144" y="16346"/>
                </a:moveTo>
                <a:lnTo>
                  <a:pt x="110813" y="18981"/>
                </a:lnTo>
                <a:lnTo>
                  <a:pt x="109412" y="18981"/>
                </a:lnTo>
                <a:lnTo>
                  <a:pt x="109145" y="19115"/>
                </a:lnTo>
                <a:lnTo>
                  <a:pt x="108144" y="20082"/>
                </a:lnTo>
                <a:lnTo>
                  <a:pt x="108144" y="16346"/>
                </a:lnTo>
                <a:close/>
                <a:moveTo>
                  <a:pt x="138933" y="16346"/>
                </a:moveTo>
                <a:lnTo>
                  <a:pt x="141602" y="18981"/>
                </a:lnTo>
                <a:lnTo>
                  <a:pt x="140201" y="18981"/>
                </a:lnTo>
                <a:lnTo>
                  <a:pt x="140034" y="18981"/>
                </a:lnTo>
                <a:lnTo>
                  <a:pt x="138933" y="20082"/>
                </a:lnTo>
                <a:close/>
                <a:moveTo>
                  <a:pt x="168954" y="20082"/>
                </a:moveTo>
                <a:lnTo>
                  <a:pt x="167854" y="18981"/>
                </a:lnTo>
                <a:lnTo>
                  <a:pt x="167687" y="18981"/>
                </a:lnTo>
                <a:lnTo>
                  <a:pt x="166319" y="18981"/>
                </a:lnTo>
                <a:lnTo>
                  <a:pt x="168954" y="16346"/>
                </a:lnTo>
                <a:close/>
                <a:moveTo>
                  <a:pt x="169755" y="16346"/>
                </a:moveTo>
                <a:lnTo>
                  <a:pt x="172390" y="18981"/>
                </a:lnTo>
                <a:lnTo>
                  <a:pt x="170989" y="18981"/>
                </a:lnTo>
                <a:lnTo>
                  <a:pt x="170722" y="19115"/>
                </a:lnTo>
                <a:lnTo>
                  <a:pt x="169755" y="20082"/>
                </a:lnTo>
                <a:lnTo>
                  <a:pt x="169755" y="16346"/>
                </a:lnTo>
                <a:close/>
                <a:moveTo>
                  <a:pt x="200544" y="16346"/>
                </a:moveTo>
                <a:lnTo>
                  <a:pt x="203179" y="18981"/>
                </a:lnTo>
                <a:lnTo>
                  <a:pt x="201778" y="18981"/>
                </a:lnTo>
                <a:lnTo>
                  <a:pt x="201644" y="18981"/>
                </a:lnTo>
                <a:lnTo>
                  <a:pt x="200544" y="20082"/>
                </a:lnTo>
                <a:close/>
                <a:moveTo>
                  <a:pt x="219757" y="96170"/>
                </a:moveTo>
                <a:lnTo>
                  <a:pt x="218457" y="94902"/>
                </a:lnTo>
                <a:lnTo>
                  <a:pt x="218457" y="93568"/>
                </a:lnTo>
                <a:lnTo>
                  <a:pt x="219290" y="92767"/>
                </a:lnTo>
                <a:lnTo>
                  <a:pt x="221092" y="92767"/>
                </a:lnTo>
                <a:lnTo>
                  <a:pt x="219757" y="94102"/>
                </a:lnTo>
                <a:lnTo>
                  <a:pt x="219757" y="96170"/>
                </a:lnTo>
                <a:close/>
                <a:moveTo>
                  <a:pt x="215521" y="95403"/>
                </a:moveTo>
                <a:lnTo>
                  <a:pt x="214654" y="94502"/>
                </a:lnTo>
                <a:lnTo>
                  <a:pt x="213386" y="94502"/>
                </a:lnTo>
                <a:lnTo>
                  <a:pt x="213386" y="93434"/>
                </a:lnTo>
                <a:lnTo>
                  <a:pt x="213286" y="93134"/>
                </a:lnTo>
                <a:lnTo>
                  <a:pt x="212486" y="92367"/>
                </a:lnTo>
                <a:lnTo>
                  <a:pt x="213286" y="91600"/>
                </a:lnTo>
                <a:lnTo>
                  <a:pt x="213386" y="91333"/>
                </a:lnTo>
                <a:lnTo>
                  <a:pt x="213386" y="90232"/>
                </a:lnTo>
                <a:lnTo>
                  <a:pt x="214654" y="90232"/>
                </a:lnTo>
                <a:lnTo>
                  <a:pt x="215521" y="89332"/>
                </a:lnTo>
                <a:lnTo>
                  <a:pt x="216422" y="90232"/>
                </a:lnTo>
                <a:lnTo>
                  <a:pt x="217689" y="90232"/>
                </a:lnTo>
                <a:lnTo>
                  <a:pt x="217689" y="91333"/>
                </a:lnTo>
                <a:lnTo>
                  <a:pt x="217789" y="91600"/>
                </a:lnTo>
                <a:lnTo>
                  <a:pt x="218557" y="92367"/>
                </a:lnTo>
                <a:lnTo>
                  <a:pt x="217789" y="93134"/>
                </a:lnTo>
                <a:lnTo>
                  <a:pt x="217689" y="93434"/>
                </a:lnTo>
                <a:lnTo>
                  <a:pt x="217689" y="94502"/>
                </a:lnTo>
                <a:lnTo>
                  <a:pt x="216422" y="94502"/>
                </a:lnTo>
                <a:close/>
                <a:moveTo>
                  <a:pt x="211318" y="96170"/>
                </a:moveTo>
                <a:lnTo>
                  <a:pt x="211318" y="94135"/>
                </a:lnTo>
                <a:lnTo>
                  <a:pt x="209950" y="92767"/>
                </a:lnTo>
                <a:lnTo>
                  <a:pt x="211785" y="92767"/>
                </a:lnTo>
                <a:lnTo>
                  <a:pt x="212586" y="93601"/>
                </a:lnTo>
                <a:lnTo>
                  <a:pt x="212586" y="94902"/>
                </a:lnTo>
                <a:close/>
                <a:moveTo>
                  <a:pt x="188969" y="96170"/>
                </a:moveTo>
                <a:lnTo>
                  <a:pt x="187668" y="94902"/>
                </a:lnTo>
                <a:lnTo>
                  <a:pt x="187668" y="93568"/>
                </a:lnTo>
                <a:lnTo>
                  <a:pt x="188502" y="92767"/>
                </a:lnTo>
                <a:lnTo>
                  <a:pt x="190303" y="92767"/>
                </a:lnTo>
                <a:lnTo>
                  <a:pt x="188969" y="94102"/>
                </a:lnTo>
                <a:lnTo>
                  <a:pt x="188969" y="96170"/>
                </a:lnTo>
                <a:close/>
                <a:moveTo>
                  <a:pt x="184732" y="95403"/>
                </a:moveTo>
                <a:lnTo>
                  <a:pt x="183865" y="94502"/>
                </a:lnTo>
                <a:lnTo>
                  <a:pt x="182598" y="94502"/>
                </a:lnTo>
                <a:lnTo>
                  <a:pt x="182598" y="93434"/>
                </a:lnTo>
                <a:lnTo>
                  <a:pt x="182464" y="93134"/>
                </a:lnTo>
                <a:lnTo>
                  <a:pt x="181697" y="92367"/>
                </a:lnTo>
                <a:lnTo>
                  <a:pt x="182464" y="91600"/>
                </a:lnTo>
                <a:lnTo>
                  <a:pt x="182598" y="91333"/>
                </a:lnTo>
                <a:lnTo>
                  <a:pt x="182598" y="90232"/>
                </a:lnTo>
                <a:lnTo>
                  <a:pt x="183865" y="90232"/>
                </a:lnTo>
                <a:lnTo>
                  <a:pt x="184732" y="89332"/>
                </a:lnTo>
                <a:lnTo>
                  <a:pt x="185633" y="90232"/>
                </a:lnTo>
                <a:lnTo>
                  <a:pt x="186901" y="90232"/>
                </a:lnTo>
                <a:lnTo>
                  <a:pt x="186901" y="91333"/>
                </a:lnTo>
                <a:lnTo>
                  <a:pt x="187001" y="91600"/>
                </a:lnTo>
                <a:lnTo>
                  <a:pt x="187768" y="92367"/>
                </a:lnTo>
                <a:lnTo>
                  <a:pt x="187001" y="93134"/>
                </a:lnTo>
                <a:lnTo>
                  <a:pt x="186901" y="93434"/>
                </a:lnTo>
                <a:lnTo>
                  <a:pt x="186901" y="94502"/>
                </a:lnTo>
                <a:lnTo>
                  <a:pt x="185633" y="94502"/>
                </a:lnTo>
                <a:close/>
                <a:moveTo>
                  <a:pt x="180529" y="96170"/>
                </a:moveTo>
                <a:lnTo>
                  <a:pt x="180529" y="94135"/>
                </a:lnTo>
                <a:lnTo>
                  <a:pt x="179162" y="92767"/>
                </a:lnTo>
                <a:lnTo>
                  <a:pt x="180996" y="92767"/>
                </a:lnTo>
                <a:lnTo>
                  <a:pt x="181797" y="93601"/>
                </a:lnTo>
                <a:lnTo>
                  <a:pt x="181797" y="94902"/>
                </a:lnTo>
                <a:close/>
                <a:moveTo>
                  <a:pt x="158180" y="96170"/>
                </a:moveTo>
                <a:lnTo>
                  <a:pt x="156879" y="94902"/>
                </a:lnTo>
                <a:lnTo>
                  <a:pt x="156879" y="93568"/>
                </a:lnTo>
                <a:lnTo>
                  <a:pt x="157713" y="92767"/>
                </a:lnTo>
                <a:lnTo>
                  <a:pt x="159514" y="92767"/>
                </a:lnTo>
                <a:lnTo>
                  <a:pt x="158180" y="94102"/>
                </a:lnTo>
                <a:lnTo>
                  <a:pt x="158180" y="96170"/>
                </a:lnTo>
                <a:close/>
                <a:moveTo>
                  <a:pt x="153944" y="95403"/>
                </a:moveTo>
                <a:lnTo>
                  <a:pt x="153076" y="94502"/>
                </a:lnTo>
                <a:lnTo>
                  <a:pt x="151809" y="94502"/>
                </a:lnTo>
                <a:lnTo>
                  <a:pt x="151809" y="93434"/>
                </a:lnTo>
                <a:lnTo>
                  <a:pt x="151675" y="93134"/>
                </a:lnTo>
                <a:lnTo>
                  <a:pt x="150908" y="92367"/>
                </a:lnTo>
                <a:lnTo>
                  <a:pt x="151675" y="91600"/>
                </a:lnTo>
                <a:lnTo>
                  <a:pt x="151809" y="91333"/>
                </a:lnTo>
                <a:lnTo>
                  <a:pt x="151809" y="90232"/>
                </a:lnTo>
                <a:lnTo>
                  <a:pt x="153076" y="90232"/>
                </a:lnTo>
                <a:lnTo>
                  <a:pt x="153944" y="89332"/>
                </a:lnTo>
                <a:lnTo>
                  <a:pt x="154844" y="90232"/>
                </a:lnTo>
                <a:lnTo>
                  <a:pt x="156112" y="90232"/>
                </a:lnTo>
                <a:lnTo>
                  <a:pt x="156112" y="91333"/>
                </a:lnTo>
                <a:lnTo>
                  <a:pt x="156212" y="91600"/>
                </a:lnTo>
                <a:lnTo>
                  <a:pt x="156979" y="92367"/>
                </a:lnTo>
                <a:lnTo>
                  <a:pt x="156212" y="93134"/>
                </a:lnTo>
                <a:lnTo>
                  <a:pt x="156112" y="93434"/>
                </a:lnTo>
                <a:lnTo>
                  <a:pt x="156112" y="94502"/>
                </a:lnTo>
                <a:lnTo>
                  <a:pt x="154844" y="94502"/>
                </a:lnTo>
                <a:close/>
                <a:moveTo>
                  <a:pt x="149741" y="96170"/>
                </a:moveTo>
                <a:lnTo>
                  <a:pt x="149741" y="94135"/>
                </a:lnTo>
                <a:lnTo>
                  <a:pt x="148373" y="92767"/>
                </a:lnTo>
                <a:lnTo>
                  <a:pt x="150208" y="92767"/>
                </a:lnTo>
                <a:lnTo>
                  <a:pt x="151008" y="93601"/>
                </a:lnTo>
                <a:lnTo>
                  <a:pt x="151008" y="94902"/>
                </a:lnTo>
                <a:close/>
                <a:moveTo>
                  <a:pt x="127391" y="96170"/>
                </a:moveTo>
                <a:lnTo>
                  <a:pt x="126091" y="94902"/>
                </a:lnTo>
                <a:lnTo>
                  <a:pt x="126091" y="93568"/>
                </a:lnTo>
                <a:lnTo>
                  <a:pt x="126924" y="92767"/>
                </a:lnTo>
                <a:lnTo>
                  <a:pt x="128726" y="92767"/>
                </a:lnTo>
                <a:lnTo>
                  <a:pt x="127391" y="94102"/>
                </a:lnTo>
                <a:lnTo>
                  <a:pt x="127391" y="96170"/>
                </a:lnTo>
                <a:close/>
                <a:moveTo>
                  <a:pt x="123155" y="95403"/>
                </a:moveTo>
                <a:lnTo>
                  <a:pt x="122254" y="94502"/>
                </a:lnTo>
                <a:lnTo>
                  <a:pt x="121020" y="94502"/>
                </a:lnTo>
                <a:lnTo>
                  <a:pt x="121020" y="93434"/>
                </a:lnTo>
                <a:lnTo>
                  <a:pt x="120887" y="93134"/>
                </a:lnTo>
                <a:lnTo>
                  <a:pt x="120120" y="92367"/>
                </a:lnTo>
                <a:lnTo>
                  <a:pt x="120887" y="91600"/>
                </a:lnTo>
                <a:lnTo>
                  <a:pt x="121020" y="91333"/>
                </a:lnTo>
                <a:lnTo>
                  <a:pt x="121020" y="90232"/>
                </a:lnTo>
                <a:lnTo>
                  <a:pt x="122254" y="90232"/>
                </a:lnTo>
                <a:lnTo>
                  <a:pt x="123155" y="89332"/>
                </a:lnTo>
                <a:lnTo>
                  <a:pt x="124056" y="90232"/>
                </a:lnTo>
                <a:lnTo>
                  <a:pt x="125290" y="90232"/>
                </a:lnTo>
                <a:lnTo>
                  <a:pt x="125290" y="91333"/>
                </a:lnTo>
                <a:lnTo>
                  <a:pt x="125423" y="91600"/>
                </a:lnTo>
                <a:lnTo>
                  <a:pt x="126191" y="92367"/>
                </a:lnTo>
                <a:lnTo>
                  <a:pt x="125423" y="93134"/>
                </a:lnTo>
                <a:lnTo>
                  <a:pt x="125290" y="93434"/>
                </a:lnTo>
                <a:lnTo>
                  <a:pt x="125290" y="94502"/>
                </a:lnTo>
                <a:lnTo>
                  <a:pt x="124056" y="94502"/>
                </a:lnTo>
                <a:close/>
                <a:moveTo>
                  <a:pt x="118952" y="96170"/>
                </a:moveTo>
                <a:lnTo>
                  <a:pt x="118952" y="94135"/>
                </a:lnTo>
                <a:lnTo>
                  <a:pt x="117584" y="92767"/>
                </a:lnTo>
                <a:lnTo>
                  <a:pt x="119386" y="92767"/>
                </a:lnTo>
                <a:lnTo>
                  <a:pt x="120220" y="93601"/>
                </a:lnTo>
                <a:lnTo>
                  <a:pt x="120220" y="94902"/>
                </a:lnTo>
                <a:close/>
                <a:moveTo>
                  <a:pt x="96569" y="96170"/>
                </a:moveTo>
                <a:lnTo>
                  <a:pt x="95302" y="94902"/>
                </a:lnTo>
                <a:lnTo>
                  <a:pt x="95302" y="93568"/>
                </a:lnTo>
                <a:lnTo>
                  <a:pt x="96136" y="92767"/>
                </a:lnTo>
                <a:lnTo>
                  <a:pt x="97937" y="92767"/>
                </a:lnTo>
                <a:lnTo>
                  <a:pt x="96569" y="94102"/>
                </a:lnTo>
                <a:lnTo>
                  <a:pt x="96569" y="96170"/>
                </a:lnTo>
                <a:close/>
                <a:moveTo>
                  <a:pt x="92366" y="95403"/>
                </a:moveTo>
                <a:lnTo>
                  <a:pt x="91466" y="94502"/>
                </a:lnTo>
                <a:lnTo>
                  <a:pt x="90232" y="94502"/>
                </a:lnTo>
                <a:lnTo>
                  <a:pt x="90232" y="93434"/>
                </a:lnTo>
                <a:lnTo>
                  <a:pt x="90098" y="93134"/>
                </a:lnTo>
                <a:lnTo>
                  <a:pt x="89331" y="92367"/>
                </a:lnTo>
                <a:lnTo>
                  <a:pt x="90098" y="91600"/>
                </a:lnTo>
                <a:lnTo>
                  <a:pt x="90232" y="91333"/>
                </a:lnTo>
                <a:lnTo>
                  <a:pt x="90232" y="90232"/>
                </a:lnTo>
                <a:lnTo>
                  <a:pt x="91466" y="90232"/>
                </a:lnTo>
                <a:lnTo>
                  <a:pt x="92366" y="89332"/>
                </a:lnTo>
                <a:lnTo>
                  <a:pt x="93267" y="90232"/>
                </a:lnTo>
                <a:lnTo>
                  <a:pt x="94501" y="90232"/>
                </a:lnTo>
                <a:lnTo>
                  <a:pt x="94501" y="91333"/>
                </a:lnTo>
                <a:lnTo>
                  <a:pt x="94635" y="91600"/>
                </a:lnTo>
                <a:lnTo>
                  <a:pt x="95402" y="92367"/>
                </a:lnTo>
                <a:lnTo>
                  <a:pt x="94635" y="93134"/>
                </a:lnTo>
                <a:lnTo>
                  <a:pt x="94501" y="93434"/>
                </a:lnTo>
                <a:lnTo>
                  <a:pt x="94501" y="94502"/>
                </a:lnTo>
                <a:lnTo>
                  <a:pt x="93267" y="94502"/>
                </a:lnTo>
                <a:close/>
                <a:moveTo>
                  <a:pt x="88130" y="96170"/>
                </a:moveTo>
                <a:lnTo>
                  <a:pt x="88130" y="94135"/>
                </a:lnTo>
                <a:lnTo>
                  <a:pt x="86796" y="92767"/>
                </a:lnTo>
                <a:lnTo>
                  <a:pt x="88597" y="92767"/>
                </a:lnTo>
                <a:lnTo>
                  <a:pt x="89431" y="93601"/>
                </a:lnTo>
                <a:lnTo>
                  <a:pt x="89431" y="94902"/>
                </a:lnTo>
                <a:close/>
                <a:moveTo>
                  <a:pt x="65781" y="96170"/>
                </a:moveTo>
                <a:lnTo>
                  <a:pt x="64513" y="94902"/>
                </a:lnTo>
                <a:lnTo>
                  <a:pt x="64513" y="93568"/>
                </a:lnTo>
                <a:lnTo>
                  <a:pt x="65347" y="92767"/>
                </a:lnTo>
                <a:lnTo>
                  <a:pt x="67148" y="92767"/>
                </a:lnTo>
                <a:lnTo>
                  <a:pt x="65781" y="94102"/>
                </a:lnTo>
                <a:close/>
                <a:moveTo>
                  <a:pt x="61578" y="95403"/>
                </a:moveTo>
                <a:lnTo>
                  <a:pt x="60677" y="94502"/>
                </a:lnTo>
                <a:lnTo>
                  <a:pt x="59410" y="94502"/>
                </a:lnTo>
                <a:lnTo>
                  <a:pt x="59410" y="93434"/>
                </a:lnTo>
                <a:lnTo>
                  <a:pt x="59310" y="93134"/>
                </a:lnTo>
                <a:lnTo>
                  <a:pt x="58542" y="92367"/>
                </a:lnTo>
                <a:lnTo>
                  <a:pt x="59310" y="91600"/>
                </a:lnTo>
                <a:lnTo>
                  <a:pt x="59410" y="91333"/>
                </a:lnTo>
                <a:lnTo>
                  <a:pt x="59410" y="90232"/>
                </a:lnTo>
                <a:lnTo>
                  <a:pt x="60677" y="90232"/>
                </a:lnTo>
                <a:lnTo>
                  <a:pt x="61578" y="89332"/>
                </a:lnTo>
                <a:lnTo>
                  <a:pt x="62445" y="90232"/>
                </a:lnTo>
                <a:lnTo>
                  <a:pt x="63713" y="90232"/>
                </a:lnTo>
                <a:lnTo>
                  <a:pt x="63713" y="91333"/>
                </a:lnTo>
                <a:lnTo>
                  <a:pt x="63846" y="91600"/>
                </a:lnTo>
                <a:lnTo>
                  <a:pt x="64613" y="92367"/>
                </a:lnTo>
                <a:lnTo>
                  <a:pt x="63846" y="93134"/>
                </a:lnTo>
                <a:lnTo>
                  <a:pt x="63713" y="93434"/>
                </a:lnTo>
                <a:lnTo>
                  <a:pt x="63713" y="94502"/>
                </a:lnTo>
                <a:lnTo>
                  <a:pt x="62445" y="94502"/>
                </a:lnTo>
                <a:close/>
                <a:moveTo>
                  <a:pt x="57341" y="96170"/>
                </a:moveTo>
                <a:lnTo>
                  <a:pt x="57341" y="94135"/>
                </a:lnTo>
                <a:lnTo>
                  <a:pt x="56007" y="92767"/>
                </a:lnTo>
                <a:lnTo>
                  <a:pt x="57808" y="92767"/>
                </a:lnTo>
                <a:lnTo>
                  <a:pt x="58642" y="93601"/>
                </a:lnTo>
                <a:lnTo>
                  <a:pt x="58642" y="94902"/>
                </a:lnTo>
                <a:close/>
                <a:moveTo>
                  <a:pt x="34992" y="96170"/>
                </a:moveTo>
                <a:lnTo>
                  <a:pt x="33725" y="94902"/>
                </a:lnTo>
                <a:lnTo>
                  <a:pt x="33725" y="93568"/>
                </a:lnTo>
                <a:lnTo>
                  <a:pt x="34525" y="92767"/>
                </a:lnTo>
                <a:lnTo>
                  <a:pt x="36360" y="92767"/>
                </a:lnTo>
                <a:lnTo>
                  <a:pt x="34992" y="94102"/>
                </a:lnTo>
                <a:close/>
                <a:moveTo>
                  <a:pt x="30789" y="95403"/>
                </a:moveTo>
                <a:lnTo>
                  <a:pt x="29889" y="94502"/>
                </a:lnTo>
                <a:lnTo>
                  <a:pt x="28621" y="94502"/>
                </a:lnTo>
                <a:lnTo>
                  <a:pt x="28621" y="93434"/>
                </a:lnTo>
                <a:lnTo>
                  <a:pt x="28521" y="93134"/>
                </a:lnTo>
                <a:lnTo>
                  <a:pt x="27754" y="92367"/>
                </a:lnTo>
                <a:lnTo>
                  <a:pt x="28521" y="91600"/>
                </a:lnTo>
                <a:lnTo>
                  <a:pt x="28621" y="91333"/>
                </a:lnTo>
                <a:lnTo>
                  <a:pt x="28621" y="90232"/>
                </a:lnTo>
                <a:lnTo>
                  <a:pt x="29889" y="90232"/>
                </a:lnTo>
                <a:lnTo>
                  <a:pt x="30789" y="89332"/>
                </a:lnTo>
                <a:lnTo>
                  <a:pt x="31656" y="90232"/>
                </a:lnTo>
                <a:lnTo>
                  <a:pt x="32924" y="90232"/>
                </a:lnTo>
                <a:lnTo>
                  <a:pt x="32924" y="91333"/>
                </a:lnTo>
                <a:lnTo>
                  <a:pt x="33057" y="91600"/>
                </a:lnTo>
                <a:lnTo>
                  <a:pt x="33825" y="92367"/>
                </a:lnTo>
                <a:lnTo>
                  <a:pt x="33057" y="93134"/>
                </a:lnTo>
                <a:lnTo>
                  <a:pt x="32924" y="93434"/>
                </a:lnTo>
                <a:lnTo>
                  <a:pt x="32924" y="94502"/>
                </a:lnTo>
                <a:lnTo>
                  <a:pt x="31656" y="94502"/>
                </a:lnTo>
                <a:close/>
                <a:moveTo>
                  <a:pt x="26553" y="96170"/>
                </a:moveTo>
                <a:lnTo>
                  <a:pt x="26553" y="94135"/>
                </a:lnTo>
                <a:lnTo>
                  <a:pt x="25219" y="92767"/>
                </a:lnTo>
                <a:lnTo>
                  <a:pt x="27020" y="92767"/>
                </a:lnTo>
                <a:lnTo>
                  <a:pt x="27854" y="93601"/>
                </a:lnTo>
                <a:lnTo>
                  <a:pt x="27854" y="94902"/>
                </a:lnTo>
                <a:close/>
                <a:moveTo>
                  <a:pt x="26553" y="26987"/>
                </a:moveTo>
                <a:lnTo>
                  <a:pt x="27854" y="28254"/>
                </a:lnTo>
                <a:lnTo>
                  <a:pt x="27854" y="29555"/>
                </a:lnTo>
                <a:lnTo>
                  <a:pt x="27020" y="30389"/>
                </a:lnTo>
                <a:lnTo>
                  <a:pt x="25219" y="30389"/>
                </a:lnTo>
                <a:lnTo>
                  <a:pt x="26553" y="29055"/>
                </a:lnTo>
                <a:lnTo>
                  <a:pt x="26553" y="26987"/>
                </a:lnTo>
                <a:close/>
                <a:moveTo>
                  <a:pt x="30789" y="27754"/>
                </a:moveTo>
                <a:lnTo>
                  <a:pt x="31656" y="28655"/>
                </a:lnTo>
                <a:lnTo>
                  <a:pt x="32924" y="28655"/>
                </a:lnTo>
                <a:lnTo>
                  <a:pt x="32924" y="29722"/>
                </a:lnTo>
                <a:lnTo>
                  <a:pt x="33057" y="30022"/>
                </a:lnTo>
                <a:lnTo>
                  <a:pt x="33825" y="30790"/>
                </a:lnTo>
                <a:lnTo>
                  <a:pt x="33057" y="31557"/>
                </a:lnTo>
                <a:lnTo>
                  <a:pt x="32924" y="31824"/>
                </a:lnTo>
                <a:lnTo>
                  <a:pt x="32924" y="32924"/>
                </a:lnTo>
                <a:lnTo>
                  <a:pt x="31656" y="32924"/>
                </a:lnTo>
                <a:lnTo>
                  <a:pt x="30789" y="33825"/>
                </a:lnTo>
                <a:lnTo>
                  <a:pt x="29889" y="32924"/>
                </a:lnTo>
                <a:lnTo>
                  <a:pt x="28621" y="32924"/>
                </a:lnTo>
                <a:lnTo>
                  <a:pt x="28621" y="31824"/>
                </a:lnTo>
                <a:lnTo>
                  <a:pt x="28521" y="31557"/>
                </a:lnTo>
                <a:lnTo>
                  <a:pt x="27754" y="30790"/>
                </a:lnTo>
                <a:lnTo>
                  <a:pt x="28521" y="30022"/>
                </a:lnTo>
                <a:lnTo>
                  <a:pt x="28621" y="29722"/>
                </a:lnTo>
                <a:lnTo>
                  <a:pt x="28621" y="28655"/>
                </a:lnTo>
                <a:lnTo>
                  <a:pt x="29889" y="28655"/>
                </a:lnTo>
                <a:close/>
                <a:moveTo>
                  <a:pt x="34992" y="26987"/>
                </a:moveTo>
                <a:lnTo>
                  <a:pt x="34992" y="29022"/>
                </a:lnTo>
                <a:lnTo>
                  <a:pt x="36360" y="30389"/>
                </a:lnTo>
                <a:lnTo>
                  <a:pt x="34525" y="30389"/>
                </a:lnTo>
                <a:lnTo>
                  <a:pt x="33725" y="29555"/>
                </a:lnTo>
                <a:lnTo>
                  <a:pt x="33725" y="28254"/>
                </a:lnTo>
                <a:close/>
                <a:moveTo>
                  <a:pt x="57341" y="26987"/>
                </a:moveTo>
                <a:lnTo>
                  <a:pt x="58642" y="28254"/>
                </a:lnTo>
                <a:lnTo>
                  <a:pt x="58642" y="29555"/>
                </a:lnTo>
                <a:lnTo>
                  <a:pt x="57808" y="30389"/>
                </a:lnTo>
                <a:lnTo>
                  <a:pt x="56007" y="30389"/>
                </a:lnTo>
                <a:lnTo>
                  <a:pt x="57341" y="29055"/>
                </a:lnTo>
                <a:close/>
                <a:moveTo>
                  <a:pt x="61578" y="27754"/>
                </a:moveTo>
                <a:lnTo>
                  <a:pt x="62445" y="28655"/>
                </a:lnTo>
                <a:lnTo>
                  <a:pt x="63713" y="28655"/>
                </a:lnTo>
                <a:lnTo>
                  <a:pt x="63713" y="29722"/>
                </a:lnTo>
                <a:lnTo>
                  <a:pt x="63846" y="30022"/>
                </a:lnTo>
                <a:lnTo>
                  <a:pt x="64613" y="30790"/>
                </a:lnTo>
                <a:lnTo>
                  <a:pt x="63846" y="31557"/>
                </a:lnTo>
                <a:lnTo>
                  <a:pt x="63713" y="31824"/>
                </a:lnTo>
                <a:lnTo>
                  <a:pt x="63713" y="32924"/>
                </a:lnTo>
                <a:lnTo>
                  <a:pt x="62445" y="32924"/>
                </a:lnTo>
                <a:lnTo>
                  <a:pt x="61578" y="33825"/>
                </a:lnTo>
                <a:lnTo>
                  <a:pt x="60677" y="32924"/>
                </a:lnTo>
                <a:lnTo>
                  <a:pt x="59410" y="32924"/>
                </a:lnTo>
                <a:lnTo>
                  <a:pt x="59410" y="31824"/>
                </a:lnTo>
                <a:lnTo>
                  <a:pt x="59310" y="31557"/>
                </a:lnTo>
                <a:lnTo>
                  <a:pt x="58542" y="30790"/>
                </a:lnTo>
                <a:lnTo>
                  <a:pt x="59310" y="30022"/>
                </a:lnTo>
                <a:lnTo>
                  <a:pt x="59410" y="29722"/>
                </a:lnTo>
                <a:lnTo>
                  <a:pt x="59410" y="28655"/>
                </a:lnTo>
                <a:lnTo>
                  <a:pt x="60677" y="28655"/>
                </a:lnTo>
                <a:close/>
                <a:moveTo>
                  <a:pt x="65781" y="26987"/>
                </a:moveTo>
                <a:lnTo>
                  <a:pt x="65781" y="29022"/>
                </a:lnTo>
                <a:lnTo>
                  <a:pt x="67148" y="30389"/>
                </a:lnTo>
                <a:lnTo>
                  <a:pt x="65347" y="30389"/>
                </a:lnTo>
                <a:lnTo>
                  <a:pt x="64513" y="29555"/>
                </a:lnTo>
                <a:lnTo>
                  <a:pt x="64513" y="28254"/>
                </a:lnTo>
                <a:close/>
                <a:moveTo>
                  <a:pt x="88130" y="26987"/>
                </a:moveTo>
                <a:lnTo>
                  <a:pt x="89431" y="28254"/>
                </a:lnTo>
                <a:lnTo>
                  <a:pt x="89431" y="29555"/>
                </a:lnTo>
                <a:lnTo>
                  <a:pt x="88597" y="30389"/>
                </a:lnTo>
                <a:lnTo>
                  <a:pt x="86796" y="30389"/>
                </a:lnTo>
                <a:lnTo>
                  <a:pt x="88130" y="29055"/>
                </a:lnTo>
                <a:lnTo>
                  <a:pt x="88130" y="26987"/>
                </a:lnTo>
                <a:close/>
                <a:moveTo>
                  <a:pt x="92366" y="27754"/>
                </a:moveTo>
                <a:lnTo>
                  <a:pt x="93267" y="28655"/>
                </a:lnTo>
                <a:lnTo>
                  <a:pt x="94501" y="28655"/>
                </a:lnTo>
                <a:lnTo>
                  <a:pt x="94501" y="29722"/>
                </a:lnTo>
                <a:lnTo>
                  <a:pt x="94635" y="30022"/>
                </a:lnTo>
                <a:lnTo>
                  <a:pt x="95402" y="30790"/>
                </a:lnTo>
                <a:lnTo>
                  <a:pt x="94635" y="31557"/>
                </a:lnTo>
                <a:lnTo>
                  <a:pt x="94501" y="31824"/>
                </a:lnTo>
                <a:lnTo>
                  <a:pt x="94501" y="32924"/>
                </a:lnTo>
                <a:lnTo>
                  <a:pt x="93267" y="32924"/>
                </a:lnTo>
                <a:lnTo>
                  <a:pt x="92366" y="33825"/>
                </a:lnTo>
                <a:lnTo>
                  <a:pt x="91466" y="32924"/>
                </a:lnTo>
                <a:lnTo>
                  <a:pt x="90232" y="32924"/>
                </a:lnTo>
                <a:lnTo>
                  <a:pt x="90232" y="31824"/>
                </a:lnTo>
                <a:lnTo>
                  <a:pt x="90098" y="31557"/>
                </a:lnTo>
                <a:lnTo>
                  <a:pt x="89331" y="30790"/>
                </a:lnTo>
                <a:lnTo>
                  <a:pt x="90098" y="30022"/>
                </a:lnTo>
                <a:lnTo>
                  <a:pt x="90232" y="29722"/>
                </a:lnTo>
                <a:lnTo>
                  <a:pt x="90232" y="28655"/>
                </a:lnTo>
                <a:lnTo>
                  <a:pt x="91466" y="28655"/>
                </a:lnTo>
                <a:close/>
                <a:moveTo>
                  <a:pt x="96569" y="26987"/>
                </a:moveTo>
                <a:lnTo>
                  <a:pt x="96569" y="29022"/>
                </a:lnTo>
                <a:lnTo>
                  <a:pt x="97937" y="30389"/>
                </a:lnTo>
                <a:lnTo>
                  <a:pt x="96136" y="30389"/>
                </a:lnTo>
                <a:lnTo>
                  <a:pt x="95302" y="29555"/>
                </a:lnTo>
                <a:lnTo>
                  <a:pt x="95302" y="28254"/>
                </a:lnTo>
                <a:close/>
                <a:moveTo>
                  <a:pt x="118952" y="26987"/>
                </a:moveTo>
                <a:lnTo>
                  <a:pt x="120220" y="28254"/>
                </a:lnTo>
                <a:lnTo>
                  <a:pt x="120220" y="29555"/>
                </a:lnTo>
                <a:lnTo>
                  <a:pt x="119386" y="30389"/>
                </a:lnTo>
                <a:lnTo>
                  <a:pt x="117584" y="30389"/>
                </a:lnTo>
                <a:lnTo>
                  <a:pt x="118952" y="29055"/>
                </a:lnTo>
                <a:lnTo>
                  <a:pt x="118952" y="26987"/>
                </a:lnTo>
                <a:close/>
                <a:moveTo>
                  <a:pt x="123155" y="27754"/>
                </a:moveTo>
                <a:lnTo>
                  <a:pt x="124056" y="28655"/>
                </a:lnTo>
                <a:lnTo>
                  <a:pt x="125290" y="28655"/>
                </a:lnTo>
                <a:lnTo>
                  <a:pt x="125290" y="29722"/>
                </a:lnTo>
                <a:lnTo>
                  <a:pt x="125423" y="30022"/>
                </a:lnTo>
                <a:lnTo>
                  <a:pt x="126191" y="30790"/>
                </a:lnTo>
                <a:lnTo>
                  <a:pt x="125423" y="31557"/>
                </a:lnTo>
                <a:lnTo>
                  <a:pt x="125290" y="31824"/>
                </a:lnTo>
                <a:lnTo>
                  <a:pt x="125290" y="32924"/>
                </a:lnTo>
                <a:lnTo>
                  <a:pt x="124056" y="32924"/>
                </a:lnTo>
                <a:lnTo>
                  <a:pt x="123155" y="33825"/>
                </a:lnTo>
                <a:lnTo>
                  <a:pt x="122254" y="32924"/>
                </a:lnTo>
                <a:lnTo>
                  <a:pt x="121020" y="32924"/>
                </a:lnTo>
                <a:lnTo>
                  <a:pt x="121020" y="31857"/>
                </a:lnTo>
                <a:lnTo>
                  <a:pt x="120887" y="31557"/>
                </a:lnTo>
                <a:lnTo>
                  <a:pt x="120120" y="30790"/>
                </a:lnTo>
                <a:lnTo>
                  <a:pt x="120887" y="30022"/>
                </a:lnTo>
                <a:lnTo>
                  <a:pt x="121020" y="29722"/>
                </a:lnTo>
                <a:lnTo>
                  <a:pt x="121020" y="28655"/>
                </a:lnTo>
                <a:lnTo>
                  <a:pt x="122254" y="28655"/>
                </a:lnTo>
                <a:close/>
                <a:moveTo>
                  <a:pt x="127391" y="26987"/>
                </a:moveTo>
                <a:lnTo>
                  <a:pt x="127391" y="29022"/>
                </a:lnTo>
                <a:lnTo>
                  <a:pt x="128726" y="30389"/>
                </a:lnTo>
                <a:lnTo>
                  <a:pt x="126924" y="30389"/>
                </a:lnTo>
                <a:lnTo>
                  <a:pt x="126091" y="29555"/>
                </a:lnTo>
                <a:lnTo>
                  <a:pt x="126091" y="28254"/>
                </a:lnTo>
                <a:close/>
                <a:moveTo>
                  <a:pt x="149741" y="26987"/>
                </a:moveTo>
                <a:lnTo>
                  <a:pt x="151008" y="28254"/>
                </a:lnTo>
                <a:lnTo>
                  <a:pt x="151008" y="29555"/>
                </a:lnTo>
                <a:lnTo>
                  <a:pt x="150174" y="30389"/>
                </a:lnTo>
                <a:lnTo>
                  <a:pt x="148373" y="30389"/>
                </a:lnTo>
                <a:lnTo>
                  <a:pt x="149741" y="29055"/>
                </a:lnTo>
                <a:lnTo>
                  <a:pt x="149741" y="26987"/>
                </a:lnTo>
                <a:close/>
                <a:moveTo>
                  <a:pt x="153944" y="27754"/>
                </a:moveTo>
                <a:lnTo>
                  <a:pt x="154844" y="28655"/>
                </a:lnTo>
                <a:lnTo>
                  <a:pt x="156112" y="28655"/>
                </a:lnTo>
                <a:lnTo>
                  <a:pt x="156112" y="29722"/>
                </a:lnTo>
                <a:lnTo>
                  <a:pt x="156212" y="30022"/>
                </a:lnTo>
                <a:lnTo>
                  <a:pt x="156979" y="30790"/>
                </a:lnTo>
                <a:lnTo>
                  <a:pt x="156212" y="31557"/>
                </a:lnTo>
                <a:lnTo>
                  <a:pt x="156112" y="31824"/>
                </a:lnTo>
                <a:lnTo>
                  <a:pt x="156112" y="32924"/>
                </a:lnTo>
                <a:lnTo>
                  <a:pt x="154844" y="32924"/>
                </a:lnTo>
                <a:lnTo>
                  <a:pt x="153944" y="33825"/>
                </a:lnTo>
                <a:lnTo>
                  <a:pt x="153076" y="32924"/>
                </a:lnTo>
                <a:lnTo>
                  <a:pt x="151809" y="32924"/>
                </a:lnTo>
                <a:lnTo>
                  <a:pt x="151809" y="31824"/>
                </a:lnTo>
                <a:lnTo>
                  <a:pt x="151675" y="31557"/>
                </a:lnTo>
                <a:lnTo>
                  <a:pt x="150908" y="30790"/>
                </a:lnTo>
                <a:lnTo>
                  <a:pt x="151675" y="30022"/>
                </a:lnTo>
                <a:lnTo>
                  <a:pt x="151809" y="29722"/>
                </a:lnTo>
                <a:lnTo>
                  <a:pt x="151809" y="28655"/>
                </a:lnTo>
                <a:lnTo>
                  <a:pt x="153076" y="28655"/>
                </a:lnTo>
                <a:close/>
                <a:moveTo>
                  <a:pt x="158180" y="26987"/>
                </a:moveTo>
                <a:lnTo>
                  <a:pt x="158180" y="29022"/>
                </a:lnTo>
                <a:lnTo>
                  <a:pt x="159514" y="30389"/>
                </a:lnTo>
                <a:lnTo>
                  <a:pt x="157713" y="30389"/>
                </a:lnTo>
                <a:lnTo>
                  <a:pt x="156879" y="29555"/>
                </a:lnTo>
                <a:lnTo>
                  <a:pt x="156879" y="28254"/>
                </a:lnTo>
                <a:close/>
                <a:moveTo>
                  <a:pt x="180529" y="26987"/>
                </a:moveTo>
                <a:lnTo>
                  <a:pt x="181797" y="28254"/>
                </a:lnTo>
                <a:lnTo>
                  <a:pt x="181797" y="29555"/>
                </a:lnTo>
                <a:lnTo>
                  <a:pt x="180963" y="30389"/>
                </a:lnTo>
                <a:lnTo>
                  <a:pt x="179162" y="30389"/>
                </a:lnTo>
                <a:lnTo>
                  <a:pt x="180529" y="29055"/>
                </a:lnTo>
                <a:lnTo>
                  <a:pt x="180529" y="26987"/>
                </a:lnTo>
                <a:close/>
                <a:moveTo>
                  <a:pt x="184732" y="27754"/>
                </a:moveTo>
                <a:lnTo>
                  <a:pt x="185633" y="28655"/>
                </a:lnTo>
                <a:lnTo>
                  <a:pt x="186901" y="28655"/>
                </a:lnTo>
                <a:lnTo>
                  <a:pt x="186901" y="29722"/>
                </a:lnTo>
                <a:lnTo>
                  <a:pt x="187001" y="30022"/>
                </a:lnTo>
                <a:lnTo>
                  <a:pt x="187768" y="30790"/>
                </a:lnTo>
                <a:lnTo>
                  <a:pt x="187001" y="31557"/>
                </a:lnTo>
                <a:lnTo>
                  <a:pt x="186901" y="31824"/>
                </a:lnTo>
                <a:lnTo>
                  <a:pt x="186901" y="32924"/>
                </a:lnTo>
                <a:lnTo>
                  <a:pt x="185633" y="32924"/>
                </a:lnTo>
                <a:lnTo>
                  <a:pt x="184732" y="33825"/>
                </a:lnTo>
                <a:lnTo>
                  <a:pt x="183865" y="32924"/>
                </a:lnTo>
                <a:lnTo>
                  <a:pt x="182598" y="32924"/>
                </a:lnTo>
                <a:lnTo>
                  <a:pt x="182598" y="31824"/>
                </a:lnTo>
                <a:lnTo>
                  <a:pt x="182464" y="31557"/>
                </a:lnTo>
                <a:lnTo>
                  <a:pt x="181697" y="30790"/>
                </a:lnTo>
                <a:lnTo>
                  <a:pt x="182464" y="30022"/>
                </a:lnTo>
                <a:lnTo>
                  <a:pt x="182598" y="29722"/>
                </a:lnTo>
                <a:lnTo>
                  <a:pt x="182598" y="28655"/>
                </a:lnTo>
                <a:lnTo>
                  <a:pt x="183865" y="28655"/>
                </a:lnTo>
                <a:close/>
                <a:moveTo>
                  <a:pt x="188969" y="26987"/>
                </a:moveTo>
                <a:lnTo>
                  <a:pt x="188969" y="29022"/>
                </a:lnTo>
                <a:lnTo>
                  <a:pt x="190303" y="30389"/>
                </a:lnTo>
                <a:lnTo>
                  <a:pt x="188502" y="30389"/>
                </a:lnTo>
                <a:lnTo>
                  <a:pt x="187668" y="29555"/>
                </a:lnTo>
                <a:lnTo>
                  <a:pt x="187668" y="28254"/>
                </a:lnTo>
                <a:close/>
                <a:moveTo>
                  <a:pt x="211318" y="26987"/>
                </a:moveTo>
                <a:lnTo>
                  <a:pt x="212586" y="28254"/>
                </a:lnTo>
                <a:lnTo>
                  <a:pt x="212586" y="29555"/>
                </a:lnTo>
                <a:lnTo>
                  <a:pt x="211785" y="30389"/>
                </a:lnTo>
                <a:lnTo>
                  <a:pt x="209950" y="30389"/>
                </a:lnTo>
                <a:lnTo>
                  <a:pt x="211318" y="29055"/>
                </a:lnTo>
                <a:lnTo>
                  <a:pt x="211318" y="26987"/>
                </a:lnTo>
                <a:close/>
                <a:moveTo>
                  <a:pt x="215521" y="27754"/>
                </a:moveTo>
                <a:lnTo>
                  <a:pt x="216422" y="28655"/>
                </a:lnTo>
                <a:lnTo>
                  <a:pt x="217689" y="28655"/>
                </a:lnTo>
                <a:lnTo>
                  <a:pt x="217689" y="29722"/>
                </a:lnTo>
                <a:lnTo>
                  <a:pt x="217789" y="30022"/>
                </a:lnTo>
                <a:lnTo>
                  <a:pt x="218557" y="30790"/>
                </a:lnTo>
                <a:lnTo>
                  <a:pt x="217789" y="31557"/>
                </a:lnTo>
                <a:lnTo>
                  <a:pt x="217689" y="31824"/>
                </a:lnTo>
                <a:lnTo>
                  <a:pt x="217689" y="32924"/>
                </a:lnTo>
                <a:lnTo>
                  <a:pt x="216422" y="32924"/>
                </a:lnTo>
                <a:lnTo>
                  <a:pt x="215521" y="33825"/>
                </a:lnTo>
                <a:lnTo>
                  <a:pt x="214654" y="32924"/>
                </a:lnTo>
                <a:lnTo>
                  <a:pt x="213386" y="32924"/>
                </a:lnTo>
                <a:lnTo>
                  <a:pt x="213386" y="31824"/>
                </a:lnTo>
                <a:lnTo>
                  <a:pt x="213286" y="31557"/>
                </a:lnTo>
                <a:lnTo>
                  <a:pt x="212486" y="30790"/>
                </a:lnTo>
                <a:lnTo>
                  <a:pt x="213286" y="30022"/>
                </a:lnTo>
                <a:lnTo>
                  <a:pt x="213386" y="29722"/>
                </a:lnTo>
                <a:lnTo>
                  <a:pt x="213386" y="28655"/>
                </a:lnTo>
                <a:lnTo>
                  <a:pt x="214654" y="28655"/>
                </a:lnTo>
                <a:close/>
                <a:moveTo>
                  <a:pt x="218056" y="89432"/>
                </a:moveTo>
                <a:lnTo>
                  <a:pt x="216755" y="89432"/>
                </a:lnTo>
                <a:lnTo>
                  <a:pt x="215921" y="88598"/>
                </a:lnTo>
                <a:lnTo>
                  <a:pt x="215921" y="86796"/>
                </a:lnTo>
                <a:lnTo>
                  <a:pt x="217156" y="88031"/>
                </a:lnTo>
                <a:lnTo>
                  <a:pt x="217456" y="88164"/>
                </a:lnTo>
                <a:lnTo>
                  <a:pt x="219324" y="88164"/>
                </a:lnTo>
                <a:close/>
                <a:moveTo>
                  <a:pt x="211785" y="91967"/>
                </a:moveTo>
                <a:lnTo>
                  <a:pt x="209950" y="91967"/>
                </a:lnTo>
                <a:lnTo>
                  <a:pt x="211318" y="90632"/>
                </a:lnTo>
                <a:lnTo>
                  <a:pt x="211318" y="88564"/>
                </a:lnTo>
                <a:lnTo>
                  <a:pt x="212586" y="89865"/>
                </a:lnTo>
                <a:lnTo>
                  <a:pt x="212586" y="91166"/>
                </a:lnTo>
                <a:close/>
                <a:moveTo>
                  <a:pt x="188502" y="91967"/>
                </a:moveTo>
                <a:lnTo>
                  <a:pt x="187668" y="91166"/>
                </a:lnTo>
                <a:lnTo>
                  <a:pt x="187668" y="89865"/>
                </a:lnTo>
                <a:lnTo>
                  <a:pt x="188969" y="88564"/>
                </a:lnTo>
                <a:lnTo>
                  <a:pt x="188969" y="90632"/>
                </a:lnTo>
                <a:lnTo>
                  <a:pt x="190303" y="91967"/>
                </a:lnTo>
                <a:lnTo>
                  <a:pt x="188502" y="91967"/>
                </a:lnTo>
                <a:close/>
                <a:moveTo>
                  <a:pt x="180996" y="91967"/>
                </a:moveTo>
                <a:lnTo>
                  <a:pt x="179162" y="91967"/>
                </a:lnTo>
                <a:lnTo>
                  <a:pt x="180529" y="90632"/>
                </a:lnTo>
                <a:lnTo>
                  <a:pt x="180529" y="88564"/>
                </a:lnTo>
                <a:lnTo>
                  <a:pt x="181797" y="89865"/>
                </a:lnTo>
                <a:lnTo>
                  <a:pt x="181797" y="91166"/>
                </a:lnTo>
                <a:close/>
                <a:moveTo>
                  <a:pt x="157713" y="91967"/>
                </a:moveTo>
                <a:lnTo>
                  <a:pt x="156879" y="91166"/>
                </a:lnTo>
                <a:lnTo>
                  <a:pt x="156879" y="89865"/>
                </a:lnTo>
                <a:lnTo>
                  <a:pt x="158180" y="88564"/>
                </a:lnTo>
                <a:lnTo>
                  <a:pt x="158180" y="90632"/>
                </a:lnTo>
                <a:lnTo>
                  <a:pt x="159514" y="91967"/>
                </a:lnTo>
                <a:lnTo>
                  <a:pt x="157713" y="91967"/>
                </a:lnTo>
                <a:close/>
                <a:moveTo>
                  <a:pt x="150174" y="91967"/>
                </a:moveTo>
                <a:lnTo>
                  <a:pt x="148373" y="91967"/>
                </a:lnTo>
                <a:lnTo>
                  <a:pt x="149741" y="90632"/>
                </a:lnTo>
                <a:lnTo>
                  <a:pt x="149741" y="88564"/>
                </a:lnTo>
                <a:lnTo>
                  <a:pt x="151008" y="89865"/>
                </a:lnTo>
                <a:lnTo>
                  <a:pt x="151008" y="91166"/>
                </a:lnTo>
                <a:close/>
                <a:moveTo>
                  <a:pt x="126924" y="91967"/>
                </a:moveTo>
                <a:lnTo>
                  <a:pt x="126091" y="91166"/>
                </a:lnTo>
                <a:lnTo>
                  <a:pt x="126091" y="89865"/>
                </a:lnTo>
                <a:lnTo>
                  <a:pt x="127358" y="88564"/>
                </a:lnTo>
                <a:lnTo>
                  <a:pt x="127358" y="90632"/>
                </a:lnTo>
                <a:lnTo>
                  <a:pt x="128726" y="91967"/>
                </a:lnTo>
                <a:lnTo>
                  <a:pt x="126924" y="91967"/>
                </a:lnTo>
                <a:close/>
                <a:moveTo>
                  <a:pt x="119386" y="91967"/>
                </a:moveTo>
                <a:lnTo>
                  <a:pt x="117584" y="91967"/>
                </a:lnTo>
                <a:lnTo>
                  <a:pt x="118952" y="90632"/>
                </a:lnTo>
                <a:lnTo>
                  <a:pt x="118952" y="88564"/>
                </a:lnTo>
                <a:lnTo>
                  <a:pt x="120220" y="89865"/>
                </a:lnTo>
                <a:lnTo>
                  <a:pt x="120220" y="91166"/>
                </a:lnTo>
                <a:close/>
                <a:moveTo>
                  <a:pt x="96136" y="91967"/>
                </a:moveTo>
                <a:lnTo>
                  <a:pt x="95302" y="91166"/>
                </a:lnTo>
                <a:lnTo>
                  <a:pt x="95302" y="89865"/>
                </a:lnTo>
                <a:lnTo>
                  <a:pt x="96569" y="88564"/>
                </a:lnTo>
                <a:lnTo>
                  <a:pt x="96569" y="90632"/>
                </a:lnTo>
                <a:lnTo>
                  <a:pt x="97937" y="91967"/>
                </a:lnTo>
                <a:lnTo>
                  <a:pt x="96136" y="91967"/>
                </a:lnTo>
                <a:close/>
                <a:moveTo>
                  <a:pt x="88597" y="91967"/>
                </a:moveTo>
                <a:lnTo>
                  <a:pt x="86796" y="91967"/>
                </a:lnTo>
                <a:lnTo>
                  <a:pt x="88130" y="90632"/>
                </a:lnTo>
                <a:lnTo>
                  <a:pt x="88130" y="88564"/>
                </a:lnTo>
                <a:lnTo>
                  <a:pt x="89431" y="89865"/>
                </a:lnTo>
                <a:lnTo>
                  <a:pt x="89431" y="91166"/>
                </a:lnTo>
                <a:close/>
                <a:moveTo>
                  <a:pt x="65347" y="91967"/>
                </a:moveTo>
                <a:lnTo>
                  <a:pt x="64513" y="91166"/>
                </a:lnTo>
                <a:lnTo>
                  <a:pt x="64513" y="89865"/>
                </a:lnTo>
                <a:lnTo>
                  <a:pt x="65781" y="88564"/>
                </a:lnTo>
                <a:lnTo>
                  <a:pt x="65781" y="90632"/>
                </a:lnTo>
                <a:lnTo>
                  <a:pt x="67148" y="91967"/>
                </a:lnTo>
                <a:lnTo>
                  <a:pt x="65347" y="91967"/>
                </a:lnTo>
                <a:close/>
                <a:moveTo>
                  <a:pt x="57808" y="91967"/>
                </a:moveTo>
                <a:lnTo>
                  <a:pt x="56007" y="91967"/>
                </a:lnTo>
                <a:lnTo>
                  <a:pt x="57341" y="90632"/>
                </a:lnTo>
                <a:lnTo>
                  <a:pt x="57341" y="88564"/>
                </a:lnTo>
                <a:lnTo>
                  <a:pt x="58642" y="89865"/>
                </a:lnTo>
                <a:lnTo>
                  <a:pt x="58642" y="91166"/>
                </a:lnTo>
                <a:close/>
                <a:moveTo>
                  <a:pt x="34525" y="91967"/>
                </a:moveTo>
                <a:lnTo>
                  <a:pt x="33725" y="91166"/>
                </a:lnTo>
                <a:lnTo>
                  <a:pt x="33725" y="89865"/>
                </a:lnTo>
                <a:lnTo>
                  <a:pt x="34992" y="88564"/>
                </a:lnTo>
                <a:lnTo>
                  <a:pt x="34992" y="90632"/>
                </a:lnTo>
                <a:lnTo>
                  <a:pt x="36360" y="91967"/>
                </a:lnTo>
                <a:lnTo>
                  <a:pt x="34525" y="91967"/>
                </a:lnTo>
                <a:close/>
                <a:moveTo>
                  <a:pt x="28254" y="89432"/>
                </a:moveTo>
                <a:lnTo>
                  <a:pt x="26986" y="88164"/>
                </a:lnTo>
                <a:lnTo>
                  <a:pt x="28854" y="88164"/>
                </a:lnTo>
                <a:lnTo>
                  <a:pt x="29155" y="88031"/>
                </a:lnTo>
                <a:lnTo>
                  <a:pt x="30389" y="86796"/>
                </a:lnTo>
                <a:lnTo>
                  <a:pt x="30389" y="88598"/>
                </a:lnTo>
                <a:lnTo>
                  <a:pt x="29555" y="89432"/>
                </a:lnTo>
                <a:lnTo>
                  <a:pt x="28254" y="89432"/>
                </a:lnTo>
                <a:close/>
                <a:moveTo>
                  <a:pt x="28254" y="33725"/>
                </a:moveTo>
                <a:lnTo>
                  <a:pt x="29555" y="33725"/>
                </a:lnTo>
                <a:lnTo>
                  <a:pt x="30389" y="34559"/>
                </a:lnTo>
                <a:lnTo>
                  <a:pt x="30389" y="36360"/>
                </a:lnTo>
                <a:lnTo>
                  <a:pt x="29155" y="35126"/>
                </a:lnTo>
                <a:lnTo>
                  <a:pt x="28854" y="34993"/>
                </a:lnTo>
                <a:lnTo>
                  <a:pt x="26986" y="34993"/>
                </a:lnTo>
                <a:close/>
                <a:moveTo>
                  <a:pt x="34525" y="31190"/>
                </a:moveTo>
                <a:lnTo>
                  <a:pt x="36360" y="31190"/>
                </a:lnTo>
                <a:lnTo>
                  <a:pt x="34992" y="32524"/>
                </a:lnTo>
                <a:lnTo>
                  <a:pt x="34992" y="34592"/>
                </a:lnTo>
                <a:lnTo>
                  <a:pt x="33725" y="33291"/>
                </a:lnTo>
                <a:lnTo>
                  <a:pt x="33725" y="31990"/>
                </a:lnTo>
                <a:close/>
                <a:moveTo>
                  <a:pt x="57808" y="31190"/>
                </a:moveTo>
                <a:lnTo>
                  <a:pt x="58642" y="31990"/>
                </a:lnTo>
                <a:lnTo>
                  <a:pt x="58642" y="33291"/>
                </a:lnTo>
                <a:lnTo>
                  <a:pt x="57341" y="34592"/>
                </a:lnTo>
                <a:lnTo>
                  <a:pt x="57341" y="32524"/>
                </a:lnTo>
                <a:lnTo>
                  <a:pt x="56007" y="31190"/>
                </a:lnTo>
                <a:lnTo>
                  <a:pt x="57808" y="31190"/>
                </a:lnTo>
                <a:close/>
                <a:moveTo>
                  <a:pt x="65347" y="31190"/>
                </a:moveTo>
                <a:lnTo>
                  <a:pt x="67148" y="31190"/>
                </a:lnTo>
                <a:lnTo>
                  <a:pt x="65781" y="32524"/>
                </a:lnTo>
                <a:lnTo>
                  <a:pt x="65781" y="34592"/>
                </a:lnTo>
                <a:lnTo>
                  <a:pt x="64513" y="33291"/>
                </a:lnTo>
                <a:lnTo>
                  <a:pt x="64513" y="31990"/>
                </a:lnTo>
                <a:close/>
                <a:moveTo>
                  <a:pt x="88597" y="31190"/>
                </a:moveTo>
                <a:lnTo>
                  <a:pt x="89431" y="31990"/>
                </a:lnTo>
                <a:lnTo>
                  <a:pt x="89431" y="33291"/>
                </a:lnTo>
                <a:lnTo>
                  <a:pt x="88130" y="34592"/>
                </a:lnTo>
                <a:lnTo>
                  <a:pt x="88130" y="32524"/>
                </a:lnTo>
                <a:lnTo>
                  <a:pt x="86796" y="31190"/>
                </a:lnTo>
                <a:lnTo>
                  <a:pt x="88597" y="31190"/>
                </a:lnTo>
                <a:close/>
                <a:moveTo>
                  <a:pt x="96136" y="31190"/>
                </a:moveTo>
                <a:lnTo>
                  <a:pt x="97937" y="31190"/>
                </a:lnTo>
                <a:lnTo>
                  <a:pt x="96569" y="32524"/>
                </a:lnTo>
                <a:lnTo>
                  <a:pt x="96569" y="34592"/>
                </a:lnTo>
                <a:lnTo>
                  <a:pt x="95302" y="33291"/>
                </a:lnTo>
                <a:lnTo>
                  <a:pt x="95302" y="31990"/>
                </a:lnTo>
                <a:close/>
                <a:moveTo>
                  <a:pt x="119386" y="31190"/>
                </a:moveTo>
                <a:lnTo>
                  <a:pt x="120220" y="31990"/>
                </a:lnTo>
                <a:lnTo>
                  <a:pt x="120220" y="33291"/>
                </a:lnTo>
                <a:lnTo>
                  <a:pt x="118952" y="34592"/>
                </a:lnTo>
                <a:lnTo>
                  <a:pt x="118952" y="32524"/>
                </a:lnTo>
                <a:lnTo>
                  <a:pt x="117584" y="31190"/>
                </a:lnTo>
                <a:lnTo>
                  <a:pt x="119386" y="31190"/>
                </a:lnTo>
                <a:close/>
                <a:moveTo>
                  <a:pt x="126924" y="31190"/>
                </a:moveTo>
                <a:lnTo>
                  <a:pt x="128726" y="31190"/>
                </a:lnTo>
                <a:lnTo>
                  <a:pt x="127391" y="32524"/>
                </a:lnTo>
                <a:lnTo>
                  <a:pt x="127391" y="34592"/>
                </a:lnTo>
                <a:lnTo>
                  <a:pt x="126091" y="33291"/>
                </a:lnTo>
                <a:lnTo>
                  <a:pt x="126091" y="31990"/>
                </a:lnTo>
                <a:close/>
                <a:moveTo>
                  <a:pt x="150174" y="31190"/>
                </a:moveTo>
                <a:lnTo>
                  <a:pt x="151008" y="31990"/>
                </a:lnTo>
                <a:lnTo>
                  <a:pt x="151008" y="33291"/>
                </a:lnTo>
                <a:lnTo>
                  <a:pt x="149741" y="34592"/>
                </a:lnTo>
                <a:lnTo>
                  <a:pt x="149741" y="32524"/>
                </a:lnTo>
                <a:lnTo>
                  <a:pt x="148373" y="31190"/>
                </a:lnTo>
                <a:lnTo>
                  <a:pt x="150174" y="31190"/>
                </a:lnTo>
                <a:close/>
                <a:moveTo>
                  <a:pt x="157713" y="31190"/>
                </a:moveTo>
                <a:lnTo>
                  <a:pt x="159514" y="31190"/>
                </a:lnTo>
                <a:lnTo>
                  <a:pt x="158180" y="32524"/>
                </a:lnTo>
                <a:lnTo>
                  <a:pt x="158180" y="34592"/>
                </a:lnTo>
                <a:lnTo>
                  <a:pt x="156879" y="33291"/>
                </a:lnTo>
                <a:lnTo>
                  <a:pt x="156879" y="31990"/>
                </a:lnTo>
                <a:close/>
                <a:moveTo>
                  <a:pt x="180996" y="31190"/>
                </a:moveTo>
                <a:lnTo>
                  <a:pt x="181797" y="31990"/>
                </a:lnTo>
                <a:lnTo>
                  <a:pt x="181797" y="33291"/>
                </a:lnTo>
                <a:lnTo>
                  <a:pt x="180529" y="34592"/>
                </a:lnTo>
                <a:lnTo>
                  <a:pt x="180529" y="32524"/>
                </a:lnTo>
                <a:lnTo>
                  <a:pt x="179162" y="31190"/>
                </a:lnTo>
                <a:lnTo>
                  <a:pt x="180996" y="31190"/>
                </a:lnTo>
                <a:close/>
                <a:moveTo>
                  <a:pt x="188502" y="31190"/>
                </a:moveTo>
                <a:lnTo>
                  <a:pt x="190303" y="31190"/>
                </a:lnTo>
                <a:lnTo>
                  <a:pt x="188969" y="32524"/>
                </a:lnTo>
                <a:lnTo>
                  <a:pt x="188969" y="34592"/>
                </a:lnTo>
                <a:lnTo>
                  <a:pt x="187668" y="33291"/>
                </a:lnTo>
                <a:lnTo>
                  <a:pt x="187668" y="31990"/>
                </a:lnTo>
                <a:close/>
                <a:moveTo>
                  <a:pt x="211785" y="31190"/>
                </a:moveTo>
                <a:lnTo>
                  <a:pt x="212586" y="31990"/>
                </a:lnTo>
                <a:lnTo>
                  <a:pt x="212586" y="33291"/>
                </a:lnTo>
                <a:lnTo>
                  <a:pt x="211318" y="34592"/>
                </a:lnTo>
                <a:lnTo>
                  <a:pt x="211318" y="32524"/>
                </a:lnTo>
                <a:lnTo>
                  <a:pt x="209950" y="31190"/>
                </a:lnTo>
                <a:lnTo>
                  <a:pt x="211785" y="31190"/>
                </a:lnTo>
                <a:close/>
                <a:moveTo>
                  <a:pt x="215121" y="57809"/>
                </a:moveTo>
                <a:lnTo>
                  <a:pt x="214320" y="58643"/>
                </a:lnTo>
                <a:lnTo>
                  <a:pt x="213019" y="58643"/>
                </a:lnTo>
                <a:lnTo>
                  <a:pt x="211718" y="57375"/>
                </a:lnTo>
                <a:lnTo>
                  <a:pt x="213620" y="57375"/>
                </a:lnTo>
                <a:lnTo>
                  <a:pt x="213887" y="57242"/>
                </a:lnTo>
                <a:lnTo>
                  <a:pt x="215121" y="56008"/>
                </a:lnTo>
                <a:close/>
                <a:moveTo>
                  <a:pt x="31189" y="65348"/>
                </a:moveTo>
                <a:lnTo>
                  <a:pt x="31990" y="64514"/>
                </a:lnTo>
                <a:lnTo>
                  <a:pt x="33291" y="64514"/>
                </a:lnTo>
                <a:lnTo>
                  <a:pt x="34592" y="65815"/>
                </a:lnTo>
                <a:lnTo>
                  <a:pt x="32691" y="65815"/>
                </a:lnTo>
                <a:lnTo>
                  <a:pt x="32424" y="65915"/>
                </a:lnTo>
                <a:lnTo>
                  <a:pt x="31156" y="67149"/>
                </a:lnTo>
                <a:lnTo>
                  <a:pt x="31156" y="65348"/>
                </a:lnTo>
                <a:close/>
                <a:moveTo>
                  <a:pt x="210618" y="86896"/>
                </a:moveTo>
                <a:lnTo>
                  <a:pt x="209083" y="85362"/>
                </a:lnTo>
                <a:lnTo>
                  <a:pt x="209083" y="80692"/>
                </a:lnTo>
                <a:lnTo>
                  <a:pt x="212419" y="77356"/>
                </a:lnTo>
                <a:lnTo>
                  <a:pt x="214587" y="77356"/>
                </a:lnTo>
                <a:lnTo>
                  <a:pt x="210618" y="81326"/>
                </a:lnTo>
                <a:lnTo>
                  <a:pt x="210618" y="86896"/>
                </a:lnTo>
                <a:close/>
                <a:moveTo>
                  <a:pt x="189636" y="86896"/>
                </a:moveTo>
                <a:lnTo>
                  <a:pt x="189636" y="81326"/>
                </a:lnTo>
                <a:lnTo>
                  <a:pt x="185700" y="77356"/>
                </a:lnTo>
                <a:lnTo>
                  <a:pt x="187868" y="77356"/>
                </a:lnTo>
                <a:lnTo>
                  <a:pt x="191170" y="80692"/>
                </a:lnTo>
                <a:lnTo>
                  <a:pt x="191170" y="85362"/>
                </a:lnTo>
                <a:close/>
                <a:moveTo>
                  <a:pt x="179829" y="86896"/>
                </a:moveTo>
                <a:lnTo>
                  <a:pt x="178294" y="85362"/>
                </a:lnTo>
                <a:lnTo>
                  <a:pt x="178294" y="80692"/>
                </a:lnTo>
                <a:lnTo>
                  <a:pt x="181630" y="77356"/>
                </a:lnTo>
                <a:lnTo>
                  <a:pt x="183798" y="77356"/>
                </a:lnTo>
                <a:lnTo>
                  <a:pt x="179829" y="81326"/>
                </a:lnTo>
                <a:lnTo>
                  <a:pt x="179829" y="86896"/>
                </a:lnTo>
                <a:close/>
                <a:moveTo>
                  <a:pt x="158847" y="86896"/>
                </a:moveTo>
                <a:lnTo>
                  <a:pt x="158847" y="81326"/>
                </a:lnTo>
                <a:lnTo>
                  <a:pt x="154911" y="77356"/>
                </a:lnTo>
                <a:lnTo>
                  <a:pt x="157079" y="77356"/>
                </a:lnTo>
                <a:lnTo>
                  <a:pt x="160382" y="80692"/>
                </a:lnTo>
                <a:lnTo>
                  <a:pt x="160382" y="85362"/>
                </a:lnTo>
                <a:close/>
                <a:moveTo>
                  <a:pt x="149040" y="86896"/>
                </a:moveTo>
                <a:lnTo>
                  <a:pt x="147506" y="85362"/>
                </a:lnTo>
                <a:lnTo>
                  <a:pt x="147506" y="80692"/>
                </a:lnTo>
                <a:lnTo>
                  <a:pt x="150842" y="77356"/>
                </a:lnTo>
                <a:lnTo>
                  <a:pt x="152976" y="77356"/>
                </a:lnTo>
                <a:lnTo>
                  <a:pt x="149040" y="81326"/>
                </a:lnTo>
                <a:lnTo>
                  <a:pt x="149040" y="86896"/>
                </a:lnTo>
                <a:close/>
                <a:moveTo>
                  <a:pt x="128059" y="86896"/>
                </a:moveTo>
                <a:lnTo>
                  <a:pt x="128059" y="81326"/>
                </a:lnTo>
                <a:lnTo>
                  <a:pt x="124122" y="77356"/>
                </a:lnTo>
                <a:lnTo>
                  <a:pt x="126291" y="77356"/>
                </a:lnTo>
                <a:lnTo>
                  <a:pt x="129593" y="80692"/>
                </a:lnTo>
                <a:lnTo>
                  <a:pt x="129593" y="85362"/>
                </a:lnTo>
                <a:close/>
                <a:moveTo>
                  <a:pt x="118252" y="86896"/>
                </a:moveTo>
                <a:lnTo>
                  <a:pt x="116717" y="85362"/>
                </a:lnTo>
                <a:lnTo>
                  <a:pt x="116717" y="80692"/>
                </a:lnTo>
                <a:lnTo>
                  <a:pt x="120053" y="77356"/>
                </a:lnTo>
                <a:lnTo>
                  <a:pt x="122188" y="77356"/>
                </a:lnTo>
                <a:lnTo>
                  <a:pt x="118252" y="81326"/>
                </a:lnTo>
                <a:close/>
                <a:moveTo>
                  <a:pt x="97270" y="86896"/>
                </a:moveTo>
                <a:lnTo>
                  <a:pt x="97270" y="81326"/>
                </a:lnTo>
                <a:lnTo>
                  <a:pt x="93334" y="77356"/>
                </a:lnTo>
                <a:lnTo>
                  <a:pt x="95469" y="77356"/>
                </a:lnTo>
                <a:lnTo>
                  <a:pt x="98804" y="80692"/>
                </a:lnTo>
                <a:lnTo>
                  <a:pt x="98804" y="85362"/>
                </a:lnTo>
                <a:close/>
                <a:moveTo>
                  <a:pt x="87463" y="86896"/>
                </a:moveTo>
                <a:lnTo>
                  <a:pt x="85929" y="85362"/>
                </a:lnTo>
                <a:lnTo>
                  <a:pt x="85929" y="80692"/>
                </a:lnTo>
                <a:lnTo>
                  <a:pt x="89231" y="77356"/>
                </a:lnTo>
                <a:lnTo>
                  <a:pt x="91399" y="77356"/>
                </a:lnTo>
                <a:lnTo>
                  <a:pt x="87463" y="81326"/>
                </a:lnTo>
                <a:close/>
                <a:moveTo>
                  <a:pt x="66481" y="86896"/>
                </a:moveTo>
                <a:lnTo>
                  <a:pt x="66481" y="81326"/>
                </a:lnTo>
                <a:lnTo>
                  <a:pt x="62545" y="77356"/>
                </a:lnTo>
                <a:lnTo>
                  <a:pt x="64713" y="77356"/>
                </a:lnTo>
                <a:lnTo>
                  <a:pt x="68016" y="80692"/>
                </a:lnTo>
                <a:lnTo>
                  <a:pt x="68016" y="85362"/>
                </a:lnTo>
                <a:close/>
                <a:moveTo>
                  <a:pt x="56674" y="86896"/>
                </a:moveTo>
                <a:lnTo>
                  <a:pt x="55140" y="85362"/>
                </a:lnTo>
                <a:lnTo>
                  <a:pt x="55140" y="80692"/>
                </a:lnTo>
                <a:lnTo>
                  <a:pt x="58442" y="77356"/>
                </a:lnTo>
                <a:lnTo>
                  <a:pt x="60610" y="77356"/>
                </a:lnTo>
                <a:lnTo>
                  <a:pt x="56674" y="81326"/>
                </a:lnTo>
                <a:close/>
                <a:moveTo>
                  <a:pt x="35693" y="86896"/>
                </a:moveTo>
                <a:lnTo>
                  <a:pt x="35693" y="81326"/>
                </a:lnTo>
                <a:lnTo>
                  <a:pt x="31723" y="77356"/>
                </a:lnTo>
                <a:lnTo>
                  <a:pt x="33891" y="77356"/>
                </a:lnTo>
                <a:lnTo>
                  <a:pt x="37227" y="80692"/>
                </a:lnTo>
                <a:lnTo>
                  <a:pt x="37227" y="85362"/>
                </a:lnTo>
                <a:close/>
                <a:moveTo>
                  <a:pt x="35693" y="36260"/>
                </a:moveTo>
                <a:lnTo>
                  <a:pt x="37227" y="37795"/>
                </a:lnTo>
                <a:lnTo>
                  <a:pt x="37227" y="42465"/>
                </a:lnTo>
                <a:lnTo>
                  <a:pt x="33891" y="45800"/>
                </a:lnTo>
                <a:lnTo>
                  <a:pt x="31723" y="45800"/>
                </a:lnTo>
                <a:lnTo>
                  <a:pt x="35693" y="41831"/>
                </a:lnTo>
                <a:lnTo>
                  <a:pt x="35693" y="36260"/>
                </a:lnTo>
                <a:close/>
                <a:moveTo>
                  <a:pt x="56674" y="36260"/>
                </a:moveTo>
                <a:lnTo>
                  <a:pt x="56674" y="41831"/>
                </a:lnTo>
                <a:lnTo>
                  <a:pt x="60610" y="45800"/>
                </a:lnTo>
                <a:lnTo>
                  <a:pt x="58442" y="45800"/>
                </a:lnTo>
                <a:lnTo>
                  <a:pt x="55140" y="42465"/>
                </a:lnTo>
                <a:lnTo>
                  <a:pt x="55140" y="37795"/>
                </a:lnTo>
                <a:close/>
                <a:moveTo>
                  <a:pt x="66481" y="36260"/>
                </a:moveTo>
                <a:lnTo>
                  <a:pt x="68016" y="37795"/>
                </a:lnTo>
                <a:lnTo>
                  <a:pt x="68016" y="42465"/>
                </a:lnTo>
                <a:lnTo>
                  <a:pt x="64680" y="45800"/>
                </a:lnTo>
                <a:lnTo>
                  <a:pt x="62512" y="45800"/>
                </a:lnTo>
                <a:lnTo>
                  <a:pt x="66481" y="41831"/>
                </a:lnTo>
                <a:lnTo>
                  <a:pt x="66481" y="36260"/>
                </a:lnTo>
                <a:close/>
                <a:moveTo>
                  <a:pt x="87463" y="36260"/>
                </a:moveTo>
                <a:lnTo>
                  <a:pt x="87463" y="41831"/>
                </a:lnTo>
                <a:lnTo>
                  <a:pt x="91399" y="45800"/>
                </a:lnTo>
                <a:lnTo>
                  <a:pt x="89231" y="45800"/>
                </a:lnTo>
                <a:lnTo>
                  <a:pt x="85929" y="42465"/>
                </a:lnTo>
                <a:lnTo>
                  <a:pt x="85929" y="37795"/>
                </a:lnTo>
                <a:close/>
                <a:moveTo>
                  <a:pt x="97270" y="36260"/>
                </a:moveTo>
                <a:lnTo>
                  <a:pt x="98804" y="37795"/>
                </a:lnTo>
                <a:lnTo>
                  <a:pt x="98804" y="42465"/>
                </a:lnTo>
                <a:lnTo>
                  <a:pt x="95469" y="45800"/>
                </a:lnTo>
                <a:lnTo>
                  <a:pt x="93334" y="45800"/>
                </a:lnTo>
                <a:lnTo>
                  <a:pt x="97270" y="41831"/>
                </a:lnTo>
                <a:close/>
                <a:moveTo>
                  <a:pt x="118252" y="36260"/>
                </a:moveTo>
                <a:lnTo>
                  <a:pt x="118252" y="41831"/>
                </a:lnTo>
                <a:lnTo>
                  <a:pt x="122188" y="45800"/>
                </a:lnTo>
                <a:lnTo>
                  <a:pt x="120053" y="45800"/>
                </a:lnTo>
                <a:lnTo>
                  <a:pt x="116717" y="42465"/>
                </a:lnTo>
                <a:lnTo>
                  <a:pt x="116717" y="37795"/>
                </a:lnTo>
                <a:close/>
                <a:moveTo>
                  <a:pt x="128059" y="36260"/>
                </a:moveTo>
                <a:lnTo>
                  <a:pt x="129593" y="37795"/>
                </a:lnTo>
                <a:lnTo>
                  <a:pt x="129593" y="42465"/>
                </a:lnTo>
                <a:lnTo>
                  <a:pt x="126291" y="45800"/>
                </a:lnTo>
                <a:lnTo>
                  <a:pt x="124122" y="45800"/>
                </a:lnTo>
                <a:lnTo>
                  <a:pt x="128059" y="41831"/>
                </a:lnTo>
                <a:lnTo>
                  <a:pt x="128059" y="36260"/>
                </a:lnTo>
                <a:close/>
                <a:moveTo>
                  <a:pt x="149040" y="36260"/>
                </a:moveTo>
                <a:lnTo>
                  <a:pt x="149040" y="41831"/>
                </a:lnTo>
                <a:lnTo>
                  <a:pt x="153010" y="45800"/>
                </a:lnTo>
                <a:lnTo>
                  <a:pt x="150842" y="45800"/>
                </a:lnTo>
                <a:lnTo>
                  <a:pt x="147506" y="42465"/>
                </a:lnTo>
                <a:lnTo>
                  <a:pt x="147506" y="37795"/>
                </a:lnTo>
                <a:close/>
                <a:moveTo>
                  <a:pt x="158847" y="36260"/>
                </a:moveTo>
                <a:lnTo>
                  <a:pt x="160382" y="37795"/>
                </a:lnTo>
                <a:lnTo>
                  <a:pt x="160382" y="42465"/>
                </a:lnTo>
                <a:lnTo>
                  <a:pt x="157079" y="45800"/>
                </a:lnTo>
                <a:lnTo>
                  <a:pt x="154911" y="45800"/>
                </a:lnTo>
                <a:lnTo>
                  <a:pt x="158847" y="41831"/>
                </a:lnTo>
                <a:lnTo>
                  <a:pt x="158847" y="36260"/>
                </a:lnTo>
                <a:close/>
                <a:moveTo>
                  <a:pt x="179829" y="36260"/>
                </a:moveTo>
                <a:lnTo>
                  <a:pt x="179829" y="41831"/>
                </a:lnTo>
                <a:lnTo>
                  <a:pt x="183798" y="45800"/>
                </a:lnTo>
                <a:lnTo>
                  <a:pt x="181630" y="45800"/>
                </a:lnTo>
                <a:lnTo>
                  <a:pt x="178294" y="42465"/>
                </a:lnTo>
                <a:lnTo>
                  <a:pt x="178294" y="37795"/>
                </a:lnTo>
                <a:close/>
                <a:moveTo>
                  <a:pt x="189636" y="36260"/>
                </a:moveTo>
                <a:lnTo>
                  <a:pt x="191170" y="37795"/>
                </a:lnTo>
                <a:lnTo>
                  <a:pt x="191170" y="42465"/>
                </a:lnTo>
                <a:lnTo>
                  <a:pt x="187868" y="45800"/>
                </a:lnTo>
                <a:lnTo>
                  <a:pt x="185700" y="45800"/>
                </a:lnTo>
                <a:lnTo>
                  <a:pt x="189636" y="41831"/>
                </a:lnTo>
                <a:lnTo>
                  <a:pt x="189636" y="36260"/>
                </a:lnTo>
                <a:close/>
                <a:moveTo>
                  <a:pt x="208549" y="68016"/>
                </a:moveTo>
                <a:lnTo>
                  <a:pt x="203846" y="68016"/>
                </a:lnTo>
                <a:lnTo>
                  <a:pt x="200544" y="64714"/>
                </a:lnTo>
                <a:lnTo>
                  <a:pt x="200544" y="62546"/>
                </a:lnTo>
                <a:lnTo>
                  <a:pt x="204480" y="66482"/>
                </a:lnTo>
                <a:lnTo>
                  <a:pt x="210084" y="66482"/>
                </a:lnTo>
                <a:close/>
                <a:moveTo>
                  <a:pt x="208916" y="76589"/>
                </a:moveTo>
                <a:lnTo>
                  <a:pt x="206648" y="74287"/>
                </a:lnTo>
                <a:lnTo>
                  <a:pt x="206648" y="71052"/>
                </a:lnTo>
                <a:lnTo>
                  <a:pt x="208316" y="69351"/>
                </a:lnTo>
                <a:lnTo>
                  <a:pt x="208316" y="73587"/>
                </a:lnTo>
                <a:lnTo>
                  <a:pt x="211285" y="76589"/>
                </a:lnTo>
                <a:lnTo>
                  <a:pt x="208916" y="76589"/>
                </a:lnTo>
                <a:close/>
                <a:moveTo>
                  <a:pt x="205848" y="82126"/>
                </a:moveTo>
                <a:lnTo>
                  <a:pt x="204513" y="80792"/>
                </a:lnTo>
                <a:lnTo>
                  <a:pt x="204513" y="78791"/>
                </a:lnTo>
                <a:lnTo>
                  <a:pt x="205948" y="77356"/>
                </a:lnTo>
                <a:lnTo>
                  <a:pt x="207816" y="77356"/>
                </a:lnTo>
                <a:lnTo>
                  <a:pt x="205848" y="79324"/>
                </a:lnTo>
                <a:close/>
                <a:moveTo>
                  <a:pt x="188969" y="76589"/>
                </a:moveTo>
                <a:lnTo>
                  <a:pt x="191971" y="73587"/>
                </a:lnTo>
                <a:lnTo>
                  <a:pt x="191971" y="69351"/>
                </a:lnTo>
                <a:lnTo>
                  <a:pt x="193639" y="71052"/>
                </a:lnTo>
                <a:lnTo>
                  <a:pt x="193639" y="74287"/>
                </a:lnTo>
                <a:lnTo>
                  <a:pt x="191337" y="76589"/>
                </a:lnTo>
                <a:close/>
                <a:moveTo>
                  <a:pt x="185700" y="76589"/>
                </a:moveTo>
                <a:lnTo>
                  <a:pt x="189636" y="72620"/>
                </a:lnTo>
                <a:lnTo>
                  <a:pt x="189636" y="67049"/>
                </a:lnTo>
                <a:lnTo>
                  <a:pt x="191170" y="68583"/>
                </a:lnTo>
                <a:lnTo>
                  <a:pt x="191170" y="73253"/>
                </a:lnTo>
                <a:lnTo>
                  <a:pt x="187868" y="76589"/>
                </a:lnTo>
                <a:lnTo>
                  <a:pt x="185700" y="76589"/>
                </a:lnTo>
                <a:close/>
                <a:moveTo>
                  <a:pt x="181630" y="76589"/>
                </a:moveTo>
                <a:lnTo>
                  <a:pt x="178294" y="73253"/>
                </a:lnTo>
                <a:lnTo>
                  <a:pt x="178294" y="68583"/>
                </a:lnTo>
                <a:lnTo>
                  <a:pt x="179829" y="67049"/>
                </a:lnTo>
                <a:lnTo>
                  <a:pt x="179829" y="72620"/>
                </a:lnTo>
                <a:lnTo>
                  <a:pt x="183798" y="76589"/>
                </a:lnTo>
                <a:lnTo>
                  <a:pt x="181630" y="76589"/>
                </a:lnTo>
                <a:close/>
                <a:moveTo>
                  <a:pt x="178128" y="76589"/>
                </a:moveTo>
                <a:lnTo>
                  <a:pt x="175826" y="74287"/>
                </a:lnTo>
                <a:lnTo>
                  <a:pt x="175826" y="71052"/>
                </a:lnTo>
                <a:lnTo>
                  <a:pt x="177527" y="69351"/>
                </a:lnTo>
                <a:lnTo>
                  <a:pt x="177527" y="73587"/>
                </a:lnTo>
                <a:lnTo>
                  <a:pt x="180496" y="76589"/>
                </a:lnTo>
                <a:lnTo>
                  <a:pt x="178128" y="76589"/>
                </a:lnTo>
                <a:close/>
                <a:moveTo>
                  <a:pt x="175059" y="82126"/>
                </a:moveTo>
                <a:lnTo>
                  <a:pt x="173725" y="80792"/>
                </a:lnTo>
                <a:lnTo>
                  <a:pt x="173725" y="78791"/>
                </a:lnTo>
                <a:lnTo>
                  <a:pt x="175159" y="77356"/>
                </a:lnTo>
                <a:lnTo>
                  <a:pt x="177027" y="77356"/>
                </a:lnTo>
                <a:lnTo>
                  <a:pt x="175059" y="79324"/>
                </a:lnTo>
                <a:close/>
                <a:moveTo>
                  <a:pt x="158180" y="76589"/>
                </a:moveTo>
                <a:lnTo>
                  <a:pt x="161182" y="73587"/>
                </a:lnTo>
                <a:lnTo>
                  <a:pt x="161182" y="69351"/>
                </a:lnTo>
                <a:lnTo>
                  <a:pt x="162850" y="71052"/>
                </a:lnTo>
                <a:lnTo>
                  <a:pt x="162850" y="74287"/>
                </a:lnTo>
                <a:lnTo>
                  <a:pt x="160548" y="76589"/>
                </a:lnTo>
                <a:close/>
                <a:moveTo>
                  <a:pt x="154911" y="76589"/>
                </a:moveTo>
                <a:lnTo>
                  <a:pt x="158847" y="72620"/>
                </a:lnTo>
                <a:lnTo>
                  <a:pt x="158847" y="67049"/>
                </a:lnTo>
                <a:lnTo>
                  <a:pt x="160382" y="68583"/>
                </a:lnTo>
                <a:lnTo>
                  <a:pt x="160382" y="73253"/>
                </a:lnTo>
                <a:lnTo>
                  <a:pt x="157079" y="76589"/>
                </a:lnTo>
                <a:lnTo>
                  <a:pt x="154911" y="76589"/>
                </a:lnTo>
                <a:close/>
                <a:moveTo>
                  <a:pt x="150842" y="76589"/>
                </a:moveTo>
                <a:lnTo>
                  <a:pt x="147506" y="73253"/>
                </a:lnTo>
                <a:lnTo>
                  <a:pt x="147506" y="68583"/>
                </a:lnTo>
                <a:lnTo>
                  <a:pt x="149040" y="67049"/>
                </a:lnTo>
                <a:lnTo>
                  <a:pt x="149040" y="72620"/>
                </a:lnTo>
                <a:lnTo>
                  <a:pt x="153010" y="76589"/>
                </a:lnTo>
                <a:lnTo>
                  <a:pt x="150842" y="76589"/>
                </a:lnTo>
                <a:close/>
                <a:moveTo>
                  <a:pt x="147339" y="76589"/>
                </a:moveTo>
                <a:lnTo>
                  <a:pt x="145037" y="74287"/>
                </a:lnTo>
                <a:lnTo>
                  <a:pt x="145037" y="71052"/>
                </a:lnTo>
                <a:lnTo>
                  <a:pt x="146739" y="69351"/>
                </a:lnTo>
                <a:lnTo>
                  <a:pt x="146739" y="73587"/>
                </a:lnTo>
                <a:lnTo>
                  <a:pt x="149707" y="76589"/>
                </a:lnTo>
                <a:lnTo>
                  <a:pt x="147339" y="76589"/>
                </a:lnTo>
                <a:close/>
                <a:moveTo>
                  <a:pt x="144270" y="82126"/>
                </a:moveTo>
                <a:lnTo>
                  <a:pt x="142936" y="80792"/>
                </a:lnTo>
                <a:lnTo>
                  <a:pt x="142936" y="78791"/>
                </a:lnTo>
                <a:lnTo>
                  <a:pt x="144370" y="77356"/>
                </a:lnTo>
                <a:lnTo>
                  <a:pt x="146238" y="77356"/>
                </a:lnTo>
                <a:lnTo>
                  <a:pt x="144270" y="79324"/>
                </a:lnTo>
                <a:close/>
                <a:moveTo>
                  <a:pt x="127391" y="76589"/>
                </a:moveTo>
                <a:lnTo>
                  <a:pt x="130394" y="73587"/>
                </a:lnTo>
                <a:lnTo>
                  <a:pt x="130394" y="69351"/>
                </a:lnTo>
                <a:lnTo>
                  <a:pt x="132061" y="71052"/>
                </a:lnTo>
                <a:lnTo>
                  <a:pt x="132061" y="74287"/>
                </a:lnTo>
                <a:lnTo>
                  <a:pt x="129760" y="76589"/>
                </a:lnTo>
                <a:close/>
                <a:moveTo>
                  <a:pt x="124122" y="76589"/>
                </a:moveTo>
                <a:lnTo>
                  <a:pt x="128059" y="72620"/>
                </a:lnTo>
                <a:lnTo>
                  <a:pt x="128059" y="67049"/>
                </a:lnTo>
                <a:lnTo>
                  <a:pt x="129593" y="68583"/>
                </a:lnTo>
                <a:lnTo>
                  <a:pt x="129593" y="73253"/>
                </a:lnTo>
                <a:lnTo>
                  <a:pt x="126291" y="76589"/>
                </a:lnTo>
                <a:lnTo>
                  <a:pt x="124122" y="76589"/>
                </a:lnTo>
                <a:close/>
                <a:moveTo>
                  <a:pt x="120053" y="76589"/>
                </a:moveTo>
                <a:lnTo>
                  <a:pt x="116717" y="73253"/>
                </a:lnTo>
                <a:lnTo>
                  <a:pt x="116717" y="68583"/>
                </a:lnTo>
                <a:lnTo>
                  <a:pt x="118252" y="67049"/>
                </a:lnTo>
                <a:lnTo>
                  <a:pt x="118252" y="72620"/>
                </a:lnTo>
                <a:lnTo>
                  <a:pt x="122188" y="76589"/>
                </a:lnTo>
                <a:lnTo>
                  <a:pt x="120053" y="76589"/>
                </a:lnTo>
                <a:close/>
                <a:moveTo>
                  <a:pt x="116550" y="76589"/>
                </a:moveTo>
                <a:lnTo>
                  <a:pt x="114249" y="74287"/>
                </a:lnTo>
                <a:lnTo>
                  <a:pt x="114249" y="71052"/>
                </a:lnTo>
                <a:lnTo>
                  <a:pt x="115950" y="69351"/>
                </a:lnTo>
                <a:lnTo>
                  <a:pt x="115950" y="73587"/>
                </a:lnTo>
                <a:lnTo>
                  <a:pt x="118919" y="76589"/>
                </a:lnTo>
                <a:lnTo>
                  <a:pt x="116550" y="76589"/>
                </a:lnTo>
                <a:close/>
                <a:moveTo>
                  <a:pt x="113482" y="82126"/>
                </a:moveTo>
                <a:lnTo>
                  <a:pt x="112147" y="80792"/>
                </a:lnTo>
                <a:lnTo>
                  <a:pt x="112147" y="78791"/>
                </a:lnTo>
                <a:lnTo>
                  <a:pt x="113582" y="77356"/>
                </a:lnTo>
                <a:lnTo>
                  <a:pt x="115450" y="77356"/>
                </a:lnTo>
                <a:lnTo>
                  <a:pt x="113482" y="79324"/>
                </a:lnTo>
                <a:close/>
                <a:moveTo>
                  <a:pt x="96603" y="76589"/>
                </a:moveTo>
                <a:lnTo>
                  <a:pt x="99605" y="73587"/>
                </a:lnTo>
                <a:lnTo>
                  <a:pt x="99605" y="69351"/>
                </a:lnTo>
                <a:lnTo>
                  <a:pt x="101273" y="71052"/>
                </a:lnTo>
                <a:lnTo>
                  <a:pt x="101273" y="74287"/>
                </a:lnTo>
                <a:lnTo>
                  <a:pt x="98971" y="76589"/>
                </a:lnTo>
                <a:close/>
                <a:moveTo>
                  <a:pt x="93334" y="76589"/>
                </a:moveTo>
                <a:lnTo>
                  <a:pt x="97270" y="72620"/>
                </a:lnTo>
                <a:lnTo>
                  <a:pt x="97270" y="67049"/>
                </a:lnTo>
                <a:lnTo>
                  <a:pt x="98804" y="68583"/>
                </a:lnTo>
                <a:lnTo>
                  <a:pt x="98804" y="73253"/>
                </a:lnTo>
                <a:lnTo>
                  <a:pt x="95469" y="76589"/>
                </a:lnTo>
                <a:lnTo>
                  <a:pt x="93334" y="76589"/>
                </a:lnTo>
                <a:close/>
                <a:moveTo>
                  <a:pt x="89231" y="76589"/>
                </a:moveTo>
                <a:lnTo>
                  <a:pt x="85929" y="73253"/>
                </a:lnTo>
                <a:lnTo>
                  <a:pt x="85929" y="68583"/>
                </a:lnTo>
                <a:lnTo>
                  <a:pt x="87463" y="67049"/>
                </a:lnTo>
                <a:lnTo>
                  <a:pt x="87463" y="72620"/>
                </a:lnTo>
                <a:lnTo>
                  <a:pt x="91399" y="76589"/>
                </a:lnTo>
                <a:lnTo>
                  <a:pt x="89231" y="76589"/>
                </a:lnTo>
                <a:close/>
                <a:moveTo>
                  <a:pt x="85762" y="76589"/>
                </a:moveTo>
                <a:lnTo>
                  <a:pt x="83460" y="74287"/>
                </a:lnTo>
                <a:lnTo>
                  <a:pt x="83460" y="71052"/>
                </a:lnTo>
                <a:lnTo>
                  <a:pt x="85128" y="69351"/>
                </a:lnTo>
                <a:lnTo>
                  <a:pt x="85128" y="73587"/>
                </a:lnTo>
                <a:lnTo>
                  <a:pt x="88130" y="76589"/>
                </a:lnTo>
                <a:lnTo>
                  <a:pt x="85762" y="76589"/>
                </a:lnTo>
                <a:close/>
                <a:moveTo>
                  <a:pt x="82660" y="82126"/>
                </a:moveTo>
                <a:lnTo>
                  <a:pt x="81359" y="80792"/>
                </a:lnTo>
                <a:lnTo>
                  <a:pt x="81359" y="78791"/>
                </a:lnTo>
                <a:lnTo>
                  <a:pt x="82793" y="77356"/>
                </a:lnTo>
                <a:lnTo>
                  <a:pt x="84628" y="77356"/>
                </a:lnTo>
                <a:lnTo>
                  <a:pt x="82660" y="79324"/>
                </a:lnTo>
                <a:close/>
                <a:moveTo>
                  <a:pt x="65814" y="76589"/>
                </a:moveTo>
                <a:lnTo>
                  <a:pt x="68816" y="73587"/>
                </a:lnTo>
                <a:lnTo>
                  <a:pt x="68816" y="69351"/>
                </a:lnTo>
                <a:lnTo>
                  <a:pt x="70484" y="71052"/>
                </a:lnTo>
                <a:lnTo>
                  <a:pt x="70484" y="74287"/>
                </a:lnTo>
                <a:lnTo>
                  <a:pt x="68183" y="76589"/>
                </a:lnTo>
                <a:close/>
                <a:moveTo>
                  <a:pt x="62512" y="76589"/>
                </a:moveTo>
                <a:lnTo>
                  <a:pt x="66481" y="72620"/>
                </a:lnTo>
                <a:lnTo>
                  <a:pt x="66481" y="67049"/>
                </a:lnTo>
                <a:lnTo>
                  <a:pt x="68016" y="68583"/>
                </a:lnTo>
                <a:lnTo>
                  <a:pt x="68016" y="73253"/>
                </a:lnTo>
                <a:lnTo>
                  <a:pt x="64680" y="76589"/>
                </a:lnTo>
                <a:lnTo>
                  <a:pt x="62512" y="76589"/>
                </a:lnTo>
                <a:close/>
                <a:moveTo>
                  <a:pt x="58442" y="76589"/>
                </a:moveTo>
                <a:lnTo>
                  <a:pt x="55140" y="73253"/>
                </a:lnTo>
                <a:lnTo>
                  <a:pt x="55140" y="68583"/>
                </a:lnTo>
                <a:lnTo>
                  <a:pt x="56674" y="67049"/>
                </a:lnTo>
                <a:lnTo>
                  <a:pt x="56674" y="72620"/>
                </a:lnTo>
                <a:lnTo>
                  <a:pt x="60610" y="76589"/>
                </a:lnTo>
                <a:lnTo>
                  <a:pt x="58442" y="76589"/>
                </a:lnTo>
                <a:close/>
                <a:moveTo>
                  <a:pt x="54973" y="76589"/>
                </a:moveTo>
                <a:lnTo>
                  <a:pt x="52671" y="74287"/>
                </a:lnTo>
                <a:lnTo>
                  <a:pt x="52671" y="71052"/>
                </a:lnTo>
                <a:lnTo>
                  <a:pt x="54339" y="69351"/>
                </a:lnTo>
                <a:lnTo>
                  <a:pt x="54339" y="73587"/>
                </a:lnTo>
                <a:lnTo>
                  <a:pt x="57341" y="76589"/>
                </a:lnTo>
                <a:lnTo>
                  <a:pt x="54973" y="76589"/>
                </a:lnTo>
                <a:close/>
                <a:moveTo>
                  <a:pt x="51871" y="82126"/>
                </a:moveTo>
                <a:lnTo>
                  <a:pt x="50570" y="80792"/>
                </a:lnTo>
                <a:lnTo>
                  <a:pt x="50570" y="78791"/>
                </a:lnTo>
                <a:lnTo>
                  <a:pt x="51971" y="77356"/>
                </a:lnTo>
                <a:lnTo>
                  <a:pt x="53839" y="77356"/>
                </a:lnTo>
                <a:lnTo>
                  <a:pt x="51871" y="79324"/>
                </a:lnTo>
                <a:close/>
                <a:moveTo>
                  <a:pt x="35026" y="76589"/>
                </a:moveTo>
                <a:lnTo>
                  <a:pt x="37994" y="73587"/>
                </a:lnTo>
                <a:lnTo>
                  <a:pt x="37994" y="69351"/>
                </a:lnTo>
                <a:lnTo>
                  <a:pt x="39696" y="71052"/>
                </a:lnTo>
                <a:lnTo>
                  <a:pt x="39696" y="74287"/>
                </a:lnTo>
                <a:lnTo>
                  <a:pt x="37394" y="76589"/>
                </a:lnTo>
                <a:close/>
                <a:moveTo>
                  <a:pt x="37761" y="55140"/>
                </a:moveTo>
                <a:lnTo>
                  <a:pt x="42464" y="55140"/>
                </a:lnTo>
                <a:lnTo>
                  <a:pt x="45767" y="58443"/>
                </a:lnTo>
                <a:lnTo>
                  <a:pt x="45767" y="60611"/>
                </a:lnTo>
                <a:lnTo>
                  <a:pt x="41830" y="56675"/>
                </a:lnTo>
                <a:lnTo>
                  <a:pt x="36226" y="56675"/>
                </a:lnTo>
                <a:close/>
                <a:moveTo>
                  <a:pt x="37394" y="46568"/>
                </a:moveTo>
                <a:lnTo>
                  <a:pt x="39696" y="48869"/>
                </a:lnTo>
                <a:lnTo>
                  <a:pt x="39696" y="52105"/>
                </a:lnTo>
                <a:lnTo>
                  <a:pt x="37994" y="53806"/>
                </a:lnTo>
                <a:lnTo>
                  <a:pt x="37994" y="49570"/>
                </a:lnTo>
                <a:lnTo>
                  <a:pt x="35026" y="46568"/>
                </a:lnTo>
                <a:close/>
                <a:moveTo>
                  <a:pt x="40463" y="41030"/>
                </a:moveTo>
                <a:lnTo>
                  <a:pt x="41797" y="42365"/>
                </a:lnTo>
                <a:lnTo>
                  <a:pt x="41797" y="44366"/>
                </a:lnTo>
                <a:lnTo>
                  <a:pt x="40363" y="45800"/>
                </a:lnTo>
                <a:lnTo>
                  <a:pt x="38495" y="45800"/>
                </a:lnTo>
                <a:lnTo>
                  <a:pt x="40463" y="43832"/>
                </a:lnTo>
                <a:close/>
                <a:moveTo>
                  <a:pt x="57341" y="46568"/>
                </a:moveTo>
                <a:lnTo>
                  <a:pt x="54339" y="49570"/>
                </a:lnTo>
                <a:lnTo>
                  <a:pt x="54339" y="53806"/>
                </a:lnTo>
                <a:lnTo>
                  <a:pt x="52671" y="52105"/>
                </a:lnTo>
                <a:lnTo>
                  <a:pt x="52671" y="48869"/>
                </a:lnTo>
                <a:lnTo>
                  <a:pt x="54973" y="46568"/>
                </a:lnTo>
                <a:close/>
                <a:moveTo>
                  <a:pt x="60610" y="46568"/>
                </a:moveTo>
                <a:lnTo>
                  <a:pt x="56674" y="50537"/>
                </a:lnTo>
                <a:lnTo>
                  <a:pt x="56674" y="56108"/>
                </a:lnTo>
                <a:lnTo>
                  <a:pt x="55140" y="54573"/>
                </a:lnTo>
                <a:lnTo>
                  <a:pt x="55140" y="49903"/>
                </a:lnTo>
                <a:lnTo>
                  <a:pt x="58442" y="46568"/>
                </a:lnTo>
                <a:close/>
                <a:moveTo>
                  <a:pt x="64680" y="46568"/>
                </a:moveTo>
                <a:lnTo>
                  <a:pt x="68016" y="49903"/>
                </a:lnTo>
                <a:lnTo>
                  <a:pt x="68016" y="54573"/>
                </a:lnTo>
                <a:lnTo>
                  <a:pt x="66481" y="56108"/>
                </a:lnTo>
                <a:lnTo>
                  <a:pt x="66481" y="50537"/>
                </a:lnTo>
                <a:lnTo>
                  <a:pt x="62545" y="46568"/>
                </a:lnTo>
                <a:close/>
                <a:moveTo>
                  <a:pt x="68183" y="46568"/>
                </a:moveTo>
                <a:lnTo>
                  <a:pt x="70484" y="48869"/>
                </a:lnTo>
                <a:lnTo>
                  <a:pt x="70484" y="52105"/>
                </a:lnTo>
                <a:lnTo>
                  <a:pt x="68783" y="53806"/>
                </a:lnTo>
                <a:lnTo>
                  <a:pt x="68783" y="49570"/>
                </a:lnTo>
                <a:lnTo>
                  <a:pt x="65814" y="46568"/>
                </a:lnTo>
                <a:close/>
                <a:moveTo>
                  <a:pt x="71251" y="41030"/>
                </a:moveTo>
                <a:lnTo>
                  <a:pt x="72586" y="42365"/>
                </a:lnTo>
                <a:lnTo>
                  <a:pt x="72586" y="44366"/>
                </a:lnTo>
                <a:lnTo>
                  <a:pt x="71151" y="45800"/>
                </a:lnTo>
                <a:lnTo>
                  <a:pt x="69283" y="45800"/>
                </a:lnTo>
                <a:lnTo>
                  <a:pt x="71251" y="43832"/>
                </a:lnTo>
                <a:lnTo>
                  <a:pt x="71251" y="41030"/>
                </a:lnTo>
                <a:close/>
                <a:moveTo>
                  <a:pt x="88130" y="46568"/>
                </a:moveTo>
                <a:lnTo>
                  <a:pt x="85128" y="49570"/>
                </a:lnTo>
                <a:lnTo>
                  <a:pt x="85128" y="53806"/>
                </a:lnTo>
                <a:lnTo>
                  <a:pt x="83460" y="52105"/>
                </a:lnTo>
                <a:lnTo>
                  <a:pt x="83460" y="48869"/>
                </a:lnTo>
                <a:lnTo>
                  <a:pt x="85762" y="46568"/>
                </a:lnTo>
                <a:close/>
                <a:moveTo>
                  <a:pt x="91399" y="46568"/>
                </a:moveTo>
                <a:lnTo>
                  <a:pt x="87463" y="50537"/>
                </a:lnTo>
                <a:lnTo>
                  <a:pt x="87463" y="56108"/>
                </a:lnTo>
                <a:lnTo>
                  <a:pt x="85929" y="54573"/>
                </a:lnTo>
                <a:lnTo>
                  <a:pt x="85929" y="49903"/>
                </a:lnTo>
                <a:lnTo>
                  <a:pt x="89231" y="46568"/>
                </a:lnTo>
                <a:close/>
                <a:moveTo>
                  <a:pt x="95469" y="46568"/>
                </a:moveTo>
                <a:lnTo>
                  <a:pt x="98804" y="49903"/>
                </a:lnTo>
                <a:lnTo>
                  <a:pt x="98804" y="54573"/>
                </a:lnTo>
                <a:lnTo>
                  <a:pt x="97270" y="56108"/>
                </a:lnTo>
                <a:lnTo>
                  <a:pt x="97270" y="50537"/>
                </a:lnTo>
                <a:lnTo>
                  <a:pt x="93334" y="46568"/>
                </a:lnTo>
                <a:close/>
                <a:moveTo>
                  <a:pt x="98971" y="46568"/>
                </a:moveTo>
                <a:lnTo>
                  <a:pt x="101273" y="48869"/>
                </a:lnTo>
                <a:lnTo>
                  <a:pt x="101273" y="52105"/>
                </a:lnTo>
                <a:lnTo>
                  <a:pt x="99572" y="53806"/>
                </a:lnTo>
                <a:lnTo>
                  <a:pt x="99572" y="49570"/>
                </a:lnTo>
                <a:lnTo>
                  <a:pt x="96603" y="46568"/>
                </a:lnTo>
                <a:close/>
                <a:moveTo>
                  <a:pt x="102040" y="41030"/>
                </a:moveTo>
                <a:lnTo>
                  <a:pt x="103374" y="42365"/>
                </a:lnTo>
                <a:lnTo>
                  <a:pt x="103374" y="44366"/>
                </a:lnTo>
                <a:lnTo>
                  <a:pt x="101940" y="45800"/>
                </a:lnTo>
                <a:lnTo>
                  <a:pt x="100072" y="45800"/>
                </a:lnTo>
                <a:lnTo>
                  <a:pt x="102040" y="43832"/>
                </a:lnTo>
                <a:close/>
                <a:moveTo>
                  <a:pt x="118919" y="46568"/>
                </a:moveTo>
                <a:lnTo>
                  <a:pt x="115917" y="49570"/>
                </a:lnTo>
                <a:lnTo>
                  <a:pt x="115917" y="53806"/>
                </a:lnTo>
                <a:lnTo>
                  <a:pt x="114249" y="52105"/>
                </a:lnTo>
                <a:lnTo>
                  <a:pt x="114249" y="48869"/>
                </a:lnTo>
                <a:lnTo>
                  <a:pt x="116550" y="46568"/>
                </a:lnTo>
                <a:close/>
                <a:moveTo>
                  <a:pt x="122188" y="46568"/>
                </a:moveTo>
                <a:lnTo>
                  <a:pt x="118252" y="50537"/>
                </a:lnTo>
                <a:lnTo>
                  <a:pt x="118252" y="56108"/>
                </a:lnTo>
                <a:lnTo>
                  <a:pt x="116717" y="54573"/>
                </a:lnTo>
                <a:lnTo>
                  <a:pt x="116717" y="49903"/>
                </a:lnTo>
                <a:lnTo>
                  <a:pt x="120053" y="46568"/>
                </a:lnTo>
                <a:close/>
                <a:moveTo>
                  <a:pt x="126291" y="46568"/>
                </a:moveTo>
                <a:lnTo>
                  <a:pt x="129593" y="49903"/>
                </a:lnTo>
                <a:lnTo>
                  <a:pt x="129593" y="54573"/>
                </a:lnTo>
                <a:lnTo>
                  <a:pt x="128059" y="56108"/>
                </a:lnTo>
                <a:lnTo>
                  <a:pt x="128059" y="50537"/>
                </a:lnTo>
                <a:lnTo>
                  <a:pt x="124122" y="46568"/>
                </a:lnTo>
                <a:close/>
                <a:moveTo>
                  <a:pt x="129760" y="46568"/>
                </a:moveTo>
                <a:lnTo>
                  <a:pt x="132061" y="48869"/>
                </a:lnTo>
                <a:lnTo>
                  <a:pt x="132061" y="52105"/>
                </a:lnTo>
                <a:lnTo>
                  <a:pt x="130394" y="53806"/>
                </a:lnTo>
                <a:lnTo>
                  <a:pt x="130394" y="49570"/>
                </a:lnTo>
                <a:lnTo>
                  <a:pt x="127391" y="46568"/>
                </a:lnTo>
                <a:close/>
                <a:moveTo>
                  <a:pt x="132862" y="41030"/>
                </a:moveTo>
                <a:lnTo>
                  <a:pt x="134163" y="42365"/>
                </a:lnTo>
                <a:lnTo>
                  <a:pt x="134163" y="44366"/>
                </a:lnTo>
                <a:lnTo>
                  <a:pt x="132729" y="45800"/>
                </a:lnTo>
                <a:lnTo>
                  <a:pt x="130894" y="45800"/>
                </a:lnTo>
                <a:lnTo>
                  <a:pt x="132862" y="43832"/>
                </a:lnTo>
                <a:close/>
                <a:moveTo>
                  <a:pt x="149707" y="46568"/>
                </a:moveTo>
                <a:lnTo>
                  <a:pt x="146739" y="49570"/>
                </a:lnTo>
                <a:lnTo>
                  <a:pt x="146739" y="53806"/>
                </a:lnTo>
                <a:lnTo>
                  <a:pt x="145037" y="52105"/>
                </a:lnTo>
                <a:lnTo>
                  <a:pt x="145037" y="48869"/>
                </a:lnTo>
                <a:lnTo>
                  <a:pt x="147339" y="46568"/>
                </a:lnTo>
                <a:close/>
                <a:moveTo>
                  <a:pt x="153010" y="46568"/>
                </a:moveTo>
                <a:lnTo>
                  <a:pt x="149040" y="50537"/>
                </a:lnTo>
                <a:lnTo>
                  <a:pt x="149040" y="56108"/>
                </a:lnTo>
                <a:lnTo>
                  <a:pt x="147506" y="54573"/>
                </a:lnTo>
                <a:lnTo>
                  <a:pt x="147506" y="49903"/>
                </a:lnTo>
                <a:lnTo>
                  <a:pt x="150842" y="46568"/>
                </a:lnTo>
                <a:close/>
                <a:moveTo>
                  <a:pt x="157079" y="46568"/>
                </a:moveTo>
                <a:lnTo>
                  <a:pt x="160382" y="49903"/>
                </a:lnTo>
                <a:lnTo>
                  <a:pt x="160382" y="54573"/>
                </a:lnTo>
                <a:lnTo>
                  <a:pt x="158847" y="56108"/>
                </a:lnTo>
                <a:lnTo>
                  <a:pt x="158847" y="50537"/>
                </a:lnTo>
                <a:lnTo>
                  <a:pt x="154911" y="46568"/>
                </a:lnTo>
                <a:close/>
                <a:moveTo>
                  <a:pt x="160548" y="46568"/>
                </a:moveTo>
                <a:lnTo>
                  <a:pt x="162850" y="48869"/>
                </a:lnTo>
                <a:lnTo>
                  <a:pt x="162850" y="52105"/>
                </a:lnTo>
                <a:lnTo>
                  <a:pt x="161182" y="53806"/>
                </a:lnTo>
                <a:lnTo>
                  <a:pt x="161182" y="49570"/>
                </a:lnTo>
                <a:lnTo>
                  <a:pt x="158180" y="46568"/>
                </a:lnTo>
                <a:close/>
                <a:moveTo>
                  <a:pt x="163651" y="41030"/>
                </a:moveTo>
                <a:lnTo>
                  <a:pt x="164952" y="42365"/>
                </a:lnTo>
                <a:lnTo>
                  <a:pt x="164952" y="44366"/>
                </a:lnTo>
                <a:lnTo>
                  <a:pt x="163551" y="45800"/>
                </a:lnTo>
                <a:lnTo>
                  <a:pt x="161683" y="45800"/>
                </a:lnTo>
                <a:lnTo>
                  <a:pt x="163651" y="43832"/>
                </a:lnTo>
                <a:close/>
                <a:moveTo>
                  <a:pt x="180496" y="46568"/>
                </a:moveTo>
                <a:lnTo>
                  <a:pt x="177494" y="49570"/>
                </a:lnTo>
                <a:lnTo>
                  <a:pt x="177494" y="53806"/>
                </a:lnTo>
                <a:lnTo>
                  <a:pt x="175826" y="52105"/>
                </a:lnTo>
                <a:lnTo>
                  <a:pt x="175826" y="48869"/>
                </a:lnTo>
                <a:lnTo>
                  <a:pt x="178128" y="46568"/>
                </a:lnTo>
                <a:close/>
                <a:moveTo>
                  <a:pt x="183798" y="46568"/>
                </a:moveTo>
                <a:lnTo>
                  <a:pt x="179829" y="50537"/>
                </a:lnTo>
                <a:lnTo>
                  <a:pt x="179829" y="56108"/>
                </a:lnTo>
                <a:lnTo>
                  <a:pt x="178294" y="54573"/>
                </a:lnTo>
                <a:lnTo>
                  <a:pt x="178294" y="49903"/>
                </a:lnTo>
                <a:lnTo>
                  <a:pt x="181630" y="46568"/>
                </a:lnTo>
                <a:close/>
                <a:moveTo>
                  <a:pt x="187868" y="46568"/>
                </a:moveTo>
                <a:lnTo>
                  <a:pt x="191170" y="49903"/>
                </a:lnTo>
                <a:lnTo>
                  <a:pt x="191170" y="54573"/>
                </a:lnTo>
                <a:lnTo>
                  <a:pt x="189636" y="56108"/>
                </a:lnTo>
                <a:lnTo>
                  <a:pt x="189636" y="50537"/>
                </a:lnTo>
                <a:lnTo>
                  <a:pt x="185700" y="46568"/>
                </a:lnTo>
                <a:close/>
                <a:moveTo>
                  <a:pt x="191337" y="46568"/>
                </a:moveTo>
                <a:lnTo>
                  <a:pt x="193639" y="48869"/>
                </a:lnTo>
                <a:lnTo>
                  <a:pt x="193639" y="52105"/>
                </a:lnTo>
                <a:lnTo>
                  <a:pt x="191971" y="53806"/>
                </a:lnTo>
                <a:lnTo>
                  <a:pt x="191971" y="49570"/>
                </a:lnTo>
                <a:lnTo>
                  <a:pt x="188969" y="46568"/>
                </a:lnTo>
                <a:close/>
                <a:moveTo>
                  <a:pt x="194439" y="41030"/>
                </a:moveTo>
                <a:lnTo>
                  <a:pt x="195740" y="42365"/>
                </a:lnTo>
                <a:lnTo>
                  <a:pt x="195740" y="44366"/>
                </a:lnTo>
                <a:lnTo>
                  <a:pt x="194339" y="45800"/>
                </a:lnTo>
                <a:lnTo>
                  <a:pt x="192471" y="45800"/>
                </a:lnTo>
                <a:lnTo>
                  <a:pt x="194439" y="43832"/>
                </a:lnTo>
                <a:close/>
                <a:moveTo>
                  <a:pt x="203979" y="72586"/>
                </a:moveTo>
                <a:lnTo>
                  <a:pt x="201945" y="72586"/>
                </a:lnTo>
                <a:lnTo>
                  <a:pt x="200544" y="71152"/>
                </a:lnTo>
                <a:lnTo>
                  <a:pt x="200544" y="69317"/>
                </a:lnTo>
                <a:lnTo>
                  <a:pt x="202512" y="71285"/>
                </a:lnTo>
                <a:lnTo>
                  <a:pt x="205280" y="71285"/>
                </a:lnTo>
                <a:close/>
                <a:moveTo>
                  <a:pt x="203846" y="75588"/>
                </a:moveTo>
                <a:lnTo>
                  <a:pt x="204847" y="76589"/>
                </a:lnTo>
                <a:lnTo>
                  <a:pt x="201077" y="76589"/>
                </a:lnTo>
                <a:lnTo>
                  <a:pt x="203746" y="73920"/>
                </a:lnTo>
                <a:lnTo>
                  <a:pt x="203746" y="75321"/>
                </a:lnTo>
                <a:close/>
                <a:moveTo>
                  <a:pt x="203746" y="80025"/>
                </a:moveTo>
                <a:lnTo>
                  <a:pt x="201077" y="77356"/>
                </a:lnTo>
                <a:lnTo>
                  <a:pt x="204847" y="77356"/>
                </a:lnTo>
                <a:lnTo>
                  <a:pt x="203746" y="78457"/>
                </a:lnTo>
                <a:lnTo>
                  <a:pt x="203746" y="80025"/>
                </a:lnTo>
                <a:close/>
                <a:moveTo>
                  <a:pt x="192538" y="68817"/>
                </a:moveTo>
                <a:lnTo>
                  <a:pt x="196741" y="68817"/>
                </a:lnTo>
                <a:lnTo>
                  <a:pt x="199743" y="65815"/>
                </a:lnTo>
                <a:lnTo>
                  <a:pt x="199743" y="68183"/>
                </a:lnTo>
                <a:lnTo>
                  <a:pt x="197441" y="70485"/>
                </a:lnTo>
                <a:lnTo>
                  <a:pt x="194206" y="70485"/>
                </a:lnTo>
                <a:close/>
                <a:moveTo>
                  <a:pt x="190203" y="66482"/>
                </a:moveTo>
                <a:lnTo>
                  <a:pt x="195807" y="66482"/>
                </a:lnTo>
                <a:lnTo>
                  <a:pt x="199743" y="62546"/>
                </a:lnTo>
                <a:lnTo>
                  <a:pt x="199743" y="64714"/>
                </a:lnTo>
                <a:lnTo>
                  <a:pt x="196441" y="68016"/>
                </a:lnTo>
                <a:lnTo>
                  <a:pt x="191737" y="68016"/>
                </a:lnTo>
                <a:close/>
                <a:moveTo>
                  <a:pt x="177761" y="68016"/>
                </a:moveTo>
                <a:lnTo>
                  <a:pt x="173057" y="68016"/>
                </a:lnTo>
                <a:lnTo>
                  <a:pt x="169755" y="64714"/>
                </a:lnTo>
                <a:lnTo>
                  <a:pt x="169755" y="62546"/>
                </a:lnTo>
                <a:lnTo>
                  <a:pt x="173691" y="66482"/>
                </a:lnTo>
                <a:lnTo>
                  <a:pt x="179262" y="66482"/>
                </a:lnTo>
                <a:close/>
                <a:moveTo>
                  <a:pt x="175292" y="70485"/>
                </a:moveTo>
                <a:lnTo>
                  <a:pt x="172023" y="70485"/>
                </a:lnTo>
                <a:lnTo>
                  <a:pt x="169755" y="68183"/>
                </a:lnTo>
                <a:lnTo>
                  <a:pt x="169755" y="65815"/>
                </a:lnTo>
                <a:lnTo>
                  <a:pt x="172724" y="68817"/>
                </a:lnTo>
                <a:lnTo>
                  <a:pt x="176960" y="68817"/>
                </a:lnTo>
                <a:close/>
                <a:moveTo>
                  <a:pt x="173191" y="72586"/>
                </a:moveTo>
                <a:lnTo>
                  <a:pt x="171156" y="72586"/>
                </a:lnTo>
                <a:lnTo>
                  <a:pt x="169755" y="71152"/>
                </a:lnTo>
                <a:lnTo>
                  <a:pt x="169755" y="69317"/>
                </a:lnTo>
                <a:lnTo>
                  <a:pt x="171723" y="71285"/>
                </a:lnTo>
                <a:lnTo>
                  <a:pt x="174492" y="71285"/>
                </a:lnTo>
                <a:close/>
                <a:moveTo>
                  <a:pt x="173057" y="75588"/>
                </a:moveTo>
                <a:lnTo>
                  <a:pt x="174025" y="76589"/>
                </a:lnTo>
                <a:lnTo>
                  <a:pt x="170289" y="76589"/>
                </a:lnTo>
                <a:lnTo>
                  <a:pt x="172957" y="73920"/>
                </a:lnTo>
                <a:lnTo>
                  <a:pt x="172957" y="75321"/>
                </a:lnTo>
                <a:close/>
                <a:moveTo>
                  <a:pt x="172957" y="80025"/>
                </a:moveTo>
                <a:lnTo>
                  <a:pt x="170289" y="77356"/>
                </a:lnTo>
                <a:lnTo>
                  <a:pt x="174025" y="77356"/>
                </a:lnTo>
                <a:lnTo>
                  <a:pt x="172957" y="78457"/>
                </a:lnTo>
                <a:lnTo>
                  <a:pt x="172957" y="80025"/>
                </a:lnTo>
                <a:close/>
                <a:moveTo>
                  <a:pt x="161749" y="68817"/>
                </a:moveTo>
                <a:lnTo>
                  <a:pt x="165786" y="68817"/>
                </a:lnTo>
                <a:lnTo>
                  <a:pt x="166086" y="68683"/>
                </a:lnTo>
                <a:lnTo>
                  <a:pt x="168954" y="65815"/>
                </a:lnTo>
                <a:lnTo>
                  <a:pt x="168954" y="68183"/>
                </a:lnTo>
                <a:lnTo>
                  <a:pt x="166653" y="70485"/>
                </a:lnTo>
                <a:lnTo>
                  <a:pt x="163417" y="70485"/>
                </a:lnTo>
                <a:close/>
                <a:moveTo>
                  <a:pt x="159414" y="66482"/>
                </a:moveTo>
                <a:lnTo>
                  <a:pt x="164985" y="66482"/>
                </a:lnTo>
                <a:lnTo>
                  <a:pt x="168954" y="62546"/>
                </a:lnTo>
                <a:lnTo>
                  <a:pt x="168954" y="64714"/>
                </a:lnTo>
                <a:lnTo>
                  <a:pt x="165619" y="68016"/>
                </a:lnTo>
                <a:lnTo>
                  <a:pt x="160949" y="68016"/>
                </a:lnTo>
                <a:close/>
                <a:moveTo>
                  <a:pt x="146939" y="68016"/>
                </a:moveTo>
                <a:lnTo>
                  <a:pt x="142269" y="68016"/>
                </a:lnTo>
                <a:lnTo>
                  <a:pt x="138933" y="64714"/>
                </a:lnTo>
                <a:lnTo>
                  <a:pt x="138933" y="62546"/>
                </a:lnTo>
                <a:lnTo>
                  <a:pt x="142903" y="66482"/>
                </a:lnTo>
                <a:lnTo>
                  <a:pt x="148473" y="66482"/>
                </a:lnTo>
                <a:close/>
                <a:moveTo>
                  <a:pt x="144504" y="70485"/>
                </a:moveTo>
                <a:lnTo>
                  <a:pt x="141235" y="70485"/>
                </a:lnTo>
                <a:lnTo>
                  <a:pt x="138933" y="68183"/>
                </a:lnTo>
                <a:lnTo>
                  <a:pt x="138933" y="65815"/>
                </a:lnTo>
                <a:lnTo>
                  <a:pt x="141835" y="68683"/>
                </a:lnTo>
                <a:lnTo>
                  <a:pt x="142102" y="68817"/>
                </a:lnTo>
                <a:lnTo>
                  <a:pt x="146172" y="68817"/>
                </a:lnTo>
                <a:close/>
                <a:moveTo>
                  <a:pt x="142369" y="72586"/>
                </a:moveTo>
                <a:lnTo>
                  <a:pt x="140367" y="72586"/>
                </a:lnTo>
                <a:lnTo>
                  <a:pt x="138933" y="71152"/>
                </a:lnTo>
                <a:lnTo>
                  <a:pt x="138933" y="69317"/>
                </a:lnTo>
                <a:lnTo>
                  <a:pt x="140901" y="71285"/>
                </a:lnTo>
                <a:lnTo>
                  <a:pt x="143703" y="71285"/>
                </a:lnTo>
                <a:close/>
                <a:moveTo>
                  <a:pt x="142269" y="75588"/>
                </a:moveTo>
                <a:lnTo>
                  <a:pt x="143236" y="76589"/>
                </a:lnTo>
                <a:lnTo>
                  <a:pt x="139500" y="76589"/>
                </a:lnTo>
                <a:lnTo>
                  <a:pt x="142135" y="73920"/>
                </a:lnTo>
                <a:lnTo>
                  <a:pt x="142135" y="75321"/>
                </a:lnTo>
                <a:close/>
                <a:moveTo>
                  <a:pt x="142135" y="80025"/>
                </a:moveTo>
                <a:lnTo>
                  <a:pt x="139500" y="77356"/>
                </a:lnTo>
                <a:lnTo>
                  <a:pt x="143236" y="77356"/>
                </a:lnTo>
                <a:lnTo>
                  <a:pt x="142135" y="78457"/>
                </a:lnTo>
                <a:lnTo>
                  <a:pt x="142135" y="80025"/>
                </a:lnTo>
                <a:close/>
                <a:moveTo>
                  <a:pt x="130927" y="68817"/>
                </a:moveTo>
                <a:lnTo>
                  <a:pt x="135164" y="68817"/>
                </a:lnTo>
                <a:lnTo>
                  <a:pt x="138166" y="65815"/>
                </a:lnTo>
                <a:lnTo>
                  <a:pt x="138166" y="68183"/>
                </a:lnTo>
                <a:lnTo>
                  <a:pt x="135864" y="70485"/>
                </a:lnTo>
                <a:lnTo>
                  <a:pt x="132629" y="70485"/>
                </a:lnTo>
                <a:close/>
                <a:moveTo>
                  <a:pt x="128626" y="66482"/>
                </a:moveTo>
                <a:lnTo>
                  <a:pt x="134196" y="66482"/>
                </a:lnTo>
                <a:lnTo>
                  <a:pt x="138166" y="62546"/>
                </a:lnTo>
                <a:lnTo>
                  <a:pt x="138166" y="64714"/>
                </a:lnTo>
                <a:lnTo>
                  <a:pt x="134830" y="68016"/>
                </a:lnTo>
                <a:lnTo>
                  <a:pt x="130160" y="68016"/>
                </a:lnTo>
                <a:close/>
                <a:moveTo>
                  <a:pt x="116150" y="68016"/>
                </a:moveTo>
                <a:lnTo>
                  <a:pt x="111480" y="68016"/>
                </a:lnTo>
                <a:lnTo>
                  <a:pt x="108144" y="64714"/>
                </a:lnTo>
                <a:lnTo>
                  <a:pt x="108144" y="62546"/>
                </a:lnTo>
                <a:lnTo>
                  <a:pt x="112114" y="66482"/>
                </a:lnTo>
                <a:lnTo>
                  <a:pt x="117685" y="66482"/>
                </a:lnTo>
                <a:close/>
                <a:moveTo>
                  <a:pt x="113682" y="70485"/>
                </a:moveTo>
                <a:lnTo>
                  <a:pt x="110446" y="70485"/>
                </a:lnTo>
                <a:lnTo>
                  <a:pt x="108144" y="68183"/>
                </a:lnTo>
                <a:lnTo>
                  <a:pt x="108144" y="65815"/>
                </a:lnTo>
                <a:lnTo>
                  <a:pt x="111147" y="68817"/>
                </a:lnTo>
                <a:lnTo>
                  <a:pt x="115383" y="68817"/>
                </a:lnTo>
                <a:close/>
                <a:moveTo>
                  <a:pt x="111580" y="72586"/>
                </a:moveTo>
                <a:lnTo>
                  <a:pt x="109579" y="72586"/>
                </a:lnTo>
                <a:lnTo>
                  <a:pt x="108144" y="71152"/>
                </a:lnTo>
                <a:lnTo>
                  <a:pt x="108144" y="69317"/>
                </a:lnTo>
                <a:lnTo>
                  <a:pt x="110112" y="71285"/>
                </a:lnTo>
                <a:lnTo>
                  <a:pt x="112914" y="71285"/>
                </a:lnTo>
                <a:close/>
                <a:moveTo>
                  <a:pt x="111480" y="75588"/>
                </a:moveTo>
                <a:lnTo>
                  <a:pt x="112447" y="76589"/>
                </a:lnTo>
                <a:lnTo>
                  <a:pt x="108711" y="76589"/>
                </a:lnTo>
                <a:lnTo>
                  <a:pt x="111347" y="73920"/>
                </a:lnTo>
                <a:lnTo>
                  <a:pt x="111347" y="75321"/>
                </a:lnTo>
                <a:close/>
                <a:moveTo>
                  <a:pt x="111347" y="80025"/>
                </a:moveTo>
                <a:lnTo>
                  <a:pt x="108711" y="77356"/>
                </a:lnTo>
                <a:lnTo>
                  <a:pt x="112447" y="77356"/>
                </a:lnTo>
                <a:lnTo>
                  <a:pt x="111347" y="78457"/>
                </a:lnTo>
                <a:close/>
                <a:moveTo>
                  <a:pt x="100139" y="68817"/>
                </a:moveTo>
                <a:lnTo>
                  <a:pt x="104208" y="68817"/>
                </a:lnTo>
                <a:lnTo>
                  <a:pt x="104475" y="68683"/>
                </a:lnTo>
                <a:lnTo>
                  <a:pt x="107377" y="65815"/>
                </a:lnTo>
                <a:lnTo>
                  <a:pt x="107377" y="68183"/>
                </a:lnTo>
                <a:lnTo>
                  <a:pt x="105076" y="70485"/>
                </a:lnTo>
                <a:lnTo>
                  <a:pt x="101807" y="70485"/>
                </a:lnTo>
                <a:close/>
                <a:moveTo>
                  <a:pt x="97837" y="66482"/>
                </a:moveTo>
                <a:lnTo>
                  <a:pt x="103408" y="66482"/>
                </a:lnTo>
                <a:lnTo>
                  <a:pt x="107377" y="62546"/>
                </a:lnTo>
                <a:lnTo>
                  <a:pt x="107377" y="64714"/>
                </a:lnTo>
                <a:lnTo>
                  <a:pt x="104041" y="68016"/>
                </a:lnTo>
                <a:lnTo>
                  <a:pt x="99371" y="68016"/>
                </a:lnTo>
                <a:close/>
                <a:moveTo>
                  <a:pt x="85361" y="68016"/>
                </a:moveTo>
                <a:lnTo>
                  <a:pt x="80691" y="68016"/>
                </a:lnTo>
                <a:lnTo>
                  <a:pt x="77356" y="64714"/>
                </a:lnTo>
                <a:lnTo>
                  <a:pt x="77356" y="62546"/>
                </a:lnTo>
                <a:lnTo>
                  <a:pt x="81325" y="66482"/>
                </a:lnTo>
                <a:lnTo>
                  <a:pt x="86896" y="66482"/>
                </a:lnTo>
                <a:close/>
                <a:moveTo>
                  <a:pt x="82893" y="70485"/>
                </a:moveTo>
                <a:lnTo>
                  <a:pt x="79657" y="70485"/>
                </a:lnTo>
                <a:lnTo>
                  <a:pt x="77356" y="68183"/>
                </a:lnTo>
                <a:lnTo>
                  <a:pt x="77356" y="65815"/>
                </a:lnTo>
                <a:lnTo>
                  <a:pt x="80224" y="68683"/>
                </a:lnTo>
                <a:lnTo>
                  <a:pt x="80525" y="68817"/>
                </a:lnTo>
                <a:lnTo>
                  <a:pt x="84594" y="68817"/>
                </a:lnTo>
                <a:close/>
                <a:moveTo>
                  <a:pt x="80792" y="72586"/>
                </a:moveTo>
                <a:lnTo>
                  <a:pt x="78790" y="72586"/>
                </a:lnTo>
                <a:lnTo>
                  <a:pt x="77356" y="71152"/>
                </a:lnTo>
                <a:lnTo>
                  <a:pt x="77356" y="69317"/>
                </a:lnTo>
                <a:lnTo>
                  <a:pt x="79324" y="71285"/>
                </a:lnTo>
                <a:lnTo>
                  <a:pt x="82126" y="71285"/>
                </a:lnTo>
                <a:close/>
                <a:moveTo>
                  <a:pt x="80691" y="75588"/>
                </a:moveTo>
                <a:lnTo>
                  <a:pt x="81659" y="76589"/>
                </a:lnTo>
                <a:lnTo>
                  <a:pt x="77923" y="76589"/>
                </a:lnTo>
                <a:lnTo>
                  <a:pt x="80558" y="73920"/>
                </a:lnTo>
                <a:lnTo>
                  <a:pt x="80558" y="75321"/>
                </a:lnTo>
                <a:close/>
                <a:moveTo>
                  <a:pt x="80558" y="80025"/>
                </a:moveTo>
                <a:lnTo>
                  <a:pt x="77923" y="77356"/>
                </a:lnTo>
                <a:lnTo>
                  <a:pt x="81659" y="77356"/>
                </a:lnTo>
                <a:lnTo>
                  <a:pt x="80558" y="78457"/>
                </a:lnTo>
                <a:close/>
                <a:moveTo>
                  <a:pt x="69350" y="68817"/>
                </a:moveTo>
                <a:lnTo>
                  <a:pt x="73586" y="68817"/>
                </a:lnTo>
                <a:lnTo>
                  <a:pt x="76589" y="65815"/>
                </a:lnTo>
                <a:lnTo>
                  <a:pt x="76589" y="68183"/>
                </a:lnTo>
                <a:lnTo>
                  <a:pt x="74287" y="70485"/>
                </a:lnTo>
                <a:lnTo>
                  <a:pt x="71018" y="70485"/>
                </a:lnTo>
                <a:close/>
                <a:moveTo>
                  <a:pt x="67048" y="66482"/>
                </a:moveTo>
                <a:lnTo>
                  <a:pt x="72619" y="66482"/>
                </a:lnTo>
                <a:lnTo>
                  <a:pt x="76589" y="62546"/>
                </a:lnTo>
                <a:lnTo>
                  <a:pt x="76589" y="64714"/>
                </a:lnTo>
                <a:lnTo>
                  <a:pt x="73253" y="68016"/>
                </a:lnTo>
                <a:lnTo>
                  <a:pt x="68583" y="68016"/>
                </a:lnTo>
                <a:close/>
                <a:moveTo>
                  <a:pt x="54573" y="68016"/>
                </a:moveTo>
                <a:lnTo>
                  <a:pt x="49903" y="68016"/>
                </a:lnTo>
                <a:lnTo>
                  <a:pt x="46567" y="64714"/>
                </a:lnTo>
                <a:lnTo>
                  <a:pt x="46567" y="62546"/>
                </a:lnTo>
                <a:lnTo>
                  <a:pt x="50537" y="66482"/>
                </a:lnTo>
                <a:lnTo>
                  <a:pt x="56107" y="66482"/>
                </a:lnTo>
                <a:close/>
                <a:moveTo>
                  <a:pt x="52104" y="70485"/>
                </a:moveTo>
                <a:lnTo>
                  <a:pt x="48869" y="70485"/>
                </a:lnTo>
                <a:lnTo>
                  <a:pt x="46567" y="68183"/>
                </a:lnTo>
                <a:lnTo>
                  <a:pt x="46567" y="65815"/>
                </a:lnTo>
                <a:lnTo>
                  <a:pt x="49569" y="68817"/>
                </a:lnTo>
                <a:lnTo>
                  <a:pt x="53806" y="68817"/>
                </a:lnTo>
                <a:close/>
                <a:moveTo>
                  <a:pt x="50003" y="72586"/>
                </a:moveTo>
                <a:lnTo>
                  <a:pt x="48001" y="72586"/>
                </a:lnTo>
                <a:lnTo>
                  <a:pt x="46567" y="71152"/>
                </a:lnTo>
                <a:lnTo>
                  <a:pt x="46567" y="69317"/>
                </a:lnTo>
                <a:lnTo>
                  <a:pt x="48535" y="71285"/>
                </a:lnTo>
                <a:lnTo>
                  <a:pt x="51337" y="71285"/>
                </a:lnTo>
                <a:close/>
                <a:moveTo>
                  <a:pt x="49903" y="75588"/>
                </a:moveTo>
                <a:lnTo>
                  <a:pt x="50870" y="76589"/>
                </a:lnTo>
                <a:lnTo>
                  <a:pt x="47134" y="76589"/>
                </a:lnTo>
                <a:lnTo>
                  <a:pt x="49769" y="73920"/>
                </a:lnTo>
                <a:lnTo>
                  <a:pt x="49769" y="75321"/>
                </a:lnTo>
                <a:close/>
                <a:moveTo>
                  <a:pt x="49769" y="80025"/>
                </a:moveTo>
                <a:lnTo>
                  <a:pt x="47134" y="77356"/>
                </a:lnTo>
                <a:lnTo>
                  <a:pt x="50870" y="77356"/>
                </a:lnTo>
                <a:lnTo>
                  <a:pt x="49769" y="78457"/>
                </a:lnTo>
                <a:close/>
                <a:moveTo>
                  <a:pt x="38561" y="68817"/>
                </a:moveTo>
                <a:lnTo>
                  <a:pt x="42631" y="68817"/>
                </a:lnTo>
                <a:lnTo>
                  <a:pt x="42898" y="68683"/>
                </a:lnTo>
                <a:lnTo>
                  <a:pt x="45800" y="65815"/>
                </a:lnTo>
                <a:lnTo>
                  <a:pt x="45800" y="68183"/>
                </a:lnTo>
                <a:lnTo>
                  <a:pt x="43498" y="70485"/>
                </a:lnTo>
                <a:lnTo>
                  <a:pt x="40229" y="70485"/>
                </a:lnTo>
                <a:close/>
                <a:moveTo>
                  <a:pt x="42364" y="50570"/>
                </a:moveTo>
                <a:lnTo>
                  <a:pt x="44366" y="50570"/>
                </a:lnTo>
                <a:lnTo>
                  <a:pt x="45767" y="52005"/>
                </a:lnTo>
                <a:lnTo>
                  <a:pt x="45767" y="53873"/>
                </a:lnTo>
                <a:lnTo>
                  <a:pt x="43798" y="51905"/>
                </a:lnTo>
                <a:lnTo>
                  <a:pt x="41030" y="51905"/>
                </a:lnTo>
                <a:close/>
                <a:moveTo>
                  <a:pt x="42464" y="47568"/>
                </a:moveTo>
                <a:lnTo>
                  <a:pt x="41497" y="46568"/>
                </a:lnTo>
                <a:lnTo>
                  <a:pt x="45233" y="46568"/>
                </a:lnTo>
                <a:lnTo>
                  <a:pt x="42564" y="49236"/>
                </a:lnTo>
                <a:lnTo>
                  <a:pt x="42564" y="47835"/>
                </a:lnTo>
                <a:close/>
                <a:moveTo>
                  <a:pt x="42564" y="43132"/>
                </a:moveTo>
                <a:lnTo>
                  <a:pt x="45233" y="45800"/>
                </a:lnTo>
                <a:lnTo>
                  <a:pt x="41497" y="45800"/>
                </a:lnTo>
                <a:lnTo>
                  <a:pt x="42564" y="44700"/>
                </a:lnTo>
                <a:lnTo>
                  <a:pt x="42564" y="43132"/>
                </a:lnTo>
                <a:close/>
                <a:moveTo>
                  <a:pt x="53806" y="54340"/>
                </a:moveTo>
                <a:lnTo>
                  <a:pt x="49569" y="54340"/>
                </a:lnTo>
                <a:lnTo>
                  <a:pt x="46567" y="57342"/>
                </a:lnTo>
                <a:lnTo>
                  <a:pt x="46567" y="54974"/>
                </a:lnTo>
                <a:lnTo>
                  <a:pt x="48869" y="52672"/>
                </a:lnTo>
                <a:lnTo>
                  <a:pt x="52104" y="52672"/>
                </a:lnTo>
                <a:close/>
                <a:moveTo>
                  <a:pt x="56107" y="56675"/>
                </a:moveTo>
                <a:lnTo>
                  <a:pt x="50537" y="56675"/>
                </a:lnTo>
                <a:lnTo>
                  <a:pt x="46567" y="60611"/>
                </a:lnTo>
                <a:lnTo>
                  <a:pt x="46567" y="58476"/>
                </a:lnTo>
                <a:lnTo>
                  <a:pt x="49903" y="55140"/>
                </a:lnTo>
                <a:lnTo>
                  <a:pt x="54573" y="55140"/>
                </a:lnTo>
                <a:close/>
                <a:moveTo>
                  <a:pt x="68583" y="55140"/>
                </a:moveTo>
                <a:lnTo>
                  <a:pt x="73253" y="55140"/>
                </a:lnTo>
                <a:lnTo>
                  <a:pt x="76555" y="58443"/>
                </a:lnTo>
                <a:lnTo>
                  <a:pt x="76555" y="60611"/>
                </a:lnTo>
                <a:lnTo>
                  <a:pt x="72619" y="56675"/>
                </a:lnTo>
                <a:lnTo>
                  <a:pt x="67048" y="56675"/>
                </a:lnTo>
                <a:close/>
                <a:moveTo>
                  <a:pt x="71018" y="52672"/>
                </a:moveTo>
                <a:lnTo>
                  <a:pt x="74287" y="52672"/>
                </a:lnTo>
                <a:lnTo>
                  <a:pt x="76589" y="54974"/>
                </a:lnTo>
                <a:lnTo>
                  <a:pt x="76589" y="57342"/>
                </a:lnTo>
                <a:lnTo>
                  <a:pt x="73586" y="54340"/>
                </a:lnTo>
                <a:lnTo>
                  <a:pt x="69350" y="54340"/>
                </a:lnTo>
                <a:close/>
                <a:moveTo>
                  <a:pt x="73153" y="50570"/>
                </a:moveTo>
                <a:lnTo>
                  <a:pt x="75154" y="50570"/>
                </a:lnTo>
                <a:lnTo>
                  <a:pt x="76555" y="52005"/>
                </a:lnTo>
                <a:lnTo>
                  <a:pt x="76555" y="53873"/>
                </a:lnTo>
                <a:lnTo>
                  <a:pt x="74587" y="51905"/>
                </a:lnTo>
                <a:lnTo>
                  <a:pt x="71818" y="51905"/>
                </a:lnTo>
                <a:close/>
                <a:moveTo>
                  <a:pt x="73253" y="47568"/>
                </a:moveTo>
                <a:lnTo>
                  <a:pt x="72285" y="46568"/>
                </a:lnTo>
                <a:lnTo>
                  <a:pt x="76021" y="46568"/>
                </a:lnTo>
                <a:lnTo>
                  <a:pt x="73386" y="49236"/>
                </a:lnTo>
                <a:lnTo>
                  <a:pt x="73386" y="47835"/>
                </a:lnTo>
                <a:close/>
                <a:moveTo>
                  <a:pt x="73386" y="43132"/>
                </a:moveTo>
                <a:lnTo>
                  <a:pt x="76021" y="45800"/>
                </a:lnTo>
                <a:lnTo>
                  <a:pt x="72285" y="45800"/>
                </a:lnTo>
                <a:lnTo>
                  <a:pt x="73386" y="44700"/>
                </a:lnTo>
                <a:close/>
                <a:moveTo>
                  <a:pt x="84561" y="54340"/>
                </a:moveTo>
                <a:lnTo>
                  <a:pt x="80525" y="54340"/>
                </a:lnTo>
                <a:lnTo>
                  <a:pt x="80224" y="54473"/>
                </a:lnTo>
                <a:lnTo>
                  <a:pt x="77356" y="57342"/>
                </a:lnTo>
                <a:lnTo>
                  <a:pt x="77356" y="54974"/>
                </a:lnTo>
                <a:lnTo>
                  <a:pt x="79657" y="52672"/>
                </a:lnTo>
                <a:lnTo>
                  <a:pt x="82893" y="52672"/>
                </a:lnTo>
                <a:close/>
                <a:moveTo>
                  <a:pt x="86896" y="56675"/>
                </a:moveTo>
                <a:lnTo>
                  <a:pt x="81325" y="56675"/>
                </a:lnTo>
                <a:lnTo>
                  <a:pt x="77356" y="60611"/>
                </a:lnTo>
                <a:lnTo>
                  <a:pt x="77356" y="58476"/>
                </a:lnTo>
                <a:lnTo>
                  <a:pt x="80691" y="55140"/>
                </a:lnTo>
                <a:lnTo>
                  <a:pt x="85361" y="55140"/>
                </a:lnTo>
                <a:close/>
                <a:moveTo>
                  <a:pt x="99371" y="55140"/>
                </a:moveTo>
                <a:lnTo>
                  <a:pt x="104041" y="55140"/>
                </a:lnTo>
                <a:lnTo>
                  <a:pt x="107377" y="58443"/>
                </a:lnTo>
                <a:lnTo>
                  <a:pt x="107377" y="60611"/>
                </a:lnTo>
                <a:lnTo>
                  <a:pt x="103408" y="56675"/>
                </a:lnTo>
                <a:lnTo>
                  <a:pt x="97837" y="56675"/>
                </a:lnTo>
                <a:close/>
                <a:moveTo>
                  <a:pt x="101840" y="52672"/>
                </a:moveTo>
                <a:lnTo>
                  <a:pt x="105076" y="52672"/>
                </a:lnTo>
                <a:lnTo>
                  <a:pt x="107377" y="54974"/>
                </a:lnTo>
                <a:lnTo>
                  <a:pt x="107377" y="57342"/>
                </a:lnTo>
                <a:lnTo>
                  <a:pt x="104508" y="54473"/>
                </a:lnTo>
                <a:lnTo>
                  <a:pt x="104208" y="54340"/>
                </a:lnTo>
                <a:lnTo>
                  <a:pt x="100139" y="54340"/>
                </a:lnTo>
                <a:close/>
                <a:moveTo>
                  <a:pt x="103941" y="50570"/>
                </a:moveTo>
                <a:lnTo>
                  <a:pt x="105943" y="50570"/>
                </a:lnTo>
                <a:lnTo>
                  <a:pt x="107377" y="52005"/>
                </a:lnTo>
                <a:lnTo>
                  <a:pt x="107377" y="53873"/>
                </a:lnTo>
                <a:lnTo>
                  <a:pt x="105409" y="51905"/>
                </a:lnTo>
                <a:lnTo>
                  <a:pt x="102607" y="51905"/>
                </a:lnTo>
                <a:close/>
                <a:moveTo>
                  <a:pt x="104041" y="47568"/>
                </a:moveTo>
                <a:lnTo>
                  <a:pt x="103074" y="46568"/>
                </a:lnTo>
                <a:lnTo>
                  <a:pt x="106810" y="46568"/>
                </a:lnTo>
                <a:lnTo>
                  <a:pt x="104175" y="49236"/>
                </a:lnTo>
                <a:lnTo>
                  <a:pt x="104175" y="47835"/>
                </a:lnTo>
                <a:close/>
                <a:moveTo>
                  <a:pt x="104175" y="43132"/>
                </a:moveTo>
                <a:lnTo>
                  <a:pt x="106810" y="45800"/>
                </a:lnTo>
                <a:lnTo>
                  <a:pt x="103074" y="45800"/>
                </a:lnTo>
                <a:lnTo>
                  <a:pt x="104175" y="44700"/>
                </a:lnTo>
                <a:close/>
                <a:moveTo>
                  <a:pt x="115383" y="54340"/>
                </a:moveTo>
                <a:lnTo>
                  <a:pt x="111147" y="54340"/>
                </a:lnTo>
                <a:lnTo>
                  <a:pt x="108144" y="57342"/>
                </a:lnTo>
                <a:lnTo>
                  <a:pt x="108144" y="54974"/>
                </a:lnTo>
                <a:lnTo>
                  <a:pt x="110446" y="52672"/>
                </a:lnTo>
                <a:lnTo>
                  <a:pt x="113682" y="52672"/>
                </a:lnTo>
                <a:close/>
                <a:moveTo>
                  <a:pt x="117685" y="56675"/>
                </a:moveTo>
                <a:lnTo>
                  <a:pt x="112114" y="56675"/>
                </a:lnTo>
                <a:lnTo>
                  <a:pt x="108144" y="60611"/>
                </a:lnTo>
                <a:lnTo>
                  <a:pt x="108144" y="58476"/>
                </a:lnTo>
                <a:lnTo>
                  <a:pt x="111480" y="55140"/>
                </a:lnTo>
                <a:lnTo>
                  <a:pt x="116150" y="55140"/>
                </a:lnTo>
                <a:close/>
                <a:moveTo>
                  <a:pt x="130160" y="55140"/>
                </a:moveTo>
                <a:lnTo>
                  <a:pt x="134830" y="55140"/>
                </a:lnTo>
                <a:lnTo>
                  <a:pt x="138166" y="58443"/>
                </a:lnTo>
                <a:lnTo>
                  <a:pt x="138166" y="60611"/>
                </a:lnTo>
                <a:lnTo>
                  <a:pt x="134196" y="56675"/>
                </a:lnTo>
                <a:lnTo>
                  <a:pt x="128626" y="56675"/>
                </a:lnTo>
                <a:close/>
                <a:moveTo>
                  <a:pt x="132629" y="52672"/>
                </a:moveTo>
                <a:lnTo>
                  <a:pt x="135864" y="52672"/>
                </a:lnTo>
                <a:lnTo>
                  <a:pt x="138166" y="54974"/>
                </a:lnTo>
                <a:lnTo>
                  <a:pt x="138166" y="57342"/>
                </a:lnTo>
                <a:lnTo>
                  <a:pt x="135164" y="54340"/>
                </a:lnTo>
                <a:lnTo>
                  <a:pt x="130927" y="54340"/>
                </a:lnTo>
                <a:close/>
                <a:moveTo>
                  <a:pt x="134730" y="50570"/>
                </a:moveTo>
                <a:lnTo>
                  <a:pt x="136731" y="50570"/>
                </a:lnTo>
                <a:lnTo>
                  <a:pt x="138166" y="52005"/>
                </a:lnTo>
                <a:lnTo>
                  <a:pt x="138166" y="53873"/>
                </a:lnTo>
                <a:lnTo>
                  <a:pt x="136198" y="51905"/>
                </a:lnTo>
                <a:lnTo>
                  <a:pt x="133396" y="51905"/>
                </a:lnTo>
                <a:close/>
                <a:moveTo>
                  <a:pt x="134830" y="47568"/>
                </a:moveTo>
                <a:lnTo>
                  <a:pt x="133863" y="46568"/>
                </a:lnTo>
                <a:lnTo>
                  <a:pt x="137599" y="46568"/>
                </a:lnTo>
                <a:lnTo>
                  <a:pt x="134964" y="49236"/>
                </a:lnTo>
                <a:lnTo>
                  <a:pt x="134964" y="47835"/>
                </a:lnTo>
                <a:close/>
                <a:moveTo>
                  <a:pt x="134964" y="43132"/>
                </a:moveTo>
                <a:lnTo>
                  <a:pt x="137599" y="45800"/>
                </a:lnTo>
                <a:lnTo>
                  <a:pt x="133863" y="45800"/>
                </a:lnTo>
                <a:lnTo>
                  <a:pt x="134964" y="44700"/>
                </a:lnTo>
                <a:lnTo>
                  <a:pt x="134964" y="43132"/>
                </a:lnTo>
                <a:close/>
                <a:moveTo>
                  <a:pt x="146172" y="54340"/>
                </a:moveTo>
                <a:lnTo>
                  <a:pt x="142102" y="54340"/>
                </a:lnTo>
                <a:lnTo>
                  <a:pt x="141835" y="54473"/>
                </a:lnTo>
                <a:lnTo>
                  <a:pt x="138933" y="57342"/>
                </a:lnTo>
                <a:lnTo>
                  <a:pt x="138933" y="54974"/>
                </a:lnTo>
                <a:lnTo>
                  <a:pt x="141235" y="52672"/>
                </a:lnTo>
                <a:lnTo>
                  <a:pt x="144504" y="52672"/>
                </a:lnTo>
                <a:close/>
                <a:moveTo>
                  <a:pt x="148473" y="56675"/>
                </a:moveTo>
                <a:lnTo>
                  <a:pt x="142903" y="56675"/>
                </a:lnTo>
                <a:lnTo>
                  <a:pt x="138966" y="60611"/>
                </a:lnTo>
                <a:lnTo>
                  <a:pt x="138966" y="58476"/>
                </a:lnTo>
                <a:lnTo>
                  <a:pt x="142269" y="55140"/>
                </a:lnTo>
                <a:lnTo>
                  <a:pt x="146972" y="55140"/>
                </a:lnTo>
                <a:close/>
                <a:moveTo>
                  <a:pt x="160949" y="55140"/>
                </a:moveTo>
                <a:lnTo>
                  <a:pt x="165619" y="55140"/>
                </a:lnTo>
                <a:lnTo>
                  <a:pt x="168954" y="58443"/>
                </a:lnTo>
                <a:lnTo>
                  <a:pt x="168954" y="60611"/>
                </a:lnTo>
                <a:lnTo>
                  <a:pt x="164985" y="56675"/>
                </a:lnTo>
                <a:lnTo>
                  <a:pt x="159414" y="56675"/>
                </a:lnTo>
                <a:close/>
                <a:moveTo>
                  <a:pt x="163417" y="52672"/>
                </a:moveTo>
                <a:lnTo>
                  <a:pt x="166653" y="52672"/>
                </a:lnTo>
                <a:lnTo>
                  <a:pt x="168954" y="54974"/>
                </a:lnTo>
                <a:lnTo>
                  <a:pt x="168954" y="57342"/>
                </a:lnTo>
                <a:lnTo>
                  <a:pt x="166086" y="54473"/>
                </a:lnTo>
                <a:lnTo>
                  <a:pt x="165786" y="54340"/>
                </a:lnTo>
                <a:lnTo>
                  <a:pt x="161716" y="54340"/>
                </a:lnTo>
                <a:close/>
                <a:moveTo>
                  <a:pt x="165519" y="50570"/>
                </a:moveTo>
                <a:lnTo>
                  <a:pt x="167520" y="50570"/>
                </a:lnTo>
                <a:lnTo>
                  <a:pt x="168954" y="52005"/>
                </a:lnTo>
                <a:lnTo>
                  <a:pt x="168954" y="53873"/>
                </a:lnTo>
                <a:lnTo>
                  <a:pt x="166986" y="51905"/>
                </a:lnTo>
                <a:lnTo>
                  <a:pt x="164184" y="51905"/>
                </a:lnTo>
                <a:close/>
                <a:moveTo>
                  <a:pt x="165619" y="47568"/>
                </a:moveTo>
                <a:lnTo>
                  <a:pt x="164651" y="46568"/>
                </a:lnTo>
                <a:lnTo>
                  <a:pt x="168387" y="46568"/>
                </a:lnTo>
                <a:lnTo>
                  <a:pt x="165752" y="49236"/>
                </a:lnTo>
                <a:lnTo>
                  <a:pt x="165752" y="47835"/>
                </a:lnTo>
                <a:close/>
                <a:moveTo>
                  <a:pt x="165752" y="43132"/>
                </a:moveTo>
                <a:lnTo>
                  <a:pt x="168387" y="45800"/>
                </a:lnTo>
                <a:lnTo>
                  <a:pt x="164651" y="45800"/>
                </a:lnTo>
                <a:lnTo>
                  <a:pt x="165752" y="44700"/>
                </a:lnTo>
                <a:lnTo>
                  <a:pt x="165752" y="43132"/>
                </a:lnTo>
                <a:close/>
                <a:moveTo>
                  <a:pt x="176960" y="54340"/>
                </a:moveTo>
                <a:lnTo>
                  <a:pt x="172724" y="54340"/>
                </a:lnTo>
                <a:lnTo>
                  <a:pt x="169755" y="57342"/>
                </a:lnTo>
                <a:lnTo>
                  <a:pt x="169755" y="54974"/>
                </a:lnTo>
                <a:lnTo>
                  <a:pt x="172023" y="52672"/>
                </a:lnTo>
                <a:lnTo>
                  <a:pt x="175292" y="52672"/>
                </a:lnTo>
                <a:close/>
                <a:moveTo>
                  <a:pt x="179262" y="56675"/>
                </a:moveTo>
                <a:lnTo>
                  <a:pt x="173691" y="56675"/>
                </a:lnTo>
                <a:lnTo>
                  <a:pt x="169755" y="60611"/>
                </a:lnTo>
                <a:lnTo>
                  <a:pt x="169755" y="58476"/>
                </a:lnTo>
                <a:lnTo>
                  <a:pt x="173057" y="55140"/>
                </a:lnTo>
                <a:lnTo>
                  <a:pt x="177727" y="55140"/>
                </a:lnTo>
                <a:close/>
                <a:moveTo>
                  <a:pt x="191737" y="55140"/>
                </a:moveTo>
                <a:lnTo>
                  <a:pt x="196441" y="55140"/>
                </a:lnTo>
                <a:lnTo>
                  <a:pt x="199743" y="58443"/>
                </a:lnTo>
                <a:lnTo>
                  <a:pt x="199743" y="60611"/>
                </a:lnTo>
                <a:lnTo>
                  <a:pt x="195807" y="56675"/>
                </a:lnTo>
                <a:lnTo>
                  <a:pt x="190203" y="56675"/>
                </a:lnTo>
                <a:close/>
                <a:moveTo>
                  <a:pt x="194206" y="52672"/>
                </a:moveTo>
                <a:lnTo>
                  <a:pt x="197441" y="52672"/>
                </a:lnTo>
                <a:lnTo>
                  <a:pt x="199743" y="54974"/>
                </a:lnTo>
                <a:lnTo>
                  <a:pt x="199743" y="57342"/>
                </a:lnTo>
                <a:lnTo>
                  <a:pt x="196741" y="54340"/>
                </a:lnTo>
                <a:lnTo>
                  <a:pt x="192538" y="54340"/>
                </a:lnTo>
                <a:close/>
                <a:moveTo>
                  <a:pt x="196307" y="50570"/>
                </a:moveTo>
                <a:lnTo>
                  <a:pt x="198309" y="50570"/>
                </a:lnTo>
                <a:lnTo>
                  <a:pt x="199743" y="52005"/>
                </a:lnTo>
                <a:lnTo>
                  <a:pt x="199743" y="53873"/>
                </a:lnTo>
                <a:lnTo>
                  <a:pt x="197775" y="51905"/>
                </a:lnTo>
                <a:lnTo>
                  <a:pt x="195006" y="51905"/>
                </a:lnTo>
                <a:close/>
                <a:moveTo>
                  <a:pt x="196407" y="47568"/>
                </a:moveTo>
                <a:lnTo>
                  <a:pt x="195440" y="46568"/>
                </a:lnTo>
                <a:lnTo>
                  <a:pt x="199176" y="46568"/>
                </a:lnTo>
                <a:lnTo>
                  <a:pt x="196541" y="49236"/>
                </a:lnTo>
                <a:lnTo>
                  <a:pt x="196541" y="47835"/>
                </a:lnTo>
                <a:close/>
                <a:moveTo>
                  <a:pt x="196541" y="43132"/>
                </a:moveTo>
                <a:lnTo>
                  <a:pt x="199176" y="45800"/>
                </a:lnTo>
                <a:lnTo>
                  <a:pt x="195440" y="45800"/>
                </a:lnTo>
                <a:lnTo>
                  <a:pt x="196541" y="44700"/>
                </a:lnTo>
                <a:lnTo>
                  <a:pt x="196541" y="43132"/>
                </a:lnTo>
                <a:close/>
                <a:moveTo>
                  <a:pt x="200544" y="47135"/>
                </a:moveTo>
                <a:lnTo>
                  <a:pt x="203179" y="49770"/>
                </a:lnTo>
                <a:lnTo>
                  <a:pt x="201644" y="49770"/>
                </a:lnTo>
                <a:lnTo>
                  <a:pt x="200544" y="50871"/>
                </a:lnTo>
                <a:close/>
                <a:moveTo>
                  <a:pt x="200544" y="52005"/>
                </a:moveTo>
                <a:lnTo>
                  <a:pt x="201945" y="50570"/>
                </a:lnTo>
                <a:lnTo>
                  <a:pt x="203979" y="50570"/>
                </a:lnTo>
                <a:lnTo>
                  <a:pt x="205280" y="51905"/>
                </a:lnTo>
                <a:lnTo>
                  <a:pt x="202512" y="51905"/>
                </a:lnTo>
                <a:lnTo>
                  <a:pt x="200544" y="53873"/>
                </a:lnTo>
                <a:close/>
                <a:moveTo>
                  <a:pt x="203746" y="47835"/>
                </a:moveTo>
                <a:lnTo>
                  <a:pt x="203746" y="49203"/>
                </a:lnTo>
                <a:lnTo>
                  <a:pt x="201077" y="46568"/>
                </a:lnTo>
                <a:lnTo>
                  <a:pt x="204847" y="46568"/>
                </a:lnTo>
                <a:lnTo>
                  <a:pt x="203846" y="47568"/>
                </a:lnTo>
                <a:close/>
                <a:moveTo>
                  <a:pt x="201077" y="45800"/>
                </a:moveTo>
                <a:lnTo>
                  <a:pt x="203746" y="43132"/>
                </a:lnTo>
                <a:lnTo>
                  <a:pt x="203746" y="44700"/>
                </a:lnTo>
                <a:lnTo>
                  <a:pt x="204847" y="45800"/>
                </a:lnTo>
                <a:lnTo>
                  <a:pt x="201077" y="45800"/>
                </a:lnTo>
                <a:close/>
                <a:moveTo>
                  <a:pt x="200544" y="45233"/>
                </a:moveTo>
                <a:lnTo>
                  <a:pt x="200544" y="41497"/>
                </a:lnTo>
                <a:lnTo>
                  <a:pt x="201644" y="42598"/>
                </a:lnTo>
                <a:lnTo>
                  <a:pt x="201778" y="42598"/>
                </a:lnTo>
                <a:lnTo>
                  <a:pt x="203179" y="42598"/>
                </a:lnTo>
                <a:close/>
                <a:moveTo>
                  <a:pt x="199743" y="45233"/>
                </a:moveTo>
                <a:lnTo>
                  <a:pt x="197108" y="42598"/>
                </a:lnTo>
                <a:lnTo>
                  <a:pt x="198476" y="42598"/>
                </a:lnTo>
                <a:lnTo>
                  <a:pt x="198776" y="42465"/>
                </a:lnTo>
                <a:lnTo>
                  <a:pt x="199743" y="41497"/>
                </a:lnTo>
                <a:lnTo>
                  <a:pt x="199743" y="45233"/>
                </a:lnTo>
                <a:close/>
                <a:moveTo>
                  <a:pt x="199743" y="47135"/>
                </a:moveTo>
                <a:lnTo>
                  <a:pt x="199743" y="50871"/>
                </a:lnTo>
                <a:lnTo>
                  <a:pt x="198776" y="49903"/>
                </a:lnTo>
                <a:lnTo>
                  <a:pt x="198476" y="49770"/>
                </a:lnTo>
                <a:lnTo>
                  <a:pt x="197108" y="49770"/>
                </a:lnTo>
                <a:close/>
                <a:moveTo>
                  <a:pt x="168954" y="76022"/>
                </a:moveTo>
                <a:lnTo>
                  <a:pt x="166319" y="73387"/>
                </a:lnTo>
                <a:lnTo>
                  <a:pt x="167854" y="73387"/>
                </a:lnTo>
                <a:lnTo>
                  <a:pt x="168954" y="72286"/>
                </a:lnTo>
                <a:close/>
                <a:moveTo>
                  <a:pt x="138166" y="76022"/>
                </a:moveTo>
                <a:lnTo>
                  <a:pt x="135531" y="73387"/>
                </a:lnTo>
                <a:lnTo>
                  <a:pt x="136898" y="73387"/>
                </a:lnTo>
                <a:lnTo>
                  <a:pt x="137165" y="73253"/>
                </a:lnTo>
                <a:lnTo>
                  <a:pt x="138166" y="72286"/>
                </a:lnTo>
                <a:lnTo>
                  <a:pt x="138166" y="76022"/>
                </a:lnTo>
                <a:close/>
                <a:moveTo>
                  <a:pt x="107377" y="76022"/>
                </a:moveTo>
                <a:lnTo>
                  <a:pt x="104709" y="73387"/>
                </a:lnTo>
                <a:lnTo>
                  <a:pt x="106276" y="73387"/>
                </a:lnTo>
                <a:lnTo>
                  <a:pt x="107377" y="72286"/>
                </a:lnTo>
                <a:close/>
                <a:moveTo>
                  <a:pt x="76589" y="76022"/>
                </a:moveTo>
                <a:lnTo>
                  <a:pt x="73920" y="73387"/>
                </a:lnTo>
                <a:lnTo>
                  <a:pt x="75321" y="73387"/>
                </a:lnTo>
                <a:lnTo>
                  <a:pt x="75588" y="73253"/>
                </a:lnTo>
                <a:lnTo>
                  <a:pt x="76555" y="72286"/>
                </a:lnTo>
                <a:lnTo>
                  <a:pt x="76555" y="76022"/>
                </a:lnTo>
                <a:close/>
                <a:moveTo>
                  <a:pt x="77356" y="47135"/>
                </a:moveTo>
                <a:lnTo>
                  <a:pt x="80024" y="49770"/>
                </a:lnTo>
                <a:lnTo>
                  <a:pt x="78457" y="49770"/>
                </a:lnTo>
                <a:lnTo>
                  <a:pt x="77356" y="50871"/>
                </a:lnTo>
                <a:close/>
                <a:moveTo>
                  <a:pt x="108144" y="47135"/>
                </a:moveTo>
                <a:lnTo>
                  <a:pt x="110813" y="49770"/>
                </a:lnTo>
                <a:lnTo>
                  <a:pt x="109412" y="49770"/>
                </a:lnTo>
                <a:lnTo>
                  <a:pt x="109145" y="49903"/>
                </a:lnTo>
                <a:lnTo>
                  <a:pt x="108144" y="50871"/>
                </a:lnTo>
                <a:lnTo>
                  <a:pt x="108144" y="47135"/>
                </a:lnTo>
                <a:close/>
                <a:moveTo>
                  <a:pt x="138933" y="47135"/>
                </a:moveTo>
                <a:lnTo>
                  <a:pt x="141602" y="49770"/>
                </a:lnTo>
                <a:lnTo>
                  <a:pt x="140034" y="49770"/>
                </a:lnTo>
                <a:lnTo>
                  <a:pt x="138933" y="50871"/>
                </a:lnTo>
                <a:close/>
                <a:moveTo>
                  <a:pt x="169755" y="47135"/>
                </a:moveTo>
                <a:lnTo>
                  <a:pt x="172390" y="49770"/>
                </a:lnTo>
                <a:lnTo>
                  <a:pt x="170989" y="49770"/>
                </a:lnTo>
                <a:lnTo>
                  <a:pt x="170722" y="49903"/>
                </a:lnTo>
                <a:lnTo>
                  <a:pt x="169755" y="50871"/>
                </a:lnTo>
                <a:lnTo>
                  <a:pt x="169755" y="47135"/>
                </a:lnTo>
                <a:close/>
                <a:moveTo>
                  <a:pt x="188969" y="65381"/>
                </a:moveTo>
                <a:lnTo>
                  <a:pt x="187668" y="64080"/>
                </a:lnTo>
                <a:lnTo>
                  <a:pt x="187668" y="62779"/>
                </a:lnTo>
                <a:lnTo>
                  <a:pt x="188502" y="61979"/>
                </a:lnTo>
                <a:lnTo>
                  <a:pt x="190303" y="61979"/>
                </a:lnTo>
                <a:lnTo>
                  <a:pt x="188969" y="63313"/>
                </a:lnTo>
                <a:lnTo>
                  <a:pt x="188969" y="65381"/>
                </a:lnTo>
                <a:close/>
                <a:moveTo>
                  <a:pt x="184732" y="64614"/>
                </a:moveTo>
                <a:lnTo>
                  <a:pt x="183865" y="63713"/>
                </a:lnTo>
                <a:lnTo>
                  <a:pt x="182598" y="63713"/>
                </a:lnTo>
                <a:lnTo>
                  <a:pt x="182598" y="62646"/>
                </a:lnTo>
                <a:lnTo>
                  <a:pt x="182464" y="62346"/>
                </a:lnTo>
                <a:lnTo>
                  <a:pt x="181697" y="61578"/>
                </a:lnTo>
                <a:lnTo>
                  <a:pt x="182464" y="60811"/>
                </a:lnTo>
                <a:lnTo>
                  <a:pt x="182598" y="60544"/>
                </a:lnTo>
                <a:lnTo>
                  <a:pt x="182598" y="59443"/>
                </a:lnTo>
                <a:lnTo>
                  <a:pt x="183865" y="59443"/>
                </a:lnTo>
                <a:lnTo>
                  <a:pt x="184732" y="58543"/>
                </a:lnTo>
                <a:lnTo>
                  <a:pt x="185633" y="59443"/>
                </a:lnTo>
                <a:lnTo>
                  <a:pt x="186901" y="59443"/>
                </a:lnTo>
                <a:lnTo>
                  <a:pt x="186901" y="60544"/>
                </a:lnTo>
                <a:lnTo>
                  <a:pt x="187001" y="60811"/>
                </a:lnTo>
                <a:lnTo>
                  <a:pt x="187768" y="61578"/>
                </a:lnTo>
                <a:lnTo>
                  <a:pt x="187001" y="62346"/>
                </a:lnTo>
                <a:lnTo>
                  <a:pt x="186901" y="62646"/>
                </a:lnTo>
                <a:lnTo>
                  <a:pt x="186901" y="63713"/>
                </a:lnTo>
                <a:lnTo>
                  <a:pt x="185633" y="63713"/>
                </a:lnTo>
                <a:close/>
                <a:moveTo>
                  <a:pt x="180529" y="65381"/>
                </a:moveTo>
                <a:lnTo>
                  <a:pt x="180529" y="63313"/>
                </a:lnTo>
                <a:lnTo>
                  <a:pt x="179162" y="61979"/>
                </a:lnTo>
                <a:lnTo>
                  <a:pt x="180963" y="61979"/>
                </a:lnTo>
                <a:lnTo>
                  <a:pt x="181797" y="62813"/>
                </a:lnTo>
                <a:lnTo>
                  <a:pt x="181797" y="64113"/>
                </a:lnTo>
                <a:close/>
                <a:moveTo>
                  <a:pt x="158180" y="65381"/>
                </a:moveTo>
                <a:lnTo>
                  <a:pt x="156879" y="64080"/>
                </a:lnTo>
                <a:lnTo>
                  <a:pt x="156879" y="62779"/>
                </a:lnTo>
                <a:lnTo>
                  <a:pt x="157713" y="61979"/>
                </a:lnTo>
                <a:lnTo>
                  <a:pt x="159514" y="61979"/>
                </a:lnTo>
                <a:lnTo>
                  <a:pt x="158180" y="63313"/>
                </a:lnTo>
                <a:lnTo>
                  <a:pt x="158180" y="65381"/>
                </a:lnTo>
                <a:close/>
                <a:moveTo>
                  <a:pt x="153944" y="64614"/>
                </a:moveTo>
                <a:lnTo>
                  <a:pt x="153076" y="63713"/>
                </a:lnTo>
                <a:lnTo>
                  <a:pt x="151809" y="63713"/>
                </a:lnTo>
                <a:lnTo>
                  <a:pt x="151809" y="62646"/>
                </a:lnTo>
                <a:lnTo>
                  <a:pt x="151675" y="62346"/>
                </a:lnTo>
                <a:lnTo>
                  <a:pt x="150908" y="61578"/>
                </a:lnTo>
                <a:lnTo>
                  <a:pt x="151675" y="60811"/>
                </a:lnTo>
                <a:lnTo>
                  <a:pt x="151809" y="60544"/>
                </a:lnTo>
                <a:lnTo>
                  <a:pt x="151809" y="59443"/>
                </a:lnTo>
                <a:lnTo>
                  <a:pt x="153076" y="59443"/>
                </a:lnTo>
                <a:lnTo>
                  <a:pt x="153944" y="58543"/>
                </a:lnTo>
                <a:lnTo>
                  <a:pt x="154844" y="59443"/>
                </a:lnTo>
                <a:lnTo>
                  <a:pt x="156112" y="59443"/>
                </a:lnTo>
                <a:lnTo>
                  <a:pt x="156112" y="60544"/>
                </a:lnTo>
                <a:lnTo>
                  <a:pt x="156212" y="60811"/>
                </a:lnTo>
                <a:lnTo>
                  <a:pt x="156979" y="61578"/>
                </a:lnTo>
                <a:lnTo>
                  <a:pt x="156212" y="62346"/>
                </a:lnTo>
                <a:lnTo>
                  <a:pt x="156112" y="62646"/>
                </a:lnTo>
                <a:lnTo>
                  <a:pt x="156112" y="63713"/>
                </a:lnTo>
                <a:lnTo>
                  <a:pt x="154844" y="63713"/>
                </a:lnTo>
                <a:close/>
                <a:moveTo>
                  <a:pt x="149741" y="65381"/>
                </a:moveTo>
                <a:lnTo>
                  <a:pt x="149741" y="63313"/>
                </a:lnTo>
                <a:lnTo>
                  <a:pt x="148373" y="61979"/>
                </a:lnTo>
                <a:lnTo>
                  <a:pt x="150174" y="61979"/>
                </a:lnTo>
                <a:lnTo>
                  <a:pt x="151008" y="62813"/>
                </a:lnTo>
                <a:lnTo>
                  <a:pt x="151008" y="64113"/>
                </a:lnTo>
                <a:close/>
                <a:moveTo>
                  <a:pt x="127391" y="65381"/>
                </a:moveTo>
                <a:lnTo>
                  <a:pt x="126091" y="64080"/>
                </a:lnTo>
                <a:lnTo>
                  <a:pt x="126091" y="62779"/>
                </a:lnTo>
                <a:lnTo>
                  <a:pt x="126924" y="61979"/>
                </a:lnTo>
                <a:lnTo>
                  <a:pt x="128726" y="61979"/>
                </a:lnTo>
                <a:lnTo>
                  <a:pt x="127358" y="63313"/>
                </a:lnTo>
                <a:lnTo>
                  <a:pt x="127358" y="65381"/>
                </a:lnTo>
                <a:close/>
                <a:moveTo>
                  <a:pt x="123155" y="64614"/>
                </a:moveTo>
                <a:lnTo>
                  <a:pt x="122254" y="63713"/>
                </a:lnTo>
                <a:lnTo>
                  <a:pt x="121020" y="63713"/>
                </a:lnTo>
                <a:lnTo>
                  <a:pt x="121020" y="62646"/>
                </a:lnTo>
                <a:lnTo>
                  <a:pt x="120887" y="62346"/>
                </a:lnTo>
                <a:lnTo>
                  <a:pt x="120120" y="61578"/>
                </a:lnTo>
                <a:lnTo>
                  <a:pt x="120887" y="60811"/>
                </a:lnTo>
                <a:lnTo>
                  <a:pt x="121020" y="60544"/>
                </a:lnTo>
                <a:lnTo>
                  <a:pt x="121020" y="59443"/>
                </a:lnTo>
                <a:lnTo>
                  <a:pt x="122254" y="59443"/>
                </a:lnTo>
                <a:lnTo>
                  <a:pt x="123155" y="58543"/>
                </a:lnTo>
                <a:lnTo>
                  <a:pt x="124056" y="59443"/>
                </a:lnTo>
                <a:lnTo>
                  <a:pt x="125290" y="59443"/>
                </a:lnTo>
                <a:lnTo>
                  <a:pt x="125290" y="60544"/>
                </a:lnTo>
                <a:lnTo>
                  <a:pt x="125423" y="60811"/>
                </a:lnTo>
                <a:lnTo>
                  <a:pt x="126191" y="61578"/>
                </a:lnTo>
                <a:lnTo>
                  <a:pt x="125423" y="62346"/>
                </a:lnTo>
                <a:lnTo>
                  <a:pt x="125290" y="62646"/>
                </a:lnTo>
                <a:lnTo>
                  <a:pt x="125290" y="63713"/>
                </a:lnTo>
                <a:lnTo>
                  <a:pt x="124056" y="63713"/>
                </a:lnTo>
                <a:close/>
                <a:moveTo>
                  <a:pt x="118952" y="65381"/>
                </a:moveTo>
                <a:lnTo>
                  <a:pt x="118952" y="63313"/>
                </a:lnTo>
                <a:lnTo>
                  <a:pt x="117584" y="61979"/>
                </a:lnTo>
                <a:lnTo>
                  <a:pt x="119386" y="61979"/>
                </a:lnTo>
                <a:lnTo>
                  <a:pt x="120220" y="62813"/>
                </a:lnTo>
                <a:lnTo>
                  <a:pt x="120220" y="64113"/>
                </a:lnTo>
                <a:close/>
                <a:moveTo>
                  <a:pt x="96569" y="65381"/>
                </a:moveTo>
                <a:lnTo>
                  <a:pt x="95302" y="64080"/>
                </a:lnTo>
                <a:lnTo>
                  <a:pt x="95302" y="62779"/>
                </a:lnTo>
                <a:lnTo>
                  <a:pt x="96136" y="61979"/>
                </a:lnTo>
                <a:lnTo>
                  <a:pt x="97937" y="61979"/>
                </a:lnTo>
                <a:lnTo>
                  <a:pt x="96569" y="63313"/>
                </a:lnTo>
                <a:lnTo>
                  <a:pt x="96569" y="65381"/>
                </a:lnTo>
                <a:close/>
                <a:moveTo>
                  <a:pt x="92366" y="64614"/>
                </a:moveTo>
                <a:lnTo>
                  <a:pt x="91466" y="63713"/>
                </a:lnTo>
                <a:lnTo>
                  <a:pt x="90232" y="63713"/>
                </a:lnTo>
                <a:lnTo>
                  <a:pt x="90232" y="62646"/>
                </a:lnTo>
                <a:lnTo>
                  <a:pt x="90098" y="62346"/>
                </a:lnTo>
                <a:lnTo>
                  <a:pt x="89331" y="61578"/>
                </a:lnTo>
                <a:lnTo>
                  <a:pt x="90098" y="60811"/>
                </a:lnTo>
                <a:lnTo>
                  <a:pt x="90232" y="60544"/>
                </a:lnTo>
                <a:lnTo>
                  <a:pt x="90232" y="59443"/>
                </a:lnTo>
                <a:lnTo>
                  <a:pt x="91466" y="59443"/>
                </a:lnTo>
                <a:lnTo>
                  <a:pt x="92366" y="58543"/>
                </a:lnTo>
                <a:lnTo>
                  <a:pt x="93267" y="59443"/>
                </a:lnTo>
                <a:lnTo>
                  <a:pt x="94501" y="59443"/>
                </a:lnTo>
                <a:lnTo>
                  <a:pt x="94501" y="60544"/>
                </a:lnTo>
                <a:lnTo>
                  <a:pt x="94635" y="60811"/>
                </a:lnTo>
                <a:lnTo>
                  <a:pt x="95402" y="61578"/>
                </a:lnTo>
                <a:lnTo>
                  <a:pt x="94635" y="62346"/>
                </a:lnTo>
                <a:lnTo>
                  <a:pt x="94501" y="62646"/>
                </a:lnTo>
                <a:lnTo>
                  <a:pt x="94501" y="63713"/>
                </a:lnTo>
                <a:lnTo>
                  <a:pt x="93267" y="63713"/>
                </a:lnTo>
                <a:close/>
                <a:moveTo>
                  <a:pt x="88130" y="65381"/>
                </a:moveTo>
                <a:lnTo>
                  <a:pt x="88130" y="63313"/>
                </a:lnTo>
                <a:lnTo>
                  <a:pt x="86796" y="61979"/>
                </a:lnTo>
                <a:lnTo>
                  <a:pt x="88597" y="61979"/>
                </a:lnTo>
                <a:lnTo>
                  <a:pt x="89431" y="62813"/>
                </a:lnTo>
                <a:lnTo>
                  <a:pt x="89431" y="64113"/>
                </a:lnTo>
                <a:close/>
                <a:moveTo>
                  <a:pt x="65781" y="65381"/>
                </a:moveTo>
                <a:lnTo>
                  <a:pt x="64513" y="64080"/>
                </a:lnTo>
                <a:lnTo>
                  <a:pt x="64513" y="62779"/>
                </a:lnTo>
                <a:lnTo>
                  <a:pt x="65347" y="61979"/>
                </a:lnTo>
                <a:lnTo>
                  <a:pt x="67148" y="61979"/>
                </a:lnTo>
                <a:lnTo>
                  <a:pt x="65781" y="63313"/>
                </a:lnTo>
                <a:lnTo>
                  <a:pt x="65781" y="65381"/>
                </a:lnTo>
                <a:close/>
                <a:moveTo>
                  <a:pt x="61578" y="64614"/>
                </a:moveTo>
                <a:lnTo>
                  <a:pt x="60677" y="63713"/>
                </a:lnTo>
                <a:lnTo>
                  <a:pt x="59410" y="63713"/>
                </a:lnTo>
                <a:lnTo>
                  <a:pt x="59410" y="62646"/>
                </a:lnTo>
                <a:lnTo>
                  <a:pt x="59310" y="62346"/>
                </a:lnTo>
                <a:lnTo>
                  <a:pt x="58542" y="61578"/>
                </a:lnTo>
                <a:lnTo>
                  <a:pt x="59310" y="60811"/>
                </a:lnTo>
                <a:lnTo>
                  <a:pt x="59410" y="60544"/>
                </a:lnTo>
                <a:lnTo>
                  <a:pt x="59410" y="59443"/>
                </a:lnTo>
                <a:lnTo>
                  <a:pt x="60677" y="59443"/>
                </a:lnTo>
                <a:lnTo>
                  <a:pt x="61578" y="58543"/>
                </a:lnTo>
                <a:lnTo>
                  <a:pt x="62445" y="59443"/>
                </a:lnTo>
                <a:lnTo>
                  <a:pt x="63713" y="59443"/>
                </a:lnTo>
                <a:lnTo>
                  <a:pt x="63713" y="60544"/>
                </a:lnTo>
                <a:lnTo>
                  <a:pt x="63846" y="60811"/>
                </a:lnTo>
                <a:lnTo>
                  <a:pt x="64613" y="61578"/>
                </a:lnTo>
                <a:lnTo>
                  <a:pt x="63846" y="62346"/>
                </a:lnTo>
                <a:lnTo>
                  <a:pt x="63713" y="62646"/>
                </a:lnTo>
                <a:lnTo>
                  <a:pt x="63713" y="63713"/>
                </a:lnTo>
                <a:lnTo>
                  <a:pt x="62445" y="63713"/>
                </a:lnTo>
                <a:close/>
                <a:moveTo>
                  <a:pt x="57341" y="65381"/>
                </a:moveTo>
                <a:lnTo>
                  <a:pt x="57341" y="63313"/>
                </a:lnTo>
                <a:lnTo>
                  <a:pt x="56007" y="61979"/>
                </a:lnTo>
                <a:lnTo>
                  <a:pt x="57808" y="61979"/>
                </a:lnTo>
                <a:lnTo>
                  <a:pt x="58642" y="62813"/>
                </a:lnTo>
                <a:lnTo>
                  <a:pt x="58642" y="64113"/>
                </a:lnTo>
                <a:close/>
                <a:moveTo>
                  <a:pt x="57341" y="57776"/>
                </a:moveTo>
                <a:lnTo>
                  <a:pt x="58642" y="59077"/>
                </a:lnTo>
                <a:lnTo>
                  <a:pt x="58642" y="60377"/>
                </a:lnTo>
                <a:lnTo>
                  <a:pt x="57808" y="61178"/>
                </a:lnTo>
                <a:lnTo>
                  <a:pt x="56007" y="61178"/>
                </a:lnTo>
                <a:lnTo>
                  <a:pt x="57341" y="59844"/>
                </a:lnTo>
                <a:close/>
                <a:moveTo>
                  <a:pt x="65781" y="57776"/>
                </a:moveTo>
                <a:lnTo>
                  <a:pt x="65781" y="59844"/>
                </a:lnTo>
                <a:lnTo>
                  <a:pt x="67148" y="61178"/>
                </a:lnTo>
                <a:lnTo>
                  <a:pt x="65347" y="61178"/>
                </a:lnTo>
                <a:lnTo>
                  <a:pt x="64513" y="60344"/>
                </a:lnTo>
                <a:lnTo>
                  <a:pt x="64513" y="59043"/>
                </a:lnTo>
                <a:close/>
                <a:moveTo>
                  <a:pt x="88130" y="57776"/>
                </a:moveTo>
                <a:lnTo>
                  <a:pt x="89431" y="59077"/>
                </a:lnTo>
                <a:lnTo>
                  <a:pt x="89431" y="60377"/>
                </a:lnTo>
                <a:lnTo>
                  <a:pt x="88597" y="61178"/>
                </a:lnTo>
                <a:lnTo>
                  <a:pt x="86796" y="61178"/>
                </a:lnTo>
                <a:lnTo>
                  <a:pt x="88130" y="59844"/>
                </a:lnTo>
                <a:lnTo>
                  <a:pt x="88130" y="57776"/>
                </a:lnTo>
                <a:close/>
                <a:moveTo>
                  <a:pt x="96569" y="57776"/>
                </a:moveTo>
                <a:lnTo>
                  <a:pt x="96569" y="59844"/>
                </a:lnTo>
                <a:lnTo>
                  <a:pt x="97937" y="61178"/>
                </a:lnTo>
                <a:lnTo>
                  <a:pt x="96136" y="61178"/>
                </a:lnTo>
                <a:lnTo>
                  <a:pt x="95302" y="60377"/>
                </a:lnTo>
                <a:lnTo>
                  <a:pt x="95302" y="59077"/>
                </a:lnTo>
                <a:close/>
                <a:moveTo>
                  <a:pt x="118952" y="57776"/>
                </a:moveTo>
                <a:lnTo>
                  <a:pt x="120220" y="59077"/>
                </a:lnTo>
                <a:lnTo>
                  <a:pt x="120220" y="60377"/>
                </a:lnTo>
                <a:lnTo>
                  <a:pt x="119386" y="61178"/>
                </a:lnTo>
                <a:lnTo>
                  <a:pt x="117584" y="61178"/>
                </a:lnTo>
                <a:lnTo>
                  <a:pt x="118952" y="59844"/>
                </a:lnTo>
                <a:lnTo>
                  <a:pt x="118952" y="57776"/>
                </a:lnTo>
                <a:close/>
                <a:moveTo>
                  <a:pt x="127391" y="57776"/>
                </a:moveTo>
                <a:lnTo>
                  <a:pt x="127391" y="59844"/>
                </a:lnTo>
                <a:lnTo>
                  <a:pt x="128726" y="61178"/>
                </a:lnTo>
                <a:lnTo>
                  <a:pt x="126924" y="61178"/>
                </a:lnTo>
                <a:lnTo>
                  <a:pt x="126091" y="60344"/>
                </a:lnTo>
                <a:lnTo>
                  <a:pt x="126091" y="59043"/>
                </a:lnTo>
                <a:close/>
                <a:moveTo>
                  <a:pt x="149741" y="57776"/>
                </a:moveTo>
                <a:lnTo>
                  <a:pt x="151008" y="59077"/>
                </a:lnTo>
                <a:lnTo>
                  <a:pt x="151008" y="60377"/>
                </a:lnTo>
                <a:lnTo>
                  <a:pt x="150174" y="61178"/>
                </a:lnTo>
                <a:lnTo>
                  <a:pt x="148373" y="61178"/>
                </a:lnTo>
                <a:lnTo>
                  <a:pt x="149741" y="59844"/>
                </a:lnTo>
                <a:lnTo>
                  <a:pt x="149741" y="57776"/>
                </a:lnTo>
                <a:close/>
                <a:moveTo>
                  <a:pt x="158180" y="57776"/>
                </a:moveTo>
                <a:lnTo>
                  <a:pt x="158180" y="59844"/>
                </a:lnTo>
                <a:lnTo>
                  <a:pt x="159514" y="61178"/>
                </a:lnTo>
                <a:lnTo>
                  <a:pt x="157713" y="61178"/>
                </a:lnTo>
                <a:lnTo>
                  <a:pt x="156879" y="60344"/>
                </a:lnTo>
                <a:lnTo>
                  <a:pt x="156879" y="59043"/>
                </a:lnTo>
                <a:close/>
                <a:moveTo>
                  <a:pt x="180529" y="57776"/>
                </a:moveTo>
                <a:lnTo>
                  <a:pt x="181797" y="59077"/>
                </a:lnTo>
                <a:lnTo>
                  <a:pt x="181797" y="60377"/>
                </a:lnTo>
                <a:lnTo>
                  <a:pt x="180963" y="61178"/>
                </a:lnTo>
                <a:lnTo>
                  <a:pt x="179162" y="61178"/>
                </a:lnTo>
                <a:lnTo>
                  <a:pt x="180529" y="59844"/>
                </a:lnTo>
                <a:lnTo>
                  <a:pt x="180529" y="57776"/>
                </a:lnTo>
                <a:close/>
                <a:moveTo>
                  <a:pt x="188969" y="57776"/>
                </a:moveTo>
                <a:lnTo>
                  <a:pt x="188969" y="59844"/>
                </a:lnTo>
                <a:lnTo>
                  <a:pt x="190303" y="61178"/>
                </a:lnTo>
                <a:lnTo>
                  <a:pt x="188502" y="61178"/>
                </a:lnTo>
                <a:lnTo>
                  <a:pt x="187668" y="60344"/>
                </a:lnTo>
                <a:lnTo>
                  <a:pt x="187668" y="59043"/>
                </a:lnTo>
                <a:close/>
                <a:moveTo>
                  <a:pt x="191437" y="61178"/>
                </a:moveTo>
                <a:lnTo>
                  <a:pt x="189736" y="59510"/>
                </a:lnTo>
                <a:lnTo>
                  <a:pt x="189736" y="57475"/>
                </a:lnTo>
                <a:lnTo>
                  <a:pt x="195473" y="57475"/>
                </a:lnTo>
                <a:lnTo>
                  <a:pt x="199176" y="61178"/>
                </a:lnTo>
                <a:close/>
                <a:moveTo>
                  <a:pt x="187268" y="58643"/>
                </a:moveTo>
                <a:lnTo>
                  <a:pt x="185967" y="58643"/>
                </a:lnTo>
                <a:lnTo>
                  <a:pt x="185133" y="57809"/>
                </a:lnTo>
                <a:lnTo>
                  <a:pt x="185133" y="56008"/>
                </a:lnTo>
                <a:lnTo>
                  <a:pt x="186367" y="57242"/>
                </a:lnTo>
                <a:lnTo>
                  <a:pt x="186667" y="57375"/>
                </a:lnTo>
                <a:lnTo>
                  <a:pt x="188535" y="57375"/>
                </a:lnTo>
                <a:close/>
                <a:moveTo>
                  <a:pt x="184332" y="57809"/>
                </a:moveTo>
                <a:lnTo>
                  <a:pt x="183532" y="58643"/>
                </a:lnTo>
                <a:lnTo>
                  <a:pt x="182231" y="58643"/>
                </a:lnTo>
                <a:lnTo>
                  <a:pt x="180930" y="57375"/>
                </a:lnTo>
                <a:lnTo>
                  <a:pt x="182831" y="57375"/>
                </a:lnTo>
                <a:lnTo>
                  <a:pt x="183098" y="57242"/>
                </a:lnTo>
                <a:lnTo>
                  <a:pt x="184332" y="56008"/>
                </a:lnTo>
                <a:close/>
                <a:moveTo>
                  <a:pt x="179729" y="59510"/>
                </a:moveTo>
                <a:lnTo>
                  <a:pt x="178061" y="61178"/>
                </a:lnTo>
                <a:lnTo>
                  <a:pt x="170289" y="61178"/>
                </a:lnTo>
                <a:lnTo>
                  <a:pt x="174025" y="57475"/>
                </a:lnTo>
                <a:lnTo>
                  <a:pt x="179729" y="57475"/>
                </a:lnTo>
                <a:lnTo>
                  <a:pt x="179729" y="59510"/>
                </a:lnTo>
                <a:close/>
                <a:moveTo>
                  <a:pt x="160649" y="61178"/>
                </a:moveTo>
                <a:lnTo>
                  <a:pt x="158947" y="59510"/>
                </a:lnTo>
                <a:lnTo>
                  <a:pt x="158947" y="57475"/>
                </a:lnTo>
                <a:lnTo>
                  <a:pt x="164685" y="57475"/>
                </a:lnTo>
                <a:lnTo>
                  <a:pt x="168387" y="61178"/>
                </a:lnTo>
                <a:close/>
                <a:moveTo>
                  <a:pt x="156479" y="58643"/>
                </a:moveTo>
                <a:lnTo>
                  <a:pt x="155178" y="58643"/>
                </a:lnTo>
                <a:lnTo>
                  <a:pt x="154344" y="57809"/>
                </a:lnTo>
                <a:lnTo>
                  <a:pt x="154344" y="56008"/>
                </a:lnTo>
                <a:lnTo>
                  <a:pt x="155578" y="57242"/>
                </a:lnTo>
                <a:lnTo>
                  <a:pt x="155845" y="57375"/>
                </a:lnTo>
                <a:lnTo>
                  <a:pt x="157746" y="57375"/>
                </a:lnTo>
                <a:close/>
                <a:moveTo>
                  <a:pt x="153543" y="57809"/>
                </a:moveTo>
                <a:lnTo>
                  <a:pt x="152743" y="58643"/>
                </a:lnTo>
                <a:lnTo>
                  <a:pt x="151442" y="58643"/>
                </a:lnTo>
                <a:lnTo>
                  <a:pt x="150141" y="57375"/>
                </a:lnTo>
                <a:lnTo>
                  <a:pt x="152042" y="57375"/>
                </a:lnTo>
                <a:lnTo>
                  <a:pt x="152309" y="57242"/>
                </a:lnTo>
                <a:lnTo>
                  <a:pt x="153543" y="56008"/>
                </a:lnTo>
                <a:close/>
                <a:moveTo>
                  <a:pt x="148940" y="59510"/>
                </a:moveTo>
                <a:lnTo>
                  <a:pt x="147272" y="61178"/>
                </a:lnTo>
                <a:lnTo>
                  <a:pt x="139500" y="61178"/>
                </a:lnTo>
                <a:lnTo>
                  <a:pt x="143236" y="57475"/>
                </a:lnTo>
                <a:lnTo>
                  <a:pt x="148940" y="57475"/>
                </a:lnTo>
                <a:lnTo>
                  <a:pt x="148940" y="59510"/>
                </a:lnTo>
                <a:close/>
                <a:moveTo>
                  <a:pt x="129860" y="61178"/>
                </a:moveTo>
                <a:lnTo>
                  <a:pt x="128159" y="59510"/>
                </a:lnTo>
                <a:lnTo>
                  <a:pt x="128159" y="57475"/>
                </a:lnTo>
                <a:lnTo>
                  <a:pt x="133896" y="57475"/>
                </a:lnTo>
                <a:lnTo>
                  <a:pt x="137599" y="61178"/>
                </a:lnTo>
                <a:close/>
                <a:moveTo>
                  <a:pt x="125690" y="58643"/>
                </a:moveTo>
                <a:lnTo>
                  <a:pt x="124389" y="58643"/>
                </a:lnTo>
                <a:lnTo>
                  <a:pt x="123555" y="57809"/>
                </a:lnTo>
                <a:lnTo>
                  <a:pt x="123555" y="56008"/>
                </a:lnTo>
                <a:lnTo>
                  <a:pt x="124790" y="57242"/>
                </a:lnTo>
                <a:lnTo>
                  <a:pt x="125056" y="57375"/>
                </a:lnTo>
                <a:lnTo>
                  <a:pt x="126958" y="57375"/>
                </a:lnTo>
                <a:close/>
                <a:moveTo>
                  <a:pt x="122755" y="57809"/>
                </a:moveTo>
                <a:lnTo>
                  <a:pt x="121954" y="58643"/>
                </a:lnTo>
                <a:lnTo>
                  <a:pt x="120653" y="58643"/>
                </a:lnTo>
                <a:lnTo>
                  <a:pt x="119352" y="57375"/>
                </a:lnTo>
                <a:lnTo>
                  <a:pt x="121254" y="57375"/>
                </a:lnTo>
                <a:lnTo>
                  <a:pt x="121521" y="57242"/>
                </a:lnTo>
                <a:lnTo>
                  <a:pt x="122755" y="56008"/>
                </a:lnTo>
                <a:lnTo>
                  <a:pt x="122755" y="57809"/>
                </a:lnTo>
                <a:close/>
                <a:moveTo>
                  <a:pt x="118152" y="59510"/>
                </a:moveTo>
                <a:lnTo>
                  <a:pt x="116450" y="61178"/>
                </a:lnTo>
                <a:lnTo>
                  <a:pt x="108711" y="61178"/>
                </a:lnTo>
                <a:lnTo>
                  <a:pt x="112414" y="57475"/>
                </a:lnTo>
                <a:lnTo>
                  <a:pt x="118152" y="57475"/>
                </a:lnTo>
                <a:lnTo>
                  <a:pt x="118152" y="59510"/>
                </a:lnTo>
                <a:close/>
                <a:moveTo>
                  <a:pt x="99071" y="61178"/>
                </a:moveTo>
                <a:lnTo>
                  <a:pt x="97370" y="59510"/>
                </a:lnTo>
                <a:lnTo>
                  <a:pt x="97370" y="57475"/>
                </a:lnTo>
                <a:lnTo>
                  <a:pt x="103074" y="57475"/>
                </a:lnTo>
                <a:lnTo>
                  <a:pt x="106810" y="61178"/>
                </a:lnTo>
                <a:close/>
                <a:moveTo>
                  <a:pt x="94868" y="58643"/>
                </a:moveTo>
                <a:lnTo>
                  <a:pt x="93567" y="58643"/>
                </a:lnTo>
                <a:lnTo>
                  <a:pt x="92767" y="57809"/>
                </a:lnTo>
                <a:lnTo>
                  <a:pt x="92767" y="56008"/>
                </a:lnTo>
                <a:lnTo>
                  <a:pt x="94001" y="57242"/>
                </a:lnTo>
                <a:lnTo>
                  <a:pt x="94268" y="57375"/>
                </a:lnTo>
                <a:lnTo>
                  <a:pt x="96169" y="57375"/>
                </a:lnTo>
                <a:close/>
                <a:moveTo>
                  <a:pt x="91966" y="57809"/>
                </a:moveTo>
                <a:lnTo>
                  <a:pt x="91166" y="58643"/>
                </a:lnTo>
                <a:lnTo>
                  <a:pt x="89865" y="58643"/>
                </a:lnTo>
                <a:lnTo>
                  <a:pt x="88564" y="57375"/>
                </a:lnTo>
                <a:lnTo>
                  <a:pt x="90465" y="57375"/>
                </a:lnTo>
                <a:lnTo>
                  <a:pt x="90732" y="57242"/>
                </a:lnTo>
                <a:lnTo>
                  <a:pt x="91966" y="56008"/>
                </a:lnTo>
                <a:lnTo>
                  <a:pt x="91966" y="57809"/>
                </a:lnTo>
                <a:close/>
                <a:moveTo>
                  <a:pt x="87363" y="59510"/>
                </a:moveTo>
                <a:lnTo>
                  <a:pt x="85662" y="61178"/>
                </a:lnTo>
                <a:lnTo>
                  <a:pt x="77923" y="61178"/>
                </a:lnTo>
                <a:lnTo>
                  <a:pt x="81625" y="57475"/>
                </a:lnTo>
                <a:lnTo>
                  <a:pt x="87363" y="57475"/>
                </a:lnTo>
                <a:lnTo>
                  <a:pt x="87363" y="59510"/>
                </a:lnTo>
                <a:close/>
                <a:moveTo>
                  <a:pt x="68249" y="61178"/>
                </a:moveTo>
                <a:lnTo>
                  <a:pt x="66581" y="59510"/>
                </a:lnTo>
                <a:lnTo>
                  <a:pt x="66581" y="57475"/>
                </a:lnTo>
                <a:lnTo>
                  <a:pt x="72285" y="57475"/>
                </a:lnTo>
                <a:lnTo>
                  <a:pt x="76021" y="61178"/>
                </a:lnTo>
                <a:close/>
                <a:moveTo>
                  <a:pt x="64080" y="58643"/>
                </a:moveTo>
                <a:lnTo>
                  <a:pt x="62779" y="58643"/>
                </a:lnTo>
                <a:lnTo>
                  <a:pt x="61978" y="57809"/>
                </a:lnTo>
                <a:lnTo>
                  <a:pt x="61978" y="56008"/>
                </a:lnTo>
                <a:lnTo>
                  <a:pt x="63212" y="57242"/>
                </a:lnTo>
                <a:lnTo>
                  <a:pt x="63479" y="57375"/>
                </a:lnTo>
                <a:lnTo>
                  <a:pt x="65381" y="57375"/>
                </a:lnTo>
                <a:close/>
                <a:moveTo>
                  <a:pt x="61178" y="57809"/>
                </a:moveTo>
                <a:lnTo>
                  <a:pt x="60344" y="58643"/>
                </a:lnTo>
                <a:lnTo>
                  <a:pt x="59043" y="58643"/>
                </a:lnTo>
                <a:lnTo>
                  <a:pt x="57775" y="57375"/>
                </a:lnTo>
                <a:lnTo>
                  <a:pt x="59676" y="57375"/>
                </a:lnTo>
                <a:lnTo>
                  <a:pt x="59943" y="57242"/>
                </a:lnTo>
                <a:lnTo>
                  <a:pt x="61178" y="56008"/>
                </a:lnTo>
                <a:close/>
                <a:moveTo>
                  <a:pt x="56574" y="59510"/>
                </a:moveTo>
                <a:lnTo>
                  <a:pt x="54873" y="61178"/>
                </a:lnTo>
                <a:lnTo>
                  <a:pt x="47134" y="61178"/>
                </a:lnTo>
                <a:lnTo>
                  <a:pt x="50837" y="57475"/>
                </a:lnTo>
                <a:lnTo>
                  <a:pt x="56574" y="57475"/>
                </a:lnTo>
                <a:close/>
                <a:moveTo>
                  <a:pt x="54873" y="61979"/>
                </a:moveTo>
                <a:lnTo>
                  <a:pt x="56574" y="63646"/>
                </a:lnTo>
                <a:lnTo>
                  <a:pt x="56574" y="65681"/>
                </a:lnTo>
                <a:lnTo>
                  <a:pt x="50837" y="65681"/>
                </a:lnTo>
                <a:lnTo>
                  <a:pt x="47134" y="61979"/>
                </a:lnTo>
                <a:lnTo>
                  <a:pt x="54873" y="61979"/>
                </a:lnTo>
                <a:close/>
                <a:moveTo>
                  <a:pt x="59043" y="64514"/>
                </a:moveTo>
                <a:lnTo>
                  <a:pt x="60344" y="64514"/>
                </a:lnTo>
                <a:lnTo>
                  <a:pt x="61178" y="65348"/>
                </a:lnTo>
                <a:lnTo>
                  <a:pt x="61178" y="67149"/>
                </a:lnTo>
                <a:lnTo>
                  <a:pt x="59943" y="65915"/>
                </a:lnTo>
                <a:lnTo>
                  <a:pt x="59676" y="65781"/>
                </a:lnTo>
                <a:lnTo>
                  <a:pt x="57775" y="65781"/>
                </a:lnTo>
                <a:close/>
                <a:moveTo>
                  <a:pt x="61978" y="65348"/>
                </a:moveTo>
                <a:lnTo>
                  <a:pt x="62779" y="64514"/>
                </a:lnTo>
                <a:lnTo>
                  <a:pt x="64080" y="64514"/>
                </a:lnTo>
                <a:lnTo>
                  <a:pt x="65381" y="65815"/>
                </a:lnTo>
                <a:lnTo>
                  <a:pt x="63479" y="65815"/>
                </a:lnTo>
                <a:lnTo>
                  <a:pt x="63212" y="65915"/>
                </a:lnTo>
                <a:lnTo>
                  <a:pt x="61978" y="67149"/>
                </a:lnTo>
                <a:close/>
                <a:moveTo>
                  <a:pt x="66581" y="63646"/>
                </a:moveTo>
                <a:lnTo>
                  <a:pt x="68249" y="61979"/>
                </a:lnTo>
                <a:lnTo>
                  <a:pt x="76021" y="61979"/>
                </a:lnTo>
                <a:lnTo>
                  <a:pt x="72285" y="65681"/>
                </a:lnTo>
                <a:lnTo>
                  <a:pt x="66581" y="65681"/>
                </a:lnTo>
                <a:lnTo>
                  <a:pt x="66581" y="63646"/>
                </a:lnTo>
                <a:close/>
                <a:moveTo>
                  <a:pt x="85662" y="61979"/>
                </a:moveTo>
                <a:lnTo>
                  <a:pt x="87363" y="63646"/>
                </a:lnTo>
                <a:lnTo>
                  <a:pt x="87363" y="65681"/>
                </a:lnTo>
                <a:lnTo>
                  <a:pt x="81659" y="65681"/>
                </a:lnTo>
                <a:lnTo>
                  <a:pt x="77923" y="61979"/>
                </a:lnTo>
                <a:lnTo>
                  <a:pt x="85662" y="61979"/>
                </a:lnTo>
                <a:close/>
                <a:moveTo>
                  <a:pt x="89831" y="64514"/>
                </a:moveTo>
                <a:lnTo>
                  <a:pt x="91132" y="64514"/>
                </a:lnTo>
                <a:lnTo>
                  <a:pt x="91966" y="65348"/>
                </a:lnTo>
                <a:lnTo>
                  <a:pt x="91966" y="67149"/>
                </a:lnTo>
                <a:lnTo>
                  <a:pt x="90732" y="65915"/>
                </a:lnTo>
                <a:lnTo>
                  <a:pt x="90465" y="65781"/>
                </a:lnTo>
                <a:lnTo>
                  <a:pt x="88564" y="65781"/>
                </a:lnTo>
                <a:close/>
                <a:moveTo>
                  <a:pt x="92767" y="65348"/>
                </a:moveTo>
                <a:lnTo>
                  <a:pt x="93567" y="64514"/>
                </a:lnTo>
                <a:lnTo>
                  <a:pt x="94868" y="64514"/>
                </a:lnTo>
                <a:lnTo>
                  <a:pt x="96169" y="65815"/>
                </a:lnTo>
                <a:lnTo>
                  <a:pt x="94268" y="65815"/>
                </a:lnTo>
                <a:lnTo>
                  <a:pt x="94001" y="65915"/>
                </a:lnTo>
                <a:lnTo>
                  <a:pt x="92767" y="67149"/>
                </a:lnTo>
                <a:lnTo>
                  <a:pt x="92767" y="65348"/>
                </a:lnTo>
                <a:close/>
                <a:moveTo>
                  <a:pt x="97370" y="63646"/>
                </a:moveTo>
                <a:lnTo>
                  <a:pt x="99071" y="61979"/>
                </a:lnTo>
                <a:lnTo>
                  <a:pt x="106810" y="61979"/>
                </a:lnTo>
                <a:lnTo>
                  <a:pt x="103074" y="65681"/>
                </a:lnTo>
                <a:lnTo>
                  <a:pt x="97370" y="65681"/>
                </a:lnTo>
                <a:lnTo>
                  <a:pt x="97370" y="63646"/>
                </a:lnTo>
                <a:close/>
                <a:moveTo>
                  <a:pt x="116450" y="61979"/>
                </a:moveTo>
                <a:lnTo>
                  <a:pt x="118152" y="63646"/>
                </a:lnTo>
                <a:lnTo>
                  <a:pt x="118152" y="65681"/>
                </a:lnTo>
                <a:lnTo>
                  <a:pt x="112447" y="65681"/>
                </a:lnTo>
                <a:lnTo>
                  <a:pt x="108711" y="61979"/>
                </a:lnTo>
                <a:lnTo>
                  <a:pt x="116450" y="61979"/>
                </a:lnTo>
                <a:close/>
                <a:moveTo>
                  <a:pt x="120653" y="64514"/>
                </a:moveTo>
                <a:lnTo>
                  <a:pt x="121954" y="64514"/>
                </a:lnTo>
                <a:lnTo>
                  <a:pt x="122755" y="65348"/>
                </a:lnTo>
                <a:lnTo>
                  <a:pt x="122755" y="67149"/>
                </a:lnTo>
                <a:lnTo>
                  <a:pt x="121521" y="65915"/>
                </a:lnTo>
                <a:lnTo>
                  <a:pt x="121254" y="65781"/>
                </a:lnTo>
                <a:lnTo>
                  <a:pt x="119352" y="65781"/>
                </a:lnTo>
                <a:close/>
                <a:moveTo>
                  <a:pt x="123555" y="65348"/>
                </a:moveTo>
                <a:lnTo>
                  <a:pt x="124389" y="64514"/>
                </a:lnTo>
                <a:lnTo>
                  <a:pt x="125657" y="64514"/>
                </a:lnTo>
                <a:lnTo>
                  <a:pt x="126958" y="65815"/>
                </a:lnTo>
                <a:lnTo>
                  <a:pt x="125056" y="65815"/>
                </a:lnTo>
                <a:lnTo>
                  <a:pt x="124790" y="65915"/>
                </a:lnTo>
                <a:lnTo>
                  <a:pt x="123555" y="67149"/>
                </a:lnTo>
                <a:lnTo>
                  <a:pt x="123555" y="65348"/>
                </a:lnTo>
                <a:close/>
                <a:moveTo>
                  <a:pt x="128159" y="63646"/>
                </a:moveTo>
                <a:lnTo>
                  <a:pt x="129860" y="61979"/>
                </a:lnTo>
                <a:lnTo>
                  <a:pt x="137599" y="61979"/>
                </a:lnTo>
                <a:lnTo>
                  <a:pt x="133863" y="65681"/>
                </a:lnTo>
                <a:lnTo>
                  <a:pt x="128159" y="65681"/>
                </a:lnTo>
                <a:lnTo>
                  <a:pt x="128159" y="63646"/>
                </a:lnTo>
                <a:close/>
                <a:moveTo>
                  <a:pt x="147272" y="61979"/>
                </a:moveTo>
                <a:lnTo>
                  <a:pt x="148940" y="63646"/>
                </a:lnTo>
                <a:lnTo>
                  <a:pt x="148940" y="65681"/>
                </a:lnTo>
                <a:lnTo>
                  <a:pt x="143236" y="65681"/>
                </a:lnTo>
                <a:lnTo>
                  <a:pt x="139500" y="61979"/>
                </a:lnTo>
                <a:lnTo>
                  <a:pt x="147272" y="61979"/>
                </a:lnTo>
                <a:close/>
                <a:moveTo>
                  <a:pt x="151442" y="64514"/>
                </a:moveTo>
                <a:lnTo>
                  <a:pt x="152743" y="64514"/>
                </a:lnTo>
                <a:lnTo>
                  <a:pt x="153543" y="65348"/>
                </a:lnTo>
                <a:lnTo>
                  <a:pt x="153543" y="67149"/>
                </a:lnTo>
                <a:lnTo>
                  <a:pt x="152309" y="65915"/>
                </a:lnTo>
                <a:lnTo>
                  <a:pt x="152042" y="65781"/>
                </a:lnTo>
                <a:lnTo>
                  <a:pt x="150141" y="65781"/>
                </a:lnTo>
                <a:close/>
                <a:moveTo>
                  <a:pt x="154344" y="65348"/>
                </a:moveTo>
                <a:lnTo>
                  <a:pt x="155178" y="64514"/>
                </a:lnTo>
                <a:lnTo>
                  <a:pt x="156479" y="64514"/>
                </a:lnTo>
                <a:lnTo>
                  <a:pt x="157746" y="65815"/>
                </a:lnTo>
                <a:lnTo>
                  <a:pt x="155845" y="65815"/>
                </a:lnTo>
                <a:lnTo>
                  <a:pt x="155578" y="65915"/>
                </a:lnTo>
                <a:lnTo>
                  <a:pt x="154344" y="67149"/>
                </a:lnTo>
                <a:close/>
                <a:moveTo>
                  <a:pt x="158947" y="63646"/>
                </a:moveTo>
                <a:lnTo>
                  <a:pt x="160649" y="61979"/>
                </a:lnTo>
                <a:lnTo>
                  <a:pt x="168387" y="61979"/>
                </a:lnTo>
                <a:lnTo>
                  <a:pt x="164651" y="65681"/>
                </a:lnTo>
                <a:lnTo>
                  <a:pt x="158947" y="65681"/>
                </a:lnTo>
                <a:lnTo>
                  <a:pt x="158947" y="63646"/>
                </a:lnTo>
                <a:close/>
                <a:moveTo>
                  <a:pt x="178061" y="61979"/>
                </a:moveTo>
                <a:lnTo>
                  <a:pt x="179729" y="63646"/>
                </a:lnTo>
                <a:lnTo>
                  <a:pt x="179729" y="65681"/>
                </a:lnTo>
                <a:lnTo>
                  <a:pt x="174025" y="65681"/>
                </a:lnTo>
                <a:lnTo>
                  <a:pt x="170289" y="61979"/>
                </a:lnTo>
                <a:lnTo>
                  <a:pt x="178061" y="61979"/>
                </a:lnTo>
                <a:close/>
                <a:moveTo>
                  <a:pt x="182231" y="64514"/>
                </a:moveTo>
                <a:lnTo>
                  <a:pt x="183532" y="64514"/>
                </a:lnTo>
                <a:lnTo>
                  <a:pt x="184332" y="65348"/>
                </a:lnTo>
                <a:lnTo>
                  <a:pt x="184332" y="67149"/>
                </a:lnTo>
                <a:lnTo>
                  <a:pt x="183098" y="65915"/>
                </a:lnTo>
                <a:lnTo>
                  <a:pt x="182831" y="65781"/>
                </a:lnTo>
                <a:lnTo>
                  <a:pt x="180930" y="65781"/>
                </a:lnTo>
                <a:close/>
                <a:moveTo>
                  <a:pt x="185133" y="65348"/>
                </a:moveTo>
                <a:lnTo>
                  <a:pt x="185967" y="64514"/>
                </a:lnTo>
                <a:lnTo>
                  <a:pt x="187268" y="64514"/>
                </a:lnTo>
                <a:lnTo>
                  <a:pt x="188535" y="65815"/>
                </a:lnTo>
                <a:lnTo>
                  <a:pt x="186667" y="65815"/>
                </a:lnTo>
                <a:lnTo>
                  <a:pt x="186367" y="65915"/>
                </a:lnTo>
                <a:lnTo>
                  <a:pt x="185133" y="67149"/>
                </a:lnTo>
                <a:close/>
                <a:moveTo>
                  <a:pt x="189736" y="63646"/>
                </a:moveTo>
                <a:lnTo>
                  <a:pt x="191437" y="61979"/>
                </a:lnTo>
                <a:lnTo>
                  <a:pt x="199176" y="61979"/>
                </a:lnTo>
                <a:lnTo>
                  <a:pt x="195473" y="65681"/>
                </a:lnTo>
                <a:lnTo>
                  <a:pt x="189736" y="65681"/>
                </a:lnTo>
                <a:lnTo>
                  <a:pt x="189736" y="63646"/>
                </a:lnTo>
                <a:close/>
                <a:moveTo>
                  <a:pt x="188869" y="56575"/>
                </a:moveTo>
                <a:lnTo>
                  <a:pt x="186801" y="56575"/>
                </a:lnTo>
                <a:lnTo>
                  <a:pt x="185133" y="54874"/>
                </a:lnTo>
                <a:lnTo>
                  <a:pt x="185133" y="47135"/>
                </a:lnTo>
                <a:lnTo>
                  <a:pt x="188869" y="50871"/>
                </a:lnTo>
                <a:lnTo>
                  <a:pt x="188869" y="56575"/>
                </a:lnTo>
                <a:close/>
                <a:moveTo>
                  <a:pt x="184332" y="54874"/>
                </a:moveTo>
                <a:lnTo>
                  <a:pt x="182664" y="56575"/>
                </a:lnTo>
                <a:lnTo>
                  <a:pt x="180629" y="56575"/>
                </a:lnTo>
                <a:lnTo>
                  <a:pt x="180629" y="50871"/>
                </a:lnTo>
                <a:lnTo>
                  <a:pt x="184332" y="47135"/>
                </a:lnTo>
                <a:lnTo>
                  <a:pt x="184332" y="54874"/>
                </a:lnTo>
                <a:close/>
                <a:moveTo>
                  <a:pt x="171723" y="51905"/>
                </a:moveTo>
                <a:lnTo>
                  <a:pt x="169755" y="53873"/>
                </a:lnTo>
                <a:lnTo>
                  <a:pt x="169755" y="52005"/>
                </a:lnTo>
                <a:lnTo>
                  <a:pt x="171156" y="50570"/>
                </a:lnTo>
                <a:lnTo>
                  <a:pt x="173157" y="50570"/>
                </a:lnTo>
                <a:lnTo>
                  <a:pt x="174492" y="51905"/>
                </a:lnTo>
                <a:close/>
                <a:moveTo>
                  <a:pt x="172957" y="47835"/>
                </a:moveTo>
                <a:lnTo>
                  <a:pt x="172957" y="49203"/>
                </a:lnTo>
                <a:lnTo>
                  <a:pt x="170289" y="46568"/>
                </a:lnTo>
                <a:lnTo>
                  <a:pt x="174025" y="46568"/>
                </a:lnTo>
                <a:lnTo>
                  <a:pt x="173057" y="47568"/>
                </a:lnTo>
                <a:close/>
                <a:moveTo>
                  <a:pt x="170289" y="45800"/>
                </a:moveTo>
                <a:lnTo>
                  <a:pt x="172957" y="43132"/>
                </a:lnTo>
                <a:lnTo>
                  <a:pt x="172957" y="44700"/>
                </a:lnTo>
                <a:lnTo>
                  <a:pt x="174025" y="45800"/>
                </a:lnTo>
                <a:lnTo>
                  <a:pt x="170289" y="45800"/>
                </a:lnTo>
                <a:close/>
                <a:moveTo>
                  <a:pt x="169755" y="45233"/>
                </a:moveTo>
                <a:lnTo>
                  <a:pt x="169755" y="41497"/>
                </a:lnTo>
                <a:lnTo>
                  <a:pt x="170722" y="42465"/>
                </a:lnTo>
                <a:lnTo>
                  <a:pt x="170989" y="42598"/>
                </a:lnTo>
                <a:lnTo>
                  <a:pt x="172390" y="42598"/>
                </a:lnTo>
                <a:close/>
                <a:moveTo>
                  <a:pt x="168954" y="45233"/>
                </a:moveTo>
                <a:lnTo>
                  <a:pt x="166319" y="42598"/>
                </a:lnTo>
                <a:lnTo>
                  <a:pt x="167687" y="42598"/>
                </a:lnTo>
                <a:lnTo>
                  <a:pt x="167854" y="42598"/>
                </a:lnTo>
                <a:lnTo>
                  <a:pt x="168954" y="41497"/>
                </a:lnTo>
                <a:close/>
                <a:moveTo>
                  <a:pt x="168954" y="47135"/>
                </a:moveTo>
                <a:lnTo>
                  <a:pt x="168954" y="50871"/>
                </a:lnTo>
                <a:lnTo>
                  <a:pt x="167854" y="49770"/>
                </a:lnTo>
                <a:lnTo>
                  <a:pt x="166319" y="49770"/>
                </a:lnTo>
                <a:close/>
                <a:moveTo>
                  <a:pt x="158047" y="56575"/>
                </a:moveTo>
                <a:lnTo>
                  <a:pt x="156012" y="56575"/>
                </a:lnTo>
                <a:lnTo>
                  <a:pt x="154344" y="54874"/>
                </a:lnTo>
                <a:lnTo>
                  <a:pt x="154344" y="47135"/>
                </a:lnTo>
                <a:lnTo>
                  <a:pt x="158047" y="50871"/>
                </a:lnTo>
                <a:lnTo>
                  <a:pt x="158047" y="56575"/>
                </a:lnTo>
                <a:close/>
                <a:moveTo>
                  <a:pt x="153543" y="54874"/>
                </a:moveTo>
                <a:lnTo>
                  <a:pt x="151876" y="56575"/>
                </a:lnTo>
                <a:lnTo>
                  <a:pt x="149841" y="56575"/>
                </a:lnTo>
                <a:lnTo>
                  <a:pt x="149841" y="50871"/>
                </a:lnTo>
                <a:lnTo>
                  <a:pt x="153543" y="47135"/>
                </a:lnTo>
                <a:lnTo>
                  <a:pt x="153543" y="54874"/>
                </a:lnTo>
                <a:close/>
                <a:moveTo>
                  <a:pt x="140901" y="51905"/>
                </a:moveTo>
                <a:lnTo>
                  <a:pt x="138933" y="53873"/>
                </a:lnTo>
                <a:lnTo>
                  <a:pt x="138933" y="52005"/>
                </a:lnTo>
                <a:lnTo>
                  <a:pt x="140367" y="50570"/>
                </a:lnTo>
                <a:lnTo>
                  <a:pt x="142369" y="50570"/>
                </a:lnTo>
                <a:lnTo>
                  <a:pt x="143703" y="51905"/>
                </a:lnTo>
                <a:close/>
                <a:moveTo>
                  <a:pt x="142135" y="47835"/>
                </a:moveTo>
                <a:lnTo>
                  <a:pt x="142135" y="49203"/>
                </a:lnTo>
                <a:lnTo>
                  <a:pt x="139500" y="46568"/>
                </a:lnTo>
                <a:lnTo>
                  <a:pt x="143236" y="46568"/>
                </a:lnTo>
                <a:lnTo>
                  <a:pt x="142269" y="47568"/>
                </a:lnTo>
                <a:close/>
                <a:moveTo>
                  <a:pt x="139500" y="45800"/>
                </a:moveTo>
                <a:lnTo>
                  <a:pt x="142135" y="43132"/>
                </a:lnTo>
                <a:lnTo>
                  <a:pt x="142135" y="44700"/>
                </a:lnTo>
                <a:lnTo>
                  <a:pt x="143236" y="45800"/>
                </a:lnTo>
                <a:lnTo>
                  <a:pt x="139500" y="45800"/>
                </a:lnTo>
                <a:close/>
                <a:moveTo>
                  <a:pt x="138933" y="45233"/>
                </a:moveTo>
                <a:lnTo>
                  <a:pt x="138933" y="41497"/>
                </a:lnTo>
                <a:lnTo>
                  <a:pt x="140034" y="42598"/>
                </a:lnTo>
                <a:lnTo>
                  <a:pt x="140201" y="42598"/>
                </a:lnTo>
                <a:lnTo>
                  <a:pt x="141602" y="42598"/>
                </a:lnTo>
                <a:close/>
                <a:moveTo>
                  <a:pt x="138166" y="45233"/>
                </a:moveTo>
                <a:lnTo>
                  <a:pt x="135531" y="42598"/>
                </a:lnTo>
                <a:lnTo>
                  <a:pt x="136898" y="42598"/>
                </a:lnTo>
                <a:lnTo>
                  <a:pt x="137165" y="42465"/>
                </a:lnTo>
                <a:lnTo>
                  <a:pt x="138166" y="41497"/>
                </a:lnTo>
                <a:lnTo>
                  <a:pt x="138166" y="45233"/>
                </a:lnTo>
                <a:close/>
                <a:moveTo>
                  <a:pt x="138166" y="47135"/>
                </a:moveTo>
                <a:lnTo>
                  <a:pt x="138166" y="50871"/>
                </a:lnTo>
                <a:lnTo>
                  <a:pt x="137165" y="49903"/>
                </a:lnTo>
                <a:lnTo>
                  <a:pt x="136898" y="49770"/>
                </a:lnTo>
                <a:lnTo>
                  <a:pt x="135531" y="49770"/>
                </a:lnTo>
                <a:close/>
                <a:moveTo>
                  <a:pt x="127258" y="56575"/>
                </a:moveTo>
                <a:lnTo>
                  <a:pt x="125223" y="56575"/>
                </a:lnTo>
                <a:lnTo>
                  <a:pt x="123555" y="54874"/>
                </a:lnTo>
                <a:lnTo>
                  <a:pt x="123555" y="47135"/>
                </a:lnTo>
                <a:lnTo>
                  <a:pt x="127258" y="50871"/>
                </a:lnTo>
                <a:close/>
                <a:moveTo>
                  <a:pt x="122755" y="54874"/>
                </a:moveTo>
                <a:lnTo>
                  <a:pt x="121087" y="56575"/>
                </a:lnTo>
                <a:lnTo>
                  <a:pt x="119052" y="56575"/>
                </a:lnTo>
                <a:lnTo>
                  <a:pt x="119052" y="50871"/>
                </a:lnTo>
                <a:lnTo>
                  <a:pt x="122755" y="47135"/>
                </a:lnTo>
                <a:close/>
                <a:moveTo>
                  <a:pt x="110112" y="51905"/>
                </a:moveTo>
                <a:lnTo>
                  <a:pt x="108144" y="53873"/>
                </a:lnTo>
                <a:lnTo>
                  <a:pt x="108144" y="52005"/>
                </a:lnTo>
                <a:lnTo>
                  <a:pt x="109579" y="50570"/>
                </a:lnTo>
                <a:lnTo>
                  <a:pt x="111580" y="50570"/>
                </a:lnTo>
                <a:lnTo>
                  <a:pt x="112914" y="51905"/>
                </a:lnTo>
                <a:close/>
                <a:moveTo>
                  <a:pt x="111347" y="47835"/>
                </a:moveTo>
                <a:lnTo>
                  <a:pt x="111347" y="49203"/>
                </a:lnTo>
                <a:lnTo>
                  <a:pt x="108711" y="46568"/>
                </a:lnTo>
                <a:lnTo>
                  <a:pt x="112447" y="46568"/>
                </a:lnTo>
                <a:lnTo>
                  <a:pt x="111480" y="47568"/>
                </a:lnTo>
                <a:close/>
                <a:moveTo>
                  <a:pt x="108711" y="45800"/>
                </a:moveTo>
                <a:lnTo>
                  <a:pt x="111347" y="43132"/>
                </a:lnTo>
                <a:lnTo>
                  <a:pt x="111347" y="44700"/>
                </a:lnTo>
                <a:lnTo>
                  <a:pt x="112447" y="45800"/>
                </a:lnTo>
                <a:lnTo>
                  <a:pt x="108711" y="45800"/>
                </a:lnTo>
                <a:close/>
                <a:moveTo>
                  <a:pt x="108144" y="45233"/>
                </a:moveTo>
                <a:lnTo>
                  <a:pt x="108144" y="41497"/>
                </a:lnTo>
                <a:lnTo>
                  <a:pt x="109145" y="42465"/>
                </a:lnTo>
                <a:lnTo>
                  <a:pt x="109412" y="42598"/>
                </a:lnTo>
                <a:lnTo>
                  <a:pt x="110813" y="42598"/>
                </a:lnTo>
                <a:close/>
                <a:moveTo>
                  <a:pt x="107377" y="45233"/>
                </a:moveTo>
                <a:lnTo>
                  <a:pt x="104709" y="42598"/>
                </a:lnTo>
                <a:lnTo>
                  <a:pt x="106110" y="42598"/>
                </a:lnTo>
                <a:lnTo>
                  <a:pt x="106276" y="42598"/>
                </a:lnTo>
                <a:lnTo>
                  <a:pt x="107377" y="41497"/>
                </a:lnTo>
                <a:lnTo>
                  <a:pt x="107377" y="45233"/>
                </a:lnTo>
                <a:close/>
                <a:moveTo>
                  <a:pt x="107377" y="47135"/>
                </a:moveTo>
                <a:lnTo>
                  <a:pt x="107377" y="50871"/>
                </a:lnTo>
                <a:lnTo>
                  <a:pt x="106276" y="49770"/>
                </a:lnTo>
                <a:lnTo>
                  <a:pt x="104709" y="49770"/>
                </a:lnTo>
                <a:close/>
                <a:moveTo>
                  <a:pt x="96469" y="56575"/>
                </a:moveTo>
                <a:lnTo>
                  <a:pt x="94435" y="56575"/>
                </a:lnTo>
                <a:lnTo>
                  <a:pt x="92767" y="54874"/>
                </a:lnTo>
                <a:lnTo>
                  <a:pt x="92767" y="47135"/>
                </a:lnTo>
                <a:lnTo>
                  <a:pt x="96469" y="50871"/>
                </a:lnTo>
                <a:close/>
                <a:moveTo>
                  <a:pt x="91966" y="54874"/>
                </a:moveTo>
                <a:lnTo>
                  <a:pt x="90298" y="56575"/>
                </a:lnTo>
                <a:lnTo>
                  <a:pt x="88264" y="56575"/>
                </a:lnTo>
                <a:lnTo>
                  <a:pt x="88264" y="50871"/>
                </a:lnTo>
                <a:lnTo>
                  <a:pt x="91966" y="47135"/>
                </a:lnTo>
                <a:close/>
                <a:moveTo>
                  <a:pt x="79324" y="51905"/>
                </a:moveTo>
                <a:lnTo>
                  <a:pt x="77356" y="53873"/>
                </a:lnTo>
                <a:lnTo>
                  <a:pt x="77356" y="52005"/>
                </a:lnTo>
                <a:lnTo>
                  <a:pt x="78790" y="50570"/>
                </a:lnTo>
                <a:lnTo>
                  <a:pt x="80792" y="50570"/>
                </a:lnTo>
                <a:lnTo>
                  <a:pt x="82126" y="51905"/>
                </a:lnTo>
                <a:close/>
                <a:moveTo>
                  <a:pt x="80558" y="47835"/>
                </a:moveTo>
                <a:lnTo>
                  <a:pt x="80558" y="49203"/>
                </a:lnTo>
                <a:lnTo>
                  <a:pt x="77923" y="46568"/>
                </a:lnTo>
                <a:lnTo>
                  <a:pt x="81659" y="46568"/>
                </a:lnTo>
                <a:lnTo>
                  <a:pt x="80691" y="47568"/>
                </a:lnTo>
                <a:close/>
                <a:moveTo>
                  <a:pt x="77923" y="45800"/>
                </a:moveTo>
                <a:lnTo>
                  <a:pt x="80558" y="43132"/>
                </a:lnTo>
                <a:lnTo>
                  <a:pt x="80558" y="44700"/>
                </a:lnTo>
                <a:lnTo>
                  <a:pt x="81659" y="45800"/>
                </a:lnTo>
                <a:lnTo>
                  <a:pt x="77923" y="45800"/>
                </a:lnTo>
                <a:close/>
                <a:moveTo>
                  <a:pt x="77356" y="45233"/>
                </a:moveTo>
                <a:lnTo>
                  <a:pt x="77356" y="41497"/>
                </a:lnTo>
                <a:lnTo>
                  <a:pt x="78457" y="42598"/>
                </a:lnTo>
                <a:lnTo>
                  <a:pt x="78623" y="42598"/>
                </a:lnTo>
                <a:lnTo>
                  <a:pt x="79991" y="42598"/>
                </a:lnTo>
                <a:close/>
                <a:moveTo>
                  <a:pt x="76589" y="45233"/>
                </a:moveTo>
                <a:lnTo>
                  <a:pt x="73920" y="42598"/>
                </a:lnTo>
                <a:lnTo>
                  <a:pt x="75321" y="42598"/>
                </a:lnTo>
                <a:lnTo>
                  <a:pt x="75588" y="42465"/>
                </a:lnTo>
                <a:lnTo>
                  <a:pt x="76555" y="41497"/>
                </a:lnTo>
                <a:lnTo>
                  <a:pt x="76555" y="45233"/>
                </a:lnTo>
                <a:close/>
                <a:moveTo>
                  <a:pt x="76589" y="47135"/>
                </a:moveTo>
                <a:lnTo>
                  <a:pt x="76589" y="50871"/>
                </a:lnTo>
                <a:lnTo>
                  <a:pt x="75588" y="49903"/>
                </a:lnTo>
                <a:lnTo>
                  <a:pt x="75321" y="49770"/>
                </a:lnTo>
                <a:lnTo>
                  <a:pt x="73920" y="49770"/>
                </a:lnTo>
                <a:close/>
                <a:moveTo>
                  <a:pt x="65681" y="56575"/>
                </a:moveTo>
                <a:lnTo>
                  <a:pt x="63646" y="56575"/>
                </a:lnTo>
                <a:lnTo>
                  <a:pt x="61978" y="54874"/>
                </a:lnTo>
                <a:lnTo>
                  <a:pt x="61978" y="47135"/>
                </a:lnTo>
                <a:lnTo>
                  <a:pt x="65681" y="50871"/>
                </a:lnTo>
                <a:close/>
                <a:moveTo>
                  <a:pt x="61178" y="54874"/>
                </a:moveTo>
                <a:lnTo>
                  <a:pt x="59510" y="56575"/>
                </a:lnTo>
                <a:lnTo>
                  <a:pt x="57475" y="56575"/>
                </a:lnTo>
                <a:lnTo>
                  <a:pt x="57475" y="50871"/>
                </a:lnTo>
                <a:lnTo>
                  <a:pt x="61178" y="47135"/>
                </a:lnTo>
                <a:close/>
                <a:moveTo>
                  <a:pt x="48535" y="51905"/>
                </a:moveTo>
                <a:lnTo>
                  <a:pt x="46567" y="53873"/>
                </a:lnTo>
                <a:lnTo>
                  <a:pt x="46567" y="52005"/>
                </a:lnTo>
                <a:lnTo>
                  <a:pt x="48001" y="50570"/>
                </a:lnTo>
                <a:lnTo>
                  <a:pt x="50003" y="50570"/>
                </a:lnTo>
                <a:lnTo>
                  <a:pt x="51337" y="51905"/>
                </a:lnTo>
                <a:close/>
                <a:moveTo>
                  <a:pt x="46567" y="47135"/>
                </a:moveTo>
                <a:lnTo>
                  <a:pt x="49202" y="49770"/>
                </a:lnTo>
                <a:lnTo>
                  <a:pt x="47835" y="49770"/>
                </a:lnTo>
                <a:lnTo>
                  <a:pt x="47568" y="49903"/>
                </a:lnTo>
                <a:lnTo>
                  <a:pt x="46567" y="50871"/>
                </a:lnTo>
                <a:lnTo>
                  <a:pt x="46567" y="47135"/>
                </a:lnTo>
                <a:close/>
                <a:moveTo>
                  <a:pt x="49769" y="47835"/>
                </a:moveTo>
                <a:lnTo>
                  <a:pt x="49769" y="49203"/>
                </a:lnTo>
                <a:lnTo>
                  <a:pt x="47134" y="46568"/>
                </a:lnTo>
                <a:lnTo>
                  <a:pt x="50870" y="46568"/>
                </a:lnTo>
                <a:lnTo>
                  <a:pt x="49903" y="47568"/>
                </a:lnTo>
                <a:close/>
                <a:moveTo>
                  <a:pt x="47134" y="45800"/>
                </a:moveTo>
                <a:lnTo>
                  <a:pt x="49769" y="43132"/>
                </a:lnTo>
                <a:lnTo>
                  <a:pt x="49769" y="44700"/>
                </a:lnTo>
                <a:lnTo>
                  <a:pt x="50870" y="45800"/>
                </a:lnTo>
                <a:lnTo>
                  <a:pt x="47134" y="45800"/>
                </a:lnTo>
                <a:close/>
                <a:moveTo>
                  <a:pt x="46567" y="45233"/>
                </a:moveTo>
                <a:lnTo>
                  <a:pt x="46567" y="41497"/>
                </a:lnTo>
                <a:lnTo>
                  <a:pt x="47534" y="42465"/>
                </a:lnTo>
                <a:lnTo>
                  <a:pt x="47835" y="42598"/>
                </a:lnTo>
                <a:lnTo>
                  <a:pt x="49202" y="42598"/>
                </a:lnTo>
                <a:close/>
                <a:moveTo>
                  <a:pt x="45767" y="45233"/>
                </a:moveTo>
                <a:lnTo>
                  <a:pt x="43131" y="42598"/>
                </a:lnTo>
                <a:lnTo>
                  <a:pt x="44532" y="42598"/>
                </a:lnTo>
                <a:lnTo>
                  <a:pt x="44699" y="42598"/>
                </a:lnTo>
                <a:lnTo>
                  <a:pt x="45767" y="41497"/>
                </a:lnTo>
                <a:close/>
                <a:moveTo>
                  <a:pt x="45767" y="47135"/>
                </a:moveTo>
                <a:lnTo>
                  <a:pt x="45767" y="50871"/>
                </a:lnTo>
                <a:lnTo>
                  <a:pt x="44699" y="49770"/>
                </a:lnTo>
                <a:lnTo>
                  <a:pt x="43131" y="49770"/>
                </a:lnTo>
                <a:close/>
                <a:moveTo>
                  <a:pt x="45767" y="76022"/>
                </a:moveTo>
                <a:lnTo>
                  <a:pt x="43131" y="73387"/>
                </a:lnTo>
                <a:lnTo>
                  <a:pt x="44699" y="73387"/>
                </a:lnTo>
                <a:lnTo>
                  <a:pt x="45767" y="72286"/>
                </a:lnTo>
                <a:close/>
                <a:moveTo>
                  <a:pt x="43798" y="71285"/>
                </a:moveTo>
                <a:lnTo>
                  <a:pt x="45767" y="69317"/>
                </a:lnTo>
                <a:lnTo>
                  <a:pt x="45767" y="71152"/>
                </a:lnTo>
                <a:lnTo>
                  <a:pt x="44366" y="72586"/>
                </a:lnTo>
                <a:lnTo>
                  <a:pt x="42364" y="72586"/>
                </a:lnTo>
                <a:lnTo>
                  <a:pt x="41030" y="71285"/>
                </a:lnTo>
                <a:close/>
                <a:moveTo>
                  <a:pt x="42564" y="75321"/>
                </a:moveTo>
                <a:lnTo>
                  <a:pt x="42564" y="73954"/>
                </a:lnTo>
                <a:lnTo>
                  <a:pt x="45233" y="76589"/>
                </a:lnTo>
                <a:lnTo>
                  <a:pt x="41497" y="76589"/>
                </a:lnTo>
                <a:lnTo>
                  <a:pt x="42464" y="75588"/>
                </a:lnTo>
                <a:close/>
                <a:moveTo>
                  <a:pt x="45233" y="77356"/>
                </a:moveTo>
                <a:lnTo>
                  <a:pt x="42564" y="80025"/>
                </a:lnTo>
                <a:lnTo>
                  <a:pt x="42564" y="78457"/>
                </a:lnTo>
                <a:lnTo>
                  <a:pt x="41497" y="77356"/>
                </a:lnTo>
                <a:close/>
                <a:moveTo>
                  <a:pt x="45767" y="77923"/>
                </a:moveTo>
                <a:lnTo>
                  <a:pt x="45767" y="81659"/>
                </a:lnTo>
                <a:lnTo>
                  <a:pt x="44699" y="80559"/>
                </a:lnTo>
                <a:lnTo>
                  <a:pt x="44532" y="80559"/>
                </a:lnTo>
                <a:lnTo>
                  <a:pt x="43131" y="80559"/>
                </a:lnTo>
                <a:close/>
                <a:moveTo>
                  <a:pt x="46567" y="77923"/>
                </a:moveTo>
                <a:lnTo>
                  <a:pt x="49202" y="80559"/>
                </a:lnTo>
                <a:lnTo>
                  <a:pt x="47835" y="80559"/>
                </a:lnTo>
                <a:lnTo>
                  <a:pt x="47568" y="80692"/>
                </a:lnTo>
                <a:lnTo>
                  <a:pt x="46567" y="81659"/>
                </a:lnTo>
                <a:lnTo>
                  <a:pt x="46567" y="77923"/>
                </a:lnTo>
                <a:close/>
                <a:moveTo>
                  <a:pt x="46567" y="76022"/>
                </a:moveTo>
                <a:lnTo>
                  <a:pt x="46567" y="72286"/>
                </a:lnTo>
                <a:lnTo>
                  <a:pt x="47534" y="73253"/>
                </a:lnTo>
                <a:lnTo>
                  <a:pt x="47835" y="73387"/>
                </a:lnTo>
                <a:lnTo>
                  <a:pt x="49202" y="73387"/>
                </a:lnTo>
                <a:close/>
                <a:moveTo>
                  <a:pt x="57475" y="66582"/>
                </a:moveTo>
                <a:lnTo>
                  <a:pt x="59510" y="66582"/>
                </a:lnTo>
                <a:lnTo>
                  <a:pt x="61178" y="68283"/>
                </a:lnTo>
                <a:lnTo>
                  <a:pt x="61178" y="76022"/>
                </a:lnTo>
                <a:lnTo>
                  <a:pt x="57475" y="72286"/>
                </a:lnTo>
                <a:close/>
                <a:moveTo>
                  <a:pt x="61978" y="68283"/>
                </a:moveTo>
                <a:lnTo>
                  <a:pt x="63646" y="66582"/>
                </a:lnTo>
                <a:lnTo>
                  <a:pt x="65681" y="66582"/>
                </a:lnTo>
                <a:lnTo>
                  <a:pt x="65681" y="72286"/>
                </a:lnTo>
                <a:lnTo>
                  <a:pt x="61978" y="76022"/>
                </a:lnTo>
                <a:close/>
                <a:moveTo>
                  <a:pt x="74620" y="71285"/>
                </a:moveTo>
                <a:lnTo>
                  <a:pt x="76589" y="69317"/>
                </a:lnTo>
                <a:lnTo>
                  <a:pt x="76589" y="71152"/>
                </a:lnTo>
                <a:lnTo>
                  <a:pt x="75154" y="72586"/>
                </a:lnTo>
                <a:lnTo>
                  <a:pt x="73153" y="72586"/>
                </a:lnTo>
                <a:lnTo>
                  <a:pt x="71818" y="71285"/>
                </a:lnTo>
                <a:close/>
                <a:moveTo>
                  <a:pt x="73386" y="75321"/>
                </a:moveTo>
                <a:lnTo>
                  <a:pt x="73386" y="73954"/>
                </a:lnTo>
                <a:lnTo>
                  <a:pt x="76021" y="76589"/>
                </a:lnTo>
                <a:lnTo>
                  <a:pt x="72285" y="76589"/>
                </a:lnTo>
                <a:lnTo>
                  <a:pt x="73253" y="75588"/>
                </a:lnTo>
                <a:close/>
                <a:moveTo>
                  <a:pt x="76021" y="77356"/>
                </a:moveTo>
                <a:lnTo>
                  <a:pt x="73386" y="80025"/>
                </a:lnTo>
                <a:lnTo>
                  <a:pt x="73386" y="78457"/>
                </a:lnTo>
                <a:lnTo>
                  <a:pt x="72285" y="77356"/>
                </a:lnTo>
                <a:close/>
                <a:moveTo>
                  <a:pt x="76589" y="77923"/>
                </a:moveTo>
                <a:lnTo>
                  <a:pt x="76589" y="81659"/>
                </a:lnTo>
                <a:lnTo>
                  <a:pt x="75588" y="80692"/>
                </a:lnTo>
                <a:lnTo>
                  <a:pt x="75321" y="80559"/>
                </a:lnTo>
                <a:lnTo>
                  <a:pt x="73920" y="80559"/>
                </a:lnTo>
                <a:close/>
                <a:moveTo>
                  <a:pt x="77356" y="77923"/>
                </a:moveTo>
                <a:lnTo>
                  <a:pt x="80024" y="80559"/>
                </a:lnTo>
                <a:lnTo>
                  <a:pt x="78623" y="80559"/>
                </a:lnTo>
                <a:lnTo>
                  <a:pt x="78457" y="80559"/>
                </a:lnTo>
                <a:lnTo>
                  <a:pt x="77356" y="81659"/>
                </a:lnTo>
                <a:lnTo>
                  <a:pt x="77356" y="77923"/>
                </a:lnTo>
                <a:close/>
                <a:moveTo>
                  <a:pt x="77356" y="76022"/>
                </a:moveTo>
                <a:lnTo>
                  <a:pt x="77356" y="72286"/>
                </a:lnTo>
                <a:lnTo>
                  <a:pt x="78457" y="73387"/>
                </a:lnTo>
                <a:lnTo>
                  <a:pt x="80024" y="73387"/>
                </a:lnTo>
                <a:close/>
                <a:moveTo>
                  <a:pt x="88264" y="66582"/>
                </a:moveTo>
                <a:lnTo>
                  <a:pt x="90298" y="66582"/>
                </a:lnTo>
                <a:lnTo>
                  <a:pt x="91966" y="68283"/>
                </a:lnTo>
                <a:lnTo>
                  <a:pt x="91966" y="76022"/>
                </a:lnTo>
                <a:lnTo>
                  <a:pt x="88264" y="72286"/>
                </a:lnTo>
                <a:close/>
                <a:moveTo>
                  <a:pt x="92767" y="68283"/>
                </a:moveTo>
                <a:lnTo>
                  <a:pt x="94435" y="66582"/>
                </a:lnTo>
                <a:lnTo>
                  <a:pt x="96469" y="66582"/>
                </a:lnTo>
                <a:lnTo>
                  <a:pt x="96469" y="72286"/>
                </a:lnTo>
                <a:lnTo>
                  <a:pt x="92767" y="76022"/>
                </a:lnTo>
                <a:close/>
                <a:moveTo>
                  <a:pt x="105409" y="71285"/>
                </a:moveTo>
                <a:lnTo>
                  <a:pt x="107377" y="69317"/>
                </a:lnTo>
                <a:lnTo>
                  <a:pt x="107377" y="71152"/>
                </a:lnTo>
                <a:lnTo>
                  <a:pt x="105943" y="72586"/>
                </a:lnTo>
                <a:lnTo>
                  <a:pt x="103941" y="72586"/>
                </a:lnTo>
                <a:lnTo>
                  <a:pt x="102607" y="71285"/>
                </a:lnTo>
                <a:close/>
                <a:moveTo>
                  <a:pt x="104175" y="75321"/>
                </a:moveTo>
                <a:lnTo>
                  <a:pt x="104175" y="73954"/>
                </a:lnTo>
                <a:lnTo>
                  <a:pt x="106810" y="76589"/>
                </a:lnTo>
                <a:lnTo>
                  <a:pt x="103074" y="76589"/>
                </a:lnTo>
                <a:lnTo>
                  <a:pt x="104041" y="75588"/>
                </a:lnTo>
                <a:close/>
                <a:moveTo>
                  <a:pt x="106810" y="77356"/>
                </a:moveTo>
                <a:lnTo>
                  <a:pt x="104175" y="80025"/>
                </a:lnTo>
                <a:lnTo>
                  <a:pt x="104175" y="78457"/>
                </a:lnTo>
                <a:lnTo>
                  <a:pt x="103074" y="77356"/>
                </a:lnTo>
                <a:close/>
                <a:moveTo>
                  <a:pt x="107377" y="77923"/>
                </a:moveTo>
                <a:lnTo>
                  <a:pt x="107377" y="81659"/>
                </a:lnTo>
                <a:lnTo>
                  <a:pt x="106276" y="80559"/>
                </a:lnTo>
                <a:lnTo>
                  <a:pt x="106110" y="80559"/>
                </a:lnTo>
                <a:lnTo>
                  <a:pt x="104709" y="80559"/>
                </a:lnTo>
                <a:close/>
                <a:moveTo>
                  <a:pt x="108144" y="77923"/>
                </a:moveTo>
                <a:lnTo>
                  <a:pt x="110813" y="80559"/>
                </a:lnTo>
                <a:lnTo>
                  <a:pt x="109412" y="80559"/>
                </a:lnTo>
                <a:lnTo>
                  <a:pt x="109145" y="80692"/>
                </a:lnTo>
                <a:lnTo>
                  <a:pt x="108144" y="81659"/>
                </a:lnTo>
                <a:lnTo>
                  <a:pt x="108144" y="77923"/>
                </a:lnTo>
                <a:close/>
                <a:moveTo>
                  <a:pt x="108144" y="76022"/>
                </a:moveTo>
                <a:lnTo>
                  <a:pt x="108144" y="72286"/>
                </a:lnTo>
                <a:lnTo>
                  <a:pt x="109145" y="73253"/>
                </a:lnTo>
                <a:lnTo>
                  <a:pt x="109412" y="73387"/>
                </a:lnTo>
                <a:lnTo>
                  <a:pt x="110813" y="73387"/>
                </a:lnTo>
                <a:close/>
                <a:moveTo>
                  <a:pt x="119052" y="66582"/>
                </a:moveTo>
                <a:lnTo>
                  <a:pt x="121087" y="66582"/>
                </a:lnTo>
                <a:lnTo>
                  <a:pt x="122755" y="68283"/>
                </a:lnTo>
                <a:lnTo>
                  <a:pt x="122755" y="76022"/>
                </a:lnTo>
                <a:lnTo>
                  <a:pt x="119052" y="72286"/>
                </a:lnTo>
                <a:close/>
                <a:moveTo>
                  <a:pt x="123555" y="68283"/>
                </a:moveTo>
                <a:lnTo>
                  <a:pt x="125223" y="66582"/>
                </a:lnTo>
                <a:lnTo>
                  <a:pt x="127258" y="66582"/>
                </a:lnTo>
                <a:lnTo>
                  <a:pt x="127258" y="72286"/>
                </a:lnTo>
                <a:lnTo>
                  <a:pt x="123555" y="76022"/>
                </a:lnTo>
                <a:lnTo>
                  <a:pt x="123555" y="68283"/>
                </a:lnTo>
                <a:close/>
                <a:moveTo>
                  <a:pt x="136198" y="71285"/>
                </a:moveTo>
                <a:lnTo>
                  <a:pt x="138166" y="69317"/>
                </a:lnTo>
                <a:lnTo>
                  <a:pt x="138166" y="71152"/>
                </a:lnTo>
                <a:lnTo>
                  <a:pt x="136731" y="72586"/>
                </a:lnTo>
                <a:lnTo>
                  <a:pt x="134730" y="72586"/>
                </a:lnTo>
                <a:lnTo>
                  <a:pt x="133396" y="71285"/>
                </a:lnTo>
                <a:close/>
                <a:moveTo>
                  <a:pt x="134964" y="75321"/>
                </a:moveTo>
                <a:lnTo>
                  <a:pt x="134964" y="73954"/>
                </a:lnTo>
                <a:lnTo>
                  <a:pt x="137599" y="76589"/>
                </a:lnTo>
                <a:lnTo>
                  <a:pt x="133863" y="76589"/>
                </a:lnTo>
                <a:lnTo>
                  <a:pt x="134830" y="75588"/>
                </a:lnTo>
                <a:close/>
                <a:moveTo>
                  <a:pt x="137599" y="77356"/>
                </a:moveTo>
                <a:lnTo>
                  <a:pt x="134964" y="80025"/>
                </a:lnTo>
                <a:lnTo>
                  <a:pt x="134964" y="78457"/>
                </a:lnTo>
                <a:lnTo>
                  <a:pt x="133863" y="77356"/>
                </a:lnTo>
                <a:close/>
                <a:moveTo>
                  <a:pt x="138166" y="77923"/>
                </a:moveTo>
                <a:lnTo>
                  <a:pt x="138166" y="81659"/>
                </a:lnTo>
                <a:lnTo>
                  <a:pt x="137165" y="80692"/>
                </a:lnTo>
                <a:lnTo>
                  <a:pt x="136898" y="80559"/>
                </a:lnTo>
                <a:lnTo>
                  <a:pt x="135531" y="80559"/>
                </a:lnTo>
                <a:close/>
                <a:moveTo>
                  <a:pt x="138933" y="77923"/>
                </a:moveTo>
                <a:lnTo>
                  <a:pt x="141602" y="80559"/>
                </a:lnTo>
                <a:lnTo>
                  <a:pt x="140201" y="80559"/>
                </a:lnTo>
                <a:lnTo>
                  <a:pt x="140034" y="80559"/>
                </a:lnTo>
                <a:lnTo>
                  <a:pt x="138933" y="81659"/>
                </a:lnTo>
                <a:close/>
                <a:moveTo>
                  <a:pt x="138933" y="76022"/>
                </a:moveTo>
                <a:lnTo>
                  <a:pt x="138933" y="72286"/>
                </a:lnTo>
                <a:lnTo>
                  <a:pt x="140034" y="73387"/>
                </a:lnTo>
                <a:lnTo>
                  <a:pt x="141602" y="73387"/>
                </a:lnTo>
                <a:close/>
                <a:moveTo>
                  <a:pt x="149841" y="66582"/>
                </a:moveTo>
                <a:lnTo>
                  <a:pt x="151876" y="66582"/>
                </a:lnTo>
                <a:lnTo>
                  <a:pt x="153543" y="68283"/>
                </a:lnTo>
                <a:lnTo>
                  <a:pt x="153543" y="76022"/>
                </a:lnTo>
                <a:lnTo>
                  <a:pt x="149841" y="72286"/>
                </a:lnTo>
                <a:lnTo>
                  <a:pt x="149841" y="66582"/>
                </a:lnTo>
                <a:close/>
                <a:moveTo>
                  <a:pt x="154344" y="68283"/>
                </a:moveTo>
                <a:lnTo>
                  <a:pt x="156012" y="66582"/>
                </a:lnTo>
                <a:lnTo>
                  <a:pt x="158047" y="66582"/>
                </a:lnTo>
                <a:lnTo>
                  <a:pt x="158047" y="72286"/>
                </a:lnTo>
                <a:lnTo>
                  <a:pt x="154344" y="76022"/>
                </a:lnTo>
                <a:lnTo>
                  <a:pt x="154344" y="68283"/>
                </a:lnTo>
                <a:close/>
                <a:moveTo>
                  <a:pt x="166986" y="71285"/>
                </a:moveTo>
                <a:lnTo>
                  <a:pt x="168954" y="69317"/>
                </a:lnTo>
                <a:lnTo>
                  <a:pt x="168954" y="71152"/>
                </a:lnTo>
                <a:lnTo>
                  <a:pt x="167520" y="72586"/>
                </a:lnTo>
                <a:lnTo>
                  <a:pt x="165519" y="72586"/>
                </a:lnTo>
                <a:lnTo>
                  <a:pt x="164184" y="71285"/>
                </a:lnTo>
                <a:close/>
                <a:moveTo>
                  <a:pt x="165752" y="75321"/>
                </a:moveTo>
                <a:lnTo>
                  <a:pt x="165752" y="73954"/>
                </a:lnTo>
                <a:lnTo>
                  <a:pt x="168387" y="76589"/>
                </a:lnTo>
                <a:lnTo>
                  <a:pt x="164651" y="76589"/>
                </a:lnTo>
                <a:lnTo>
                  <a:pt x="165619" y="75588"/>
                </a:lnTo>
                <a:close/>
                <a:moveTo>
                  <a:pt x="168387" y="77356"/>
                </a:moveTo>
                <a:lnTo>
                  <a:pt x="165752" y="80025"/>
                </a:lnTo>
                <a:lnTo>
                  <a:pt x="165752" y="78457"/>
                </a:lnTo>
                <a:lnTo>
                  <a:pt x="164651" y="77356"/>
                </a:lnTo>
                <a:close/>
                <a:moveTo>
                  <a:pt x="168954" y="77923"/>
                </a:moveTo>
                <a:lnTo>
                  <a:pt x="168954" y="81659"/>
                </a:lnTo>
                <a:lnTo>
                  <a:pt x="167854" y="80559"/>
                </a:lnTo>
                <a:lnTo>
                  <a:pt x="167687" y="80559"/>
                </a:lnTo>
                <a:lnTo>
                  <a:pt x="166319" y="80559"/>
                </a:lnTo>
                <a:close/>
                <a:moveTo>
                  <a:pt x="169755" y="77923"/>
                </a:moveTo>
                <a:lnTo>
                  <a:pt x="172390" y="80559"/>
                </a:lnTo>
                <a:lnTo>
                  <a:pt x="170989" y="80559"/>
                </a:lnTo>
                <a:lnTo>
                  <a:pt x="170722" y="80692"/>
                </a:lnTo>
                <a:lnTo>
                  <a:pt x="169755" y="81659"/>
                </a:lnTo>
                <a:lnTo>
                  <a:pt x="169755" y="77923"/>
                </a:lnTo>
                <a:close/>
                <a:moveTo>
                  <a:pt x="169755" y="76022"/>
                </a:moveTo>
                <a:lnTo>
                  <a:pt x="169755" y="72286"/>
                </a:lnTo>
                <a:lnTo>
                  <a:pt x="170722" y="73253"/>
                </a:lnTo>
                <a:lnTo>
                  <a:pt x="170989" y="73387"/>
                </a:lnTo>
                <a:lnTo>
                  <a:pt x="172390" y="73387"/>
                </a:lnTo>
                <a:close/>
                <a:moveTo>
                  <a:pt x="180629" y="66582"/>
                </a:moveTo>
                <a:lnTo>
                  <a:pt x="182664" y="66582"/>
                </a:lnTo>
                <a:lnTo>
                  <a:pt x="184332" y="68283"/>
                </a:lnTo>
                <a:lnTo>
                  <a:pt x="184332" y="76022"/>
                </a:lnTo>
                <a:lnTo>
                  <a:pt x="180629" y="72286"/>
                </a:lnTo>
                <a:lnTo>
                  <a:pt x="180629" y="66582"/>
                </a:lnTo>
                <a:close/>
                <a:moveTo>
                  <a:pt x="185133" y="68283"/>
                </a:moveTo>
                <a:lnTo>
                  <a:pt x="186801" y="66582"/>
                </a:lnTo>
                <a:lnTo>
                  <a:pt x="188835" y="66582"/>
                </a:lnTo>
                <a:lnTo>
                  <a:pt x="188835" y="72286"/>
                </a:lnTo>
                <a:lnTo>
                  <a:pt x="185133" y="76022"/>
                </a:lnTo>
                <a:lnTo>
                  <a:pt x="185133" y="68283"/>
                </a:lnTo>
                <a:close/>
                <a:moveTo>
                  <a:pt x="197775" y="71285"/>
                </a:moveTo>
                <a:lnTo>
                  <a:pt x="199743" y="69317"/>
                </a:lnTo>
                <a:lnTo>
                  <a:pt x="199743" y="71152"/>
                </a:lnTo>
                <a:lnTo>
                  <a:pt x="198309" y="72586"/>
                </a:lnTo>
                <a:lnTo>
                  <a:pt x="196307" y="72586"/>
                </a:lnTo>
                <a:lnTo>
                  <a:pt x="194973" y="71285"/>
                </a:lnTo>
                <a:close/>
                <a:moveTo>
                  <a:pt x="199743" y="76022"/>
                </a:moveTo>
                <a:lnTo>
                  <a:pt x="197108" y="73387"/>
                </a:lnTo>
                <a:lnTo>
                  <a:pt x="198476" y="73387"/>
                </a:lnTo>
                <a:lnTo>
                  <a:pt x="198776" y="73253"/>
                </a:lnTo>
                <a:lnTo>
                  <a:pt x="199743" y="72286"/>
                </a:lnTo>
                <a:lnTo>
                  <a:pt x="199743" y="76022"/>
                </a:lnTo>
                <a:close/>
                <a:moveTo>
                  <a:pt x="196541" y="75321"/>
                </a:moveTo>
                <a:lnTo>
                  <a:pt x="196541" y="73954"/>
                </a:lnTo>
                <a:lnTo>
                  <a:pt x="199176" y="76589"/>
                </a:lnTo>
                <a:lnTo>
                  <a:pt x="195440" y="76589"/>
                </a:lnTo>
                <a:lnTo>
                  <a:pt x="196407" y="75588"/>
                </a:lnTo>
                <a:close/>
                <a:moveTo>
                  <a:pt x="199176" y="77356"/>
                </a:moveTo>
                <a:lnTo>
                  <a:pt x="196541" y="80025"/>
                </a:lnTo>
                <a:lnTo>
                  <a:pt x="196541" y="78457"/>
                </a:lnTo>
                <a:lnTo>
                  <a:pt x="195440" y="77356"/>
                </a:lnTo>
                <a:close/>
                <a:moveTo>
                  <a:pt x="199743" y="77923"/>
                </a:moveTo>
                <a:lnTo>
                  <a:pt x="199743" y="81659"/>
                </a:lnTo>
                <a:lnTo>
                  <a:pt x="198776" y="80692"/>
                </a:lnTo>
                <a:lnTo>
                  <a:pt x="198476" y="80559"/>
                </a:lnTo>
                <a:lnTo>
                  <a:pt x="197108" y="80559"/>
                </a:lnTo>
                <a:close/>
                <a:moveTo>
                  <a:pt x="200544" y="77923"/>
                </a:moveTo>
                <a:lnTo>
                  <a:pt x="203179" y="80559"/>
                </a:lnTo>
                <a:lnTo>
                  <a:pt x="201778" y="80559"/>
                </a:lnTo>
                <a:lnTo>
                  <a:pt x="201644" y="80559"/>
                </a:lnTo>
                <a:lnTo>
                  <a:pt x="200544" y="81659"/>
                </a:lnTo>
                <a:close/>
                <a:moveTo>
                  <a:pt x="200544" y="76022"/>
                </a:moveTo>
                <a:lnTo>
                  <a:pt x="200544" y="72286"/>
                </a:lnTo>
                <a:lnTo>
                  <a:pt x="201644" y="73387"/>
                </a:lnTo>
                <a:lnTo>
                  <a:pt x="203179" y="73387"/>
                </a:lnTo>
                <a:close/>
                <a:moveTo>
                  <a:pt x="200544" y="54974"/>
                </a:moveTo>
                <a:lnTo>
                  <a:pt x="202812" y="52672"/>
                </a:lnTo>
                <a:lnTo>
                  <a:pt x="206081" y="52672"/>
                </a:lnTo>
                <a:lnTo>
                  <a:pt x="207749" y="54373"/>
                </a:lnTo>
                <a:lnTo>
                  <a:pt x="203679" y="54373"/>
                </a:lnTo>
                <a:lnTo>
                  <a:pt x="203412" y="54473"/>
                </a:lnTo>
                <a:lnTo>
                  <a:pt x="200544" y="57342"/>
                </a:lnTo>
                <a:close/>
                <a:moveTo>
                  <a:pt x="205848" y="51338"/>
                </a:moveTo>
                <a:lnTo>
                  <a:pt x="204513" y="50003"/>
                </a:lnTo>
                <a:lnTo>
                  <a:pt x="204513" y="48002"/>
                </a:lnTo>
                <a:lnTo>
                  <a:pt x="205948" y="46568"/>
                </a:lnTo>
                <a:lnTo>
                  <a:pt x="207816" y="46568"/>
                </a:lnTo>
                <a:lnTo>
                  <a:pt x="205848" y="48536"/>
                </a:lnTo>
                <a:close/>
                <a:moveTo>
                  <a:pt x="205948" y="45800"/>
                </a:moveTo>
                <a:lnTo>
                  <a:pt x="204513" y="44366"/>
                </a:lnTo>
                <a:lnTo>
                  <a:pt x="204513" y="42365"/>
                </a:lnTo>
                <a:lnTo>
                  <a:pt x="205848" y="41030"/>
                </a:lnTo>
                <a:lnTo>
                  <a:pt x="205848" y="43832"/>
                </a:lnTo>
                <a:lnTo>
                  <a:pt x="207816" y="45800"/>
                </a:lnTo>
                <a:lnTo>
                  <a:pt x="205948" y="45800"/>
                </a:lnTo>
                <a:close/>
                <a:moveTo>
                  <a:pt x="203979" y="41797"/>
                </a:moveTo>
                <a:lnTo>
                  <a:pt x="201945" y="41797"/>
                </a:lnTo>
                <a:lnTo>
                  <a:pt x="200544" y="40363"/>
                </a:lnTo>
                <a:lnTo>
                  <a:pt x="200544" y="38495"/>
                </a:lnTo>
                <a:lnTo>
                  <a:pt x="202512" y="40463"/>
                </a:lnTo>
                <a:lnTo>
                  <a:pt x="202645" y="40463"/>
                </a:lnTo>
                <a:lnTo>
                  <a:pt x="205280" y="40463"/>
                </a:lnTo>
                <a:close/>
                <a:moveTo>
                  <a:pt x="199743" y="40363"/>
                </a:moveTo>
                <a:lnTo>
                  <a:pt x="198309" y="41797"/>
                </a:lnTo>
                <a:lnTo>
                  <a:pt x="196307" y="41797"/>
                </a:lnTo>
                <a:lnTo>
                  <a:pt x="194973" y="40463"/>
                </a:lnTo>
                <a:lnTo>
                  <a:pt x="197775" y="40463"/>
                </a:lnTo>
                <a:lnTo>
                  <a:pt x="199743" y="38495"/>
                </a:lnTo>
                <a:lnTo>
                  <a:pt x="199743" y="40363"/>
                </a:lnTo>
                <a:close/>
                <a:moveTo>
                  <a:pt x="194339" y="46568"/>
                </a:moveTo>
                <a:lnTo>
                  <a:pt x="195740" y="48002"/>
                </a:lnTo>
                <a:lnTo>
                  <a:pt x="195740" y="50003"/>
                </a:lnTo>
                <a:lnTo>
                  <a:pt x="194439" y="51338"/>
                </a:lnTo>
                <a:lnTo>
                  <a:pt x="194439" y="48536"/>
                </a:lnTo>
                <a:lnTo>
                  <a:pt x="192471" y="46568"/>
                </a:lnTo>
                <a:lnTo>
                  <a:pt x="194339" y="46568"/>
                </a:lnTo>
                <a:close/>
                <a:moveTo>
                  <a:pt x="175059" y="48536"/>
                </a:moveTo>
                <a:lnTo>
                  <a:pt x="175059" y="51338"/>
                </a:lnTo>
                <a:lnTo>
                  <a:pt x="173725" y="50003"/>
                </a:lnTo>
                <a:lnTo>
                  <a:pt x="173725" y="48002"/>
                </a:lnTo>
                <a:lnTo>
                  <a:pt x="175159" y="46568"/>
                </a:lnTo>
                <a:lnTo>
                  <a:pt x="177027" y="46568"/>
                </a:lnTo>
                <a:close/>
                <a:moveTo>
                  <a:pt x="175159" y="45800"/>
                </a:moveTo>
                <a:lnTo>
                  <a:pt x="173725" y="44366"/>
                </a:lnTo>
                <a:lnTo>
                  <a:pt x="173725" y="42365"/>
                </a:lnTo>
                <a:lnTo>
                  <a:pt x="175059" y="41030"/>
                </a:lnTo>
                <a:lnTo>
                  <a:pt x="175059" y="43832"/>
                </a:lnTo>
                <a:lnTo>
                  <a:pt x="177027" y="45800"/>
                </a:lnTo>
                <a:lnTo>
                  <a:pt x="175159" y="45800"/>
                </a:lnTo>
                <a:close/>
                <a:moveTo>
                  <a:pt x="173191" y="41797"/>
                </a:moveTo>
                <a:lnTo>
                  <a:pt x="171156" y="41797"/>
                </a:lnTo>
                <a:lnTo>
                  <a:pt x="169755" y="40363"/>
                </a:lnTo>
                <a:lnTo>
                  <a:pt x="169755" y="38495"/>
                </a:lnTo>
                <a:lnTo>
                  <a:pt x="171723" y="40463"/>
                </a:lnTo>
                <a:lnTo>
                  <a:pt x="174492" y="40463"/>
                </a:lnTo>
                <a:close/>
                <a:moveTo>
                  <a:pt x="168954" y="40363"/>
                </a:moveTo>
                <a:lnTo>
                  <a:pt x="167520" y="41797"/>
                </a:lnTo>
                <a:lnTo>
                  <a:pt x="165519" y="41797"/>
                </a:lnTo>
                <a:lnTo>
                  <a:pt x="164184" y="40463"/>
                </a:lnTo>
                <a:lnTo>
                  <a:pt x="166820" y="40463"/>
                </a:lnTo>
                <a:lnTo>
                  <a:pt x="166986" y="40463"/>
                </a:lnTo>
                <a:lnTo>
                  <a:pt x="168954" y="38495"/>
                </a:lnTo>
                <a:lnTo>
                  <a:pt x="168954" y="40363"/>
                </a:lnTo>
                <a:close/>
                <a:moveTo>
                  <a:pt x="163517" y="46568"/>
                </a:moveTo>
                <a:lnTo>
                  <a:pt x="164952" y="48002"/>
                </a:lnTo>
                <a:lnTo>
                  <a:pt x="164952" y="50003"/>
                </a:lnTo>
                <a:lnTo>
                  <a:pt x="163651" y="51338"/>
                </a:lnTo>
                <a:lnTo>
                  <a:pt x="163651" y="48536"/>
                </a:lnTo>
                <a:lnTo>
                  <a:pt x="161649" y="46568"/>
                </a:lnTo>
                <a:lnTo>
                  <a:pt x="163517" y="46568"/>
                </a:lnTo>
                <a:close/>
                <a:moveTo>
                  <a:pt x="144270" y="48536"/>
                </a:moveTo>
                <a:lnTo>
                  <a:pt x="144270" y="51338"/>
                </a:lnTo>
                <a:lnTo>
                  <a:pt x="142936" y="50003"/>
                </a:lnTo>
                <a:lnTo>
                  <a:pt x="142936" y="48002"/>
                </a:lnTo>
                <a:lnTo>
                  <a:pt x="144370" y="46568"/>
                </a:lnTo>
                <a:lnTo>
                  <a:pt x="146238" y="46568"/>
                </a:lnTo>
                <a:close/>
                <a:moveTo>
                  <a:pt x="144370" y="45800"/>
                </a:moveTo>
                <a:lnTo>
                  <a:pt x="142936" y="44366"/>
                </a:lnTo>
                <a:lnTo>
                  <a:pt x="142936" y="42365"/>
                </a:lnTo>
                <a:lnTo>
                  <a:pt x="144270" y="41030"/>
                </a:lnTo>
                <a:lnTo>
                  <a:pt x="144270" y="43832"/>
                </a:lnTo>
                <a:lnTo>
                  <a:pt x="146238" y="45800"/>
                </a:lnTo>
                <a:lnTo>
                  <a:pt x="144370" y="45800"/>
                </a:lnTo>
                <a:close/>
                <a:moveTo>
                  <a:pt x="142369" y="41797"/>
                </a:moveTo>
                <a:lnTo>
                  <a:pt x="140367" y="41797"/>
                </a:lnTo>
                <a:lnTo>
                  <a:pt x="138933" y="40363"/>
                </a:lnTo>
                <a:lnTo>
                  <a:pt x="138933" y="38495"/>
                </a:lnTo>
                <a:lnTo>
                  <a:pt x="140901" y="40463"/>
                </a:lnTo>
                <a:lnTo>
                  <a:pt x="141068" y="40463"/>
                </a:lnTo>
                <a:lnTo>
                  <a:pt x="143703" y="40463"/>
                </a:lnTo>
                <a:close/>
                <a:moveTo>
                  <a:pt x="138166" y="40363"/>
                </a:moveTo>
                <a:lnTo>
                  <a:pt x="136731" y="41797"/>
                </a:lnTo>
                <a:lnTo>
                  <a:pt x="134730" y="41797"/>
                </a:lnTo>
                <a:lnTo>
                  <a:pt x="133396" y="40463"/>
                </a:lnTo>
                <a:lnTo>
                  <a:pt x="136198" y="40463"/>
                </a:lnTo>
                <a:lnTo>
                  <a:pt x="138166" y="38495"/>
                </a:lnTo>
                <a:close/>
                <a:moveTo>
                  <a:pt x="132729" y="46568"/>
                </a:moveTo>
                <a:lnTo>
                  <a:pt x="134163" y="48002"/>
                </a:lnTo>
                <a:lnTo>
                  <a:pt x="134163" y="50003"/>
                </a:lnTo>
                <a:lnTo>
                  <a:pt x="132862" y="51338"/>
                </a:lnTo>
                <a:lnTo>
                  <a:pt x="132862" y="48536"/>
                </a:lnTo>
                <a:lnTo>
                  <a:pt x="130894" y="46568"/>
                </a:lnTo>
                <a:lnTo>
                  <a:pt x="132729" y="46568"/>
                </a:lnTo>
                <a:close/>
                <a:moveTo>
                  <a:pt x="113482" y="48536"/>
                </a:moveTo>
                <a:lnTo>
                  <a:pt x="113482" y="51338"/>
                </a:lnTo>
                <a:lnTo>
                  <a:pt x="112147" y="50003"/>
                </a:lnTo>
                <a:lnTo>
                  <a:pt x="112147" y="48002"/>
                </a:lnTo>
                <a:lnTo>
                  <a:pt x="113582" y="46568"/>
                </a:lnTo>
                <a:lnTo>
                  <a:pt x="115450" y="46568"/>
                </a:lnTo>
                <a:close/>
                <a:moveTo>
                  <a:pt x="113582" y="45800"/>
                </a:moveTo>
                <a:lnTo>
                  <a:pt x="112147" y="44366"/>
                </a:lnTo>
                <a:lnTo>
                  <a:pt x="112147" y="42365"/>
                </a:lnTo>
                <a:lnTo>
                  <a:pt x="113482" y="41030"/>
                </a:lnTo>
                <a:lnTo>
                  <a:pt x="113482" y="43832"/>
                </a:lnTo>
                <a:lnTo>
                  <a:pt x="115450" y="45800"/>
                </a:lnTo>
                <a:lnTo>
                  <a:pt x="113582" y="45800"/>
                </a:lnTo>
                <a:close/>
                <a:moveTo>
                  <a:pt x="111580" y="41797"/>
                </a:moveTo>
                <a:lnTo>
                  <a:pt x="109579" y="41797"/>
                </a:lnTo>
                <a:lnTo>
                  <a:pt x="108144" y="40363"/>
                </a:lnTo>
                <a:lnTo>
                  <a:pt x="108144" y="38495"/>
                </a:lnTo>
                <a:lnTo>
                  <a:pt x="110112" y="40463"/>
                </a:lnTo>
                <a:lnTo>
                  <a:pt x="112914" y="40463"/>
                </a:lnTo>
                <a:close/>
                <a:moveTo>
                  <a:pt x="107377" y="40363"/>
                </a:moveTo>
                <a:lnTo>
                  <a:pt x="105943" y="41797"/>
                </a:lnTo>
                <a:lnTo>
                  <a:pt x="103941" y="41797"/>
                </a:lnTo>
                <a:lnTo>
                  <a:pt x="102607" y="40463"/>
                </a:lnTo>
                <a:lnTo>
                  <a:pt x="105242" y="40463"/>
                </a:lnTo>
                <a:lnTo>
                  <a:pt x="105376" y="40463"/>
                </a:lnTo>
                <a:lnTo>
                  <a:pt x="107344" y="38495"/>
                </a:lnTo>
                <a:lnTo>
                  <a:pt x="107344" y="40363"/>
                </a:lnTo>
                <a:close/>
                <a:moveTo>
                  <a:pt x="101940" y="46568"/>
                </a:moveTo>
                <a:lnTo>
                  <a:pt x="103374" y="48002"/>
                </a:lnTo>
                <a:lnTo>
                  <a:pt x="103374" y="50003"/>
                </a:lnTo>
                <a:lnTo>
                  <a:pt x="102040" y="51338"/>
                </a:lnTo>
                <a:lnTo>
                  <a:pt x="102040" y="48536"/>
                </a:lnTo>
                <a:lnTo>
                  <a:pt x="100072" y="46568"/>
                </a:lnTo>
                <a:lnTo>
                  <a:pt x="101940" y="46568"/>
                </a:lnTo>
                <a:close/>
                <a:moveTo>
                  <a:pt x="82660" y="48536"/>
                </a:moveTo>
                <a:lnTo>
                  <a:pt x="82660" y="51338"/>
                </a:lnTo>
                <a:lnTo>
                  <a:pt x="81359" y="50003"/>
                </a:lnTo>
                <a:lnTo>
                  <a:pt x="81359" y="48002"/>
                </a:lnTo>
                <a:lnTo>
                  <a:pt x="82793" y="46568"/>
                </a:lnTo>
                <a:lnTo>
                  <a:pt x="84628" y="46568"/>
                </a:lnTo>
                <a:close/>
                <a:moveTo>
                  <a:pt x="82793" y="45800"/>
                </a:moveTo>
                <a:lnTo>
                  <a:pt x="81359" y="44366"/>
                </a:lnTo>
                <a:lnTo>
                  <a:pt x="81359" y="42365"/>
                </a:lnTo>
                <a:lnTo>
                  <a:pt x="82660" y="41030"/>
                </a:lnTo>
                <a:lnTo>
                  <a:pt x="82660" y="43832"/>
                </a:lnTo>
                <a:lnTo>
                  <a:pt x="84628" y="45800"/>
                </a:lnTo>
                <a:lnTo>
                  <a:pt x="82793" y="45800"/>
                </a:lnTo>
                <a:close/>
                <a:moveTo>
                  <a:pt x="80792" y="41797"/>
                </a:moveTo>
                <a:lnTo>
                  <a:pt x="78790" y="41797"/>
                </a:lnTo>
                <a:lnTo>
                  <a:pt x="77356" y="40363"/>
                </a:lnTo>
                <a:lnTo>
                  <a:pt x="77356" y="38495"/>
                </a:lnTo>
                <a:lnTo>
                  <a:pt x="79324" y="40463"/>
                </a:lnTo>
                <a:lnTo>
                  <a:pt x="79491" y="40463"/>
                </a:lnTo>
                <a:lnTo>
                  <a:pt x="82092" y="40463"/>
                </a:lnTo>
                <a:close/>
                <a:moveTo>
                  <a:pt x="76589" y="40363"/>
                </a:moveTo>
                <a:lnTo>
                  <a:pt x="75154" y="41797"/>
                </a:lnTo>
                <a:lnTo>
                  <a:pt x="73153" y="41797"/>
                </a:lnTo>
                <a:lnTo>
                  <a:pt x="71818" y="40463"/>
                </a:lnTo>
                <a:lnTo>
                  <a:pt x="74620" y="40463"/>
                </a:lnTo>
                <a:lnTo>
                  <a:pt x="76589" y="38495"/>
                </a:lnTo>
                <a:close/>
                <a:moveTo>
                  <a:pt x="71151" y="46568"/>
                </a:moveTo>
                <a:lnTo>
                  <a:pt x="72586" y="48002"/>
                </a:lnTo>
                <a:lnTo>
                  <a:pt x="72586" y="50003"/>
                </a:lnTo>
                <a:lnTo>
                  <a:pt x="71251" y="51338"/>
                </a:lnTo>
                <a:lnTo>
                  <a:pt x="71251" y="48536"/>
                </a:lnTo>
                <a:lnTo>
                  <a:pt x="69283" y="46568"/>
                </a:lnTo>
                <a:lnTo>
                  <a:pt x="71151" y="46568"/>
                </a:lnTo>
                <a:close/>
                <a:moveTo>
                  <a:pt x="51871" y="48536"/>
                </a:moveTo>
                <a:lnTo>
                  <a:pt x="51871" y="51338"/>
                </a:lnTo>
                <a:lnTo>
                  <a:pt x="50570" y="50003"/>
                </a:lnTo>
                <a:lnTo>
                  <a:pt x="50570" y="48002"/>
                </a:lnTo>
                <a:lnTo>
                  <a:pt x="51971" y="46568"/>
                </a:lnTo>
                <a:lnTo>
                  <a:pt x="53839" y="46568"/>
                </a:lnTo>
                <a:close/>
                <a:moveTo>
                  <a:pt x="51971" y="45800"/>
                </a:moveTo>
                <a:lnTo>
                  <a:pt x="50570" y="44366"/>
                </a:lnTo>
                <a:lnTo>
                  <a:pt x="50570" y="42365"/>
                </a:lnTo>
                <a:lnTo>
                  <a:pt x="51871" y="41030"/>
                </a:lnTo>
                <a:lnTo>
                  <a:pt x="51871" y="43832"/>
                </a:lnTo>
                <a:lnTo>
                  <a:pt x="53839" y="45800"/>
                </a:lnTo>
                <a:lnTo>
                  <a:pt x="51971" y="45800"/>
                </a:lnTo>
                <a:close/>
                <a:moveTo>
                  <a:pt x="50003" y="41797"/>
                </a:moveTo>
                <a:lnTo>
                  <a:pt x="48001" y="41797"/>
                </a:lnTo>
                <a:lnTo>
                  <a:pt x="46567" y="40363"/>
                </a:lnTo>
                <a:lnTo>
                  <a:pt x="46567" y="38495"/>
                </a:lnTo>
                <a:lnTo>
                  <a:pt x="48535" y="40463"/>
                </a:lnTo>
                <a:lnTo>
                  <a:pt x="51337" y="40463"/>
                </a:lnTo>
                <a:close/>
                <a:moveTo>
                  <a:pt x="45767" y="40363"/>
                </a:moveTo>
                <a:lnTo>
                  <a:pt x="44366" y="41797"/>
                </a:lnTo>
                <a:lnTo>
                  <a:pt x="42364" y="41797"/>
                </a:lnTo>
                <a:lnTo>
                  <a:pt x="41030" y="40463"/>
                </a:lnTo>
                <a:lnTo>
                  <a:pt x="43665" y="40463"/>
                </a:lnTo>
                <a:lnTo>
                  <a:pt x="43798" y="40463"/>
                </a:lnTo>
                <a:lnTo>
                  <a:pt x="45767" y="38495"/>
                </a:lnTo>
                <a:close/>
                <a:moveTo>
                  <a:pt x="40363" y="46568"/>
                </a:moveTo>
                <a:lnTo>
                  <a:pt x="41797" y="48002"/>
                </a:lnTo>
                <a:lnTo>
                  <a:pt x="41797" y="50003"/>
                </a:lnTo>
                <a:lnTo>
                  <a:pt x="40463" y="51338"/>
                </a:lnTo>
                <a:lnTo>
                  <a:pt x="40463" y="48536"/>
                </a:lnTo>
                <a:lnTo>
                  <a:pt x="38495" y="46568"/>
                </a:lnTo>
                <a:lnTo>
                  <a:pt x="40363" y="46568"/>
                </a:lnTo>
                <a:close/>
                <a:moveTo>
                  <a:pt x="40229" y="52672"/>
                </a:moveTo>
                <a:lnTo>
                  <a:pt x="43498" y="52672"/>
                </a:lnTo>
                <a:lnTo>
                  <a:pt x="45767" y="54974"/>
                </a:lnTo>
                <a:lnTo>
                  <a:pt x="45767" y="57342"/>
                </a:lnTo>
                <a:lnTo>
                  <a:pt x="42898" y="54473"/>
                </a:lnTo>
                <a:lnTo>
                  <a:pt x="42631" y="54340"/>
                </a:lnTo>
                <a:lnTo>
                  <a:pt x="38561" y="54340"/>
                </a:lnTo>
                <a:close/>
                <a:moveTo>
                  <a:pt x="45767" y="64714"/>
                </a:moveTo>
                <a:lnTo>
                  <a:pt x="42464" y="68016"/>
                </a:lnTo>
                <a:lnTo>
                  <a:pt x="37761" y="68016"/>
                </a:lnTo>
                <a:lnTo>
                  <a:pt x="36226" y="66482"/>
                </a:lnTo>
                <a:lnTo>
                  <a:pt x="41830" y="66482"/>
                </a:lnTo>
                <a:lnTo>
                  <a:pt x="45767" y="62546"/>
                </a:lnTo>
                <a:lnTo>
                  <a:pt x="45767" y="64714"/>
                </a:lnTo>
                <a:close/>
                <a:moveTo>
                  <a:pt x="40463" y="74621"/>
                </a:moveTo>
                <a:lnTo>
                  <a:pt x="40463" y="71819"/>
                </a:lnTo>
                <a:lnTo>
                  <a:pt x="41797" y="73153"/>
                </a:lnTo>
                <a:lnTo>
                  <a:pt x="41797" y="75155"/>
                </a:lnTo>
                <a:lnTo>
                  <a:pt x="40363" y="76589"/>
                </a:lnTo>
                <a:lnTo>
                  <a:pt x="38495" y="76589"/>
                </a:lnTo>
                <a:close/>
                <a:moveTo>
                  <a:pt x="40363" y="77356"/>
                </a:moveTo>
                <a:lnTo>
                  <a:pt x="41797" y="78791"/>
                </a:lnTo>
                <a:lnTo>
                  <a:pt x="41797" y="80792"/>
                </a:lnTo>
                <a:lnTo>
                  <a:pt x="40463" y="82126"/>
                </a:lnTo>
                <a:lnTo>
                  <a:pt x="40463" y="79324"/>
                </a:lnTo>
                <a:lnTo>
                  <a:pt x="38495" y="77356"/>
                </a:lnTo>
                <a:close/>
                <a:moveTo>
                  <a:pt x="42364" y="81359"/>
                </a:moveTo>
                <a:lnTo>
                  <a:pt x="44366" y="81359"/>
                </a:lnTo>
                <a:lnTo>
                  <a:pt x="45767" y="82794"/>
                </a:lnTo>
                <a:lnTo>
                  <a:pt x="45767" y="84662"/>
                </a:lnTo>
                <a:lnTo>
                  <a:pt x="43798" y="82693"/>
                </a:lnTo>
                <a:lnTo>
                  <a:pt x="43665" y="82693"/>
                </a:lnTo>
                <a:lnTo>
                  <a:pt x="41030" y="82693"/>
                </a:lnTo>
                <a:close/>
                <a:moveTo>
                  <a:pt x="46567" y="82794"/>
                </a:moveTo>
                <a:lnTo>
                  <a:pt x="48001" y="81359"/>
                </a:lnTo>
                <a:lnTo>
                  <a:pt x="50003" y="81359"/>
                </a:lnTo>
                <a:lnTo>
                  <a:pt x="51337" y="82693"/>
                </a:lnTo>
                <a:lnTo>
                  <a:pt x="48535" y="82693"/>
                </a:lnTo>
                <a:lnTo>
                  <a:pt x="46567" y="84662"/>
                </a:lnTo>
                <a:lnTo>
                  <a:pt x="46567" y="82794"/>
                </a:lnTo>
                <a:close/>
                <a:moveTo>
                  <a:pt x="51971" y="76589"/>
                </a:moveTo>
                <a:lnTo>
                  <a:pt x="50570" y="75155"/>
                </a:lnTo>
                <a:lnTo>
                  <a:pt x="50570" y="73153"/>
                </a:lnTo>
                <a:lnTo>
                  <a:pt x="51871" y="71819"/>
                </a:lnTo>
                <a:lnTo>
                  <a:pt x="51871" y="74621"/>
                </a:lnTo>
                <a:lnTo>
                  <a:pt x="53839" y="76589"/>
                </a:lnTo>
                <a:close/>
                <a:moveTo>
                  <a:pt x="71251" y="74621"/>
                </a:moveTo>
                <a:lnTo>
                  <a:pt x="71251" y="71819"/>
                </a:lnTo>
                <a:lnTo>
                  <a:pt x="72586" y="73153"/>
                </a:lnTo>
                <a:lnTo>
                  <a:pt x="72586" y="75155"/>
                </a:lnTo>
                <a:lnTo>
                  <a:pt x="71151" y="76589"/>
                </a:lnTo>
                <a:lnTo>
                  <a:pt x="69283" y="76589"/>
                </a:lnTo>
                <a:close/>
                <a:moveTo>
                  <a:pt x="71151" y="77356"/>
                </a:moveTo>
                <a:lnTo>
                  <a:pt x="72586" y="78791"/>
                </a:lnTo>
                <a:lnTo>
                  <a:pt x="72586" y="80792"/>
                </a:lnTo>
                <a:lnTo>
                  <a:pt x="71251" y="82126"/>
                </a:lnTo>
                <a:lnTo>
                  <a:pt x="71251" y="79324"/>
                </a:lnTo>
                <a:lnTo>
                  <a:pt x="69283" y="77356"/>
                </a:lnTo>
                <a:close/>
                <a:moveTo>
                  <a:pt x="73153" y="81359"/>
                </a:moveTo>
                <a:lnTo>
                  <a:pt x="75154" y="81359"/>
                </a:lnTo>
                <a:lnTo>
                  <a:pt x="76555" y="82794"/>
                </a:lnTo>
                <a:lnTo>
                  <a:pt x="76555" y="84662"/>
                </a:lnTo>
                <a:lnTo>
                  <a:pt x="74587" y="82693"/>
                </a:lnTo>
                <a:lnTo>
                  <a:pt x="71818" y="82693"/>
                </a:lnTo>
                <a:close/>
                <a:moveTo>
                  <a:pt x="77356" y="82794"/>
                </a:moveTo>
                <a:lnTo>
                  <a:pt x="78790" y="81359"/>
                </a:lnTo>
                <a:lnTo>
                  <a:pt x="80792" y="81359"/>
                </a:lnTo>
                <a:lnTo>
                  <a:pt x="82126" y="82693"/>
                </a:lnTo>
                <a:lnTo>
                  <a:pt x="79491" y="82693"/>
                </a:lnTo>
                <a:lnTo>
                  <a:pt x="79324" y="82693"/>
                </a:lnTo>
                <a:lnTo>
                  <a:pt x="77356" y="84662"/>
                </a:lnTo>
                <a:lnTo>
                  <a:pt x="77356" y="82794"/>
                </a:lnTo>
                <a:close/>
                <a:moveTo>
                  <a:pt x="82793" y="76589"/>
                </a:moveTo>
                <a:lnTo>
                  <a:pt x="81359" y="75155"/>
                </a:lnTo>
                <a:lnTo>
                  <a:pt x="81359" y="73153"/>
                </a:lnTo>
                <a:lnTo>
                  <a:pt x="82660" y="71819"/>
                </a:lnTo>
                <a:lnTo>
                  <a:pt x="82660" y="74621"/>
                </a:lnTo>
                <a:lnTo>
                  <a:pt x="84628" y="76589"/>
                </a:lnTo>
                <a:close/>
                <a:moveTo>
                  <a:pt x="102040" y="74621"/>
                </a:moveTo>
                <a:lnTo>
                  <a:pt x="102040" y="71819"/>
                </a:lnTo>
                <a:lnTo>
                  <a:pt x="103374" y="73153"/>
                </a:lnTo>
                <a:lnTo>
                  <a:pt x="103374" y="75155"/>
                </a:lnTo>
                <a:lnTo>
                  <a:pt x="101940" y="76589"/>
                </a:lnTo>
                <a:lnTo>
                  <a:pt x="100072" y="76589"/>
                </a:lnTo>
                <a:close/>
                <a:moveTo>
                  <a:pt x="101940" y="77356"/>
                </a:moveTo>
                <a:lnTo>
                  <a:pt x="103374" y="78791"/>
                </a:lnTo>
                <a:lnTo>
                  <a:pt x="103374" y="80792"/>
                </a:lnTo>
                <a:lnTo>
                  <a:pt x="102040" y="82126"/>
                </a:lnTo>
                <a:lnTo>
                  <a:pt x="102040" y="79324"/>
                </a:lnTo>
                <a:lnTo>
                  <a:pt x="100072" y="77356"/>
                </a:lnTo>
                <a:close/>
                <a:moveTo>
                  <a:pt x="103941" y="81359"/>
                </a:moveTo>
                <a:lnTo>
                  <a:pt x="105943" y="81359"/>
                </a:lnTo>
                <a:lnTo>
                  <a:pt x="107377" y="82794"/>
                </a:lnTo>
                <a:lnTo>
                  <a:pt x="107377" y="84662"/>
                </a:lnTo>
                <a:lnTo>
                  <a:pt x="105409" y="82693"/>
                </a:lnTo>
                <a:lnTo>
                  <a:pt x="105242" y="82693"/>
                </a:lnTo>
                <a:lnTo>
                  <a:pt x="102607" y="82693"/>
                </a:lnTo>
                <a:close/>
                <a:moveTo>
                  <a:pt x="108144" y="82794"/>
                </a:moveTo>
                <a:lnTo>
                  <a:pt x="109579" y="81359"/>
                </a:lnTo>
                <a:lnTo>
                  <a:pt x="111580" y="81359"/>
                </a:lnTo>
                <a:lnTo>
                  <a:pt x="112914" y="82693"/>
                </a:lnTo>
                <a:lnTo>
                  <a:pt x="110112" y="82693"/>
                </a:lnTo>
                <a:lnTo>
                  <a:pt x="108144" y="84662"/>
                </a:lnTo>
                <a:close/>
                <a:moveTo>
                  <a:pt x="113582" y="76589"/>
                </a:moveTo>
                <a:lnTo>
                  <a:pt x="112147" y="75155"/>
                </a:lnTo>
                <a:lnTo>
                  <a:pt x="112147" y="73153"/>
                </a:lnTo>
                <a:lnTo>
                  <a:pt x="113482" y="71819"/>
                </a:lnTo>
                <a:lnTo>
                  <a:pt x="113482" y="74621"/>
                </a:lnTo>
                <a:lnTo>
                  <a:pt x="115450" y="76589"/>
                </a:lnTo>
                <a:close/>
                <a:moveTo>
                  <a:pt x="132862" y="74621"/>
                </a:moveTo>
                <a:lnTo>
                  <a:pt x="132862" y="71819"/>
                </a:lnTo>
                <a:lnTo>
                  <a:pt x="134163" y="73153"/>
                </a:lnTo>
                <a:lnTo>
                  <a:pt x="134163" y="75155"/>
                </a:lnTo>
                <a:lnTo>
                  <a:pt x="132729" y="76589"/>
                </a:lnTo>
                <a:lnTo>
                  <a:pt x="130894" y="76589"/>
                </a:lnTo>
                <a:close/>
                <a:moveTo>
                  <a:pt x="132729" y="77356"/>
                </a:moveTo>
                <a:lnTo>
                  <a:pt x="134163" y="78791"/>
                </a:lnTo>
                <a:lnTo>
                  <a:pt x="134163" y="80792"/>
                </a:lnTo>
                <a:lnTo>
                  <a:pt x="132862" y="82126"/>
                </a:lnTo>
                <a:lnTo>
                  <a:pt x="132862" y="79324"/>
                </a:lnTo>
                <a:lnTo>
                  <a:pt x="130894" y="77356"/>
                </a:lnTo>
                <a:close/>
                <a:moveTo>
                  <a:pt x="134730" y="81359"/>
                </a:moveTo>
                <a:lnTo>
                  <a:pt x="136731" y="81359"/>
                </a:lnTo>
                <a:lnTo>
                  <a:pt x="138166" y="82794"/>
                </a:lnTo>
                <a:lnTo>
                  <a:pt x="138166" y="84662"/>
                </a:lnTo>
                <a:lnTo>
                  <a:pt x="136198" y="82693"/>
                </a:lnTo>
                <a:lnTo>
                  <a:pt x="133396" y="82693"/>
                </a:lnTo>
                <a:close/>
                <a:moveTo>
                  <a:pt x="138933" y="82794"/>
                </a:moveTo>
                <a:lnTo>
                  <a:pt x="140367" y="81359"/>
                </a:lnTo>
                <a:lnTo>
                  <a:pt x="142369" y="81359"/>
                </a:lnTo>
                <a:lnTo>
                  <a:pt x="143703" y="82693"/>
                </a:lnTo>
                <a:lnTo>
                  <a:pt x="141068" y="82693"/>
                </a:lnTo>
                <a:lnTo>
                  <a:pt x="140934" y="82693"/>
                </a:lnTo>
                <a:lnTo>
                  <a:pt x="138966" y="84662"/>
                </a:lnTo>
                <a:lnTo>
                  <a:pt x="138966" y="82794"/>
                </a:lnTo>
                <a:close/>
                <a:moveTo>
                  <a:pt x="144370" y="76589"/>
                </a:moveTo>
                <a:lnTo>
                  <a:pt x="142936" y="75155"/>
                </a:lnTo>
                <a:lnTo>
                  <a:pt x="142936" y="73153"/>
                </a:lnTo>
                <a:lnTo>
                  <a:pt x="144270" y="71819"/>
                </a:lnTo>
                <a:lnTo>
                  <a:pt x="144270" y="74621"/>
                </a:lnTo>
                <a:lnTo>
                  <a:pt x="146238" y="76589"/>
                </a:lnTo>
                <a:close/>
                <a:moveTo>
                  <a:pt x="163651" y="74621"/>
                </a:moveTo>
                <a:lnTo>
                  <a:pt x="163651" y="71819"/>
                </a:lnTo>
                <a:lnTo>
                  <a:pt x="164952" y="73153"/>
                </a:lnTo>
                <a:lnTo>
                  <a:pt x="164952" y="75155"/>
                </a:lnTo>
                <a:lnTo>
                  <a:pt x="163551" y="76589"/>
                </a:lnTo>
                <a:lnTo>
                  <a:pt x="161683" y="76589"/>
                </a:lnTo>
                <a:close/>
                <a:moveTo>
                  <a:pt x="163517" y="77356"/>
                </a:moveTo>
                <a:lnTo>
                  <a:pt x="164952" y="78791"/>
                </a:lnTo>
                <a:lnTo>
                  <a:pt x="164952" y="80792"/>
                </a:lnTo>
                <a:lnTo>
                  <a:pt x="163651" y="82126"/>
                </a:lnTo>
                <a:lnTo>
                  <a:pt x="163651" y="79324"/>
                </a:lnTo>
                <a:lnTo>
                  <a:pt x="161649" y="77356"/>
                </a:lnTo>
                <a:close/>
                <a:moveTo>
                  <a:pt x="165519" y="81359"/>
                </a:moveTo>
                <a:lnTo>
                  <a:pt x="167520" y="81359"/>
                </a:lnTo>
                <a:lnTo>
                  <a:pt x="168954" y="82794"/>
                </a:lnTo>
                <a:lnTo>
                  <a:pt x="168954" y="84662"/>
                </a:lnTo>
                <a:lnTo>
                  <a:pt x="166986" y="82693"/>
                </a:lnTo>
                <a:lnTo>
                  <a:pt x="166820" y="82693"/>
                </a:lnTo>
                <a:lnTo>
                  <a:pt x="164218" y="82693"/>
                </a:lnTo>
                <a:close/>
                <a:moveTo>
                  <a:pt x="169755" y="82794"/>
                </a:moveTo>
                <a:lnTo>
                  <a:pt x="171156" y="81359"/>
                </a:lnTo>
                <a:lnTo>
                  <a:pt x="173191" y="81359"/>
                </a:lnTo>
                <a:lnTo>
                  <a:pt x="174492" y="82693"/>
                </a:lnTo>
                <a:lnTo>
                  <a:pt x="171723" y="82693"/>
                </a:lnTo>
                <a:lnTo>
                  <a:pt x="169755" y="84662"/>
                </a:lnTo>
                <a:lnTo>
                  <a:pt x="169755" y="82794"/>
                </a:lnTo>
                <a:close/>
                <a:moveTo>
                  <a:pt x="175159" y="76589"/>
                </a:moveTo>
                <a:lnTo>
                  <a:pt x="173725" y="75155"/>
                </a:lnTo>
                <a:lnTo>
                  <a:pt x="173725" y="73153"/>
                </a:lnTo>
                <a:lnTo>
                  <a:pt x="175059" y="71819"/>
                </a:lnTo>
                <a:lnTo>
                  <a:pt x="175059" y="74621"/>
                </a:lnTo>
                <a:lnTo>
                  <a:pt x="177027" y="76589"/>
                </a:lnTo>
                <a:close/>
                <a:moveTo>
                  <a:pt x="194439" y="74621"/>
                </a:moveTo>
                <a:lnTo>
                  <a:pt x="194439" y="71819"/>
                </a:lnTo>
                <a:lnTo>
                  <a:pt x="195740" y="73153"/>
                </a:lnTo>
                <a:lnTo>
                  <a:pt x="195740" y="75155"/>
                </a:lnTo>
                <a:lnTo>
                  <a:pt x="194339" y="76589"/>
                </a:lnTo>
                <a:lnTo>
                  <a:pt x="192471" y="76589"/>
                </a:lnTo>
                <a:close/>
                <a:moveTo>
                  <a:pt x="194339" y="77356"/>
                </a:moveTo>
                <a:lnTo>
                  <a:pt x="195740" y="78791"/>
                </a:lnTo>
                <a:lnTo>
                  <a:pt x="195740" y="80792"/>
                </a:lnTo>
                <a:lnTo>
                  <a:pt x="194439" y="82126"/>
                </a:lnTo>
                <a:lnTo>
                  <a:pt x="194439" y="79324"/>
                </a:lnTo>
                <a:lnTo>
                  <a:pt x="192471" y="77356"/>
                </a:lnTo>
                <a:close/>
                <a:moveTo>
                  <a:pt x="196307" y="81359"/>
                </a:moveTo>
                <a:lnTo>
                  <a:pt x="198309" y="81359"/>
                </a:lnTo>
                <a:lnTo>
                  <a:pt x="199743" y="82794"/>
                </a:lnTo>
                <a:lnTo>
                  <a:pt x="199743" y="84662"/>
                </a:lnTo>
                <a:lnTo>
                  <a:pt x="197775" y="82693"/>
                </a:lnTo>
                <a:lnTo>
                  <a:pt x="195006" y="82693"/>
                </a:lnTo>
                <a:close/>
                <a:moveTo>
                  <a:pt x="200544" y="82794"/>
                </a:moveTo>
                <a:lnTo>
                  <a:pt x="201945" y="81359"/>
                </a:lnTo>
                <a:lnTo>
                  <a:pt x="203979" y="81359"/>
                </a:lnTo>
                <a:lnTo>
                  <a:pt x="205280" y="82693"/>
                </a:lnTo>
                <a:lnTo>
                  <a:pt x="202679" y="82693"/>
                </a:lnTo>
                <a:lnTo>
                  <a:pt x="202512" y="82693"/>
                </a:lnTo>
                <a:lnTo>
                  <a:pt x="200544" y="84662"/>
                </a:lnTo>
                <a:lnTo>
                  <a:pt x="200544" y="82794"/>
                </a:lnTo>
                <a:close/>
                <a:moveTo>
                  <a:pt x="205948" y="76589"/>
                </a:moveTo>
                <a:lnTo>
                  <a:pt x="204513" y="75155"/>
                </a:lnTo>
                <a:lnTo>
                  <a:pt x="204513" y="73153"/>
                </a:lnTo>
                <a:lnTo>
                  <a:pt x="205848" y="71819"/>
                </a:lnTo>
                <a:lnTo>
                  <a:pt x="205848" y="74588"/>
                </a:lnTo>
                <a:lnTo>
                  <a:pt x="207816" y="76556"/>
                </a:lnTo>
                <a:lnTo>
                  <a:pt x="205948" y="76556"/>
                </a:lnTo>
                <a:close/>
                <a:moveTo>
                  <a:pt x="206081" y="70485"/>
                </a:moveTo>
                <a:lnTo>
                  <a:pt x="202812" y="70485"/>
                </a:lnTo>
                <a:lnTo>
                  <a:pt x="200544" y="68183"/>
                </a:lnTo>
                <a:lnTo>
                  <a:pt x="200544" y="65815"/>
                </a:lnTo>
                <a:lnTo>
                  <a:pt x="203412" y="68683"/>
                </a:lnTo>
                <a:lnTo>
                  <a:pt x="203679" y="68817"/>
                </a:lnTo>
                <a:lnTo>
                  <a:pt x="207749" y="68817"/>
                </a:lnTo>
                <a:close/>
                <a:moveTo>
                  <a:pt x="200544" y="58476"/>
                </a:moveTo>
                <a:lnTo>
                  <a:pt x="203846" y="55140"/>
                </a:lnTo>
                <a:lnTo>
                  <a:pt x="208549" y="55140"/>
                </a:lnTo>
                <a:lnTo>
                  <a:pt x="210084" y="56675"/>
                </a:lnTo>
                <a:lnTo>
                  <a:pt x="204480" y="56675"/>
                </a:lnTo>
                <a:lnTo>
                  <a:pt x="200544" y="60611"/>
                </a:lnTo>
                <a:close/>
                <a:moveTo>
                  <a:pt x="208316" y="53806"/>
                </a:moveTo>
                <a:lnTo>
                  <a:pt x="206615" y="52105"/>
                </a:lnTo>
                <a:lnTo>
                  <a:pt x="206615" y="48869"/>
                </a:lnTo>
                <a:lnTo>
                  <a:pt x="208916" y="46568"/>
                </a:lnTo>
                <a:lnTo>
                  <a:pt x="211285" y="46568"/>
                </a:lnTo>
                <a:lnTo>
                  <a:pt x="208316" y="49570"/>
                </a:lnTo>
                <a:lnTo>
                  <a:pt x="208316" y="53806"/>
                </a:lnTo>
                <a:close/>
                <a:moveTo>
                  <a:pt x="208916" y="45800"/>
                </a:moveTo>
                <a:lnTo>
                  <a:pt x="206648" y="43499"/>
                </a:lnTo>
                <a:lnTo>
                  <a:pt x="206648" y="40230"/>
                </a:lnTo>
                <a:lnTo>
                  <a:pt x="208316" y="38562"/>
                </a:lnTo>
                <a:lnTo>
                  <a:pt x="208316" y="42798"/>
                </a:lnTo>
                <a:lnTo>
                  <a:pt x="211285" y="45800"/>
                </a:lnTo>
                <a:close/>
                <a:moveTo>
                  <a:pt x="206081" y="39696"/>
                </a:moveTo>
                <a:lnTo>
                  <a:pt x="202812" y="39696"/>
                </a:lnTo>
                <a:lnTo>
                  <a:pt x="200544" y="37394"/>
                </a:lnTo>
                <a:lnTo>
                  <a:pt x="200544" y="35026"/>
                </a:lnTo>
                <a:lnTo>
                  <a:pt x="203512" y="38028"/>
                </a:lnTo>
                <a:lnTo>
                  <a:pt x="203679" y="38028"/>
                </a:lnTo>
                <a:lnTo>
                  <a:pt x="207749" y="38028"/>
                </a:lnTo>
                <a:close/>
                <a:moveTo>
                  <a:pt x="199743" y="37394"/>
                </a:moveTo>
                <a:lnTo>
                  <a:pt x="197441" y="39696"/>
                </a:lnTo>
                <a:lnTo>
                  <a:pt x="194206" y="39696"/>
                </a:lnTo>
                <a:lnTo>
                  <a:pt x="192538" y="37995"/>
                </a:lnTo>
                <a:lnTo>
                  <a:pt x="196741" y="37995"/>
                </a:lnTo>
                <a:lnTo>
                  <a:pt x="199743" y="35026"/>
                </a:lnTo>
                <a:close/>
                <a:moveTo>
                  <a:pt x="193639" y="40263"/>
                </a:moveTo>
                <a:lnTo>
                  <a:pt x="193639" y="43499"/>
                </a:lnTo>
                <a:lnTo>
                  <a:pt x="191337" y="45800"/>
                </a:lnTo>
                <a:lnTo>
                  <a:pt x="188969" y="45800"/>
                </a:lnTo>
                <a:lnTo>
                  <a:pt x="191837" y="42932"/>
                </a:lnTo>
                <a:lnTo>
                  <a:pt x="191971" y="42631"/>
                </a:lnTo>
                <a:lnTo>
                  <a:pt x="191971" y="38562"/>
                </a:lnTo>
                <a:close/>
                <a:moveTo>
                  <a:pt x="177627" y="42932"/>
                </a:moveTo>
                <a:lnTo>
                  <a:pt x="180496" y="45800"/>
                </a:lnTo>
                <a:lnTo>
                  <a:pt x="178128" y="45800"/>
                </a:lnTo>
                <a:lnTo>
                  <a:pt x="175826" y="43499"/>
                </a:lnTo>
                <a:lnTo>
                  <a:pt x="175826" y="40230"/>
                </a:lnTo>
                <a:lnTo>
                  <a:pt x="177527" y="38562"/>
                </a:lnTo>
                <a:lnTo>
                  <a:pt x="177527" y="42631"/>
                </a:lnTo>
                <a:close/>
                <a:moveTo>
                  <a:pt x="175292" y="39696"/>
                </a:moveTo>
                <a:lnTo>
                  <a:pt x="172023" y="39696"/>
                </a:lnTo>
                <a:lnTo>
                  <a:pt x="169755" y="37394"/>
                </a:lnTo>
                <a:lnTo>
                  <a:pt x="169755" y="35026"/>
                </a:lnTo>
                <a:lnTo>
                  <a:pt x="172724" y="38028"/>
                </a:lnTo>
                <a:lnTo>
                  <a:pt x="176960" y="38028"/>
                </a:lnTo>
                <a:close/>
                <a:moveTo>
                  <a:pt x="168954" y="37394"/>
                </a:moveTo>
                <a:lnTo>
                  <a:pt x="166653" y="39696"/>
                </a:lnTo>
                <a:lnTo>
                  <a:pt x="163417" y="39696"/>
                </a:lnTo>
                <a:lnTo>
                  <a:pt x="161716" y="37995"/>
                </a:lnTo>
                <a:lnTo>
                  <a:pt x="165786" y="37995"/>
                </a:lnTo>
                <a:lnTo>
                  <a:pt x="165952" y="37995"/>
                </a:lnTo>
                <a:lnTo>
                  <a:pt x="168954" y="35026"/>
                </a:lnTo>
                <a:close/>
                <a:moveTo>
                  <a:pt x="162850" y="40263"/>
                </a:moveTo>
                <a:lnTo>
                  <a:pt x="162850" y="43499"/>
                </a:lnTo>
                <a:lnTo>
                  <a:pt x="160548" y="45800"/>
                </a:lnTo>
                <a:lnTo>
                  <a:pt x="158180" y="45800"/>
                </a:lnTo>
                <a:lnTo>
                  <a:pt x="161182" y="42798"/>
                </a:lnTo>
                <a:lnTo>
                  <a:pt x="161182" y="38562"/>
                </a:lnTo>
                <a:close/>
                <a:moveTo>
                  <a:pt x="149707" y="45800"/>
                </a:moveTo>
                <a:lnTo>
                  <a:pt x="147339" y="45800"/>
                </a:lnTo>
                <a:lnTo>
                  <a:pt x="145037" y="43499"/>
                </a:lnTo>
                <a:lnTo>
                  <a:pt x="145037" y="40230"/>
                </a:lnTo>
                <a:lnTo>
                  <a:pt x="146739" y="38562"/>
                </a:lnTo>
                <a:lnTo>
                  <a:pt x="146739" y="42798"/>
                </a:lnTo>
                <a:close/>
                <a:moveTo>
                  <a:pt x="144504" y="39696"/>
                </a:moveTo>
                <a:lnTo>
                  <a:pt x="141235" y="39696"/>
                </a:lnTo>
                <a:lnTo>
                  <a:pt x="138933" y="37394"/>
                </a:lnTo>
                <a:lnTo>
                  <a:pt x="138933" y="35026"/>
                </a:lnTo>
                <a:lnTo>
                  <a:pt x="141935" y="38028"/>
                </a:lnTo>
                <a:lnTo>
                  <a:pt x="142102" y="38028"/>
                </a:lnTo>
                <a:lnTo>
                  <a:pt x="146172" y="38028"/>
                </a:lnTo>
                <a:close/>
                <a:moveTo>
                  <a:pt x="138166" y="37394"/>
                </a:moveTo>
                <a:lnTo>
                  <a:pt x="135864" y="39696"/>
                </a:lnTo>
                <a:lnTo>
                  <a:pt x="132629" y="39696"/>
                </a:lnTo>
                <a:lnTo>
                  <a:pt x="130927" y="37995"/>
                </a:lnTo>
                <a:lnTo>
                  <a:pt x="135164" y="37995"/>
                </a:lnTo>
                <a:lnTo>
                  <a:pt x="138166" y="35026"/>
                </a:lnTo>
                <a:close/>
                <a:moveTo>
                  <a:pt x="132061" y="40263"/>
                </a:moveTo>
                <a:lnTo>
                  <a:pt x="132061" y="43499"/>
                </a:lnTo>
                <a:lnTo>
                  <a:pt x="129760" y="45800"/>
                </a:lnTo>
                <a:lnTo>
                  <a:pt x="127391" y="45800"/>
                </a:lnTo>
                <a:lnTo>
                  <a:pt x="130260" y="42932"/>
                </a:lnTo>
                <a:lnTo>
                  <a:pt x="130394" y="42631"/>
                </a:lnTo>
                <a:lnTo>
                  <a:pt x="130394" y="38562"/>
                </a:lnTo>
                <a:close/>
                <a:moveTo>
                  <a:pt x="116050" y="42932"/>
                </a:moveTo>
                <a:lnTo>
                  <a:pt x="118919" y="45800"/>
                </a:lnTo>
                <a:lnTo>
                  <a:pt x="116550" y="45800"/>
                </a:lnTo>
                <a:lnTo>
                  <a:pt x="114249" y="43499"/>
                </a:lnTo>
                <a:lnTo>
                  <a:pt x="114249" y="40230"/>
                </a:lnTo>
                <a:lnTo>
                  <a:pt x="115917" y="38562"/>
                </a:lnTo>
                <a:lnTo>
                  <a:pt x="115917" y="42631"/>
                </a:lnTo>
                <a:close/>
                <a:moveTo>
                  <a:pt x="113682" y="39696"/>
                </a:moveTo>
                <a:lnTo>
                  <a:pt x="110446" y="39696"/>
                </a:lnTo>
                <a:lnTo>
                  <a:pt x="108144" y="37394"/>
                </a:lnTo>
                <a:lnTo>
                  <a:pt x="108144" y="35026"/>
                </a:lnTo>
                <a:lnTo>
                  <a:pt x="111147" y="38028"/>
                </a:lnTo>
                <a:lnTo>
                  <a:pt x="115383" y="38028"/>
                </a:lnTo>
                <a:close/>
                <a:moveTo>
                  <a:pt x="107377" y="37394"/>
                </a:moveTo>
                <a:lnTo>
                  <a:pt x="105076" y="39696"/>
                </a:lnTo>
                <a:lnTo>
                  <a:pt x="101840" y="39696"/>
                </a:lnTo>
                <a:lnTo>
                  <a:pt x="100139" y="37995"/>
                </a:lnTo>
                <a:lnTo>
                  <a:pt x="104208" y="37995"/>
                </a:lnTo>
                <a:lnTo>
                  <a:pt x="104375" y="37995"/>
                </a:lnTo>
                <a:lnTo>
                  <a:pt x="107377" y="35026"/>
                </a:lnTo>
                <a:lnTo>
                  <a:pt x="107377" y="37394"/>
                </a:lnTo>
                <a:close/>
                <a:moveTo>
                  <a:pt x="101273" y="40263"/>
                </a:moveTo>
                <a:lnTo>
                  <a:pt x="101273" y="43499"/>
                </a:lnTo>
                <a:lnTo>
                  <a:pt x="98971" y="45800"/>
                </a:lnTo>
                <a:lnTo>
                  <a:pt x="96603" y="45800"/>
                </a:lnTo>
                <a:lnTo>
                  <a:pt x="99605" y="42798"/>
                </a:lnTo>
                <a:lnTo>
                  <a:pt x="99605" y="38562"/>
                </a:lnTo>
                <a:close/>
                <a:moveTo>
                  <a:pt x="88130" y="45800"/>
                </a:moveTo>
                <a:lnTo>
                  <a:pt x="85762" y="45800"/>
                </a:lnTo>
                <a:lnTo>
                  <a:pt x="83460" y="43499"/>
                </a:lnTo>
                <a:lnTo>
                  <a:pt x="83460" y="40230"/>
                </a:lnTo>
                <a:lnTo>
                  <a:pt x="85128" y="38562"/>
                </a:lnTo>
                <a:lnTo>
                  <a:pt x="85128" y="42798"/>
                </a:lnTo>
                <a:close/>
                <a:moveTo>
                  <a:pt x="82893" y="39696"/>
                </a:moveTo>
                <a:lnTo>
                  <a:pt x="79657" y="39696"/>
                </a:lnTo>
                <a:lnTo>
                  <a:pt x="77356" y="37394"/>
                </a:lnTo>
                <a:lnTo>
                  <a:pt x="77356" y="35026"/>
                </a:lnTo>
                <a:lnTo>
                  <a:pt x="80358" y="38028"/>
                </a:lnTo>
                <a:lnTo>
                  <a:pt x="80525" y="38028"/>
                </a:lnTo>
                <a:lnTo>
                  <a:pt x="84594" y="38028"/>
                </a:lnTo>
                <a:close/>
                <a:moveTo>
                  <a:pt x="76589" y="37394"/>
                </a:moveTo>
                <a:lnTo>
                  <a:pt x="74287" y="39696"/>
                </a:lnTo>
                <a:lnTo>
                  <a:pt x="71018" y="39696"/>
                </a:lnTo>
                <a:lnTo>
                  <a:pt x="69350" y="37995"/>
                </a:lnTo>
                <a:lnTo>
                  <a:pt x="73586" y="37995"/>
                </a:lnTo>
                <a:lnTo>
                  <a:pt x="76589" y="35026"/>
                </a:lnTo>
                <a:close/>
                <a:moveTo>
                  <a:pt x="70484" y="40263"/>
                </a:moveTo>
                <a:lnTo>
                  <a:pt x="70484" y="43499"/>
                </a:lnTo>
                <a:lnTo>
                  <a:pt x="68183" y="45800"/>
                </a:lnTo>
                <a:lnTo>
                  <a:pt x="65814" y="45800"/>
                </a:lnTo>
                <a:lnTo>
                  <a:pt x="68683" y="42932"/>
                </a:lnTo>
                <a:lnTo>
                  <a:pt x="68816" y="42631"/>
                </a:lnTo>
                <a:lnTo>
                  <a:pt x="68816" y="38562"/>
                </a:lnTo>
                <a:close/>
                <a:moveTo>
                  <a:pt x="54473" y="42932"/>
                </a:moveTo>
                <a:lnTo>
                  <a:pt x="57341" y="45800"/>
                </a:lnTo>
                <a:lnTo>
                  <a:pt x="54973" y="45800"/>
                </a:lnTo>
                <a:lnTo>
                  <a:pt x="52671" y="43499"/>
                </a:lnTo>
                <a:lnTo>
                  <a:pt x="52671" y="40230"/>
                </a:lnTo>
                <a:lnTo>
                  <a:pt x="54339" y="38562"/>
                </a:lnTo>
                <a:lnTo>
                  <a:pt x="54339" y="42631"/>
                </a:lnTo>
                <a:close/>
                <a:moveTo>
                  <a:pt x="52104" y="39696"/>
                </a:moveTo>
                <a:lnTo>
                  <a:pt x="48869" y="39696"/>
                </a:lnTo>
                <a:lnTo>
                  <a:pt x="46567" y="37394"/>
                </a:lnTo>
                <a:lnTo>
                  <a:pt x="46567" y="35026"/>
                </a:lnTo>
                <a:lnTo>
                  <a:pt x="49569" y="38028"/>
                </a:lnTo>
                <a:lnTo>
                  <a:pt x="53806" y="38028"/>
                </a:lnTo>
                <a:close/>
                <a:moveTo>
                  <a:pt x="45767" y="37394"/>
                </a:moveTo>
                <a:lnTo>
                  <a:pt x="43498" y="39696"/>
                </a:lnTo>
                <a:lnTo>
                  <a:pt x="40229" y="39696"/>
                </a:lnTo>
                <a:lnTo>
                  <a:pt x="38561" y="37995"/>
                </a:lnTo>
                <a:lnTo>
                  <a:pt x="42631" y="37995"/>
                </a:lnTo>
                <a:lnTo>
                  <a:pt x="42798" y="37995"/>
                </a:lnTo>
                <a:lnTo>
                  <a:pt x="45767" y="35026"/>
                </a:lnTo>
                <a:close/>
                <a:moveTo>
                  <a:pt x="39696" y="40263"/>
                </a:moveTo>
                <a:lnTo>
                  <a:pt x="39696" y="43499"/>
                </a:lnTo>
                <a:lnTo>
                  <a:pt x="37394" y="45800"/>
                </a:lnTo>
                <a:lnTo>
                  <a:pt x="35026" y="45800"/>
                </a:lnTo>
                <a:lnTo>
                  <a:pt x="37994" y="42798"/>
                </a:lnTo>
                <a:lnTo>
                  <a:pt x="37994" y="38562"/>
                </a:lnTo>
                <a:close/>
                <a:moveTo>
                  <a:pt x="33891" y="46568"/>
                </a:moveTo>
                <a:lnTo>
                  <a:pt x="37227" y="49903"/>
                </a:lnTo>
                <a:lnTo>
                  <a:pt x="37227" y="54573"/>
                </a:lnTo>
                <a:lnTo>
                  <a:pt x="35693" y="56108"/>
                </a:lnTo>
                <a:lnTo>
                  <a:pt x="35693" y="50537"/>
                </a:lnTo>
                <a:lnTo>
                  <a:pt x="31723" y="46568"/>
                </a:lnTo>
                <a:close/>
                <a:moveTo>
                  <a:pt x="35793" y="57475"/>
                </a:moveTo>
                <a:lnTo>
                  <a:pt x="41497" y="57475"/>
                </a:lnTo>
                <a:lnTo>
                  <a:pt x="45233" y="61178"/>
                </a:lnTo>
                <a:lnTo>
                  <a:pt x="37461" y="61178"/>
                </a:lnTo>
                <a:lnTo>
                  <a:pt x="35793" y="59510"/>
                </a:lnTo>
                <a:close/>
                <a:moveTo>
                  <a:pt x="45233" y="61979"/>
                </a:moveTo>
                <a:lnTo>
                  <a:pt x="41497" y="65681"/>
                </a:lnTo>
                <a:lnTo>
                  <a:pt x="35793" y="65681"/>
                </a:lnTo>
                <a:lnTo>
                  <a:pt x="35793" y="63646"/>
                </a:lnTo>
                <a:lnTo>
                  <a:pt x="37461" y="61979"/>
                </a:lnTo>
                <a:close/>
                <a:moveTo>
                  <a:pt x="35693" y="67049"/>
                </a:moveTo>
                <a:lnTo>
                  <a:pt x="37227" y="68583"/>
                </a:lnTo>
                <a:lnTo>
                  <a:pt x="37227" y="73253"/>
                </a:lnTo>
                <a:lnTo>
                  <a:pt x="33891" y="76589"/>
                </a:lnTo>
                <a:lnTo>
                  <a:pt x="31723" y="76589"/>
                </a:lnTo>
                <a:lnTo>
                  <a:pt x="35693" y="72620"/>
                </a:lnTo>
                <a:lnTo>
                  <a:pt x="35693" y="67049"/>
                </a:lnTo>
                <a:close/>
                <a:moveTo>
                  <a:pt x="35026" y="77356"/>
                </a:moveTo>
                <a:lnTo>
                  <a:pt x="37394" y="77356"/>
                </a:lnTo>
                <a:lnTo>
                  <a:pt x="39696" y="79658"/>
                </a:lnTo>
                <a:lnTo>
                  <a:pt x="39696" y="82927"/>
                </a:lnTo>
                <a:lnTo>
                  <a:pt x="37994" y="84595"/>
                </a:lnTo>
                <a:lnTo>
                  <a:pt x="37994" y="80358"/>
                </a:lnTo>
                <a:close/>
                <a:moveTo>
                  <a:pt x="40229" y="83461"/>
                </a:moveTo>
                <a:lnTo>
                  <a:pt x="43498" y="83461"/>
                </a:lnTo>
                <a:lnTo>
                  <a:pt x="45767" y="85762"/>
                </a:lnTo>
                <a:lnTo>
                  <a:pt x="45767" y="88131"/>
                </a:lnTo>
                <a:lnTo>
                  <a:pt x="42798" y="85129"/>
                </a:lnTo>
                <a:lnTo>
                  <a:pt x="42631" y="85129"/>
                </a:lnTo>
                <a:lnTo>
                  <a:pt x="38561" y="85129"/>
                </a:lnTo>
                <a:close/>
                <a:moveTo>
                  <a:pt x="46567" y="85762"/>
                </a:moveTo>
                <a:lnTo>
                  <a:pt x="48869" y="83461"/>
                </a:lnTo>
                <a:lnTo>
                  <a:pt x="52104" y="83461"/>
                </a:lnTo>
                <a:lnTo>
                  <a:pt x="53806" y="85162"/>
                </a:lnTo>
                <a:lnTo>
                  <a:pt x="49569" y="85162"/>
                </a:lnTo>
                <a:lnTo>
                  <a:pt x="46567" y="88131"/>
                </a:lnTo>
                <a:close/>
                <a:moveTo>
                  <a:pt x="52671" y="82927"/>
                </a:moveTo>
                <a:lnTo>
                  <a:pt x="52671" y="79658"/>
                </a:lnTo>
                <a:lnTo>
                  <a:pt x="54973" y="77356"/>
                </a:lnTo>
                <a:lnTo>
                  <a:pt x="57341" y="77356"/>
                </a:lnTo>
                <a:lnTo>
                  <a:pt x="54473" y="80258"/>
                </a:lnTo>
                <a:lnTo>
                  <a:pt x="54339" y="80525"/>
                </a:lnTo>
                <a:lnTo>
                  <a:pt x="54339" y="84595"/>
                </a:lnTo>
                <a:close/>
                <a:moveTo>
                  <a:pt x="68683" y="80258"/>
                </a:moveTo>
                <a:lnTo>
                  <a:pt x="65814" y="77356"/>
                </a:lnTo>
                <a:lnTo>
                  <a:pt x="68183" y="77356"/>
                </a:lnTo>
                <a:lnTo>
                  <a:pt x="70484" y="79658"/>
                </a:lnTo>
                <a:lnTo>
                  <a:pt x="70484" y="82927"/>
                </a:lnTo>
                <a:lnTo>
                  <a:pt x="68783" y="84595"/>
                </a:lnTo>
                <a:lnTo>
                  <a:pt x="68783" y="80525"/>
                </a:lnTo>
                <a:close/>
                <a:moveTo>
                  <a:pt x="71018" y="83461"/>
                </a:moveTo>
                <a:lnTo>
                  <a:pt x="74287" y="83461"/>
                </a:lnTo>
                <a:lnTo>
                  <a:pt x="76589" y="85762"/>
                </a:lnTo>
                <a:lnTo>
                  <a:pt x="76589" y="88131"/>
                </a:lnTo>
                <a:lnTo>
                  <a:pt x="73586" y="85129"/>
                </a:lnTo>
                <a:lnTo>
                  <a:pt x="69350" y="85129"/>
                </a:lnTo>
                <a:close/>
                <a:moveTo>
                  <a:pt x="77356" y="85762"/>
                </a:moveTo>
                <a:lnTo>
                  <a:pt x="79657" y="83461"/>
                </a:lnTo>
                <a:lnTo>
                  <a:pt x="82893" y="83461"/>
                </a:lnTo>
                <a:lnTo>
                  <a:pt x="84594" y="85162"/>
                </a:lnTo>
                <a:lnTo>
                  <a:pt x="80525" y="85162"/>
                </a:lnTo>
                <a:lnTo>
                  <a:pt x="80358" y="85162"/>
                </a:lnTo>
                <a:lnTo>
                  <a:pt x="77356" y="88131"/>
                </a:lnTo>
                <a:lnTo>
                  <a:pt x="77356" y="85762"/>
                </a:lnTo>
                <a:close/>
                <a:moveTo>
                  <a:pt x="83460" y="82927"/>
                </a:moveTo>
                <a:lnTo>
                  <a:pt x="83460" y="79658"/>
                </a:lnTo>
                <a:lnTo>
                  <a:pt x="85762" y="77356"/>
                </a:lnTo>
                <a:lnTo>
                  <a:pt x="88130" y="77356"/>
                </a:lnTo>
                <a:lnTo>
                  <a:pt x="85128" y="80358"/>
                </a:lnTo>
                <a:lnTo>
                  <a:pt x="85128" y="84595"/>
                </a:lnTo>
                <a:close/>
                <a:moveTo>
                  <a:pt x="96603" y="77356"/>
                </a:moveTo>
                <a:lnTo>
                  <a:pt x="98971" y="77356"/>
                </a:lnTo>
                <a:lnTo>
                  <a:pt x="101273" y="79658"/>
                </a:lnTo>
                <a:lnTo>
                  <a:pt x="101273" y="82927"/>
                </a:lnTo>
                <a:lnTo>
                  <a:pt x="99572" y="84595"/>
                </a:lnTo>
                <a:lnTo>
                  <a:pt x="99572" y="80358"/>
                </a:lnTo>
                <a:close/>
                <a:moveTo>
                  <a:pt x="101840" y="83461"/>
                </a:moveTo>
                <a:lnTo>
                  <a:pt x="105076" y="83461"/>
                </a:lnTo>
                <a:lnTo>
                  <a:pt x="107377" y="85762"/>
                </a:lnTo>
                <a:lnTo>
                  <a:pt x="107377" y="88131"/>
                </a:lnTo>
                <a:lnTo>
                  <a:pt x="104375" y="85129"/>
                </a:lnTo>
                <a:lnTo>
                  <a:pt x="104208" y="85129"/>
                </a:lnTo>
                <a:lnTo>
                  <a:pt x="100139" y="85129"/>
                </a:lnTo>
                <a:close/>
                <a:moveTo>
                  <a:pt x="108144" y="85762"/>
                </a:moveTo>
                <a:lnTo>
                  <a:pt x="110446" y="83461"/>
                </a:lnTo>
                <a:lnTo>
                  <a:pt x="113682" y="83461"/>
                </a:lnTo>
                <a:lnTo>
                  <a:pt x="115383" y="85162"/>
                </a:lnTo>
                <a:lnTo>
                  <a:pt x="111147" y="85162"/>
                </a:lnTo>
                <a:lnTo>
                  <a:pt x="108144" y="88131"/>
                </a:lnTo>
                <a:close/>
                <a:moveTo>
                  <a:pt x="114249" y="82927"/>
                </a:moveTo>
                <a:lnTo>
                  <a:pt x="114249" y="79658"/>
                </a:lnTo>
                <a:lnTo>
                  <a:pt x="116550" y="77356"/>
                </a:lnTo>
                <a:lnTo>
                  <a:pt x="118919" y="77356"/>
                </a:lnTo>
                <a:lnTo>
                  <a:pt x="116050" y="80258"/>
                </a:lnTo>
                <a:lnTo>
                  <a:pt x="115917" y="80525"/>
                </a:lnTo>
                <a:lnTo>
                  <a:pt x="115917" y="84595"/>
                </a:lnTo>
                <a:close/>
                <a:moveTo>
                  <a:pt x="130260" y="80258"/>
                </a:moveTo>
                <a:lnTo>
                  <a:pt x="127391" y="77356"/>
                </a:lnTo>
                <a:lnTo>
                  <a:pt x="129760" y="77356"/>
                </a:lnTo>
                <a:lnTo>
                  <a:pt x="132061" y="79658"/>
                </a:lnTo>
                <a:lnTo>
                  <a:pt x="132061" y="82927"/>
                </a:lnTo>
                <a:lnTo>
                  <a:pt x="130394" y="84595"/>
                </a:lnTo>
                <a:lnTo>
                  <a:pt x="130394" y="80525"/>
                </a:lnTo>
                <a:close/>
                <a:moveTo>
                  <a:pt x="132629" y="83461"/>
                </a:moveTo>
                <a:lnTo>
                  <a:pt x="135864" y="83461"/>
                </a:lnTo>
                <a:lnTo>
                  <a:pt x="138166" y="85762"/>
                </a:lnTo>
                <a:lnTo>
                  <a:pt x="138166" y="88131"/>
                </a:lnTo>
                <a:lnTo>
                  <a:pt x="135164" y="85129"/>
                </a:lnTo>
                <a:lnTo>
                  <a:pt x="130927" y="85129"/>
                </a:lnTo>
                <a:close/>
                <a:moveTo>
                  <a:pt x="138933" y="85762"/>
                </a:moveTo>
                <a:lnTo>
                  <a:pt x="141235" y="83461"/>
                </a:lnTo>
                <a:lnTo>
                  <a:pt x="144504" y="83461"/>
                </a:lnTo>
                <a:lnTo>
                  <a:pt x="146172" y="85162"/>
                </a:lnTo>
                <a:lnTo>
                  <a:pt x="142102" y="85162"/>
                </a:lnTo>
                <a:lnTo>
                  <a:pt x="141935" y="85162"/>
                </a:lnTo>
                <a:lnTo>
                  <a:pt x="138933" y="88131"/>
                </a:lnTo>
                <a:close/>
                <a:moveTo>
                  <a:pt x="145037" y="82927"/>
                </a:moveTo>
                <a:lnTo>
                  <a:pt x="145037" y="79658"/>
                </a:lnTo>
                <a:lnTo>
                  <a:pt x="147339" y="77356"/>
                </a:lnTo>
                <a:lnTo>
                  <a:pt x="149707" y="77356"/>
                </a:lnTo>
                <a:lnTo>
                  <a:pt x="146705" y="80358"/>
                </a:lnTo>
                <a:lnTo>
                  <a:pt x="146705" y="84595"/>
                </a:lnTo>
                <a:close/>
                <a:moveTo>
                  <a:pt x="158180" y="77356"/>
                </a:moveTo>
                <a:lnTo>
                  <a:pt x="160548" y="77356"/>
                </a:lnTo>
                <a:lnTo>
                  <a:pt x="162850" y="79658"/>
                </a:lnTo>
                <a:lnTo>
                  <a:pt x="162850" y="82927"/>
                </a:lnTo>
                <a:lnTo>
                  <a:pt x="161182" y="84595"/>
                </a:lnTo>
                <a:lnTo>
                  <a:pt x="161182" y="80358"/>
                </a:lnTo>
                <a:close/>
                <a:moveTo>
                  <a:pt x="163417" y="83461"/>
                </a:moveTo>
                <a:lnTo>
                  <a:pt x="166653" y="83461"/>
                </a:lnTo>
                <a:lnTo>
                  <a:pt x="168954" y="85762"/>
                </a:lnTo>
                <a:lnTo>
                  <a:pt x="168954" y="88131"/>
                </a:lnTo>
                <a:lnTo>
                  <a:pt x="165952" y="85129"/>
                </a:lnTo>
                <a:lnTo>
                  <a:pt x="165786" y="85129"/>
                </a:lnTo>
                <a:lnTo>
                  <a:pt x="161716" y="85129"/>
                </a:lnTo>
                <a:close/>
                <a:moveTo>
                  <a:pt x="169755" y="85762"/>
                </a:moveTo>
                <a:lnTo>
                  <a:pt x="172023" y="83461"/>
                </a:lnTo>
                <a:lnTo>
                  <a:pt x="175292" y="83461"/>
                </a:lnTo>
                <a:lnTo>
                  <a:pt x="176960" y="85162"/>
                </a:lnTo>
                <a:lnTo>
                  <a:pt x="172724" y="85162"/>
                </a:lnTo>
                <a:lnTo>
                  <a:pt x="169755" y="88131"/>
                </a:lnTo>
                <a:close/>
                <a:moveTo>
                  <a:pt x="175826" y="82927"/>
                </a:moveTo>
                <a:lnTo>
                  <a:pt x="175826" y="79658"/>
                </a:lnTo>
                <a:lnTo>
                  <a:pt x="178128" y="77356"/>
                </a:lnTo>
                <a:lnTo>
                  <a:pt x="180496" y="77356"/>
                </a:lnTo>
                <a:lnTo>
                  <a:pt x="177627" y="80258"/>
                </a:lnTo>
                <a:lnTo>
                  <a:pt x="177527" y="80525"/>
                </a:lnTo>
                <a:lnTo>
                  <a:pt x="177527" y="84595"/>
                </a:lnTo>
                <a:close/>
                <a:moveTo>
                  <a:pt x="191837" y="80258"/>
                </a:moveTo>
                <a:lnTo>
                  <a:pt x="188969" y="77356"/>
                </a:lnTo>
                <a:lnTo>
                  <a:pt x="191337" y="77356"/>
                </a:lnTo>
                <a:lnTo>
                  <a:pt x="193639" y="79658"/>
                </a:lnTo>
                <a:lnTo>
                  <a:pt x="193639" y="82927"/>
                </a:lnTo>
                <a:lnTo>
                  <a:pt x="191971" y="84595"/>
                </a:lnTo>
                <a:lnTo>
                  <a:pt x="191971" y="80525"/>
                </a:lnTo>
                <a:close/>
                <a:moveTo>
                  <a:pt x="194206" y="83461"/>
                </a:moveTo>
                <a:lnTo>
                  <a:pt x="197441" y="83461"/>
                </a:lnTo>
                <a:lnTo>
                  <a:pt x="199743" y="85762"/>
                </a:lnTo>
                <a:lnTo>
                  <a:pt x="199743" y="88131"/>
                </a:lnTo>
                <a:lnTo>
                  <a:pt x="196741" y="85129"/>
                </a:lnTo>
                <a:lnTo>
                  <a:pt x="192538" y="85129"/>
                </a:lnTo>
                <a:close/>
                <a:moveTo>
                  <a:pt x="200544" y="85762"/>
                </a:moveTo>
                <a:lnTo>
                  <a:pt x="202812" y="83461"/>
                </a:lnTo>
                <a:lnTo>
                  <a:pt x="206081" y="83461"/>
                </a:lnTo>
                <a:lnTo>
                  <a:pt x="207749" y="85162"/>
                </a:lnTo>
                <a:lnTo>
                  <a:pt x="203679" y="85162"/>
                </a:lnTo>
                <a:lnTo>
                  <a:pt x="203512" y="85162"/>
                </a:lnTo>
                <a:lnTo>
                  <a:pt x="200544" y="88131"/>
                </a:lnTo>
                <a:close/>
                <a:moveTo>
                  <a:pt x="206648" y="82927"/>
                </a:moveTo>
                <a:lnTo>
                  <a:pt x="206648" y="79658"/>
                </a:lnTo>
                <a:lnTo>
                  <a:pt x="208916" y="77356"/>
                </a:lnTo>
                <a:lnTo>
                  <a:pt x="211285" y="77356"/>
                </a:lnTo>
                <a:lnTo>
                  <a:pt x="208316" y="80358"/>
                </a:lnTo>
                <a:lnTo>
                  <a:pt x="208316" y="84595"/>
                </a:lnTo>
                <a:close/>
                <a:moveTo>
                  <a:pt x="212419" y="76589"/>
                </a:moveTo>
                <a:lnTo>
                  <a:pt x="209083" y="73253"/>
                </a:lnTo>
                <a:lnTo>
                  <a:pt x="209083" y="68583"/>
                </a:lnTo>
                <a:lnTo>
                  <a:pt x="210618" y="67049"/>
                </a:lnTo>
                <a:lnTo>
                  <a:pt x="210618" y="72620"/>
                </a:lnTo>
                <a:lnTo>
                  <a:pt x="214587" y="76589"/>
                </a:lnTo>
                <a:lnTo>
                  <a:pt x="212419" y="76589"/>
                </a:lnTo>
                <a:close/>
                <a:moveTo>
                  <a:pt x="210518" y="65681"/>
                </a:moveTo>
                <a:lnTo>
                  <a:pt x="204813" y="65681"/>
                </a:lnTo>
                <a:lnTo>
                  <a:pt x="201077" y="61979"/>
                </a:lnTo>
                <a:lnTo>
                  <a:pt x="208850" y="61979"/>
                </a:lnTo>
                <a:lnTo>
                  <a:pt x="210518" y="63646"/>
                </a:lnTo>
                <a:lnTo>
                  <a:pt x="210518" y="65681"/>
                </a:lnTo>
                <a:close/>
                <a:moveTo>
                  <a:pt x="201077" y="61178"/>
                </a:moveTo>
                <a:lnTo>
                  <a:pt x="204813" y="57475"/>
                </a:lnTo>
                <a:lnTo>
                  <a:pt x="210518" y="57475"/>
                </a:lnTo>
                <a:lnTo>
                  <a:pt x="210518" y="59510"/>
                </a:lnTo>
                <a:lnTo>
                  <a:pt x="208850" y="61178"/>
                </a:lnTo>
                <a:close/>
                <a:moveTo>
                  <a:pt x="210618" y="56108"/>
                </a:moveTo>
                <a:lnTo>
                  <a:pt x="209083" y="54573"/>
                </a:lnTo>
                <a:lnTo>
                  <a:pt x="209083" y="49903"/>
                </a:lnTo>
                <a:lnTo>
                  <a:pt x="212419" y="46568"/>
                </a:lnTo>
                <a:lnTo>
                  <a:pt x="214587" y="46568"/>
                </a:lnTo>
                <a:lnTo>
                  <a:pt x="210618" y="50537"/>
                </a:lnTo>
                <a:lnTo>
                  <a:pt x="210618" y="56108"/>
                </a:lnTo>
                <a:close/>
                <a:moveTo>
                  <a:pt x="212419" y="45800"/>
                </a:moveTo>
                <a:lnTo>
                  <a:pt x="209083" y="42465"/>
                </a:lnTo>
                <a:lnTo>
                  <a:pt x="209083" y="37795"/>
                </a:lnTo>
                <a:lnTo>
                  <a:pt x="210618" y="36260"/>
                </a:lnTo>
                <a:lnTo>
                  <a:pt x="210618" y="41831"/>
                </a:lnTo>
                <a:lnTo>
                  <a:pt x="214587" y="45800"/>
                </a:lnTo>
                <a:close/>
                <a:moveTo>
                  <a:pt x="208549" y="37228"/>
                </a:moveTo>
                <a:lnTo>
                  <a:pt x="203846" y="37228"/>
                </a:lnTo>
                <a:lnTo>
                  <a:pt x="200544" y="33892"/>
                </a:lnTo>
                <a:lnTo>
                  <a:pt x="200544" y="31757"/>
                </a:lnTo>
                <a:lnTo>
                  <a:pt x="204480" y="35693"/>
                </a:lnTo>
                <a:lnTo>
                  <a:pt x="204647" y="35693"/>
                </a:lnTo>
                <a:lnTo>
                  <a:pt x="210084" y="35693"/>
                </a:lnTo>
                <a:close/>
                <a:moveTo>
                  <a:pt x="199743" y="33892"/>
                </a:moveTo>
                <a:lnTo>
                  <a:pt x="196441" y="37228"/>
                </a:lnTo>
                <a:lnTo>
                  <a:pt x="191737" y="37228"/>
                </a:lnTo>
                <a:lnTo>
                  <a:pt x="190203" y="35693"/>
                </a:lnTo>
                <a:lnTo>
                  <a:pt x="195807" y="35693"/>
                </a:lnTo>
                <a:lnTo>
                  <a:pt x="199743" y="31757"/>
                </a:lnTo>
                <a:close/>
                <a:moveTo>
                  <a:pt x="188869" y="41497"/>
                </a:moveTo>
                <a:lnTo>
                  <a:pt x="185133" y="45233"/>
                </a:lnTo>
                <a:lnTo>
                  <a:pt x="185133" y="37494"/>
                </a:lnTo>
                <a:lnTo>
                  <a:pt x="186801" y="35793"/>
                </a:lnTo>
                <a:lnTo>
                  <a:pt x="188835" y="35793"/>
                </a:lnTo>
                <a:lnTo>
                  <a:pt x="188835" y="41497"/>
                </a:lnTo>
                <a:close/>
                <a:moveTo>
                  <a:pt x="184332" y="45233"/>
                </a:moveTo>
                <a:lnTo>
                  <a:pt x="180629" y="41497"/>
                </a:lnTo>
                <a:lnTo>
                  <a:pt x="180629" y="35793"/>
                </a:lnTo>
                <a:lnTo>
                  <a:pt x="182664" y="35793"/>
                </a:lnTo>
                <a:lnTo>
                  <a:pt x="184332" y="37461"/>
                </a:lnTo>
                <a:lnTo>
                  <a:pt x="184332" y="45233"/>
                </a:lnTo>
                <a:close/>
                <a:moveTo>
                  <a:pt x="177761" y="37228"/>
                </a:moveTo>
                <a:lnTo>
                  <a:pt x="173057" y="37228"/>
                </a:lnTo>
                <a:lnTo>
                  <a:pt x="169755" y="33892"/>
                </a:lnTo>
                <a:lnTo>
                  <a:pt x="169755" y="31757"/>
                </a:lnTo>
                <a:lnTo>
                  <a:pt x="173691" y="35693"/>
                </a:lnTo>
                <a:lnTo>
                  <a:pt x="179262" y="35693"/>
                </a:lnTo>
                <a:close/>
                <a:moveTo>
                  <a:pt x="168954" y="33892"/>
                </a:moveTo>
                <a:lnTo>
                  <a:pt x="165619" y="37228"/>
                </a:lnTo>
                <a:lnTo>
                  <a:pt x="160949" y="37228"/>
                </a:lnTo>
                <a:lnTo>
                  <a:pt x="159414" y="35693"/>
                </a:lnTo>
                <a:lnTo>
                  <a:pt x="164852" y="35693"/>
                </a:lnTo>
                <a:lnTo>
                  <a:pt x="164985" y="35693"/>
                </a:lnTo>
                <a:lnTo>
                  <a:pt x="168954" y="31757"/>
                </a:lnTo>
                <a:close/>
                <a:moveTo>
                  <a:pt x="158047" y="41497"/>
                </a:moveTo>
                <a:lnTo>
                  <a:pt x="154344" y="45233"/>
                </a:lnTo>
                <a:lnTo>
                  <a:pt x="154344" y="37494"/>
                </a:lnTo>
                <a:lnTo>
                  <a:pt x="156012" y="35793"/>
                </a:lnTo>
                <a:lnTo>
                  <a:pt x="158047" y="35793"/>
                </a:lnTo>
                <a:lnTo>
                  <a:pt x="158047" y="41497"/>
                </a:lnTo>
                <a:close/>
                <a:moveTo>
                  <a:pt x="153543" y="45233"/>
                </a:moveTo>
                <a:lnTo>
                  <a:pt x="149841" y="41497"/>
                </a:lnTo>
                <a:lnTo>
                  <a:pt x="149841" y="35793"/>
                </a:lnTo>
                <a:lnTo>
                  <a:pt x="151876" y="35793"/>
                </a:lnTo>
                <a:lnTo>
                  <a:pt x="153543" y="37461"/>
                </a:lnTo>
                <a:lnTo>
                  <a:pt x="153543" y="45233"/>
                </a:lnTo>
                <a:close/>
                <a:moveTo>
                  <a:pt x="146939" y="37228"/>
                </a:moveTo>
                <a:lnTo>
                  <a:pt x="142269" y="37228"/>
                </a:lnTo>
                <a:lnTo>
                  <a:pt x="138933" y="33892"/>
                </a:lnTo>
                <a:lnTo>
                  <a:pt x="138933" y="31757"/>
                </a:lnTo>
                <a:lnTo>
                  <a:pt x="142903" y="35693"/>
                </a:lnTo>
                <a:lnTo>
                  <a:pt x="143069" y="35693"/>
                </a:lnTo>
                <a:lnTo>
                  <a:pt x="148473" y="35693"/>
                </a:lnTo>
                <a:close/>
                <a:moveTo>
                  <a:pt x="138166" y="33892"/>
                </a:moveTo>
                <a:lnTo>
                  <a:pt x="134830" y="37228"/>
                </a:lnTo>
                <a:lnTo>
                  <a:pt x="130160" y="37228"/>
                </a:lnTo>
                <a:lnTo>
                  <a:pt x="128626" y="35693"/>
                </a:lnTo>
                <a:lnTo>
                  <a:pt x="134196" y="35693"/>
                </a:lnTo>
                <a:lnTo>
                  <a:pt x="138166" y="31757"/>
                </a:lnTo>
                <a:close/>
                <a:moveTo>
                  <a:pt x="127258" y="41497"/>
                </a:moveTo>
                <a:lnTo>
                  <a:pt x="123555" y="45233"/>
                </a:lnTo>
                <a:lnTo>
                  <a:pt x="123555" y="37494"/>
                </a:lnTo>
                <a:lnTo>
                  <a:pt x="125223" y="35793"/>
                </a:lnTo>
                <a:lnTo>
                  <a:pt x="127258" y="35793"/>
                </a:lnTo>
                <a:close/>
                <a:moveTo>
                  <a:pt x="122755" y="45233"/>
                </a:moveTo>
                <a:lnTo>
                  <a:pt x="119052" y="41497"/>
                </a:lnTo>
                <a:lnTo>
                  <a:pt x="119052" y="35793"/>
                </a:lnTo>
                <a:lnTo>
                  <a:pt x="121087" y="35793"/>
                </a:lnTo>
                <a:lnTo>
                  <a:pt x="122755" y="37461"/>
                </a:lnTo>
                <a:close/>
                <a:moveTo>
                  <a:pt x="116150" y="37228"/>
                </a:moveTo>
                <a:lnTo>
                  <a:pt x="111480" y="37228"/>
                </a:lnTo>
                <a:lnTo>
                  <a:pt x="108144" y="33892"/>
                </a:lnTo>
                <a:lnTo>
                  <a:pt x="108144" y="31757"/>
                </a:lnTo>
                <a:lnTo>
                  <a:pt x="112114" y="35693"/>
                </a:lnTo>
                <a:lnTo>
                  <a:pt x="117685" y="35693"/>
                </a:lnTo>
                <a:close/>
                <a:moveTo>
                  <a:pt x="107377" y="33892"/>
                </a:moveTo>
                <a:lnTo>
                  <a:pt x="104041" y="37228"/>
                </a:lnTo>
                <a:lnTo>
                  <a:pt x="99371" y="37228"/>
                </a:lnTo>
                <a:lnTo>
                  <a:pt x="97837" y="35693"/>
                </a:lnTo>
                <a:lnTo>
                  <a:pt x="103241" y="35693"/>
                </a:lnTo>
                <a:lnTo>
                  <a:pt x="103408" y="35693"/>
                </a:lnTo>
                <a:lnTo>
                  <a:pt x="107377" y="31757"/>
                </a:lnTo>
                <a:close/>
                <a:moveTo>
                  <a:pt x="96469" y="41497"/>
                </a:moveTo>
                <a:lnTo>
                  <a:pt x="92767" y="45233"/>
                </a:lnTo>
                <a:lnTo>
                  <a:pt x="92767" y="37494"/>
                </a:lnTo>
                <a:lnTo>
                  <a:pt x="94435" y="35793"/>
                </a:lnTo>
                <a:lnTo>
                  <a:pt x="96469" y="35793"/>
                </a:lnTo>
                <a:close/>
                <a:moveTo>
                  <a:pt x="91966" y="45233"/>
                </a:moveTo>
                <a:lnTo>
                  <a:pt x="88264" y="41497"/>
                </a:lnTo>
                <a:lnTo>
                  <a:pt x="88264" y="35793"/>
                </a:lnTo>
                <a:lnTo>
                  <a:pt x="90298" y="35793"/>
                </a:lnTo>
                <a:lnTo>
                  <a:pt x="91966" y="37461"/>
                </a:lnTo>
                <a:close/>
                <a:moveTo>
                  <a:pt x="85361" y="37228"/>
                </a:moveTo>
                <a:lnTo>
                  <a:pt x="80691" y="37228"/>
                </a:lnTo>
                <a:lnTo>
                  <a:pt x="77356" y="33892"/>
                </a:lnTo>
                <a:lnTo>
                  <a:pt x="77356" y="31757"/>
                </a:lnTo>
                <a:lnTo>
                  <a:pt x="81325" y="35693"/>
                </a:lnTo>
                <a:lnTo>
                  <a:pt x="81492" y="35693"/>
                </a:lnTo>
                <a:lnTo>
                  <a:pt x="86896" y="35693"/>
                </a:lnTo>
                <a:close/>
                <a:moveTo>
                  <a:pt x="76589" y="33892"/>
                </a:moveTo>
                <a:lnTo>
                  <a:pt x="73253" y="37228"/>
                </a:lnTo>
                <a:lnTo>
                  <a:pt x="68583" y="37228"/>
                </a:lnTo>
                <a:lnTo>
                  <a:pt x="67048" y="35693"/>
                </a:lnTo>
                <a:lnTo>
                  <a:pt x="72619" y="35693"/>
                </a:lnTo>
                <a:lnTo>
                  <a:pt x="76589" y="31757"/>
                </a:lnTo>
                <a:close/>
                <a:moveTo>
                  <a:pt x="65681" y="41497"/>
                </a:moveTo>
                <a:lnTo>
                  <a:pt x="61978" y="45233"/>
                </a:lnTo>
                <a:lnTo>
                  <a:pt x="61978" y="37494"/>
                </a:lnTo>
                <a:lnTo>
                  <a:pt x="63646" y="35793"/>
                </a:lnTo>
                <a:lnTo>
                  <a:pt x="65681" y="35793"/>
                </a:lnTo>
                <a:close/>
                <a:moveTo>
                  <a:pt x="61178" y="45233"/>
                </a:moveTo>
                <a:lnTo>
                  <a:pt x="57475" y="41497"/>
                </a:lnTo>
                <a:lnTo>
                  <a:pt x="57475" y="35793"/>
                </a:lnTo>
                <a:lnTo>
                  <a:pt x="59510" y="35793"/>
                </a:lnTo>
                <a:lnTo>
                  <a:pt x="61178" y="37461"/>
                </a:lnTo>
                <a:close/>
                <a:moveTo>
                  <a:pt x="54573" y="37228"/>
                </a:moveTo>
                <a:lnTo>
                  <a:pt x="49903" y="37228"/>
                </a:lnTo>
                <a:lnTo>
                  <a:pt x="46567" y="33892"/>
                </a:lnTo>
                <a:lnTo>
                  <a:pt x="46567" y="31757"/>
                </a:lnTo>
                <a:lnTo>
                  <a:pt x="50537" y="35693"/>
                </a:lnTo>
                <a:lnTo>
                  <a:pt x="56107" y="35693"/>
                </a:lnTo>
                <a:close/>
                <a:moveTo>
                  <a:pt x="45767" y="33892"/>
                </a:moveTo>
                <a:lnTo>
                  <a:pt x="42464" y="37228"/>
                </a:lnTo>
                <a:lnTo>
                  <a:pt x="37761" y="37228"/>
                </a:lnTo>
                <a:lnTo>
                  <a:pt x="36226" y="35693"/>
                </a:lnTo>
                <a:lnTo>
                  <a:pt x="41664" y="35693"/>
                </a:lnTo>
                <a:lnTo>
                  <a:pt x="41830" y="35693"/>
                </a:lnTo>
                <a:lnTo>
                  <a:pt x="45767" y="31757"/>
                </a:lnTo>
                <a:lnTo>
                  <a:pt x="45767" y="33892"/>
                </a:lnTo>
                <a:close/>
                <a:moveTo>
                  <a:pt x="34892" y="41497"/>
                </a:moveTo>
                <a:lnTo>
                  <a:pt x="31189" y="45233"/>
                </a:lnTo>
                <a:lnTo>
                  <a:pt x="31189" y="37494"/>
                </a:lnTo>
                <a:lnTo>
                  <a:pt x="32857" y="35793"/>
                </a:lnTo>
                <a:lnTo>
                  <a:pt x="34892" y="35793"/>
                </a:lnTo>
                <a:close/>
                <a:moveTo>
                  <a:pt x="34892" y="50871"/>
                </a:moveTo>
                <a:lnTo>
                  <a:pt x="34892" y="56575"/>
                </a:lnTo>
                <a:lnTo>
                  <a:pt x="32857" y="56575"/>
                </a:lnTo>
                <a:lnTo>
                  <a:pt x="31189" y="54874"/>
                </a:lnTo>
                <a:lnTo>
                  <a:pt x="31189" y="47135"/>
                </a:lnTo>
                <a:close/>
                <a:moveTo>
                  <a:pt x="32424" y="57242"/>
                </a:moveTo>
                <a:lnTo>
                  <a:pt x="32691" y="57375"/>
                </a:lnTo>
                <a:lnTo>
                  <a:pt x="34592" y="57375"/>
                </a:lnTo>
                <a:lnTo>
                  <a:pt x="33291" y="58643"/>
                </a:lnTo>
                <a:lnTo>
                  <a:pt x="31990" y="58643"/>
                </a:lnTo>
                <a:lnTo>
                  <a:pt x="31189" y="57809"/>
                </a:lnTo>
                <a:lnTo>
                  <a:pt x="31189" y="56008"/>
                </a:lnTo>
                <a:close/>
                <a:moveTo>
                  <a:pt x="33725" y="59077"/>
                </a:moveTo>
                <a:lnTo>
                  <a:pt x="34992" y="57776"/>
                </a:lnTo>
                <a:lnTo>
                  <a:pt x="34992" y="59844"/>
                </a:lnTo>
                <a:lnTo>
                  <a:pt x="36360" y="61178"/>
                </a:lnTo>
                <a:lnTo>
                  <a:pt x="34525" y="61178"/>
                </a:lnTo>
                <a:lnTo>
                  <a:pt x="33725" y="60377"/>
                </a:lnTo>
                <a:close/>
                <a:moveTo>
                  <a:pt x="34525" y="61979"/>
                </a:moveTo>
                <a:lnTo>
                  <a:pt x="36360" y="61979"/>
                </a:lnTo>
                <a:lnTo>
                  <a:pt x="34992" y="63313"/>
                </a:lnTo>
                <a:lnTo>
                  <a:pt x="34992" y="65381"/>
                </a:lnTo>
                <a:lnTo>
                  <a:pt x="33725" y="64080"/>
                </a:lnTo>
                <a:lnTo>
                  <a:pt x="33725" y="62779"/>
                </a:lnTo>
                <a:close/>
                <a:moveTo>
                  <a:pt x="32857" y="66582"/>
                </a:moveTo>
                <a:lnTo>
                  <a:pt x="34892" y="66582"/>
                </a:lnTo>
                <a:lnTo>
                  <a:pt x="34892" y="72286"/>
                </a:lnTo>
                <a:lnTo>
                  <a:pt x="31189" y="76022"/>
                </a:lnTo>
                <a:lnTo>
                  <a:pt x="31189" y="68250"/>
                </a:lnTo>
                <a:close/>
                <a:moveTo>
                  <a:pt x="34892" y="81659"/>
                </a:moveTo>
                <a:lnTo>
                  <a:pt x="34892" y="87363"/>
                </a:lnTo>
                <a:lnTo>
                  <a:pt x="32857" y="87363"/>
                </a:lnTo>
                <a:lnTo>
                  <a:pt x="31189" y="85696"/>
                </a:lnTo>
                <a:lnTo>
                  <a:pt x="31189" y="77923"/>
                </a:lnTo>
                <a:close/>
                <a:moveTo>
                  <a:pt x="37761" y="85929"/>
                </a:moveTo>
                <a:lnTo>
                  <a:pt x="42464" y="85929"/>
                </a:lnTo>
                <a:lnTo>
                  <a:pt x="45767" y="89265"/>
                </a:lnTo>
                <a:lnTo>
                  <a:pt x="45767" y="91400"/>
                </a:lnTo>
                <a:lnTo>
                  <a:pt x="41830" y="87464"/>
                </a:lnTo>
                <a:lnTo>
                  <a:pt x="41664" y="87464"/>
                </a:lnTo>
                <a:lnTo>
                  <a:pt x="36260" y="87464"/>
                </a:lnTo>
                <a:close/>
                <a:moveTo>
                  <a:pt x="46567" y="89265"/>
                </a:moveTo>
                <a:lnTo>
                  <a:pt x="49903" y="85929"/>
                </a:lnTo>
                <a:lnTo>
                  <a:pt x="54573" y="85929"/>
                </a:lnTo>
                <a:lnTo>
                  <a:pt x="56107" y="87464"/>
                </a:lnTo>
                <a:lnTo>
                  <a:pt x="50537" y="87464"/>
                </a:lnTo>
                <a:lnTo>
                  <a:pt x="46567" y="91400"/>
                </a:lnTo>
                <a:close/>
                <a:moveTo>
                  <a:pt x="57475" y="81659"/>
                </a:moveTo>
                <a:lnTo>
                  <a:pt x="61178" y="77923"/>
                </a:lnTo>
                <a:lnTo>
                  <a:pt x="61178" y="85696"/>
                </a:lnTo>
                <a:lnTo>
                  <a:pt x="59510" y="87363"/>
                </a:lnTo>
                <a:lnTo>
                  <a:pt x="57475" y="87363"/>
                </a:lnTo>
                <a:close/>
                <a:moveTo>
                  <a:pt x="61978" y="77923"/>
                </a:moveTo>
                <a:lnTo>
                  <a:pt x="65681" y="81659"/>
                </a:lnTo>
                <a:lnTo>
                  <a:pt x="65681" y="87363"/>
                </a:lnTo>
                <a:lnTo>
                  <a:pt x="63646" y="87363"/>
                </a:lnTo>
                <a:lnTo>
                  <a:pt x="61978" y="85662"/>
                </a:lnTo>
                <a:close/>
                <a:moveTo>
                  <a:pt x="68583" y="85929"/>
                </a:moveTo>
                <a:lnTo>
                  <a:pt x="73253" y="85929"/>
                </a:lnTo>
                <a:lnTo>
                  <a:pt x="76555" y="89265"/>
                </a:lnTo>
                <a:lnTo>
                  <a:pt x="76555" y="91400"/>
                </a:lnTo>
                <a:lnTo>
                  <a:pt x="72619" y="87464"/>
                </a:lnTo>
                <a:lnTo>
                  <a:pt x="67048" y="87464"/>
                </a:lnTo>
                <a:close/>
                <a:moveTo>
                  <a:pt x="77356" y="89265"/>
                </a:moveTo>
                <a:lnTo>
                  <a:pt x="80691" y="85929"/>
                </a:lnTo>
                <a:lnTo>
                  <a:pt x="85361" y="85929"/>
                </a:lnTo>
                <a:lnTo>
                  <a:pt x="86896" y="87464"/>
                </a:lnTo>
                <a:lnTo>
                  <a:pt x="81492" y="87464"/>
                </a:lnTo>
                <a:lnTo>
                  <a:pt x="81325" y="87464"/>
                </a:lnTo>
                <a:lnTo>
                  <a:pt x="77356" y="91400"/>
                </a:lnTo>
                <a:close/>
                <a:moveTo>
                  <a:pt x="88264" y="81659"/>
                </a:moveTo>
                <a:lnTo>
                  <a:pt x="91966" y="77923"/>
                </a:lnTo>
                <a:lnTo>
                  <a:pt x="91966" y="85696"/>
                </a:lnTo>
                <a:lnTo>
                  <a:pt x="90298" y="87363"/>
                </a:lnTo>
                <a:lnTo>
                  <a:pt x="88264" y="87363"/>
                </a:lnTo>
                <a:close/>
                <a:moveTo>
                  <a:pt x="92767" y="77923"/>
                </a:moveTo>
                <a:lnTo>
                  <a:pt x="96469" y="81659"/>
                </a:lnTo>
                <a:lnTo>
                  <a:pt x="96469" y="87363"/>
                </a:lnTo>
                <a:lnTo>
                  <a:pt x="94435" y="87363"/>
                </a:lnTo>
                <a:lnTo>
                  <a:pt x="92767" y="85662"/>
                </a:lnTo>
                <a:close/>
                <a:moveTo>
                  <a:pt x="99371" y="85929"/>
                </a:moveTo>
                <a:lnTo>
                  <a:pt x="104041" y="85929"/>
                </a:lnTo>
                <a:lnTo>
                  <a:pt x="107377" y="89265"/>
                </a:lnTo>
                <a:lnTo>
                  <a:pt x="107377" y="91400"/>
                </a:lnTo>
                <a:lnTo>
                  <a:pt x="103408" y="87464"/>
                </a:lnTo>
                <a:lnTo>
                  <a:pt x="103241" y="87464"/>
                </a:lnTo>
                <a:lnTo>
                  <a:pt x="97837" y="87464"/>
                </a:lnTo>
                <a:close/>
                <a:moveTo>
                  <a:pt x="108144" y="89265"/>
                </a:moveTo>
                <a:lnTo>
                  <a:pt x="111480" y="85929"/>
                </a:lnTo>
                <a:lnTo>
                  <a:pt x="116150" y="85929"/>
                </a:lnTo>
                <a:lnTo>
                  <a:pt x="117685" y="87464"/>
                </a:lnTo>
                <a:lnTo>
                  <a:pt x="112114" y="87464"/>
                </a:lnTo>
                <a:lnTo>
                  <a:pt x="108144" y="91400"/>
                </a:lnTo>
                <a:lnTo>
                  <a:pt x="108144" y="89265"/>
                </a:lnTo>
                <a:close/>
                <a:moveTo>
                  <a:pt x="119052" y="81659"/>
                </a:moveTo>
                <a:lnTo>
                  <a:pt x="122755" y="77923"/>
                </a:lnTo>
                <a:lnTo>
                  <a:pt x="122755" y="85696"/>
                </a:lnTo>
                <a:lnTo>
                  <a:pt x="121087" y="87363"/>
                </a:lnTo>
                <a:lnTo>
                  <a:pt x="119052" y="87363"/>
                </a:lnTo>
                <a:close/>
                <a:moveTo>
                  <a:pt x="123555" y="77923"/>
                </a:moveTo>
                <a:lnTo>
                  <a:pt x="127258" y="81659"/>
                </a:lnTo>
                <a:lnTo>
                  <a:pt x="127258" y="87363"/>
                </a:lnTo>
                <a:lnTo>
                  <a:pt x="125223" y="87363"/>
                </a:lnTo>
                <a:lnTo>
                  <a:pt x="123555" y="85662"/>
                </a:lnTo>
                <a:lnTo>
                  <a:pt x="123555" y="77923"/>
                </a:lnTo>
                <a:close/>
                <a:moveTo>
                  <a:pt x="130160" y="85929"/>
                </a:moveTo>
                <a:lnTo>
                  <a:pt x="134830" y="85929"/>
                </a:lnTo>
                <a:lnTo>
                  <a:pt x="138166" y="89265"/>
                </a:lnTo>
                <a:lnTo>
                  <a:pt x="138166" y="91400"/>
                </a:lnTo>
                <a:lnTo>
                  <a:pt x="134196" y="87464"/>
                </a:lnTo>
                <a:lnTo>
                  <a:pt x="128626" y="87464"/>
                </a:lnTo>
                <a:close/>
                <a:moveTo>
                  <a:pt x="138933" y="89265"/>
                </a:moveTo>
                <a:lnTo>
                  <a:pt x="142269" y="85929"/>
                </a:lnTo>
                <a:lnTo>
                  <a:pt x="146939" y="85929"/>
                </a:lnTo>
                <a:lnTo>
                  <a:pt x="148473" y="87464"/>
                </a:lnTo>
                <a:lnTo>
                  <a:pt x="143069" y="87464"/>
                </a:lnTo>
                <a:lnTo>
                  <a:pt x="142903" y="87464"/>
                </a:lnTo>
                <a:lnTo>
                  <a:pt x="138933" y="91400"/>
                </a:lnTo>
                <a:close/>
                <a:moveTo>
                  <a:pt x="149841" y="81659"/>
                </a:moveTo>
                <a:lnTo>
                  <a:pt x="153543" y="77923"/>
                </a:lnTo>
                <a:lnTo>
                  <a:pt x="153543" y="85696"/>
                </a:lnTo>
                <a:lnTo>
                  <a:pt x="151876" y="87363"/>
                </a:lnTo>
                <a:lnTo>
                  <a:pt x="149841" y="87363"/>
                </a:lnTo>
                <a:lnTo>
                  <a:pt x="149841" y="81659"/>
                </a:lnTo>
                <a:close/>
                <a:moveTo>
                  <a:pt x="154344" y="77923"/>
                </a:moveTo>
                <a:lnTo>
                  <a:pt x="158047" y="81659"/>
                </a:lnTo>
                <a:lnTo>
                  <a:pt x="158047" y="87363"/>
                </a:lnTo>
                <a:lnTo>
                  <a:pt x="156012" y="87363"/>
                </a:lnTo>
                <a:lnTo>
                  <a:pt x="154344" y="85662"/>
                </a:lnTo>
                <a:lnTo>
                  <a:pt x="154344" y="77923"/>
                </a:lnTo>
                <a:close/>
                <a:moveTo>
                  <a:pt x="160949" y="85929"/>
                </a:moveTo>
                <a:lnTo>
                  <a:pt x="165619" y="85929"/>
                </a:lnTo>
                <a:lnTo>
                  <a:pt x="168954" y="89265"/>
                </a:lnTo>
                <a:lnTo>
                  <a:pt x="168954" y="91400"/>
                </a:lnTo>
                <a:lnTo>
                  <a:pt x="164985" y="87464"/>
                </a:lnTo>
                <a:lnTo>
                  <a:pt x="164852" y="87464"/>
                </a:lnTo>
                <a:lnTo>
                  <a:pt x="159414" y="87464"/>
                </a:lnTo>
                <a:close/>
                <a:moveTo>
                  <a:pt x="169755" y="89265"/>
                </a:moveTo>
                <a:lnTo>
                  <a:pt x="173057" y="85929"/>
                </a:lnTo>
                <a:lnTo>
                  <a:pt x="177761" y="85929"/>
                </a:lnTo>
                <a:lnTo>
                  <a:pt x="179262" y="87464"/>
                </a:lnTo>
                <a:lnTo>
                  <a:pt x="173691" y="87464"/>
                </a:lnTo>
                <a:lnTo>
                  <a:pt x="169755" y="91400"/>
                </a:lnTo>
                <a:close/>
                <a:moveTo>
                  <a:pt x="180629" y="81659"/>
                </a:moveTo>
                <a:lnTo>
                  <a:pt x="184332" y="77923"/>
                </a:lnTo>
                <a:lnTo>
                  <a:pt x="184332" y="85696"/>
                </a:lnTo>
                <a:lnTo>
                  <a:pt x="182664" y="87363"/>
                </a:lnTo>
                <a:lnTo>
                  <a:pt x="180629" y="87363"/>
                </a:lnTo>
                <a:lnTo>
                  <a:pt x="180629" y="81659"/>
                </a:lnTo>
                <a:close/>
                <a:moveTo>
                  <a:pt x="185133" y="77923"/>
                </a:moveTo>
                <a:lnTo>
                  <a:pt x="188869" y="81659"/>
                </a:lnTo>
                <a:lnTo>
                  <a:pt x="188869" y="87363"/>
                </a:lnTo>
                <a:lnTo>
                  <a:pt x="186801" y="87363"/>
                </a:lnTo>
                <a:lnTo>
                  <a:pt x="185133" y="85662"/>
                </a:lnTo>
                <a:lnTo>
                  <a:pt x="185133" y="77923"/>
                </a:lnTo>
                <a:close/>
                <a:moveTo>
                  <a:pt x="191737" y="85929"/>
                </a:moveTo>
                <a:lnTo>
                  <a:pt x="196441" y="85929"/>
                </a:lnTo>
                <a:lnTo>
                  <a:pt x="199743" y="89265"/>
                </a:lnTo>
                <a:lnTo>
                  <a:pt x="199743" y="91400"/>
                </a:lnTo>
                <a:lnTo>
                  <a:pt x="195807" y="87464"/>
                </a:lnTo>
                <a:lnTo>
                  <a:pt x="190203" y="87464"/>
                </a:lnTo>
                <a:close/>
                <a:moveTo>
                  <a:pt x="200544" y="89265"/>
                </a:moveTo>
                <a:lnTo>
                  <a:pt x="203846" y="85929"/>
                </a:lnTo>
                <a:lnTo>
                  <a:pt x="208549" y="85929"/>
                </a:lnTo>
                <a:lnTo>
                  <a:pt x="210084" y="87464"/>
                </a:lnTo>
                <a:lnTo>
                  <a:pt x="204647" y="87464"/>
                </a:lnTo>
                <a:lnTo>
                  <a:pt x="204480" y="87464"/>
                </a:lnTo>
                <a:lnTo>
                  <a:pt x="200544" y="91400"/>
                </a:lnTo>
                <a:close/>
                <a:moveTo>
                  <a:pt x="211418" y="81659"/>
                </a:moveTo>
                <a:lnTo>
                  <a:pt x="215154" y="77923"/>
                </a:lnTo>
                <a:lnTo>
                  <a:pt x="215154" y="85696"/>
                </a:lnTo>
                <a:lnTo>
                  <a:pt x="213453" y="87363"/>
                </a:lnTo>
                <a:lnTo>
                  <a:pt x="211418" y="87363"/>
                </a:lnTo>
                <a:lnTo>
                  <a:pt x="211418" y="81659"/>
                </a:lnTo>
                <a:close/>
                <a:moveTo>
                  <a:pt x="211418" y="72286"/>
                </a:moveTo>
                <a:lnTo>
                  <a:pt x="211418" y="66582"/>
                </a:lnTo>
                <a:lnTo>
                  <a:pt x="213453" y="66582"/>
                </a:lnTo>
                <a:lnTo>
                  <a:pt x="215154" y="68283"/>
                </a:lnTo>
                <a:lnTo>
                  <a:pt x="215154" y="76022"/>
                </a:lnTo>
                <a:close/>
                <a:moveTo>
                  <a:pt x="213887" y="65915"/>
                </a:moveTo>
                <a:lnTo>
                  <a:pt x="213620" y="65815"/>
                </a:lnTo>
                <a:lnTo>
                  <a:pt x="211718" y="65815"/>
                </a:lnTo>
                <a:lnTo>
                  <a:pt x="213019" y="64514"/>
                </a:lnTo>
                <a:lnTo>
                  <a:pt x="214320" y="64514"/>
                </a:lnTo>
                <a:lnTo>
                  <a:pt x="215154" y="65348"/>
                </a:lnTo>
                <a:lnTo>
                  <a:pt x="215154" y="67149"/>
                </a:lnTo>
                <a:close/>
                <a:moveTo>
                  <a:pt x="212586" y="64113"/>
                </a:moveTo>
                <a:lnTo>
                  <a:pt x="211318" y="65381"/>
                </a:lnTo>
                <a:lnTo>
                  <a:pt x="211318" y="63346"/>
                </a:lnTo>
                <a:lnTo>
                  <a:pt x="209950" y="61979"/>
                </a:lnTo>
                <a:lnTo>
                  <a:pt x="211785" y="61979"/>
                </a:lnTo>
                <a:lnTo>
                  <a:pt x="212586" y="62813"/>
                </a:lnTo>
                <a:lnTo>
                  <a:pt x="212586" y="64113"/>
                </a:lnTo>
                <a:close/>
                <a:moveTo>
                  <a:pt x="211785" y="61178"/>
                </a:moveTo>
                <a:lnTo>
                  <a:pt x="209950" y="61178"/>
                </a:lnTo>
                <a:lnTo>
                  <a:pt x="211318" y="59844"/>
                </a:lnTo>
                <a:lnTo>
                  <a:pt x="211318" y="57776"/>
                </a:lnTo>
                <a:lnTo>
                  <a:pt x="212586" y="59077"/>
                </a:lnTo>
                <a:lnTo>
                  <a:pt x="212586" y="60377"/>
                </a:lnTo>
                <a:close/>
                <a:moveTo>
                  <a:pt x="213453" y="56575"/>
                </a:moveTo>
                <a:lnTo>
                  <a:pt x="211418" y="56575"/>
                </a:lnTo>
                <a:lnTo>
                  <a:pt x="211418" y="50871"/>
                </a:lnTo>
                <a:lnTo>
                  <a:pt x="215154" y="47135"/>
                </a:lnTo>
                <a:lnTo>
                  <a:pt x="215154" y="54874"/>
                </a:lnTo>
                <a:close/>
                <a:moveTo>
                  <a:pt x="211418" y="41497"/>
                </a:moveTo>
                <a:lnTo>
                  <a:pt x="211418" y="35793"/>
                </a:lnTo>
                <a:lnTo>
                  <a:pt x="213453" y="35793"/>
                </a:lnTo>
                <a:lnTo>
                  <a:pt x="215154" y="37494"/>
                </a:lnTo>
                <a:lnTo>
                  <a:pt x="215154" y="45233"/>
                </a:lnTo>
                <a:close/>
                <a:moveTo>
                  <a:pt x="213887" y="35126"/>
                </a:moveTo>
                <a:lnTo>
                  <a:pt x="213620" y="34993"/>
                </a:lnTo>
                <a:lnTo>
                  <a:pt x="211718" y="34993"/>
                </a:lnTo>
                <a:lnTo>
                  <a:pt x="213019" y="33725"/>
                </a:lnTo>
                <a:lnTo>
                  <a:pt x="214320" y="33725"/>
                </a:lnTo>
                <a:lnTo>
                  <a:pt x="215154" y="34559"/>
                </a:lnTo>
                <a:lnTo>
                  <a:pt x="215154" y="36360"/>
                </a:lnTo>
                <a:close/>
                <a:moveTo>
                  <a:pt x="210518" y="32858"/>
                </a:moveTo>
                <a:lnTo>
                  <a:pt x="210518" y="34893"/>
                </a:lnTo>
                <a:lnTo>
                  <a:pt x="204813" y="34893"/>
                </a:lnTo>
                <a:lnTo>
                  <a:pt x="201077" y="31190"/>
                </a:lnTo>
                <a:lnTo>
                  <a:pt x="208850" y="31190"/>
                </a:lnTo>
                <a:close/>
                <a:moveTo>
                  <a:pt x="195473" y="34893"/>
                </a:moveTo>
                <a:lnTo>
                  <a:pt x="189736" y="34893"/>
                </a:lnTo>
                <a:lnTo>
                  <a:pt x="189736" y="32858"/>
                </a:lnTo>
                <a:lnTo>
                  <a:pt x="191437" y="31190"/>
                </a:lnTo>
                <a:lnTo>
                  <a:pt x="199176" y="31190"/>
                </a:lnTo>
                <a:close/>
                <a:moveTo>
                  <a:pt x="187268" y="33725"/>
                </a:moveTo>
                <a:lnTo>
                  <a:pt x="188535" y="34993"/>
                </a:lnTo>
                <a:lnTo>
                  <a:pt x="186667" y="34993"/>
                </a:lnTo>
                <a:lnTo>
                  <a:pt x="186367" y="35126"/>
                </a:lnTo>
                <a:lnTo>
                  <a:pt x="185133" y="36360"/>
                </a:lnTo>
                <a:lnTo>
                  <a:pt x="185133" y="34559"/>
                </a:lnTo>
                <a:lnTo>
                  <a:pt x="185967" y="33725"/>
                </a:lnTo>
                <a:lnTo>
                  <a:pt x="187268" y="33725"/>
                </a:lnTo>
                <a:close/>
                <a:moveTo>
                  <a:pt x="184332" y="36360"/>
                </a:moveTo>
                <a:lnTo>
                  <a:pt x="183098" y="35126"/>
                </a:lnTo>
                <a:lnTo>
                  <a:pt x="182831" y="34993"/>
                </a:lnTo>
                <a:lnTo>
                  <a:pt x="180930" y="34993"/>
                </a:lnTo>
                <a:lnTo>
                  <a:pt x="182231" y="33725"/>
                </a:lnTo>
                <a:lnTo>
                  <a:pt x="183532" y="33725"/>
                </a:lnTo>
                <a:lnTo>
                  <a:pt x="184332" y="34559"/>
                </a:lnTo>
                <a:close/>
                <a:moveTo>
                  <a:pt x="179729" y="32858"/>
                </a:moveTo>
                <a:lnTo>
                  <a:pt x="179729" y="34893"/>
                </a:lnTo>
                <a:lnTo>
                  <a:pt x="174025" y="34893"/>
                </a:lnTo>
                <a:lnTo>
                  <a:pt x="170289" y="31190"/>
                </a:lnTo>
                <a:lnTo>
                  <a:pt x="178061" y="31190"/>
                </a:lnTo>
                <a:close/>
                <a:moveTo>
                  <a:pt x="164685" y="34893"/>
                </a:moveTo>
                <a:lnTo>
                  <a:pt x="158947" y="34893"/>
                </a:lnTo>
                <a:lnTo>
                  <a:pt x="158947" y="32858"/>
                </a:lnTo>
                <a:lnTo>
                  <a:pt x="160649" y="31190"/>
                </a:lnTo>
                <a:lnTo>
                  <a:pt x="168387" y="31190"/>
                </a:lnTo>
                <a:close/>
                <a:moveTo>
                  <a:pt x="156479" y="33725"/>
                </a:moveTo>
                <a:lnTo>
                  <a:pt x="157746" y="34993"/>
                </a:lnTo>
                <a:lnTo>
                  <a:pt x="155878" y="34993"/>
                </a:lnTo>
                <a:lnTo>
                  <a:pt x="155578" y="35126"/>
                </a:lnTo>
                <a:lnTo>
                  <a:pt x="154344" y="36360"/>
                </a:lnTo>
                <a:lnTo>
                  <a:pt x="154344" y="34559"/>
                </a:lnTo>
                <a:lnTo>
                  <a:pt x="155178" y="33725"/>
                </a:lnTo>
                <a:lnTo>
                  <a:pt x="156479" y="33725"/>
                </a:lnTo>
                <a:close/>
                <a:moveTo>
                  <a:pt x="153543" y="36360"/>
                </a:moveTo>
                <a:lnTo>
                  <a:pt x="152309" y="35126"/>
                </a:lnTo>
                <a:lnTo>
                  <a:pt x="152042" y="34993"/>
                </a:lnTo>
                <a:lnTo>
                  <a:pt x="150141" y="34993"/>
                </a:lnTo>
                <a:lnTo>
                  <a:pt x="151442" y="33725"/>
                </a:lnTo>
                <a:lnTo>
                  <a:pt x="152743" y="33725"/>
                </a:lnTo>
                <a:lnTo>
                  <a:pt x="153543" y="34559"/>
                </a:lnTo>
                <a:close/>
                <a:moveTo>
                  <a:pt x="148940" y="32858"/>
                </a:moveTo>
                <a:lnTo>
                  <a:pt x="148940" y="34893"/>
                </a:lnTo>
                <a:lnTo>
                  <a:pt x="143236" y="34893"/>
                </a:lnTo>
                <a:lnTo>
                  <a:pt x="139500" y="31190"/>
                </a:lnTo>
                <a:lnTo>
                  <a:pt x="147239" y="31190"/>
                </a:lnTo>
                <a:close/>
                <a:moveTo>
                  <a:pt x="133896" y="34893"/>
                </a:moveTo>
                <a:lnTo>
                  <a:pt x="128159" y="34893"/>
                </a:lnTo>
                <a:lnTo>
                  <a:pt x="128159" y="32858"/>
                </a:lnTo>
                <a:lnTo>
                  <a:pt x="129860" y="31190"/>
                </a:lnTo>
                <a:lnTo>
                  <a:pt x="137599" y="31190"/>
                </a:lnTo>
                <a:close/>
                <a:moveTo>
                  <a:pt x="125690" y="33725"/>
                </a:moveTo>
                <a:lnTo>
                  <a:pt x="126958" y="34993"/>
                </a:lnTo>
                <a:lnTo>
                  <a:pt x="125056" y="34993"/>
                </a:lnTo>
                <a:lnTo>
                  <a:pt x="124790" y="35126"/>
                </a:lnTo>
                <a:lnTo>
                  <a:pt x="123555" y="36360"/>
                </a:lnTo>
                <a:lnTo>
                  <a:pt x="123555" y="34559"/>
                </a:lnTo>
                <a:lnTo>
                  <a:pt x="124389" y="33725"/>
                </a:lnTo>
                <a:lnTo>
                  <a:pt x="125690" y="33725"/>
                </a:lnTo>
                <a:close/>
                <a:moveTo>
                  <a:pt x="122755" y="36360"/>
                </a:moveTo>
                <a:lnTo>
                  <a:pt x="121521" y="35126"/>
                </a:lnTo>
                <a:lnTo>
                  <a:pt x="121254" y="34993"/>
                </a:lnTo>
                <a:lnTo>
                  <a:pt x="119352" y="34993"/>
                </a:lnTo>
                <a:lnTo>
                  <a:pt x="120653" y="33725"/>
                </a:lnTo>
                <a:lnTo>
                  <a:pt x="121954" y="33725"/>
                </a:lnTo>
                <a:lnTo>
                  <a:pt x="122755" y="34559"/>
                </a:lnTo>
                <a:lnTo>
                  <a:pt x="122755" y="36360"/>
                </a:lnTo>
                <a:close/>
                <a:moveTo>
                  <a:pt x="118152" y="32858"/>
                </a:moveTo>
                <a:lnTo>
                  <a:pt x="118152" y="34893"/>
                </a:lnTo>
                <a:lnTo>
                  <a:pt x="112447" y="34893"/>
                </a:lnTo>
                <a:lnTo>
                  <a:pt x="108711" y="31190"/>
                </a:lnTo>
                <a:lnTo>
                  <a:pt x="116450" y="31190"/>
                </a:lnTo>
                <a:close/>
                <a:moveTo>
                  <a:pt x="103074" y="34893"/>
                </a:moveTo>
                <a:lnTo>
                  <a:pt x="97370" y="34893"/>
                </a:lnTo>
                <a:lnTo>
                  <a:pt x="97370" y="32858"/>
                </a:lnTo>
                <a:lnTo>
                  <a:pt x="99071" y="31190"/>
                </a:lnTo>
                <a:lnTo>
                  <a:pt x="106810" y="31190"/>
                </a:lnTo>
                <a:close/>
                <a:moveTo>
                  <a:pt x="94868" y="33725"/>
                </a:moveTo>
                <a:lnTo>
                  <a:pt x="96169" y="34993"/>
                </a:lnTo>
                <a:lnTo>
                  <a:pt x="94268" y="34993"/>
                </a:lnTo>
                <a:lnTo>
                  <a:pt x="94001" y="35126"/>
                </a:lnTo>
                <a:lnTo>
                  <a:pt x="92767" y="36360"/>
                </a:lnTo>
                <a:lnTo>
                  <a:pt x="92767" y="34559"/>
                </a:lnTo>
                <a:lnTo>
                  <a:pt x="93567" y="33725"/>
                </a:lnTo>
                <a:lnTo>
                  <a:pt x="94868" y="33725"/>
                </a:lnTo>
                <a:close/>
                <a:moveTo>
                  <a:pt x="91966" y="36360"/>
                </a:moveTo>
                <a:lnTo>
                  <a:pt x="90732" y="35126"/>
                </a:lnTo>
                <a:lnTo>
                  <a:pt x="90465" y="34993"/>
                </a:lnTo>
                <a:lnTo>
                  <a:pt x="88564" y="34993"/>
                </a:lnTo>
                <a:lnTo>
                  <a:pt x="89865" y="33725"/>
                </a:lnTo>
                <a:lnTo>
                  <a:pt x="91166" y="33725"/>
                </a:lnTo>
                <a:lnTo>
                  <a:pt x="91966" y="34559"/>
                </a:lnTo>
                <a:lnTo>
                  <a:pt x="91966" y="36360"/>
                </a:lnTo>
                <a:close/>
                <a:moveTo>
                  <a:pt x="87363" y="32858"/>
                </a:moveTo>
                <a:lnTo>
                  <a:pt x="87363" y="34893"/>
                </a:lnTo>
                <a:lnTo>
                  <a:pt x="81659" y="34893"/>
                </a:lnTo>
                <a:lnTo>
                  <a:pt x="77923" y="31190"/>
                </a:lnTo>
                <a:lnTo>
                  <a:pt x="85662" y="31190"/>
                </a:lnTo>
                <a:close/>
                <a:moveTo>
                  <a:pt x="72285" y="34893"/>
                </a:moveTo>
                <a:lnTo>
                  <a:pt x="66581" y="34893"/>
                </a:lnTo>
                <a:lnTo>
                  <a:pt x="66581" y="32858"/>
                </a:lnTo>
                <a:lnTo>
                  <a:pt x="68249" y="31190"/>
                </a:lnTo>
                <a:lnTo>
                  <a:pt x="76021" y="31190"/>
                </a:lnTo>
                <a:close/>
                <a:moveTo>
                  <a:pt x="64080" y="33725"/>
                </a:moveTo>
                <a:lnTo>
                  <a:pt x="65381" y="34993"/>
                </a:lnTo>
                <a:lnTo>
                  <a:pt x="63479" y="34993"/>
                </a:lnTo>
                <a:lnTo>
                  <a:pt x="63212" y="35126"/>
                </a:lnTo>
                <a:lnTo>
                  <a:pt x="61978" y="36360"/>
                </a:lnTo>
                <a:lnTo>
                  <a:pt x="61978" y="34559"/>
                </a:lnTo>
                <a:lnTo>
                  <a:pt x="62779" y="33725"/>
                </a:lnTo>
                <a:lnTo>
                  <a:pt x="64080" y="33725"/>
                </a:lnTo>
                <a:close/>
                <a:moveTo>
                  <a:pt x="61178" y="36360"/>
                </a:moveTo>
                <a:lnTo>
                  <a:pt x="59943" y="35126"/>
                </a:lnTo>
                <a:lnTo>
                  <a:pt x="59676" y="34993"/>
                </a:lnTo>
                <a:lnTo>
                  <a:pt x="57775" y="34993"/>
                </a:lnTo>
                <a:lnTo>
                  <a:pt x="59043" y="33725"/>
                </a:lnTo>
                <a:lnTo>
                  <a:pt x="60344" y="33725"/>
                </a:lnTo>
                <a:lnTo>
                  <a:pt x="61178" y="34559"/>
                </a:lnTo>
                <a:close/>
                <a:moveTo>
                  <a:pt x="56574" y="32858"/>
                </a:moveTo>
                <a:lnTo>
                  <a:pt x="56574" y="34893"/>
                </a:lnTo>
                <a:lnTo>
                  <a:pt x="50837" y="34893"/>
                </a:lnTo>
                <a:lnTo>
                  <a:pt x="47134" y="31190"/>
                </a:lnTo>
                <a:lnTo>
                  <a:pt x="54873" y="31190"/>
                </a:lnTo>
                <a:close/>
                <a:moveTo>
                  <a:pt x="41497" y="34893"/>
                </a:moveTo>
                <a:lnTo>
                  <a:pt x="35793" y="34893"/>
                </a:lnTo>
                <a:lnTo>
                  <a:pt x="35793" y="32858"/>
                </a:lnTo>
                <a:lnTo>
                  <a:pt x="37461" y="31190"/>
                </a:lnTo>
                <a:lnTo>
                  <a:pt x="45233" y="31190"/>
                </a:lnTo>
                <a:close/>
                <a:moveTo>
                  <a:pt x="33291" y="33725"/>
                </a:moveTo>
                <a:lnTo>
                  <a:pt x="34592" y="34993"/>
                </a:lnTo>
                <a:lnTo>
                  <a:pt x="32691" y="34993"/>
                </a:lnTo>
                <a:lnTo>
                  <a:pt x="32424" y="35126"/>
                </a:lnTo>
                <a:lnTo>
                  <a:pt x="31189" y="36360"/>
                </a:lnTo>
                <a:lnTo>
                  <a:pt x="31189" y="34559"/>
                </a:lnTo>
                <a:lnTo>
                  <a:pt x="31990" y="33725"/>
                </a:lnTo>
                <a:lnTo>
                  <a:pt x="33291" y="33725"/>
                </a:lnTo>
                <a:close/>
                <a:moveTo>
                  <a:pt x="30389" y="57809"/>
                </a:moveTo>
                <a:lnTo>
                  <a:pt x="29555" y="58643"/>
                </a:lnTo>
                <a:lnTo>
                  <a:pt x="28254" y="58643"/>
                </a:lnTo>
                <a:lnTo>
                  <a:pt x="26986" y="57375"/>
                </a:lnTo>
                <a:lnTo>
                  <a:pt x="28854" y="57375"/>
                </a:lnTo>
                <a:lnTo>
                  <a:pt x="29155" y="57242"/>
                </a:lnTo>
                <a:lnTo>
                  <a:pt x="30389" y="56008"/>
                </a:lnTo>
                <a:lnTo>
                  <a:pt x="30389" y="57809"/>
                </a:lnTo>
                <a:close/>
                <a:moveTo>
                  <a:pt x="28521" y="60811"/>
                </a:moveTo>
                <a:lnTo>
                  <a:pt x="28621" y="60511"/>
                </a:lnTo>
                <a:lnTo>
                  <a:pt x="28621" y="59443"/>
                </a:lnTo>
                <a:lnTo>
                  <a:pt x="29889" y="59443"/>
                </a:lnTo>
                <a:lnTo>
                  <a:pt x="30789" y="58543"/>
                </a:lnTo>
                <a:lnTo>
                  <a:pt x="31656" y="59443"/>
                </a:lnTo>
                <a:lnTo>
                  <a:pt x="32924" y="59443"/>
                </a:lnTo>
                <a:lnTo>
                  <a:pt x="32924" y="60511"/>
                </a:lnTo>
                <a:lnTo>
                  <a:pt x="33057" y="60811"/>
                </a:lnTo>
                <a:lnTo>
                  <a:pt x="33825" y="61578"/>
                </a:lnTo>
                <a:lnTo>
                  <a:pt x="33057" y="62346"/>
                </a:lnTo>
                <a:lnTo>
                  <a:pt x="32924" y="62612"/>
                </a:lnTo>
                <a:lnTo>
                  <a:pt x="32924" y="63713"/>
                </a:lnTo>
                <a:lnTo>
                  <a:pt x="31656" y="63713"/>
                </a:lnTo>
                <a:lnTo>
                  <a:pt x="30789" y="64614"/>
                </a:lnTo>
                <a:lnTo>
                  <a:pt x="29889" y="63713"/>
                </a:lnTo>
                <a:lnTo>
                  <a:pt x="28621" y="63713"/>
                </a:lnTo>
                <a:lnTo>
                  <a:pt x="28621" y="62612"/>
                </a:lnTo>
                <a:lnTo>
                  <a:pt x="28521" y="62346"/>
                </a:lnTo>
                <a:lnTo>
                  <a:pt x="27754" y="61578"/>
                </a:lnTo>
                <a:close/>
                <a:moveTo>
                  <a:pt x="28254" y="64514"/>
                </a:moveTo>
                <a:lnTo>
                  <a:pt x="29555" y="64514"/>
                </a:lnTo>
                <a:lnTo>
                  <a:pt x="30389" y="65348"/>
                </a:lnTo>
                <a:lnTo>
                  <a:pt x="30389" y="67149"/>
                </a:lnTo>
                <a:lnTo>
                  <a:pt x="29155" y="65915"/>
                </a:lnTo>
                <a:lnTo>
                  <a:pt x="28854" y="65781"/>
                </a:lnTo>
                <a:lnTo>
                  <a:pt x="26986" y="65781"/>
                </a:lnTo>
                <a:close/>
                <a:moveTo>
                  <a:pt x="31189" y="86796"/>
                </a:moveTo>
                <a:lnTo>
                  <a:pt x="32424" y="88031"/>
                </a:lnTo>
                <a:lnTo>
                  <a:pt x="32691" y="88164"/>
                </a:lnTo>
                <a:lnTo>
                  <a:pt x="34592" y="88164"/>
                </a:lnTo>
                <a:lnTo>
                  <a:pt x="33291" y="89432"/>
                </a:lnTo>
                <a:lnTo>
                  <a:pt x="31990" y="89432"/>
                </a:lnTo>
                <a:lnTo>
                  <a:pt x="31189" y="88631"/>
                </a:lnTo>
                <a:lnTo>
                  <a:pt x="31189" y="86796"/>
                </a:lnTo>
                <a:close/>
                <a:moveTo>
                  <a:pt x="35793" y="90299"/>
                </a:moveTo>
                <a:lnTo>
                  <a:pt x="35793" y="88264"/>
                </a:lnTo>
                <a:lnTo>
                  <a:pt x="41497" y="88264"/>
                </a:lnTo>
                <a:lnTo>
                  <a:pt x="45233" y="91967"/>
                </a:lnTo>
                <a:lnTo>
                  <a:pt x="37461" y="91967"/>
                </a:lnTo>
                <a:close/>
                <a:moveTo>
                  <a:pt x="50837" y="88264"/>
                </a:moveTo>
                <a:lnTo>
                  <a:pt x="56574" y="88264"/>
                </a:lnTo>
                <a:lnTo>
                  <a:pt x="56574" y="90299"/>
                </a:lnTo>
                <a:lnTo>
                  <a:pt x="54873" y="91967"/>
                </a:lnTo>
                <a:lnTo>
                  <a:pt x="47134" y="91967"/>
                </a:lnTo>
                <a:close/>
                <a:moveTo>
                  <a:pt x="59043" y="89432"/>
                </a:moveTo>
                <a:lnTo>
                  <a:pt x="57775" y="88164"/>
                </a:lnTo>
                <a:lnTo>
                  <a:pt x="59676" y="88164"/>
                </a:lnTo>
                <a:lnTo>
                  <a:pt x="59943" y="88031"/>
                </a:lnTo>
                <a:lnTo>
                  <a:pt x="61178" y="86796"/>
                </a:lnTo>
                <a:lnTo>
                  <a:pt x="61178" y="88598"/>
                </a:lnTo>
                <a:lnTo>
                  <a:pt x="60344" y="89432"/>
                </a:lnTo>
                <a:lnTo>
                  <a:pt x="59043" y="89432"/>
                </a:lnTo>
                <a:close/>
                <a:moveTo>
                  <a:pt x="61978" y="86796"/>
                </a:moveTo>
                <a:lnTo>
                  <a:pt x="63212" y="88031"/>
                </a:lnTo>
                <a:lnTo>
                  <a:pt x="63479" y="88164"/>
                </a:lnTo>
                <a:lnTo>
                  <a:pt x="65381" y="88164"/>
                </a:lnTo>
                <a:lnTo>
                  <a:pt x="64080" y="89432"/>
                </a:lnTo>
                <a:lnTo>
                  <a:pt x="62779" y="89432"/>
                </a:lnTo>
                <a:lnTo>
                  <a:pt x="61978" y="88631"/>
                </a:lnTo>
                <a:close/>
                <a:moveTo>
                  <a:pt x="66581" y="90299"/>
                </a:moveTo>
                <a:lnTo>
                  <a:pt x="66581" y="88264"/>
                </a:lnTo>
                <a:lnTo>
                  <a:pt x="72285" y="88264"/>
                </a:lnTo>
                <a:lnTo>
                  <a:pt x="76021" y="91967"/>
                </a:lnTo>
                <a:lnTo>
                  <a:pt x="68249" y="91967"/>
                </a:lnTo>
                <a:close/>
                <a:moveTo>
                  <a:pt x="81659" y="88264"/>
                </a:moveTo>
                <a:lnTo>
                  <a:pt x="87363" y="88264"/>
                </a:lnTo>
                <a:lnTo>
                  <a:pt x="87363" y="90299"/>
                </a:lnTo>
                <a:lnTo>
                  <a:pt x="85662" y="91967"/>
                </a:lnTo>
                <a:lnTo>
                  <a:pt x="77923" y="91967"/>
                </a:lnTo>
                <a:close/>
                <a:moveTo>
                  <a:pt x="89831" y="89432"/>
                </a:moveTo>
                <a:lnTo>
                  <a:pt x="88564" y="88164"/>
                </a:lnTo>
                <a:lnTo>
                  <a:pt x="90465" y="88164"/>
                </a:lnTo>
                <a:lnTo>
                  <a:pt x="90732" y="88031"/>
                </a:lnTo>
                <a:lnTo>
                  <a:pt x="91966" y="86796"/>
                </a:lnTo>
                <a:lnTo>
                  <a:pt x="91966" y="88598"/>
                </a:lnTo>
                <a:lnTo>
                  <a:pt x="91132" y="89432"/>
                </a:lnTo>
                <a:lnTo>
                  <a:pt x="89831" y="89432"/>
                </a:lnTo>
                <a:close/>
                <a:moveTo>
                  <a:pt x="92767" y="86796"/>
                </a:moveTo>
                <a:lnTo>
                  <a:pt x="94001" y="88031"/>
                </a:lnTo>
                <a:lnTo>
                  <a:pt x="94268" y="88164"/>
                </a:lnTo>
                <a:lnTo>
                  <a:pt x="96169" y="88164"/>
                </a:lnTo>
                <a:lnTo>
                  <a:pt x="94868" y="89432"/>
                </a:lnTo>
                <a:lnTo>
                  <a:pt x="93567" y="89432"/>
                </a:lnTo>
                <a:lnTo>
                  <a:pt x="92767" y="88631"/>
                </a:lnTo>
                <a:lnTo>
                  <a:pt x="92767" y="86796"/>
                </a:lnTo>
                <a:close/>
                <a:moveTo>
                  <a:pt x="97370" y="90299"/>
                </a:moveTo>
                <a:lnTo>
                  <a:pt x="97370" y="88264"/>
                </a:lnTo>
                <a:lnTo>
                  <a:pt x="103074" y="88264"/>
                </a:lnTo>
                <a:lnTo>
                  <a:pt x="106810" y="91967"/>
                </a:lnTo>
                <a:lnTo>
                  <a:pt x="99071" y="91967"/>
                </a:lnTo>
                <a:close/>
                <a:moveTo>
                  <a:pt x="112447" y="88264"/>
                </a:moveTo>
                <a:lnTo>
                  <a:pt x="118152" y="88264"/>
                </a:lnTo>
                <a:lnTo>
                  <a:pt x="118152" y="90299"/>
                </a:lnTo>
                <a:lnTo>
                  <a:pt x="116450" y="91967"/>
                </a:lnTo>
                <a:lnTo>
                  <a:pt x="108711" y="91967"/>
                </a:lnTo>
                <a:close/>
                <a:moveTo>
                  <a:pt x="120653" y="89432"/>
                </a:moveTo>
                <a:lnTo>
                  <a:pt x="119352" y="88164"/>
                </a:lnTo>
                <a:lnTo>
                  <a:pt x="121254" y="88164"/>
                </a:lnTo>
                <a:lnTo>
                  <a:pt x="121521" y="88031"/>
                </a:lnTo>
                <a:lnTo>
                  <a:pt x="122755" y="86796"/>
                </a:lnTo>
                <a:lnTo>
                  <a:pt x="122755" y="88598"/>
                </a:lnTo>
                <a:lnTo>
                  <a:pt x="121954" y="89432"/>
                </a:lnTo>
                <a:lnTo>
                  <a:pt x="120653" y="89432"/>
                </a:lnTo>
                <a:close/>
                <a:moveTo>
                  <a:pt x="123555" y="86796"/>
                </a:moveTo>
                <a:lnTo>
                  <a:pt x="124790" y="88031"/>
                </a:lnTo>
                <a:lnTo>
                  <a:pt x="125056" y="88164"/>
                </a:lnTo>
                <a:lnTo>
                  <a:pt x="126958" y="88164"/>
                </a:lnTo>
                <a:lnTo>
                  <a:pt x="125657" y="89432"/>
                </a:lnTo>
                <a:lnTo>
                  <a:pt x="124356" y="89432"/>
                </a:lnTo>
                <a:lnTo>
                  <a:pt x="123555" y="88631"/>
                </a:lnTo>
                <a:lnTo>
                  <a:pt x="123555" y="86796"/>
                </a:lnTo>
                <a:close/>
                <a:moveTo>
                  <a:pt x="128159" y="90299"/>
                </a:moveTo>
                <a:lnTo>
                  <a:pt x="128159" y="88264"/>
                </a:lnTo>
                <a:lnTo>
                  <a:pt x="133863" y="88264"/>
                </a:lnTo>
                <a:lnTo>
                  <a:pt x="137599" y="91967"/>
                </a:lnTo>
                <a:lnTo>
                  <a:pt x="129860" y="91967"/>
                </a:lnTo>
                <a:close/>
                <a:moveTo>
                  <a:pt x="143236" y="88264"/>
                </a:moveTo>
                <a:lnTo>
                  <a:pt x="148940" y="88264"/>
                </a:lnTo>
                <a:lnTo>
                  <a:pt x="148940" y="90299"/>
                </a:lnTo>
                <a:lnTo>
                  <a:pt x="147272" y="91967"/>
                </a:lnTo>
                <a:lnTo>
                  <a:pt x="139500" y="91967"/>
                </a:lnTo>
                <a:close/>
                <a:moveTo>
                  <a:pt x="151442" y="89432"/>
                </a:moveTo>
                <a:lnTo>
                  <a:pt x="150141" y="88164"/>
                </a:lnTo>
                <a:lnTo>
                  <a:pt x="152042" y="88164"/>
                </a:lnTo>
                <a:lnTo>
                  <a:pt x="152309" y="88031"/>
                </a:lnTo>
                <a:lnTo>
                  <a:pt x="153543" y="86796"/>
                </a:lnTo>
                <a:lnTo>
                  <a:pt x="153543" y="88598"/>
                </a:lnTo>
                <a:lnTo>
                  <a:pt x="152743" y="89432"/>
                </a:lnTo>
                <a:lnTo>
                  <a:pt x="151442" y="89432"/>
                </a:lnTo>
                <a:close/>
                <a:moveTo>
                  <a:pt x="154344" y="86796"/>
                </a:moveTo>
                <a:lnTo>
                  <a:pt x="155578" y="88031"/>
                </a:lnTo>
                <a:lnTo>
                  <a:pt x="155845" y="88164"/>
                </a:lnTo>
                <a:lnTo>
                  <a:pt x="157746" y="88164"/>
                </a:lnTo>
                <a:lnTo>
                  <a:pt x="156479" y="89432"/>
                </a:lnTo>
                <a:lnTo>
                  <a:pt x="155178" y="89432"/>
                </a:lnTo>
                <a:lnTo>
                  <a:pt x="154344" y="88631"/>
                </a:lnTo>
                <a:close/>
                <a:moveTo>
                  <a:pt x="158947" y="90299"/>
                </a:moveTo>
                <a:lnTo>
                  <a:pt x="158947" y="88264"/>
                </a:lnTo>
                <a:lnTo>
                  <a:pt x="164685" y="88264"/>
                </a:lnTo>
                <a:lnTo>
                  <a:pt x="168387" y="91967"/>
                </a:lnTo>
                <a:lnTo>
                  <a:pt x="160649" y="91967"/>
                </a:lnTo>
                <a:close/>
                <a:moveTo>
                  <a:pt x="174025" y="88264"/>
                </a:moveTo>
                <a:lnTo>
                  <a:pt x="179729" y="88264"/>
                </a:lnTo>
                <a:lnTo>
                  <a:pt x="179729" y="90299"/>
                </a:lnTo>
                <a:lnTo>
                  <a:pt x="178061" y="91967"/>
                </a:lnTo>
                <a:lnTo>
                  <a:pt x="170289" y="91967"/>
                </a:lnTo>
                <a:close/>
                <a:moveTo>
                  <a:pt x="182231" y="89432"/>
                </a:moveTo>
                <a:lnTo>
                  <a:pt x="180930" y="88164"/>
                </a:lnTo>
                <a:lnTo>
                  <a:pt x="182831" y="88164"/>
                </a:lnTo>
                <a:lnTo>
                  <a:pt x="183098" y="88031"/>
                </a:lnTo>
                <a:lnTo>
                  <a:pt x="184332" y="86796"/>
                </a:lnTo>
                <a:lnTo>
                  <a:pt x="184332" y="88598"/>
                </a:lnTo>
                <a:lnTo>
                  <a:pt x="183532" y="89432"/>
                </a:lnTo>
                <a:lnTo>
                  <a:pt x="182231" y="89432"/>
                </a:lnTo>
                <a:close/>
                <a:moveTo>
                  <a:pt x="185133" y="86796"/>
                </a:moveTo>
                <a:lnTo>
                  <a:pt x="186367" y="88031"/>
                </a:lnTo>
                <a:lnTo>
                  <a:pt x="186667" y="88164"/>
                </a:lnTo>
                <a:lnTo>
                  <a:pt x="188535" y="88164"/>
                </a:lnTo>
                <a:lnTo>
                  <a:pt x="187268" y="89432"/>
                </a:lnTo>
                <a:lnTo>
                  <a:pt x="185967" y="89432"/>
                </a:lnTo>
                <a:lnTo>
                  <a:pt x="185133" y="88631"/>
                </a:lnTo>
                <a:close/>
                <a:moveTo>
                  <a:pt x="189736" y="90299"/>
                </a:moveTo>
                <a:lnTo>
                  <a:pt x="189736" y="88264"/>
                </a:lnTo>
                <a:lnTo>
                  <a:pt x="195473" y="88264"/>
                </a:lnTo>
                <a:lnTo>
                  <a:pt x="199176" y="91967"/>
                </a:lnTo>
                <a:lnTo>
                  <a:pt x="191437" y="91967"/>
                </a:lnTo>
                <a:close/>
                <a:moveTo>
                  <a:pt x="204813" y="88264"/>
                </a:moveTo>
                <a:lnTo>
                  <a:pt x="210518" y="88264"/>
                </a:lnTo>
                <a:lnTo>
                  <a:pt x="210518" y="90299"/>
                </a:lnTo>
                <a:lnTo>
                  <a:pt x="208850" y="91967"/>
                </a:lnTo>
                <a:lnTo>
                  <a:pt x="201077" y="91967"/>
                </a:lnTo>
                <a:close/>
                <a:moveTo>
                  <a:pt x="213019" y="89432"/>
                </a:moveTo>
                <a:lnTo>
                  <a:pt x="211718" y="88164"/>
                </a:lnTo>
                <a:lnTo>
                  <a:pt x="213620" y="88164"/>
                </a:lnTo>
                <a:lnTo>
                  <a:pt x="213887" y="88031"/>
                </a:lnTo>
                <a:lnTo>
                  <a:pt x="215121" y="86796"/>
                </a:lnTo>
                <a:lnTo>
                  <a:pt x="215121" y="88598"/>
                </a:lnTo>
                <a:lnTo>
                  <a:pt x="214320" y="89432"/>
                </a:lnTo>
                <a:lnTo>
                  <a:pt x="213019" y="89432"/>
                </a:lnTo>
                <a:close/>
                <a:moveTo>
                  <a:pt x="215921" y="65348"/>
                </a:moveTo>
                <a:lnTo>
                  <a:pt x="216755" y="64514"/>
                </a:lnTo>
                <a:lnTo>
                  <a:pt x="218056" y="64514"/>
                </a:lnTo>
                <a:lnTo>
                  <a:pt x="219324" y="65815"/>
                </a:lnTo>
                <a:lnTo>
                  <a:pt x="217456" y="65815"/>
                </a:lnTo>
                <a:lnTo>
                  <a:pt x="217156" y="65915"/>
                </a:lnTo>
                <a:lnTo>
                  <a:pt x="215921" y="67149"/>
                </a:lnTo>
                <a:close/>
                <a:moveTo>
                  <a:pt x="217789" y="62346"/>
                </a:moveTo>
                <a:lnTo>
                  <a:pt x="217689" y="62646"/>
                </a:lnTo>
                <a:lnTo>
                  <a:pt x="217689" y="63713"/>
                </a:lnTo>
                <a:lnTo>
                  <a:pt x="216422" y="63713"/>
                </a:lnTo>
                <a:lnTo>
                  <a:pt x="215521" y="64614"/>
                </a:lnTo>
                <a:lnTo>
                  <a:pt x="214654" y="63713"/>
                </a:lnTo>
                <a:lnTo>
                  <a:pt x="213386" y="63713"/>
                </a:lnTo>
                <a:lnTo>
                  <a:pt x="213386" y="62646"/>
                </a:lnTo>
                <a:lnTo>
                  <a:pt x="213286" y="62346"/>
                </a:lnTo>
                <a:lnTo>
                  <a:pt x="212486" y="61578"/>
                </a:lnTo>
                <a:lnTo>
                  <a:pt x="213286" y="60811"/>
                </a:lnTo>
                <a:lnTo>
                  <a:pt x="213386" y="60544"/>
                </a:lnTo>
                <a:lnTo>
                  <a:pt x="213386" y="59443"/>
                </a:lnTo>
                <a:lnTo>
                  <a:pt x="214654" y="59443"/>
                </a:lnTo>
                <a:lnTo>
                  <a:pt x="215521" y="58543"/>
                </a:lnTo>
                <a:lnTo>
                  <a:pt x="216422" y="59443"/>
                </a:lnTo>
                <a:lnTo>
                  <a:pt x="217689" y="59443"/>
                </a:lnTo>
                <a:lnTo>
                  <a:pt x="217689" y="60544"/>
                </a:lnTo>
                <a:lnTo>
                  <a:pt x="217789" y="60811"/>
                </a:lnTo>
                <a:lnTo>
                  <a:pt x="218557" y="61578"/>
                </a:lnTo>
                <a:close/>
                <a:moveTo>
                  <a:pt x="218056" y="58643"/>
                </a:moveTo>
                <a:lnTo>
                  <a:pt x="216755" y="58643"/>
                </a:lnTo>
                <a:lnTo>
                  <a:pt x="215921" y="57809"/>
                </a:lnTo>
                <a:lnTo>
                  <a:pt x="215921" y="56008"/>
                </a:lnTo>
                <a:lnTo>
                  <a:pt x="217156" y="57242"/>
                </a:lnTo>
                <a:lnTo>
                  <a:pt x="217456" y="57375"/>
                </a:lnTo>
                <a:lnTo>
                  <a:pt x="219324" y="57375"/>
                </a:lnTo>
                <a:close/>
                <a:moveTo>
                  <a:pt x="215921" y="34559"/>
                </a:moveTo>
                <a:lnTo>
                  <a:pt x="216755" y="33725"/>
                </a:lnTo>
                <a:lnTo>
                  <a:pt x="218056" y="33725"/>
                </a:lnTo>
                <a:lnTo>
                  <a:pt x="219324" y="34993"/>
                </a:lnTo>
                <a:lnTo>
                  <a:pt x="217456" y="34993"/>
                </a:lnTo>
                <a:lnTo>
                  <a:pt x="217156" y="35126"/>
                </a:lnTo>
                <a:lnTo>
                  <a:pt x="215921" y="36360"/>
                </a:lnTo>
                <a:close/>
                <a:moveTo>
                  <a:pt x="27020" y="31190"/>
                </a:moveTo>
                <a:lnTo>
                  <a:pt x="27854" y="31990"/>
                </a:lnTo>
                <a:lnTo>
                  <a:pt x="27854" y="33291"/>
                </a:lnTo>
                <a:lnTo>
                  <a:pt x="26553" y="34592"/>
                </a:lnTo>
                <a:lnTo>
                  <a:pt x="26553" y="32524"/>
                </a:lnTo>
                <a:lnTo>
                  <a:pt x="25219" y="31190"/>
                </a:lnTo>
                <a:lnTo>
                  <a:pt x="27020" y="31190"/>
                </a:lnTo>
                <a:close/>
                <a:moveTo>
                  <a:pt x="26653" y="35793"/>
                </a:moveTo>
                <a:lnTo>
                  <a:pt x="28721" y="35793"/>
                </a:lnTo>
                <a:lnTo>
                  <a:pt x="30389" y="37494"/>
                </a:lnTo>
                <a:lnTo>
                  <a:pt x="30389" y="45233"/>
                </a:lnTo>
                <a:lnTo>
                  <a:pt x="26653" y="41497"/>
                </a:lnTo>
                <a:lnTo>
                  <a:pt x="26653" y="35793"/>
                </a:lnTo>
                <a:close/>
                <a:moveTo>
                  <a:pt x="30389" y="54874"/>
                </a:moveTo>
                <a:lnTo>
                  <a:pt x="28721" y="56575"/>
                </a:lnTo>
                <a:lnTo>
                  <a:pt x="26653" y="56575"/>
                </a:lnTo>
                <a:lnTo>
                  <a:pt x="26653" y="50871"/>
                </a:lnTo>
                <a:lnTo>
                  <a:pt x="30389" y="47135"/>
                </a:lnTo>
                <a:lnTo>
                  <a:pt x="30389" y="54874"/>
                </a:lnTo>
                <a:close/>
                <a:moveTo>
                  <a:pt x="26553" y="57776"/>
                </a:moveTo>
                <a:lnTo>
                  <a:pt x="27854" y="59077"/>
                </a:lnTo>
                <a:lnTo>
                  <a:pt x="27854" y="60377"/>
                </a:lnTo>
                <a:lnTo>
                  <a:pt x="27020" y="61178"/>
                </a:lnTo>
                <a:lnTo>
                  <a:pt x="25219" y="61178"/>
                </a:lnTo>
                <a:lnTo>
                  <a:pt x="26553" y="59844"/>
                </a:lnTo>
                <a:lnTo>
                  <a:pt x="26553" y="57776"/>
                </a:lnTo>
                <a:close/>
                <a:moveTo>
                  <a:pt x="27020" y="61979"/>
                </a:moveTo>
                <a:lnTo>
                  <a:pt x="27854" y="62813"/>
                </a:lnTo>
                <a:lnTo>
                  <a:pt x="27854" y="64113"/>
                </a:lnTo>
                <a:lnTo>
                  <a:pt x="26553" y="65381"/>
                </a:lnTo>
                <a:lnTo>
                  <a:pt x="26553" y="63346"/>
                </a:lnTo>
                <a:lnTo>
                  <a:pt x="25185" y="61979"/>
                </a:lnTo>
                <a:lnTo>
                  <a:pt x="27020" y="61979"/>
                </a:lnTo>
                <a:close/>
                <a:moveTo>
                  <a:pt x="26653" y="66582"/>
                </a:moveTo>
                <a:lnTo>
                  <a:pt x="28721" y="66582"/>
                </a:lnTo>
                <a:lnTo>
                  <a:pt x="30389" y="68283"/>
                </a:lnTo>
                <a:lnTo>
                  <a:pt x="30389" y="76022"/>
                </a:lnTo>
                <a:lnTo>
                  <a:pt x="26653" y="72286"/>
                </a:lnTo>
                <a:lnTo>
                  <a:pt x="26653" y="66582"/>
                </a:lnTo>
                <a:close/>
                <a:moveTo>
                  <a:pt x="30389" y="85696"/>
                </a:moveTo>
                <a:lnTo>
                  <a:pt x="28721" y="87363"/>
                </a:lnTo>
                <a:lnTo>
                  <a:pt x="26653" y="87363"/>
                </a:lnTo>
                <a:lnTo>
                  <a:pt x="26653" y="81659"/>
                </a:lnTo>
                <a:lnTo>
                  <a:pt x="30389" y="77923"/>
                </a:lnTo>
                <a:lnTo>
                  <a:pt x="30389" y="85696"/>
                </a:lnTo>
                <a:close/>
                <a:moveTo>
                  <a:pt x="26553" y="88564"/>
                </a:moveTo>
                <a:lnTo>
                  <a:pt x="27854" y="89865"/>
                </a:lnTo>
                <a:lnTo>
                  <a:pt x="27854" y="91166"/>
                </a:lnTo>
                <a:lnTo>
                  <a:pt x="27020" y="91967"/>
                </a:lnTo>
                <a:lnTo>
                  <a:pt x="25219" y="91967"/>
                </a:lnTo>
                <a:lnTo>
                  <a:pt x="26553" y="90632"/>
                </a:lnTo>
                <a:lnTo>
                  <a:pt x="26553" y="88564"/>
                </a:lnTo>
                <a:close/>
                <a:moveTo>
                  <a:pt x="219290" y="91967"/>
                </a:moveTo>
                <a:lnTo>
                  <a:pt x="218457" y="91166"/>
                </a:lnTo>
                <a:lnTo>
                  <a:pt x="218457" y="89865"/>
                </a:lnTo>
                <a:lnTo>
                  <a:pt x="219757" y="88564"/>
                </a:lnTo>
                <a:lnTo>
                  <a:pt x="219757" y="90632"/>
                </a:lnTo>
                <a:lnTo>
                  <a:pt x="221092" y="91967"/>
                </a:lnTo>
                <a:lnTo>
                  <a:pt x="219290" y="91967"/>
                </a:lnTo>
                <a:close/>
                <a:moveTo>
                  <a:pt x="219657" y="87363"/>
                </a:moveTo>
                <a:lnTo>
                  <a:pt x="217623" y="87363"/>
                </a:lnTo>
                <a:lnTo>
                  <a:pt x="215921" y="85696"/>
                </a:lnTo>
                <a:lnTo>
                  <a:pt x="215921" y="77923"/>
                </a:lnTo>
                <a:lnTo>
                  <a:pt x="219657" y="81659"/>
                </a:lnTo>
                <a:lnTo>
                  <a:pt x="219657" y="87363"/>
                </a:lnTo>
                <a:close/>
                <a:moveTo>
                  <a:pt x="215921" y="68283"/>
                </a:moveTo>
                <a:lnTo>
                  <a:pt x="217623" y="66582"/>
                </a:lnTo>
                <a:lnTo>
                  <a:pt x="219657" y="66582"/>
                </a:lnTo>
                <a:lnTo>
                  <a:pt x="219657" y="72286"/>
                </a:lnTo>
                <a:lnTo>
                  <a:pt x="215921" y="76022"/>
                </a:lnTo>
                <a:lnTo>
                  <a:pt x="215921" y="68283"/>
                </a:lnTo>
                <a:close/>
                <a:moveTo>
                  <a:pt x="219757" y="65381"/>
                </a:moveTo>
                <a:lnTo>
                  <a:pt x="218457" y="64080"/>
                </a:lnTo>
                <a:lnTo>
                  <a:pt x="218457" y="62779"/>
                </a:lnTo>
                <a:lnTo>
                  <a:pt x="219290" y="61979"/>
                </a:lnTo>
                <a:lnTo>
                  <a:pt x="221092" y="61979"/>
                </a:lnTo>
                <a:lnTo>
                  <a:pt x="219757" y="63313"/>
                </a:lnTo>
                <a:lnTo>
                  <a:pt x="219757" y="65381"/>
                </a:lnTo>
                <a:close/>
                <a:moveTo>
                  <a:pt x="219290" y="61178"/>
                </a:moveTo>
                <a:lnTo>
                  <a:pt x="218457" y="60377"/>
                </a:lnTo>
                <a:lnTo>
                  <a:pt x="218457" y="59077"/>
                </a:lnTo>
                <a:lnTo>
                  <a:pt x="219757" y="57776"/>
                </a:lnTo>
                <a:lnTo>
                  <a:pt x="219757" y="59844"/>
                </a:lnTo>
                <a:lnTo>
                  <a:pt x="221092" y="61178"/>
                </a:lnTo>
                <a:lnTo>
                  <a:pt x="219290" y="61178"/>
                </a:lnTo>
                <a:close/>
                <a:moveTo>
                  <a:pt x="219657" y="56575"/>
                </a:moveTo>
                <a:lnTo>
                  <a:pt x="217623" y="56575"/>
                </a:lnTo>
                <a:lnTo>
                  <a:pt x="215921" y="54874"/>
                </a:lnTo>
                <a:lnTo>
                  <a:pt x="215921" y="47135"/>
                </a:lnTo>
                <a:lnTo>
                  <a:pt x="219657" y="50871"/>
                </a:lnTo>
                <a:lnTo>
                  <a:pt x="219657" y="56575"/>
                </a:lnTo>
                <a:close/>
                <a:moveTo>
                  <a:pt x="215921" y="37494"/>
                </a:moveTo>
                <a:lnTo>
                  <a:pt x="217623" y="35793"/>
                </a:lnTo>
                <a:lnTo>
                  <a:pt x="219657" y="35793"/>
                </a:lnTo>
                <a:lnTo>
                  <a:pt x="219657" y="41497"/>
                </a:lnTo>
                <a:lnTo>
                  <a:pt x="215921" y="45233"/>
                </a:lnTo>
                <a:lnTo>
                  <a:pt x="215921" y="37494"/>
                </a:lnTo>
                <a:close/>
                <a:moveTo>
                  <a:pt x="219757" y="34592"/>
                </a:moveTo>
                <a:lnTo>
                  <a:pt x="218457" y="33291"/>
                </a:lnTo>
                <a:lnTo>
                  <a:pt x="218457" y="31990"/>
                </a:lnTo>
                <a:lnTo>
                  <a:pt x="219290" y="31190"/>
                </a:lnTo>
                <a:lnTo>
                  <a:pt x="221092" y="31190"/>
                </a:lnTo>
                <a:lnTo>
                  <a:pt x="219757" y="32524"/>
                </a:lnTo>
                <a:lnTo>
                  <a:pt x="219757" y="34592"/>
                </a:lnTo>
                <a:close/>
                <a:moveTo>
                  <a:pt x="219290" y="30389"/>
                </a:moveTo>
                <a:lnTo>
                  <a:pt x="218457" y="29555"/>
                </a:lnTo>
                <a:lnTo>
                  <a:pt x="218457" y="28254"/>
                </a:lnTo>
                <a:lnTo>
                  <a:pt x="219757" y="26987"/>
                </a:lnTo>
                <a:lnTo>
                  <a:pt x="219757" y="29022"/>
                </a:lnTo>
                <a:lnTo>
                  <a:pt x="221092" y="30389"/>
                </a:lnTo>
                <a:lnTo>
                  <a:pt x="219290" y="30389"/>
                </a:lnTo>
                <a:close/>
                <a:moveTo>
                  <a:pt x="218056" y="27854"/>
                </a:moveTo>
                <a:lnTo>
                  <a:pt x="216755" y="27854"/>
                </a:lnTo>
                <a:lnTo>
                  <a:pt x="215921" y="27020"/>
                </a:lnTo>
                <a:lnTo>
                  <a:pt x="215921" y="25219"/>
                </a:lnTo>
                <a:lnTo>
                  <a:pt x="217156" y="26453"/>
                </a:lnTo>
                <a:lnTo>
                  <a:pt x="217456" y="26553"/>
                </a:lnTo>
                <a:lnTo>
                  <a:pt x="219324" y="26553"/>
                </a:lnTo>
                <a:close/>
                <a:moveTo>
                  <a:pt x="215121" y="27020"/>
                </a:moveTo>
                <a:lnTo>
                  <a:pt x="214320" y="27854"/>
                </a:lnTo>
                <a:lnTo>
                  <a:pt x="213019" y="27854"/>
                </a:lnTo>
                <a:lnTo>
                  <a:pt x="211718" y="26553"/>
                </a:lnTo>
                <a:lnTo>
                  <a:pt x="213620" y="26553"/>
                </a:lnTo>
                <a:lnTo>
                  <a:pt x="213887" y="26453"/>
                </a:lnTo>
                <a:lnTo>
                  <a:pt x="215121" y="25219"/>
                </a:lnTo>
                <a:close/>
                <a:moveTo>
                  <a:pt x="210518" y="28721"/>
                </a:moveTo>
                <a:lnTo>
                  <a:pt x="208850" y="30389"/>
                </a:lnTo>
                <a:lnTo>
                  <a:pt x="201077" y="30389"/>
                </a:lnTo>
                <a:lnTo>
                  <a:pt x="204813" y="26687"/>
                </a:lnTo>
                <a:lnTo>
                  <a:pt x="210518" y="26687"/>
                </a:lnTo>
                <a:lnTo>
                  <a:pt x="210518" y="28721"/>
                </a:lnTo>
                <a:close/>
                <a:moveTo>
                  <a:pt x="191437" y="30389"/>
                </a:moveTo>
                <a:lnTo>
                  <a:pt x="189736" y="28721"/>
                </a:lnTo>
                <a:lnTo>
                  <a:pt x="189736" y="26687"/>
                </a:lnTo>
                <a:lnTo>
                  <a:pt x="195473" y="26687"/>
                </a:lnTo>
                <a:lnTo>
                  <a:pt x="199176" y="30389"/>
                </a:lnTo>
                <a:lnTo>
                  <a:pt x="191437" y="30389"/>
                </a:lnTo>
                <a:close/>
                <a:moveTo>
                  <a:pt x="187268" y="27854"/>
                </a:moveTo>
                <a:lnTo>
                  <a:pt x="185967" y="27854"/>
                </a:lnTo>
                <a:lnTo>
                  <a:pt x="185133" y="27020"/>
                </a:lnTo>
                <a:lnTo>
                  <a:pt x="185133" y="25219"/>
                </a:lnTo>
                <a:lnTo>
                  <a:pt x="186367" y="26453"/>
                </a:lnTo>
                <a:lnTo>
                  <a:pt x="186667" y="26553"/>
                </a:lnTo>
                <a:lnTo>
                  <a:pt x="188535" y="26553"/>
                </a:lnTo>
                <a:close/>
                <a:moveTo>
                  <a:pt x="184332" y="27020"/>
                </a:moveTo>
                <a:lnTo>
                  <a:pt x="183532" y="27854"/>
                </a:lnTo>
                <a:lnTo>
                  <a:pt x="182231" y="27854"/>
                </a:lnTo>
                <a:lnTo>
                  <a:pt x="180930" y="26553"/>
                </a:lnTo>
                <a:lnTo>
                  <a:pt x="182831" y="26553"/>
                </a:lnTo>
                <a:lnTo>
                  <a:pt x="183098" y="26453"/>
                </a:lnTo>
                <a:lnTo>
                  <a:pt x="184332" y="25219"/>
                </a:lnTo>
                <a:close/>
                <a:moveTo>
                  <a:pt x="179729" y="28721"/>
                </a:moveTo>
                <a:lnTo>
                  <a:pt x="178061" y="30389"/>
                </a:lnTo>
                <a:lnTo>
                  <a:pt x="170289" y="30389"/>
                </a:lnTo>
                <a:lnTo>
                  <a:pt x="174025" y="26687"/>
                </a:lnTo>
                <a:lnTo>
                  <a:pt x="179729" y="26687"/>
                </a:lnTo>
                <a:lnTo>
                  <a:pt x="179729" y="28721"/>
                </a:lnTo>
                <a:close/>
                <a:moveTo>
                  <a:pt x="160649" y="30389"/>
                </a:moveTo>
                <a:lnTo>
                  <a:pt x="158947" y="28721"/>
                </a:lnTo>
                <a:lnTo>
                  <a:pt x="158947" y="26687"/>
                </a:lnTo>
                <a:lnTo>
                  <a:pt x="164685" y="26687"/>
                </a:lnTo>
                <a:lnTo>
                  <a:pt x="168387" y="30389"/>
                </a:lnTo>
                <a:lnTo>
                  <a:pt x="160649" y="30389"/>
                </a:lnTo>
                <a:close/>
                <a:moveTo>
                  <a:pt x="156479" y="27854"/>
                </a:moveTo>
                <a:lnTo>
                  <a:pt x="155178" y="27854"/>
                </a:lnTo>
                <a:lnTo>
                  <a:pt x="154344" y="27020"/>
                </a:lnTo>
                <a:lnTo>
                  <a:pt x="154344" y="25219"/>
                </a:lnTo>
                <a:lnTo>
                  <a:pt x="155578" y="26453"/>
                </a:lnTo>
                <a:lnTo>
                  <a:pt x="155878" y="26553"/>
                </a:lnTo>
                <a:lnTo>
                  <a:pt x="157746" y="26553"/>
                </a:lnTo>
                <a:close/>
                <a:moveTo>
                  <a:pt x="153543" y="27020"/>
                </a:moveTo>
                <a:lnTo>
                  <a:pt x="152743" y="27854"/>
                </a:lnTo>
                <a:lnTo>
                  <a:pt x="151442" y="27854"/>
                </a:lnTo>
                <a:lnTo>
                  <a:pt x="150141" y="26553"/>
                </a:lnTo>
                <a:lnTo>
                  <a:pt x="152042" y="26553"/>
                </a:lnTo>
                <a:lnTo>
                  <a:pt x="152309" y="26453"/>
                </a:lnTo>
                <a:lnTo>
                  <a:pt x="153543" y="25219"/>
                </a:lnTo>
                <a:close/>
                <a:moveTo>
                  <a:pt x="148940" y="28721"/>
                </a:moveTo>
                <a:lnTo>
                  <a:pt x="147272" y="30389"/>
                </a:lnTo>
                <a:lnTo>
                  <a:pt x="139500" y="30389"/>
                </a:lnTo>
                <a:lnTo>
                  <a:pt x="143236" y="26687"/>
                </a:lnTo>
                <a:lnTo>
                  <a:pt x="148940" y="26687"/>
                </a:lnTo>
                <a:lnTo>
                  <a:pt x="148940" y="28721"/>
                </a:lnTo>
                <a:close/>
                <a:moveTo>
                  <a:pt x="129860" y="30389"/>
                </a:moveTo>
                <a:lnTo>
                  <a:pt x="128159" y="28721"/>
                </a:lnTo>
                <a:lnTo>
                  <a:pt x="128159" y="26687"/>
                </a:lnTo>
                <a:lnTo>
                  <a:pt x="133896" y="26687"/>
                </a:lnTo>
                <a:lnTo>
                  <a:pt x="137599" y="30389"/>
                </a:lnTo>
                <a:lnTo>
                  <a:pt x="129860" y="30389"/>
                </a:lnTo>
                <a:close/>
                <a:moveTo>
                  <a:pt x="125690" y="27854"/>
                </a:moveTo>
                <a:lnTo>
                  <a:pt x="124389" y="27854"/>
                </a:lnTo>
                <a:lnTo>
                  <a:pt x="123555" y="27020"/>
                </a:lnTo>
                <a:lnTo>
                  <a:pt x="123555" y="25219"/>
                </a:lnTo>
                <a:lnTo>
                  <a:pt x="124790" y="26453"/>
                </a:lnTo>
                <a:lnTo>
                  <a:pt x="125056" y="26553"/>
                </a:lnTo>
                <a:lnTo>
                  <a:pt x="126958" y="26553"/>
                </a:lnTo>
                <a:close/>
                <a:moveTo>
                  <a:pt x="122755" y="27020"/>
                </a:moveTo>
                <a:lnTo>
                  <a:pt x="121954" y="27854"/>
                </a:lnTo>
                <a:lnTo>
                  <a:pt x="120653" y="27854"/>
                </a:lnTo>
                <a:lnTo>
                  <a:pt x="119352" y="26553"/>
                </a:lnTo>
                <a:lnTo>
                  <a:pt x="121254" y="26553"/>
                </a:lnTo>
                <a:lnTo>
                  <a:pt x="121521" y="26453"/>
                </a:lnTo>
                <a:lnTo>
                  <a:pt x="122755" y="25219"/>
                </a:lnTo>
                <a:lnTo>
                  <a:pt x="122755" y="27020"/>
                </a:lnTo>
                <a:close/>
                <a:moveTo>
                  <a:pt x="118152" y="28721"/>
                </a:moveTo>
                <a:lnTo>
                  <a:pt x="116450" y="30389"/>
                </a:lnTo>
                <a:lnTo>
                  <a:pt x="108711" y="30389"/>
                </a:lnTo>
                <a:lnTo>
                  <a:pt x="112414" y="26687"/>
                </a:lnTo>
                <a:lnTo>
                  <a:pt x="118152" y="26687"/>
                </a:lnTo>
                <a:lnTo>
                  <a:pt x="118152" y="28721"/>
                </a:lnTo>
                <a:close/>
                <a:moveTo>
                  <a:pt x="99071" y="30389"/>
                </a:moveTo>
                <a:lnTo>
                  <a:pt x="97370" y="28721"/>
                </a:lnTo>
                <a:lnTo>
                  <a:pt x="97370" y="26687"/>
                </a:lnTo>
                <a:lnTo>
                  <a:pt x="103074" y="26687"/>
                </a:lnTo>
                <a:lnTo>
                  <a:pt x="106810" y="30389"/>
                </a:lnTo>
                <a:lnTo>
                  <a:pt x="99071" y="30389"/>
                </a:lnTo>
                <a:close/>
                <a:moveTo>
                  <a:pt x="94868" y="27854"/>
                </a:moveTo>
                <a:lnTo>
                  <a:pt x="93567" y="27854"/>
                </a:lnTo>
                <a:lnTo>
                  <a:pt x="92767" y="27020"/>
                </a:lnTo>
                <a:lnTo>
                  <a:pt x="92767" y="25219"/>
                </a:lnTo>
                <a:lnTo>
                  <a:pt x="94001" y="26453"/>
                </a:lnTo>
                <a:lnTo>
                  <a:pt x="94268" y="26587"/>
                </a:lnTo>
                <a:lnTo>
                  <a:pt x="96169" y="26587"/>
                </a:lnTo>
                <a:close/>
                <a:moveTo>
                  <a:pt x="91966" y="27020"/>
                </a:moveTo>
                <a:lnTo>
                  <a:pt x="91166" y="27854"/>
                </a:lnTo>
                <a:lnTo>
                  <a:pt x="89865" y="27854"/>
                </a:lnTo>
                <a:lnTo>
                  <a:pt x="88564" y="26553"/>
                </a:lnTo>
                <a:lnTo>
                  <a:pt x="90465" y="26553"/>
                </a:lnTo>
                <a:lnTo>
                  <a:pt x="90732" y="26453"/>
                </a:lnTo>
                <a:lnTo>
                  <a:pt x="91966" y="25219"/>
                </a:lnTo>
                <a:lnTo>
                  <a:pt x="91966" y="27020"/>
                </a:lnTo>
                <a:close/>
                <a:moveTo>
                  <a:pt x="87363" y="28721"/>
                </a:moveTo>
                <a:lnTo>
                  <a:pt x="85662" y="30389"/>
                </a:lnTo>
                <a:lnTo>
                  <a:pt x="77923" y="30389"/>
                </a:lnTo>
                <a:lnTo>
                  <a:pt x="81625" y="26687"/>
                </a:lnTo>
                <a:lnTo>
                  <a:pt x="87363" y="26687"/>
                </a:lnTo>
                <a:lnTo>
                  <a:pt x="87363" y="28721"/>
                </a:lnTo>
                <a:close/>
                <a:moveTo>
                  <a:pt x="68249" y="30389"/>
                </a:moveTo>
                <a:lnTo>
                  <a:pt x="66581" y="28721"/>
                </a:lnTo>
                <a:lnTo>
                  <a:pt x="66581" y="26687"/>
                </a:lnTo>
                <a:lnTo>
                  <a:pt x="72285" y="26687"/>
                </a:lnTo>
                <a:lnTo>
                  <a:pt x="76021" y="30389"/>
                </a:lnTo>
                <a:lnTo>
                  <a:pt x="68249" y="30389"/>
                </a:lnTo>
                <a:close/>
                <a:moveTo>
                  <a:pt x="64080" y="27854"/>
                </a:moveTo>
                <a:lnTo>
                  <a:pt x="62779" y="27854"/>
                </a:lnTo>
                <a:lnTo>
                  <a:pt x="61978" y="27020"/>
                </a:lnTo>
                <a:lnTo>
                  <a:pt x="61978" y="25219"/>
                </a:lnTo>
                <a:lnTo>
                  <a:pt x="63212" y="26453"/>
                </a:lnTo>
                <a:lnTo>
                  <a:pt x="63479" y="26553"/>
                </a:lnTo>
                <a:lnTo>
                  <a:pt x="65381" y="26553"/>
                </a:lnTo>
                <a:close/>
                <a:moveTo>
                  <a:pt x="61178" y="27020"/>
                </a:moveTo>
                <a:lnTo>
                  <a:pt x="60344" y="27854"/>
                </a:lnTo>
                <a:lnTo>
                  <a:pt x="59043" y="27854"/>
                </a:lnTo>
                <a:lnTo>
                  <a:pt x="57775" y="26553"/>
                </a:lnTo>
                <a:lnTo>
                  <a:pt x="59676" y="26553"/>
                </a:lnTo>
                <a:lnTo>
                  <a:pt x="59943" y="26453"/>
                </a:lnTo>
                <a:lnTo>
                  <a:pt x="61178" y="25219"/>
                </a:lnTo>
                <a:close/>
                <a:moveTo>
                  <a:pt x="56574" y="28721"/>
                </a:moveTo>
                <a:lnTo>
                  <a:pt x="54873" y="30389"/>
                </a:lnTo>
                <a:lnTo>
                  <a:pt x="47134" y="30389"/>
                </a:lnTo>
                <a:lnTo>
                  <a:pt x="50837" y="26687"/>
                </a:lnTo>
                <a:lnTo>
                  <a:pt x="56574" y="26687"/>
                </a:lnTo>
                <a:close/>
                <a:moveTo>
                  <a:pt x="37461" y="30389"/>
                </a:moveTo>
                <a:lnTo>
                  <a:pt x="35793" y="28721"/>
                </a:lnTo>
                <a:lnTo>
                  <a:pt x="35793" y="26687"/>
                </a:lnTo>
                <a:lnTo>
                  <a:pt x="41497" y="26687"/>
                </a:lnTo>
                <a:lnTo>
                  <a:pt x="45233" y="30389"/>
                </a:lnTo>
                <a:lnTo>
                  <a:pt x="37461" y="30389"/>
                </a:lnTo>
                <a:close/>
                <a:moveTo>
                  <a:pt x="33291" y="27854"/>
                </a:moveTo>
                <a:lnTo>
                  <a:pt x="31990" y="27854"/>
                </a:lnTo>
                <a:lnTo>
                  <a:pt x="31189" y="27020"/>
                </a:lnTo>
                <a:lnTo>
                  <a:pt x="31189" y="25219"/>
                </a:lnTo>
                <a:lnTo>
                  <a:pt x="32424" y="26453"/>
                </a:lnTo>
                <a:lnTo>
                  <a:pt x="32691" y="26553"/>
                </a:lnTo>
                <a:lnTo>
                  <a:pt x="34592" y="26553"/>
                </a:lnTo>
                <a:close/>
                <a:moveTo>
                  <a:pt x="30389" y="27020"/>
                </a:moveTo>
                <a:lnTo>
                  <a:pt x="29555" y="27854"/>
                </a:lnTo>
                <a:lnTo>
                  <a:pt x="28254" y="27854"/>
                </a:lnTo>
                <a:lnTo>
                  <a:pt x="26986" y="26553"/>
                </a:lnTo>
                <a:lnTo>
                  <a:pt x="28854" y="26553"/>
                </a:lnTo>
                <a:lnTo>
                  <a:pt x="29155" y="26453"/>
                </a:lnTo>
                <a:lnTo>
                  <a:pt x="30389" y="25219"/>
                </a:lnTo>
                <a:lnTo>
                  <a:pt x="30389" y="27020"/>
                </a:lnTo>
                <a:close/>
                <a:moveTo>
                  <a:pt x="25786" y="28721"/>
                </a:moveTo>
                <a:lnTo>
                  <a:pt x="24084" y="30389"/>
                </a:lnTo>
                <a:lnTo>
                  <a:pt x="16346" y="30389"/>
                </a:lnTo>
                <a:lnTo>
                  <a:pt x="20048" y="26687"/>
                </a:lnTo>
                <a:lnTo>
                  <a:pt x="25752" y="26687"/>
                </a:lnTo>
                <a:lnTo>
                  <a:pt x="25752" y="28721"/>
                </a:lnTo>
                <a:close/>
                <a:moveTo>
                  <a:pt x="24084" y="31190"/>
                </a:moveTo>
                <a:lnTo>
                  <a:pt x="25786" y="32858"/>
                </a:lnTo>
                <a:lnTo>
                  <a:pt x="25786" y="34893"/>
                </a:lnTo>
                <a:lnTo>
                  <a:pt x="20048" y="34893"/>
                </a:lnTo>
                <a:lnTo>
                  <a:pt x="16346" y="31190"/>
                </a:lnTo>
                <a:close/>
                <a:moveTo>
                  <a:pt x="23050" y="45800"/>
                </a:moveTo>
                <a:lnTo>
                  <a:pt x="21182" y="45800"/>
                </a:lnTo>
                <a:lnTo>
                  <a:pt x="19781" y="44366"/>
                </a:lnTo>
                <a:lnTo>
                  <a:pt x="19781" y="42365"/>
                </a:lnTo>
                <a:lnTo>
                  <a:pt x="21082" y="41030"/>
                </a:lnTo>
                <a:lnTo>
                  <a:pt x="21082" y="43832"/>
                </a:lnTo>
                <a:close/>
                <a:moveTo>
                  <a:pt x="18981" y="43132"/>
                </a:moveTo>
                <a:lnTo>
                  <a:pt x="18981" y="44700"/>
                </a:lnTo>
                <a:lnTo>
                  <a:pt x="20082" y="45800"/>
                </a:lnTo>
                <a:lnTo>
                  <a:pt x="16346" y="45800"/>
                </a:lnTo>
                <a:close/>
                <a:moveTo>
                  <a:pt x="15778" y="45233"/>
                </a:moveTo>
                <a:lnTo>
                  <a:pt x="15778" y="41497"/>
                </a:lnTo>
                <a:lnTo>
                  <a:pt x="16879" y="42598"/>
                </a:lnTo>
                <a:lnTo>
                  <a:pt x="17046" y="42598"/>
                </a:lnTo>
                <a:lnTo>
                  <a:pt x="18414" y="42598"/>
                </a:lnTo>
                <a:close/>
                <a:moveTo>
                  <a:pt x="19214" y="41797"/>
                </a:moveTo>
                <a:lnTo>
                  <a:pt x="17213" y="41797"/>
                </a:lnTo>
                <a:lnTo>
                  <a:pt x="15778" y="40363"/>
                </a:lnTo>
                <a:lnTo>
                  <a:pt x="15778" y="38495"/>
                </a:lnTo>
                <a:lnTo>
                  <a:pt x="17747" y="40463"/>
                </a:lnTo>
                <a:lnTo>
                  <a:pt x="17913" y="40463"/>
                </a:lnTo>
                <a:lnTo>
                  <a:pt x="20515" y="40463"/>
                </a:lnTo>
                <a:close/>
                <a:moveTo>
                  <a:pt x="14978" y="45233"/>
                </a:moveTo>
                <a:lnTo>
                  <a:pt x="12343" y="42598"/>
                </a:lnTo>
                <a:lnTo>
                  <a:pt x="13744" y="42598"/>
                </a:lnTo>
                <a:lnTo>
                  <a:pt x="14011" y="42465"/>
                </a:lnTo>
                <a:lnTo>
                  <a:pt x="14978" y="41497"/>
                </a:lnTo>
                <a:close/>
                <a:moveTo>
                  <a:pt x="16346" y="46568"/>
                </a:moveTo>
                <a:lnTo>
                  <a:pt x="20082" y="46568"/>
                </a:lnTo>
                <a:lnTo>
                  <a:pt x="19114" y="47568"/>
                </a:lnTo>
                <a:lnTo>
                  <a:pt x="18981" y="47835"/>
                </a:lnTo>
                <a:lnTo>
                  <a:pt x="18981" y="49203"/>
                </a:lnTo>
                <a:close/>
                <a:moveTo>
                  <a:pt x="18414" y="49770"/>
                </a:moveTo>
                <a:lnTo>
                  <a:pt x="16879" y="49770"/>
                </a:lnTo>
                <a:lnTo>
                  <a:pt x="15778" y="50871"/>
                </a:lnTo>
                <a:lnTo>
                  <a:pt x="15778" y="47135"/>
                </a:lnTo>
                <a:close/>
                <a:moveTo>
                  <a:pt x="24351" y="49903"/>
                </a:moveTo>
                <a:lnTo>
                  <a:pt x="27654" y="46568"/>
                </a:lnTo>
                <a:lnTo>
                  <a:pt x="29822" y="46568"/>
                </a:lnTo>
                <a:lnTo>
                  <a:pt x="25886" y="50537"/>
                </a:lnTo>
                <a:lnTo>
                  <a:pt x="25886" y="56108"/>
                </a:lnTo>
                <a:lnTo>
                  <a:pt x="24351" y="54573"/>
                </a:lnTo>
                <a:lnTo>
                  <a:pt x="24351" y="49903"/>
                </a:lnTo>
                <a:close/>
                <a:moveTo>
                  <a:pt x="25786" y="59510"/>
                </a:moveTo>
                <a:lnTo>
                  <a:pt x="24084" y="61178"/>
                </a:lnTo>
                <a:lnTo>
                  <a:pt x="16346" y="61178"/>
                </a:lnTo>
                <a:lnTo>
                  <a:pt x="20048" y="57475"/>
                </a:lnTo>
                <a:lnTo>
                  <a:pt x="25752" y="57475"/>
                </a:lnTo>
                <a:lnTo>
                  <a:pt x="25752" y="59510"/>
                </a:lnTo>
                <a:close/>
                <a:moveTo>
                  <a:pt x="24084" y="61979"/>
                </a:moveTo>
                <a:lnTo>
                  <a:pt x="25786" y="63646"/>
                </a:lnTo>
                <a:lnTo>
                  <a:pt x="25786" y="65681"/>
                </a:lnTo>
                <a:lnTo>
                  <a:pt x="20048" y="65681"/>
                </a:lnTo>
                <a:lnTo>
                  <a:pt x="16346" y="61979"/>
                </a:lnTo>
                <a:lnTo>
                  <a:pt x="24084" y="61979"/>
                </a:lnTo>
                <a:close/>
                <a:moveTo>
                  <a:pt x="23050" y="76589"/>
                </a:moveTo>
                <a:lnTo>
                  <a:pt x="21182" y="76589"/>
                </a:lnTo>
                <a:lnTo>
                  <a:pt x="19781" y="75155"/>
                </a:lnTo>
                <a:lnTo>
                  <a:pt x="19781" y="73153"/>
                </a:lnTo>
                <a:lnTo>
                  <a:pt x="21082" y="71819"/>
                </a:lnTo>
                <a:lnTo>
                  <a:pt x="21082" y="74621"/>
                </a:lnTo>
                <a:close/>
                <a:moveTo>
                  <a:pt x="18981" y="73920"/>
                </a:moveTo>
                <a:lnTo>
                  <a:pt x="18981" y="75321"/>
                </a:lnTo>
                <a:lnTo>
                  <a:pt x="19114" y="75588"/>
                </a:lnTo>
                <a:lnTo>
                  <a:pt x="20082" y="76589"/>
                </a:lnTo>
                <a:lnTo>
                  <a:pt x="16346" y="76589"/>
                </a:lnTo>
                <a:close/>
                <a:moveTo>
                  <a:pt x="15778" y="76022"/>
                </a:moveTo>
                <a:lnTo>
                  <a:pt x="15778" y="72286"/>
                </a:lnTo>
                <a:lnTo>
                  <a:pt x="16879" y="73387"/>
                </a:lnTo>
                <a:lnTo>
                  <a:pt x="18414" y="73387"/>
                </a:lnTo>
                <a:close/>
                <a:moveTo>
                  <a:pt x="19214" y="72586"/>
                </a:moveTo>
                <a:lnTo>
                  <a:pt x="17213" y="72586"/>
                </a:lnTo>
                <a:lnTo>
                  <a:pt x="15778" y="71152"/>
                </a:lnTo>
                <a:lnTo>
                  <a:pt x="15778" y="69317"/>
                </a:lnTo>
                <a:lnTo>
                  <a:pt x="17747" y="71285"/>
                </a:lnTo>
                <a:lnTo>
                  <a:pt x="20515" y="71285"/>
                </a:lnTo>
                <a:close/>
                <a:moveTo>
                  <a:pt x="14978" y="76022"/>
                </a:moveTo>
                <a:lnTo>
                  <a:pt x="12343" y="73387"/>
                </a:lnTo>
                <a:lnTo>
                  <a:pt x="13744" y="73387"/>
                </a:lnTo>
                <a:lnTo>
                  <a:pt x="14011" y="73253"/>
                </a:lnTo>
                <a:lnTo>
                  <a:pt x="14978" y="72286"/>
                </a:lnTo>
                <a:close/>
                <a:moveTo>
                  <a:pt x="16346" y="77356"/>
                </a:moveTo>
                <a:lnTo>
                  <a:pt x="20082" y="77356"/>
                </a:lnTo>
                <a:lnTo>
                  <a:pt x="18981" y="78457"/>
                </a:lnTo>
                <a:lnTo>
                  <a:pt x="18981" y="80025"/>
                </a:lnTo>
                <a:close/>
                <a:moveTo>
                  <a:pt x="18414" y="80559"/>
                </a:moveTo>
                <a:lnTo>
                  <a:pt x="17046" y="80559"/>
                </a:lnTo>
                <a:lnTo>
                  <a:pt x="16879" y="80559"/>
                </a:lnTo>
                <a:lnTo>
                  <a:pt x="15778" y="81659"/>
                </a:lnTo>
                <a:lnTo>
                  <a:pt x="15778" y="77923"/>
                </a:lnTo>
                <a:close/>
                <a:moveTo>
                  <a:pt x="24351" y="80692"/>
                </a:moveTo>
                <a:lnTo>
                  <a:pt x="27654" y="77356"/>
                </a:lnTo>
                <a:lnTo>
                  <a:pt x="29822" y="77356"/>
                </a:lnTo>
                <a:lnTo>
                  <a:pt x="25886" y="81326"/>
                </a:lnTo>
                <a:lnTo>
                  <a:pt x="25886" y="86896"/>
                </a:lnTo>
                <a:lnTo>
                  <a:pt x="24351" y="85362"/>
                </a:lnTo>
                <a:lnTo>
                  <a:pt x="24351" y="80692"/>
                </a:lnTo>
                <a:close/>
                <a:moveTo>
                  <a:pt x="25786" y="90299"/>
                </a:moveTo>
                <a:lnTo>
                  <a:pt x="24084" y="91967"/>
                </a:lnTo>
                <a:lnTo>
                  <a:pt x="16346" y="91967"/>
                </a:lnTo>
                <a:lnTo>
                  <a:pt x="20048" y="88264"/>
                </a:lnTo>
                <a:lnTo>
                  <a:pt x="25752" y="88264"/>
                </a:lnTo>
                <a:lnTo>
                  <a:pt x="25752" y="90299"/>
                </a:lnTo>
                <a:close/>
                <a:moveTo>
                  <a:pt x="24084" y="92767"/>
                </a:moveTo>
                <a:lnTo>
                  <a:pt x="25786" y="94435"/>
                </a:lnTo>
                <a:lnTo>
                  <a:pt x="25786" y="96470"/>
                </a:lnTo>
                <a:lnTo>
                  <a:pt x="20048" y="96470"/>
                </a:lnTo>
                <a:lnTo>
                  <a:pt x="16346" y="92767"/>
                </a:lnTo>
                <a:close/>
                <a:moveTo>
                  <a:pt x="28254" y="95302"/>
                </a:moveTo>
                <a:lnTo>
                  <a:pt x="29555" y="95302"/>
                </a:lnTo>
                <a:lnTo>
                  <a:pt x="30389" y="96136"/>
                </a:lnTo>
                <a:lnTo>
                  <a:pt x="30389" y="97938"/>
                </a:lnTo>
                <a:lnTo>
                  <a:pt x="29155" y="96703"/>
                </a:lnTo>
                <a:lnTo>
                  <a:pt x="28854" y="96603"/>
                </a:lnTo>
                <a:lnTo>
                  <a:pt x="26986" y="96603"/>
                </a:lnTo>
                <a:close/>
                <a:moveTo>
                  <a:pt x="31189" y="96136"/>
                </a:moveTo>
                <a:lnTo>
                  <a:pt x="31990" y="95302"/>
                </a:lnTo>
                <a:lnTo>
                  <a:pt x="33291" y="95302"/>
                </a:lnTo>
                <a:lnTo>
                  <a:pt x="34592" y="96603"/>
                </a:lnTo>
                <a:lnTo>
                  <a:pt x="32691" y="96603"/>
                </a:lnTo>
                <a:lnTo>
                  <a:pt x="32424" y="96703"/>
                </a:lnTo>
                <a:lnTo>
                  <a:pt x="31156" y="97938"/>
                </a:lnTo>
                <a:lnTo>
                  <a:pt x="31156" y="96136"/>
                </a:lnTo>
                <a:close/>
                <a:moveTo>
                  <a:pt x="35793" y="94435"/>
                </a:moveTo>
                <a:lnTo>
                  <a:pt x="37461" y="92767"/>
                </a:lnTo>
                <a:lnTo>
                  <a:pt x="45233" y="92767"/>
                </a:lnTo>
                <a:lnTo>
                  <a:pt x="41497" y="96470"/>
                </a:lnTo>
                <a:lnTo>
                  <a:pt x="35793" y="96470"/>
                </a:lnTo>
                <a:close/>
                <a:moveTo>
                  <a:pt x="54873" y="92767"/>
                </a:moveTo>
                <a:lnTo>
                  <a:pt x="56574" y="94435"/>
                </a:lnTo>
                <a:lnTo>
                  <a:pt x="56574" y="96470"/>
                </a:lnTo>
                <a:lnTo>
                  <a:pt x="50837" y="96470"/>
                </a:lnTo>
                <a:lnTo>
                  <a:pt x="47134" y="92767"/>
                </a:lnTo>
                <a:close/>
                <a:moveTo>
                  <a:pt x="59043" y="95302"/>
                </a:moveTo>
                <a:lnTo>
                  <a:pt x="60344" y="95302"/>
                </a:lnTo>
                <a:lnTo>
                  <a:pt x="61178" y="96136"/>
                </a:lnTo>
                <a:lnTo>
                  <a:pt x="61178" y="97938"/>
                </a:lnTo>
                <a:lnTo>
                  <a:pt x="59943" y="96703"/>
                </a:lnTo>
                <a:lnTo>
                  <a:pt x="59676" y="96603"/>
                </a:lnTo>
                <a:lnTo>
                  <a:pt x="57775" y="96603"/>
                </a:lnTo>
                <a:close/>
                <a:moveTo>
                  <a:pt x="61978" y="96136"/>
                </a:moveTo>
                <a:lnTo>
                  <a:pt x="62779" y="95302"/>
                </a:lnTo>
                <a:lnTo>
                  <a:pt x="64080" y="95302"/>
                </a:lnTo>
                <a:lnTo>
                  <a:pt x="65381" y="96603"/>
                </a:lnTo>
                <a:lnTo>
                  <a:pt x="63479" y="96603"/>
                </a:lnTo>
                <a:lnTo>
                  <a:pt x="63212" y="96703"/>
                </a:lnTo>
                <a:lnTo>
                  <a:pt x="61978" y="97938"/>
                </a:lnTo>
                <a:close/>
                <a:moveTo>
                  <a:pt x="66581" y="94435"/>
                </a:moveTo>
                <a:lnTo>
                  <a:pt x="68249" y="92767"/>
                </a:lnTo>
                <a:lnTo>
                  <a:pt x="76021" y="92767"/>
                </a:lnTo>
                <a:lnTo>
                  <a:pt x="72285" y="96470"/>
                </a:lnTo>
                <a:lnTo>
                  <a:pt x="66581" y="96470"/>
                </a:lnTo>
                <a:lnTo>
                  <a:pt x="66581" y="94435"/>
                </a:lnTo>
                <a:close/>
                <a:moveTo>
                  <a:pt x="85662" y="92767"/>
                </a:moveTo>
                <a:lnTo>
                  <a:pt x="87363" y="94435"/>
                </a:lnTo>
                <a:lnTo>
                  <a:pt x="87363" y="96470"/>
                </a:lnTo>
                <a:lnTo>
                  <a:pt x="81659" y="96470"/>
                </a:lnTo>
                <a:lnTo>
                  <a:pt x="77923" y="92767"/>
                </a:lnTo>
                <a:close/>
                <a:moveTo>
                  <a:pt x="89831" y="95302"/>
                </a:moveTo>
                <a:lnTo>
                  <a:pt x="91132" y="95302"/>
                </a:lnTo>
                <a:lnTo>
                  <a:pt x="91966" y="96136"/>
                </a:lnTo>
                <a:lnTo>
                  <a:pt x="91966" y="97938"/>
                </a:lnTo>
                <a:lnTo>
                  <a:pt x="90732" y="96703"/>
                </a:lnTo>
                <a:lnTo>
                  <a:pt x="90465" y="96603"/>
                </a:lnTo>
                <a:lnTo>
                  <a:pt x="88564" y="96603"/>
                </a:lnTo>
                <a:close/>
                <a:moveTo>
                  <a:pt x="92767" y="96136"/>
                </a:moveTo>
                <a:lnTo>
                  <a:pt x="93567" y="95302"/>
                </a:lnTo>
                <a:lnTo>
                  <a:pt x="94868" y="95302"/>
                </a:lnTo>
                <a:lnTo>
                  <a:pt x="96169" y="96603"/>
                </a:lnTo>
                <a:lnTo>
                  <a:pt x="94268" y="96603"/>
                </a:lnTo>
                <a:lnTo>
                  <a:pt x="94001" y="96703"/>
                </a:lnTo>
                <a:lnTo>
                  <a:pt x="92767" y="97938"/>
                </a:lnTo>
                <a:lnTo>
                  <a:pt x="92767" y="96136"/>
                </a:lnTo>
                <a:close/>
                <a:moveTo>
                  <a:pt x="97370" y="94435"/>
                </a:moveTo>
                <a:lnTo>
                  <a:pt x="99071" y="92767"/>
                </a:lnTo>
                <a:lnTo>
                  <a:pt x="106810" y="92767"/>
                </a:lnTo>
                <a:lnTo>
                  <a:pt x="103074" y="96470"/>
                </a:lnTo>
                <a:lnTo>
                  <a:pt x="97370" y="96470"/>
                </a:lnTo>
                <a:lnTo>
                  <a:pt x="97370" y="94435"/>
                </a:lnTo>
                <a:close/>
                <a:moveTo>
                  <a:pt x="116450" y="92767"/>
                </a:moveTo>
                <a:lnTo>
                  <a:pt x="118152" y="94435"/>
                </a:lnTo>
                <a:lnTo>
                  <a:pt x="118152" y="96470"/>
                </a:lnTo>
                <a:lnTo>
                  <a:pt x="112447" y="96470"/>
                </a:lnTo>
                <a:lnTo>
                  <a:pt x="108711" y="92767"/>
                </a:lnTo>
                <a:close/>
                <a:moveTo>
                  <a:pt x="120653" y="95302"/>
                </a:moveTo>
                <a:lnTo>
                  <a:pt x="121954" y="95302"/>
                </a:lnTo>
                <a:lnTo>
                  <a:pt x="122755" y="96136"/>
                </a:lnTo>
                <a:lnTo>
                  <a:pt x="122755" y="97938"/>
                </a:lnTo>
                <a:lnTo>
                  <a:pt x="121521" y="96703"/>
                </a:lnTo>
                <a:lnTo>
                  <a:pt x="121254" y="96603"/>
                </a:lnTo>
                <a:lnTo>
                  <a:pt x="119352" y="96603"/>
                </a:lnTo>
                <a:close/>
                <a:moveTo>
                  <a:pt x="123555" y="96136"/>
                </a:moveTo>
                <a:lnTo>
                  <a:pt x="124389" y="95302"/>
                </a:lnTo>
                <a:lnTo>
                  <a:pt x="125657" y="95302"/>
                </a:lnTo>
                <a:lnTo>
                  <a:pt x="126958" y="96603"/>
                </a:lnTo>
                <a:lnTo>
                  <a:pt x="125056" y="96603"/>
                </a:lnTo>
                <a:lnTo>
                  <a:pt x="124790" y="96703"/>
                </a:lnTo>
                <a:lnTo>
                  <a:pt x="123555" y="97938"/>
                </a:lnTo>
                <a:lnTo>
                  <a:pt x="123555" y="96136"/>
                </a:lnTo>
                <a:close/>
                <a:moveTo>
                  <a:pt x="128159" y="94435"/>
                </a:moveTo>
                <a:lnTo>
                  <a:pt x="129860" y="92767"/>
                </a:lnTo>
                <a:lnTo>
                  <a:pt x="137599" y="92767"/>
                </a:lnTo>
                <a:lnTo>
                  <a:pt x="133863" y="96470"/>
                </a:lnTo>
                <a:lnTo>
                  <a:pt x="128159" y="96470"/>
                </a:lnTo>
                <a:lnTo>
                  <a:pt x="128159" y="94435"/>
                </a:lnTo>
                <a:close/>
                <a:moveTo>
                  <a:pt x="147272" y="92767"/>
                </a:moveTo>
                <a:lnTo>
                  <a:pt x="148940" y="94435"/>
                </a:lnTo>
                <a:lnTo>
                  <a:pt x="148940" y="96470"/>
                </a:lnTo>
                <a:lnTo>
                  <a:pt x="143236" y="96470"/>
                </a:lnTo>
                <a:lnTo>
                  <a:pt x="139500" y="92767"/>
                </a:lnTo>
                <a:close/>
                <a:moveTo>
                  <a:pt x="151442" y="95302"/>
                </a:moveTo>
                <a:lnTo>
                  <a:pt x="152743" y="95302"/>
                </a:lnTo>
                <a:lnTo>
                  <a:pt x="153543" y="96136"/>
                </a:lnTo>
                <a:lnTo>
                  <a:pt x="153543" y="97938"/>
                </a:lnTo>
                <a:lnTo>
                  <a:pt x="152309" y="96703"/>
                </a:lnTo>
                <a:lnTo>
                  <a:pt x="152042" y="96603"/>
                </a:lnTo>
                <a:lnTo>
                  <a:pt x="150141" y="96603"/>
                </a:lnTo>
                <a:close/>
                <a:moveTo>
                  <a:pt x="154344" y="96136"/>
                </a:moveTo>
                <a:lnTo>
                  <a:pt x="155178" y="95302"/>
                </a:lnTo>
                <a:lnTo>
                  <a:pt x="156479" y="95302"/>
                </a:lnTo>
                <a:lnTo>
                  <a:pt x="157746" y="96603"/>
                </a:lnTo>
                <a:lnTo>
                  <a:pt x="155845" y="96603"/>
                </a:lnTo>
                <a:lnTo>
                  <a:pt x="155578" y="96703"/>
                </a:lnTo>
                <a:lnTo>
                  <a:pt x="154344" y="97938"/>
                </a:lnTo>
                <a:close/>
                <a:moveTo>
                  <a:pt x="158947" y="94435"/>
                </a:moveTo>
                <a:lnTo>
                  <a:pt x="160649" y="92767"/>
                </a:lnTo>
                <a:lnTo>
                  <a:pt x="168387" y="92767"/>
                </a:lnTo>
                <a:lnTo>
                  <a:pt x="164651" y="96470"/>
                </a:lnTo>
                <a:lnTo>
                  <a:pt x="158947" y="96470"/>
                </a:lnTo>
                <a:lnTo>
                  <a:pt x="158947" y="94435"/>
                </a:lnTo>
                <a:close/>
                <a:moveTo>
                  <a:pt x="178061" y="92767"/>
                </a:moveTo>
                <a:lnTo>
                  <a:pt x="179729" y="94435"/>
                </a:lnTo>
                <a:lnTo>
                  <a:pt x="179729" y="96470"/>
                </a:lnTo>
                <a:lnTo>
                  <a:pt x="174025" y="96470"/>
                </a:lnTo>
                <a:lnTo>
                  <a:pt x="170289" y="92767"/>
                </a:lnTo>
                <a:close/>
                <a:moveTo>
                  <a:pt x="182231" y="95302"/>
                </a:moveTo>
                <a:lnTo>
                  <a:pt x="183532" y="95302"/>
                </a:lnTo>
                <a:lnTo>
                  <a:pt x="184332" y="96136"/>
                </a:lnTo>
                <a:lnTo>
                  <a:pt x="184332" y="97938"/>
                </a:lnTo>
                <a:lnTo>
                  <a:pt x="183098" y="96703"/>
                </a:lnTo>
                <a:lnTo>
                  <a:pt x="182831" y="96603"/>
                </a:lnTo>
                <a:lnTo>
                  <a:pt x="180930" y="96603"/>
                </a:lnTo>
                <a:close/>
                <a:moveTo>
                  <a:pt x="185133" y="96136"/>
                </a:moveTo>
                <a:lnTo>
                  <a:pt x="185967" y="95302"/>
                </a:lnTo>
                <a:lnTo>
                  <a:pt x="187268" y="95302"/>
                </a:lnTo>
                <a:lnTo>
                  <a:pt x="188535" y="96603"/>
                </a:lnTo>
                <a:lnTo>
                  <a:pt x="186667" y="96603"/>
                </a:lnTo>
                <a:lnTo>
                  <a:pt x="186367" y="96703"/>
                </a:lnTo>
                <a:lnTo>
                  <a:pt x="185133" y="97938"/>
                </a:lnTo>
                <a:close/>
                <a:moveTo>
                  <a:pt x="189736" y="94435"/>
                </a:moveTo>
                <a:lnTo>
                  <a:pt x="191437" y="92767"/>
                </a:lnTo>
                <a:lnTo>
                  <a:pt x="199176" y="92767"/>
                </a:lnTo>
                <a:lnTo>
                  <a:pt x="195473" y="96470"/>
                </a:lnTo>
                <a:lnTo>
                  <a:pt x="189736" y="96470"/>
                </a:lnTo>
                <a:lnTo>
                  <a:pt x="189736" y="94435"/>
                </a:lnTo>
                <a:close/>
                <a:moveTo>
                  <a:pt x="208850" y="92767"/>
                </a:moveTo>
                <a:lnTo>
                  <a:pt x="210518" y="94435"/>
                </a:lnTo>
                <a:lnTo>
                  <a:pt x="210518" y="96470"/>
                </a:lnTo>
                <a:lnTo>
                  <a:pt x="204813" y="96470"/>
                </a:lnTo>
                <a:lnTo>
                  <a:pt x="201077" y="92767"/>
                </a:lnTo>
                <a:close/>
                <a:moveTo>
                  <a:pt x="213019" y="95302"/>
                </a:moveTo>
                <a:lnTo>
                  <a:pt x="214320" y="95302"/>
                </a:lnTo>
                <a:lnTo>
                  <a:pt x="215121" y="96136"/>
                </a:lnTo>
                <a:lnTo>
                  <a:pt x="215121" y="97938"/>
                </a:lnTo>
                <a:lnTo>
                  <a:pt x="213887" y="96703"/>
                </a:lnTo>
                <a:lnTo>
                  <a:pt x="213620" y="96603"/>
                </a:lnTo>
                <a:lnTo>
                  <a:pt x="211718" y="96603"/>
                </a:lnTo>
                <a:close/>
                <a:moveTo>
                  <a:pt x="215921" y="96136"/>
                </a:moveTo>
                <a:lnTo>
                  <a:pt x="216755" y="95302"/>
                </a:lnTo>
                <a:lnTo>
                  <a:pt x="218056" y="95302"/>
                </a:lnTo>
                <a:lnTo>
                  <a:pt x="219324" y="96603"/>
                </a:lnTo>
                <a:lnTo>
                  <a:pt x="217456" y="96603"/>
                </a:lnTo>
                <a:lnTo>
                  <a:pt x="217156" y="96703"/>
                </a:lnTo>
                <a:lnTo>
                  <a:pt x="215921" y="97938"/>
                </a:lnTo>
                <a:close/>
                <a:moveTo>
                  <a:pt x="220558" y="94435"/>
                </a:moveTo>
                <a:lnTo>
                  <a:pt x="222226" y="92767"/>
                </a:lnTo>
                <a:lnTo>
                  <a:pt x="229965" y="92767"/>
                </a:lnTo>
                <a:lnTo>
                  <a:pt x="226262" y="96470"/>
                </a:lnTo>
                <a:lnTo>
                  <a:pt x="220525" y="96470"/>
                </a:lnTo>
                <a:lnTo>
                  <a:pt x="220525" y="94435"/>
                </a:lnTo>
                <a:close/>
                <a:moveTo>
                  <a:pt x="222226" y="91967"/>
                </a:moveTo>
                <a:lnTo>
                  <a:pt x="220558" y="90299"/>
                </a:lnTo>
                <a:lnTo>
                  <a:pt x="220558" y="88264"/>
                </a:lnTo>
                <a:lnTo>
                  <a:pt x="226262" y="88264"/>
                </a:lnTo>
                <a:lnTo>
                  <a:pt x="229965" y="91967"/>
                </a:lnTo>
                <a:close/>
                <a:moveTo>
                  <a:pt x="223260" y="77356"/>
                </a:moveTo>
                <a:lnTo>
                  <a:pt x="225128" y="77356"/>
                </a:lnTo>
                <a:lnTo>
                  <a:pt x="226529" y="78791"/>
                </a:lnTo>
                <a:lnTo>
                  <a:pt x="226529" y="80792"/>
                </a:lnTo>
                <a:lnTo>
                  <a:pt x="225228" y="82126"/>
                </a:lnTo>
                <a:lnTo>
                  <a:pt x="225228" y="79324"/>
                </a:lnTo>
                <a:close/>
                <a:moveTo>
                  <a:pt x="227330" y="80025"/>
                </a:moveTo>
                <a:lnTo>
                  <a:pt x="227330" y="78457"/>
                </a:lnTo>
                <a:lnTo>
                  <a:pt x="226229" y="77356"/>
                </a:lnTo>
                <a:lnTo>
                  <a:pt x="229965" y="77356"/>
                </a:lnTo>
                <a:close/>
                <a:moveTo>
                  <a:pt x="230532" y="77923"/>
                </a:moveTo>
                <a:lnTo>
                  <a:pt x="230532" y="81659"/>
                </a:lnTo>
                <a:lnTo>
                  <a:pt x="229431" y="80559"/>
                </a:lnTo>
                <a:lnTo>
                  <a:pt x="229264" y="80559"/>
                </a:lnTo>
                <a:lnTo>
                  <a:pt x="227897" y="80559"/>
                </a:lnTo>
                <a:close/>
                <a:moveTo>
                  <a:pt x="227096" y="81359"/>
                </a:moveTo>
                <a:lnTo>
                  <a:pt x="229097" y="81359"/>
                </a:lnTo>
                <a:lnTo>
                  <a:pt x="230532" y="82794"/>
                </a:lnTo>
                <a:lnTo>
                  <a:pt x="230532" y="84662"/>
                </a:lnTo>
                <a:lnTo>
                  <a:pt x="228564" y="82693"/>
                </a:lnTo>
                <a:lnTo>
                  <a:pt x="228397" y="82693"/>
                </a:lnTo>
                <a:lnTo>
                  <a:pt x="225795" y="82693"/>
                </a:lnTo>
                <a:close/>
                <a:moveTo>
                  <a:pt x="231332" y="77923"/>
                </a:moveTo>
                <a:lnTo>
                  <a:pt x="233968" y="80559"/>
                </a:lnTo>
                <a:lnTo>
                  <a:pt x="232567" y="80559"/>
                </a:lnTo>
                <a:lnTo>
                  <a:pt x="232300" y="80692"/>
                </a:lnTo>
                <a:lnTo>
                  <a:pt x="231332" y="81659"/>
                </a:lnTo>
                <a:lnTo>
                  <a:pt x="231332" y="77923"/>
                </a:lnTo>
                <a:close/>
                <a:moveTo>
                  <a:pt x="229965" y="76589"/>
                </a:moveTo>
                <a:lnTo>
                  <a:pt x="226229" y="76589"/>
                </a:lnTo>
                <a:lnTo>
                  <a:pt x="227229" y="75588"/>
                </a:lnTo>
                <a:lnTo>
                  <a:pt x="227330" y="75321"/>
                </a:lnTo>
                <a:lnTo>
                  <a:pt x="227330" y="73920"/>
                </a:lnTo>
                <a:close/>
                <a:moveTo>
                  <a:pt x="227897" y="73387"/>
                </a:moveTo>
                <a:lnTo>
                  <a:pt x="229431" y="73387"/>
                </a:lnTo>
                <a:lnTo>
                  <a:pt x="230532" y="72286"/>
                </a:lnTo>
                <a:lnTo>
                  <a:pt x="230532" y="76022"/>
                </a:lnTo>
                <a:close/>
                <a:moveTo>
                  <a:pt x="221959" y="73253"/>
                </a:moveTo>
                <a:lnTo>
                  <a:pt x="218657" y="76589"/>
                </a:lnTo>
                <a:lnTo>
                  <a:pt x="216488" y="76589"/>
                </a:lnTo>
                <a:lnTo>
                  <a:pt x="220425" y="72620"/>
                </a:lnTo>
                <a:lnTo>
                  <a:pt x="220425" y="67049"/>
                </a:lnTo>
                <a:lnTo>
                  <a:pt x="221959" y="68583"/>
                </a:lnTo>
                <a:lnTo>
                  <a:pt x="221959" y="73253"/>
                </a:lnTo>
                <a:close/>
                <a:moveTo>
                  <a:pt x="220558" y="63646"/>
                </a:moveTo>
                <a:lnTo>
                  <a:pt x="222226" y="61979"/>
                </a:lnTo>
                <a:lnTo>
                  <a:pt x="229965" y="61979"/>
                </a:lnTo>
                <a:lnTo>
                  <a:pt x="226262" y="65681"/>
                </a:lnTo>
                <a:lnTo>
                  <a:pt x="220525" y="65681"/>
                </a:lnTo>
                <a:lnTo>
                  <a:pt x="220525" y="63646"/>
                </a:lnTo>
                <a:close/>
                <a:moveTo>
                  <a:pt x="222226" y="61178"/>
                </a:moveTo>
                <a:lnTo>
                  <a:pt x="220558" y="59510"/>
                </a:lnTo>
                <a:lnTo>
                  <a:pt x="220558" y="57475"/>
                </a:lnTo>
                <a:lnTo>
                  <a:pt x="226262" y="57475"/>
                </a:lnTo>
                <a:lnTo>
                  <a:pt x="229965" y="61178"/>
                </a:lnTo>
                <a:close/>
                <a:moveTo>
                  <a:pt x="223260" y="46568"/>
                </a:moveTo>
                <a:lnTo>
                  <a:pt x="225128" y="46568"/>
                </a:lnTo>
                <a:lnTo>
                  <a:pt x="226529" y="48002"/>
                </a:lnTo>
                <a:lnTo>
                  <a:pt x="226529" y="50003"/>
                </a:lnTo>
                <a:lnTo>
                  <a:pt x="225228" y="51338"/>
                </a:lnTo>
                <a:lnTo>
                  <a:pt x="225228" y="48536"/>
                </a:lnTo>
                <a:close/>
                <a:moveTo>
                  <a:pt x="227330" y="49236"/>
                </a:moveTo>
                <a:lnTo>
                  <a:pt x="227330" y="47835"/>
                </a:lnTo>
                <a:lnTo>
                  <a:pt x="227229" y="47568"/>
                </a:lnTo>
                <a:lnTo>
                  <a:pt x="226229" y="46568"/>
                </a:lnTo>
                <a:lnTo>
                  <a:pt x="229965" y="46568"/>
                </a:lnTo>
                <a:close/>
                <a:moveTo>
                  <a:pt x="230532" y="47135"/>
                </a:moveTo>
                <a:lnTo>
                  <a:pt x="230532" y="50871"/>
                </a:lnTo>
                <a:lnTo>
                  <a:pt x="229431" y="49770"/>
                </a:lnTo>
                <a:lnTo>
                  <a:pt x="227897" y="49770"/>
                </a:lnTo>
                <a:close/>
                <a:moveTo>
                  <a:pt x="227096" y="50570"/>
                </a:moveTo>
                <a:lnTo>
                  <a:pt x="229097" y="50570"/>
                </a:lnTo>
                <a:lnTo>
                  <a:pt x="230532" y="52005"/>
                </a:lnTo>
                <a:lnTo>
                  <a:pt x="230532" y="53873"/>
                </a:lnTo>
                <a:lnTo>
                  <a:pt x="228564" y="51905"/>
                </a:lnTo>
                <a:lnTo>
                  <a:pt x="225762" y="51905"/>
                </a:lnTo>
                <a:close/>
                <a:moveTo>
                  <a:pt x="231332" y="47135"/>
                </a:moveTo>
                <a:lnTo>
                  <a:pt x="233968" y="49770"/>
                </a:lnTo>
                <a:lnTo>
                  <a:pt x="232567" y="49770"/>
                </a:lnTo>
                <a:lnTo>
                  <a:pt x="232300" y="49903"/>
                </a:lnTo>
                <a:lnTo>
                  <a:pt x="231332" y="50871"/>
                </a:lnTo>
                <a:lnTo>
                  <a:pt x="231332" y="47135"/>
                </a:lnTo>
                <a:close/>
                <a:moveTo>
                  <a:pt x="229965" y="45800"/>
                </a:moveTo>
                <a:lnTo>
                  <a:pt x="226229" y="45800"/>
                </a:lnTo>
                <a:lnTo>
                  <a:pt x="227330" y="44700"/>
                </a:lnTo>
                <a:lnTo>
                  <a:pt x="227330" y="43132"/>
                </a:lnTo>
                <a:close/>
                <a:moveTo>
                  <a:pt x="227897" y="42598"/>
                </a:moveTo>
                <a:lnTo>
                  <a:pt x="229264" y="42598"/>
                </a:lnTo>
                <a:lnTo>
                  <a:pt x="229431" y="42598"/>
                </a:lnTo>
                <a:lnTo>
                  <a:pt x="230532" y="41497"/>
                </a:lnTo>
                <a:lnTo>
                  <a:pt x="230532" y="45233"/>
                </a:lnTo>
                <a:close/>
                <a:moveTo>
                  <a:pt x="221959" y="42465"/>
                </a:moveTo>
                <a:lnTo>
                  <a:pt x="218657" y="45800"/>
                </a:lnTo>
                <a:lnTo>
                  <a:pt x="216488" y="45800"/>
                </a:lnTo>
                <a:lnTo>
                  <a:pt x="220425" y="41831"/>
                </a:lnTo>
                <a:lnTo>
                  <a:pt x="220425" y="36260"/>
                </a:lnTo>
                <a:lnTo>
                  <a:pt x="221959" y="37795"/>
                </a:lnTo>
                <a:lnTo>
                  <a:pt x="221959" y="42465"/>
                </a:lnTo>
                <a:close/>
                <a:moveTo>
                  <a:pt x="220558" y="32858"/>
                </a:moveTo>
                <a:lnTo>
                  <a:pt x="222226" y="31190"/>
                </a:lnTo>
                <a:lnTo>
                  <a:pt x="229965" y="31190"/>
                </a:lnTo>
                <a:lnTo>
                  <a:pt x="226262" y="34893"/>
                </a:lnTo>
                <a:lnTo>
                  <a:pt x="220525" y="34893"/>
                </a:lnTo>
                <a:lnTo>
                  <a:pt x="220525" y="32858"/>
                </a:lnTo>
                <a:close/>
                <a:moveTo>
                  <a:pt x="222226" y="30389"/>
                </a:moveTo>
                <a:lnTo>
                  <a:pt x="220558" y="28721"/>
                </a:lnTo>
                <a:lnTo>
                  <a:pt x="220558" y="26687"/>
                </a:lnTo>
                <a:lnTo>
                  <a:pt x="226262" y="26687"/>
                </a:lnTo>
                <a:lnTo>
                  <a:pt x="229965" y="30389"/>
                </a:lnTo>
                <a:lnTo>
                  <a:pt x="222226" y="30389"/>
                </a:lnTo>
                <a:close/>
                <a:moveTo>
                  <a:pt x="219657" y="25786"/>
                </a:moveTo>
                <a:lnTo>
                  <a:pt x="217623" y="25786"/>
                </a:lnTo>
                <a:lnTo>
                  <a:pt x="215921" y="24085"/>
                </a:lnTo>
                <a:lnTo>
                  <a:pt x="215921" y="16346"/>
                </a:lnTo>
                <a:lnTo>
                  <a:pt x="219657" y="20049"/>
                </a:lnTo>
                <a:lnTo>
                  <a:pt x="219657" y="25786"/>
                </a:lnTo>
                <a:close/>
                <a:moveTo>
                  <a:pt x="215121" y="24085"/>
                </a:moveTo>
                <a:lnTo>
                  <a:pt x="213453" y="25786"/>
                </a:lnTo>
                <a:lnTo>
                  <a:pt x="211418" y="25786"/>
                </a:lnTo>
                <a:lnTo>
                  <a:pt x="211418" y="20049"/>
                </a:lnTo>
                <a:lnTo>
                  <a:pt x="215121" y="16346"/>
                </a:lnTo>
                <a:lnTo>
                  <a:pt x="215121" y="24085"/>
                </a:lnTo>
                <a:close/>
                <a:moveTo>
                  <a:pt x="202679" y="21083"/>
                </a:moveTo>
                <a:lnTo>
                  <a:pt x="202512" y="21083"/>
                </a:lnTo>
                <a:lnTo>
                  <a:pt x="200544" y="23051"/>
                </a:lnTo>
                <a:lnTo>
                  <a:pt x="200544" y="21216"/>
                </a:lnTo>
                <a:lnTo>
                  <a:pt x="201945" y="19782"/>
                </a:lnTo>
                <a:lnTo>
                  <a:pt x="203979" y="19782"/>
                </a:lnTo>
                <a:lnTo>
                  <a:pt x="205280" y="21083"/>
                </a:lnTo>
                <a:close/>
                <a:moveTo>
                  <a:pt x="203746" y="18447"/>
                </a:moveTo>
                <a:lnTo>
                  <a:pt x="201077" y="15779"/>
                </a:lnTo>
                <a:lnTo>
                  <a:pt x="204847" y="15779"/>
                </a:lnTo>
                <a:lnTo>
                  <a:pt x="203746" y="16880"/>
                </a:lnTo>
                <a:lnTo>
                  <a:pt x="203746" y="18447"/>
                </a:lnTo>
                <a:close/>
                <a:moveTo>
                  <a:pt x="200544" y="14445"/>
                </a:moveTo>
                <a:lnTo>
                  <a:pt x="200544" y="10709"/>
                </a:lnTo>
                <a:lnTo>
                  <a:pt x="201644" y="11776"/>
                </a:lnTo>
                <a:lnTo>
                  <a:pt x="203179" y="11776"/>
                </a:lnTo>
                <a:close/>
                <a:moveTo>
                  <a:pt x="199743" y="14445"/>
                </a:moveTo>
                <a:lnTo>
                  <a:pt x="197108" y="11776"/>
                </a:lnTo>
                <a:lnTo>
                  <a:pt x="198476" y="11776"/>
                </a:lnTo>
                <a:lnTo>
                  <a:pt x="198776" y="11676"/>
                </a:lnTo>
                <a:lnTo>
                  <a:pt x="199743" y="10709"/>
                </a:lnTo>
                <a:lnTo>
                  <a:pt x="199743" y="14445"/>
                </a:lnTo>
                <a:close/>
                <a:moveTo>
                  <a:pt x="199176" y="15779"/>
                </a:moveTo>
                <a:lnTo>
                  <a:pt x="196541" y="18414"/>
                </a:lnTo>
                <a:lnTo>
                  <a:pt x="196541" y="16880"/>
                </a:lnTo>
                <a:lnTo>
                  <a:pt x="195440" y="15779"/>
                </a:lnTo>
                <a:close/>
                <a:moveTo>
                  <a:pt x="199743" y="16346"/>
                </a:moveTo>
                <a:lnTo>
                  <a:pt x="199743" y="20082"/>
                </a:lnTo>
                <a:lnTo>
                  <a:pt x="198776" y="19115"/>
                </a:lnTo>
                <a:lnTo>
                  <a:pt x="198476" y="18981"/>
                </a:lnTo>
                <a:lnTo>
                  <a:pt x="197108" y="18981"/>
                </a:lnTo>
                <a:close/>
                <a:moveTo>
                  <a:pt x="188869" y="25786"/>
                </a:moveTo>
                <a:lnTo>
                  <a:pt x="186801" y="25786"/>
                </a:lnTo>
                <a:lnTo>
                  <a:pt x="185133" y="24085"/>
                </a:lnTo>
                <a:lnTo>
                  <a:pt x="185133" y="16346"/>
                </a:lnTo>
                <a:lnTo>
                  <a:pt x="188869" y="20049"/>
                </a:lnTo>
                <a:lnTo>
                  <a:pt x="188869" y="25786"/>
                </a:lnTo>
                <a:close/>
                <a:moveTo>
                  <a:pt x="184332" y="24085"/>
                </a:moveTo>
                <a:lnTo>
                  <a:pt x="182664" y="25786"/>
                </a:lnTo>
                <a:lnTo>
                  <a:pt x="180629" y="25786"/>
                </a:lnTo>
                <a:lnTo>
                  <a:pt x="180629" y="20049"/>
                </a:lnTo>
                <a:lnTo>
                  <a:pt x="184332" y="16346"/>
                </a:lnTo>
                <a:lnTo>
                  <a:pt x="184332" y="24085"/>
                </a:lnTo>
                <a:close/>
                <a:moveTo>
                  <a:pt x="171723" y="21083"/>
                </a:moveTo>
                <a:lnTo>
                  <a:pt x="169755" y="23051"/>
                </a:lnTo>
                <a:lnTo>
                  <a:pt x="169755" y="21216"/>
                </a:lnTo>
                <a:lnTo>
                  <a:pt x="171156" y="19782"/>
                </a:lnTo>
                <a:lnTo>
                  <a:pt x="173157" y="19782"/>
                </a:lnTo>
                <a:lnTo>
                  <a:pt x="174492" y="21083"/>
                </a:lnTo>
                <a:close/>
                <a:moveTo>
                  <a:pt x="172957" y="18447"/>
                </a:moveTo>
                <a:lnTo>
                  <a:pt x="170289" y="15779"/>
                </a:lnTo>
                <a:lnTo>
                  <a:pt x="174025" y="15779"/>
                </a:lnTo>
                <a:lnTo>
                  <a:pt x="172957" y="16880"/>
                </a:lnTo>
                <a:lnTo>
                  <a:pt x="172957" y="18447"/>
                </a:lnTo>
                <a:close/>
                <a:moveTo>
                  <a:pt x="169755" y="14445"/>
                </a:moveTo>
                <a:lnTo>
                  <a:pt x="169755" y="10709"/>
                </a:lnTo>
                <a:lnTo>
                  <a:pt x="170722" y="11676"/>
                </a:lnTo>
                <a:lnTo>
                  <a:pt x="170989" y="11809"/>
                </a:lnTo>
                <a:lnTo>
                  <a:pt x="172390" y="11809"/>
                </a:lnTo>
                <a:close/>
                <a:moveTo>
                  <a:pt x="168954" y="14445"/>
                </a:moveTo>
                <a:lnTo>
                  <a:pt x="166319" y="11776"/>
                </a:lnTo>
                <a:lnTo>
                  <a:pt x="167854" y="11776"/>
                </a:lnTo>
                <a:lnTo>
                  <a:pt x="168954" y="10709"/>
                </a:lnTo>
                <a:close/>
                <a:moveTo>
                  <a:pt x="168387" y="15779"/>
                </a:moveTo>
                <a:lnTo>
                  <a:pt x="165752" y="18414"/>
                </a:lnTo>
                <a:lnTo>
                  <a:pt x="165752" y="16880"/>
                </a:lnTo>
                <a:lnTo>
                  <a:pt x="164651" y="15779"/>
                </a:lnTo>
                <a:close/>
                <a:moveTo>
                  <a:pt x="165519" y="19782"/>
                </a:moveTo>
                <a:lnTo>
                  <a:pt x="167520" y="19782"/>
                </a:lnTo>
                <a:lnTo>
                  <a:pt x="168954" y="21216"/>
                </a:lnTo>
                <a:lnTo>
                  <a:pt x="168954" y="23051"/>
                </a:lnTo>
                <a:lnTo>
                  <a:pt x="166986" y="21083"/>
                </a:lnTo>
                <a:lnTo>
                  <a:pt x="166820" y="21083"/>
                </a:lnTo>
                <a:lnTo>
                  <a:pt x="164218" y="21083"/>
                </a:lnTo>
                <a:close/>
                <a:moveTo>
                  <a:pt x="163417" y="21883"/>
                </a:moveTo>
                <a:lnTo>
                  <a:pt x="166653" y="21883"/>
                </a:lnTo>
                <a:lnTo>
                  <a:pt x="168954" y="24185"/>
                </a:lnTo>
                <a:lnTo>
                  <a:pt x="168954" y="26553"/>
                </a:lnTo>
                <a:lnTo>
                  <a:pt x="165952" y="23551"/>
                </a:lnTo>
                <a:lnTo>
                  <a:pt x="165786" y="23551"/>
                </a:lnTo>
                <a:lnTo>
                  <a:pt x="161716" y="23551"/>
                </a:lnTo>
                <a:close/>
                <a:moveTo>
                  <a:pt x="160949" y="24352"/>
                </a:moveTo>
                <a:lnTo>
                  <a:pt x="165619" y="24352"/>
                </a:lnTo>
                <a:lnTo>
                  <a:pt x="168954" y="27654"/>
                </a:lnTo>
                <a:lnTo>
                  <a:pt x="168954" y="29822"/>
                </a:lnTo>
                <a:lnTo>
                  <a:pt x="164985" y="25886"/>
                </a:lnTo>
                <a:lnTo>
                  <a:pt x="164852" y="25886"/>
                </a:lnTo>
                <a:lnTo>
                  <a:pt x="159414" y="25886"/>
                </a:lnTo>
                <a:close/>
                <a:moveTo>
                  <a:pt x="158047" y="25786"/>
                </a:moveTo>
                <a:lnTo>
                  <a:pt x="156012" y="25786"/>
                </a:lnTo>
                <a:lnTo>
                  <a:pt x="154344" y="24085"/>
                </a:lnTo>
                <a:lnTo>
                  <a:pt x="154344" y="16346"/>
                </a:lnTo>
                <a:lnTo>
                  <a:pt x="158047" y="20049"/>
                </a:lnTo>
                <a:lnTo>
                  <a:pt x="158047" y="25786"/>
                </a:lnTo>
                <a:close/>
                <a:moveTo>
                  <a:pt x="153543" y="24085"/>
                </a:moveTo>
                <a:lnTo>
                  <a:pt x="151876" y="25786"/>
                </a:lnTo>
                <a:lnTo>
                  <a:pt x="149841" y="25786"/>
                </a:lnTo>
                <a:lnTo>
                  <a:pt x="149841" y="20049"/>
                </a:lnTo>
                <a:lnTo>
                  <a:pt x="153543" y="16346"/>
                </a:lnTo>
                <a:lnTo>
                  <a:pt x="153543" y="24085"/>
                </a:lnTo>
                <a:close/>
                <a:moveTo>
                  <a:pt x="141068" y="21083"/>
                </a:moveTo>
                <a:lnTo>
                  <a:pt x="140901" y="21083"/>
                </a:lnTo>
                <a:lnTo>
                  <a:pt x="138933" y="23051"/>
                </a:lnTo>
                <a:lnTo>
                  <a:pt x="138933" y="21216"/>
                </a:lnTo>
                <a:lnTo>
                  <a:pt x="140367" y="19782"/>
                </a:lnTo>
                <a:lnTo>
                  <a:pt x="142369" y="19782"/>
                </a:lnTo>
                <a:lnTo>
                  <a:pt x="143703" y="21083"/>
                </a:lnTo>
                <a:close/>
                <a:moveTo>
                  <a:pt x="142135" y="18447"/>
                </a:moveTo>
                <a:lnTo>
                  <a:pt x="139500" y="15779"/>
                </a:lnTo>
                <a:lnTo>
                  <a:pt x="143236" y="15779"/>
                </a:lnTo>
                <a:lnTo>
                  <a:pt x="142135" y="16880"/>
                </a:lnTo>
                <a:lnTo>
                  <a:pt x="142135" y="18447"/>
                </a:lnTo>
                <a:close/>
                <a:moveTo>
                  <a:pt x="138933" y="14445"/>
                </a:moveTo>
                <a:lnTo>
                  <a:pt x="138933" y="10709"/>
                </a:lnTo>
                <a:lnTo>
                  <a:pt x="140034" y="11776"/>
                </a:lnTo>
                <a:lnTo>
                  <a:pt x="141602" y="11776"/>
                </a:lnTo>
                <a:close/>
                <a:moveTo>
                  <a:pt x="138166" y="14445"/>
                </a:moveTo>
                <a:lnTo>
                  <a:pt x="135531" y="11776"/>
                </a:lnTo>
                <a:lnTo>
                  <a:pt x="136898" y="11776"/>
                </a:lnTo>
                <a:lnTo>
                  <a:pt x="137165" y="11676"/>
                </a:lnTo>
                <a:lnTo>
                  <a:pt x="138166" y="10709"/>
                </a:lnTo>
                <a:lnTo>
                  <a:pt x="138166" y="14445"/>
                </a:lnTo>
                <a:close/>
                <a:moveTo>
                  <a:pt x="137599" y="15779"/>
                </a:moveTo>
                <a:lnTo>
                  <a:pt x="134964" y="18414"/>
                </a:lnTo>
                <a:lnTo>
                  <a:pt x="134964" y="16880"/>
                </a:lnTo>
                <a:lnTo>
                  <a:pt x="133863" y="15779"/>
                </a:lnTo>
                <a:close/>
                <a:moveTo>
                  <a:pt x="138166" y="16346"/>
                </a:moveTo>
                <a:lnTo>
                  <a:pt x="138166" y="20082"/>
                </a:lnTo>
                <a:lnTo>
                  <a:pt x="137165" y="19115"/>
                </a:lnTo>
                <a:lnTo>
                  <a:pt x="136898" y="18981"/>
                </a:lnTo>
                <a:lnTo>
                  <a:pt x="135531" y="18981"/>
                </a:lnTo>
                <a:close/>
                <a:moveTo>
                  <a:pt x="127258" y="25786"/>
                </a:moveTo>
                <a:lnTo>
                  <a:pt x="125223" y="25786"/>
                </a:lnTo>
                <a:lnTo>
                  <a:pt x="123555" y="24085"/>
                </a:lnTo>
                <a:lnTo>
                  <a:pt x="123555" y="16346"/>
                </a:lnTo>
                <a:lnTo>
                  <a:pt x="127258" y="20049"/>
                </a:lnTo>
                <a:close/>
                <a:moveTo>
                  <a:pt x="122755" y="24085"/>
                </a:moveTo>
                <a:lnTo>
                  <a:pt x="121087" y="25786"/>
                </a:lnTo>
                <a:lnTo>
                  <a:pt x="119052" y="25786"/>
                </a:lnTo>
                <a:lnTo>
                  <a:pt x="119052" y="20049"/>
                </a:lnTo>
                <a:lnTo>
                  <a:pt x="122755" y="16346"/>
                </a:lnTo>
                <a:close/>
                <a:moveTo>
                  <a:pt x="110112" y="21083"/>
                </a:moveTo>
                <a:lnTo>
                  <a:pt x="108144" y="23051"/>
                </a:lnTo>
                <a:lnTo>
                  <a:pt x="108144" y="21216"/>
                </a:lnTo>
                <a:lnTo>
                  <a:pt x="109579" y="19782"/>
                </a:lnTo>
                <a:lnTo>
                  <a:pt x="111580" y="19782"/>
                </a:lnTo>
                <a:lnTo>
                  <a:pt x="112914" y="21083"/>
                </a:lnTo>
                <a:close/>
                <a:moveTo>
                  <a:pt x="111347" y="18447"/>
                </a:moveTo>
                <a:lnTo>
                  <a:pt x="108711" y="15779"/>
                </a:lnTo>
                <a:lnTo>
                  <a:pt x="112447" y="15779"/>
                </a:lnTo>
                <a:lnTo>
                  <a:pt x="111347" y="16880"/>
                </a:lnTo>
                <a:close/>
                <a:moveTo>
                  <a:pt x="108144" y="14445"/>
                </a:moveTo>
                <a:lnTo>
                  <a:pt x="108144" y="10709"/>
                </a:lnTo>
                <a:lnTo>
                  <a:pt x="109145" y="11676"/>
                </a:lnTo>
                <a:lnTo>
                  <a:pt x="109412" y="11809"/>
                </a:lnTo>
                <a:lnTo>
                  <a:pt x="110813" y="11809"/>
                </a:lnTo>
                <a:close/>
                <a:moveTo>
                  <a:pt x="107377" y="14445"/>
                </a:moveTo>
                <a:lnTo>
                  <a:pt x="104709" y="11776"/>
                </a:lnTo>
                <a:lnTo>
                  <a:pt x="106276" y="11776"/>
                </a:lnTo>
                <a:lnTo>
                  <a:pt x="107377" y="10709"/>
                </a:lnTo>
                <a:close/>
                <a:moveTo>
                  <a:pt x="106810" y="15779"/>
                </a:moveTo>
                <a:lnTo>
                  <a:pt x="104175" y="18414"/>
                </a:lnTo>
                <a:lnTo>
                  <a:pt x="104175" y="16880"/>
                </a:lnTo>
                <a:lnTo>
                  <a:pt x="103074" y="15779"/>
                </a:lnTo>
                <a:close/>
                <a:moveTo>
                  <a:pt x="103941" y="19782"/>
                </a:moveTo>
                <a:lnTo>
                  <a:pt x="105943" y="19782"/>
                </a:lnTo>
                <a:lnTo>
                  <a:pt x="107344" y="21216"/>
                </a:lnTo>
                <a:lnTo>
                  <a:pt x="107344" y="23051"/>
                </a:lnTo>
                <a:lnTo>
                  <a:pt x="105376" y="21083"/>
                </a:lnTo>
                <a:lnTo>
                  <a:pt x="105242" y="21083"/>
                </a:lnTo>
                <a:lnTo>
                  <a:pt x="102607" y="21083"/>
                </a:lnTo>
                <a:close/>
                <a:moveTo>
                  <a:pt x="101840" y="21883"/>
                </a:moveTo>
                <a:lnTo>
                  <a:pt x="105076" y="21883"/>
                </a:lnTo>
                <a:lnTo>
                  <a:pt x="107377" y="24185"/>
                </a:lnTo>
                <a:lnTo>
                  <a:pt x="107377" y="26553"/>
                </a:lnTo>
                <a:lnTo>
                  <a:pt x="104375" y="23551"/>
                </a:lnTo>
                <a:lnTo>
                  <a:pt x="104208" y="23551"/>
                </a:lnTo>
                <a:lnTo>
                  <a:pt x="100139" y="23551"/>
                </a:lnTo>
                <a:close/>
                <a:moveTo>
                  <a:pt x="99371" y="24352"/>
                </a:moveTo>
                <a:lnTo>
                  <a:pt x="104041" y="24352"/>
                </a:lnTo>
                <a:lnTo>
                  <a:pt x="107377" y="27654"/>
                </a:lnTo>
                <a:lnTo>
                  <a:pt x="107377" y="29822"/>
                </a:lnTo>
                <a:lnTo>
                  <a:pt x="103408" y="25886"/>
                </a:lnTo>
                <a:lnTo>
                  <a:pt x="103241" y="25886"/>
                </a:lnTo>
                <a:lnTo>
                  <a:pt x="97837" y="25886"/>
                </a:lnTo>
                <a:close/>
                <a:moveTo>
                  <a:pt x="96469" y="25786"/>
                </a:moveTo>
                <a:lnTo>
                  <a:pt x="94435" y="25786"/>
                </a:lnTo>
                <a:lnTo>
                  <a:pt x="92767" y="24085"/>
                </a:lnTo>
                <a:lnTo>
                  <a:pt x="92767" y="16346"/>
                </a:lnTo>
                <a:lnTo>
                  <a:pt x="96469" y="20082"/>
                </a:lnTo>
                <a:close/>
                <a:moveTo>
                  <a:pt x="91966" y="24085"/>
                </a:moveTo>
                <a:lnTo>
                  <a:pt x="90298" y="25786"/>
                </a:lnTo>
                <a:lnTo>
                  <a:pt x="88264" y="25786"/>
                </a:lnTo>
                <a:lnTo>
                  <a:pt x="88264" y="20049"/>
                </a:lnTo>
                <a:lnTo>
                  <a:pt x="91966" y="16346"/>
                </a:lnTo>
                <a:close/>
                <a:moveTo>
                  <a:pt x="79491" y="21083"/>
                </a:moveTo>
                <a:lnTo>
                  <a:pt x="79324" y="21083"/>
                </a:lnTo>
                <a:lnTo>
                  <a:pt x="77356" y="23051"/>
                </a:lnTo>
                <a:lnTo>
                  <a:pt x="77356" y="21216"/>
                </a:lnTo>
                <a:lnTo>
                  <a:pt x="78790" y="19782"/>
                </a:lnTo>
                <a:lnTo>
                  <a:pt x="80792" y="19782"/>
                </a:lnTo>
                <a:lnTo>
                  <a:pt x="82126" y="21083"/>
                </a:lnTo>
                <a:close/>
                <a:moveTo>
                  <a:pt x="80558" y="18447"/>
                </a:moveTo>
                <a:lnTo>
                  <a:pt x="77923" y="15779"/>
                </a:lnTo>
                <a:lnTo>
                  <a:pt x="81659" y="15779"/>
                </a:lnTo>
                <a:lnTo>
                  <a:pt x="80558" y="16880"/>
                </a:lnTo>
                <a:close/>
                <a:moveTo>
                  <a:pt x="77356" y="14445"/>
                </a:moveTo>
                <a:lnTo>
                  <a:pt x="77356" y="10709"/>
                </a:lnTo>
                <a:lnTo>
                  <a:pt x="78457" y="11776"/>
                </a:lnTo>
                <a:lnTo>
                  <a:pt x="80024" y="11776"/>
                </a:lnTo>
                <a:close/>
                <a:moveTo>
                  <a:pt x="76589" y="14445"/>
                </a:moveTo>
                <a:lnTo>
                  <a:pt x="73920" y="11776"/>
                </a:lnTo>
                <a:lnTo>
                  <a:pt x="75321" y="11776"/>
                </a:lnTo>
                <a:lnTo>
                  <a:pt x="75588" y="11676"/>
                </a:lnTo>
                <a:lnTo>
                  <a:pt x="76555" y="10709"/>
                </a:lnTo>
                <a:lnTo>
                  <a:pt x="76555" y="14445"/>
                </a:lnTo>
                <a:close/>
                <a:moveTo>
                  <a:pt x="76021" y="15779"/>
                </a:moveTo>
                <a:lnTo>
                  <a:pt x="73386" y="18414"/>
                </a:lnTo>
                <a:lnTo>
                  <a:pt x="73386" y="16880"/>
                </a:lnTo>
                <a:lnTo>
                  <a:pt x="72285" y="15779"/>
                </a:lnTo>
                <a:close/>
                <a:moveTo>
                  <a:pt x="76589" y="16346"/>
                </a:moveTo>
                <a:lnTo>
                  <a:pt x="76589" y="20082"/>
                </a:lnTo>
                <a:lnTo>
                  <a:pt x="75588" y="19115"/>
                </a:lnTo>
                <a:lnTo>
                  <a:pt x="75321" y="18981"/>
                </a:lnTo>
                <a:lnTo>
                  <a:pt x="73920" y="18981"/>
                </a:lnTo>
                <a:close/>
                <a:moveTo>
                  <a:pt x="65681" y="25786"/>
                </a:moveTo>
                <a:lnTo>
                  <a:pt x="63646" y="25786"/>
                </a:lnTo>
                <a:lnTo>
                  <a:pt x="61978" y="24085"/>
                </a:lnTo>
                <a:lnTo>
                  <a:pt x="61978" y="16346"/>
                </a:lnTo>
                <a:lnTo>
                  <a:pt x="65681" y="20049"/>
                </a:lnTo>
                <a:close/>
                <a:moveTo>
                  <a:pt x="61178" y="24085"/>
                </a:moveTo>
                <a:lnTo>
                  <a:pt x="59510" y="25786"/>
                </a:lnTo>
                <a:lnTo>
                  <a:pt x="57475" y="25786"/>
                </a:lnTo>
                <a:lnTo>
                  <a:pt x="57475" y="20049"/>
                </a:lnTo>
                <a:lnTo>
                  <a:pt x="61178" y="16346"/>
                </a:lnTo>
                <a:close/>
                <a:moveTo>
                  <a:pt x="48535" y="21083"/>
                </a:moveTo>
                <a:lnTo>
                  <a:pt x="46567" y="23051"/>
                </a:lnTo>
                <a:lnTo>
                  <a:pt x="46567" y="21216"/>
                </a:lnTo>
                <a:lnTo>
                  <a:pt x="48001" y="19782"/>
                </a:lnTo>
                <a:lnTo>
                  <a:pt x="50003" y="19782"/>
                </a:lnTo>
                <a:lnTo>
                  <a:pt x="51337" y="21083"/>
                </a:lnTo>
                <a:close/>
                <a:moveTo>
                  <a:pt x="49769" y="18447"/>
                </a:moveTo>
                <a:lnTo>
                  <a:pt x="47134" y="15779"/>
                </a:lnTo>
                <a:lnTo>
                  <a:pt x="50870" y="15779"/>
                </a:lnTo>
                <a:lnTo>
                  <a:pt x="49769" y="16880"/>
                </a:lnTo>
                <a:close/>
                <a:moveTo>
                  <a:pt x="46567" y="14445"/>
                </a:moveTo>
                <a:lnTo>
                  <a:pt x="46567" y="10709"/>
                </a:lnTo>
                <a:lnTo>
                  <a:pt x="47534" y="11676"/>
                </a:lnTo>
                <a:lnTo>
                  <a:pt x="47835" y="11809"/>
                </a:lnTo>
                <a:lnTo>
                  <a:pt x="49202" y="11809"/>
                </a:lnTo>
                <a:close/>
                <a:moveTo>
                  <a:pt x="45767" y="14445"/>
                </a:moveTo>
                <a:lnTo>
                  <a:pt x="43131" y="11776"/>
                </a:lnTo>
                <a:lnTo>
                  <a:pt x="44699" y="11776"/>
                </a:lnTo>
                <a:lnTo>
                  <a:pt x="45767" y="10709"/>
                </a:lnTo>
                <a:close/>
                <a:moveTo>
                  <a:pt x="45233" y="15779"/>
                </a:moveTo>
                <a:lnTo>
                  <a:pt x="42564" y="18414"/>
                </a:lnTo>
                <a:lnTo>
                  <a:pt x="42564" y="16880"/>
                </a:lnTo>
                <a:lnTo>
                  <a:pt x="41497" y="15779"/>
                </a:lnTo>
                <a:close/>
                <a:moveTo>
                  <a:pt x="42364" y="19782"/>
                </a:moveTo>
                <a:lnTo>
                  <a:pt x="44366" y="19782"/>
                </a:lnTo>
                <a:lnTo>
                  <a:pt x="45767" y="21216"/>
                </a:lnTo>
                <a:lnTo>
                  <a:pt x="45767" y="23051"/>
                </a:lnTo>
                <a:lnTo>
                  <a:pt x="43798" y="21083"/>
                </a:lnTo>
                <a:lnTo>
                  <a:pt x="43665" y="21083"/>
                </a:lnTo>
                <a:lnTo>
                  <a:pt x="41030" y="21083"/>
                </a:lnTo>
                <a:close/>
                <a:moveTo>
                  <a:pt x="40229" y="21883"/>
                </a:moveTo>
                <a:lnTo>
                  <a:pt x="43498" y="21883"/>
                </a:lnTo>
                <a:lnTo>
                  <a:pt x="45767" y="24185"/>
                </a:lnTo>
                <a:lnTo>
                  <a:pt x="45767" y="26553"/>
                </a:lnTo>
                <a:lnTo>
                  <a:pt x="42798" y="23551"/>
                </a:lnTo>
                <a:lnTo>
                  <a:pt x="42631" y="23551"/>
                </a:lnTo>
                <a:lnTo>
                  <a:pt x="38561" y="23551"/>
                </a:lnTo>
                <a:close/>
                <a:moveTo>
                  <a:pt x="37761" y="24352"/>
                </a:moveTo>
                <a:lnTo>
                  <a:pt x="42464" y="24352"/>
                </a:lnTo>
                <a:lnTo>
                  <a:pt x="45767" y="27654"/>
                </a:lnTo>
                <a:lnTo>
                  <a:pt x="45767" y="29822"/>
                </a:lnTo>
                <a:lnTo>
                  <a:pt x="41830" y="25886"/>
                </a:lnTo>
                <a:lnTo>
                  <a:pt x="41664" y="25886"/>
                </a:lnTo>
                <a:lnTo>
                  <a:pt x="36260" y="25886"/>
                </a:lnTo>
                <a:close/>
                <a:moveTo>
                  <a:pt x="34892" y="25786"/>
                </a:moveTo>
                <a:lnTo>
                  <a:pt x="32857" y="25786"/>
                </a:lnTo>
                <a:lnTo>
                  <a:pt x="31189" y="24085"/>
                </a:lnTo>
                <a:lnTo>
                  <a:pt x="31189" y="16346"/>
                </a:lnTo>
                <a:lnTo>
                  <a:pt x="34892" y="20049"/>
                </a:lnTo>
                <a:close/>
                <a:moveTo>
                  <a:pt x="30389" y="24085"/>
                </a:moveTo>
                <a:lnTo>
                  <a:pt x="28721" y="25786"/>
                </a:lnTo>
                <a:lnTo>
                  <a:pt x="26653" y="25786"/>
                </a:lnTo>
                <a:lnTo>
                  <a:pt x="26653" y="20049"/>
                </a:lnTo>
                <a:lnTo>
                  <a:pt x="30389" y="16346"/>
                </a:lnTo>
                <a:lnTo>
                  <a:pt x="30389" y="24085"/>
                </a:lnTo>
                <a:close/>
                <a:moveTo>
                  <a:pt x="19748" y="35693"/>
                </a:moveTo>
                <a:lnTo>
                  <a:pt x="19881" y="35693"/>
                </a:lnTo>
                <a:lnTo>
                  <a:pt x="25319" y="35693"/>
                </a:lnTo>
                <a:lnTo>
                  <a:pt x="23784" y="37228"/>
                </a:lnTo>
                <a:lnTo>
                  <a:pt x="19081" y="37228"/>
                </a:lnTo>
                <a:lnTo>
                  <a:pt x="15778" y="33892"/>
                </a:lnTo>
                <a:lnTo>
                  <a:pt x="15778" y="31757"/>
                </a:lnTo>
                <a:close/>
                <a:moveTo>
                  <a:pt x="18781" y="38028"/>
                </a:moveTo>
                <a:lnTo>
                  <a:pt x="18947" y="38028"/>
                </a:lnTo>
                <a:lnTo>
                  <a:pt x="22984" y="38028"/>
                </a:lnTo>
                <a:lnTo>
                  <a:pt x="21316" y="39696"/>
                </a:lnTo>
                <a:lnTo>
                  <a:pt x="18080" y="39696"/>
                </a:lnTo>
                <a:lnTo>
                  <a:pt x="15778" y="37394"/>
                </a:lnTo>
                <a:lnTo>
                  <a:pt x="15778" y="35026"/>
                </a:lnTo>
                <a:close/>
                <a:moveTo>
                  <a:pt x="14978" y="40363"/>
                </a:moveTo>
                <a:lnTo>
                  <a:pt x="13577" y="41797"/>
                </a:lnTo>
                <a:lnTo>
                  <a:pt x="11542" y="41797"/>
                </a:lnTo>
                <a:lnTo>
                  <a:pt x="10241" y="40463"/>
                </a:lnTo>
                <a:lnTo>
                  <a:pt x="13010" y="40463"/>
                </a:lnTo>
                <a:lnTo>
                  <a:pt x="14978" y="38495"/>
                </a:lnTo>
                <a:lnTo>
                  <a:pt x="14978" y="40363"/>
                </a:lnTo>
                <a:close/>
                <a:moveTo>
                  <a:pt x="11776" y="43132"/>
                </a:moveTo>
                <a:lnTo>
                  <a:pt x="14411" y="45800"/>
                </a:lnTo>
                <a:lnTo>
                  <a:pt x="10675" y="45800"/>
                </a:lnTo>
                <a:lnTo>
                  <a:pt x="11776" y="44700"/>
                </a:lnTo>
                <a:lnTo>
                  <a:pt x="11776" y="43132"/>
                </a:lnTo>
                <a:close/>
                <a:moveTo>
                  <a:pt x="14978" y="47135"/>
                </a:moveTo>
                <a:lnTo>
                  <a:pt x="14978" y="50871"/>
                </a:lnTo>
                <a:lnTo>
                  <a:pt x="14011" y="49903"/>
                </a:lnTo>
                <a:lnTo>
                  <a:pt x="13744" y="49770"/>
                </a:lnTo>
                <a:lnTo>
                  <a:pt x="12343" y="49770"/>
                </a:lnTo>
                <a:close/>
                <a:moveTo>
                  <a:pt x="15778" y="52005"/>
                </a:moveTo>
                <a:lnTo>
                  <a:pt x="17213" y="50570"/>
                </a:lnTo>
                <a:lnTo>
                  <a:pt x="19214" y="50570"/>
                </a:lnTo>
                <a:lnTo>
                  <a:pt x="20549" y="51905"/>
                </a:lnTo>
                <a:lnTo>
                  <a:pt x="17747" y="51905"/>
                </a:lnTo>
                <a:lnTo>
                  <a:pt x="15778" y="53873"/>
                </a:lnTo>
                <a:close/>
                <a:moveTo>
                  <a:pt x="18080" y="52672"/>
                </a:moveTo>
                <a:lnTo>
                  <a:pt x="21316" y="52672"/>
                </a:lnTo>
                <a:lnTo>
                  <a:pt x="23017" y="54340"/>
                </a:lnTo>
                <a:lnTo>
                  <a:pt x="18947" y="54340"/>
                </a:lnTo>
                <a:lnTo>
                  <a:pt x="18647" y="54473"/>
                </a:lnTo>
                <a:lnTo>
                  <a:pt x="15778" y="57342"/>
                </a:lnTo>
                <a:lnTo>
                  <a:pt x="15778" y="54974"/>
                </a:lnTo>
                <a:close/>
                <a:moveTo>
                  <a:pt x="19081" y="55140"/>
                </a:moveTo>
                <a:lnTo>
                  <a:pt x="23784" y="55140"/>
                </a:lnTo>
                <a:lnTo>
                  <a:pt x="25319" y="56675"/>
                </a:lnTo>
                <a:lnTo>
                  <a:pt x="19748" y="56675"/>
                </a:lnTo>
                <a:lnTo>
                  <a:pt x="15778" y="60611"/>
                </a:lnTo>
                <a:lnTo>
                  <a:pt x="15778" y="58443"/>
                </a:lnTo>
                <a:close/>
                <a:moveTo>
                  <a:pt x="19748" y="66482"/>
                </a:moveTo>
                <a:lnTo>
                  <a:pt x="25319" y="66482"/>
                </a:lnTo>
                <a:lnTo>
                  <a:pt x="23784" y="68016"/>
                </a:lnTo>
                <a:lnTo>
                  <a:pt x="19081" y="68016"/>
                </a:lnTo>
                <a:lnTo>
                  <a:pt x="15778" y="64714"/>
                </a:lnTo>
                <a:lnTo>
                  <a:pt x="15778" y="62546"/>
                </a:lnTo>
                <a:close/>
                <a:moveTo>
                  <a:pt x="18647" y="68683"/>
                </a:moveTo>
                <a:lnTo>
                  <a:pt x="18947" y="68817"/>
                </a:lnTo>
                <a:lnTo>
                  <a:pt x="22984" y="68817"/>
                </a:lnTo>
                <a:lnTo>
                  <a:pt x="21316" y="70485"/>
                </a:lnTo>
                <a:lnTo>
                  <a:pt x="18080" y="70485"/>
                </a:lnTo>
                <a:lnTo>
                  <a:pt x="15778" y="68183"/>
                </a:lnTo>
                <a:lnTo>
                  <a:pt x="15778" y="65815"/>
                </a:lnTo>
                <a:close/>
                <a:moveTo>
                  <a:pt x="14978" y="71152"/>
                </a:moveTo>
                <a:lnTo>
                  <a:pt x="13577" y="72586"/>
                </a:lnTo>
                <a:lnTo>
                  <a:pt x="11542" y="72586"/>
                </a:lnTo>
                <a:lnTo>
                  <a:pt x="10241" y="71285"/>
                </a:lnTo>
                <a:lnTo>
                  <a:pt x="13010" y="71285"/>
                </a:lnTo>
                <a:lnTo>
                  <a:pt x="14978" y="69317"/>
                </a:lnTo>
                <a:lnTo>
                  <a:pt x="14978" y="71152"/>
                </a:lnTo>
                <a:close/>
                <a:moveTo>
                  <a:pt x="11776" y="75321"/>
                </a:moveTo>
                <a:lnTo>
                  <a:pt x="11776" y="73954"/>
                </a:lnTo>
                <a:lnTo>
                  <a:pt x="14411" y="76589"/>
                </a:lnTo>
                <a:lnTo>
                  <a:pt x="10675" y="76589"/>
                </a:lnTo>
                <a:lnTo>
                  <a:pt x="11675" y="75588"/>
                </a:lnTo>
                <a:close/>
                <a:moveTo>
                  <a:pt x="14444" y="77356"/>
                </a:moveTo>
                <a:lnTo>
                  <a:pt x="11776" y="80025"/>
                </a:lnTo>
                <a:lnTo>
                  <a:pt x="11776" y="78457"/>
                </a:lnTo>
                <a:lnTo>
                  <a:pt x="10675" y="77356"/>
                </a:lnTo>
                <a:close/>
                <a:moveTo>
                  <a:pt x="14978" y="77923"/>
                </a:moveTo>
                <a:lnTo>
                  <a:pt x="14978" y="81659"/>
                </a:lnTo>
                <a:lnTo>
                  <a:pt x="14011" y="80692"/>
                </a:lnTo>
                <a:lnTo>
                  <a:pt x="13744" y="80559"/>
                </a:lnTo>
                <a:lnTo>
                  <a:pt x="12343" y="80559"/>
                </a:lnTo>
                <a:close/>
                <a:moveTo>
                  <a:pt x="15778" y="82794"/>
                </a:moveTo>
                <a:lnTo>
                  <a:pt x="17213" y="81359"/>
                </a:lnTo>
                <a:lnTo>
                  <a:pt x="19214" y="81359"/>
                </a:lnTo>
                <a:lnTo>
                  <a:pt x="20549" y="82693"/>
                </a:lnTo>
                <a:lnTo>
                  <a:pt x="17913" y="82693"/>
                </a:lnTo>
                <a:lnTo>
                  <a:pt x="17747" y="82693"/>
                </a:lnTo>
                <a:lnTo>
                  <a:pt x="15778" y="84662"/>
                </a:lnTo>
                <a:close/>
                <a:moveTo>
                  <a:pt x="18080" y="83461"/>
                </a:moveTo>
                <a:lnTo>
                  <a:pt x="21316" y="83461"/>
                </a:lnTo>
                <a:lnTo>
                  <a:pt x="23017" y="85162"/>
                </a:lnTo>
                <a:lnTo>
                  <a:pt x="18947" y="85162"/>
                </a:lnTo>
                <a:lnTo>
                  <a:pt x="18781" y="85162"/>
                </a:lnTo>
                <a:lnTo>
                  <a:pt x="15778" y="88131"/>
                </a:lnTo>
                <a:lnTo>
                  <a:pt x="15778" y="85762"/>
                </a:lnTo>
                <a:close/>
                <a:moveTo>
                  <a:pt x="19081" y="85929"/>
                </a:moveTo>
                <a:lnTo>
                  <a:pt x="23784" y="85929"/>
                </a:lnTo>
                <a:lnTo>
                  <a:pt x="25319" y="87464"/>
                </a:lnTo>
                <a:lnTo>
                  <a:pt x="19881" y="87464"/>
                </a:lnTo>
                <a:lnTo>
                  <a:pt x="19748" y="87464"/>
                </a:lnTo>
                <a:lnTo>
                  <a:pt x="15778" y="91400"/>
                </a:lnTo>
                <a:lnTo>
                  <a:pt x="15778" y="89265"/>
                </a:lnTo>
                <a:close/>
                <a:moveTo>
                  <a:pt x="26653" y="97371"/>
                </a:moveTo>
                <a:lnTo>
                  <a:pt x="28721" y="97371"/>
                </a:lnTo>
                <a:lnTo>
                  <a:pt x="30389" y="99072"/>
                </a:lnTo>
                <a:lnTo>
                  <a:pt x="30389" y="106811"/>
                </a:lnTo>
                <a:lnTo>
                  <a:pt x="26653" y="103108"/>
                </a:lnTo>
                <a:lnTo>
                  <a:pt x="26653" y="97371"/>
                </a:lnTo>
                <a:close/>
                <a:moveTo>
                  <a:pt x="31189" y="99072"/>
                </a:moveTo>
                <a:lnTo>
                  <a:pt x="32857" y="97371"/>
                </a:lnTo>
                <a:lnTo>
                  <a:pt x="34892" y="97371"/>
                </a:lnTo>
                <a:lnTo>
                  <a:pt x="34892" y="103108"/>
                </a:lnTo>
                <a:lnTo>
                  <a:pt x="31189" y="106811"/>
                </a:lnTo>
                <a:close/>
                <a:moveTo>
                  <a:pt x="43665" y="102074"/>
                </a:moveTo>
                <a:lnTo>
                  <a:pt x="43798" y="102074"/>
                </a:lnTo>
                <a:lnTo>
                  <a:pt x="45767" y="100106"/>
                </a:lnTo>
                <a:lnTo>
                  <a:pt x="45767" y="101974"/>
                </a:lnTo>
                <a:lnTo>
                  <a:pt x="44366" y="103375"/>
                </a:lnTo>
                <a:lnTo>
                  <a:pt x="42364" y="103375"/>
                </a:lnTo>
                <a:lnTo>
                  <a:pt x="41030" y="102074"/>
                </a:lnTo>
                <a:close/>
                <a:moveTo>
                  <a:pt x="42564" y="104743"/>
                </a:moveTo>
                <a:lnTo>
                  <a:pt x="45233" y="107378"/>
                </a:lnTo>
                <a:lnTo>
                  <a:pt x="41497" y="107378"/>
                </a:lnTo>
                <a:lnTo>
                  <a:pt x="42564" y="106277"/>
                </a:lnTo>
                <a:lnTo>
                  <a:pt x="42564" y="104743"/>
                </a:lnTo>
                <a:close/>
                <a:moveTo>
                  <a:pt x="45767" y="108712"/>
                </a:moveTo>
                <a:lnTo>
                  <a:pt x="45767" y="112448"/>
                </a:lnTo>
                <a:lnTo>
                  <a:pt x="44699" y="111381"/>
                </a:lnTo>
                <a:lnTo>
                  <a:pt x="43131" y="111381"/>
                </a:lnTo>
                <a:close/>
                <a:moveTo>
                  <a:pt x="46567" y="108712"/>
                </a:moveTo>
                <a:lnTo>
                  <a:pt x="49202" y="111381"/>
                </a:lnTo>
                <a:lnTo>
                  <a:pt x="47835" y="111381"/>
                </a:lnTo>
                <a:lnTo>
                  <a:pt x="47568" y="111481"/>
                </a:lnTo>
                <a:lnTo>
                  <a:pt x="46567" y="112448"/>
                </a:lnTo>
                <a:lnTo>
                  <a:pt x="46567" y="108712"/>
                </a:lnTo>
                <a:close/>
                <a:moveTo>
                  <a:pt x="47134" y="107378"/>
                </a:moveTo>
                <a:lnTo>
                  <a:pt x="49769" y="104743"/>
                </a:lnTo>
                <a:lnTo>
                  <a:pt x="49769" y="106277"/>
                </a:lnTo>
                <a:lnTo>
                  <a:pt x="50870" y="107378"/>
                </a:lnTo>
                <a:close/>
                <a:moveTo>
                  <a:pt x="46567" y="106811"/>
                </a:moveTo>
                <a:lnTo>
                  <a:pt x="46567" y="103075"/>
                </a:lnTo>
                <a:lnTo>
                  <a:pt x="47534" y="104042"/>
                </a:lnTo>
                <a:lnTo>
                  <a:pt x="47835" y="104175"/>
                </a:lnTo>
                <a:lnTo>
                  <a:pt x="49202" y="104175"/>
                </a:lnTo>
                <a:close/>
                <a:moveTo>
                  <a:pt x="57475" y="97371"/>
                </a:moveTo>
                <a:lnTo>
                  <a:pt x="59510" y="97371"/>
                </a:lnTo>
                <a:lnTo>
                  <a:pt x="61178" y="99072"/>
                </a:lnTo>
                <a:lnTo>
                  <a:pt x="61178" y="106811"/>
                </a:lnTo>
                <a:lnTo>
                  <a:pt x="57475" y="103108"/>
                </a:lnTo>
                <a:close/>
                <a:moveTo>
                  <a:pt x="61978" y="99072"/>
                </a:moveTo>
                <a:lnTo>
                  <a:pt x="63646" y="97371"/>
                </a:lnTo>
                <a:lnTo>
                  <a:pt x="65681" y="97371"/>
                </a:lnTo>
                <a:lnTo>
                  <a:pt x="65681" y="103108"/>
                </a:lnTo>
                <a:lnTo>
                  <a:pt x="61978" y="106811"/>
                </a:lnTo>
                <a:close/>
                <a:moveTo>
                  <a:pt x="74620" y="102074"/>
                </a:moveTo>
                <a:lnTo>
                  <a:pt x="76589" y="100106"/>
                </a:lnTo>
                <a:lnTo>
                  <a:pt x="76589" y="101974"/>
                </a:lnTo>
                <a:lnTo>
                  <a:pt x="75154" y="103375"/>
                </a:lnTo>
                <a:lnTo>
                  <a:pt x="73153" y="103375"/>
                </a:lnTo>
                <a:lnTo>
                  <a:pt x="71818" y="102074"/>
                </a:lnTo>
                <a:close/>
                <a:moveTo>
                  <a:pt x="73386" y="104743"/>
                </a:moveTo>
                <a:lnTo>
                  <a:pt x="76021" y="107378"/>
                </a:lnTo>
                <a:lnTo>
                  <a:pt x="72285" y="107378"/>
                </a:lnTo>
                <a:lnTo>
                  <a:pt x="73386" y="106277"/>
                </a:lnTo>
                <a:close/>
                <a:moveTo>
                  <a:pt x="76589" y="108712"/>
                </a:moveTo>
                <a:lnTo>
                  <a:pt x="76589" y="112448"/>
                </a:lnTo>
                <a:lnTo>
                  <a:pt x="75588" y="111481"/>
                </a:lnTo>
                <a:lnTo>
                  <a:pt x="75321" y="111381"/>
                </a:lnTo>
                <a:lnTo>
                  <a:pt x="73920" y="111381"/>
                </a:lnTo>
                <a:close/>
                <a:moveTo>
                  <a:pt x="77356" y="108712"/>
                </a:moveTo>
                <a:lnTo>
                  <a:pt x="80024" y="111381"/>
                </a:lnTo>
                <a:lnTo>
                  <a:pt x="78457" y="111381"/>
                </a:lnTo>
                <a:lnTo>
                  <a:pt x="77356" y="112448"/>
                </a:lnTo>
                <a:close/>
                <a:moveTo>
                  <a:pt x="77923" y="107378"/>
                </a:moveTo>
                <a:lnTo>
                  <a:pt x="80558" y="104743"/>
                </a:lnTo>
                <a:lnTo>
                  <a:pt x="80558" y="106277"/>
                </a:lnTo>
                <a:lnTo>
                  <a:pt x="81659" y="107378"/>
                </a:lnTo>
                <a:close/>
                <a:moveTo>
                  <a:pt x="80792" y="103375"/>
                </a:moveTo>
                <a:lnTo>
                  <a:pt x="78790" y="103375"/>
                </a:lnTo>
                <a:lnTo>
                  <a:pt x="77356" y="101941"/>
                </a:lnTo>
                <a:lnTo>
                  <a:pt x="77356" y="100106"/>
                </a:lnTo>
                <a:lnTo>
                  <a:pt x="79324" y="102074"/>
                </a:lnTo>
                <a:lnTo>
                  <a:pt x="79491" y="102074"/>
                </a:lnTo>
                <a:lnTo>
                  <a:pt x="82092" y="102074"/>
                </a:lnTo>
                <a:close/>
                <a:moveTo>
                  <a:pt x="82893" y="101273"/>
                </a:moveTo>
                <a:lnTo>
                  <a:pt x="79657" y="101273"/>
                </a:lnTo>
                <a:lnTo>
                  <a:pt x="77356" y="98972"/>
                </a:lnTo>
                <a:lnTo>
                  <a:pt x="77356" y="96603"/>
                </a:lnTo>
                <a:lnTo>
                  <a:pt x="80358" y="99606"/>
                </a:lnTo>
                <a:lnTo>
                  <a:pt x="80525" y="99606"/>
                </a:lnTo>
                <a:lnTo>
                  <a:pt x="84594" y="99606"/>
                </a:lnTo>
                <a:close/>
                <a:moveTo>
                  <a:pt x="85361" y="98805"/>
                </a:moveTo>
                <a:lnTo>
                  <a:pt x="80691" y="98805"/>
                </a:lnTo>
                <a:lnTo>
                  <a:pt x="77356" y="95503"/>
                </a:lnTo>
                <a:lnTo>
                  <a:pt x="77356" y="93334"/>
                </a:lnTo>
                <a:lnTo>
                  <a:pt x="81325" y="97271"/>
                </a:lnTo>
                <a:lnTo>
                  <a:pt x="81492" y="97271"/>
                </a:lnTo>
                <a:lnTo>
                  <a:pt x="86896" y="97271"/>
                </a:lnTo>
                <a:close/>
                <a:moveTo>
                  <a:pt x="88264" y="97371"/>
                </a:moveTo>
                <a:lnTo>
                  <a:pt x="90298" y="97371"/>
                </a:lnTo>
                <a:lnTo>
                  <a:pt x="91966" y="99072"/>
                </a:lnTo>
                <a:lnTo>
                  <a:pt x="91966" y="106811"/>
                </a:lnTo>
                <a:lnTo>
                  <a:pt x="88264" y="103108"/>
                </a:lnTo>
                <a:close/>
                <a:moveTo>
                  <a:pt x="92767" y="99072"/>
                </a:moveTo>
                <a:lnTo>
                  <a:pt x="94435" y="97371"/>
                </a:lnTo>
                <a:lnTo>
                  <a:pt x="96469" y="97371"/>
                </a:lnTo>
                <a:lnTo>
                  <a:pt x="96469" y="103108"/>
                </a:lnTo>
                <a:lnTo>
                  <a:pt x="92767" y="106811"/>
                </a:lnTo>
                <a:close/>
                <a:moveTo>
                  <a:pt x="105242" y="102074"/>
                </a:moveTo>
                <a:lnTo>
                  <a:pt x="105409" y="102074"/>
                </a:lnTo>
                <a:lnTo>
                  <a:pt x="107377" y="100106"/>
                </a:lnTo>
                <a:lnTo>
                  <a:pt x="107377" y="101974"/>
                </a:lnTo>
                <a:lnTo>
                  <a:pt x="105943" y="103375"/>
                </a:lnTo>
                <a:lnTo>
                  <a:pt x="103941" y="103375"/>
                </a:lnTo>
                <a:lnTo>
                  <a:pt x="102607" y="102074"/>
                </a:lnTo>
                <a:close/>
                <a:moveTo>
                  <a:pt x="104175" y="104743"/>
                </a:moveTo>
                <a:lnTo>
                  <a:pt x="106810" y="107378"/>
                </a:lnTo>
                <a:lnTo>
                  <a:pt x="103074" y="107378"/>
                </a:lnTo>
                <a:lnTo>
                  <a:pt x="104175" y="106277"/>
                </a:lnTo>
                <a:close/>
                <a:moveTo>
                  <a:pt x="107377" y="108712"/>
                </a:moveTo>
                <a:lnTo>
                  <a:pt x="107377" y="112448"/>
                </a:lnTo>
                <a:lnTo>
                  <a:pt x="106276" y="111381"/>
                </a:lnTo>
                <a:lnTo>
                  <a:pt x="104709" y="111381"/>
                </a:lnTo>
                <a:close/>
                <a:moveTo>
                  <a:pt x="108144" y="108712"/>
                </a:moveTo>
                <a:lnTo>
                  <a:pt x="110813" y="111381"/>
                </a:lnTo>
                <a:lnTo>
                  <a:pt x="109412" y="111381"/>
                </a:lnTo>
                <a:lnTo>
                  <a:pt x="109145" y="111481"/>
                </a:lnTo>
                <a:lnTo>
                  <a:pt x="108144" y="112448"/>
                </a:lnTo>
                <a:lnTo>
                  <a:pt x="108144" y="108712"/>
                </a:lnTo>
                <a:close/>
                <a:moveTo>
                  <a:pt x="108711" y="107378"/>
                </a:moveTo>
                <a:lnTo>
                  <a:pt x="111347" y="104743"/>
                </a:lnTo>
                <a:lnTo>
                  <a:pt x="111347" y="106277"/>
                </a:lnTo>
                <a:lnTo>
                  <a:pt x="112447" y="107378"/>
                </a:lnTo>
                <a:close/>
                <a:moveTo>
                  <a:pt x="108144" y="106811"/>
                </a:moveTo>
                <a:lnTo>
                  <a:pt x="108144" y="103075"/>
                </a:lnTo>
                <a:lnTo>
                  <a:pt x="109145" y="104042"/>
                </a:lnTo>
                <a:lnTo>
                  <a:pt x="109412" y="104175"/>
                </a:lnTo>
                <a:lnTo>
                  <a:pt x="110813" y="104175"/>
                </a:lnTo>
                <a:close/>
                <a:moveTo>
                  <a:pt x="119052" y="97371"/>
                </a:moveTo>
                <a:lnTo>
                  <a:pt x="121087" y="97371"/>
                </a:lnTo>
                <a:lnTo>
                  <a:pt x="122755" y="99072"/>
                </a:lnTo>
                <a:lnTo>
                  <a:pt x="122755" y="106811"/>
                </a:lnTo>
                <a:lnTo>
                  <a:pt x="119052" y="103108"/>
                </a:lnTo>
                <a:close/>
                <a:moveTo>
                  <a:pt x="123555" y="99072"/>
                </a:moveTo>
                <a:lnTo>
                  <a:pt x="125223" y="97371"/>
                </a:lnTo>
                <a:lnTo>
                  <a:pt x="127258" y="97371"/>
                </a:lnTo>
                <a:lnTo>
                  <a:pt x="127258" y="103108"/>
                </a:lnTo>
                <a:lnTo>
                  <a:pt x="123555" y="106811"/>
                </a:lnTo>
                <a:lnTo>
                  <a:pt x="123555" y="99072"/>
                </a:lnTo>
                <a:close/>
                <a:moveTo>
                  <a:pt x="136198" y="102074"/>
                </a:moveTo>
                <a:lnTo>
                  <a:pt x="138166" y="100106"/>
                </a:lnTo>
                <a:lnTo>
                  <a:pt x="138166" y="101974"/>
                </a:lnTo>
                <a:lnTo>
                  <a:pt x="136731" y="103375"/>
                </a:lnTo>
                <a:lnTo>
                  <a:pt x="134730" y="103375"/>
                </a:lnTo>
                <a:lnTo>
                  <a:pt x="133396" y="102074"/>
                </a:lnTo>
                <a:close/>
                <a:moveTo>
                  <a:pt x="134964" y="104743"/>
                </a:moveTo>
                <a:lnTo>
                  <a:pt x="137599" y="107378"/>
                </a:lnTo>
                <a:lnTo>
                  <a:pt x="133863" y="107378"/>
                </a:lnTo>
                <a:lnTo>
                  <a:pt x="134964" y="106277"/>
                </a:lnTo>
                <a:lnTo>
                  <a:pt x="134964" y="104743"/>
                </a:lnTo>
                <a:close/>
                <a:moveTo>
                  <a:pt x="138166" y="108712"/>
                </a:moveTo>
                <a:lnTo>
                  <a:pt x="138166" y="112448"/>
                </a:lnTo>
                <a:lnTo>
                  <a:pt x="137165" y="111481"/>
                </a:lnTo>
                <a:lnTo>
                  <a:pt x="136898" y="111381"/>
                </a:lnTo>
                <a:lnTo>
                  <a:pt x="135531" y="111381"/>
                </a:lnTo>
                <a:close/>
                <a:moveTo>
                  <a:pt x="138933" y="108712"/>
                </a:moveTo>
                <a:lnTo>
                  <a:pt x="141602" y="111381"/>
                </a:lnTo>
                <a:lnTo>
                  <a:pt x="140034" y="111381"/>
                </a:lnTo>
                <a:lnTo>
                  <a:pt x="138933" y="112448"/>
                </a:lnTo>
                <a:close/>
                <a:moveTo>
                  <a:pt x="139500" y="107378"/>
                </a:moveTo>
                <a:lnTo>
                  <a:pt x="142135" y="104743"/>
                </a:lnTo>
                <a:lnTo>
                  <a:pt x="142135" y="106277"/>
                </a:lnTo>
                <a:lnTo>
                  <a:pt x="143236" y="107378"/>
                </a:lnTo>
                <a:close/>
                <a:moveTo>
                  <a:pt x="142369" y="103375"/>
                </a:moveTo>
                <a:lnTo>
                  <a:pt x="140367" y="103375"/>
                </a:lnTo>
                <a:lnTo>
                  <a:pt x="138933" y="101941"/>
                </a:lnTo>
                <a:lnTo>
                  <a:pt x="138933" y="100106"/>
                </a:lnTo>
                <a:lnTo>
                  <a:pt x="140901" y="102074"/>
                </a:lnTo>
                <a:lnTo>
                  <a:pt x="141068" y="102074"/>
                </a:lnTo>
                <a:lnTo>
                  <a:pt x="143703" y="102074"/>
                </a:lnTo>
                <a:close/>
                <a:moveTo>
                  <a:pt x="144504" y="101273"/>
                </a:moveTo>
                <a:lnTo>
                  <a:pt x="141235" y="101273"/>
                </a:lnTo>
                <a:lnTo>
                  <a:pt x="138933" y="98972"/>
                </a:lnTo>
                <a:lnTo>
                  <a:pt x="138933" y="96603"/>
                </a:lnTo>
                <a:lnTo>
                  <a:pt x="141935" y="99606"/>
                </a:lnTo>
                <a:lnTo>
                  <a:pt x="142102" y="99606"/>
                </a:lnTo>
                <a:lnTo>
                  <a:pt x="146172" y="99606"/>
                </a:lnTo>
                <a:close/>
                <a:moveTo>
                  <a:pt x="146939" y="98805"/>
                </a:moveTo>
                <a:lnTo>
                  <a:pt x="142269" y="98805"/>
                </a:lnTo>
                <a:lnTo>
                  <a:pt x="138933" y="95503"/>
                </a:lnTo>
                <a:lnTo>
                  <a:pt x="138933" y="93334"/>
                </a:lnTo>
                <a:lnTo>
                  <a:pt x="142903" y="97271"/>
                </a:lnTo>
                <a:lnTo>
                  <a:pt x="143069" y="97271"/>
                </a:lnTo>
                <a:lnTo>
                  <a:pt x="148473" y="97271"/>
                </a:lnTo>
                <a:close/>
                <a:moveTo>
                  <a:pt x="149841" y="97371"/>
                </a:moveTo>
                <a:lnTo>
                  <a:pt x="151876" y="97371"/>
                </a:lnTo>
                <a:lnTo>
                  <a:pt x="153543" y="99072"/>
                </a:lnTo>
                <a:lnTo>
                  <a:pt x="153543" y="106811"/>
                </a:lnTo>
                <a:lnTo>
                  <a:pt x="149841" y="103108"/>
                </a:lnTo>
                <a:lnTo>
                  <a:pt x="149841" y="97371"/>
                </a:lnTo>
                <a:close/>
                <a:moveTo>
                  <a:pt x="154344" y="99072"/>
                </a:moveTo>
                <a:lnTo>
                  <a:pt x="156012" y="97371"/>
                </a:lnTo>
                <a:lnTo>
                  <a:pt x="158047" y="97371"/>
                </a:lnTo>
                <a:lnTo>
                  <a:pt x="158047" y="103108"/>
                </a:lnTo>
                <a:lnTo>
                  <a:pt x="154344" y="106811"/>
                </a:lnTo>
                <a:lnTo>
                  <a:pt x="154344" y="99072"/>
                </a:lnTo>
                <a:close/>
                <a:moveTo>
                  <a:pt x="166820" y="102074"/>
                </a:moveTo>
                <a:lnTo>
                  <a:pt x="166986" y="102074"/>
                </a:lnTo>
                <a:lnTo>
                  <a:pt x="168954" y="100106"/>
                </a:lnTo>
                <a:lnTo>
                  <a:pt x="168954" y="101974"/>
                </a:lnTo>
                <a:lnTo>
                  <a:pt x="167520" y="103375"/>
                </a:lnTo>
                <a:lnTo>
                  <a:pt x="165519" y="103375"/>
                </a:lnTo>
                <a:lnTo>
                  <a:pt x="164184" y="102074"/>
                </a:lnTo>
                <a:close/>
                <a:moveTo>
                  <a:pt x="165752" y="104743"/>
                </a:moveTo>
                <a:lnTo>
                  <a:pt x="168387" y="107378"/>
                </a:lnTo>
                <a:lnTo>
                  <a:pt x="164651" y="107378"/>
                </a:lnTo>
                <a:lnTo>
                  <a:pt x="165752" y="106277"/>
                </a:lnTo>
                <a:lnTo>
                  <a:pt x="165752" y="104743"/>
                </a:lnTo>
                <a:close/>
                <a:moveTo>
                  <a:pt x="168954" y="108712"/>
                </a:moveTo>
                <a:lnTo>
                  <a:pt x="168954" y="112448"/>
                </a:lnTo>
                <a:lnTo>
                  <a:pt x="167854" y="111381"/>
                </a:lnTo>
                <a:lnTo>
                  <a:pt x="166319" y="111381"/>
                </a:lnTo>
                <a:close/>
                <a:moveTo>
                  <a:pt x="169755" y="108712"/>
                </a:moveTo>
                <a:lnTo>
                  <a:pt x="172390" y="111381"/>
                </a:lnTo>
                <a:lnTo>
                  <a:pt x="170989" y="111381"/>
                </a:lnTo>
                <a:lnTo>
                  <a:pt x="170722" y="111481"/>
                </a:lnTo>
                <a:lnTo>
                  <a:pt x="169755" y="112448"/>
                </a:lnTo>
                <a:lnTo>
                  <a:pt x="169755" y="108712"/>
                </a:lnTo>
                <a:close/>
                <a:moveTo>
                  <a:pt x="170289" y="107378"/>
                </a:moveTo>
                <a:lnTo>
                  <a:pt x="172957" y="104743"/>
                </a:lnTo>
                <a:lnTo>
                  <a:pt x="172957" y="106277"/>
                </a:lnTo>
                <a:lnTo>
                  <a:pt x="174025" y="107378"/>
                </a:lnTo>
                <a:close/>
                <a:moveTo>
                  <a:pt x="169755" y="106811"/>
                </a:moveTo>
                <a:lnTo>
                  <a:pt x="169755" y="103075"/>
                </a:lnTo>
                <a:lnTo>
                  <a:pt x="170722" y="104042"/>
                </a:lnTo>
                <a:lnTo>
                  <a:pt x="170989" y="104175"/>
                </a:lnTo>
                <a:lnTo>
                  <a:pt x="172390" y="104175"/>
                </a:lnTo>
                <a:close/>
                <a:moveTo>
                  <a:pt x="180629" y="97371"/>
                </a:moveTo>
                <a:lnTo>
                  <a:pt x="182664" y="97371"/>
                </a:lnTo>
                <a:lnTo>
                  <a:pt x="184332" y="99072"/>
                </a:lnTo>
                <a:lnTo>
                  <a:pt x="184332" y="106811"/>
                </a:lnTo>
                <a:lnTo>
                  <a:pt x="180629" y="103108"/>
                </a:lnTo>
                <a:lnTo>
                  <a:pt x="180629" y="97371"/>
                </a:lnTo>
                <a:close/>
                <a:moveTo>
                  <a:pt x="185133" y="99072"/>
                </a:moveTo>
                <a:lnTo>
                  <a:pt x="186801" y="97371"/>
                </a:lnTo>
                <a:lnTo>
                  <a:pt x="188835" y="97371"/>
                </a:lnTo>
                <a:lnTo>
                  <a:pt x="188835" y="103108"/>
                </a:lnTo>
                <a:lnTo>
                  <a:pt x="185133" y="106811"/>
                </a:lnTo>
                <a:lnTo>
                  <a:pt x="185133" y="99072"/>
                </a:lnTo>
                <a:close/>
                <a:moveTo>
                  <a:pt x="197775" y="102074"/>
                </a:moveTo>
                <a:lnTo>
                  <a:pt x="199743" y="100106"/>
                </a:lnTo>
                <a:lnTo>
                  <a:pt x="199743" y="101974"/>
                </a:lnTo>
                <a:lnTo>
                  <a:pt x="198309" y="103375"/>
                </a:lnTo>
                <a:lnTo>
                  <a:pt x="196307" y="103375"/>
                </a:lnTo>
                <a:lnTo>
                  <a:pt x="194973" y="102074"/>
                </a:lnTo>
                <a:close/>
                <a:moveTo>
                  <a:pt x="196541" y="104743"/>
                </a:moveTo>
                <a:lnTo>
                  <a:pt x="199176" y="107378"/>
                </a:lnTo>
                <a:lnTo>
                  <a:pt x="195440" y="107378"/>
                </a:lnTo>
                <a:lnTo>
                  <a:pt x="196541" y="106277"/>
                </a:lnTo>
                <a:lnTo>
                  <a:pt x="196541" y="104743"/>
                </a:lnTo>
                <a:close/>
                <a:moveTo>
                  <a:pt x="199743" y="108712"/>
                </a:moveTo>
                <a:lnTo>
                  <a:pt x="199743" y="112448"/>
                </a:lnTo>
                <a:lnTo>
                  <a:pt x="198776" y="111481"/>
                </a:lnTo>
                <a:lnTo>
                  <a:pt x="198476" y="111381"/>
                </a:lnTo>
                <a:lnTo>
                  <a:pt x="197108" y="111381"/>
                </a:lnTo>
                <a:close/>
                <a:moveTo>
                  <a:pt x="200544" y="108712"/>
                </a:moveTo>
                <a:lnTo>
                  <a:pt x="203179" y="111381"/>
                </a:lnTo>
                <a:lnTo>
                  <a:pt x="201644" y="111381"/>
                </a:lnTo>
                <a:lnTo>
                  <a:pt x="200544" y="112448"/>
                </a:lnTo>
                <a:close/>
                <a:moveTo>
                  <a:pt x="201077" y="107378"/>
                </a:moveTo>
                <a:lnTo>
                  <a:pt x="203746" y="104743"/>
                </a:lnTo>
                <a:lnTo>
                  <a:pt x="203746" y="106277"/>
                </a:lnTo>
                <a:lnTo>
                  <a:pt x="204847" y="107378"/>
                </a:lnTo>
                <a:close/>
                <a:moveTo>
                  <a:pt x="203979" y="103375"/>
                </a:moveTo>
                <a:lnTo>
                  <a:pt x="201945" y="103375"/>
                </a:lnTo>
                <a:lnTo>
                  <a:pt x="200544" y="101941"/>
                </a:lnTo>
                <a:lnTo>
                  <a:pt x="200544" y="100106"/>
                </a:lnTo>
                <a:lnTo>
                  <a:pt x="202512" y="102074"/>
                </a:lnTo>
                <a:lnTo>
                  <a:pt x="202645" y="102074"/>
                </a:lnTo>
                <a:lnTo>
                  <a:pt x="205280" y="102074"/>
                </a:lnTo>
                <a:close/>
                <a:moveTo>
                  <a:pt x="206081" y="101273"/>
                </a:moveTo>
                <a:lnTo>
                  <a:pt x="202812" y="101273"/>
                </a:lnTo>
                <a:lnTo>
                  <a:pt x="200544" y="98972"/>
                </a:lnTo>
                <a:lnTo>
                  <a:pt x="200544" y="96603"/>
                </a:lnTo>
                <a:lnTo>
                  <a:pt x="203512" y="99606"/>
                </a:lnTo>
                <a:lnTo>
                  <a:pt x="203679" y="99606"/>
                </a:lnTo>
                <a:lnTo>
                  <a:pt x="207749" y="99606"/>
                </a:lnTo>
                <a:close/>
                <a:moveTo>
                  <a:pt x="208549" y="98805"/>
                </a:moveTo>
                <a:lnTo>
                  <a:pt x="203846" y="98805"/>
                </a:lnTo>
                <a:lnTo>
                  <a:pt x="200544" y="95503"/>
                </a:lnTo>
                <a:lnTo>
                  <a:pt x="200544" y="93334"/>
                </a:lnTo>
                <a:lnTo>
                  <a:pt x="204480" y="97271"/>
                </a:lnTo>
                <a:lnTo>
                  <a:pt x="204647" y="97271"/>
                </a:lnTo>
                <a:lnTo>
                  <a:pt x="210084" y="97271"/>
                </a:lnTo>
                <a:close/>
                <a:moveTo>
                  <a:pt x="211418" y="97371"/>
                </a:moveTo>
                <a:lnTo>
                  <a:pt x="213453" y="97371"/>
                </a:lnTo>
                <a:lnTo>
                  <a:pt x="215154" y="99072"/>
                </a:lnTo>
                <a:lnTo>
                  <a:pt x="215154" y="106811"/>
                </a:lnTo>
                <a:lnTo>
                  <a:pt x="211418" y="103108"/>
                </a:lnTo>
                <a:lnTo>
                  <a:pt x="211418" y="97371"/>
                </a:lnTo>
                <a:close/>
                <a:moveTo>
                  <a:pt x="215921" y="99072"/>
                </a:moveTo>
                <a:lnTo>
                  <a:pt x="217623" y="97371"/>
                </a:lnTo>
                <a:lnTo>
                  <a:pt x="219657" y="97371"/>
                </a:lnTo>
                <a:lnTo>
                  <a:pt x="219657" y="103108"/>
                </a:lnTo>
                <a:lnTo>
                  <a:pt x="215921" y="106811"/>
                </a:lnTo>
                <a:lnTo>
                  <a:pt x="215921" y="99072"/>
                </a:lnTo>
                <a:close/>
                <a:moveTo>
                  <a:pt x="226596" y="87464"/>
                </a:moveTo>
                <a:lnTo>
                  <a:pt x="226429" y="87464"/>
                </a:lnTo>
                <a:lnTo>
                  <a:pt x="220992" y="87464"/>
                </a:lnTo>
                <a:lnTo>
                  <a:pt x="222526" y="85929"/>
                </a:lnTo>
                <a:lnTo>
                  <a:pt x="227229" y="85929"/>
                </a:lnTo>
                <a:lnTo>
                  <a:pt x="230532" y="89265"/>
                </a:lnTo>
                <a:lnTo>
                  <a:pt x="230532" y="91400"/>
                </a:lnTo>
                <a:close/>
                <a:moveTo>
                  <a:pt x="227530" y="85162"/>
                </a:moveTo>
                <a:lnTo>
                  <a:pt x="227396" y="85162"/>
                </a:lnTo>
                <a:lnTo>
                  <a:pt x="223327" y="85162"/>
                </a:lnTo>
                <a:lnTo>
                  <a:pt x="224995" y="83461"/>
                </a:lnTo>
                <a:lnTo>
                  <a:pt x="228230" y="83461"/>
                </a:lnTo>
                <a:lnTo>
                  <a:pt x="230532" y="85762"/>
                </a:lnTo>
                <a:lnTo>
                  <a:pt x="230532" y="88131"/>
                </a:lnTo>
                <a:close/>
                <a:moveTo>
                  <a:pt x="231332" y="82794"/>
                </a:moveTo>
                <a:lnTo>
                  <a:pt x="232733" y="81359"/>
                </a:lnTo>
                <a:lnTo>
                  <a:pt x="234768" y="81359"/>
                </a:lnTo>
                <a:lnTo>
                  <a:pt x="236069" y="82693"/>
                </a:lnTo>
                <a:lnTo>
                  <a:pt x="233300" y="82693"/>
                </a:lnTo>
                <a:lnTo>
                  <a:pt x="231332" y="84662"/>
                </a:lnTo>
                <a:lnTo>
                  <a:pt x="231332" y="82794"/>
                </a:lnTo>
                <a:close/>
                <a:moveTo>
                  <a:pt x="234535" y="80025"/>
                </a:moveTo>
                <a:lnTo>
                  <a:pt x="231899" y="77356"/>
                </a:lnTo>
                <a:lnTo>
                  <a:pt x="235635" y="77356"/>
                </a:lnTo>
                <a:lnTo>
                  <a:pt x="234535" y="78457"/>
                </a:lnTo>
                <a:close/>
                <a:moveTo>
                  <a:pt x="231332" y="76022"/>
                </a:moveTo>
                <a:lnTo>
                  <a:pt x="231332" y="72286"/>
                </a:lnTo>
                <a:lnTo>
                  <a:pt x="232300" y="73253"/>
                </a:lnTo>
                <a:lnTo>
                  <a:pt x="232567" y="73387"/>
                </a:lnTo>
                <a:lnTo>
                  <a:pt x="233968" y="73387"/>
                </a:lnTo>
                <a:close/>
                <a:moveTo>
                  <a:pt x="230532" y="71152"/>
                </a:moveTo>
                <a:lnTo>
                  <a:pt x="229097" y="72586"/>
                </a:lnTo>
                <a:lnTo>
                  <a:pt x="227096" y="72586"/>
                </a:lnTo>
                <a:lnTo>
                  <a:pt x="225762" y="71285"/>
                </a:lnTo>
                <a:lnTo>
                  <a:pt x="228564" y="71285"/>
                </a:lnTo>
                <a:lnTo>
                  <a:pt x="230532" y="69317"/>
                </a:lnTo>
                <a:close/>
                <a:moveTo>
                  <a:pt x="228230" y="70485"/>
                </a:moveTo>
                <a:lnTo>
                  <a:pt x="224995" y="70485"/>
                </a:lnTo>
                <a:lnTo>
                  <a:pt x="223327" y="68783"/>
                </a:lnTo>
                <a:lnTo>
                  <a:pt x="227363" y="68783"/>
                </a:lnTo>
                <a:lnTo>
                  <a:pt x="227663" y="68683"/>
                </a:lnTo>
                <a:lnTo>
                  <a:pt x="230532" y="65815"/>
                </a:lnTo>
                <a:lnTo>
                  <a:pt x="230532" y="68183"/>
                </a:lnTo>
                <a:close/>
                <a:moveTo>
                  <a:pt x="227229" y="68016"/>
                </a:moveTo>
                <a:lnTo>
                  <a:pt x="222526" y="68016"/>
                </a:lnTo>
                <a:lnTo>
                  <a:pt x="220992" y="66482"/>
                </a:lnTo>
                <a:lnTo>
                  <a:pt x="226596" y="66482"/>
                </a:lnTo>
                <a:lnTo>
                  <a:pt x="230532" y="62546"/>
                </a:lnTo>
                <a:lnTo>
                  <a:pt x="230532" y="64714"/>
                </a:lnTo>
                <a:close/>
                <a:moveTo>
                  <a:pt x="226596" y="56675"/>
                </a:moveTo>
                <a:lnTo>
                  <a:pt x="220992" y="56675"/>
                </a:lnTo>
                <a:lnTo>
                  <a:pt x="222526" y="55140"/>
                </a:lnTo>
                <a:lnTo>
                  <a:pt x="227229" y="55140"/>
                </a:lnTo>
                <a:lnTo>
                  <a:pt x="230532" y="58476"/>
                </a:lnTo>
                <a:lnTo>
                  <a:pt x="230532" y="60611"/>
                </a:lnTo>
                <a:close/>
                <a:moveTo>
                  <a:pt x="227663" y="54473"/>
                </a:moveTo>
                <a:lnTo>
                  <a:pt x="227396" y="54340"/>
                </a:lnTo>
                <a:lnTo>
                  <a:pt x="223327" y="54340"/>
                </a:lnTo>
                <a:lnTo>
                  <a:pt x="224995" y="52672"/>
                </a:lnTo>
                <a:lnTo>
                  <a:pt x="228230" y="52672"/>
                </a:lnTo>
                <a:lnTo>
                  <a:pt x="230532" y="54974"/>
                </a:lnTo>
                <a:lnTo>
                  <a:pt x="230532" y="57342"/>
                </a:lnTo>
                <a:close/>
                <a:moveTo>
                  <a:pt x="231332" y="52005"/>
                </a:moveTo>
                <a:lnTo>
                  <a:pt x="232733" y="50570"/>
                </a:lnTo>
                <a:lnTo>
                  <a:pt x="234768" y="50570"/>
                </a:lnTo>
                <a:lnTo>
                  <a:pt x="236069" y="51905"/>
                </a:lnTo>
                <a:lnTo>
                  <a:pt x="233300" y="51905"/>
                </a:lnTo>
                <a:lnTo>
                  <a:pt x="231332" y="53873"/>
                </a:lnTo>
                <a:lnTo>
                  <a:pt x="231332" y="52005"/>
                </a:lnTo>
                <a:close/>
                <a:moveTo>
                  <a:pt x="234535" y="47835"/>
                </a:moveTo>
                <a:lnTo>
                  <a:pt x="234535" y="49203"/>
                </a:lnTo>
                <a:lnTo>
                  <a:pt x="231899" y="46568"/>
                </a:lnTo>
                <a:lnTo>
                  <a:pt x="235635" y="46568"/>
                </a:lnTo>
                <a:lnTo>
                  <a:pt x="234635" y="47568"/>
                </a:lnTo>
                <a:close/>
                <a:moveTo>
                  <a:pt x="231866" y="45800"/>
                </a:moveTo>
                <a:lnTo>
                  <a:pt x="234535" y="43132"/>
                </a:lnTo>
                <a:lnTo>
                  <a:pt x="234535" y="44700"/>
                </a:lnTo>
                <a:lnTo>
                  <a:pt x="235635" y="45800"/>
                </a:lnTo>
                <a:lnTo>
                  <a:pt x="231866" y="45800"/>
                </a:lnTo>
                <a:close/>
                <a:moveTo>
                  <a:pt x="231332" y="45233"/>
                </a:moveTo>
                <a:lnTo>
                  <a:pt x="231332" y="41497"/>
                </a:lnTo>
                <a:lnTo>
                  <a:pt x="232300" y="42465"/>
                </a:lnTo>
                <a:lnTo>
                  <a:pt x="232567" y="42598"/>
                </a:lnTo>
                <a:lnTo>
                  <a:pt x="233968" y="42598"/>
                </a:lnTo>
                <a:close/>
                <a:moveTo>
                  <a:pt x="230532" y="40363"/>
                </a:moveTo>
                <a:lnTo>
                  <a:pt x="229097" y="41797"/>
                </a:lnTo>
                <a:lnTo>
                  <a:pt x="227096" y="41797"/>
                </a:lnTo>
                <a:lnTo>
                  <a:pt x="225762" y="40463"/>
                </a:lnTo>
                <a:lnTo>
                  <a:pt x="228397" y="40463"/>
                </a:lnTo>
                <a:lnTo>
                  <a:pt x="228564" y="40463"/>
                </a:lnTo>
                <a:lnTo>
                  <a:pt x="230532" y="38495"/>
                </a:lnTo>
                <a:lnTo>
                  <a:pt x="230532" y="40363"/>
                </a:lnTo>
                <a:close/>
                <a:moveTo>
                  <a:pt x="228230" y="39696"/>
                </a:moveTo>
                <a:lnTo>
                  <a:pt x="224995" y="39696"/>
                </a:lnTo>
                <a:lnTo>
                  <a:pt x="223327" y="38028"/>
                </a:lnTo>
                <a:lnTo>
                  <a:pt x="227363" y="38028"/>
                </a:lnTo>
                <a:lnTo>
                  <a:pt x="227530" y="38028"/>
                </a:lnTo>
                <a:lnTo>
                  <a:pt x="230532" y="35026"/>
                </a:lnTo>
                <a:lnTo>
                  <a:pt x="230532" y="37394"/>
                </a:lnTo>
                <a:close/>
                <a:moveTo>
                  <a:pt x="227229" y="37228"/>
                </a:moveTo>
                <a:lnTo>
                  <a:pt x="222526" y="37228"/>
                </a:lnTo>
                <a:lnTo>
                  <a:pt x="220992" y="35693"/>
                </a:lnTo>
                <a:lnTo>
                  <a:pt x="226429" y="35693"/>
                </a:lnTo>
                <a:lnTo>
                  <a:pt x="226596" y="35693"/>
                </a:lnTo>
                <a:lnTo>
                  <a:pt x="230532" y="31757"/>
                </a:lnTo>
                <a:lnTo>
                  <a:pt x="230532" y="33892"/>
                </a:lnTo>
                <a:close/>
                <a:moveTo>
                  <a:pt x="226596" y="25886"/>
                </a:moveTo>
                <a:lnTo>
                  <a:pt x="226429" y="25886"/>
                </a:lnTo>
                <a:lnTo>
                  <a:pt x="220992" y="25886"/>
                </a:lnTo>
                <a:lnTo>
                  <a:pt x="222526" y="24352"/>
                </a:lnTo>
                <a:lnTo>
                  <a:pt x="227229" y="24352"/>
                </a:lnTo>
                <a:lnTo>
                  <a:pt x="230532" y="27654"/>
                </a:lnTo>
                <a:lnTo>
                  <a:pt x="230532" y="29822"/>
                </a:lnTo>
                <a:close/>
                <a:moveTo>
                  <a:pt x="227530" y="23551"/>
                </a:moveTo>
                <a:lnTo>
                  <a:pt x="227396" y="23551"/>
                </a:lnTo>
                <a:lnTo>
                  <a:pt x="223327" y="23551"/>
                </a:lnTo>
                <a:lnTo>
                  <a:pt x="224995" y="21883"/>
                </a:lnTo>
                <a:lnTo>
                  <a:pt x="228230" y="21883"/>
                </a:lnTo>
                <a:lnTo>
                  <a:pt x="230532" y="24185"/>
                </a:lnTo>
                <a:lnTo>
                  <a:pt x="230532" y="26553"/>
                </a:lnTo>
                <a:close/>
                <a:moveTo>
                  <a:pt x="227330" y="13744"/>
                </a:moveTo>
                <a:lnTo>
                  <a:pt x="227330" y="12343"/>
                </a:lnTo>
                <a:lnTo>
                  <a:pt x="229965" y="15012"/>
                </a:lnTo>
                <a:lnTo>
                  <a:pt x="226229" y="15012"/>
                </a:lnTo>
                <a:lnTo>
                  <a:pt x="227196" y="14011"/>
                </a:lnTo>
                <a:close/>
                <a:moveTo>
                  <a:pt x="230532" y="20082"/>
                </a:moveTo>
                <a:lnTo>
                  <a:pt x="229431" y="18981"/>
                </a:lnTo>
                <a:lnTo>
                  <a:pt x="229264" y="18981"/>
                </a:lnTo>
                <a:lnTo>
                  <a:pt x="227897" y="18981"/>
                </a:lnTo>
                <a:lnTo>
                  <a:pt x="230532" y="16346"/>
                </a:lnTo>
                <a:close/>
                <a:moveTo>
                  <a:pt x="231332" y="16346"/>
                </a:moveTo>
                <a:lnTo>
                  <a:pt x="233968" y="18981"/>
                </a:lnTo>
                <a:lnTo>
                  <a:pt x="232567" y="18981"/>
                </a:lnTo>
                <a:lnTo>
                  <a:pt x="232300" y="19115"/>
                </a:lnTo>
                <a:lnTo>
                  <a:pt x="231332" y="20082"/>
                </a:lnTo>
                <a:lnTo>
                  <a:pt x="231332" y="16346"/>
                </a:lnTo>
                <a:close/>
                <a:moveTo>
                  <a:pt x="227897" y="11776"/>
                </a:moveTo>
                <a:lnTo>
                  <a:pt x="229431" y="11776"/>
                </a:lnTo>
                <a:lnTo>
                  <a:pt x="230532" y="10709"/>
                </a:lnTo>
                <a:lnTo>
                  <a:pt x="230532" y="14445"/>
                </a:lnTo>
                <a:close/>
                <a:moveTo>
                  <a:pt x="229965" y="15779"/>
                </a:moveTo>
                <a:lnTo>
                  <a:pt x="227330" y="18414"/>
                </a:lnTo>
                <a:lnTo>
                  <a:pt x="227330" y="16880"/>
                </a:lnTo>
                <a:lnTo>
                  <a:pt x="226229" y="15779"/>
                </a:lnTo>
                <a:close/>
                <a:moveTo>
                  <a:pt x="227096" y="19782"/>
                </a:moveTo>
                <a:lnTo>
                  <a:pt x="229097" y="19782"/>
                </a:lnTo>
                <a:lnTo>
                  <a:pt x="230532" y="21216"/>
                </a:lnTo>
                <a:lnTo>
                  <a:pt x="230532" y="23051"/>
                </a:lnTo>
                <a:lnTo>
                  <a:pt x="228564" y="21083"/>
                </a:lnTo>
                <a:lnTo>
                  <a:pt x="228397" y="21083"/>
                </a:lnTo>
                <a:lnTo>
                  <a:pt x="225795" y="21083"/>
                </a:lnTo>
                <a:close/>
                <a:moveTo>
                  <a:pt x="231332" y="21216"/>
                </a:moveTo>
                <a:lnTo>
                  <a:pt x="232733" y="19782"/>
                </a:lnTo>
                <a:lnTo>
                  <a:pt x="234768" y="19782"/>
                </a:lnTo>
                <a:lnTo>
                  <a:pt x="236069" y="21083"/>
                </a:lnTo>
                <a:lnTo>
                  <a:pt x="233300" y="21083"/>
                </a:lnTo>
                <a:lnTo>
                  <a:pt x="231332" y="23051"/>
                </a:lnTo>
                <a:lnTo>
                  <a:pt x="231332" y="21216"/>
                </a:lnTo>
                <a:close/>
                <a:moveTo>
                  <a:pt x="234535" y="18447"/>
                </a:moveTo>
                <a:lnTo>
                  <a:pt x="231899" y="15779"/>
                </a:lnTo>
                <a:lnTo>
                  <a:pt x="235635" y="15779"/>
                </a:lnTo>
                <a:lnTo>
                  <a:pt x="234535" y="16880"/>
                </a:lnTo>
                <a:close/>
                <a:moveTo>
                  <a:pt x="231332" y="14445"/>
                </a:moveTo>
                <a:lnTo>
                  <a:pt x="231332" y="10709"/>
                </a:lnTo>
                <a:lnTo>
                  <a:pt x="232300" y="11676"/>
                </a:lnTo>
                <a:lnTo>
                  <a:pt x="232567" y="11809"/>
                </a:lnTo>
                <a:lnTo>
                  <a:pt x="233968" y="11809"/>
                </a:lnTo>
                <a:close/>
                <a:moveTo>
                  <a:pt x="230532" y="9574"/>
                </a:moveTo>
                <a:lnTo>
                  <a:pt x="229097" y="11009"/>
                </a:lnTo>
                <a:lnTo>
                  <a:pt x="227096" y="11009"/>
                </a:lnTo>
                <a:lnTo>
                  <a:pt x="225762" y="9675"/>
                </a:lnTo>
                <a:lnTo>
                  <a:pt x="228564" y="9675"/>
                </a:lnTo>
                <a:lnTo>
                  <a:pt x="230532" y="7706"/>
                </a:lnTo>
                <a:close/>
                <a:moveTo>
                  <a:pt x="225128" y="15779"/>
                </a:moveTo>
                <a:lnTo>
                  <a:pt x="226529" y="17213"/>
                </a:lnTo>
                <a:lnTo>
                  <a:pt x="226529" y="19215"/>
                </a:lnTo>
                <a:lnTo>
                  <a:pt x="225228" y="20549"/>
                </a:lnTo>
                <a:lnTo>
                  <a:pt x="225228" y="17747"/>
                </a:lnTo>
                <a:lnTo>
                  <a:pt x="223260" y="15779"/>
                </a:lnTo>
                <a:close/>
                <a:moveTo>
                  <a:pt x="205848" y="17747"/>
                </a:moveTo>
                <a:lnTo>
                  <a:pt x="205848" y="20516"/>
                </a:lnTo>
                <a:lnTo>
                  <a:pt x="204513" y="19215"/>
                </a:lnTo>
                <a:lnTo>
                  <a:pt x="204513" y="17213"/>
                </a:lnTo>
                <a:lnTo>
                  <a:pt x="205948" y="15779"/>
                </a:lnTo>
                <a:lnTo>
                  <a:pt x="207816" y="15779"/>
                </a:lnTo>
                <a:close/>
                <a:moveTo>
                  <a:pt x="205948" y="15012"/>
                </a:moveTo>
                <a:lnTo>
                  <a:pt x="204513" y="13577"/>
                </a:lnTo>
                <a:lnTo>
                  <a:pt x="204513" y="11576"/>
                </a:lnTo>
                <a:lnTo>
                  <a:pt x="205848" y="10242"/>
                </a:lnTo>
                <a:lnTo>
                  <a:pt x="205848" y="13010"/>
                </a:lnTo>
                <a:lnTo>
                  <a:pt x="207816" y="14978"/>
                </a:lnTo>
                <a:lnTo>
                  <a:pt x="205948" y="14978"/>
                </a:lnTo>
                <a:close/>
                <a:moveTo>
                  <a:pt x="203979" y="11009"/>
                </a:moveTo>
                <a:lnTo>
                  <a:pt x="201945" y="11009"/>
                </a:lnTo>
                <a:lnTo>
                  <a:pt x="200544" y="9574"/>
                </a:lnTo>
                <a:lnTo>
                  <a:pt x="200544" y="7706"/>
                </a:lnTo>
                <a:lnTo>
                  <a:pt x="202512" y="9675"/>
                </a:lnTo>
                <a:lnTo>
                  <a:pt x="205280" y="9675"/>
                </a:lnTo>
                <a:close/>
                <a:moveTo>
                  <a:pt x="199743" y="9574"/>
                </a:moveTo>
                <a:lnTo>
                  <a:pt x="198309" y="11009"/>
                </a:lnTo>
                <a:lnTo>
                  <a:pt x="196307" y="11009"/>
                </a:lnTo>
                <a:lnTo>
                  <a:pt x="194973" y="9675"/>
                </a:lnTo>
                <a:lnTo>
                  <a:pt x="197775" y="9675"/>
                </a:lnTo>
                <a:lnTo>
                  <a:pt x="199743" y="7706"/>
                </a:lnTo>
                <a:lnTo>
                  <a:pt x="199743" y="9574"/>
                </a:lnTo>
                <a:close/>
                <a:moveTo>
                  <a:pt x="194339" y="15779"/>
                </a:moveTo>
                <a:lnTo>
                  <a:pt x="195740" y="17213"/>
                </a:lnTo>
                <a:lnTo>
                  <a:pt x="195740" y="19215"/>
                </a:lnTo>
                <a:lnTo>
                  <a:pt x="194439" y="20549"/>
                </a:lnTo>
                <a:lnTo>
                  <a:pt x="194439" y="17747"/>
                </a:lnTo>
                <a:lnTo>
                  <a:pt x="192471" y="15779"/>
                </a:lnTo>
                <a:close/>
                <a:moveTo>
                  <a:pt x="175059" y="17747"/>
                </a:moveTo>
                <a:lnTo>
                  <a:pt x="175059" y="20549"/>
                </a:lnTo>
                <a:lnTo>
                  <a:pt x="173725" y="19215"/>
                </a:lnTo>
                <a:lnTo>
                  <a:pt x="173725" y="17213"/>
                </a:lnTo>
                <a:lnTo>
                  <a:pt x="175159" y="15779"/>
                </a:lnTo>
                <a:lnTo>
                  <a:pt x="177027" y="15779"/>
                </a:lnTo>
                <a:close/>
                <a:moveTo>
                  <a:pt x="175159" y="15012"/>
                </a:moveTo>
                <a:lnTo>
                  <a:pt x="173725" y="13577"/>
                </a:lnTo>
                <a:lnTo>
                  <a:pt x="173725" y="11576"/>
                </a:lnTo>
                <a:lnTo>
                  <a:pt x="175059" y="10242"/>
                </a:lnTo>
                <a:lnTo>
                  <a:pt x="175059" y="13010"/>
                </a:lnTo>
                <a:lnTo>
                  <a:pt x="177027" y="14978"/>
                </a:lnTo>
                <a:lnTo>
                  <a:pt x="175159" y="14978"/>
                </a:lnTo>
                <a:close/>
                <a:moveTo>
                  <a:pt x="173191" y="11009"/>
                </a:moveTo>
                <a:lnTo>
                  <a:pt x="171156" y="11009"/>
                </a:lnTo>
                <a:lnTo>
                  <a:pt x="169755" y="9574"/>
                </a:lnTo>
                <a:lnTo>
                  <a:pt x="169755" y="7706"/>
                </a:lnTo>
                <a:lnTo>
                  <a:pt x="171723" y="9675"/>
                </a:lnTo>
                <a:lnTo>
                  <a:pt x="174492" y="9675"/>
                </a:lnTo>
                <a:close/>
                <a:moveTo>
                  <a:pt x="168954" y="9574"/>
                </a:moveTo>
                <a:lnTo>
                  <a:pt x="167520" y="11009"/>
                </a:lnTo>
                <a:lnTo>
                  <a:pt x="165519" y="11009"/>
                </a:lnTo>
                <a:lnTo>
                  <a:pt x="164184" y="9675"/>
                </a:lnTo>
                <a:lnTo>
                  <a:pt x="166986" y="9675"/>
                </a:lnTo>
                <a:lnTo>
                  <a:pt x="168954" y="7706"/>
                </a:lnTo>
                <a:close/>
                <a:moveTo>
                  <a:pt x="163517" y="15779"/>
                </a:moveTo>
                <a:lnTo>
                  <a:pt x="164952" y="17213"/>
                </a:lnTo>
                <a:lnTo>
                  <a:pt x="164952" y="19215"/>
                </a:lnTo>
                <a:lnTo>
                  <a:pt x="163651" y="20549"/>
                </a:lnTo>
                <a:lnTo>
                  <a:pt x="163651" y="17747"/>
                </a:lnTo>
                <a:lnTo>
                  <a:pt x="161649" y="15779"/>
                </a:lnTo>
                <a:close/>
                <a:moveTo>
                  <a:pt x="144270" y="17747"/>
                </a:moveTo>
                <a:lnTo>
                  <a:pt x="144270" y="20549"/>
                </a:lnTo>
                <a:lnTo>
                  <a:pt x="142936" y="19215"/>
                </a:lnTo>
                <a:lnTo>
                  <a:pt x="142936" y="17213"/>
                </a:lnTo>
                <a:lnTo>
                  <a:pt x="144370" y="15779"/>
                </a:lnTo>
                <a:lnTo>
                  <a:pt x="146238" y="15779"/>
                </a:lnTo>
                <a:close/>
                <a:moveTo>
                  <a:pt x="144370" y="15012"/>
                </a:moveTo>
                <a:lnTo>
                  <a:pt x="142936" y="13577"/>
                </a:lnTo>
                <a:lnTo>
                  <a:pt x="142936" y="11576"/>
                </a:lnTo>
                <a:lnTo>
                  <a:pt x="144270" y="10242"/>
                </a:lnTo>
                <a:lnTo>
                  <a:pt x="144270" y="13010"/>
                </a:lnTo>
                <a:lnTo>
                  <a:pt x="146238" y="14978"/>
                </a:lnTo>
                <a:lnTo>
                  <a:pt x="144370" y="14978"/>
                </a:lnTo>
                <a:close/>
                <a:moveTo>
                  <a:pt x="142369" y="11009"/>
                </a:moveTo>
                <a:lnTo>
                  <a:pt x="140367" y="11009"/>
                </a:lnTo>
                <a:lnTo>
                  <a:pt x="138933" y="9574"/>
                </a:lnTo>
                <a:lnTo>
                  <a:pt x="138933" y="7706"/>
                </a:lnTo>
                <a:lnTo>
                  <a:pt x="140901" y="9675"/>
                </a:lnTo>
                <a:lnTo>
                  <a:pt x="143703" y="9675"/>
                </a:lnTo>
                <a:close/>
                <a:moveTo>
                  <a:pt x="138166" y="9574"/>
                </a:moveTo>
                <a:lnTo>
                  <a:pt x="136731" y="11009"/>
                </a:lnTo>
                <a:lnTo>
                  <a:pt x="134730" y="11009"/>
                </a:lnTo>
                <a:lnTo>
                  <a:pt x="133396" y="9675"/>
                </a:lnTo>
                <a:lnTo>
                  <a:pt x="136198" y="9675"/>
                </a:lnTo>
                <a:lnTo>
                  <a:pt x="138166" y="7706"/>
                </a:lnTo>
                <a:close/>
                <a:moveTo>
                  <a:pt x="132729" y="15779"/>
                </a:moveTo>
                <a:lnTo>
                  <a:pt x="134163" y="17213"/>
                </a:lnTo>
                <a:lnTo>
                  <a:pt x="134163" y="19215"/>
                </a:lnTo>
                <a:lnTo>
                  <a:pt x="132862" y="20549"/>
                </a:lnTo>
                <a:lnTo>
                  <a:pt x="132862" y="17747"/>
                </a:lnTo>
                <a:lnTo>
                  <a:pt x="130894" y="15779"/>
                </a:lnTo>
                <a:close/>
                <a:moveTo>
                  <a:pt x="113482" y="17747"/>
                </a:moveTo>
                <a:lnTo>
                  <a:pt x="113482" y="20549"/>
                </a:lnTo>
                <a:lnTo>
                  <a:pt x="112147" y="19215"/>
                </a:lnTo>
                <a:lnTo>
                  <a:pt x="112147" y="17213"/>
                </a:lnTo>
                <a:lnTo>
                  <a:pt x="113582" y="15779"/>
                </a:lnTo>
                <a:lnTo>
                  <a:pt x="115450" y="15779"/>
                </a:lnTo>
                <a:close/>
                <a:moveTo>
                  <a:pt x="113582" y="15012"/>
                </a:moveTo>
                <a:lnTo>
                  <a:pt x="112147" y="13577"/>
                </a:lnTo>
                <a:lnTo>
                  <a:pt x="112147" y="11576"/>
                </a:lnTo>
                <a:lnTo>
                  <a:pt x="113482" y="10242"/>
                </a:lnTo>
                <a:lnTo>
                  <a:pt x="113482" y="13010"/>
                </a:lnTo>
                <a:lnTo>
                  <a:pt x="115450" y="14978"/>
                </a:lnTo>
                <a:lnTo>
                  <a:pt x="113582" y="14978"/>
                </a:lnTo>
                <a:close/>
                <a:moveTo>
                  <a:pt x="111580" y="11009"/>
                </a:moveTo>
                <a:lnTo>
                  <a:pt x="109579" y="11009"/>
                </a:lnTo>
                <a:lnTo>
                  <a:pt x="108144" y="9574"/>
                </a:lnTo>
                <a:lnTo>
                  <a:pt x="108144" y="7706"/>
                </a:lnTo>
                <a:lnTo>
                  <a:pt x="110112" y="9675"/>
                </a:lnTo>
                <a:lnTo>
                  <a:pt x="112914" y="9675"/>
                </a:lnTo>
                <a:close/>
                <a:moveTo>
                  <a:pt x="107377" y="9574"/>
                </a:moveTo>
                <a:lnTo>
                  <a:pt x="105943" y="11009"/>
                </a:lnTo>
                <a:lnTo>
                  <a:pt x="103941" y="11009"/>
                </a:lnTo>
                <a:lnTo>
                  <a:pt x="102607" y="9675"/>
                </a:lnTo>
                <a:lnTo>
                  <a:pt x="105409" y="9675"/>
                </a:lnTo>
                <a:lnTo>
                  <a:pt x="107377" y="7706"/>
                </a:lnTo>
                <a:close/>
                <a:moveTo>
                  <a:pt x="101940" y="15779"/>
                </a:moveTo>
                <a:lnTo>
                  <a:pt x="103374" y="17213"/>
                </a:lnTo>
                <a:lnTo>
                  <a:pt x="103374" y="19215"/>
                </a:lnTo>
                <a:lnTo>
                  <a:pt x="102040" y="20549"/>
                </a:lnTo>
                <a:lnTo>
                  <a:pt x="102040" y="17747"/>
                </a:lnTo>
                <a:lnTo>
                  <a:pt x="100072" y="15779"/>
                </a:lnTo>
                <a:lnTo>
                  <a:pt x="101940" y="15779"/>
                </a:lnTo>
                <a:close/>
                <a:moveTo>
                  <a:pt x="82660" y="17747"/>
                </a:moveTo>
                <a:lnTo>
                  <a:pt x="82660" y="20549"/>
                </a:lnTo>
                <a:lnTo>
                  <a:pt x="81359" y="19215"/>
                </a:lnTo>
                <a:lnTo>
                  <a:pt x="81359" y="17213"/>
                </a:lnTo>
                <a:lnTo>
                  <a:pt x="82793" y="15779"/>
                </a:lnTo>
                <a:lnTo>
                  <a:pt x="84628" y="15779"/>
                </a:lnTo>
                <a:close/>
                <a:moveTo>
                  <a:pt x="82793" y="15012"/>
                </a:moveTo>
                <a:lnTo>
                  <a:pt x="81359" y="13577"/>
                </a:lnTo>
                <a:lnTo>
                  <a:pt x="81359" y="11576"/>
                </a:lnTo>
                <a:lnTo>
                  <a:pt x="82660" y="10242"/>
                </a:lnTo>
                <a:lnTo>
                  <a:pt x="82660" y="13010"/>
                </a:lnTo>
                <a:lnTo>
                  <a:pt x="84628" y="14978"/>
                </a:lnTo>
                <a:lnTo>
                  <a:pt x="82793" y="14978"/>
                </a:lnTo>
                <a:close/>
                <a:moveTo>
                  <a:pt x="80792" y="11009"/>
                </a:moveTo>
                <a:lnTo>
                  <a:pt x="78790" y="11009"/>
                </a:lnTo>
                <a:lnTo>
                  <a:pt x="77356" y="9574"/>
                </a:lnTo>
                <a:lnTo>
                  <a:pt x="77356" y="7706"/>
                </a:lnTo>
                <a:lnTo>
                  <a:pt x="79324" y="9675"/>
                </a:lnTo>
                <a:lnTo>
                  <a:pt x="82126" y="9675"/>
                </a:lnTo>
                <a:close/>
                <a:moveTo>
                  <a:pt x="76589" y="9574"/>
                </a:moveTo>
                <a:lnTo>
                  <a:pt x="75154" y="11009"/>
                </a:lnTo>
                <a:lnTo>
                  <a:pt x="73153" y="11009"/>
                </a:lnTo>
                <a:lnTo>
                  <a:pt x="71818" y="9675"/>
                </a:lnTo>
                <a:lnTo>
                  <a:pt x="74620" y="9675"/>
                </a:lnTo>
                <a:lnTo>
                  <a:pt x="76589" y="7706"/>
                </a:lnTo>
                <a:close/>
                <a:moveTo>
                  <a:pt x="71151" y="15779"/>
                </a:moveTo>
                <a:lnTo>
                  <a:pt x="72586" y="17213"/>
                </a:lnTo>
                <a:lnTo>
                  <a:pt x="72586" y="19215"/>
                </a:lnTo>
                <a:lnTo>
                  <a:pt x="71251" y="20549"/>
                </a:lnTo>
                <a:lnTo>
                  <a:pt x="71251" y="17747"/>
                </a:lnTo>
                <a:lnTo>
                  <a:pt x="69283" y="15779"/>
                </a:lnTo>
                <a:lnTo>
                  <a:pt x="71151" y="15779"/>
                </a:lnTo>
                <a:close/>
                <a:moveTo>
                  <a:pt x="51871" y="17747"/>
                </a:moveTo>
                <a:lnTo>
                  <a:pt x="51871" y="20549"/>
                </a:lnTo>
                <a:lnTo>
                  <a:pt x="50570" y="19215"/>
                </a:lnTo>
                <a:lnTo>
                  <a:pt x="50570" y="17213"/>
                </a:lnTo>
                <a:lnTo>
                  <a:pt x="51971" y="15779"/>
                </a:lnTo>
                <a:lnTo>
                  <a:pt x="53839" y="15779"/>
                </a:lnTo>
                <a:close/>
                <a:moveTo>
                  <a:pt x="51971" y="15012"/>
                </a:moveTo>
                <a:lnTo>
                  <a:pt x="50570" y="13577"/>
                </a:lnTo>
                <a:lnTo>
                  <a:pt x="50570" y="11576"/>
                </a:lnTo>
                <a:lnTo>
                  <a:pt x="51871" y="10242"/>
                </a:lnTo>
                <a:lnTo>
                  <a:pt x="51871" y="13010"/>
                </a:lnTo>
                <a:lnTo>
                  <a:pt x="53839" y="14978"/>
                </a:lnTo>
                <a:lnTo>
                  <a:pt x="51971" y="14978"/>
                </a:lnTo>
                <a:close/>
                <a:moveTo>
                  <a:pt x="50003" y="11009"/>
                </a:moveTo>
                <a:lnTo>
                  <a:pt x="48001" y="11009"/>
                </a:lnTo>
                <a:lnTo>
                  <a:pt x="46567" y="9574"/>
                </a:lnTo>
                <a:lnTo>
                  <a:pt x="46567" y="7706"/>
                </a:lnTo>
                <a:lnTo>
                  <a:pt x="48535" y="9675"/>
                </a:lnTo>
                <a:lnTo>
                  <a:pt x="51337" y="9675"/>
                </a:lnTo>
                <a:close/>
                <a:moveTo>
                  <a:pt x="45767" y="9574"/>
                </a:moveTo>
                <a:lnTo>
                  <a:pt x="44366" y="11009"/>
                </a:lnTo>
                <a:lnTo>
                  <a:pt x="42364" y="11009"/>
                </a:lnTo>
                <a:lnTo>
                  <a:pt x="41030" y="9675"/>
                </a:lnTo>
                <a:lnTo>
                  <a:pt x="43798" y="9675"/>
                </a:lnTo>
                <a:lnTo>
                  <a:pt x="45767" y="7706"/>
                </a:lnTo>
                <a:close/>
                <a:moveTo>
                  <a:pt x="40363" y="15779"/>
                </a:moveTo>
                <a:lnTo>
                  <a:pt x="41797" y="17213"/>
                </a:lnTo>
                <a:lnTo>
                  <a:pt x="41797" y="19215"/>
                </a:lnTo>
                <a:lnTo>
                  <a:pt x="40463" y="20549"/>
                </a:lnTo>
                <a:lnTo>
                  <a:pt x="40463" y="17747"/>
                </a:lnTo>
                <a:lnTo>
                  <a:pt x="38495" y="15779"/>
                </a:lnTo>
                <a:lnTo>
                  <a:pt x="40363" y="15779"/>
                </a:lnTo>
                <a:close/>
                <a:moveTo>
                  <a:pt x="21082" y="17747"/>
                </a:moveTo>
                <a:lnTo>
                  <a:pt x="21082" y="20549"/>
                </a:lnTo>
                <a:lnTo>
                  <a:pt x="19781" y="19215"/>
                </a:lnTo>
                <a:lnTo>
                  <a:pt x="19781" y="17213"/>
                </a:lnTo>
                <a:lnTo>
                  <a:pt x="21182" y="15779"/>
                </a:lnTo>
                <a:lnTo>
                  <a:pt x="23050" y="15779"/>
                </a:lnTo>
                <a:close/>
                <a:moveTo>
                  <a:pt x="21182" y="15012"/>
                </a:moveTo>
                <a:lnTo>
                  <a:pt x="19781" y="13577"/>
                </a:lnTo>
                <a:lnTo>
                  <a:pt x="19781" y="11576"/>
                </a:lnTo>
                <a:lnTo>
                  <a:pt x="21082" y="10242"/>
                </a:lnTo>
                <a:lnTo>
                  <a:pt x="21082" y="13010"/>
                </a:lnTo>
                <a:lnTo>
                  <a:pt x="23050" y="14978"/>
                </a:lnTo>
                <a:lnTo>
                  <a:pt x="21182" y="14978"/>
                </a:lnTo>
                <a:close/>
                <a:moveTo>
                  <a:pt x="19214" y="11009"/>
                </a:moveTo>
                <a:lnTo>
                  <a:pt x="17213" y="11009"/>
                </a:lnTo>
                <a:lnTo>
                  <a:pt x="15778" y="9574"/>
                </a:lnTo>
                <a:lnTo>
                  <a:pt x="15778" y="7706"/>
                </a:lnTo>
                <a:lnTo>
                  <a:pt x="17747" y="9675"/>
                </a:lnTo>
                <a:lnTo>
                  <a:pt x="20515" y="9675"/>
                </a:lnTo>
                <a:close/>
                <a:moveTo>
                  <a:pt x="14978" y="9574"/>
                </a:moveTo>
                <a:lnTo>
                  <a:pt x="13577" y="11009"/>
                </a:lnTo>
                <a:lnTo>
                  <a:pt x="11542" y="11009"/>
                </a:lnTo>
                <a:lnTo>
                  <a:pt x="10241" y="9675"/>
                </a:lnTo>
                <a:lnTo>
                  <a:pt x="13010" y="9675"/>
                </a:lnTo>
                <a:lnTo>
                  <a:pt x="14978" y="7706"/>
                </a:lnTo>
                <a:lnTo>
                  <a:pt x="14978" y="9574"/>
                </a:lnTo>
                <a:close/>
                <a:moveTo>
                  <a:pt x="9574" y="15779"/>
                </a:moveTo>
                <a:lnTo>
                  <a:pt x="11008" y="17213"/>
                </a:lnTo>
                <a:lnTo>
                  <a:pt x="11008" y="19215"/>
                </a:lnTo>
                <a:lnTo>
                  <a:pt x="9674" y="20549"/>
                </a:lnTo>
                <a:lnTo>
                  <a:pt x="9674" y="17747"/>
                </a:lnTo>
                <a:lnTo>
                  <a:pt x="7706" y="15779"/>
                </a:lnTo>
                <a:lnTo>
                  <a:pt x="9574" y="15779"/>
                </a:lnTo>
                <a:close/>
                <a:moveTo>
                  <a:pt x="11542" y="19782"/>
                </a:moveTo>
                <a:lnTo>
                  <a:pt x="13577" y="19782"/>
                </a:lnTo>
                <a:lnTo>
                  <a:pt x="14978" y="21216"/>
                </a:lnTo>
                <a:lnTo>
                  <a:pt x="14978" y="23051"/>
                </a:lnTo>
                <a:lnTo>
                  <a:pt x="13010" y="21083"/>
                </a:lnTo>
                <a:lnTo>
                  <a:pt x="10241" y="21083"/>
                </a:lnTo>
                <a:close/>
                <a:moveTo>
                  <a:pt x="14978" y="37394"/>
                </a:moveTo>
                <a:lnTo>
                  <a:pt x="12710" y="39696"/>
                </a:lnTo>
                <a:lnTo>
                  <a:pt x="9441" y="39696"/>
                </a:lnTo>
                <a:lnTo>
                  <a:pt x="7773" y="37995"/>
                </a:lnTo>
                <a:lnTo>
                  <a:pt x="12009" y="37995"/>
                </a:lnTo>
                <a:lnTo>
                  <a:pt x="14978" y="35026"/>
                </a:lnTo>
                <a:lnTo>
                  <a:pt x="14978" y="37394"/>
                </a:lnTo>
                <a:close/>
                <a:moveTo>
                  <a:pt x="9674" y="41030"/>
                </a:moveTo>
                <a:lnTo>
                  <a:pt x="11008" y="42365"/>
                </a:lnTo>
                <a:lnTo>
                  <a:pt x="11008" y="44366"/>
                </a:lnTo>
                <a:lnTo>
                  <a:pt x="9574" y="45800"/>
                </a:lnTo>
                <a:lnTo>
                  <a:pt x="7706" y="45800"/>
                </a:lnTo>
                <a:lnTo>
                  <a:pt x="9674" y="43832"/>
                </a:lnTo>
                <a:close/>
                <a:moveTo>
                  <a:pt x="9574" y="46568"/>
                </a:moveTo>
                <a:lnTo>
                  <a:pt x="11008" y="48002"/>
                </a:lnTo>
                <a:lnTo>
                  <a:pt x="11008" y="50003"/>
                </a:lnTo>
                <a:lnTo>
                  <a:pt x="9674" y="51338"/>
                </a:lnTo>
                <a:lnTo>
                  <a:pt x="9674" y="48536"/>
                </a:lnTo>
                <a:lnTo>
                  <a:pt x="7706" y="46568"/>
                </a:lnTo>
                <a:lnTo>
                  <a:pt x="9574" y="46568"/>
                </a:lnTo>
                <a:close/>
                <a:moveTo>
                  <a:pt x="11542" y="50570"/>
                </a:moveTo>
                <a:lnTo>
                  <a:pt x="13577" y="50570"/>
                </a:lnTo>
                <a:lnTo>
                  <a:pt x="14978" y="52005"/>
                </a:lnTo>
                <a:lnTo>
                  <a:pt x="14978" y="53873"/>
                </a:lnTo>
                <a:lnTo>
                  <a:pt x="13010" y="51905"/>
                </a:lnTo>
                <a:lnTo>
                  <a:pt x="10241" y="51905"/>
                </a:lnTo>
                <a:close/>
                <a:moveTo>
                  <a:pt x="14978" y="68183"/>
                </a:moveTo>
                <a:lnTo>
                  <a:pt x="12710" y="70485"/>
                </a:lnTo>
                <a:lnTo>
                  <a:pt x="9441" y="70485"/>
                </a:lnTo>
                <a:lnTo>
                  <a:pt x="7773" y="68783"/>
                </a:lnTo>
                <a:lnTo>
                  <a:pt x="12009" y="68783"/>
                </a:lnTo>
                <a:lnTo>
                  <a:pt x="14978" y="65815"/>
                </a:lnTo>
                <a:lnTo>
                  <a:pt x="14978" y="68183"/>
                </a:lnTo>
                <a:close/>
                <a:moveTo>
                  <a:pt x="9674" y="71819"/>
                </a:moveTo>
                <a:lnTo>
                  <a:pt x="11008" y="73153"/>
                </a:lnTo>
                <a:lnTo>
                  <a:pt x="11008" y="75155"/>
                </a:lnTo>
                <a:lnTo>
                  <a:pt x="9574" y="76589"/>
                </a:lnTo>
                <a:lnTo>
                  <a:pt x="7706" y="76589"/>
                </a:lnTo>
                <a:lnTo>
                  <a:pt x="9674" y="74621"/>
                </a:lnTo>
                <a:close/>
                <a:moveTo>
                  <a:pt x="9574" y="77356"/>
                </a:moveTo>
                <a:lnTo>
                  <a:pt x="11008" y="78791"/>
                </a:lnTo>
                <a:lnTo>
                  <a:pt x="11008" y="80792"/>
                </a:lnTo>
                <a:lnTo>
                  <a:pt x="9674" y="82126"/>
                </a:lnTo>
                <a:lnTo>
                  <a:pt x="9674" y="79324"/>
                </a:lnTo>
                <a:lnTo>
                  <a:pt x="7706" y="77356"/>
                </a:lnTo>
                <a:close/>
                <a:moveTo>
                  <a:pt x="11542" y="81359"/>
                </a:moveTo>
                <a:lnTo>
                  <a:pt x="13577" y="81359"/>
                </a:lnTo>
                <a:lnTo>
                  <a:pt x="14978" y="82794"/>
                </a:lnTo>
                <a:lnTo>
                  <a:pt x="14978" y="84662"/>
                </a:lnTo>
                <a:lnTo>
                  <a:pt x="13010" y="82693"/>
                </a:lnTo>
                <a:lnTo>
                  <a:pt x="10241" y="82693"/>
                </a:lnTo>
                <a:close/>
                <a:moveTo>
                  <a:pt x="14978" y="98972"/>
                </a:moveTo>
                <a:lnTo>
                  <a:pt x="12710" y="101273"/>
                </a:lnTo>
                <a:lnTo>
                  <a:pt x="9441" y="101273"/>
                </a:lnTo>
                <a:lnTo>
                  <a:pt x="7773" y="99606"/>
                </a:lnTo>
                <a:lnTo>
                  <a:pt x="12009" y="99606"/>
                </a:lnTo>
                <a:lnTo>
                  <a:pt x="14978" y="96603"/>
                </a:lnTo>
                <a:lnTo>
                  <a:pt x="14978" y="98972"/>
                </a:lnTo>
                <a:close/>
                <a:moveTo>
                  <a:pt x="9674" y="102608"/>
                </a:moveTo>
                <a:lnTo>
                  <a:pt x="11008" y="103942"/>
                </a:lnTo>
                <a:lnTo>
                  <a:pt x="11008" y="105943"/>
                </a:lnTo>
                <a:lnTo>
                  <a:pt x="9574" y="107378"/>
                </a:lnTo>
                <a:lnTo>
                  <a:pt x="7706" y="107378"/>
                </a:lnTo>
                <a:lnTo>
                  <a:pt x="9674" y="105410"/>
                </a:lnTo>
                <a:close/>
                <a:moveTo>
                  <a:pt x="9574" y="108178"/>
                </a:moveTo>
                <a:lnTo>
                  <a:pt x="11008" y="109579"/>
                </a:lnTo>
                <a:lnTo>
                  <a:pt x="11008" y="111614"/>
                </a:lnTo>
                <a:lnTo>
                  <a:pt x="9674" y="112915"/>
                </a:lnTo>
                <a:lnTo>
                  <a:pt x="9674" y="110146"/>
                </a:lnTo>
                <a:lnTo>
                  <a:pt x="7706" y="108178"/>
                </a:lnTo>
                <a:close/>
                <a:moveTo>
                  <a:pt x="11542" y="112148"/>
                </a:moveTo>
                <a:lnTo>
                  <a:pt x="13577" y="112148"/>
                </a:lnTo>
                <a:lnTo>
                  <a:pt x="14978" y="113582"/>
                </a:lnTo>
                <a:lnTo>
                  <a:pt x="14978" y="115450"/>
                </a:lnTo>
                <a:lnTo>
                  <a:pt x="13010" y="113482"/>
                </a:lnTo>
                <a:lnTo>
                  <a:pt x="10241" y="113482"/>
                </a:lnTo>
                <a:close/>
                <a:moveTo>
                  <a:pt x="15778" y="113582"/>
                </a:moveTo>
                <a:lnTo>
                  <a:pt x="17213" y="112148"/>
                </a:lnTo>
                <a:lnTo>
                  <a:pt x="19214" y="112148"/>
                </a:lnTo>
                <a:lnTo>
                  <a:pt x="20515" y="113482"/>
                </a:lnTo>
                <a:lnTo>
                  <a:pt x="17747" y="113482"/>
                </a:lnTo>
                <a:lnTo>
                  <a:pt x="15778" y="115450"/>
                </a:lnTo>
                <a:close/>
                <a:moveTo>
                  <a:pt x="21182" y="107378"/>
                </a:moveTo>
                <a:lnTo>
                  <a:pt x="19781" y="105943"/>
                </a:lnTo>
                <a:lnTo>
                  <a:pt x="19781" y="103942"/>
                </a:lnTo>
                <a:lnTo>
                  <a:pt x="21082" y="102608"/>
                </a:lnTo>
                <a:lnTo>
                  <a:pt x="21082" y="105410"/>
                </a:lnTo>
                <a:lnTo>
                  <a:pt x="23050" y="107378"/>
                </a:lnTo>
                <a:close/>
                <a:moveTo>
                  <a:pt x="40463" y="105410"/>
                </a:moveTo>
                <a:lnTo>
                  <a:pt x="40463" y="102608"/>
                </a:lnTo>
                <a:lnTo>
                  <a:pt x="41797" y="103942"/>
                </a:lnTo>
                <a:lnTo>
                  <a:pt x="41797" y="105943"/>
                </a:lnTo>
                <a:lnTo>
                  <a:pt x="40363" y="107378"/>
                </a:lnTo>
                <a:lnTo>
                  <a:pt x="38495" y="107378"/>
                </a:lnTo>
                <a:close/>
                <a:moveTo>
                  <a:pt x="40363" y="108178"/>
                </a:moveTo>
                <a:lnTo>
                  <a:pt x="41797" y="109579"/>
                </a:lnTo>
                <a:lnTo>
                  <a:pt x="41797" y="111614"/>
                </a:lnTo>
                <a:lnTo>
                  <a:pt x="40463" y="112915"/>
                </a:lnTo>
                <a:lnTo>
                  <a:pt x="40463" y="110146"/>
                </a:lnTo>
                <a:lnTo>
                  <a:pt x="38495" y="108178"/>
                </a:lnTo>
                <a:close/>
                <a:moveTo>
                  <a:pt x="42364" y="112148"/>
                </a:moveTo>
                <a:lnTo>
                  <a:pt x="44366" y="112148"/>
                </a:lnTo>
                <a:lnTo>
                  <a:pt x="45767" y="113582"/>
                </a:lnTo>
                <a:lnTo>
                  <a:pt x="45767" y="115450"/>
                </a:lnTo>
                <a:lnTo>
                  <a:pt x="43798" y="113482"/>
                </a:lnTo>
                <a:lnTo>
                  <a:pt x="41030" y="113482"/>
                </a:lnTo>
                <a:close/>
                <a:moveTo>
                  <a:pt x="46567" y="113582"/>
                </a:moveTo>
                <a:lnTo>
                  <a:pt x="48001" y="112148"/>
                </a:lnTo>
                <a:lnTo>
                  <a:pt x="50003" y="112148"/>
                </a:lnTo>
                <a:lnTo>
                  <a:pt x="51337" y="113482"/>
                </a:lnTo>
                <a:lnTo>
                  <a:pt x="48535" y="113482"/>
                </a:lnTo>
                <a:lnTo>
                  <a:pt x="46567" y="115450"/>
                </a:lnTo>
                <a:close/>
                <a:moveTo>
                  <a:pt x="51971" y="107378"/>
                </a:moveTo>
                <a:lnTo>
                  <a:pt x="50570" y="105943"/>
                </a:lnTo>
                <a:lnTo>
                  <a:pt x="50570" y="103942"/>
                </a:lnTo>
                <a:lnTo>
                  <a:pt x="51871" y="102608"/>
                </a:lnTo>
                <a:lnTo>
                  <a:pt x="51871" y="105410"/>
                </a:lnTo>
                <a:lnTo>
                  <a:pt x="53839" y="107378"/>
                </a:lnTo>
                <a:lnTo>
                  <a:pt x="51971" y="107378"/>
                </a:lnTo>
                <a:close/>
                <a:moveTo>
                  <a:pt x="71251" y="105410"/>
                </a:moveTo>
                <a:lnTo>
                  <a:pt x="71251" y="102608"/>
                </a:lnTo>
                <a:lnTo>
                  <a:pt x="72586" y="103942"/>
                </a:lnTo>
                <a:lnTo>
                  <a:pt x="72586" y="105943"/>
                </a:lnTo>
                <a:lnTo>
                  <a:pt x="71151" y="107378"/>
                </a:lnTo>
                <a:lnTo>
                  <a:pt x="69283" y="107378"/>
                </a:lnTo>
                <a:close/>
                <a:moveTo>
                  <a:pt x="71151" y="108178"/>
                </a:moveTo>
                <a:lnTo>
                  <a:pt x="72586" y="109579"/>
                </a:lnTo>
                <a:lnTo>
                  <a:pt x="72586" y="111614"/>
                </a:lnTo>
                <a:lnTo>
                  <a:pt x="71251" y="112915"/>
                </a:lnTo>
                <a:lnTo>
                  <a:pt x="71251" y="110146"/>
                </a:lnTo>
                <a:lnTo>
                  <a:pt x="69283" y="108178"/>
                </a:lnTo>
                <a:close/>
                <a:moveTo>
                  <a:pt x="73153" y="112148"/>
                </a:moveTo>
                <a:lnTo>
                  <a:pt x="75154" y="112148"/>
                </a:lnTo>
                <a:lnTo>
                  <a:pt x="76555" y="113582"/>
                </a:lnTo>
                <a:lnTo>
                  <a:pt x="76555" y="115450"/>
                </a:lnTo>
                <a:lnTo>
                  <a:pt x="74587" y="113482"/>
                </a:lnTo>
                <a:lnTo>
                  <a:pt x="71818" y="113482"/>
                </a:lnTo>
                <a:close/>
                <a:moveTo>
                  <a:pt x="77356" y="113582"/>
                </a:moveTo>
                <a:lnTo>
                  <a:pt x="78790" y="112148"/>
                </a:lnTo>
                <a:lnTo>
                  <a:pt x="80792" y="112148"/>
                </a:lnTo>
                <a:lnTo>
                  <a:pt x="82126" y="113482"/>
                </a:lnTo>
                <a:lnTo>
                  <a:pt x="79324" y="113482"/>
                </a:lnTo>
                <a:lnTo>
                  <a:pt x="77356" y="115450"/>
                </a:lnTo>
                <a:close/>
                <a:moveTo>
                  <a:pt x="82793" y="107378"/>
                </a:moveTo>
                <a:lnTo>
                  <a:pt x="81359" y="105943"/>
                </a:lnTo>
                <a:lnTo>
                  <a:pt x="81359" y="103942"/>
                </a:lnTo>
                <a:lnTo>
                  <a:pt x="82660" y="102608"/>
                </a:lnTo>
                <a:lnTo>
                  <a:pt x="82660" y="105410"/>
                </a:lnTo>
                <a:lnTo>
                  <a:pt x="84628" y="107378"/>
                </a:lnTo>
                <a:close/>
                <a:moveTo>
                  <a:pt x="102040" y="105410"/>
                </a:moveTo>
                <a:lnTo>
                  <a:pt x="102040" y="102608"/>
                </a:lnTo>
                <a:lnTo>
                  <a:pt x="103374" y="103942"/>
                </a:lnTo>
                <a:lnTo>
                  <a:pt x="103374" y="105943"/>
                </a:lnTo>
                <a:lnTo>
                  <a:pt x="101940" y="107378"/>
                </a:lnTo>
                <a:lnTo>
                  <a:pt x="100072" y="107378"/>
                </a:lnTo>
                <a:close/>
                <a:moveTo>
                  <a:pt x="101940" y="108178"/>
                </a:moveTo>
                <a:lnTo>
                  <a:pt x="103374" y="109579"/>
                </a:lnTo>
                <a:lnTo>
                  <a:pt x="103374" y="111614"/>
                </a:lnTo>
                <a:lnTo>
                  <a:pt x="102040" y="112915"/>
                </a:lnTo>
                <a:lnTo>
                  <a:pt x="102040" y="110146"/>
                </a:lnTo>
                <a:lnTo>
                  <a:pt x="100072" y="108178"/>
                </a:lnTo>
                <a:close/>
                <a:moveTo>
                  <a:pt x="103941" y="112148"/>
                </a:moveTo>
                <a:lnTo>
                  <a:pt x="105943" y="112148"/>
                </a:lnTo>
                <a:lnTo>
                  <a:pt x="107344" y="113582"/>
                </a:lnTo>
                <a:lnTo>
                  <a:pt x="107344" y="115450"/>
                </a:lnTo>
                <a:lnTo>
                  <a:pt x="105376" y="113482"/>
                </a:lnTo>
                <a:lnTo>
                  <a:pt x="102607" y="113482"/>
                </a:lnTo>
                <a:close/>
                <a:moveTo>
                  <a:pt x="108144" y="113582"/>
                </a:moveTo>
                <a:lnTo>
                  <a:pt x="109579" y="112148"/>
                </a:lnTo>
                <a:lnTo>
                  <a:pt x="111580" y="112148"/>
                </a:lnTo>
                <a:lnTo>
                  <a:pt x="112914" y="113482"/>
                </a:lnTo>
                <a:lnTo>
                  <a:pt x="110112" y="113482"/>
                </a:lnTo>
                <a:lnTo>
                  <a:pt x="108144" y="115450"/>
                </a:lnTo>
                <a:close/>
                <a:moveTo>
                  <a:pt x="113582" y="107378"/>
                </a:moveTo>
                <a:lnTo>
                  <a:pt x="112147" y="105943"/>
                </a:lnTo>
                <a:lnTo>
                  <a:pt x="112147" y="103942"/>
                </a:lnTo>
                <a:lnTo>
                  <a:pt x="113482" y="102608"/>
                </a:lnTo>
                <a:lnTo>
                  <a:pt x="113482" y="105410"/>
                </a:lnTo>
                <a:lnTo>
                  <a:pt x="115450" y="107378"/>
                </a:lnTo>
                <a:lnTo>
                  <a:pt x="113582" y="107378"/>
                </a:lnTo>
                <a:close/>
                <a:moveTo>
                  <a:pt x="132862" y="105410"/>
                </a:moveTo>
                <a:lnTo>
                  <a:pt x="132862" y="102608"/>
                </a:lnTo>
                <a:lnTo>
                  <a:pt x="134163" y="103942"/>
                </a:lnTo>
                <a:lnTo>
                  <a:pt x="134163" y="105943"/>
                </a:lnTo>
                <a:lnTo>
                  <a:pt x="132729" y="107378"/>
                </a:lnTo>
                <a:lnTo>
                  <a:pt x="130894" y="107378"/>
                </a:lnTo>
                <a:close/>
                <a:moveTo>
                  <a:pt x="132729" y="108178"/>
                </a:moveTo>
                <a:lnTo>
                  <a:pt x="134163" y="109579"/>
                </a:lnTo>
                <a:lnTo>
                  <a:pt x="134163" y="111614"/>
                </a:lnTo>
                <a:lnTo>
                  <a:pt x="132862" y="112915"/>
                </a:lnTo>
                <a:lnTo>
                  <a:pt x="132862" y="110146"/>
                </a:lnTo>
                <a:lnTo>
                  <a:pt x="130894" y="108178"/>
                </a:lnTo>
                <a:close/>
                <a:moveTo>
                  <a:pt x="134730" y="112148"/>
                </a:moveTo>
                <a:lnTo>
                  <a:pt x="136731" y="112148"/>
                </a:lnTo>
                <a:lnTo>
                  <a:pt x="138166" y="113582"/>
                </a:lnTo>
                <a:lnTo>
                  <a:pt x="138166" y="115450"/>
                </a:lnTo>
                <a:lnTo>
                  <a:pt x="136198" y="113482"/>
                </a:lnTo>
                <a:lnTo>
                  <a:pt x="133396" y="113482"/>
                </a:lnTo>
                <a:close/>
                <a:moveTo>
                  <a:pt x="138933" y="113582"/>
                </a:moveTo>
                <a:lnTo>
                  <a:pt x="140367" y="112148"/>
                </a:lnTo>
                <a:lnTo>
                  <a:pt x="142369" y="112148"/>
                </a:lnTo>
                <a:lnTo>
                  <a:pt x="143703" y="113482"/>
                </a:lnTo>
                <a:lnTo>
                  <a:pt x="140901" y="113482"/>
                </a:lnTo>
                <a:lnTo>
                  <a:pt x="138933" y="115450"/>
                </a:lnTo>
                <a:close/>
                <a:moveTo>
                  <a:pt x="144370" y="107378"/>
                </a:moveTo>
                <a:lnTo>
                  <a:pt x="142936" y="105943"/>
                </a:lnTo>
                <a:lnTo>
                  <a:pt x="142936" y="103942"/>
                </a:lnTo>
                <a:lnTo>
                  <a:pt x="144270" y="102608"/>
                </a:lnTo>
                <a:lnTo>
                  <a:pt x="144270" y="105410"/>
                </a:lnTo>
                <a:lnTo>
                  <a:pt x="146238" y="107378"/>
                </a:lnTo>
                <a:lnTo>
                  <a:pt x="144370" y="107378"/>
                </a:lnTo>
                <a:close/>
                <a:moveTo>
                  <a:pt x="163651" y="105410"/>
                </a:moveTo>
                <a:lnTo>
                  <a:pt x="163651" y="102608"/>
                </a:lnTo>
                <a:lnTo>
                  <a:pt x="164952" y="103942"/>
                </a:lnTo>
                <a:lnTo>
                  <a:pt x="164952" y="105943"/>
                </a:lnTo>
                <a:lnTo>
                  <a:pt x="163551" y="107378"/>
                </a:lnTo>
                <a:lnTo>
                  <a:pt x="161683" y="107378"/>
                </a:lnTo>
                <a:close/>
                <a:moveTo>
                  <a:pt x="163551" y="108178"/>
                </a:moveTo>
                <a:lnTo>
                  <a:pt x="164952" y="109579"/>
                </a:lnTo>
                <a:lnTo>
                  <a:pt x="164952" y="111614"/>
                </a:lnTo>
                <a:lnTo>
                  <a:pt x="163651" y="112915"/>
                </a:lnTo>
                <a:lnTo>
                  <a:pt x="163651" y="110146"/>
                </a:lnTo>
                <a:lnTo>
                  <a:pt x="161683" y="108178"/>
                </a:lnTo>
                <a:close/>
                <a:moveTo>
                  <a:pt x="165519" y="112148"/>
                </a:moveTo>
                <a:lnTo>
                  <a:pt x="167520" y="112148"/>
                </a:lnTo>
                <a:lnTo>
                  <a:pt x="168954" y="113582"/>
                </a:lnTo>
                <a:lnTo>
                  <a:pt x="168954" y="115450"/>
                </a:lnTo>
                <a:lnTo>
                  <a:pt x="166986" y="113482"/>
                </a:lnTo>
                <a:lnTo>
                  <a:pt x="164184" y="113482"/>
                </a:lnTo>
                <a:close/>
                <a:moveTo>
                  <a:pt x="169755" y="113582"/>
                </a:moveTo>
                <a:lnTo>
                  <a:pt x="171156" y="112148"/>
                </a:lnTo>
                <a:lnTo>
                  <a:pt x="173157" y="112148"/>
                </a:lnTo>
                <a:lnTo>
                  <a:pt x="174492" y="113482"/>
                </a:lnTo>
                <a:lnTo>
                  <a:pt x="171723" y="113482"/>
                </a:lnTo>
                <a:lnTo>
                  <a:pt x="169755" y="115450"/>
                </a:lnTo>
                <a:close/>
                <a:moveTo>
                  <a:pt x="175159" y="107378"/>
                </a:moveTo>
                <a:lnTo>
                  <a:pt x="173725" y="105943"/>
                </a:lnTo>
                <a:lnTo>
                  <a:pt x="173725" y="103942"/>
                </a:lnTo>
                <a:lnTo>
                  <a:pt x="175059" y="102608"/>
                </a:lnTo>
                <a:lnTo>
                  <a:pt x="175059" y="105410"/>
                </a:lnTo>
                <a:lnTo>
                  <a:pt x="177027" y="107378"/>
                </a:lnTo>
                <a:lnTo>
                  <a:pt x="175159" y="107378"/>
                </a:lnTo>
                <a:close/>
                <a:moveTo>
                  <a:pt x="194439" y="105410"/>
                </a:moveTo>
                <a:lnTo>
                  <a:pt x="194439" y="102608"/>
                </a:lnTo>
                <a:lnTo>
                  <a:pt x="195740" y="103942"/>
                </a:lnTo>
                <a:lnTo>
                  <a:pt x="195740" y="105943"/>
                </a:lnTo>
                <a:lnTo>
                  <a:pt x="194339" y="107378"/>
                </a:lnTo>
                <a:lnTo>
                  <a:pt x="192471" y="107378"/>
                </a:lnTo>
                <a:close/>
                <a:moveTo>
                  <a:pt x="194339" y="108178"/>
                </a:moveTo>
                <a:lnTo>
                  <a:pt x="195740" y="109579"/>
                </a:lnTo>
                <a:lnTo>
                  <a:pt x="195740" y="111614"/>
                </a:lnTo>
                <a:lnTo>
                  <a:pt x="194439" y="112915"/>
                </a:lnTo>
                <a:lnTo>
                  <a:pt x="194439" y="110146"/>
                </a:lnTo>
                <a:lnTo>
                  <a:pt x="192471" y="108178"/>
                </a:lnTo>
                <a:close/>
                <a:moveTo>
                  <a:pt x="196307" y="112148"/>
                </a:moveTo>
                <a:lnTo>
                  <a:pt x="198309" y="112148"/>
                </a:lnTo>
                <a:lnTo>
                  <a:pt x="199743" y="113582"/>
                </a:lnTo>
                <a:lnTo>
                  <a:pt x="199743" y="115450"/>
                </a:lnTo>
                <a:lnTo>
                  <a:pt x="197775" y="113482"/>
                </a:lnTo>
                <a:lnTo>
                  <a:pt x="195006" y="113482"/>
                </a:lnTo>
                <a:close/>
                <a:moveTo>
                  <a:pt x="200544" y="113582"/>
                </a:moveTo>
                <a:lnTo>
                  <a:pt x="201945" y="112148"/>
                </a:lnTo>
                <a:lnTo>
                  <a:pt x="203979" y="112148"/>
                </a:lnTo>
                <a:lnTo>
                  <a:pt x="205280" y="113482"/>
                </a:lnTo>
                <a:lnTo>
                  <a:pt x="202512" y="113482"/>
                </a:lnTo>
                <a:lnTo>
                  <a:pt x="200544" y="115450"/>
                </a:lnTo>
                <a:close/>
                <a:moveTo>
                  <a:pt x="205948" y="107378"/>
                </a:moveTo>
                <a:lnTo>
                  <a:pt x="204513" y="105943"/>
                </a:lnTo>
                <a:lnTo>
                  <a:pt x="204513" y="103942"/>
                </a:lnTo>
                <a:lnTo>
                  <a:pt x="205848" y="102608"/>
                </a:lnTo>
                <a:lnTo>
                  <a:pt x="205848" y="105410"/>
                </a:lnTo>
                <a:lnTo>
                  <a:pt x="207816" y="107378"/>
                </a:lnTo>
                <a:close/>
                <a:moveTo>
                  <a:pt x="225228" y="105410"/>
                </a:moveTo>
                <a:lnTo>
                  <a:pt x="225228" y="102608"/>
                </a:lnTo>
                <a:lnTo>
                  <a:pt x="226529" y="103942"/>
                </a:lnTo>
                <a:lnTo>
                  <a:pt x="226529" y="105943"/>
                </a:lnTo>
                <a:lnTo>
                  <a:pt x="225128" y="107378"/>
                </a:lnTo>
                <a:lnTo>
                  <a:pt x="223260" y="107378"/>
                </a:lnTo>
                <a:close/>
                <a:moveTo>
                  <a:pt x="225128" y="108178"/>
                </a:moveTo>
                <a:lnTo>
                  <a:pt x="226529" y="109579"/>
                </a:lnTo>
                <a:lnTo>
                  <a:pt x="226529" y="111614"/>
                </a:lnTo>
                <a:lnTo>
                  <a:pt x="225228" y="112915"/>
                </a:lnTo>
                <a:lnTo>
                  <a:pt x="225228" y="110146"/>
                </a:lnTo>
                <a:lnTo>
                  <a:pt x="223260" y="108178"/>
                </a:lnTo>
                <a:close/>
                <a:moveTo>
                  <a:pt x="227096" y="112148"/>
                </a:moveTo>
                <a:lnTo>
                  <a:pt x="229097" y="112148"/>
                </a:lnTo>
                <a:lnTo>
                  <a:pt x="230532" y="113582"/>
                </a:lnTo>
                <a:lnTo>
                  <a:pt x="230532" y="115450"/>
                </a:lnTo>
                <a:lnTo>
                  <a:pt x="228564" y="113482"/>
                </a:lnTo>
                <a:lnTo>
                  <a:pt x="225762" y="113482"/>
                </a:lnTo>
                <a:close/>
                <a:moveTo>
                  <a:pt x="231332" y="113582"/>
                </a:moveTo>
                <a:lnTo>
                  <a:pt x="232733" y="112148"/>
                </a:lnTo>
                <a:lnTo>
                  <a:pt x="234768" y="112148"/>
                </a:lnTo>
                <a:lnTo>
                  <a:pt x="236069" y="113482"/>
                </a:lnTo>
                <a:lnTo>
                  <a:pt x="233300" y="113482"/>
                </a:lnTo>
                <a:lnTo>
                  <a:pt x="231332" y="115450"/>
                </a:lnTo>
                <a:lnTo>
                  <a:pt x="231332" y="113582"/>
                </a:lnTo>
                <a:close/>
                <a:moveTo>
                  <a:pt x="236736" y="107378"/>
                </a:moveTo>
                <a:lnTo>
                  <a:pt x="235302" y="105943"/>
                </a:lnTo>
                <a:lnTo>
                  <a:pt x="235302" y="103942"/>
                </a:lnTo>
                <a:lnTo>
                  <a:pt x="236636" y="102608"/>
                </a:lnTo>
                <a:lnTo>
                  <a:pt x="236636" y="105410"/>
                </a:lnTo>
                <a:lnTo>
                  <a:pt x="238604" y="107378"/>
                </a:lnTo>
                <a:lnTo>
                  <a:pt x="236736" y="107378"/>
                </a:lnTo>
                <a:close/>
                <a:moveTo>
                  <a:pt x="234768" y="103375"/>
                </a:moveTo>
                <a:lnTo>
                  <a:pt x="232733" y="103375"/>
                </a:lnTo>
                <a:lnTo>
                  <a:pt x="231332" y="101941"/>
                </a:lnTo>
                <a:lnTo>
                  <a:pt x="231332" y="100106"/>
                </a:lnTo>
                <a:lnTo>
                  <a:pt x="233300" y="102074"/>
                </a:lnTo>
                <a:lnTo>
                  <a:pt x="236069" y="102074"/>
                </a:lnTo>
                <a:close/>
                <a:moveTo>
                  <a:pt x="231332" y="85762"/>
                </a:moveTo>
                <a:lnTo>
                  <a:pt x="233601" y="83461"/>
                </a:lnTo>
                <a:lnTo>
                  <a:pt x="236870" y="83461"/>
                </a:lnTo>
                <a:lnTo>
                  <a:pt x="238538" y="85162"/>
                </a:lnTo>
                <a:lnTo>
                  <a:pt x="234301" y="85162"/>
                </a:lnTo>
                <a:lnTo>
                  <a:pt x="231332" y="88131"/>
                </a:lnTo>
                <a:close/>
                <a:moveTo>
                  <a:pt x="236636" y="82126"/>
                </a:moveTo>
                <a:lnTo>
                  <a:pt x="235302" y="80792"/>
                </a:lnTo>
                <a:lnTo>
                  <a:pt x="235302" y="78791"/>
                </a:lnTo>
                <a:lnTo>
                  <a:pt x="236736" y="77356"/>
                </a:lnTo>
                <a:lnTo>
                  <a:pt x="238604" y="77356"/>
                </a:lnTo>
                <a:lnTo>
                  <a:pt x="236636" y="79324"/>
                </a:lnTo>
                <a:close/>
                <a:moveTo>
                  <a:pt x="236736" y="76589"/>
                </a:moveTo>
                <a:lnTo>
                  <a:pt x="235302" y="75155"/>
                </a:lnTo>
                <a:lnTo>
                  <a:pt x="235302" y="73153"/>
                </a:lnTo>
                <a:lnTo>
                  <a:pt x="236636" y="71819"/>
                </a:lnTo>
                <a:lnTo>
                  <a:pt x="236636" y="74621"/>
                </a:lnTo>
                <a:lnTo>
                  <a:pt x="238604" y="76589"/>
                </a:lnTo>
                <a:close/>
                <a:moveTo>
                  <a:pt x="234768" y="72586"/>
                </a:moveTo>
                <a:lnTo>
                  <a:pt x="232733" y="72586"/>
                </a:lnTo>
                <a:lnTo>
                  <a:pt x="231332" y="71152"/>
                </a:lnTo>
                <a:lnTo>
                  <a:pt x="231332" y="69317"/>
                </a:lnTo>
                <a:lnTo>
                  <a:pt x="233300" y="71285"/>
                </a:lnTo>
                <a:lnTo>
                  <a:pt x="236069" y="71285"/>
                </a:lnTo>
                <a:close/>
                <a:moveTo>
                  <a:pt x="231332" y="54974"/>
                </a:moveTo>
                <a:lnTo>
                  <a:pt x="233601" y="52672"/>
                </a:lnTo>
                <a:lnTo>
                  <a:pt x="236870" y="52672"/>
                </a:lnTo>
                <a:lnTo>
                  <a:pt x="238538" y="54373"/>
                </a:lnTo>
                <a:lnTo>
                  <a:pt x="234301" y="54373"/>
                </a:lnTo>
                <a:lnTo>
                  <a:pt x="231332" y="57342"/>
                </a:lnTo>
                <a:close/>
                <a:moveTo>
                  <a:pt x="236636" y="51338"/>
                </a:moveTo>
                <a:lnTo>
                  <a:pt x="235302" y="50003"/>
                </a:lnTo>
                <a:lnTo>
                  <a:pt x="235302" y="48002"/>
                </a:lnTo>
                <a:lnTo>
                  <a:pt x="236736" y="46568"/>
                </a:lnTo>
                <a:lnTo>
                  <a:pt x="238604" y="46568"/>
                </a:lnTo>
                <a:lnTo>
                  <a:pt x="236636" y="48536"/>
                </a:lnTo>
                <a:close/>
                <a:moveTo>
                  <a:pt x="236736" y="45800"/>
                </a:moveTo>
                <a:lnTo>
                  <a:pt x="235302" y="44366"/>
                </a:lnTo>
                <a:lnTo>
                  <a:pt x="235302" y="42365"/>
                </a:lnTo>
                <a:lnTo>
                  <a:pt x="236636" y="41030"/>
                </a:lnTo>
                <a:lnTo>
                  <a:pt x="236636" y="43832"/>
                </a:lnTo>
                <a:lnTo>
                  <a:pt x="238604" y="45800"/>
                </a:lnTo>
                <a:lnTo>
                  <a:pt x="236736" y="45800"/>
                </a:lnTo>
                <a:close/>
                <a:moveTo>
                  <a:pt x="234768" y="41797"/>
                </a:moveTo>
                <a:lnTo>
                  <a:pt x="232733" y="41797"/>
                </a:lnTo>
                <a:lnTo>
                  <a:pt x="231332" y="40363"/>
                </a:lnTo>
                <a:lnTo>
                  <a:pt x="231332" y="38495"/>
                </a:lnTo>
                <a:lnTo>
                  <a:pt x="233300" y="40463"/>
                </a:lnTo>
                <a:lnTo>
                  <a:pt x="236069" y="40463"/>
                </a:lnTo>
                <a:close/>
                <a:moveTo>
                  <a:pt x="231332" y="24185"/>
                </a:moveTo>
                <a:lnTo>
                  <a:pt x="233601" y="21883"/>
                </a:lnTo>
                <a:lnTo>
                  <a:pt x="236870" y="21883"/>
                </a:lnTo>
                <a:lnTo>
                  <a:pt x="238538" y="23551"/>
                </a:lnTo>
                <a:lnTo>
                  <a:pt x="234301" y="23551"/>
                </a:lnTo>
                <a:lnTo>
                  <a:pt x="231332" y="26553"/>
                </a:lnTo>
                <a:close/>
                <a:moveTo>
                  <a:pt x="236636" y="20549"/>
                </a:moveTo>
                <a:lnTo>
                  <a:pt x="235302" y="19215"/>
                </a:lnTo>
                <a:lnTo>
                  <a:pt x="235302" y="17213"/>
                </a:lnTo>
                <a:lnTo>
                  <a:pt x="236736" y="15779"/>
                </a:lnTo>
                <a:lnTo>
                  <a:pt x="238604" y="15779"/>
                </a:lnTo>
                <a:lnTo>
                  <a:pt x="236636" y="17747"/>
                </a:lnTo>
                <a:close/>
                <a:moveTo>
                  <a:pt x="236736" y="15012"/>
                </a:moveTo>
                <a:lnTo>
                  <a:pt x="235302" y="13577"/>
                </a:lnTo>
                <a:lnTo>
                  <a:pt x="235302" y="11576"/>
                </a:lnTo>
                <a:lnTo>
                  <a:pt x="236636" y="10242"/>
                </a:lnTo>
                <a:lnTo>
                  <a:pt x="236636" y="13010"/>
                </a:lnTo>
                <a:lnTo>
                  <a:pt x="238604" y="14978"/>
                </a:lnTo>
                <a:lnTo>
                  <a:pt x="236736" y="14978"/>
                </a:lnTo>
                <a:close/>
                <a:moveTo>
                  <a:pt x="234768" y="11009"/>
                </a:moveTo>
                <a:lnTo>
                  <a:pt x="232733" y="11009"/>
                </a:lnTo>
                <a:lnTo>
                  <a:pt x="231332" y="9574"/>
                </a:lnTo>
                <a:lnTo>
                  <a:pt x="231332" y="7706"/>
                </a:lnTo>
                <a:lnTo>
                  <a:pt x="233300" y="9675"/>
                </a:lnTo>
                <a:lnTo>
                  <a:pt x="236069" y="9675"/>
                </a:lnTo>
                <a:close/>
                <a:moveTo>
                  <a:pt x="230532" y="6606"/>
                </a:moveTo>
                <a:lnTo>
                  <a:pt x="228230" y="8874"/>
                </a:lnTo>
                <a:lnTo>
                  <a:pt x="224995" y="8874"/>
                </a:lnTo>
                <a:lnTo>
                  <a:pt x="223327" y="7206"/>
                </a:lnTo>
                <a:lnTo>
                  <a:pt x="227396" y="7206"/>
                </a:lnTo>
                <a:lnTo>
                  <a:pt x="227663" y="7106"/>
                </a:lnTo>
                <a:lnTo>
                  <a:pt x="230532" y="4237"/>
                </a:lnTo>
                <a:close/>
                <a:moveTo>
                  <a:pt x="224427" y="9441"/>
                </a:moveTo>
                <a:lnTo>
                  <a:pt x="224427" y="12710"/>
                </a:lnTo>
                <a:lnTo>
                  <a:pt x="222126" y="15012"/>
                </a:lnTo>
                <a:lnTo>
                  <a:pt x="219757" y="15012"/>
                </a:lnTo>
                <a:lnTo>
                  <a:pt x="222760" y="12010"/>
                </a:lnTo>
                <a:lnTo>
                  <a:pt x="222760" y="7773"/>
                </a:lnTo>
                <a:close/>
                <a:moveTo>
                  <a:pt x="211285" y="15012"/>
                </a:moveTo>
                <a:lnTo>
                  <a:pt x="208916" y="15012"/>
                </a:lnTo>
                <a:lnTo>
                  <a:pt x="206648" y="12710"/>
                </a:lnTo>
                <a:lnTo>
                  <a:pt x="206648" y="9441"/>
                </a:lnTo>
                <a:lnTo>
                  <a:pt x="208316" y="7773"/>
                </a:lnTo>
                <a:lnTo>
                  <a:pt x="208316" y="12010"/>
                </a:lnTo>
                <a:close/>
                <a:moveTo>
                  <a:pt x="206081" y="8907"/>
                </a:moveTo>
                <a:lnTo>
                  <a:pt x="202812" y="8907"/>
                </a:lnTo>
                <a:lnTo>
                  <a:pt x="200544" y="6606"/>
                </a:lnTo>
                <a:lnTo>
                  <a:pt x="200544" y="4237"/>
                </a:lnTo>
                <a:lnTo>
                  <a:pt x="203412" y="7106"/>
                </a:lnTo>
                <a:lnTo>
                  <a:pt x="203679" y="7206"/>
                </a:lnTo>
                <a:lnTo>
                  <a:pt x="207749" y="7206"/>
                </a:lnTo>
                <a:close/>
                <a:moveTo>
                  <a:pt x="199743" y="6606"/>
                </a:moveTo>
                <a:lnTo>
                  <a:pt x="197441" y="8874"/>
                </a:lnTo>
                <a:lnTo>
                  <a:pt x="194206" y="8874"/>
                </a:lnTo>
                <a:lnTo>
                  <a:pt x="192538" y="7206"/>
                </a:lnTo>
                <a:lnTo>
                  <a:pt x="196741" y="7206"/>
                </a:lnTo>
                <a:lnTo>
                  <a:pt x="199743" y="4237"/>
                </a:lnTo>
                <a:close/>
                <a:moveTo>
                  <a:pt x="193639" y="9441"/>
                </a:moveTo>
                <a:lnTo>
                  <a:pt x="193639" y="12710"/>
                </a:lnTo>
                <a:lnTo>
                  <a:pt x="191337" y="15012"/>
                </a:lnTo>
                <a:lnTo>
                  <a:pt x="188969" y="15012"/>
                </a:lnTo>
                <a:lnTo>
                  <a:pt x="191971" y="12010"/>
                </a:lnTo>
                <a:lnTo>
                  <a:pt x="191971" y="7773"/>
                </a:lnTo>
                <a:close/>
                <a:moveTo>
                  <a:pt x="180496" y="15012"/>
                </a:moveTo>
                <a:lnTo>
                  <a:pt x="178128" y="15012"/>
                </a:lnTo>
                <a:lnTo>
                  <a:pt x="175826" y="12710"/>
                </a:lnTo>
                <a:lnTo>
                  <a:pt x="175826" y="9441"/>
                </a:lnTo>
                <a:lnTo>
                  <a:pt x="177527" y="7773"/>
                </a:lnTo>
                <a:lnTo>
                  <a:pt x="177527" y="12010"/>
                </a:lnTo>
                <a:close/>
                <a:moveTo>
                  <a:pt x="175292" y="8907"/>
                </a:moveTo>
                <a:lnTo>
                  <a:pt x="172023" y="8907"/>
                </a:lnTo>
                <a:lnTo>
                  <a:pt x="169755" y="6606"/>
                </a:lnTo>
                <a:lnTo>
                  <a:pt x="169755" y="4237"/>
                </a:lnTo>
                <a:lnTo>
                  <a:pt x="172724" y="7206"/>
                </a:lnTo>
                <a:lnTo>
                  <a:pt x="176960" y="7206"/>
                </a:lnTo>
                <a:close/>
                <a:moveTo>
                  <a:pt x="168954" y="6606"/>
                </a:moveTo>
                <a:lnTo>
                  <a:pt x="166653" y="8874"/>
                </a:lnTo>
                <a:lnTo>
                  <a:pt x="163417" y="8874"/>
                </a:lnTo>
                <a:lnTo>
                  <a:pt x="161716" y="7206"/>
                </a:lnTo>
                <a:lnTo>
                  <a:pt x="165786" y="7206"/>
                </a:lnTo>
                <a:lnTo>
                  <a:pt x="166086" y="7106"/>
                </a:lnTo>
                <a:lnTo>
                  <a:pt x="168954" y="4237"/>
                </a:lnTo>
                <a:close/>
                <a:moveTo>
                  <a:pt x="162850" y="9441"/>
                </a:moveTo>
                <a:lnTo>
                  <a:pt x="162850" y="12710"/>
                </a:lnTo>
                <a:lnTo>
                  <a:pt x="160548" y="15012"/>
                </a:lnTo>
                <a:lnTo>
                  <a:pt x="158180" y="15012"/>
                </a:lnTo>
                <a:lnTo>
                  <a:pt x="161182" y="12010"/>
                </a:lnTo>
                <a:lnTo>
                  <a:pt x="161182" y="7773"/>
                </a:lnTo>
                <a:close/>
                <a:moveTo>
                  <a:pt x="149707" y="15012"/>
                </a:moveTo>
                <a:lnTo>
                  <a:pt x="147339" y="15012"/>
                </a:lnTo>
                <a:lnTo>
                  <a:pt x="145037" y="12710"/>
                </a:lnTo>
                <a:lnTo>
                  <a:pt x="145037" y="9441"/>
                </a:lnTo>
                <a:lnTo>
                  <a:pt x="146739" y="7773"/>
                </a:lnTo>
                <a:lnTo>
                  <a:pt x="146739" y="12010"/>
                </a:lnTo>
                <a:close/>
                <a:moveTo>
                  <a:pt x="144504" y="8907"/>
                </a:moveTo>
                <a:lnTo>
                  <a:pt x="141235" y="8907"/>
                </a:lnTo>
                <a:lnTo>
                  <a:pt x="138933" y="6606"/>
                </a:lnTo>
                <a:lnTo>
                  <a:pt x="138933" y="4237"/>
                </a:lnTo>
                <a:lnTo>
                  <a:pt x="141835" y="7106"/>
                </a:lnTo>
                <a:lnTo>
                  <a:pt x="142102" y="7206"/>
                </a:lnTo>
                <a:lnTo>
                  <a:pt x="146172" y="7206"/>
                </a:lnTo>
                <a:close/>
                <a:moveTo>
                  <a:pt x="138166" y="6606"/>
                </a:moveTo>
                <a:lnTo>
                  <a:pt x="135864" y="8874"/>
                </a:lnTo>
                <a:lnTo>
                  <a:pt x="132629" y="8874"/>
                </a:lnTo>
                <a:lnTo>
                  <a:pt x="130927" y="7206"/>
                </a:lnTo>
                <a:lnTo>
                  <a:pt x="135164" y="7206"/>
                </a:lnTo>
                <a:lnTo>
                  <a:pt x="138166" y="4237"/>
                </a:lnTo>
                <a:close/>
                <a:moveTo>
                  <a:pt x="132061" y="9441"/>
                </a:moveTo>
                <a:lnTo>
                  <a:pt x="132061" y="12710"/>
                </a:lnTo>
                <a:lnTo>
                  <a:pt x="129760" y="15012"/>
                </a:lnTo>
                <a:lnTo>
                  <a:pt x="127391" y="15012"/>
                </a:lnTo>
                <a:lnTo>
                  <a:pt x="130394" y="12010"/>
                </a:lnTo>
                <a:lnTo>
                  <a:pt x="130394" y="7773"/>
                </a:lnTo>
                <a:close/>
                <a:moveTo>
                  <a:pt x="118919" y="15012"/>
                </a:moveTo>
                <a:lnTo>
                  <a:pt x="116550" y="15012"/>
                </a:lnTo>
                <a:lnTo>
                  <a:pt x="114249" y="12710"/>
                </a:lnTo>
                <a:lnTo>
                  <a:pt x="114249" y="9441"/>
                </a:lnTo>
                <a:lnTo>
                  <a:pt x="115950" y="7773"/>
                </a:lnTo>
                <a:lnTo>
                  <a:pt x="115950" y="12010"/>
                </a:lnTo>
                <a:close/>
                <a:moveTo>
                  <a:pt x="113682" y="8907"/>
                </a:moveTo>
                <a:lnTo>
                  <a:pt x="110446" y="8907"/>
                </a:lnTo>
                <a:lnTo>
                  <a:pt x="108144" y="6606"/>
                </a:lnTo>
                <a:lnTo>
                  <a:pt x="108144" y="4237"/>
                </a:lnTo>
                <a:lnTo>
                  <a:pt x="111147" y="7206"/>
                </a:lnTo>
                <a:lnTo>
                  <a:pt x="115383" y="7206"/>
                </a:lnTo>
                <a:close/>
                <a:moveTo>
                  <a:pt x="107377" y="6606"/>
                </a:moveTo>
                <a:lnTo>
                  <a:pt x="105076" y="8874"/>
                </a:lnTo>
                <a:lnTo>
                  <a:pt x="101840" y="8874"/>
                </a:lnTo>
                <a:lnTo>
                  <a:pt x="100139" y="7206"/>
                </a:lnTo>
                <a:lnTo>
                  <a:pt x="104208" y="7206"/>
                </a:lnTo>
                <a:lnTo>
                  <a:pt x="104475" y="7106"/>
                </a:lnTo>
                <a:lnTo>
                  <a:pt x="107377" y="4237"/>
                </a:lnTo>
                <a:lnTo>
                  <a:pt x="107377" y="6606"/>
                </a:lnTo>
                <a:close/>
                <a:moveTo>
                  <a:pt x="101273" y="9441"/>
                </a:moveTo>
                <a:lnTo>
                  <a:pt x="101273" y="12710"/>
                </a:lnTo>
                <a:lnTo>
                  <a:pt x="98971" y="15012"/>
                </a:lnTo>
                <a:lnTo>
                  <a:pt x="96603" y="15012"/>
                </a:lnTo>
                <a:lnTo>
                  <a:pt x="99605" y="12010"/>
                </a:lnTo>
                <a:lnTo>
                  <a:pt x="99605" y="7773"/>
                </a:lnTo>
                <a:close/>
                <a:moveTo>
                  <a:pt x="88130" y="15012"/>
                </a:moveTo>
                <a:lnTo>
                  <a:pt x="85762" y="15012"/>
                </a:lnTo>
                <a:lnTo>
                  <a:pt x="83460" y="12710"/>
                </a:lnTo>
                <a:lnTo>
                  <a:pt x="83460" y="9441"/>
                </a:lnTo>
                <a:lnTo>
                  <a:pt x="85128" y="7773"/>
                </a:lnTo>
                <a:lnTo>
                  <a:pt x="85128" y="12010"/>
                </a:lnTo>
                <a:close/>
                <a:moveTo>
                  <a:pt x="82893" y="8907"/>
                </a:moveTo>
                <a:lnTo>
                  <a:pt x="79657" y="8907"/>
                </a:lnTo>
                <a:lnTo>
                  <a:pt x="77356" y="6606"/>
                </a:lnTo>
                <a:lnTo>
                  <a:pt x="77356" y="4237"/>
                </a:lnTo>
                <a:lnTo>
                  <a:pt x="80224" y="7106"/>
                </a:lnTo>
                <a:lnTo>
                  <a:pt x="80525" y="7206"/>
                </a:lnTo>
                <a:lnTo>
                  <a:pt x="84594" y="7206"/>
                </a:lnTo>
                <a:close/>
                <a:moveTo>
                  <a:pt x="76589" y="6606"/>
                </a:moveTo>
                <a:lnTo>
                  <a:pt x="74287" y="8874"/>
                </a:lnTo>
                <a:lnTo>
                  <a:pt x="71018" y="8874"/>
                </a:lnTo>
                <a:lnTo>
                  <a:pt x="69350" y="7206"/>
                </a:lnTo>
                <a:lnTo>
                  <a:pt x="73586" y="7206"/>
                </a:lnTo>
                <a:lnTo>
                  <a:pt x="76589" y="4237"/>
                </a:lnTo>
                <a:close/>
                <a:moveTo>
                  <a:pt x="70484" y="9441"/>
                </a:moveTo>
                <a:lnTo>
                  <a:pt x="70484" y="12710"/>
                </a:lnTo>
                <a:lnTo>
                  <a:pt x="68183" y="15012"/>
                </a:lnTo>
                <a:lnTo>
                  <a:pt x="65814" y="15012"/>
                </a:lnTo>
                <a:lnTo>
                  <a:pt x="68816" y="12010"/>
                </a:lnTo>
                <a:lnTo>
                  <a:pt x="68816" y="7773"/>
                </a:lnTo>
                <a:close/>
                <a:moveTo>
                  <a:pt x="57341" y="15012"/>
                </a:moveTo>
                <a:lnTo>
                  <a:pt x="54973" y="15012"/>
                </a:lnTo>
                <a:lnTo>
                  <a:pt x="52671" y="12710"/>
                </a:lnTo>
                <a:lnTo>
                  <a:pt x="52671" y="9441"/>
                </a:lnTo>
                <a:lnTo>
                  <a:pt x="54339" y="7773"/>
                </a:lnTo>
                <a:lnTo>
                  <a:pt x="54339" y="12010"/>
                </a:lnTo>
                <a:close/>
                <a:moveTo>
                  <a:pt x="52104" y="8907"/>
                </a:moveTo>
                <a:lnTo>
                  <a:pt x="48869" y="8907"/>
                </a:lnTo>
                <a:lnTo>
                  <a:pt x="46567" y="6606"/>
                </a:lnTo>
                <a:lnTo>
                  <a:pt x="46567" y="4237"/>
                </a:lnTo>
                <a:lnTo>
                  <a:pt x="49569" y="7206"/>
                </a:lnTo>
                <a:lnTo>
                  <a:pt x="53806" y="7206"/>
                </a:lnTo>
                <a:close/>
                <a:moveTo>
                  <a:pt x="45767" y="6606"/>
                </a:moveTo>
                <a:lnTo>
                  <a:pt x="43498" y="8874"/>
                </a:lnTo>
                <a:lnTo>
                  <a:pt x="40229" y="8874"/>
                </a:lnTo>
                <a:lnTo>
                  <a:pt x="38561" y="7206"/>
                </a:lnTo>
                <a:lnTo>
                  <a:pt x="42631" y="7206"/>
                </a:lnTo>
                <a:lnTo>
                  <a:pt x="42898" y="7106"/>
                </a:lnTo>
                <a:lnTo>
                  <a:pt x="45767" y="4237"/>
                </a:lnTo>
                <a:close/>
                <a:moveTo>
                  <a:pt x="39696" y="9441"/>
                </a:moveTo>
                <a:lnTo>
                  <a:pt x="39696" y="12710"/>
                </a:lnTo>
                <a:lnTo>
                  <a:pt x="37394" y="15012"/>
                </a:lnTo>
                <a:lnTo>
                  <a:pt x="35026" y="15012"/>
                </a:lnTo>
                <a:lnTo>
                  <a:pt x="37994" y="12010"/>
                </a:lnTo>
                <a:lnTo>
                  <a:pt x="37994" y="7773"/>
                </a:lnTo>
                <a:close/>
                <a:moveTo>
                  <a:pt x="26553" y="15012"/>
                </a:moveTo>
                <a:lnTo>
                  <a:pt x="24184" y="15012"/>
                </a:lnTo>
                <a:lnTo>
                  <a:pt x="21883" y="12710"/>
                </a:lnTo>
                <a:lnTo>
                  <a:pt x="21883" y="9441"/>
                </a:lnTo>
                <a:lnTo>
                  <a:pt x="23551" y="7773"/>
                </a:lnTo>
                <a:lnTo>
                  <a:pt x="23551" y="12010"/>
                </a:lnTo>
                <a:close/>
                <a:moveTo>
                  <a:pt x="21316" y="8907"/>
                </a:moveTo>
                <a:lnTo>
                  <a:pt x="18080" y="8907"/>
                </a:lnTo>
                <a:lnTo>
                  <a:pt x="15778" y="6606"/>
                </a:lnTo>
                <a:lnTo>
                  <a:pt x="15778" y="4237"/>
                </a:lnTo>
                <a:lnTo>
                  <a:pt x="18647" y="7106"/>
                </a:lnTo>
                <a:lnTo>
                  <a:pt x="18914" y="7206"/>
                </a:lnTo>
                <a:lnTo>
                  <a:pt x="22984" y="7206"/>
                </a:lnTo>
                <a:close/>
                <a:moveTo>
                  <a:pt x="14978" y="6606"/>
                </a:moveTo>
                <a:lnTo>
                  <a:pt x="12710" y="8874"/>
                </a:lnTo>
                <a:lnTo>
                  <a:pt x="9441" y="8874"/>
                </a:lnTo>
                <a:lnTo>
                  <a:pt x="7773" y="7206"/>
                </a:lnTo>
                <a:lnTo>
                  <a:pt x="12009" y="7206"/>
                </a:lnTo>
                <a:lnTo>
                  <a:pt x="14978" y="4237"/>
                </a:lnTo>
                <a:lnTo>
                  <a:pt x="14978" y="6606"/>
                </a:lnTo>
                <a:close/>
                <a:moveTo>
                  <a:pt x="9441" y="21883"/>
                </a:moveTo>
                <a:lnTo>
                  <a:pt x="12710" y="21883"/>
                </a:lnTo>
                <a:lnTo>
                  <a:pt x="14978" y="24185"/>
                </a:lnTo>
                <a:lnTo>
                  <a:pt x="14978" y="26553"/>
                </a:lnTo>
                <a:lnTo>
                  <a:pt x="12009" y="23551"/>
                </a:lnTo>
                <a:lnTo>
                  <a:pt x="7773" y="23551"/>
                </a:lnTo>
                <a:close/>
                <a:moveTo>
                  <a:pt x="14978" y="33892"/>
                </a:moveTo>
                <a:lnTo>
                  <a:pt x="11675" y="37228"/>
                </a:lnTo>
                <a:lnTo>
                  <a:pt x="6972" y="37228"/>
                </a:lnTo>
                <a:lnTo>
                  <a:pt x="5438" y="35693"/>
                </a:lnTo>
                <a:lnTo>
                  <a:pt x="11042" y="35693"/>
                </a:lnTo>
                <a:lnTo>
                  <a:pt x="14978" y="31757"/>
                </a:lnTo>
                <a:lnTo>
                  <a:pt x="14978" y="33892"/>
                </a:lnTo>
                <a:close/>
                <a:moveTo>
                  <a:pt x="7206" y="42631"/>
                </a:moveTo>
                <a:lnTo>
                  <a:pt x="7206" y="38562"/>
                </a:lnTo>
                <a:lnTo>
                  <a:pt x="8873" y="40230"/>
                </a:lnTo>
                <a:lnTo>
                  <a:pt x="8873" y="43499"/>
                </a:lnTo>
                <a:lnTo>
                  <a:pt x="6605" y="45800"/>
                </a:lnTo>
                <a:lnTo>
                  <a:pt x="4237" y="45800"/>
                </a:lnTo>
                <a:lnTo>
                  <a:pt x="7106" y="42932"/>
                </a:lnTo>
                <a:close/>
                <a:moveTo>
                  <a:pt x="6605" y="46568"/>
                </a:moveTo>
                <a:lnTo>
                  <a:pt x="8873" y="48869"/>
                </a:lnTo>
                <a:lnTo>
                  <a:pt x="8873" y="52105"/>
                </a:lnTo>
                <a:lnTo>
                  <a:pt x="7206" y="53806"/>
                </a:lnTo>
                <a:lnTo>
                  <a:pt x="7206" y="49570"/>
                </a:lnTo>
                <a:lnTo>
                  <a:pt x="4203" y="46568"/>
                </a:lnTo>
                <a:close/>
                <a:moveTo>
                  <a:pt x="9441" y="52672"/>
                </a:moveTo>
                <a:lnTo>
                  <a:pt x="12710" y="52672"/>
                </a:lnTo>
                <a:lnTo>
                  <a:pt x="14978" y="54974"/>
                </a:lnTo>
                <a:lnTo>
                  <a:pt x="14978" y="57342"/>
                </a:lnTo>
                <a:lnTo>
                  <a:pt x="12009" y="54340"/>
                </a:lnTo>
                <a:lnTo>
                  <a:pt x="7773" y="54340"/>
                </a:lnTo>
                <a:close/>
                <a:moveTo>
                  <a:pt x="14978" y="64714"/>
                </a:moveTo>
                <a:lnTo>
                  <a:pt x="11675" y="68016"/>
                </a:lnTo>
                <a:lnTo>
                  <a:pt x="6972" y="68016"/>
                </a:lnTo>
                <a:lnTo>
                  <a:pt x="5438" y="66482"/>
                </a:lnTo>
                <a:lnTo>
                  <a:pt x="11042" y="66482"/>
                </a:lnTo>
                <a:lnTo>
                  <a:pt x="14978" y="62546"/>
                </a:lnTo>
                <a:lnTo>
                  <a:pt x="14978" y="64714"/>
                </a:lnTo>
                <a:close/>
                <a:moveTo>
                  <a:pt x="7206" y="69351"/>
                </a:moveTo>
                <a:lnTo>
                  <a:pt x="8873" y="71052"/>
                </a:lnTo>
                <a:lnTo>
                  <a:pt x="8873" y="74287"/>
                </a:lnTo>
                <a:lnTo>
                  <a:pt x="6605" y="76589"/>
                </a:lnTo>
                <a:lnTo>
                  <a:pt x="4237" y="76589"/>
                </a:lnTo>
                <a:lnTo>
                  <a:pt x="7206" y="73587"/>
                </a:lnTo>
                <a:lnTo>
                  <a:pt x="7206" y="69351"/>
                </a:lnTo>
                <a:close/>
                <a:moveTo>
                  <a:pt x="9441" y="83461"/>
                </a:moveTo>
                <a:lnTo>
                  <a:pt x="12710" y="83461"/>
                </a:lnTo>
                <a:lnTo>
                  <a:pt x="14978" y="85762"/>
                </a:lnTo>
                <a:lnTo>
                  <a:pt x="14978" y="88131"/>
                </a:lnTo>
                <a:lnTo>
                  <a:pt x="12009" y="85129"/>
                </a:lnTo>
                <a:lnTo>
                  <a:pt x="7773" y="85129"/>
                </a:lnTo>
                <a:close/>
                <a:moveTo>
                  <a:pt x="14978" y="95503"/>
                </a:moveTo>
                <a:lnTo>
                  <a:pt x="11675" y="98805"/>
                </a:lnTo>
                <a:lnTo>
                  <a:pt x="6972" y="98805"/>
                </a:lnTo>
                <a:lnTo>
                  <a:pt x="5438" y="97271"/>
                </a:lnTo>
                <a:lnTo>
                  <a:pt x="11042" y="97271"/>
                </a:lnTo>
                <a:lnTo>
                  <a:pt x="14978" y="93334"/>
                </a:lnTo>
                <a:lnTo>
                  <a:pt x="14978" y="95503"/>
                </a:lnTo>
                <a:close/>
                <a:moveTo>
                  <a:pt x="7206" y="104209"/>
                </a:moveTo>
                <a:lnTo>
                  <a:pt x="7206" y="100139"/>
                </a:lnTo>
                <a:lnTo>
                  <a:pt x="8873" y="101840"/>
                </a:lnTo>
                <a:lnTo>
                  <a:pt x="8873" y="105076"/>
                </a:lnTo>
                <a:lnTo>
                  <a:pt x="6605" y="107378"/>
                </a:lnTo>
                <a:lnTo>
                  <a:pt x="4237" y="107378"/>
                </a:lnTo>
                <a:lnTo>
                  <a:pt x="7106" y="104509"/>
                </a:lnTo>
                <a:close/>
                <a:moveTo>
                  <a:pt x="6605" y="108178"/>
                </a:moveTo>
                <a:lnTo>
                  <a:pt x="8873" y="110447"/>
                </a:lnTo>
                <a:lnTo>
                  <a:pt x="8873" y="113716"/>
                </a:lnTo>
                <a:lnTo>
                  <a:pt x="7206" y="115384"/>
                </a:lnTo>
                <a:lnTo>
                  <a:pt x="7206" y="111147"/>
                </a:lnTo>
                <a:lnTo>
                  <a:pt x="4203" y="108145"/>
                </a:lnTo>
                <a:lnTo>
                  <a:pt x="6605" y="108145"/>
                </a:lnTo>
                <a:close/>
                <a:moveTo>
                  <a:pt x="9441" y="114249"/>
                </a:moveTo>
                <a:lnTo>
                  <a:pt x="12710" y="114249"/>
                </a:lnTo>
                <a:lnTo>
                  <a:pt x="14978" y="116551"/>
                </a:lnTo>
                <a:lnTo>
                  <a:pt x="14978" y="118919"/>
                </a:lnTo>
                <a:lnTo>
                  <a:pt x="12009" y="115951"/>
                </a:lnTo>
                <a:lnTo>
                  <a:pt x="7773" y="115951"/>
                </a:lnTo>
                <a:close/>
                <a:moveTo>
                  <a:pt x="15778" y="116551"/>
                </a:moveTo>
                <a:lnTo>
                  <a:pt x="18080" y="114249"/>
                </a:lnTo>
                <a:lnTo>
                  <a:pt x="21316" y="114249"/>
                </a:lnTo>
                <a:lnTo>
                  <a:pt x="22984" y="115951"/>
                </a:lnTo>
                <a:lnTo>
                  <a:pt x="18947" y="115951"/>
                </a:lnTo>
                <a:lnTo>
                  <a:pt x="18647" y="116051"/>
                </a:lnTo>
                <a:lnTo>
                  <a:pt x="15778" y="118919"/>
                </a:lnTo>
                <a:close/>
                <a:moveTo>
                  <a:pt x="21883" y="113716"/>
                </a:moveTo>
                <a:lnTo>
                  <a:pt x="21883" y="110447"/>
                </a:lnTo>
                <a:lnTo>
                  <a:pt x="24184" y="108178"/>
                </a:lnTo>
                <a:lnTo>
                  <a:pt x="26553" y="108178"/>
                </a:lnTo>
                <a:lnTo>
                  <a:pt x="23551" y="111147"/>
                </a:lnTo>
                <a:lnTo>
                  <a:pt x="23551" y="115384"/>
                </a:lnTo>
                <a:close/>
                <a:moveTo>
                  <a:pt x="35026" y="108178"/>
                </a:moveTo>
                <a:lnTo>
                  <a:pt x="37394" y="108178"/>
                </a:lnTo>
                <a:lnTo>
                  <a:pt x="39696" y="110447"/>
                </a:lnTo>
                <a:lnTo>
                  <a:pt x="39696" y="113716"/>
                </a:lnTo>
                <a:lnTo>
                  <a:pt x="37994" y="115384"/>
                </a:lnTo>
                <a:lnTo>
                  <a:pt x="37994" y="111147"/>
                </a:lnTo>
                <a:close/>
                <a:moveTo>
                  <a:pt x="40229" y="114249"/>
                </a:moveTo>
                <a:lnTo>
                  <a:pt x="43498" y="114249"/>
                </a:lnTo>
                <a:lnTo>
                  <a:pt x="45767" y="116551"/>
                </a:lnTo>
                <a:lnTo>
                  <a:pt x="45767" y="118919"/>
                </a:lnTo>
                <a:lnTo>
                  <a:pt x="42898" y="116051"/>
                </a:lnTo>
                <a:lnTo>
                  <a:pt x="42631" y="115951"/>
                </a:lnTo>
                <a:lnTo>
                  <a:pt x="38561" y="115951"/>
                </a:lnTo>
                <a:close/>
                <a:moveTo>
                  <a:pt x="46567" y="116551"/>
                </a:moveTo>
                <a:lnTo>
                  <a:pt x="48869" y="114249"/>
                </a:lnTo>
                <a:lnTo>
                  <a:pt x="52104" y="114249"/>
                </a:lnTo>
                <a:lnTo>
                  <a:pt x="53806" y="115951"/>
                </a:lnTo>
                <a:lnTo>
                  <a:pt x="49569" y="115951"/>
                </a:lnTo>
                <a:lnTo>
                  <a:pt x="46567" y="118919"/>
                </a:lnTo>
                <a:close/>
                <a:moveTo>
                  <a:pt x="52671" y="113716"/>
                </a:moveTo>
                <a:lnTo>
                  <a:pt x="52671" y="110447"/>
                </a:lnTo>
                <a:lnTo>
                  <a:pt x="54973" y="108178"/>
                </a:lnTo>
                <a:lnTo>
                  <a:pt x="57341" y="108178"/>
                </a:lnTo>
                <a:lnTo>
                  <a:pt x="54339" y="111147"/>
                </a:lnTo>
                <a:lnTo>
                  <a:pt x="54339" y="115384"/>
                </a:lnTo>
                <a:close/>
                <a:moveTo>
                  <a:pt x="65814" y="108178"/>
                </a:moveTo>
                <a:lnTo>
                  <a:pt x="68183" y="108178"/>
                </a:lnTo>
                <a:lnTo>
                  <a:pt x="70484" y="110447"/>
                </a:lnTo>
                <a:lnTo>
                  <a:pt x="70484" y="113716"/>
                </a:lnTo>
                <a:lnTo>
                  <a:pt x="68783" y="115384"/>
                </a:lnTo>
                <a:lnTo>
                  <a:pt x="68783" y="111147"/>
                </a:lnTo>
                <a:close/>
                <a:moveTo>
                  <a:pt x="71018" y="114249"/>
                </a:moveTo>
                <a:lnTo>
                  <a:pt x="74287" y="114249"/>
                </a:lnTo>
                <a:lnTo>
                  <a:pt x="76555" y="116551"/>
                </a:lnTo>
                <a:lnTo>
                  <a:pt x="76555" y="118919"/>
                </a:lnTo>
                <a:lnTo>
                  <a:pt x="73586" y="115951"/>
                </a:lnTo>
                <a:lnTo>
                  <a:pt x="69350" y="115951"/>
                </a:lnTo>
                <a:close/>
                <a:moveTo>
                  <a:pt x="77356" y="116551"/>
                </a:moveTo>
                <a:lnTo>
                  <a:pt x="79657" y="114249"/>
                </a:lnTo>
                <a:lnTo>
                  <a:pt x="82893" y="114249"/>
                </a:lnTo>
                <a:lnTo>
                  <a:pt x="84594" y="115951"/>
                </a:lnTo>
                <a:lnTo>
                  <a:pt x="80525" y="115951"/>
                </a:lnTo>
                <a:lnTo>
                  <a:pt x="80224" y="116051"/>
                </a:lnTo>
                <a:lnTo>
                  <a:pt x="77356" y="118919"/>
                </a:lnTo>
                <a:lnTo>
                  <a:pt x="77356" y="116551"/>
                </a:lnTo>
                <a:close/>
                <a:moveTo>
                  <a:pt x="83460" y="113716"/>
                </a:moveTo>
                <a:lnTo>
                  <a:pt x="83460" y="110447"/>
                </a:lnTo>
                <a:lnTo>
                  <a:pt x="85762" y="108178"/>
                </a:lnTo>
                <a:lnTo>
                  <a:pt x="88130" y="108178"/>
                </a:lnTo>
                <a:lnTo>
                  <a:pt x="85128" y="111147"/>
                </a:lnTo>
                <a:lnTo>
                  <a:pt x="85128" y="115384"/>
                </a:lnTo>
                <a:close/>
                <a:moveTo>
                  <a:pt x="96603" y="108178"/>
                </a:moveTo>
                <a:lnTo>
                  <a:pt x="98971" y="108178"/>
                </a:lnTo>
                <a:lnTo>
                  <a:pt x="101273" y="110447"/>
                </a:lnTo>
                <a:lnTo>
                  <a:pt x="101273" y="113716"/>
                </a:lnTo>
                <a:lnTo>
                  <a:pt x="99605" y="115384"/>
                </a:lnTo>
                <a:lnTo>
                  <a:pt x="99605" y="111147"/>
                </a:lnTo>
                <a:close/>
                <a:moveTo>
                  <a:pt x="101840" y="114249"/>
                </a:moveTo>
                <a:lnTo>
                  <a:pt x="105076" y="114249"/>
                </a:lnTo>
                <a:lnTo>
                  <a:pt x="107377" y="116551"/>
                </a:lnTo>
                <a:lnTo>
                  <a:pt x="107377" y="118919"/>
                </a:lnTo>
                <a:lnTo>
                  <a:pt x="104508" y="116051"/>
                </a:lnTo>
                <a:lnTo>
                  <a:pt x="104208" y="115951"/>
                </a:lnTo>
                <a:lnTo>
                  <a:pt x="100139" y="115951"/>
                </a:lnTo>
                <a:close/>
                <a:moveTo>
                  <a:pt x="108144" y="116551"/>
                </a:moveTo>
                <a:lnTo>
                  <a:pt x="110446" y="114249"/>
                </a:lnTo>
                <a:lnTo>
                  <a:pt x="113682" y="114249"/>
                </a:lnTo>
                <a:lnTo>
                  <a:pt x="115383" y="115951"/>
                </a:lnTo>
                <a:lnTo>
                  <a:pt x="111147" y="115951"/>
                </a:lnTo>
                <a:lnTo>
                  <a:pt x="108144" y="118919"/>
                </a:lnTo>
                <a:close/>
                <a:moveTo>
                  <a:pt x="114249" y="113716"/>
                </a:moveTo>
                <a:lnTo>
                  <a:pt x="114249" y="110447"/>
                </a:lnTo>
                <a:lnTo>
                  <a:pt x="116550" y="108178"/>
                </a:lnTo>
                <a:lnTo>
                  <a:pt x="118919" y="108178"/>
                </a:lnTo>
                <a:lnTo>
                  <a:pt x="115917" y="111147"/>
                </a:lnTo>
                <a:lnTo>
                  <a:pt x="115917" y="115384"/>
                </a:lnTo>
                <a:close/>
                <a:moveTo>
                  <a:pt x="127391" y="108178"/>
                </a:moveTo>
                <a:lnTo>
                  <a:pt x="129760" y="108178"/>
                </a:lnTo>
                <a:lnTo>
                  <a:pt x="132061" y="110447"/>
                </a:lnTo>
                <a:lnTo>
                  <a:pt x="132061" y="113716"/>
                </a:lnTo>
                <a:lnTo>
                  <a:pt x="130394" y="115384"/>
                </a:lnTo>
                <a:lnTo>
                  <a:pt x="130394" y="111147"/>
                </a:lnTo>
                <a:close/>
                <a:moveTo>
                  <a:pt x="132629" y="114249"/>
                </a:moveTo>
                <a:lnTo>
                  <a:pt x="135864" y="114249"/>
                </a:lnTo>
                <a:lnTo>
                  <a:pt x="138166" y="116551"/>
                </a:lnTo>
                <a:lnTo>
                  <a:pt x="138166" y="118919"/>
                </a:lnTo>
                <a:lnTo>
                  <a:pt x="135164" y="115951"/>
                </a:lnTo>
                <a:lnTo>
                  <a:pt x="130927" y="115951"/>
                </a:lnTo>
                <a:close/>
                <a:moveTo>
                  <a:pt x="138933" y="116551"/>
                </a:moveTo>
                <a:lnTo>
                  <a:pt x="141235" y="114249"/>
                </a:lnTo>
                <a:lnTo>
                  <a:pt x="144504" y="114249"/>
                </a:lnTo>
                <a:lnTo>
                  <a:pt x="146172" y="115951"/>
                </a:lnTo>
                <a:lnTo>
                  <a:pt x="142102" y="115951"/>
                </a:lnTo>
                <a:lnTo>
                  <a:pt x="141835" y="116051"/>
                </a:lnTo>
                <a:lnTo>
                  <a:pt x="138933" y="118919"/>
                </a:lnTo>
                <a:close/>
                <a:moveTo>
                  <a:pt x="145037" y="113716"/>
                </a:moveTo>
                <a:lnTo>
                  <a:pt x="145037" y="110447"/>
                </a:lnTo>
                <a:lnTo>
                  <a:pt x="147339" y="108178"/>
                </a:lnTo>
                <a:lnTo>
                  <a:pt x="149707" y="108178"/>
                </a:lnTo>
                <a:lnTo>
                  <a:pt x="146705" y="111147"/>
                </a:lnTo>
                <a:lnTo>
                  <a:pt x="146705" y="115384"/>
                </a:lnTo>
                <a:close/>
                <a:moveTo>
                  <a:pt x="158180" y="108178"/>
                </a:moveTo>
                <a:lnTo>
                  <a:pt x="160548" y="108178"/>
                </a:lnTo>
                <a:lnTo>
                  <a:pt x="162850" y="110447"/>
                </a:lnTo>
                <a:lnTo>
                  <a:pt x="162850" y="113716"/>
                </a:lnTo>
                <a:lnTo>
                  <a:pt x="161182" y="115384"/>
                </a:lnTo>
                <a:lnTo>
                  <a:pt x="161182" y="111147"/>
                </a:lnTo>
                <a:close/>
                <a:moveTo>
                  <a:pt x="163417" y="114249"/>
                </a:moveTo>
                <a:lnTo>
                  <a:pt x="166653" y="114249"/>
                </a:lnTo>
                <a:lnTo>
                  <a:pt x="168954" y="116551"/>
                </a:lnTo>
                <a:lnTo>
                  <a:pt x="168954" y="118919"/>
                </a:lnTo>
                <a:lnTo>
                  <a:pt x="166086" y="116051"/>
                </a:lnTo>
                <a:lnTo>
                  <a:pt x="165786" y="115951"/>
                </a:lnTo>
                <a:lnTo>
                  <a:pt x="161716" y="115951"/>
                </a:lnTo>
                <a:close/>
                <a:moveTo>
                  <a:pt x="169755" y="116551"/>
                </a:moveTo>
                <a:lnTo>
                  <a:pt x="172023" y="114249"/>
                </a:lnTo>
                <a:lnTo>
                  <a:pt x="175292" y="114249"/>
                </a:lnTo>
                <a:lnTo>
                  <a:pt x="176960" y="115951"/>
                </a:lnTo>
                <a:lnTo>
                  <a:pt x="172724" y="115951"/>
                </a:lnTo>
                <a:lnTo>
                  <a:pt x="169722" y="118919"/>
                </a:lnTo>
                <a:lnTo>
                  <a:pt x="169722" y="116551"/>
                </a:lnTo>
                <a:close/>
                <a:moveTo>
                  <a:pt x="175826" y="113716"/>
                </a:moveTo>
                <a:lnTo>
                  <a:pt x="175826" y="110447"/>
                </a:lnTo>
                <a:lnTo>
                  <a:pt x="178128" y="108178"/>
                </a:lnTo>
                <a:lnTo>
                  <a:pt x="180496" y="108178"/>
                </a:lnTo>
                <a:lnTo>
                  <a:pt x="177527" y="111147"/>
                </a:lnTo>
                <a:lnTo>
                  <a:pt x="177527" y="115384"/>
                </a:lnTo>
                <a:close/>
                <a:moveTo>
                  <a:pt x="188969" y="108178"/>
                </a:moveTo>
                <a:lnTo>
                  <a:pt x="191337" y="108178"/>
                </a:lnTo>
                <a:lnTo>
                  <a:pt x="193639" y="110447"/>
                </a:lnTo>
                <a:lnTo>
                  <a:pt x="193639" y="113716"/>
                </a:lnTo>
                <a:lnTo>
                  <a:pt x="191971" y="115384"/>
                </a:lnTo>
                <a:lnTo>
                  <a:pt x="191971" y="111147"/>
                </a:lnTo>
                <a:close/>
                <a:moveTo>
                  <a:pt x="194206" y="114249"/>
                </a:moveTo>
                <a:lnTo>
                  <a:pt x="197441" y="114249"/>
                </a:lnTo>
                <a:lnTo>
                  <a:pt x="199743" y="116551"/>
                </a:lnTo>
                <a:lnTo>
                  <a:pt x="199743" y="118919"/>
                </a:lnTo>
                <a:lnTo>
                  <a:pt x="196741" y="115951"/>
                </a:lnTo>
                <a:lnTo>
                  <a:pt x="192538" y="115951"/>
                </a:lnTo>
                <a:close/>
                <a:moveTo>
                  <a:pt x="200544" y="116551"/>
                </a:moveTo>
                <a:lnTo>
                  <a:pt x="202812" y="114249"/>
                </a:lnTo>
                <a:lnTo>
                  <a:pt x="206081" y="114249"/>
                </a:lnTo>
                <a:lnTo>
                  <a:pt x="207749" y="115951"/>
                </a:lnTo>
                <a:lnTo>
                  <a:pt x="203679" y="115951"/>
                </a:lnTo>
                <a:lnTo>
                  <a:pt x="203412" y="116051"/>
                </a:lnTo>
                <a:lnTo>
                  <a:pt x="200544" y="118919"/>
                </a:lnTo>
                <a:close/>
                <a:moveTo>
                  <a:pt x="206648" y="113716"/>
                </a:moveTo>
                <a:lnTo>
                  <a:pt x="206648" y="110447"/>
                </a:lnTo>
                <a:lnTo>
                  <a:pt x="208916" y="108178"/>
                </a:lnTo>
                <a:lnTo>
                  <a:pt x="211285" y="108178"/>
                </a:lnTo>
                <a:lnTo>
                  <a:pt x="208316" y="111147"/>
                </a:lnTo>
                <a:lnTo>
                  <a:pt x="208316" y="115384"/>
                </a:lnTo>
                <a:close/>
                <a:moveTo>
                  <a:pt x="219757" y="108178"/>
                </a:moveTo>
                <a:lnTo>
                  <a:pt x="222126" y="108178"/>
                </a:lnTo>
                <a:lnTo>
                  <a:pt x="224427" y="110447"/>
                </a:lnTo>
                <a:lnTo>
                  <a:pt x="224427" y="113716"/>
                </a:lnTo>
                <a:lnTo>
                  <a:pt x="222760" y="115384"/>
                </a:lnTo>
                <a:lnTo>
                  <a:pt x="222760" y="111147"/>
                </a:lnTo>
                <a:close/>
                <a:moveTo>
                  <a:pt x="224995" y="114249"/>
                </a:moveTo>
                <a:lnTo>
                  <a:pt x="228230" y="114249"/>
                </a:lnTo>
                <a:lnTo>
                  <a:pt x="230532" y="116551"/>
                </a:lnTo>
                <a:lnTo>
                  <a:pt x="230532" y="118919"/>
                </a:lnTo>
                <a:lnTo>
                  <a:pt x="227663" y="116051"/>
                </a:lnTo>
                <a:lnTo>
                  <a:pt x="227396" y="115951"/>
                </a:lnTo>
                <a:lnTo>
                  <a:pt x="223327" y="115951"/>
                </a:lnTo>
                <a:close/>
                <a:moveTo>
                  <a:pt x="231332" y="116551"/>
                </a:moveTo>
                <a:lnTo>
                  <a:pt x="233601" y="114249"/>
                </a:lnTo>
                <a:lnTo>
                  <a:pt x="236870" y="114249"/>
                </a:lnTo>
                <a:lnTo>
                  <a:pt x="238538" y="115951"/>
                </a:lnTo>
                <a:lnTo>
                  <a:pt x="234301" y="115951"/>
                </a:lnTo>
                <a:lnTo>
                  <a:pt x="231332" y="118919"/>
                </a:lnTo>
                <a:close/>
                <a:moveTo>
                  <a:pt x="236870" y="101273"/>
                </a:moveTo>
                <a:lnTo>
                  <a:pt x="233601" y="101273"/>
                </a:lnTo>
                <a:lnTo>
                  <a:pt x="231332" y="98972"/>
                </a:lnTo>
                <a:lnTo>
                  <a:pt x="231332" y="96603"/>
                </a:lnTo>
                <a:lnTo>
                  <a:pt x="234301" y="99606"/>
                </a:lnTo>
                <a:lnTo>
                  <a:pt x="238538" y="99606"/>
                </a:lnTo>
                <a:close/>
                <a:moveTo>
                  <a:pt x="231332" y="89265"/>
                </a:moveTo>
                <a:lnTo>
                  <a:pt x="234635" y="85929"/>
                </a:lnTo>
                <a:lnTo>
                  <a:pt x="239338" y="85929"/>
                </a:lnTo>
                <a:lnTo>
                  <a:pt x="240873" y="87464"/>
                </a:lnTo>
                <a:lnTo>
                  <a:pt x="235269" y="87464"/>
                </a:lnTo>
                <a:lnTo>
                  <a:pt x="231332" y="91400"/>
                </a:lnTo>
                <a:lnTo>
                  <a:pt x="231332" y="89265"/>
                </a:lnTo>
                <a:close/>
                <a:moveTo>
                  <a:pt x="239105" y="80525"/>
                </a:moveTo>
                <a:lnTo>
                  <a:pt x="239105" y="84595"/>
                </a:lnTo>
                <a:lnTo>
                  <a:pt x="237437" y="82927"/>
                </a:lnTo>
                <a:lnTo>
                  <a:pt x="237437" y="79658"/>
                </a:lnTo>
                <a:lnTo>
                  <a:pt x="239705" y="77356"/>
                </a:lnTo>
                <a:lnTo>
                  <a:pt x="242073" y="77356"/>
                </a:lnTo>
                <a:lnTo>
                  <a:pt x="239205" y="80225"/>
                </a:lnTo>
                <a:close/>
                <a:moveTo>
                  <a:pt x="239705" y="76589"/>
                </a:moveTo>
                <a:lnTo>
                  <a:pt x="237437" y="74287"/>
                </a:lnTo>
                <a:lnTo>
                  <a:pt x="237437" y="71052"/>
                </a:lnTo>
                <a:lnTo>
                  <a:pt x="239105" y="69351"/>
                </a:lnTo>
                <a:lnTo>
                  <a:pt x="239105" y="73587"/>
                </a:lnTo>
                <a:lnTo>
                  <a:pt x="242073" y="76589"/>
                </a:lnTo>
                <a:lnTo>
                  <a:pt x="239705" y="76589"/>
                </a:lnTo>
                <a:close/>
                <a:moveTo>
                  <a:pt x="236870" y="70485"/>
                </a:moveTo>
                <a:lnTo>
                  <a:pt x="233601" y="70485"/>
                </a:lnTo>
                <a:lnTo>
                  <a:pt x="231332" y="68183"/>
                </a:lnTo>
                <a:lnTo>
                  <a:pt x="231332" y="65815"/>
                </a:lnTo>
                <a:lnTo>
                  <a:pt x="234301" y="68817"/>
                </a:lnTo>
                <a:lnTo>
                  <a:pt x="238538" y="68817"/>
                </a:lnTo>
                <a:close/>
                <a:moveTo>
                  <a:pt x="231332" y="58476"/>
                </a:moveTo>
                <a:lnTo>
                  <a:pt x="234635" y="55140"/>
                </a:lnTo>
                <a:lnTo>
                  <a:pt x="239338" y="55140"/>
                </a:lnTo>
                <a:lnTo>
                  <a:pt x="240873" y="56675"/>
                </a:lnTo>
                <a:lnTo>
                  <a:pt x="235269" y="56675"/>
                </a:lnTo>
                <a:lnTo>
                  <a:pt x="231332" y="60611"/>
                </a:lnTo>
                <a:lnTo>
                  <a:pt x="231332" y="58476"/>
                </a:lnTo>
                <a:close/>
                <a:moveTo>
                  <a:pt x="239105" y="53806"/>
                </a:moveTo>
                <a:lnTo>
                  <a:pt x="237437" y="52105"/>
                </a:lnTo>
                <a:lnTo>
                  <a:pt x="237437" y="48869"/>
                </a:lnTo>
                <a:lnTo>
                  <a:pt x="239705" y="46568"/>
                </a:lnTo>
                <a:lnTo>
                  <a:pt x="242073" y="46568"/>
                </a:lnTo>
                <a:lnTo>
                  <a:pt x="239105" y="49570"/>
                </a:lnTo>
                <a:lnTo>
                  <a:pt x="239105" y="53806"/>
                </a:lnTo>
                <a:close/>
                <a:moveTo>
                  <a:pt x="236870" y="39696"/>
                </a:moveTo>
                <a:lnTo>
                  <a:pt x="233601" y="39696"/>
                </a:lnTo>
                <a:lnTo>
                  <a:pt x="231332" y="37394"/>
                </a:lnTo>
                <a:lnTo>
                  <a:pt x="231332" y="35026"/>
                </a:lnTo>
                <a:lnTo>
                  <a:pt x="234301" y="38028"/>
                </a:lnTo>
                <a:lnTo>
                  <a:pt x="238538" y="38028"/>
                </a:lnTo>
                <a:close/>
                <a:moveTo>
                  <a:pt x="231332" y="27654"/>
                </a:moveTo>
                <a:lnTo>
                  <a:pt x="234635" y="24352"/>
                </a:lnTo>
                <a:lnTo>
                  <a:pt x="239338" y="24352"/>
                </a:lnTo>
                <a:lnTo>
                  <a:pt x="240873" y="25886"/>
                </a:lnTo>
                <a:lnTo>
                  <a:pt x="235269" y="25886"/>
                </a:lnTo>
                <a:lnTo>
                  <a:pt x="231332" y="29822"/>
                </a:lnTo>
                <a:lnTo>
                  <a:pt x="231332" y="27654"/>
                </a:lnTo>
                <a:close/>
                <a:moveTo>
                  <a:pt x="239105" y="18948"/>
                </a:moveTo>
                <a:lnTo>
                  <a:pt x="239105" y="23017"/>
                </a:lnTo>
                <a:lnTo>
                  <a:pt x="237437" y="21316"/>
                </a:lnTo>
                <a:lnTo>
                  <a:pt x="237437" y="18081"/>
                </a:lnTo>
                <a:lnTo>
                  <a:pt x="239705" y="15779"/>
                </a:lnTo>
                <a:lnTo>
                  <a:pt x="242073" y="15779"/>
                </a:lnTo>
                <a:lnTo>
                  <a:pt x="239205" y="18648"/>
                </a:lnTo>
                <a:close/>
                <a:moveTo>
                  <a:pt x="239705" y="15012"/>
                </a:moveTo>
                <a:lnTo>
                  <a:pt x="237437" y="12710"/>
                </a:lnTo>
                <a:lnTo>
                  <a:pt x="237437" y="9441"/>
                </a:lnTo>
                <a:lnTo>
                  <a:pt x="239105" y="7773"/>
                </a:lnTo>
                <a:lnTo>
                  <a:pt x="239105" y="12010"/>
                </a:lnTo>
                <a:lnTo>
                  <a:pt x="242073" y="15012"/>
                </a:lnTo>
                <a:close/>
                <a:moveTo>
                  <a:pt x="236870" y="8907"/>
                </a:moveTo>
                <a:lnTo>
                  <a:pt x="233601" y="8907"/>
                </a:lnTo>
                <a:lnTo>
                  <a:pt x="231332" y="6606"/>
                </a:lnTo>
                <a:lnTo>
                  <a:pt x="231332" y="4237"/>
                </a:lnTo>
                <a:lnTo>
                  <a:pt x="234301" y="7206"/>
                </a:lnTo>
                <a:lnTo>
                  <a:pt x="238538" y="7206"/>
                </a:lnTo>
                <a:close/>
                <a:moveTo>
                  <a:pt x="230532" y="3103"/>
                </a:moveTo>
                <a:lnTo>
                  <a:pt x="227229" y="6439"/>
                </a:lnTo>
                <a:lnTo>
                  <a:pt x="222526" y="6439"/>
                </a:lnTo>
                <a:lnTo>
                  <a:pt x="220992" y="4904"/>
                </a:lnTo>
                <a:lnTo>
                  <a:pt x="226596" y="4904"/>
                </a:lnTo>
                <a:lnTo>
                  <a:pt x="230532" y="935"/>
                </a:lnTo>
                <a:close/>
                <a:moveTo>
                  <a:pt x="219657" y="10709"/>
                </a:moveTo>
                <a:lnTo>
                  <a:pt x="215921" y="14445"/>
                </a:lnTo>
                <a:lnTo>
                  <a:pt x="215921" y="6672"/>
                </a:lnTo>
                <a:lnTo>
                  <a:pt x="217623" y="5004"/>
                </a:lnTo>
                <a:lnTo>
                  <a:pt x="219657" y="5004"/>
                </a:lnTo>
                <a:lnTo>
                  <a:pt x="219657" y="10709"/>
                </a:lnTo>
                <a:close/>
                <a:moveTo>
                  <a:pt x="215121" y="14445"/>
                </a:moveTo>
                <a:lnTo>
                  <a:pt x="211418" y="10709"/>
                </a:lnTo>
                <a:lnTo>
                  <a:pt x="211418" y="5004"/>
                </a:lnTo>
                <a:lnTo>
                  <a:pt x="213453" y="5004"/>
                </a:lnTo>
                <a:lnTo>
                  <a:pt x="215121" y="6672"/>
                </a:lnTo>
                <a:lnTo>
                  <a:pt x="215121" y="14445"/>
                </a:lnTo>
                <a:close/>
                <a:moveTo>
                  <a:pt x="208549" y="6439"/>
                </a:moveTo>
                <a:lnTo>
                  <a:pt x="203846" y="6439"/>
                </a:lnTo>
                <a:lnTo>
                  <a:pt x="200544" y="3103"/>
                </a:lnTo>
                <a:lnTo>
                  <a:pt x="200544" y="935"/>
                </a:lnTo>
                <a:lnTo>
                  <a:pt x="204480" y="4904"/>
                </a:lnTo>
                <a:lnTo>
                  <a:pt x="210084" y="4904"/>
                </a:lnTo>
                <a:close/>
                <a:moveTo>
                  <a:pt x="199743" y="3103"/>
                </a:moveTo>
                <a:lnTo>
                  <a:pt x="196441" y="6439"/>
                </a:lnTo>
                <a:lnTo>
                  <a:pt x="191737" y="6439"/>
                </a:lnTo>
                <a:lnTo>
                  <a:pt x="190203" y="4904"/>
                </a:lnTo>
                <a:lnTo>
                  <a:pt x="195807" y="4904"/>
                </a:lnTo>
                <a:lnTo>
                  <a:pt x="199743" y="935"/>
                </a:lnTo>
                <a:close/>
                <a:moveTo>
                  <a:pt x="188869" y="10709"/>
                </a:moveTo>
                <a:lnTo>
                  <a:pt x="185133" y="14445"/>
                </a:lnTo>
                <a:lnTo>
                  <a:pt x="185133" y="6672"/>
                </a:lnTo>
                <a:lnTo>
                  <a:pt x="186801" y="5004"/>
                </a:lnTo>
                <a:lnTo>
                  <a:pt x="188835" y="5004"/>
                </a:lnTo>
                <a:lnTo>
                  <a:pt x="188835" y="10709"/>
                </a:lnTo>
                <a:close/>
                <a:moveTo>
                  <a:pt x="184332" y="14445"/>
                </a:moveTo>
                <a:lnTo>
                  <a:pt x="180629" y="10709"/>
                </a:lnTo>
                <a:lnTo>
                  <a:pt x="180629" y="5004"/>
                </a:lnTo>
                <a:lnTo>
                  <a:pt x="182664" y="5004"/>
                </a:lnTo>
                <a:lnTo>
                  <a:pt x="184332" y="6672"/>
                </a:lnTo>
                <a:lnTo>
                  <a:pt x="184332" y="14445"/>
                </a:lnTo>
                <a:close/>
                <a:moveTo>
                  <a:pt x="177761" y="6439"/>
                </a:moveTo>
                <a:lnTo>
                  <a:pt x="173057" y="6439"/>
                </a:lnTo>
                <a:lnTo>
                  <a:pt x="169755" y="3103"/>
                </a:lnTo>
                <a:lnTo>
                  <a:pt x="169755" y="935"/>
                </a:lnTo>
                <a:lnTo>
                  <a:pt x="173691" y="4904"/>
                </a:lnTo>
                <a:lnTo>
                  <a:pt x="179262" y="4904"/>
                </a:lnTo>
                <a:close/>
                <a:moveTo>
                  <a:pt x="168954" y="3103"/>
                </a:moveTo>
                <a:lnTo>
                  <a:pt x="165619" y="6439"/>
                </a:lnTo>
                <a:lnTo>
                  <a:pt x="160949" y="6439"/>
                </a:lnTo>
                <a:lnTo>
                  <a:pt x="159414" y="4904"/>
                </a:lnTo>
                <a:lnTo>
                  <a:pt x="164985" y="4904"/>
                </a:lnTo>
                <a:lnTo>
                  <a:pt x="168954" y="935"/>
                </a:lnTo>
                <a:close/>
                <a:moveTo>
                  <a:pt x="158047" y="10709"/>
                </a:moveTo>
                <a:lnTo>
                  <a:pt x="154344" y="14445"/>
                </a:lnTo>
                <a:lnTo>
                  <a:pt x="154344" y="6672"/>
                </a:lnTo>
                <a:lnTo>
                  <a:pt x="156012" y="5004"/>
                </a:lnTo>
                <a:lnTo>
                  <a:pt x="158047" y="5004"/>
                </a:lnTo>
                <a:lnTo>
                  <a:pt x="158047" y="10709"/>
                </a:lnTo>
                <a:close/>
                <a:moveTo>
                  <a:pt x="153543" y="14445"/>
                </a:moveTo>
                <a:lnTo>
                  <a:pt x="149841" y="10709"/>
                </a:lnTo>
                <a:lnTo>
                  <a:pt x="149841" y="5004"/>
                </a:lnTo>
                <a:lnTo>
                  <a:pt x="151876" y="5004"/>
                </a:lnTo>
                <a:lnTo>
                  <a:pt x="153543" y="6672"/>
                </a:lnTo>
                <a:lnTo>
                  <a:pt x="153543" y="14445"/>
                </a:lnTo>
                <a:close/>
                <a:moveTo>
                  <a:pt x="146939" y="6439"/>
                </a:moveTo>
                <a:lnTo>
                  <a:pt x="142269" y="6439"/>
                </a:lnTo>
                <a:lnTo>
                  <a:pt x="138933" y="3103"/>
                </a:lnTo>
                <a:lnTo>
                  <a:pt x="138933" y="935"/>
                </a:lnTo>
                <a:lnTo>
                  <a:pt x="142903" y="4904"/>
                </a:lnTo>
                <a:lnTo>
                  <a:pt x="148473" y="4904"/>
                </a:lnTo>
                <a:close/>
                <a:moveTo>
                  <a:pt x="138166" y="3103"/>
                </a:moveTo>
                <a:lnTo>
                  <a:pt x="134830" y="6439"/>
                </a:lnTo>
                <a:lnTo>
                  <a:pt x="130160" y="6439"/>
                </a:lnTo>
                <a:lnTo>
                  <a:pt x="128626" y="4904"/>
                </a:lnTo>
                <a:lnTo>
                  <a:pt x="134196" y="4904"/>
                </a:lnTo>
                <a:lnTo>
                  <a:pt x="138166" y="935"/>
                </a:lnTo>
                <a:close/>
                <a:moveTo>
                  <a:pt x="127258" y="10709"/>
                </a:moveTo>
                <a:lnTo>
                  <a:pt x="123555" y="14445"/>
                </a:lnTo>
                <a:lnTo>
                  <a:pt x="123555" y="6672"/>
                </a:lnTo>
                <a:lnTo>
                  <a:pt x="125223" y="5004"/>
                </a:lnTo>
                <a:lnTo>
                  <a:pt x="127258" y="5004"/>
                </a:lnTo>
                <a:close/>
                <a:moveTo>
                  <a:pt x="122755" y="14445"/>
                </a:moveTo>
                <a:lnTo>
                  <a:pt x="119052" y="10709"/>
                </a:lnTo>
                <a:lnTo>
                  <a:pt x="119052" y="5004"/>
                </a:lnTo>
                <a:lnTo>
                  <a:pt x="121087" y="5004"/>
                </a:lnTo>
                <a:lnTo>
                  <a:pt x="122755" y="6672"/>
                </a:lnTo>
                <a:close/>
                <a:moveTo>
                  <a:pt x="116150" y="6439"/>
                </a:moveTo>
                <a:lnTo>
                  <a:pt x="111480" y="6439"/>
                </a:lnTo>
                <a:lnTo>
                  <a:pt x="108144" y="3103"/>
                </a:lnTo>
                <a:lnTo>
                  <a:pt x="108144" y="935"/>
                </a:lnTo>
                <a:lnTo>
                  <a:pt x="112114" y="4904"/>
                </a:lnTo>
                <a:lnTo>
                  <a:pt x="117685" y="4904"/>
                </a:lnTo>
                <a:close/>
                <a:moveTo>
                  <a:pt x="107377" y="3103"/>
                </a:moveTo>
                <a:lnTo>
                  <a:pt x="104041" y="6439"/>
                </a:lnTo>
                <a:lnTo>
                  <a:pt x="99371" y="6439"/>
                </a:lnTo>
                <a:lnTo>
                  <a:pt x="97837" y="4904"/>
                </a:lnTo>
                <a:lnTo>
                  <a:pt x="103408" y="4904"/>
                </a:lnTo>
                <a:lnTo>
                  <a:pt x="107377" y="935"/>
                </a:lnTo>
                <a:lnTo>
                  <a:pt x="107377" y="3103"/>
                </a:lnTo>
                <a:close/>
                <a:moveTo>
                  <a:pt x="96469" y="10709"/>
                </a:moveTo>
                <a:lnTo>
                  <a:pt x="92767" y="14445"/>
                </a:lnTo>
                <a:lnTo>
                  <a:pt x="92767" y="6672"/>
                </a:lnTo>
                <a:lnTo>
                  <a:pt x="94435" y="5004"/>
                </a:lnTo>
                <a:lnTo>
                  <a:pt x="96469" y="5004"/>
                </a:lnTo>
                <a:close/>
                <a:moveTo>
                  <a:pt x="91966" y="14445"/>
                </a:moveTo>
                <a:lnTo>
                  <a:pt x="88264" y="10709"/>
                </a:lnTo>
                <a:lnTo>
                  <a:pt x="88264" y="5004"/>
                </a:lnTo>
                <a:lnTo>
                  <a:pt x="90298" y="5004"/>
                </a:lnTo>
                <a:lnTo>
                  <a:pt x="91966" y="6672"/>
                </a:lnTo>
                <a:close/>
                <a:moveTo>
                  <a:pt x="85361" y="6439"/>
                </a:moveTo>
                <a:lnTo>
                  <a:pt x="80691" y="6439"/>
                </a:lnTo>
                <a:lnTo>
                  <a:pt x="77356" y="3103"/>
                </a:lnTo>
                <a:lnTo>
                  <a:pt x="77356" y="935"/>
                </a:lnTo>
                <a:lnTo>
                  <a:pt x="81325" y="4904"/>
                </a:lnTo>
                <a:lnTo>
                  <a:pt x="86896" y="4904"/>
                </a:lnTo>
                <a:close/>
                <a:moveTo>
                  <a:pt x="76589" y="3103"/>
                </a:moveTo>
                <a:lnTo>
                  <a:pt x="73253" y="6439"/>
                </a:lnTo>
                <a:lnTo>
                  <a:pt x="68583" y="6439"/>
                </a:lnTo>
                <a:lnTo>
                  <a:pt x="67048" y="4904"/>
                </a:lnTo>
                <a:lnTo>
                  <a:pt x="72619" y="4904"/>
                </a:lnTo>
                <a:lnTo>
                  <a:pt x="76589" y="935"/>
                </a:lnTo>
                <a:close/>
                <a:moveTo>
                  <a:pt x="65681" y="10709"/>
                </a:moveTo>
                <a:lnTo>
                  <a:pt x="61978" y="14445"/>
                </a:lnTo>
                <a:lnTo>
                  <a:pt x="61978" y="6672"/>
                </a:lnTo>
                <a:lnTo>
                  <a:pt x="63646" y="5004"/>
                </a:lnTo>
                <a:lnTo>
                  <a:pt x="65681" y="5004"/>
                </a:lnTo>
                <a:close/>
                <a:moveTo>
                  <a:pt x="61178" y="14445"/>
                </a:moveTo>
                <a:lnTo>
                  <a:pt x="57475" y="10709"/>
                </a:lnTo>
                <a:lnTo>
                  <a:pt x="57475" y="5004"/>
                </a:lnTo>
                <a:lnTo>
                  <a:pt x="59510" y="5004"/>
                </a:lnTo>
                <a:lnTo>
                  <a:pt x="61178" y="6672"/>
                </a:lnTo>
                <a:close/>
                <a:moveTo>
                  <a:pt x="54573" y="6439"/>
                </a:moveTo>
                <a:lnTo>
                  <a:pt x="49903" y="6439"/>
                </a:lnTo>
                <a:lnTo>
                  <a:pt x="46567" y="3103"/>
                </a:lnTo>
                <a:lnTo>
                  <a:pt x="46567" y="935"/>
                </a:lnTo>
                <a:lnTo>
                  <a:pt x="50537" y="4904"/>
                </a:lnTo>
                <a:lnTo>
                  <a:pt x="56107" y="4904"/>
                </a:lnTo>
                <a:close/>
                <a:moveTo>
                  <a:pt x="45767" y="3103"/>
                </a:moveTo>
                <a:lnTo>
                  <a:pt x="42464" y="6439"/>
                </a:lnTo>
                <a:lnTo>
                  <a:pt x="37761" y="6439"/>
                </a:lnTo>
                <a:lnTo>
                  <a:pt x="36226" y="4904"/>
                </a:lnTo>
                <a:lnTo>
                  <a:pt x="41830" y="4904"/>
                </a:lnTo>
                <a:lnTo>
                  <a:pt x="45767" y="935"/>
                </a:lnTo>
                <a:lnTo>
                  <a:pt x="45767" y="3103"/>
                </a:lnTo>
                <a:close/>
                <a:moveTo>
                  <a:pt x="34892" y="10709"/>
                </a:moveTo>
                <a:lnTo>
                  <a:pt x="31189" y="14445"/>
                </a:lnTo>
                <a:lnTo>
                  <a:pt x="31189" y="6672"/>
                </a:lnTo>
                <a:lnTo>
                  <a:pt x="32857" y="5004"/>
                </a:lnTo>
                <a:lnTo>
                  <a:pt x="34892" y="5004"/>
                </a:lnTo>
                <a:close/>
                <a:moveTo>
                  <a:pt x="30389" y="14445"/>
                </a:moveTo>
                <a:lnTo>
                  <a:pt x="26653" y="10709"/>
                </a:lnTo>
                <a:lnTo>
                  <a:pt x="26653" y="5004"/>
                </a:lnTo>
                <a:lnTo>
                  <a:pt x="28721" y="5004"/>
                </a:lnTo>
                <a:lnTo>
                  <a:pt x="30389" y="6672"/>
                </a:lnTo>
                <a:lnTo>
                  <a:pt x="30389" y="14445"/>
                </a:lnTo>
                <a:close/>
                <a:moveTo>
                  <a:pt x="23784" y="6439"/>
                </a:moveTo>
                <a:lnTo>
                  <a:pt x="19081" y="6439"/>
                </a:lnTo>
                <a:lnTo>
                  <a:pt x="15778" y="3103"/>
                </a:lnTo>
                <a:lnTo>
                  <a:pt x="15778" y="935"/>
                </a:lnTo>
                <a:lnTo>
                  <a:pt x="19715" y="4904"/>
                </a:lnTo>
                <a:lnTo>
                  <a:pt x="25319" y="4904"/>
                </a:lnTo>
                <a:close/>
                <a:moveTo>
                  <a:pt x="14978" y="3103"/>
                </a:moveTo>
                <a:lnTo>
                  <a:pt x="11675" y="6439"/>
                </a:lnTo>
                <a:lnTo>
                  <a:pt x="6972" y="6439"/>
                </a:lnTo>
                <a:lnTo>
                  <a:pt x="5438" y="4904"/>
                </a:lnTo>
                <a:lnTo>
                  <a:pt x="11042" y="4904"/>
                </a:lnTo>
                <a:lnTo>
                  <a:pt x="14978" y="935"/>
                </a:lnTo>
                <a:lnTo>
                  <a:pt x="14978" y="3103"/>
                </a:lnTo>
                <a:close/>
                <a:moveTo>
                  <a:pt x="4904" y="5471"/>
                </a:moveTo>
                <a:lnTo>
                  <a:pt x="6405" y="6973"/>
                </a:lnTo>
                <a:lnTo>
                  <a:pt x="6405" y="11676"/>
                </a:lnTo>
                <a:lnTo>
                  <a:pt x="3103" y="15012"/>
                </a:lnTo>
                <a:lnTo>
                  <a:pt x="934" y="15012"/>
                </a:lnTo>
                <a:lnTo>
                  <a:pt x="4904" y="11042"/>
                </a:lnTo>
                <a:close/>
                <a:moveTo>
                  <a:pt x="3103" y="15779"/>
                </a:moveTo>
                <a:lnTo>
                  <a:pt x="6438" y="19115"/>
                </a:lnTo>
                <a:lnTo>
                  <a:pt x="6438" y="23785"/>
                </a:lnTo>
                <a:lnTo>
                  <a:pt x="4904" y="25319"/>
                </a:lnTo>
                <a:lnTo>
                  <a:pt x="4904" y="19748"/>
                </a:lnTo>
                <a:lnTo>
                  <a:pt x="934" y="15779"/>
                </a:lnTo>
                <a:lnTo>
                  <a:pt x="3103" y="15779"/>
                </a:lnTo>
                <a:close/>
                <a:moveTo>
                  <a:pt x="5004" y="26687"/>
                </a:moveTo>
                <a:lnTo>
                  <a:pt x="10708" y="26687"/>
                </a:lnTo>
                <a:lnTo>
                  <a:pt x="14444" y="30389"/>
                </a:lnTo>
                <a:lnTo>
                  <a:pt x="6672" y="30389"/>
                </a:lnTo>
                <a:lnTo>
                  <a:pt x="5004" y="28721"/>
                </a:lnTo>
                <a:close/>
                <a:moveTo>
                  <a:pt x="14444" y="31190"/>
                </a:moveTo>
                <a:lnTo>
                  <a:pt x="10708" y="34893"/>
                </a:lnTo>
                <a:lnTo>
                  <a:pt x="5004" y="34893"/>
                </a:lnTo>
                <a:lnTo>
                  <a:pt x="5004" y="32858"/>
                </a:lnTo>
                <a:lnTo>
                  <a:pt x="6672" y="31190"/>
                </a:lnTo>
                <a:close/>
                <a:moveTo>
                  <a:pt x="4904" y="36260"/>
                </a:moveTo>
                <a:lnTo>
                  <a:pt x="6405" y="37795"/>
                </a:lnTo>
                <a:lnTo>
                  <a:pt x="6405" y="42465"/>
                </a:lnTo>
                <a:lnTo>
                  <a:pt x="3103" y="45800"/>
                </a:lnTo>
                <a:lnTo>
                  <a:pt x="934" y="45800"/>
                </a:lnTo>
                <a:lnTo>
                  <a:pt x="4904" y="41831"/>
                </a:lnTo>
                <a:close/>
                <a:moveTo>
                  <a:pt x="3103" y="46568"/>
                </a:moveTo>
                <a:lnTo>
                  <a:pt x="6438" y="49903"/>
                </a:lnTo>
                <a:lnTo>
                  <a:pt x="6438" y="54573"/>
                </a:lnTo>
                <a:lnTo>
                  <a:pt x="4904" y="56108"/>
                </a:lnTo>
                <a:lnTo>
                  <a:pt x="4904" y="50537"/>
                </a:lnTo>
                <a:lnTo>
                  <a:pt x="934" y="46568"/>
                </a:lnTo>
                <a:close/>
                <a:moveTo>
                  <a:pt x="5004" y="57475"/>
                </a:moveTo>
                <a:lnTo>
                  <a:pt x="10708" y="57475"/>
                </a:lnTo>
                <a:lnTo>
                  <a:pt x="14444" y="61178"/>
                </a:lnTo>
                <a:lnTo>
                  <a:pt x="6672" y="61178"/>
                </a:lnTo>
                <a:lnTo>
                  <a:pt x="5004" y="59510"/>
                </a:lnTo>
                <a:close/>
                <a:moveTo>
                  <a:pt x="14444" y="61979"/>
                </a:moveTo>
                <a:lnTo>
                  <a:pt x="10708" y="65681"/>
                </a:lnTo>
                <a:lnTo>
                  <a:pt x="5004" y="65681"/>
                </a:lnTo>
                <a:lnTo>
                  <a:pt x="5004" y="63646"/>
                </a:lnTo>
                <a:lnTo>
                  <a:pt x="6672" y="61979"/>
                </a:lnTo>
                <a:close/>
                <a:moveTo>
                  <a:pt x="4904" y="67049"/>
                </a:moveTo>
                <a:lnTo>
                  <a:pt x="6405" y="68583"/>
                </a:lnTo>
                <a:lnTo>
                  <a:pt x="6405" y="73253"/>
                </a:lnTo>
                <a:lnTo>
                  <a:pt x="3103" y="76589"/>
                </a:lnTo>
                <a:lnTo>
                  <a:pt x="934" y="76589"/>
                </a:lnTo>
                <a:lnTo>
                  <a:pt x="4904" y="72620"/>
                </a:lnTo>
                <a:close/>
                <a:moveTo>
                  <a:pt x="3103" y="77356"/>
                </a:moveTo>
                <a:lnTo>
                  <a:pt x="6438" y="80692"/>
                </a:lnTo>
                <a:lnTo>
                  <a:pt x="6438" y="85362"/>
                </a:lnTo>
                <a:lnTo>
                  <a:pt x="4904" y="86896"/>
                </a:lnTo>
                <a:lnTo>
                  <a:pt x="4904" y="81326"/>
                </a:lnTo>
                <a:lnTo>
                  <a:pt x="934" y="77356"/>
                </a:lnTo>
                <a:lnTo>
                  <a:pt x="3103" y="77356"/>
                </a:lnTo>
                <a:close/>
                <a:moveTo>
                  <a:pt x="5004" y="88264"/>
                </a:moveTo>
                <a:lnTo>
                  <a:pt x="10708" y="88264"/>
                </a:lnTo>
                <a:lnTo>
                  <a:pt x="14444" y="91967"/>
                </a:lnTo>
                <a:lnTo>
                  <a:pt x="6672" y="91967"/>
                </a:lnTo>
                <a:lnTo>
                  <a:pt x="5004" y="90299"/>
                </a:lnTo>
                <a:close/>
                <a:moveTo>
                  <a:pt x="14444" y="92767"/>
                </a:moveTo>
                <a:lnTo>
                  <a:pt x="10708" y="96470"/>
                </a:lnTo>
                <a:lnTo>
                  <a:pt x="5004" y="96470"/>
                </a:lnTo>
                <a:lnTo>
                  <a:pt x="5004" y="94435"/>
                </a:lnTo>
                <a:lnTo>
                  <a:pt x="6672" y="92767"/>
                </a:lnTo>
                <a:close/>
                <a:moveTo>
                  <a:pt x="4904" y="97838"/>
                </a:moveTo>
                <a:lnTo>
                  <a:pt x="6405" y="99372"/>
                </a:lnTo>
                <a:lnTo>
                  <a:pt x="6405" y="104042"/>
                </a:lnTo>
                <a:lnTo>
                  <a:pt x="3103" y="107378"/>
                </a:lnTo>
                <a:lnTo>
                  <a:pt x="934" y="107378"/>
                </a:lnTo>
                <a:lnTo>
                  <a:pt x="4904" y="103408"/>
                </a:lnTo>
                <a:close/>
                <a:moveTo>
                  <a:pt x="3103" y="108178"/>
                </a:moveTo>
                <a:lnTo>
                  <a:pt x="6438" y="111481"/>
                </a:lnTo>
                <a:lnTo>
                  <a:pt x="6438" y="116151"/>
                </a:lnTo>
                <a:lnTo>
                  <a:pt x="4904" y="117685"/>
                </a:lnTo>
                <a:lnTo>
                  <a:pt x="4904" y="112114"/>
                </a:lnTo>
                <a:lnTo>
                  <a:pt x="934" y="108178"/>
                </a:lnTo>
                <a:close/>
                <a:moveTo>
                  <a:pt x="6972" y="116718"/>
                </a:moveTo>
                <a:lnTo>
                  <a:pt x="11675" y="116718"/>
                </a:lnTo>
                <a:lnTo>
                  <a:pt x="14978" y="120054"/>
                </a:lnTo>
                <a:lnTo>
                  <a:pt x="14978" y="122222"/>
                </a:lnTo>
                <a:lnTo>
                  <a:pt x="11042" y="118252"/>
                </a:lnTo>
                <a:lnTo>
                  <a:pt x="5438" y="118252"/>
                </a:lnTo>
                <a:close/>
                <a:moveTo>
                  <a:pt x="15778" y="120054"/>
                </a:moveTo>
                <a:lnTo>
                  <a:pt x="19081" y="116718"/>
                </a:lnTo>
                <a:lnTo>
                  <a:pt x="23784" y="116718"/>
                </a:lnTo>
                <a:lnTo>
                  <a:pt x="25319" y="118252"/>
                </a:lnTo>
                <a:lnTo>
                  <a:pt x="19748" y="118252"/>
                </a:lnTo>
                <a:lnTo>
                  <a:pt x="15778" y="122222"/>
                </a:lnTo>
                <a:lnTo>
                  <a:pt x="15778" y="120054"/>
                </a:lnTo>
                <a:close/>
                <a:moveTo>
                  <a:pt x="26653" y="112448"/>
                </a:moveTo>
                <a:lnTo>
                  <a:pt x="30389" y="108712"/>
                </a:lnTo>
                <a:lnTo>
                  <a:pt x="30389" y="116484"/>
                </a:lnTo>
                <a:lnTo>
                  <a:pt x="28688" y="118152"/>
                </a:lnTo>
                <a:lnTo>
                  <a:pt x="26653" y="118152"/>
                </a:lnTo>
                <a:lnTo>
                  <a:pt x="26653" y="112448"/>
                </a:lnTo>
                <a:close/>
                <a:moveTo>
                  <a:pt x="31189" y="108712"/>
                </a:moveTo>
                <a:lnTo>
                  <a:pt x="34892" y="112448"/>
                </a:lnTo>
                <a:lnTo>
                  <a:pt x="34892" y="118152"/>
                </a:lnTo>
                <a:lnTo>
                  <a:pt x="32857" y="118152"/>
                </a:lnTo>
                <a:lnTo>
                  <a:pt x="31189" y="116484"/>
                </a:lnTo>
                <a:close/>
                <a:moveTo>
                  <a:pt x="37761" y="116718"/>
                </a:moveTo>
                <a:lnTo>
                  <a:pt x="42464" y="116718"/>
                </a:lnTo>
                <a:lnTo>
                  <a:pt x="45767" y="120054"/>
                </a:lnTo>
                <a:lnTo>
                  <a:pt x="45767" y="122222"/>
                </a:lnTo>
                <a:lnTo>
                  <a:pt x="41830" y="118252"/>
                </a:lnTo>
                <a:lnTo>
                  <a:pt x="36226" y="118252"/>
                </a:lnTo>
                <a:close/>
                <a:moveTo>
                  <a:pt x="46567" y="120054"/>
                </a:moveTo>
                <a:lnTo>
                  <a:pt x="49903" y="116718"/>
                </a:lnTo>
                <a:lnTo>
                  <a:pt x="54573" y="116718"/>
                </a:lnTo>
                <a:lnTo>
                  <a:pt x="56107" y="118252"/>
                </a:lnTo>
                <a:lnTo>
                  <a:pt x="50537" y="118252"/>
                </a:lnTo>
                <a:lnTo>
                  <a:pt x="46567" y="122222"/>
                </a:lnTo>
                <a:close/>
                <a:moveTo>
                  <a:pt x="57475" y="112448"/>
                </a:moveTo>
                <a:lnTo>
                  <a:pt x="61178" y="108712"/>
                </a:lnTo>
                <a:lnTo>
                  <a:pt x="61178" y="116484"/>
                </a:lnTo>
                <a:lnTo>
                  <a:pt x="59510" y="118152"/>
                </a:lnTo>
                <a:lnTo>
                  <a:pt x="57475" y="118152"/>
                </a:lnTo>
                <a:close/>
                <a:moveTo>
                  <a:pt x="61978" y="108712"/>
                </a:moveTo>
                <a:lnTo>
                  <a:pt x="65681" y="112448"/>
                </a:lnTo>
                <a:lnTo>
                  <a:pt x="65681" y="118152"/>
                </a:lnTo>
                <a:lnTo>
                  <a:pt x="63646" y="118152"/>
                </a:lnTo>
                <a:lnTo>
                  <a:pt x="61978" y="116484"/>
                </a:lnTo>
                <a:close/>
                <a:moveTo>
                  <a:pt x="68583" y="116718"/>
                </a:moveTo>
                <a:lnTo>
                  <a:pt x="73253" y="116718"/>
                </a:lnTo>
                <a:lnTo>
                  <a:pt x="76555" y="120054"/>
                </a:lnTo>
                <a:lnTo>
                  <a:pt x="76555" y="122222"/>
                </a:lnTo>
                <a:lnTo>
                  <a:pt x="72619" y="118252"/>
                </a:lnTo>
                <a:lnTo>
                  <a:pt x="67048" y="118252"/>
                </a:lnTo>
                <a:close/>
                <a:moveTo>
                  <a:pt x="77356" y="120054"/>
                </a:moveTo>
                <a:lnTo>
                  <a:pt x="80691" y="116718"/>
                </a:lnTo>
                <a:lnTo>
                  <a:pt x="85361" y="116718"/>
                </a:lnTo>
                <a:lnTo>
                  <a:pt x="86896" y="118252"/>
                </a:lnTo>
                <a:lnTo>
                  <a:pt x="81325" y="118252"/>
                </a:lnTo>
                <a:lnTo>
                  <a:pt x="77356" y="122222"/>
                </a:lnTo>
                <a:lnTo>
                  <a:pt x="77356" y="120054"/>
                </a:lnTo>
                <a:close/>
                <a:moveTo>
                  <a:pt x="88264" y="112448"/>
                </a:moveTo>
                <a:lnTo>
                  <a:pt x="91966" y="108712"/>
                </a:lnTo>
                <a:lnTo>
                  <a:pt x="91966" y="116484"/>
                </a:lnTo>
                <a:lnTo>
                  <a:pt x="90298" y="118152"/>
                </a:lnTo>
                <a:lnTo>
                  <a:pt x="88264" y="118152"/>
                </a:lnTo>
                <a:close/>
                <a:moveTo>
                  <a:pt x="92767" y="108712"/>
                </a:moveTo>
                <a:lnTo>
                  <a:pt x="96469" y="112448"/>
                </a:lnTo>
                <a:lnTo>
                  <a:pt x="96469" y="118152"/>
                </a:lnTo>
                <a:lnTo>
                  <a:pt x="94435" y="118152"/>
                </a:lnTo>
                <a:lnTo>
                  <a:pt x="92767" y="116484"/>
                </a:lnTo>
                <a:close/>
                <a:moveTo>
                  <a:pt x="99371" y="116718"/>
                </a:moveTo>
                <a:lnTo>
                  <a:pt x="104041" y="116718"/>
                </a:lnTo>
                <a:lnTo>
                  <a:pt x="107377" y="120054"/>
                </a:lnTo>
                <a:lnTo>
                  <a:pt x="107377" y="122222"/>
                </a:lnTo>
                <a:lnTo>
                  <a:pt x="103408" y="118252"/>
                </a:lnTo>
                <a:lnTo>
                  <a:pt x="97837" y="118252"/>
                </a:lnTo>
                <a:close/>
                <a:moveTo>
                  <a:pt x="108144" y="120054"/>
                </a:moveTo>
                <a:lnTo>
                  <a:pt x="111480" y="116718"/>
                </a:lnTo>
                <a:lnTo>
                  <a:pt x="116150" y="116718"/>
                </a:lnTo>
                <a:lnTo>
                  <a:pt x="117685" y="118252"/>
                </a:lnTo>
                <a:lnTo>
                  <a:pt x="112114" y="118252"/>
                </a:lnTo>
                <a:lnTo>
                  <a:pt x="108144" y="122222"/>
                </a:lnTo>
                <a:lnTo>
                  <a:pt x="108144" y="120054"/>
                </a:lnTo>
                <a:close/>
                <a:moveTo>
                  <a:pt x="119052" y="112448"/>
                </a:moveTo>
                <a:lnTo>
                  <a:pt x="122755" y="108712"/>
                </a:lnTo>
                <a:lnTo>
                  <a:pt x="122755" y="116484"/>
                </a:lnTo>
                <a:lnTo>
                  <a:pt x="121087" y="118152"/>
                </a:lnTo>
                <a:lnTo>
                  <a:pt x="119052" y="118152"/>
                </a:lnTo>
                <a:close/>
                <a:moveTo>
                  <a:pt x="123555" y="108712"/>
                </a:moveTo>
                <a:lnTo>
                  <a:pt x="127258" y="112448"/>
                </a:lnTo>
                <a:lnTo>
                  <a:pt x="127258" y="118152"/>
                </a:lnTo>
                <a:lnTo>
                  <a:pt x="125223" y="118152"/>
                </a:lnTo>
                <a:lnTo>
                  <a:pt x="123555" y="116484"/>
                </a:lnTo>
                <a:lnTo>
                  <a:pt x="123555" y="108712"/>
                </a:lnTo>
                <a:close/>
                <a:moveTo>
                  <a:pt x="130160" y="116718"/>
                </a:moveTo>
                <a:lnTo>
                  <a:pt x="134830" y="116718"/>
                </a:lnTo>
                <a:lnTo>
                  <a:pt x="138166" y="120054"/>
                </a:lnTo>
                <a:lnTo>
                  <a:pt x="138166" y="122222"/>
                </a:lnTo>
                <a:lnTo>
                  <a:pt x="134196" y="118252"/>
                </a:lnTo>
                <a:lnTo>
                  <a:pt x="128626" y="118252"/>
                </a:lnTo>
                <a:close/>
                <a:moveTo>
                  <a:pt x="138933" y="120054"/>
                </a:moveTo>
                <a:lnTo>
                  <a:pt x="142269" y="116718"/>
                </a:lnTo>
                <a:lnTo>
                  <a:pt x="146939" y="116718"/>
                </a:lnTo>
                <a:lnTo>
                  <a:pt x="148473" y="118252"/>
                </a:lnTo>
                <a:lnTo>
                  <a:pt x="142903" y="118252"/>
                </a:lnTo>
                <a:lnTo>
                  <a:pt x="138933" y="122222"/>
                </a:lnTo>
                <a:close/>
                <a:moveTo>
                  <a:pt x="149841" y="112448"/>
                </a:moveTo>
                <a:lnTo>
                  <a:pt x="153543" y="108712"/>
                </a:lnTo>
                <a:lnTo>
                  <a:pt x="153543" y="116484"/>
                </a:lnTo>
                <a:lnTo>
                  <a:pt x="151876" y="118152"/>
                </a:lnTo>
                <a:lnTo>
                  <a:pt x="149841" y="118152"/>
                </a:lnTo>
                <a:lnTo>
                  <a:pt x="149841" y="112448"/>
                </a:lnTo>
                <a:close/>
                <a:moveTo>
                  <a:pt x="154344" y="108712"/>
                </a:moveTo>
                <a:lnTo>
                  <a:pt x="158047" y="112448"/>
                </a:lnTo>
                <a:lnTo>
                  <a:pt x="158047" y="118152"/>
                </a:lnTo>
                <a:lnTo>
                  <a:pt x="156012" y="118152"/>
                </a:lnTo>
                <a:lnTo>
                  <a:pt x="154344" y="116484"/>
                </a:lnTo>
                <a:lnTo>
                  <a:pt x="154344" y="108712"/>
                </a:lnTo>
                <a:close/>
                <a:moveTo>
                  <a:pt x="160949" y="116718"/>
                </a:moveTo>
                <a:lnTo>
                  <a:pt x="165619" y="116718"/>
                </a:lnTo>
                <a:lnTo>
                  <a:pt x="168954" y="120054"/>
                </a:lnTo>
                <a:lnTo>
                  <a:pt x="168954" y="122222"/>
                </a:lnTo>
                <a:lnTo>
                  <a:pt x="164985" y="118252"/>
                </a:lnTo>
                <a:lnTo>
                  <a:pt x="159414" y="118252"/>
                </a:lnTo>
                <a:close/>
                <a:moveTo>
                  <a:pt x="169755" y="120054"/>
                </a:moveTo>
                <a:lnTo>
                  <a:pt x="173057" y="116718"/>
                </a:lnTo>
                <a:lnTo>
                  <a:pt x="177761" y="116718"/>
                </a:lnTo>
                <a:lnTo>
                  <a:pt x="179262" y="118252"/>
                </a:lnTo>
                <a:lnTo>
                  <a:pt x="173691" y="118252"/>
                </a:lnTo>
                <a:lnTo>
                  <a:pt x="169755" y="122222"/>
                </a:lnTo>
                <a:close/>
                <a:moveTo>
                  <a:pt x="180629" y="112448"/>
                </a:moveTo>
                <a:lnTo>
                  <a:pt x="184332" y="108712"/>
                </a:lnTo>
                <a:lnTo>
                  <a:pt x="184332" y="116484"/>
                </a:lnTo>
                <a:lnTo>
                  <a:pt x="182664" y="118152"/>
                </a:lnTo>
                <a:lnTo>
                  <a:pt x="180629" y="118152"/>
                </a:lnTo>
                <a:lnTo>
                  <a:pt x="180629" y="112448"/>
                </a:lnTo>
                <a:close/>
                <a:moveTo>
                  <a:pt x="185133" y="108712"/>
                </a:moveTo>
                <a:lnTo>
                  <a:pt x="188869" y="112448"/>
                </a:lnTo>
                <a:lnTo>
                  <a:pt x="188869" y="118152"/>
                </a:lnTo>
                <a:lnTo>
                  <a:pt x="186801" y="118152"/>
                </a:lnTo>
                <a:lnTo>
                  <a:pt x="185133" y="116484"/>
                </a:lnTo>
                <a:lnTo>
                  <a:pt x="185133" y="108712"/>
                </a:lnTo>
                <a:close/>
                <a:moveTo>
                  <a:pt x="191737" y="116718"/>
                </a:moveTo>
                <a:lnTo>
                  <a:pt x="196441" y="116718"/>
                </a:lnTo>
                <a:lnTo>
                  <a:pt x="199743" y="120054"/>
                </a:lnTo>
                <a:lnTo>
                  <a:pt x="199743" y="122222"/>
                </a:lnTo>
                <a:lnTo>
                  <a:pt x="195807" y="118252"/>
                </a:lnTo>
                <a:lnTo>
                  <a:pt x="190203" y="118252"/>
                </a:lnTo>
                <a:close/>
                <a:moveTo>
                  <a:pt x="200544" y="120054"/>
                </a:moveTo>
                <a:lnTo>
                  <a:pt x="203846" y="116718"/>
                </a:lnTo>
                <a:lnTo>
                  <a:pt x="208549" y="116718"/>
                </a:lnTo>
                <a:lnTo>
                  <a:pt x="210084" y="118252"/>
                </a:lnTo>
                <a:lnTo>
                  <a:pt x="204480" y="118252"/>
                </a:lnTo>
                <a:lnTo>
                  <a:pt x="200544" y="122222"/>
                </a:lnTo>
                <a:close/>
                <a:moveTo>
                  <a:pt x="211418" y="112448"/>
                </a:moveTo>
                <a:lnTo>
                  <a:pt x="215154" y="108712"/>
                </a:lnTo>
                <a:lnTo>
                  <a:pt x="215154" y="116484"/>
                </a:lnTo>
                <a:lnTo>
                  <a:pt x="213453" y="118152"/>
                </a:lnTo>
                <a:lnTo>
                  <a:pt x="211418" y="118152"/>
                </a:lnTo>
                <a:lnTo>
                  <a:pt x="211418" y="112448"/>
                </a:lnTo>
                <a:close/>
                <a:moveTo>
                  <a:pt x="215921" y="108712"/>
                </a:moveTo>
                <a:lnTo>
                  <a:pt x="219657" y="112448"/>
                </a:lnTo>
                <a:lnTo>
                  <a:pt x="219657" y="118152"/>
                </a:lnTo>
                <a:lnTo>
                  <a:pt x="217623" y="118152"/>
                </a:lnTo>
                <a:lnTo>
                  <a:pt x="215921" y="116484"/>
                </a:lnTo>
                <a:lnTo>
                  <a:pt x="215921" y="108712"/>
                </a:lnTo>
                <a:close/>
                <a:moveTo>
                  <a:pt x="222526" y="116718"/>
                </a:moveTo>
                <a:lnTo>
                  <a:pt x="227229" y="116718"/>
                </a:lnTo>
                <a:lnTo>
                  <a:pt x="230532" y="120054"/>
                </a:lnTo>
                <a:lnTo>
                  <a:pt x="230532" y="122222"/>
                </a:lnTo>
                <a:lnTo>
                  <a:pt x="226596" y="118252"/>
                </a:lnTo>
                <a:lnTo>
                  <a:pt x="220992" y="118252"/>
                </a:lnTo>
                <a:close/>
                <a:moveTo>
                  <a:pt x="231332" y="120054"/>
                </a:moveTo>
                <a:lnTo>
                  <a:pt x="234635" y="116718"/>
                </a:lnTo>
                <a:lnTo>
                  <a:pt x="239338" y="116718"/>
                </a:lnTo>
                <a:lnTo>
                  <a:pt x="240873" y="118252"/>
                </a:lnTo>
                <a:lnTo>
                  <a:pt x="235269" y="118252"/>
                </a:lnTo>
                <a:lnTo>
                  <a:pt x="231332" y="122222"/>
                </a:lnTo>
                <a:lnTo>
                  <a:pt x="231332" y="120054"/>
                </a:lnTo>
                <a:close/>
                <a:moveTo>
                  <a:pt x="241406" y="117685"/>
                </a:moveTo>
                <a:lnTo>
                  <a:pt x="239905" y="116184"/>
                </a:lnTo>
                <a:lnTo>
                  <a:pt x="239905" y="111481"/>
                </a:lnTo>
                <a:lnTo>
                  <a:pt x="243208" y="108178"/>
                </a:lnTo>
                <a:lnTo>
                  <a:pt x="245376" y="108178"/>
                </a:lnTo>
                <a:lnTo>
                  <a:pt x="241406" y="112114"/>
                </a:lnTo>
                <a:lnTo>
                  <a:pt x="241406" y="117685"/>
                </a:lnTo>
                <a:close/>
                <a:moveTo>
                  <a:pt x="243208" y="107378"/>
                </a:moveTo>
                <a:lnTo>
                  <a:pt x="239872" y="104042"/>
                </a:lnTo>
                <a:lnTo>
                  <a:pt x="239872" y="99372"/>
                </a:lnTo>
                <a:lnTo>
                  <a:pt x="241406" y="97838"/>
                </a:lnTo>
                <a:lnTo>
                  <a:pt x="241406" y="103408"/>
                </a:lnTo>
                <a:lnTo>
                  <a:pt x="245376" y="107378"/>
                </a:lnTo>
                <a:lnTo>
                  <a:pt x="243208" y="107378"/>
                </a:lnTo>
                <a:close/>
                <a:moveTo>
                  <a:pt x="241306" y="96470"/>
                </a:moveTo>
                <a:lnTo>
                  <a:pt x="235602" y="96470"/>
                </a:lnTo>
                <a:lnTo>
                  <a:pt x="231866" y="92767"/>
                </a:lnTo>
                <a:lnTo>
                  <a:pt x="239638" y="92767"/>
                </a:lnTo>
                <a:lnTo>
                  <a:pt x="241306" y="94435"/>
                </a:lnTo>
                <a:lnTo>
                  <a:pt x="241306" y="96470"/>
                </a:lnTo>
                <a:close/>
                <a:moveTo>
                  <a:pt x="231866" y="91967"/>
                </a:moveTo>
                <a:lnTo>
                  <a:pt x="235602" y="88264"/>
                </a:lnTo>
                <a:lnTo>
                  <a:pt x="241306" y="88264"/>
                </a:lnTo>
                <a:lnTo>
                  <a:pt x="241306" y="90299"/>
                </a:lnTo>
                <a:lnTo>
                  <a:pt x="239638" y="91967"/>
                </a:lnTo>
                <a:close/>
                <a:moveTo>
                  <a:pt x="241406" y="86896"/>
                </a:moveTo>
                <a:lnTo>
                  <a:pt x="239905" y="85362"/>
                </a:lnTo>
                <a:lnTo>
                  <a:pt x="239905" y="80692"/>
                </a:lnTo>
                <a:lnTo>
                  <a:pt x="243208" y="77356"/>
                </a:lnTo>
                <a:lnTo>
                  <a:pt x="245376" y="77356"/>
                </a:lnTo>
                <a:lnTo>
                  <a:pt x="241406" y="81326"/>
                </a:lnTo>
                <a:lnTo>
                  <a:pt x="241406" y="86896"/>
                </a:lnTo>
                <a:close/>
                <a:moveTo>
                  <a:pt x="243208" y="76589"/>
                </a:moveTo>
                <a:lnTo>
                  <a:pt x="239872" y="73253"/>
                </a:lnTo>
                <a:lnTo>
                  <a:pt x="239872" y="68583"/>
                </a:lnTo>
                <a:lnTo>
                  <a:pt x="241406" y="67049"/>
                </a:lnTo>
                <a:lnTo>
                  <a:pt x="241406" y="72620"/>
                </a:lnTo>
                <a:lnTo>
                  <a:pt x="245376" y="76589"/>
                </a:lnTo>
                <a:lnTo>
                  <a:pt x="243208" y="76589"/>
                </a:lnTo>
                <a:close/>
                <a:moveTo>
                  <a:pt x="241306" y="65681"/>
                </a:moveTo>
                <a:lnTo>
                  <a:pt x="235602" y="65681"/>
                </a:lnTo>
                <a:lnTo>
                  <a:pt x="231866" y="61979"/>
                </a:lnTo>
                <a:lnTo>
                  <a:pt x="239638" y="61979"/>
                </a:lnTo>
                <a:lnTo>
                  <a:pt x="241306" y="63646"/>
                </a:lnTo>
                <a:lnTo>
                  <a:pt x="241306" y="65681"/>
                </a:lnTo>
                <a:close/>
                <a:moveTo>
                  <a:pt x="231866" y="61178"/>
                </a:moveTo>
                <a:lnTo>
                  <a:pt x="235602" y="57475"/>
                </a:lnTo>
                <a:lnTo>
                  <a:pt x="241306" y="57475"/>
                </a:lnTo>
                <a:lnTo>
                  <a:pt x="241306" y="59510"/>
                </a:lnTo>
                <a:lnTo>
                  <a:pt x="239638" y="61178"/>
                </a:lnTo>
                <a:close/>
                <a:moveTo>
                  <a:pt x="241406" y="56108"/>
                </a:moveTo>
                <a:lnTo>
                  <a:pt x="239905" y="54573"/>
                </a:lnTo>
                <a:lnTo>
                  <a:pt x="239905" y="49903"/>
                </a:lnTo>
                <a:lnTo>
                  <a:pt x="243208" y="46568"/>
                </a:lnTo>
                <a:lnTo>
                  <a:pt x="245376" y="46568"/>
                </a:lnTo>
                <a:lnTo>
                  <a:pt x="241406" y="50537"/>
                </a:lnTo>
                <a:lnTo>
                  <a:pt x="241406" y="56108"/>
                </a:lnTo>
                <a:close/>
                <a:moveTo>
                  <a:pt x="243208" y="45800"/>
                </a:moveTo>
                <a:lnTo>
                  <a:pt x="239872" y="42465"/>
                </a:lnTo>
                <a:lnTo>
                  <a:pt x="239872" y="37795"/>
                </a:lnTo>
                <a:lnTo>
                  <a:pt x="241406" y="36260"/>
                </a:lnTo>
                <a:lnTo>
                  <a:pt x="241406" y="41831"/>
                </a:lnTo>
                <a:lnTo>
                  <a:pt x="245376" y="45800"/>
                </a:lnTo>
                <a:close/>
                <a:moveTo>
                  <a:pt x="241306" y="34893"/>
                </a:moveTo>
                <a:lnTo>
                  <a:pt x="235602" y="34893"/>
                </a:lnTo>
                <a:lnTo>
                  <a:pt x="231866" y="31190"/>
                </a:lnTo>
                <a:lnTo>
                  <a:pt x="239638" y="31190"/>
                </a:lnTo>
                <a:lnTo>
                  <a:pt x="241306" y="32858"/>
                </a:lnTo>
                <a:lnTo>
                  <a:pt x="241306" y="34893"/>
                </a:lnTo>
                <a:close/>
                <a:moveTo>
                  <a:pt x="231866" y="30389"/>
                </a:moveTo>
                <a:lnTo>
                  <a:pt x="235602" y="26653"/>
                </a:lnTo>
                <a:lnTo>
                  <a:pt x="241306" y="26653"/>
                </a:lnTo>
                <a:lnTo>
                  <a:pt x="241306" y="28721"/>
                </a:lnTo>
                <a:lnTo>
                  <a:pt x="239638" y="30389"/>
                </a:lnTo>
                <a:close/>
                <a:moveTo>
                  <a:pt x="241406" y="25319"/>
                </a:moveTo>
                <a:lnTo>
                  <a:pt x="239905" y="23785"/>
                </a:lnTo>
                <a:lnTo>
                  <a:pt x="239905" y="19115"/>
                </a:lnTo>
                <a:lnTo>
                  <a:pt x="243208" y="15779"/>
                </a:lnTo>
                <a:lnTo>
                  <a:pt x="245376" y="15779"/>
                </a:lnTo>
                <a:lnTo>
                  <a:pt x="241406" y="19748"/>
                </a:lnTo>
                <a:lnTo>
                  <a:pt x="241406" y="25319"/>
                </a:lnTo>
                <a:close/>
                <a:moveTo>
                  <a:pt x="243208" y="15012"/>
                </a:moveTo>
                <a:lnTo>
                  <a:pt x="239872" y="11676"/>
                </a:lnTo>
                <a:lnTo>
                  <a:pt x="239872" y="6973"/>
                </a:lnTo>
                <a:lnTo>
                  <a:pt x="241406" y="5471"/>
                </a:lnTo>
                <a:lnTo>
                  <a:pt x="241406" y="11042"/>
                </a:lnTo>
                <a:lnTo>
                  <a:pt x="245376" y="15012"/>
                </a:lnTo>
                <a:lnTo>
                  <a:pt x="243208" y="15012"/>
                </a:lnTo>
                <a:close/>
                <a:moveTo>
                  <a:pt x="239638" y="401"/>
                </a:moveTo>
                <a:lnTo>
                  <a:pt x="241306" y="2069"/>
                </a:lnTo>
                <a:lnTo>
                  <a:pt x="241306" y="4104"/>
                </a:lnTo>
                <a:lnTo>
                  <a:pt x="235602" y="4104"/>
                </a:lnTo>
                <a:lnTo>
                  <a:pt x="231866" y="401"/>
                </a:lnTo>
                <a:close/>
                <a:moveTo>
                  <a:pt x="229965" y="401"/>
                </a:moveTo>
                <a:lnTo>
                  <a:pt x="226262" y="4104"/>
                </a:lnTo>
                <a:lnTo>
                  <a:pt x="220558" y="4104"/>
                </a:lnTo>
                <a:lnTo>
                  <a:pt x="220558" y="2069"/>
                </a:lnTo>
                <a:lnTo>
                  <a:pt x="222226" y="401"/>
                </a:lnTo>
                <a:close/>
                <a:moveTo>
                  <a:pt x="219290" y="401"/>
                </a:moveTo>
                <a:lnTo>
                  <a:pt x="221092" y="401"/>
                </a:lnTo>
                <a:lnTo>
                  <a:pt x="219757" y="1735"/>
                </a:lnTo>
                <a:lnTo>
                  <a:pt x="219757" y="3804"/>
                </a:lnTo>
                <a:lnTo>
                  <a:pt x="218457" y="2503"/>
                </a:lnTo>
                <a:lnTo>
                  <a:pt x="218457" y="1202"/>
                </a:lnTo>
                <a:close/>
                <a:moveTo>
                  <a:pt x="216755" y="2936"/>
                </a:moveTo>
                <a:lnTo>
                  <a:pt x="218056" y="2936"/>
                </a:lnTo>
                <a:lnTo>
                  <a:pt x="219324" y="4204"/>
                </a:lnTo>
                <a:lnTo>
                  <a:pt x="217456" y="4204"/>
                </a:lnTo>
                <a:lnTo>
                  <a:pt x="217156" y="4337"/>
                </a:lnTo>
                <a:lnTo>
                  <a:pt x="215921" y="5572"/>
                </a:lnTo>
                <a:lnTo>
                  <a:pt x="215921" y="3770"/>
                </a:lnTo>
                <a:close/>
                <a:moveTo>
                  <a:pt x="214320" y="2936"/>
                </a:moveTo>
                <a:lnTo>
                  <a:pt x="215154" y="3737"/>
                </a:lnTo>
                <a:lnTo>
                  <a:pt x="215154" y="5572"/>
                </a:lnTo>
                <a:lnTo>
                  <a:pt x="213887" y="4337"/>
                </a:lnTo>
                <a:lnTo>
                  <a:pt x="213620" y="4204"/>
                </a:lnTo>
                <a:lnTo>
                  <a:pt x="211718" y="4204"/>
                </a:lnTo>
                <a:lnTo>
                  <a:pt x="213019" y="2936"/>
                </a:lnTo>
                <a:lnTo>
                  <a:pt x="214320" y="2936"/>
                </a:lnTo>
                <a:close/>
                <a:moveTo>
                  <a:pt x="211785" y="401"/>
                </a:moveTo>
                <a:lnTo>
                  <a:pt x="212586" y="1202"/>
                </a:lnTo>
                <a:lnTo>
                  <a:pt x="212586" y="2503"/>
                </a:lnTo>
                <a:lnTo>
                  <a:pt x="211318" y="3804"/>
                </a:lnTo>
                <a:lnTo>
                  <a:pt x="211318" y="1735"/>
                </a:lnTo>
                <a:lnTo>
                  <a:pt x="209950" y="401"/>
                </a:lnTo>
                <a:lnTo>
                  <a:pt x="211785" y="401"/>
                </a:lnTo>
                <a:close/>
                <a:moveTo>
                  <a:pt x="208850" y="401"/>
                </a:moveTo>
                <a:lnTo>
                  <a:pt x="210518" y="2069"/>
                </a:lnTo>
                <a:lnTo>
                  <a:pt x="210518" y="4104"/>
                </a:lnTo>
                <a:lnTo>
                  <a:pt x="204813" y="4104"/>
                </a:lnTo>
                <a:lnTo>
                  <a:pt x="201077" y="401"/>
                </a:lnTo>
                <a:close/>
                <a:moveTo>
                  <a:pt x="199176" y="401"/>
                </a:moveTo>
                <a:lnTo>
                  <a:pt x="195473" y="4104"/>
                </a:lnTo>
                <a:lnTo>
                  <a:pt x="189736" y="4104"/>
                </a:lnTo>
                <a:lnTo>
                  <a:pt x="189736" y="2069"/>
                </a:lnTo>
                <a:lnTo>
                  <a:pt x="191437" y="401"/>
                </a:lnTo>
                <a:close/>
                <a:moveTo>
                  <a:pt x="188502" y="401"/>
                </a:moveTo>
                <a:lnTo>
                  <a:pt x="190303" y="401"/>
                </a:lnTo>
                <a:lnTo>
                  <a:pt x="188969" y="1735"/>
                </a:lnTo>
                <a:lnTo>
                  <a:pt x="188969" y="3804"/>
                </a:lnTo>
                <a:lnTo>
                  <a:pt x="187668" y="2503"/>
                </a:lnTo>
                <a:lnTo>
                  <a:pt x="187668" y="1202"/>
                </a:lnTo>
                <a:close/>
                <a:moveTo>
                  <a:pt x="185967" y="2936"/>
                </a:moveTo>
                <a:lnTo>
                  <a:pt x="187268" y="2936"/>
                </a:lnTo>
                <a:lnTo>
                  <a:pt x="188535" y="4204"/>
                </a:lnTo>
                <a:lnTo>
                  <a:pt x="186667" y="4204"/>
                </a:lnTo>
                <a:lnTo>
                  <a:pt x="186367" y="4337"/>
                </a:lnTo>
                <a:lnTo>
                  <a:pt x="185133" y="5572"/>
                </a:lnTo>
                <a:lnTo>
                  <a:pt x="185133" y="3770"/>
                </a:lnTo>
                <a:close/>
                <a:moveTo>
                  <a:pt x="183532" y="2936"/>
                </a:moveTo>
                <a:lnTo>
                  <a:pt x="184332" y="3737"/>
                </a:lnTo>
                <a:lnTo>
                  <a:pt x="184332" y="5572"/>
                </a:lnTo>
                <a:lnTo>
                  <a:pt x="183098" y="4337"/>
                </a:lnTo>
                <a:lnTo>
                  <a:pt x="182831" y="4204"/>
                </a:lnTo>
                <a:lnTo>
                  <a:pt x="180930" y="4204"/>
                </a:lnTo>
                <a:lnTo>
                  <a:pt x="182231" y="2936"/>
                </a:lnTo>
                <a:lnTo>
                  <a:pt x="183532" y="2936"/>
                </a:lnTo>
                <a:close/>
                <a:moveTo>
                  <a:pt x="180996" y="401"/>
                </a:moveTo>
                <a:lnTo>
                  <a:pt x="181797" y="1202"/>
                </a:lnTo>
                <a:lnTo>
                  <a:pt x="181797" y="2503"/>
                </a:lnTo>
                <a:lnTo>
                  <a:pt x="180529" y="3804"/>
                </a:lnTo>
                <a:lnTo>
                  <a:pt x="180529" y="1735"/>
                </a:lnTo>
                <a:lnTo>
                  <a:pt x="179162" y="401"/>
                </a:lnTo>
                <a:lnTo>
                  <a:pt x="180996" y="401"/>
                </a:lnTo>
                <a:close/>
                <a:moveTo>
                  <a:pt x="178061" y="401"/>
                </a:moveTo>
                <a:lnTo>
                  <a:pt x="179729" y="2069"/>
                </a:lnTo>
                <a:lnTo>
                  <a:pt x="179729" y="4104"/>
                </a:lnTo>
                <a:lnTo>
                  <a:pt x="174025" y="4104"/>
                </a:lnTo>
                <a:lnTo>
                  <a:pt x="170289" y="401"/>
                </a:lnTo>
                <a:close/>
                <a:moveTo>
                  <a:pt x="168387" y="401"/>
                </a:moveTo>
                <a:lnTo>
                  <a:pt x="164685" y="4104"/>
                </a:lnTo>
                <a:lnTo>
                  <a:pt x="158947" y="4104"/>
                </a:lnTo>
                <a:lnTo>
                  <a:pt x="158947" y="2069"/>
                </a:lnTo>
                <a:lnTo>
                  <a:pt x="160649" y="401"/>
                </a:lnTo>
                <a:close/>
                <a:moveTo>
                  <a:pt x="157713" y="401"/>
                </a:moveTo>
                <a:lnTo>
                  <a:pt x="159514" y="401"/>
                </a:lnTo>
                <a:lnTo>
                  <a:pt x="158180" y="1735"/>
                </a:lnTo>
                <a:lnTo>
                  <a:pt x="158180" y="3804"/>
                </a:lnTo>
                <a:lnTo>
                  <a:pt x="156879" y="2503"/>
                </a:lnTo>
                <a:lnTo>
                  <a:pt x="156879" y="1202"/>
                </a:lnTo>
                <a:close/>
                <a:moveTo>
                  <a:pt x="155178" y="2936"/>
                </a:moveTo>
                <a:lnTo>
                  <a:pt x="156479" y="2936"/>
                </a:lnTo>
                <a:lnTo>
                  <a:pt x="157746" y="4204"/>
                </a:lnTo>
                <a:lnTo>
                  <a:pt x="155845" y="4204"/>
                </a:lnTo>
                <a:lnTo>
                  <a:pt x="155578" y="4337"/>
                </a:lnTo>
                <a:lnTo>
                  <a:pt x="154344" y="5572"/>
                </a:lnTo>
                <a:lnTo>
                  <a:pt x="154344" y="3770"/>
                </a:lnTo>
                <a:close/>
                <a:moveTo>
                  <a:pt x="152743" y="2936"/>
                </a:moveTo>
                <a:lnTo>
                  <a:pt x="153543" y="3737"/>
                </a:lnTo>
                <a:lnTo>
                  <a:pt x="153543" y="5572"/>
                </a:lnTo>
                <a:lnTo>
                  <a:pt x="152309" y="4337"/>
                </a:lnTo>
                <a:lnTo>
                  <a:pt x="152042" y="4204"/>
                </a:lnTo>
                <a:lnTo>
                  <a:pt x="150141" y="4204"/>
                </a:lnTo>
                <a:lnTo>
                  <a:pt x="151442" y="2936"/>
                </a:lnTo>
                <a:lnTo>
                  <a:pt x="152743" y="2936"/>
                </a:lnTo>
                <a:close/>
                <a:moveTo>
                  <a:pt x="150174" y="401"/>
                </a:moveTo>
                <a:lnTo>
                  <a:pt x="151008" y="1202"/>
                </a:lnTo>
                <a:lnTo>
                  <a:pt x="151008" y="2503"/>
                </a:lnTo>
                <a:lnTo>
                  <a:pt x="149741" y="3804"/>
                </a:lnTo>
                <a:lnTo>
                  <a:pt x="149741" y="1735"/>
                </a:lnTo>
                <a:lnTo>
                  <a:pt x="148373" y="401"/>
                </a:lnTo>
                <a:lnTo>
                  <a:pt x="150174" y="401"/>
                </a:lnTo>
                <a:close/>
                <a:moveTo>
                  <a:pt x="147272" y="401"/>
                </a:moveTo>
                <a:lnTo>
                  <a:pt x="148940" y="2069"/>
                </a:lnTo>
                <a:lnTo>
                  <a:pt x="148940" y="4104"/>
                </a:lnTo>
                <a:lnTo>
                  <a:pt x="143236" y="4104"/>
                </a:lnTo>
                <a:lnTo>
                  <a:pt x="139500" y="401"/>
                </a:lnTo>
                <a:close/>
                <a:moveTo>
                  <a:pt x="137599" y="401"/>
                </a:moveTo>
                <a:lnTo>
                  <a:pt x="133863" y="4104"/>
                </a:lnTo>
                <a:lnTo>
                  <a:pt x="128159" y="4104"/>
                </a:lnTo>
                <a:lnTo>
                  <a:pt x="128159" y="2069"/>
                </a:lnTo>
                <a:lnTo>
                  <a:pt x="129860" y="401"/>
                </a:lnTo>
                <a:close/>
                <a:moveTo>
                  <a:pt x="126924" y="401"/>
                </a:moveTo>
                <a:lnTo>
                  <a:pt x="128726" y="401"/>
                </a:lnTo>
                <a:lnTo>
                  <a:pt x="127391" y="1735"/>
                </a:lnTo>
                <a:lnTo>
                  <a:pt x="127391" y="3804"/>
                </a:lnTo>
                <a:lnTo>
                  <a:pt x="126091" y="2503"/>
                </a:lnTo>
                <a:lnTo>
                  <a:pt x="126091" y="1202"/>
                </a:lnTo>
                <a:close/>
                <a:moveTo>
                  <a:pt x="124389" y="2936"/>
                </a:moveTo>
                <a:lnTo>
                  <a:pt x="125657" y="2936"/>
                </a:lnTo>
                <a:lnTo>
                  <a:pt x="126958" y="4204"/>
                </a:lnTo>
                <a:lnTo>
                  <a:pt x="125056" y="4204"/>
                </a:lnTo>
                <a:lnTo>
                  <a:pt x="124790" y="4337"/>
                </a:lnTo>
                <a:lnTo>
                  <a:pt x="123555" y="5572"/>
                </a:lnTo>
                <a:lnTo>
                  <a:pt x="123555" y="3770"/>
                </a:lnTo>
                <a:close/>
                <a:moveTo>
                  <a:pt x="121954" y="2936"/>
                </a:moveTo>
                <a:lnTo>
                  <a:pt x="122755" y="3737"/>
                </a:lnTo>
                <a:lnTo>
                  <a:pt x="122755" y="5572"/>
                </a:lnTo>
                <a:lnTo>
                  <a:pt x="121521" y="4337"/>
                </a:lnTo>
                <a:lnTo>
                  <a:pt x="121254" y="4204"/>
                </a:lnTo>
                <a:lnTo>
                  <a:pt x="119352" y="4204"/>
                </a:lnTo>
                <a:lnTo>
                  <a:pt x="120653" y="2936"/>
                </a:lnTo>
                <a:lnTo>
                  <a:pt x="121954" y="2936"/>
                </a:lnTo>
                <a:close/>
                <a:moveTo>
                  <a:pt x="119386" y="401"/>
                </a:moveTo>
                <a:lnTo>
                  <a:pt x="120220" y="1202"/>
                </a:lnTo>
                <a:lnTo>
                  <a:pt x="120220" y="2503"/>
                </a:lnTo>
                <a:lnTo>
                  <a:pt x="118952" y="3804"/>
                </a:lnTo>
                <a:lnTo>
                  <a:pt x="118952" y="1735"/>
                </a:lnTo>
                <a:lnTo>
                  <a:pt x="117584" y="401"/>
                </a:lnTo>
                <a:lnTo>
                  <a:pt x="119386" y="401"/>
                </a:lnTo>
                <a:close/>
                <a:moveTo>
                  <a:pt x="116450" y="401"/>
                </a:moveTo>
                <a:lnTo>
                  <a:pt x="118152" y="2069"/>
                </a:lnTo>
                <a:lnTo>
                  <a:pt x="118152" y="4104"/>
                </a:lnTo>
                <a:lnTo>
                  <a:pt x="112447" y="4104"/>
                </a:lnTo>
                <a:lnTo>
                  <a:pt x="108711" y="401"/>
                </a:lnTo>
                <a:close/>
                <a:moveTo>
                  <a:pt x="106810" y="401"/>
                </a:moveTo>
                <a:lnTo>
                  <a:pt x="103074" y="4104"/>
                </a:lnTo>
                <a:lnTo>
                  <a:pt x="97370" y="4104"/>
                </a:lnTo>
                <a:lnTo>
                  <a:pt x="97370" y="2069"/>
                </a:lnTo>
                <a:lnTo>
                  <a:pt x="99071" y="401"/>
                </a:lnTo>
                <a:close/>
                <a:moveTo>
                  <a:pt x="96136" y="401"/>
                </a:moveTo>
                <a:lnTo>
                  <a:pt x="97937" y="401"/>
                </a:lnTo>
                <a:lnTo>
                  <a:pt x="96569" y="1735"/>
                </a:lnTo>
                <a:lnTo>
                  <a:pt x="96569" y="3804"/>
                </a:lnTo>
                <a:lnTo>
                  <a:pt x="95302" y="2503"/>
                </a:lnTo>
                <a:lnTo>
                  <a:pt x="95302" y="1202"/>
                </a:lnTo>
                <a:close/>
                <a:moveTo>
                  <a:pt x="93567" y="2936"/>
                </a:moveTo>
                <a:lnTo>
                  <a:pt x="94868" y="2936"/>
                </a:lnTo>
                <a:lnTo>
                  <a:pt x="96169" y="4204"/>
                </a:lnTo>
                <a:lnTo>
                  <a:pt x="94268" y="4204"/>
                </a:lnTo>
                <a:lnTo>
                  <a:pt x="94001" y="4337"/>
                </a:lnTo>
                <a:lnTo>
                  <a:pt x="92767" y="5572"/>
                </a:lnTo>
                <a:lnTo>
                  <a:pt x="92767" y="3770"/>
                </a:lnTo>
                <a:close/>
                <a:moveTo>
                  <a:pt x="91166" y="2936"/>
                </a:moveTo>
                <a:lnTo>
                  <a:pt x="91966" y="3737"/>
                </a:lnTo>
                <a:lnTo>
                  <a:pt x="91966" y="5572"/>
                </a:lnTo>
                <a:lnTo>
                  <a:pt x="90732" y="4337"/>
                </a:lnTo>
                <a:lnTo>
                  <a:pt x="90465" y="4204"/>
                </a:lnTo>
                <a:lnTo>
                  <a:pt x="88564" y="4204"/>
                </a:lnTo>
                <a:lnTo>
                  <a:pt x="89865" y="2936"/>
                </a:lnTo>
                <a:lnTo>
                  <a:pt x="91166" y="2936"/>
                </a:lnTo>
                <a:close/>
                <a:moveTo>
                  <a:pt x="88597" y="401"/>
                </a:moveTo>
                <a:lnTo>
                  <a:pt x="89431" y="1202"/>
                </a:lnTo>
                <a:lnTo>
                  <a:pt x="89431" y="2503"/>
                </a:lnTo>
                <a:lnTo>
                  <a:pt x="88130" y="3804"/>
                </a:lnTo>
                <a:lnTo>
                  <a:pt x="88130" y="1735"/>
                </a:lnTo>
                <a:lnTo>
                  <a:pt x="86796" y="401"/>
                </a:lnTo>
                <a:lnTo>
                  <a:pt x="88597" y="401"/>
                </a:lnTo>
                <a:close/>
                <a:moveTo>
                  <a:pt x="85662" y="401"/>
                </a:moveTo>
                <a:lnTo>
                  <a:pt x="87363" y="2069"/>
                </a:lnTo>
                <a:lnTo>
                  <a:pt x="87363" y="4104"/>
                </a:lnTo>
                <a:lnTo>
                  <a:pt x="81659" y="4104"/>
                </a:lnTo>
                <a:lnTo>
                  <a:pt x="77923" y="401"/>
                </a:lnTo>
                <a:close/>
                <a:moveTo>
                  <a:pt x="76021" y="401"/>
                </a:moveTo>
                <a:lnTo>
                  <a:pt x="72285" y="4104"/>
                </a:lnTo>
                <a:lnTo>
                  <a:pt x="66581" y="4104"/>
                </a:lnTo>
                <a:lnTo>
                  <a:pt x="66581" y="2069"/>
                </a:lnTo>
                <a:lnTo>
                  <a:pt x="68249" y="401"/>
                </a:lnTo>
                <a:close/>
                <a:moveTo>
                  <a:pt x="65347" y="401"/>
                </a:moveTo>
                <a:lnTo>
                  <a:pt x="67148" y="401"/>
                </a:lnTo>
                <a:lnTo>
                  <a:pt x="65781" y="1735"/>
                </a:lnTo>
                <a:lnTo>
                  <a:pt x="65781" y="3804"/>
                </a:lnTo>
                <a:lnTo>
                  <a:pt x="64513" y="2503"/>
                </a:lnTo>
                <a:lnTo>
                  <a:pt x="64513" y="1202"/>
                </a:lnTo>
                <a:close/>
                <a:moveTo>
                  <a:pt x="62779" y="2936"/>
                </a:moveTo>
                <a:lnTo>
                  <a:pt x="64080" y="2936"/>
                </a:lnTo>
                <a:lnTo>
                  <a:pt x="65381" y="4204"/>
                </a:lnTo>
                <a:lnTo>
                  <a:pt x="63479" y="4204"/>
                </a:lnTo>
                <a:lnTo>
                  <a:pt x="63212" y="4337"/>
                </a:lnTo>
                <a:lnTo>
                  <a:pt x="61978" y="5572"/>
                </a:lnTo>
                <a:lnTo>
                  <a:pt x="61978" y="3770"/>
                </a:lnTo>
                <a:close/>
                <a:moveTo>
                  <a:pt x="60344" y="2936"/>
                </a:moveTo>
                <a:lnTo>
                  <a:pt x="61178" y="3737"/>
                </a:lnTo>
                <a:lnTo>
                  <a:pt x="61178" y="5572"/>
                </a:lnTo>
                <a:lnTo>
                  <a:pt x="59943" y="4337"/>
                </a:lnTo>
                <a:lnTo>
                  <a:pt x="59676" y="4204"/>
                </a:lnTo>
                <a:lnTo>
                  <a:pt x="57775" y="4204"/>
                </a:lnTo>
                <a:lnTo>
                  <a:pt x="59043" y="2936"/>
                </a:lnTo>
                <a:lnTo>
                  <a:pt x="60344" y="2936"/>
                </a:lnTo>
                <a:close/>
                <a:moveTo>
                  <a:pt x="57808" y="401"/>
                </a:moveTo>
                <a:lnTo>
                  <a:pt x="58642" y="1202"/>
                </a:lnTo>
                <a:lnTo>
                  <a:pt x="58642" y="2503"/>
                </a:lnTo>
                <a:lnTo>
                  <a:pt x="57341" y="3804"/>
                </a:lnTo>
                <a:lnTo>
                  <a:pt x="57341" y="1735"/>
                </a:lnTo>
                <a:lnTo>
                  <a:pt x="56007" y="401"/>
                </a:lnTo>
                <a:lnTo>
                  <a:pt x="57808" y="401"/>
                </a:lnTo>
                <a:close/>
                <a:moveTo>
                  <a:pt x="54873" y="401"/>
                </a:moveTo>
                <a:lnTo>
                  <a:pt x="56574" y="2069"/>
                </a:lnTo>
                <a:lnTo>
                  <a:pt x="56574" y="4104"/>
                </a:lnTo>
                <a:lnTo>
                  <a:pt x="50837" y="4104"/>
                </a:lnTo>
                <a:lnTo>
                  <a:pt x="47134" y="401"/>
                </a:lnTo>
                <a:close/>
                <a:moveTo>
                  <a:pt x="45233" y="401"/>
                </a:moveTo>
                <a:lnTo>
                  <a:pt x="41497" y="4104"/>
                </a:lnTo>
                <a:lnTo>
                  <a:pt x="35793" y="4104"/>
                </a:lnTo>
                <a:lnTo>
                  <a:pt x="35793" y="2069"/>
                </a:lnTo>
                <a:lnTo>
                  <a:pt x="37461" y="401"/>
                </a:lnTo>
                <a:close/>
                <a:moveTo>
                  <a:pt x="34525" y="401"/>
                </a:moveTo>
                <a:lnTo>
                  <a:pt x="36360" y="401"/>
                </a:lnTo>
                <a:lnTo>
                  <a:pt x="34992" y="1735"/>
                </a:lnTo>
                <a:lnTo>
                  <a:pt x="34992" y="3804"/>
                </a:lnTo>
                <a:lnTo>
                  <a:pt x="33725" y="2503"/>
                </a:lnTo>
                <a:lnTo>
                  <a:pt x="33725" y="1202"/>
                </a:lnTo>
                <a:close/>
                <a:moveTo>
                  <a:pt x="31990" y="2936"/>
                </a:moveTo>
                <a:lnTo>
                  <a:pt x="33291" y="2936"/>
                </a:lnTo>
                <a:lnTo>
                  <a:pt x="34592" y="4204"/>
                </a:lnTo>
                <a:lnTo>
                  <a:pt x="32691" y="4204"/>
                </a:lnTo>
                <a:lnTo>
                  <a:pt x="32424" y="4337"/>
                </a:lnTo>
                <a:lnTo>
                  <a:pt x="31189" y="5572"/>
                </a:lnTo>
                <a:lnTo>
                  <a:pt x="31189" y="3770"/>
                </a:lnTo>
                <a:close/>
                <a:moveTo>
                  <a:pt x="29555" y="2936"/>
                </a:moveTo>
                <a:lnTo>
                  <a:pt x="30389" y="3737"/>
                </a:lnTo>
                <a:lnTo>
                  <a:pt x="30389" y="5572"/>
                </a:lnTo>
                <a:lnTo>
                  <a:pt x="29155" y="4337"/>
                </a:lnTo>
                <a:lnTo>
                  <a:pt x="28854" y="4204"/>
                </a:lnTo>
                <a:lnTo>
                  <a:pt x="26986" y="4204"/>
                </a:lnTo>
                <a:lnTo>
                  <a:pt x="28254" y="2936"/>
                </a:lnTo>
                <a:lnTo>
                  <a:pt x="29555" y="2936"/>
                </a:lnTo>
                <a:close/>
                <a:moveTo>
                  <a:pt x="27020" y="401"/>
                </a:moveTo>
                <a:lnTo>
                  <a:pt x="27854" y="1202"/>
                </a:lnTo>
                <a:lnTo>
                  <a:pt x="27854" y="2503"/>
                </a:lnTo>
                <a:lnTo>
                  <a:pt x="26553" y="3804"/>
                </a:lnTo>
                <a:lnTo>
                  <a:pt x="26553" y="1735"/>
                </a:lnTo>
                <a:lnTo>
                  <a:pt x="25219" y="401"/>
                </a:lnTo>
                <a:lnTo>
                  <a:pt x="27020" y="401"/>
                </a:lnTo>
                <a:close/>
                <a:moveTo>
                  <a:pt x="24084" y="401"/>
                </a:moveTo>
                <a:lnTo>
                  <a:pt x="25786" y="2069"/>
                </a:lnTo>
                <a:lnTo>
                  <a:pt x="25786" y="4104"/>
                </a:lnTo>
                <a:lnTo>
                  <a:pt x="20048" y="4104"/>
                </a:lnTo>
                <a:lnTo>
                  <a:pt x="16346" y="401"/>
                </a:lnTo>
                <a:close/>
                <a:moveTo>
                  <a:pt x="14444" y="401"/>
                </a:moveTo>
                <a:lnTo>
                  <a:pt x="10708" y="4104"/>
                </a:lnTo>
                <a:lnTo>
                  <a:pt x="5004" y="4104"/>
                </a:lnTo>
                <a:lnTo>
                  <a:pt x="5004" y="2069"/>
                </a:lnTo>
                <a:lnTo>
                  <a:pt x="6672" y="401"/>
                </a:lnTo>
                <a:close/>
                <a:moveTo>
                  <a:pt x="3736" y="401"/>
                </a:moveTo>
                <a:lnTo>
                  <a:pt x="5571" y="401"/>
                </a:lnTo>
                <a:lnTo>
                  <a:pt x="4203" y="1735"/>
                </a:lnTo>
                <a:lnTo>
                  <a:pt x="4203" y="3804"/>
                </a:lnTo>
                <a:lnTo>
                  <a:pt x="2936" y="2503"/>
                </a:lnTo>
                <a:lnTo>
                  <a:pt x="2936" y="1202"/>
                </a:lnTo>
                <a:close/>
                <a:moveTo>
                  <a:pt x="367" y="3737"/>
                </a:moveTo>
                <a:lnTo>
                  <a:pt x="1201" y="2936"/>
                </a:lnTo>
                <a:lnTo>
                  <a:pt x="2502" y="2936"/>
                </a:lnTo>
                <a:lnTo>
                  <a:pt x="3803" y="4204"/>
                </a:lnTo>
                <a:lnTo>
                  <a:pt x="1902" y="4204"/>
                </a:lnTo>
                <a:lnTo>
                  <a:pt x="1635" y="4337"/>
                </a:lnTo>
                <a:lnTo>
                  <a:pt x="367" y="5572"/>
                </a:lnTo>
                <a:lnTo>
                  <a:pt x="367" y="3737"/>
                </a:lnTo>
                <a:close/>
                <a:moveTo>
                  <a:pt x="367" y="6672"/>
                </a:moveTo>
                <a:lnTo>
                  <a:pt x="2069" y="5004"/>
                </a:lnTo>
                <a:lnTo>
                  <a:pt x="4103" y="5004"/>
                </a:lnTo>
                <a:lnTo>
                  <a:pt x="4103" y="10709"/>
                </a:lnTo>
                <a:lnTo>
                  <a:pt x="367" y="14445"/>
                </a:lnTo>
                <a:close/>
                <a:moveTo>
                  <a:pt x="367" y="16346"/>
                </a:moveTo>
                <a:lnTo>
                  <a:pt x="4103" y="20082"/>
                </a:lnTo>
                <a:lnTo>
                  <a:pt x="4103" y="25786"/>
                </a:lnTo>
                <a:lnTo>
                  <a:pt x="2069" y="25786"/>
                </a:lnTo>
                <a:lnTo>
                  <a:pt x="367" y="24085"/>
                </a:lnTo>
                <a:close/>
                <a:moveTo>
                  <a:pt x="1201" y="27854"/>
                </a:moveTo>
                <a:lnTo>
                  <a:pt x="367" y="27020"/>
                </a:lnTo>
                <a:lnTo>
                  <a:pt x="367" y="25219"/>
                </a:lnTo>
                <a:lnTo>
                  <a:pt x="1635" y="26453"/>
                </a:lnTo>
                <a:lnTo>
                  <a:pt x="1902" y="26587"/>
                </a:lnTo>
                <a:lnTo>
                  <a:pt x="3803" y="26587"/>
                </a:lnTo>
                <a:lnTo>
                  <a:pt x="2502" y="27854"/>
                </a:lnTo>
                <a:lnTo>
                  <a:pt x="1201" y="27854"/>
                </a:lnTo>
                <a:close/>
                <a:moveTo>
                  <a:pt x="2936" y="29555"/>
                </a:moveTo>
                <a:lnTo>
                  <a:pt x="2936" y="28254"/>
                </a:lnTo>
                <a:lnTo>
                  <a:pt x="4203" y="26987"/>
                </a:lnTo>
                <a:lnTo>
                  <a:pt x="4203" y="29022"/>
                </a:lnTo>
                <a:lnTo>
                  <a:pt x="5571" y="30389"/>
                </a:lnTo>
                <a:lnTo>
                  <a:pt x="3736" y="30389"/>
                </a:lnTo>
                <a:close/>
                <a:moveTo>
                  <a:pt x="3736" y="31190"/>
                </a:moveTo>
                <a:lnTo>
                  <a:pt x="5571" y="31190"/>
                </a:lnTo>
                <a:lnTo>
                  <a:pt x="4203" y="32524"/>
                </a:lnTo>
                <a:lnTo>
                  <a:pt x="4203" y="34592"/>
                </a:lnTo>
                <a:lnTo>
                  <a:pt x="2936" y="33291"/>
                </a:lnTo>
                <a:lnTo>
                  <a:pt x="2936" y="31990"/>
                </a:lnTo>
                <a:close/>
                <a:moveTo>
                  <a:pt x="367" y="34559"/>
                </a:moveTo>
                <a:lnTo>
                  <a:pt x="1201" y="33725"/>
                </a:lnTo>
                <a:lnTo>
                  <a:pt x="2502" y="33725"/>
                </a:lnTo>
                <a:lnTo>
                  <a:pt x="3803" y="34993"/>
                </a:lnTo>
                <a:lnTo>
                  <a:pt x="1902" y="34993"/>
                </a:lnTo>
                <a:lnTo>
                  <a:pt x="1635" y="35126"/>
                </a:lnTo>
                <a:lnTo>
                  <a:pt x="367" y="36360"/>
                </a:lnTo>
                <a:lnTo>
                  <a:pt x="367" y="34559"/>
                </a:lnTo>
                <a:close/>
                <a:moveTo>
                  <a:pt x="367" y="37494"/>
                </a:moveTo>
                <a:lnTo>
                  <a:pt x="2069" y="35793"/>
                </a:lnTo>
                <a:lnTo>
                  <a:pt x="4103" y="35793"/>
                </a:lnTo>
                <a:lnTo>
                  <a:pt x="4103" y="41497"/>
                </a:lnTo>
                <a:lnTo>
                  <a:pt x="367" y="45233"/>
                </a:lnTo>
                <a:close/>
                <a:moveTo>
                  <a:pt x="367" y="47135"/>
                </a:moveTo>
                <a:lnTo>
                  <a:pt x="4103" y="50871"/>
                </a:lnTo>
                <a:lnTo>
                  <a:pt x="4103" y="56575"/>
                </a:lnTo>
                <a:lnTo>
                  <a:pt x="2069" y="56575"/>
                </a:lnTo>
                <a:lnTo>
                  <a:pt x="367" y="54874"/>
                </a:lnTo>
                <a:close/>
                <a:moveTo>
                  <a:pt x="1201" y="58643"/>
                </a:moveTo>
                <a:lnTo>
                  <a:pt x="367" y="57809"/>
                </a:lnTo>
                <a:lnTo>
                  <a:pt x="367" y="56008"/>
                </a:lnTo>
                <a:lnTo>
                  <a:pt x="1635" y="57242"/>
                </a:lnTo>
                <a:lnTo>
                  <a:pt x="1902" y="57375"/>
                </a:lnTo>
                <a:lnTo>
                  <a:pt x="3803" y="57375"/>
                </a:lnTo>
                <a:lnTo>
                  <a:pt x="2502" y="58643"/>
                </a:lnTo>
                <a:lnTo>
                  <a:pt x="1201" y="58643"/>
                </a:lnTo>
                <a:close/>
                <a:moveTo>
                  <a:pt x="2936" y="60377"/>
                </a:moveTo>
                <a:lnTo>
                  <a:pt x="2936" y="59077"/>
                </a:lnTo>
                <a:lnTo>
                  <a:pt x="4203" y="57776"/>
                </a:lnTo>
                <a:lnTo>
                  <a:pt x="4203" y="59844"/>
                </a:lnTo>
                <a:lnTo>
                  <a:pt x="5571" y="61178"/>
                </a:lnTo>
                <a:lnTo>
                  <a:pt x="3736" y="61178"/>
                </a:lnTo>
                <a:close/>
                <a:moveTo>
                  <a:pt x="3736" y="61979"/>
                </a:moveTo>
                <a:lnTo>
                  <a:pt x="5571" y="61979"/>
                </a:lnTo>
                <a:lnTo>
                  <a:pt x="4203" y="63313"/>
                </a:lnTo>
                <a:lnTo>
                  <a:pt x="4203" y="65381"/>
                </a:lnTo>
                <a:lnTo>
                  <a:pt x="2903" y="64080"/>
                </a:lnTo>
                <a:lnTo>
                  <a:pt x="2903" y="62779"/>
                </a:lnTo>
                <a:close/>
                <a:moveTo>
                  <a:pt x="367" y="65348"/>
                </a:moveTo>
                <a:lnTo>
                  <a:pt x="1201" y="64514"/>
                </a:lnTo>
                <a:lnTo>
                  <a:pt x="2502" y="64514"/>
                </a:lnTo>
                <a:lnTo>
                  <a:pt x="3803" y="65815"/>
                </a:lnTo>
                <a:lnTo>
                  <a:pt x="1902" y="65815"/>
                </a:lnTo>
                <a:lnTo>
                  <a:pt x="1635" y="65915"/>
                </a:lnTo>
                <a:lnTo>
                  <a:pt x="367" y="67149"/>
                </a:lnTo>
                <a:lnTo>
                  <a:pt x="367" y="65348"/>
                </a:lnTo>
                <a:close/>
                <a:moveTo>
                  <a:pt x="367" y="68283"/>
                </a:moveTo>
                <a:lnTo>
                  <a:pt x="2069" y="66582"/>
                </a:lnTo>
                <a:lnTo>
                  <a:pt x="4103" y="66582"/>
                </a:lnTo>
                <a:lnTo>
                  <a:pt x="4103" y="72286"/>
                </a:lnTo>
                <a:lnTo>
                  <a:pt x="367" y="76022"/>
                </a:lnTo>
                <a:close/>
                <a:moveTo>
                  <a:pt x="367" y="77923"/>
                </a:moveTo>
                <a:lnTo>
                  <a:pt x="4103" y="81659"/>
                </a:lnTo>
                <a:lnTo>
                  <a:pt x="4103" y="87363"/>
                </a:lnTo>
                <a:lnTo>
                  <a:pt x="2069" y="87363"/>
                </a:lnTo>
                <a:lnTo>
                  <a:pt x="367" y="85662"/>
                </a:lnTo>
                <a:close/>
                <a:moveTo>
                  <a:pt x="1201" y="89432"/>
                </a:moveTo>
                <a:lnTo>
                  <a:pt x="367" y="88598"/>
                </a:lnTo>
                <a:lnTo>
                  <a:pt x="367" y="86796"/>
                </a:lnTo>
                <a:lnTo>
                  <a:pt x="1635" y="88031"/>
                </a:lnTo>
                <a:lnTo>
                  <a:pt x="1902" y="88164"/>
                </a:lnTo>
                <a:lnTo>
                  <a:pt x="3803" y="88164"/>
                </a:lnTo>
                <a:lnTo>
                  <a:pt x="2502" y="89432"/>
                </a:lnTo>
                <a:lnTo>
                  <a:pt x="1201" y="89432"/>
                </a:lnTo>
                <a:close/>
                <a:moveTo>
                  <a:pt x="2936" y="91166"/>
                </a:moveTo>
                <a:lnTo>
                  <a:pt x="2936" y="89865"/>
                </a:lnTo>
                <a:lnTo>
                  <a:pt x="4203" y="88564"/>
                </a:lnTo>
                <a:lnTo>
                  <a:pt x="4203" y="90632"/>
                </a:lnTo>
                <a:lnTo>
                  <a:pt x="5571" y="91967"/>
                </a:lnTo>
                <a:lnTo>
                  <a:pt x="3736" y="91967"/>
                </a:lnTo>
                <a:close/>
                <a:moveTo>
                  <a:pt x="3736" y="92767"/>
                </a:moveTo>
                <a:lnTo>
                  <a:pt x="5571" y="92767"/>
                </a:lnTo>
                <a:lnTo>
                  <a:pt x="4203" y="94102"/>
                </a:lnTo>
                <a:lnTo>
                  <a:pt x="4203" y="96170"/>
                </a:lnTo>
                <a:lnTo>
                  <a:pt x="2936" y="94869"/>
                </a:lnTo>
                <a:lnTo>
                  <a:pt x="2936" y="93568"/>
                </a:lnTo>
                <a:close/>
                <a:moveTo>
                  <a:pt x="367" y="96136"/>
                </a:moveTo>
                <a:lnTo>
                  <a:pt x="1201" y="95302"/>
                </a:lnTo>
                <a:lnTo>
                  <a:pt x="2502" y="95302"/>
                </a:lnTo>
                <a:lnTo>
                  <a:pt x="3803" y="96603"/>
                </a:lnTo>
                <a:lnTo>
                  <a:pt x="1902" y="96603"/>
                </a:lnTo>
                <a:lnTo>
                  <a:pt x="1635" y="96703"/>
                </a:lnTo>
                <a:lnTo>
                  <a:pt x="367" y="97938"/>
                </a:lnTo>
                <a:lnTo>
                  <a:pt x="367" y="96136"/>
                </a:lnTo>
                <a:close/>
                <a:moveTo>
                  <a:pt x="367" y="99072"/>
                </a:moveTo>
                <a:lnTo>
                  <a:pt x="2069" y="97371"/>
                </a:lnTo>
                <a:lnTo>
                  <a:pt x="4103" y="97371"/>
                </a:lnTo>
                <a:lnTo>
                  <a:pt x="4103" y="103108"/>
                </a:lnTo>
                <a:lnTo>
                  <a:pt x="367" y="106811"/>
                </a:lnTo>
                <a:close/>
                <a:moveTo>
                  <a:pt x="367" y="108712"/>
                </a:moveTo>
                <a:lnTo>
                  <a:pt x="4103" y="112448"/>
                </a:lnTo>
                <a:lnTo>
                  <a:pt x="4103" y="118152"/>
                </a:lnTo>
                <a:lnTo>
                  <a:pt x="2069" y="118152"/>
                </a:lnTo>
                <a:lnTo>
                  <a:pt x="367" y="116484"/>
                </a:lnTo>
                <a:close/>
                <a:moveTo>
                  <a:pt x="1201" y="120220"/>
                </a:moveTo>
                <a:lnTo>
                  <a:pt x="367" y="119386"/>
                </a:lnTo>
                <a:lnTo>
                  <a:pt x="367" y="117585"/>
                </a:lnTo>
                <a:lnTo>
                  <a:pt x="1635" y="118819"/>
                </a:lnTo>
                <a:lnTo>
                  <a:pt x="1902" y="118953"/>
                </a:lnTo>
                <a:lnTo>
                  <a:pt x="3803" y="118953"/>
                </a:lnTo>
                <a:lnTo>
                  <a:pt x="2502" y="120220"/>
                </a:lnTo>
                <a:lnTo>
                  <a:pt x="1201" y="120220"/>
                </a:lnTo>
                <a:close/>
                <a:moveTo>
                  <a:pt x="3736" y="122755"/>
                </a:moveTo>
                <a:lnTo>
                  <a:pt x="2936" y="121955"/>
                </a:lnTo>
                <a:lnTo>
                  <a:pt x="2936" y="120654"/>
                </a:lnTo>
                <a:lnTo>
                  <a:pt x="4203" y="119353"/>
                </a:lnTo>
                <a:lnTo>
                  <a:pt x="4203" y="121421"/>
                </a:lnTo>
                <a:lnTo>
                  <a:pt x="5571" y="122755"/>
                </a:lnTo>
                <a:lnTo>
                  <a:pt x="3736" y="122755"/>
                </a:lnTo>
                <a:close/>
                <a:moveTo>
                  <a:pt x="6672" y="122755"/>
                </a:moveTo>
                <a:lnTo>
                  <a:pt x="5004" y="121088"/>
                </a:lnTo>
                <a:lnTo>
                  <a:pt x="5004" y="119053"/>
                </a:lnTo>
                <a:lnTo>
                  <a:pt x="10708" y="119053"/>
                </a:lnTo>
                <a:lnTo>
                  <a:pt x="14444" y="122755"/>
                </a:lnTo>
                <a:lnTo>
                  <a:pt x="6672" y="122755"/>
                </a:lnTo>
                <a:close/>
                <a:moveTo>
                  <a:pt x="16346" y="122755"/>
                </a:moveTo>
                <a:lnTo>
                  <a:pt x="20048" y="119053"/>
                </a:lnTo>
                <a:lnTo>
                  <a:pt x="25752" y="119053"/>
                </a:lnTo>
                <a:lnTo>
                  <a:pt x="25752" y="121088"/>
                </a:lnTo>
                <a:lnTo>
                  <a:pt x="24084" y="122755"/>
                </a:lnTo>
                <a:lnTo>
                  <a:pt x="16346" y="122755"/>
                </a:lnTo>
                <a:close/>
                <a:moveTo>
                  <a:pt x="27020" y="122755"/>
                </a:moveTo>
                <a:lnTo>
                  <a:pt x="25219" y="122755"/>
                </a:lnTo>
                <a:lnTo>
                  <a:pt x="26553" y="121421"/>
                </a:lnTo>
                <a:lnTo>
                  <a:pt x="26553" y="119353"/>
                </a:lnTo>
                <a:lnTo>
                  <a:pt x="27854" y="120654"/>
                </a:lnTo>
                <a:lnTo>
                  <a:pt x="27854" y="121955"/>
                </a:lnTo>
                <a:close/>
                <a:moveTo>
                  <a:pt x="29555" y="120220"/>
                </a:moveTo>
                <a:lnTo>
                  <a:pt x="28254" y="120220"/>
                </a:lnTo>
                <a:lnTo>
                  <a:pt x="26986" y="118953"/>
                </a:lnTo>
                <a:lnTo>
                  <a:pt x="28854" y="118953"/>
                </a:lnTo>
                <a:lnTo>
                  <a:pt x="29155" y="118819"/>
                </a:lnTo>
                <a:lnTo>
                  <a:pt x="30389" y="117585"/>
                </a:lnTo>
                <a:lnTo>
                  <a:pt x="30389" y="119386"/>
                </a:lnTo>
                <a:close/>
                <a:moveTo>
                  <a:pt x="31990" y="120220"/>
                </a:moveTo>
                <a:lnTo>
                  <a:pt x="31189" y="119386"/>
                </a:lnTo>
                <a:lnTo>
                  <a:pt x="31189" y="117585"/>
                </a:lnTo>
                <a:lnTo>
                  <a:pt x="32424" y="118819"/>
                </a:lnTo>
                <a:lnTo>
                  <a:pt x="32691" y="118953"/>
                </a:lnTo>
                <a:lnTo>
                  <a:pt x="34592" y="118953"/>
                </a:lnTo>
                <a:lnTo>
                  <a:pt x="33291" y="120220"/>
                </a:lnTo>
                <a:lnTo>
                  <a:pt x="31990" y="120220"/>
                </a:lnTo>
                <a:close/>
                <a:moveTo>
                  <a:pt x="34525" y="122755"/>
                </a:moveTo>
                <a:lnTo>
                  <a:pt x="33725" y="121955"/>
                </a:lnTo>
                <a:lnTo>
                  <a:pt x="33725" y="120654"/>
                </a:lnTo>
                <a:lnTo>
                  <a:pt x="34992" y="119353"/>
                </a:lnTo>
                <a:lnTo>
                  <a:pt x="34992" y="121421"/>
                </a:lnTo>
                <a:lnTo>
                  <a:pt x="36360" y="122755"/>
                </a:lnTo>
                <a:lnTo>
                  <a:pt x="34525" y="122755"/>
                </a:lnTo>
                <a:close/>
                <a:moveTo>
                  <a:pt x="37461" y="122755"/>
                </a:moveTo>
                <a:lnTo>
                  <a:pt x="35793" y="121088"/>
                </a:lnTo>
                <a:lnTo>
                  <a:pt x="35793" y="119053"/>
                </a:lnTo>
                <a:lnTo>
                  <a:pt x="41497" y="119053"/>
                </a:lnTo>
                <a:lnTo>
                  <a:pt x="45233" y="122755"/>
                </a:lnTo>
                <a:lnTo>
                  <a:pt x="37461" y="122755"/>
                </a:lnTo>
                <a:close/>
                <a:moveTo>
                  <a:pt x="47134" y="122755"/>
                </a:moveTo>
                <a:lnTo>
                  <a:pt x="50837" y="119053"/>
                </a:lnTo>
                <a:lnTo>
                  <a:pt x="56574" y="119053"/>
                </a:lnTo>
                <a:lnTo>
                  <a:pt x="56574" y="121088"/>
                </a:lnTo>
                <a:lnTo>
                  <a:pt x="54873" y="122755"/>
                </a:lnTo>
                <a:lnTo>
                  <a:pt x="47134" y="122755"/>
                </a:lnTo>
                <a:close/>
                <a:moveTo>
                  <a:pt x="57808" y="122755"/>
                </a:moveTo>
                <a:lnTo>
                  <a:pt x="56007" y="122755"/>
                </a:lnTo>
                <a:lnTo>
                  <a:pt x="57341" y="121421"/>
                </a:lnTo>
                <a:lnTo>
                  <a:pt x="57341" y="119353"/>
                </a:lnTo>
                <a:lnTo>
                  <a:pt x="58642" y="120654"/>
                </a:lnTo>
                <a:lnTo>
                  <a:pt x="58642" y="121955"/>
                </a:lnTo>
                <a:close/>
                <a:moveTo>
                  <a:pt x="60344" y="120220"/>
                </a:moveTo>
                <a:lnTo>
                  <a:pt x="59043" y="120220"/>
                </a:lnTo>
                <a:lnTo>
                  <a:pt x="57775" y="118953"/>
                </a:lnTo>
                <a:lnTo>
                  <a:pt x="59676" y="118953"/>
                </a:lnTo>
                <a:lnTo>
                  <a:pt x="59943" y="118819"/>
                </a:lnTo>
                <a:lnTo>
                  <a:pt x="61178" y="117585"/>
                </a:lnTo>
                <a:lnTo>
                  <a:pt x="61178" y="119386"/>
                </a:lnTo>
                <a:close/>
                <a:moveTo>
                  <a:pt x="62779" y="120220"/>
                </a:moveTo>
                <a:lnTo>
                  <a:pt x="61978" y="119386"/>
                </a:lnTo>
                <a:lnTo>
                  <a:pt x="61978" y="117585"/>
                </a:lnTo>
                <a:lnTo>
                  <a:pt x="63212" y="118819"/>
                </a:lnTo>
                <a:lnTo>
                  <a:pt x="63479" y="118953"/>
                </a:lnTo>
                <a:lnTo>
                  <a:pt x="65381" y="118953"/>
                </a:lnTo>
                <a:lnTo>
                  <a:pt x="64080" y="120220"/>
                </a:lnTo>
                <a:lnTo>
                  <a:pt x="62779" y="120220"/>
                </a:lnTo>
                <a:close/>
                <a:moveTo>
                  <a:pt x="65347" y="122755"/>
                </a:moveTo>
                <a:lnTo>
                  <a:pt x="64513" y="121955"/>
                </a:lnTo>
                <a:lnTo>
                  <a:pt x="64513" y="120654"/>
                </a:lnTo>
                <a:lnTo>
                  <a:pt x="65781" y="119353"/>
                </a:lnTo>
                <a:lnTo>
                  <a:pt x="65781" y="121421"/>
                </a:lnTo>
                <a:lnTo>
                  <a:pt x="67148" y="122755"/>
                </a:lnTo>
                <a:lnTo>
                  <a:pt x="65347" y="122755"/>
                </a:lnTo>
                <a:close/>
                <a:moveTo>
                  <a:pt x="68249" y="122755"/>
                </a:moveTo>
                <a:lnTo>
                  <a:pt x="66581" y="121088"/>
                </a:lnTo>
                <a:lnTo>
                  <a:pt x="66581" y="119053"/>
                </a:lnTo>
                <a:lnTo>
                  <a:pt x="72285" y="119053"/>
                </a:lnTo>
                <a:lnTo>
                  <a:pt x="76021" y="122755"/>
                </a:lnTo>
                <a:lnTo>
                  <a:pt x="68249" y="122755"/>
                </a:lnTo>
                <a:close/>
                <a:moveTo>
                  <a:pt x="77923" y="122755"/>
                </a:moveTo>
                <a:lnTo>
                  <a:pt x="81659" y="119053"/>
                </a:lnTo>
                <a:lnTo>
                  <a:pt x="87363" y="119053"/>
                </a:lnTo>
                <a:lnTo>
                  <a:pt x="87363" y="121088"/>
                </a:lnTo>
                <a:lnTo>
                  <a:pt x="85662" y="122755"/>
                </a:lnTo>
                <a:lnTo>
                  <a:pt x="77923" y="122755"/>
                </a:lnTo>
                <a:close/>
                <a:moveTo>
                  <a:pt x="88597" y="122755"/>
                </a:moveTo>
                <a:lnTo>
                  <a:pt x="86796" y="122755"/>
                </a:lnTo>
                <a:lnTo>
                  <a:pt x="88163" y="121421"/>
                </a:lnTo>
                <a:lnTo>
                  <a:pt x="88163" y="119353"/>
                </a:lnTo>
                <a:lnTo>
                  <a:pt x="89431" y="120654"/>
                </a:lnTo>
                <a:lnTo>
                  <a:pt x="89431" y="121955"/>
                </a:lnTo>
                <a:close/>
                <a:moveTo>
                  <a:pt x="91166" y="120220"/>
                </a:moveTo>
                <a:lnTo>
                  <a:pt x="89865" y="120220"/>
                </a:lnTo>
                <a:lnTo>
                  <a:pt x="88564" y="118953"/>
                </a:lnTo>
                <a:lnTo>
                  <a:pt x="90465" y="118953"/>
                </a:lnTo>
                <a:lnTo>
                  <a:pt x="90732" y="118819"/>
                </a:lnTo>
                <a:lnTo>
                  <a:pt x="91966" y="117585"/>
                </a:lnTo>
                <a:lnTo>
                  <a:pt x="91966" y="119386"/>
                </a:lnTo>
                <a:close/>
                <a:moveTo>
                  <a:pt x="93567" y="120220"/>
                </a:moveTo>
                <a:lnTo>
                  <a:pt x="92767" y="119386"/>
                </a:lnTo>
                <a:lnTo>
                  <a:pt x="92767" y="117585"/>
                </a:lnTo>
                <a:lnTo>
                  <a:pt x="94001" y="118819"/>
                </a:lnTo>
                <a:lnTo>
                  <a:pt x="94268" y="118953"/>
                </a:lnTo>
                <a:lnTo>
                  <a:pt x="96169" y="118953"/>
                </a:lnTo>
                <a:lnTo>
                  <a:pt x="94868" y="120220"/>
                </a:lnTo>
                <a:lnTo>
                  <a:pt x="93567" y="120220"/>
                </a:lnTo>
                <a:close/>
                <a:moveTo>
                  <a:pt x="96136" y="122755"/>
                </a:moveTo>
                <a:lnTo>
                  <a:pt x="95302" y="121955"/>
                </a:lnTo>
                <a:lnTo>
                  <a:pt x="95302" y="120654"/>
                </a:lnTo>
                <a:lnTo>
                  <a:pt x="96569" y="119353"/>
                </a:lnTo>
                <a:lnTo>
                  <a:pt x="96569" y="121421"/>
                </a:lnTo>
                <a:lnTo>
                  <a:pt x="97937" y="122755"/>
                </a:lnTo>
                <a:lnTo>
                  <a:pt x="96136" y="122755"/>
                </a:lnTo>
                <a:close/>
                <a:moveTo>
                  <a:pt x="99071" y="122755"/>
                </a:moveTo>
                <a:lnTo>
                  <a:pt x="97370" y="121088"/>
                </a:lnTo>
                <a:lnTo>
                  <a:pt x="97370" y="119053"/>
                </a:lnTo>
                <a:lnTo>
                  <a:pt x="103074" y="119053"/>
                </a:lnTo>
                <a:lnTo>
                  <a:pt x="106810" y="122755"/>
                </a:lnTo>
                <a:lnTo>
                  <a:pt x="99071" y="122755"/>
                </a:lnTo>
                <a:close/>
                <a:moveTo>
                  <a:pt x="108711" y="122755"/>
                </a:moveTo>
                <a:lnTo>
                  <a:pt x="112447" y="119053"/>
                </a:lnTo>
                <a:lnTo>
                  <a:pt x="118152" y="119053"/>
                </a:lnTo>
                <a:lnTo>
                  <a:pt x="118152" y="121088"/>
                </a:lnTo>
                <a:lnTo>
                  <a:pt x="116450" y="122755"/>
                </a:lnTo>
                <a:lnTo>
                  <a:pt x="108711" y="122755"/>
                </a:lnTo>
                <a:close/>
                <a:moveTo>
                  <a:pt x="119386" y="122755"/>
                </a:moveTo>
                <a:lnTo>
                  <a:pt x="117584" y="122755"/>
                </a:lnTo>
                <a:lnTo>
                  <a:pt x="118952" y="121421"/>
                </a:lnTo>
                <a:lnTo>
                  <a:pt x="118952" y="119353"/>
                </a:lnTo>
                <a:lnTo>
                  <a:pt x="120220" y="120654"/>
                </a:lnTo>
                <a:lnTo>
                  <a:pt x="120220" y="121955"/>
                </a:lnTo>
                <a:close/>
                <a:moveTo>
                  <a:pt x="121954" y="120220"/>
                </a:moveTo>
                <a:lnTo>
                  <a:pt x="120653" y="120220"/>
                </a:lnTo>
                <a:lnTo>
                  <a:pt x="119352" y="118953"/>
                </a:lnTo>
                <a:lnTo>
                  <a:pt x="121254" y="118953"/>
                </a:lnTo>
                <a:lnTo>
                  <a:pt x="121521" y="118819"/>
                </a:lnTo>
                <a:lnTo>
                  <a:pt x="122755" y="117585"/>
                </a:lnTo>
                <a:lnTo>
                  <a:pt x="122755" y="119386"/>
                </a:lnTo>
                <a:close/>
                <a:moveTo>
                  <a:pt x="124389" y="120220"/>
                </a:moveTo>
                <a:lnTo>
                  <a:pt x="123555" y="119386"/>
                </a:lnTo>
                <a:lnTo>
                  <a:pt x="123555" y="117585"/>
                </a:lnTo>
                <a:lnTo>
                  <a:pt x="124790" y="118819"/>
                </a:lnTo>
                <a:lnTo>
                  <a:pt x="125056" y="118953"/>
                </a:lnTo>
                <a:lnTo>
                  <a:pt x="126958" y="118953"/>
                </a:lnTo>
                <a:lnTo>
                  <a:pt x="125657" y="120220"/>
                </a:lnTo>
                <a:lnTo>
                  <a:pt x="124389" y="120220"/>
                </a:lnTo>
                <a:close/>
                <a:moveTo>
                  <a:pt x="126924" y="122755"/>
                </a:moveTo>
                <a:lnTo>
                  <a:pt x="126091" y="121955"/>
                </a:lnTo>
                <a:lnTo>
                  <a:pt x="126091" y="120654"/>
                </a:lnTo>
                <a:lnTo>
                  <a:pt x="127358" y="119353"/>
                </a:lnTo>
                <a:lnTo>
                  <a:pt x="127358" y="121421"/>
                </a:lnTo>
                <a:lnTo>
                  <a:pt x="128726" y="122755"/>
                </a:lnTo>
                <a:lnTo>
                  <a:pt x="126924" y="122755"/>
                </a:lnTo>
                <a:close/>
                <a:moveTo>
                  <a:pt x="129860" y="122755"/>
                </a:moveTo>
                <a:lnTo>
                  <a:pt x="128159" y="121088"/>
                </a:lnTo>
                <a:lnTo>
                  <a:pt x="128159" y="119053"/>
                </a:lnTo>
                <a:lnTo>
                  <a:pt x="133896" y="119053"/>
                </a:lnTo>
                <a:lnTo>
                  <a:pt x="137599" y="122755"/>
                </a:lnTo>
                <a:lnTo>
                  <a:pt x="129860" y="122755"/>
                </a:lnTo>
                <a:close/>
                <a:moveTo>
                  <a:pt x="139500" y="122755"/>
                </a:moveTo>
                <a:lnTo>
                  <a:pt x="143236" y="119053"/>
                </a:lnTo>
                <a:lnTo>
                  <a:pt x="148940" y="119053"/>
                </a:lnTo>
                <a:lnTo>
                  <a:pt x="148940" y="121088"/>
                </a:lnTo>
                <a:lnTo>
                  <a:pt x="147272" y="122755"/>
                </a:lnTo>
                <a:lnTo>
                  <a:pt x="139500" y="122755"/>
                </a:lnTo>
                <a:close/>
                <a:moveTo>
                  <a:pt x="150174" y="122755"/>
                </a:moveTo>
                <a:lnTo>
                  <a:pt x="148373" y="122755"/>
                </a:lnTo>
                <a:lnTo>
                  <a:pt x="149741" y="121421"/>
                </a:lnTo>
                <a:lnTo>
                  <a:pt x="149741" y="119353"/>
                </a:lnTo>
                <a:lnTo>
                  <a:pt x="151008" y="120654"/>
                </a:lnTo>
                <a:lnTo>
                  <a:pt x="151008" y="121955"/>
                </a:lnTo>
                <a:close/>
                <a:moveTo>
                  <a:pt x="152743" y="120220"/>
                </a:moveTo>
                <a:lnTo>
                  <a:pt x="151442" y="120220"/>
                </a:lnTo>
                <a:lnTo>
                  <a:pt x="150141" y="118953"/>
                </a:lnTo>
                <a:lnTo>
                  <a:pt x="152042" y="118953"/>
                </a:lnTo>
                <a:lnTo>
                  <a:pt x="152309" y="118819"/>
                </a:lnTo>
                <a:lnTo>
                  <a:pt x="153543" y="117585"/>
                </a:lnTo>
                <a:lnTo>
                  <a:pt x="153543" y="119386"/>
                </a:lnTo>
                <a:close/>
                <a:moveTo>
                  <a:pt x="155178" y="120220"/>
                </a:moveTo>
                <a:lnTo>
                  <a:pt x="154344" y="119386"/>
                </a:lnTo>
                <a:lnTo>
                  <a:pt x="154344" y="117585"/>
                </a:lnTo>
                <a:lnTo>
                  <a:pt x="155578" y="118819"/>
                </a:lnTo>
                <a:lnTo>
                  <a:pt x="155845" y="118953"/>
                </a:lnTo>
                <a:lnTo>
                  <a:pt x="157746" y="118953"/>
                </a:lnTo>
                <a:lnTo>
                  <a:pt x="156479" y="120220"/>
                </a:lnTo>
                <a:lnTo>
                  <a:pt x="155178" y="120220"/>
                </a:lnTo>
                <a:close/>
                <a:moveTo>
                  <a:pt x="157713" y="122755"/>
                </a:moveTo>
                <a:lnTo>
                  <a:pt x="156879" y="121955"/>
                </a:lnTo>
                <a:lnTo>
                  <a:pt x="156879" y="120654"/>
                </a:lnTo>
                <a:lnTo>
                  <a:pt x="158180" y="119353"/>
                </a:lnTo>
                <a:lnTo>
                  <a:pt x="158180" y="121421"/>
                </a:lnTo>
                <a:lnTo>
                  <a:pt x="159514" y="122755"/>
                </a:lnTo>
                <a:lnTo>
                  <a:pt x="157713" y="122755"/>
                </a:lnTo>
                <a:close/>
                <a:moveTo>
                  <a:pt x="160649" y="122755"/>
                </a:moveTo>
                <a:lnTo>
                  <a:pt x="158947" y="121088"/>
                </a:lnTo>
                <a:lnTo>
                  <a:pt x="158947" y="119053"/>
                </a:lnTo>
                <a:lnTo>
                  <a:pt x="164685" y="119053"/>
                </a:lnTo>
                <a:lnTo>
                  <a:pt x="168387" y="122755"/>
                </a:lnTo>
                <a:lnTo>
                  <a:pt x="160649" y="122755"/>
                </a:lnTo>
                <a:close/>
                <a:moveTo>
                  <a:pt x="170289" y="122755"/>
                </a:moveTo>
                <a:lnTo>
                  <a:pt x="174025" y="119053"/>
                </a:lnTo>
                <a:lnTo>
                  <a:pt x="179729" y="119053"/>
                </a:lnTo>
                <a:lnTo>
                  <a:pt x="179729" y="121088"/>
                </a:lnTo>
                <a:lnTo>
                  <a:pt x="178061" y="122755"/>
                </a:lnTo>
                <a:lnTo>
                  <a:pt x="170289" y="122755"/>
                </a:lnTo>
                <a:close/>
                <a:moveTo>
                  <a:pt x="180996" y="122755"/>
                </a:moveTo>
                <a:lnTo>
                  <a:pt x="179162" y="122755"/>
                </a:lnTo>
                <a:lnTo>
                  <a:pt x="180529" y="121421"/>
                </a:lnTo>
                <a:lnTo>
                  <a:pt x="180529" y="119353"/>
                </a:lnTo>
                <a:lnTo>
                  <a:pt x="181797" y="120654"/>
                </a:lnTo>
                <a:lnTo>
                  <a:pt x="181797" y="121955"/>
                </a:lnTo>
                <a:close/>
                <a:moveTo>
                  <a:pt x="183532" y="120220"/>
                </a:moveTo>
                <a:lnTo>
                  <a:pt x="182231" y="120220"/>
                </a:lnTo>
                <a:lnTo>
                  <a:pt x="180930" y="118953"/>
                </a:lnTo>
                <a:lnTo>
                  <a:pt x="182831" y="118953"/>
                </a:lnTo>
                <a:lnTo>
                  <a:pt x="183098" y="118819"/>
                </a:lnTo>
                <a:lnTo>
                  <a:pt x="184332" y="117585"/>
                </a:lnTo>
                <a:lnTo>
                  <a:pt x="184332" y="119386"/>
                </a:lnTo>
                <a:close/>
                <a:moveTo>
                  <a:pt x="185967" y="120220"/>
                </a:moveTo>
                <a:lnTo>
                  <a:pt x="185133" y="119386"/>
                </a:lnTo>
                <a:lnTo>
                  <a:pt x="185133" y="117585"/>
                </a:lnTo>
                <a:lnTo>
                  <a:pt x="186367" y="118819"/>
                </a:lnTo>
                <a:lnTo>
                  <a:pt x="186667" y="118953"/>
                </a:lnTo>
                <a:lnTo>
                  <a:pt x="188535" y="118953"/>
                </a:lnTo>
                <a:lnTo>
                  <a:pt x="187268" y="120220"/>
                </a:lnTo>
                <a:lnTo>
                  <a:pt x="185967" y="120220"/>
                </a:lnTo>
                <a:close/>
                <a:moveTo>
                  <a:pt x="188502" y="122755"/>
                </a:moveTo>
                <a:lnTo>
                  <a:pt x="187668" y="121955"/>
                </a:lnTo>
                <a:lnTo>
                  <a:pt x="187668" y="120654"/>
                </a:lnTo>
                <a:lnTo>
                  <a:pt x="188969" y="119353"/>
                </a:lnTo>
                <a:lnTo>
                  <a:pt x="188969" y="121421"/>
                </a:lnTo>
                <a:lnTo>
                  <a:pt x="190303" y="122755"/>
                </a:lnTo>
                <a:lnTo>
                  <a:pt x="188502" y="122755"/>
                </a:lnTo>
                <a:close/>
                <a:moveTo>
                  <a:pt x="191437" y="122755"/>
                </a:moveTo>
                <a:lnTo>
                  <a:pt x="189736" y="121088"/>
                </a:lnTo>
                <a:lnTo>
                  <a:pt x="189736" y="119053"/>
                </a:lnTo>
                <a:lnTo>
                  <a:pt x="195473" y="119053"/>
                </a:lnTo>
                <a:lnTo>
                  <a:pt x="199176" y="122755"/>
                </a:lnTo>
                <a:lnTo>
                  <a:pt x="191437" y="122755"/>
                </a:lnTo>
                <a:close/>
                <a:moveTo>
                  <a:pt x="201077" y="122755"/>
                </a:moveTo>
                <a:lnTo>
                  <a:pt x="204813" y="119053"/>
                </a:lnTo>
                <a:lnTo>
                  <a:pt x="210518" y="119053"/>
                </a:lnTo>
                <a:lnTo>
                  <a:pt x="210518" y="121088"/>
                </a:lnTo>
                <a:lnTo>
                  <a:pt x="208850" y="122755"/>
                </a:lnTo>
                <a:lnTo>
                  <a:pt x="201077" y="122755"/>
                </a:lnTo>
                <a:close/>
                <a:moveTo>
                  <a:pt x="211785" y="122755"/>
                </a:moveTo>
                <a:lnTo>
                  <a:pt x="209950" y="122755"/>
                </a:lnTo>
                <a:lnTo>
                  <a:pt x="211318" y="121421"/>
                </a:lnTo>
                <a:lnTo>
                  <a:pt x="211318" y="119353"/>
                </a:lnTo>
                <a:lnTo>
                  <a:pt x="212586" y="120654"/>
                </a:lnTo>
                <a:lnTo>
                  <a:pt x="212586" y="121955"/>
                </a:lnTo>
                <a:close/>
                <a:moveTo>
                  <a:pt x="214320" y="120220"/>
                </a:moveTo>
                <a:lnTo>
                  <a:pt x="213019" y="120220"/>
                </a:lnTo>
                <a:lnTo>
                  <a:pt x="211718" y="118953"/>
                </a:lnTo>
                <a:lnTo>
                  <a:pt x="213620" y="118953"/>
                </a:lnTo>
                <a:lnTo>
                  <a:pt x="213887" y="118819"/>
                </a:lnTo>
                <a:lnTo>
                  <a:pt x="215154" y="117585"/>
                </a:lnTo>
                <a:lnTo>
                  <a:pt x="215154" y="119386"/>
                </a:lnTo>
                <a:close/>
                <a:moveTo>
                  <a:pt x="216755" y="120220"/>
                </a:moveTo>
                <a:lnTo>
                  <a:pt x="215921" y="119386"/>
                </a:lnTo>
                <a:lnTo>
                  <a:pt x="215921" y="117585"/>
                </a:lnTo>
                <a:lnTo>
                  <a:pt x="217156" y="118819"/>
                </a:lnTo>
                <a:lnTo>
                  <a:pt x="217456" y="118953"/>
                </a:lnTo>
                <a:lnTo>
                  <a:pt x="219324" y="118953"/>
                </a:lnTo>
                <a:lnTo>
                  <a:pt x="218056" y="120220"/>
                </a:lnTo>
                <a:lnTo>
                  <a:pt x="216755" y="120220"/>
                </a:lnTo>
                <a:close/>
                <a:moveTo>
                  <a:pt x="219290" y="122755"/>
                </a:moveTo>
                <a:lnTo>
                  <a:pt x="218457" y="121955"/>
                </a:lnTo>
                <a:lnTo>
                  <a:pt x="218457" y="120654"/>
                </a:lnTo>
                <a:lnTo>
                  <a:pt x="219757" y="119353"/>
                </a:lnTo>
                <a:lnTo>
                  <a:pt x="219757" y="121421"/>
                </a:lnTo>
                <a:lnTo>
                  <a:pt x="221092" y="122755"/>
                </a:lnTo>
                <a:lnTo>
                  <a:pt x="219290" y="122755"/>
                </a:lnTo>
                <a:close/>
                <a:moveTo>
                  <a:pt x="222226" y="122755"/>
                </a:moveTo>
                <a:lnTo>
                  <a:pt x="220558" y="121088"/>
                </a:lnTo>
                <a:lnTo>
                  <a:pt x="220558" y="119053"/>
                </a:lnTo>
                <a:lnTo>
                  <a:pt x="226262" y="119053"/>
                </a:lnTo>
                <a:lnTo>
                  <a:pt x="229965" y="122755"/>
                </a:lnTo>
                <a:lnTo>
                  <a:pt x="222226" y="122755"/>
                </a:lnTo>
                <a:close/>
                <a:moveTo>
                  <a:pt x="231866" y="122755"/>
                </a:moveTo>
                <a:lnTo>
                  <a:pt x="235602" y="119053"/>
                </a:lnTo>
                <a:lnTo>
                  <a:pt x="241306" y="119053"/>
                </a:lnTo>
                <a:lnTo>
                  <a:pt x="241306" y="121088"/>
                </a:lnTo>
                <a:lnTo>
                  <a:pt x="239638" y="122755"/>
                </a:lnTo>
                <a:lnTo>
                  <a:pt x="231866" y="122755"/>
                </a:lnTo>
                <a:close/>
                <a:moveTo>
                  <a:pt x="242574" y="122755"/>
                </a:moveTo>
                <a:lnTo>
                  <a:pt x="240739" y="122755"/>
                </a:lnTo>
                <a:lnTo>
                  <a:pt x="242107" y="121421"/>
                </a:lnTo>
                <a:lnTo>
                  <a:pt x="242107" y="119353"/>
                </a:lnTo>
                <a:lnTo>
                  <a:pt x="243408" y="120654"/>
                </a:lnTo>
                <a:lnTo>
                  <a:pt x="243408" y="121955"/>
                </a:lnTo>
                <a:close/>
                <a:moveTo>
                  <a:pt x="245943" y="119420"/>
                </a:moveTo>
                <a:lnTo>
                  <a:pt x="245109" y="120220"/>
                </a:lnTo>
                <a:lnTo>
                  <a:pt x="243808" y="120220"/>
                </a:lnTo>
                <a:lnTo>
                  <a:pt x="242507" y="118953"/>
                </a:lnTo>
                <a:lnTo>
                  <a:pt x="244408" y="118953"/>
                </a:lnTo>
                <a:lnTo>
                  <a:pt x="244675" y="118819"/>
                </a:lnTo>
                <a:lnTo>
                  <a:pt x="245909" y="117585"/>
                </a:lnTo>
                <a:lnTo>
                  <a:pt x="245909" y="119420"/>
                </a:lnTo>
                <a:close/>
                <a:moveTo>
                  <a:pt x="245943" y="116484"/>
                </a:moveTo>
                <a:lnTo>
                  <a:pt x="244242" y="118152"/>
                </a:lnTo>
                <a:lnTo>
                  <a:pt x="242207" y="118152"/>
                </a:lnTo>
                <a:lnTo>
                  <a:pt x="242207" y="112448"/>
                </a:lnTo>
                <a:lnTo>
                  <a:pt x="245943" y="108712"/>
                </a:lnTo>
                <a:close/>
                <a:moveTo>
                  <a:pt x="245943" y="106811"/>
                </a:moveTo>
                <a:lnTo>
                  <a:pt x="242207" y="103108"/>
                </a:lnTo>
                <a:lnTo>
                  <a:pt x="242207" y="97371"/>
                </a:lnTo>
                <a:lnTo>
                  <a:pt x="244242" y="97371"/>
                </a:lnTo>
                <a:lnTo>
                  <a:pt x="245943" y="99072"/>
                </a:lnTo>
                <a:close/>
                <a:moveTo>
                  <a:pt x="245109" y="95302"/>
                </a:moveTo>
                <a:lnTo>
                  <a:pt x="245943" y="96136"/>
                </a:lnTo>
                <a:lnTo>
                  <a:pt x="245943" y="97938"/>
                </a:lnTo>
                <a:lnTo>
                  <a:pt x="244675" y="96703"/>
                </a:lnTo>
                <a:lnTo>
                  <a:pt x="244408" y="96603"/>
                </a:lnTo>
                <a:lnTo>
                  <a:pt x="242507" y="96603"/>
                </a:lnTo>
                <a:lnTo>
                  <a:pt x="243808" y="95302"/>
                </a:lnTo>
                <a:lnTo>
                  <a:pt x="245109" y="95302"/>
                </a:lnTo>
                <a:close/>
                <a:moveTo>
                  <a:pt x="243374" y="93601"/>
                </a:moveTo>
                <a:lnTo>
                  <a:pt x="243374" y="94902"/>
                </a:lnTo>
                <a:lnTo>
                  <a:pt x="242107" y="96170"/>
                </a:lnTo>
                <a:lnTo>
                  <a:pt x="242107" y="94135"/>
                </a:lnTo>
                <a:lnTo>
                  <a:pt x="240739" y="92767"/>
                </a:lnTo>
                <a:lnTo>
                  <a:pt x="242574" y="92767"/>
                </a:lnTo>
                <a:close/>
                <a:moveTo>
                  <a:pt x="242574" y="91967"/>
                </a:moveTo>
                <a:lnTo>
                  <a:pt x="240739" y="91967"/>
                </a:lnTo>
                <a:lnTo>
                  <a:pt x="242107" y="90632"/>
                </a:lnTo>
                <a:lnTo>
                  <a:pt x="242107" y="88564"/>
                </a:lnTo>
                <a:lnTo>
                  <a:pt x="243374" y="89865"/>
                </a:lnTo>
                <a:lnTo>
                  <a:pt x="243374" y="91166"/>
                </a:lnTo>
                <a:close/>
                <a:moveTo>
                  <a:pt x="245943" y="88598"/>
                </a:moveTo>
                <a:lnTo>
                  <a:pt x="245109" y="89432"/>
                </a:lnTo>
                <a:lnTo>
                  <a:pt x="243808" y="89432"/>
                </a:lnTo>
                <a:lnTo>
                  <a:pt x="242507" y="88164"/>
                </a:lnTo>
                <a:lnTo>
                  <a:pt x="244408" y="88164"/>
                </a:lnTo>
                <a:lnTo>
                  <a:pt x="244675" y="88031"/>
                </a:lnTo>
                <a:lnTo>
                  <a:pt x="245909" y="86796"/>
                </a:lnTo>
                <a:lnTo>
                  <a:pt x="245909" y="88598"/>
                </a:lnTo>
                <a:close/>
                <a:moveTo>
                  <a:pt x="245943" y="85696"/>
                </a:moveTo>
                <a:lnTo>
                  <a:pt x="244242" y="87363"/>
                </a:lnTo>
                <a:lnTo>
                  <a:pt x="242207" y="87363"/>
                </a:lnTo>
                <a:lnTo>
                  <a:pt x="242207" y="81659"/>
                </a:lnTo>
                <a:lnTo>
                  <a:pt x="245943" y="77923"/>
                </a:lnTo>
                <a:close/>
                <a:moveTo>
                  <a:pt x="245943" y="76022"/>
                </a:moveTo>
                <a:lnTo>
                  <a:pt x="242207" y="72286"/>
                </a:lnTo>
                <a:lnTo>
                  <a:pt x="242207" y="66582"/>
                </a:lnTo>
                <a:lnTo>
                  <a:pt x="244242" y="66582"/>
                </a:lnTo>
                <a:lnTo>
                  <a:pt x="245943" y="68283"/>
                </a:lnTo>
                <a:close/>
                <a:moveTo>
                  <a:pt x="245109" y="64514"/>
                </a:moveTo>
                <a:lnTo>
                  <a:pt x="245943" y="65348"/>
                </a:lnTo>
                <a:lnTo>
                  <a:pt x="245943" y="67149"/>
                </a:lnTo>
                <a:lnTo>
                  <a:pt x="244675" y="65915"/>
                </a:lnTo>
                <a:lnTo>
                  <a:pt x="244408" y="65781"/>
                </a:lnTo>
                <a:lnTo>
                  <a:pt x="242507" y="65781"/>
                </a:lnTo>
                <a:lnTo>
                  <a:pt x="243808" y="64514"/>
                </a:lnTo>
                <a:lnTo>
                  <a:pt x="245109" y="64514"/>
                </a:lnTo>
                <a:close/>
                <a:moveTo>
                  <a:pt x="243374" y="62779"/>
                </a:moveTo>
                <a:lnTo>
                  <a:pt x="243374" y="64080"/>
                </a:lnTo>
                <a:lnTo>
                  <a:pt x="242107" y="65381"/>
                </a:lnTo>
                <a:lnTo>
                  <a:pt x="242107" y="63313"/>
                </a:lnTo>
                <a:lnTo>
                  <a:pt x="240739" y="61979"/>
                </a:lnTo>
                <a:lnTo>
                  <a:pt x="242574" y="61979"/>
                </a:lnTo>
                <a:close/>
                <a:moveTo>
                  <a:pt x="242574" y="61178"/>
                </a:moveTo>
                <a:lnTo>
                  <a:pt x="240739" y="61178"/>
                </a:lnTo>
                <a:lnTo>
                  <a:pt x="242107" y="59844"/>
                </a:lnTo>
                <a:lnTo>
                  <a:pt x="242107" y="57776"/>
                </a:lnTo>
                <a:lnTo>
                  <a:pt x="243374" y="59077"/>
                </a:lnTo>
                <a:lnTo>
                  <a:pt x="243374" y="60377"/>
                </a:lnTo>
                <a:close/>
                <a:moveTo>
                  <a:pt x="245943" y="57809"/>
                </a:moveTo>
                <a:lnTo>
                  <a:pt x="245109" y="58643"/>
                </a:lnTo>
                <a:lnTo>
                  <a:pt x="243808" y="58643"/>
                </a:lnTo>
                <a:lnTo>
                  <a:pt x="242507" y="57375"/>
                </a:lnTo>
                <a:lnTo>
                  <a:pt x="244408" y="57375"/>
                </a:lnTo>
                <a:lnTo>
                  <a:pt x="244675" y="57242"/>
                </a:lnTo>
                <a:lnTo>
                  <a:pt x="245909" y="56008"/>
                </a:lnTo>
                <a:lnTo>
                  <a:pt x="245909" y="57809"/>
                </a:lnTo>
                <a:close/>
                <a:moveTo>
                  <a:pt x="245943" y="54874"/>
                </a:moveTo>
                <a:lnTo>
                  <a:pt x="244242" y="56575"/>
                </a:lnTo>
                <a:lnTo>
                  <a:pt x="242207" y="56575"/>
                </a:lnTo>
                <a:lnTo>
                  <a:pt x="242207" y="50871"/>
                </a:lnTo>
                <a:lnTo>
                  <a:pt x="245943" y="47135"/>
                </a:lnTo>
                <a:close/>
                <a:moveTo>
                  <a:pt x="245943" y="45233"/>
                </a:moveTo>
                <a:lnTo>
                  <a:pt x="242207" y="41497"/>
                </a:lnTo>
                <a:lnTo>
                  <a:pt x="242207" y="35793"/>
                </a:lnTo>
                <a:lnTo>
                  <a:pt x="244242" y="35793"/>
                </a:lnTo>
                <a:lnTo>
                  <a:pt x="245943" y="37461"/>
                </a:lnTo>
                <a:close/>
                <a:moveTo>
                  <a:pt x="245109" y="33725"/>
                </a:moveTo>
                <a:lnTo>
                  <a:pt x="245943" y="34559"/>
                </a:lnTo>
                <a:lnTo>
                  <a:pt x="245943" y="36360"/>
                </a:lnTo>
                <a:lnTo>
                  <a:pt x="244675" y="35126"/>
                </a:lnTo>
                <a:lnTo>
                  <a:pt x="244408" y="34993"/>
                </a:lnTo>
                <a:lnTo>
                  <a:pt x="242507" y="34993"/>
                </a:lnTo>
                <a:lnTo>
                  <a:pt x="243808" y="33725"/>
                </a:lnTo>
                <a:lnTo>
                  <a:pt x="245109" y="33725"/>
                </a:lnTo>
                <a:close/>
                <a:moveTo>
                  <a:pt x="243374" y="31990"/>
                </a:moveTo>
                <a:lnTo>
                  <a:pt x="243374" y="33291"/>
                </a:lnTo>
                <a:lnTo>
                  <a:pt x="242107" y="34592"/>
                </a:lnTo>
                <a:lnTo>
                  <a:pt x="242107" y="32524"/>
                </a:lnTo>
                <a:lnTo>
                  <a:pt x="240739" y="31190"/>
                </a:lnTo>
                <a:lnTo>
                  <a:pt x="242574" y="31190"/>
                </a:lnTo>
                <a:close/>
                <a:moveTo>
                  <a:pt x="242574" y="30389"/>
                </a:moveTo>
                <a:lnTo>
                  <a:pt x="240739" y="30389"/>
                </a:lnTo>
                <a:lnTo>
                  <a:pt x="242107" y="29055"/>
                </a:lnTo>
                <a:lnTo>
                  <a:pt x="242107" y="26987"/>
                </a:lnTo>
                <a:lnTo>
                  <a:pt x="243374" y="28254"/>
                </a:lnTo>
                <a:lnTo>
                  <a:pt x="243374" y="29555"/>
                </a:lnTo>
                <a:close/>
                <a:moveTo>
                  <a:pt x="245943" y="27020"/>
                </a:moveTo>
                <a:lnTo>
                  <a:pt x="245109" y="27854"/>
                </a:lnTo>
                <a:lnTo>
                  <a:pt x="243808" y="27854"/>
                </a:lnTo>
                <a:lnTo>
                  <a:pt x="242507" y="26553"/>
                </a:lnTo>
                <a:lnTo>
                  <a:pt x="244408" y="26553"/>
                </a:lnTo>
                <a:lnTo>
                  <a:pt x="244675" y="26453"/>
                </a:lnTo>
                <a:lnTo>
                  <a:pt x="245909" y="25219"/>
                </a:lnTo>
                <a:lnTo>
                  <a:pt x="245909" y="27020"/>
                </a:lnTo>
                <a:close/>
                <a:moveTo>
                  <a:pt x="245943" y="24085"/>
                </a:moveTo>
                <a:lnTo>
                  <a:pt x="244242" y="25786"/>
                </a:lnTo>
                <a:lnTo>
                  <a:pt x="242207" y="25786"/>
                </a:lnTo>
                <a:lnTo>
                  <a:pt x="242207" y="20049"/>
                </a:lnTo>
                <a:lnTo>
                  <a:pt x="245943" y="16346"/>
                </a:lnTo>
                <a:close/>
                <a:moveTo>
                  <a:pt x="245943" y="14445"/>
                </a:moveTo>
                <a:lnTo>
                  <a:pt x="242207" y="10709"/>
                </a:lnTo>
                <a:lnTo>
                  <a:pt x="242207" y="5004"/>
                </a:lnTo>
                <a:lnTo>
                  <a:pt x="244242" y="5004"/>
                </a:lnTo>
                <a:lnTo>
                  <a:pt x="245943" y="6672"/>
                </a:lnTo>
                <a:close/>
                <a:moveTo>
                  <a:pt x="245943" y="5572"/>
                </a:moveTo>
                <a:lnTo>
                  <a:pt x="244675" y="4337"/>
                </a:lnTo>
                <a:lnTo>
                  <a:pt x="244408" y="4204"/>
                </a:lnTo>
                <a:lnTo>
                  <a:pt x="242507" y="4204"/>
                </a:lnTo>
                <a:lnTo>
                  <a:pt x="243808" y="2936"/>
                </a:lnTo>
                <a:lnTo>
                  <a:pt x="245109" y="2936"/>
                </a:lnTo>
                <a:lnTo>
                  <a:pt x="245943" y="3737"/>
                </a:lnTo>
                <a:lnTo>
                  <a:pt x="245943" y="5572"/>
                </a:lnTo>
                <a:close/>
              </a:path>
            </a:pathLst>
          </a:custGeom>
          <a:solidFill>
            <a:srgbClr val="594129">
              <a:alpha val="5137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09" name="Google Shape;109;p9"/>
          <p:cNvGrpSpPr/>
          <p:nvPr/>
        </p:nvGrpSpPr>
        <p:grpSpPr>
          <a:xfrm>
            <a:off x="7839776" y="-1"/>
            <a:ext cx="1304277" cy="1306311"/>
            <a:chOff x="7839776" y="-1"/>
            <a:chExt cx="1304277" cy="1306311"/>
          </a:xfrm>
        </p:grpSpPr>
        <p:sp>
          <p:nvSpPr>
            <p:cNvPr id="110" name="Google Shape;110;p9"/>
            <p:cNvSpPr/>
            <p:nvPr/>
          </p:nvSpPr>
          <p:spPr>
            <a:xfrm>
              <a:off x="8491926" y="-1"/>
              <a:ext cx="652127" cy="653161"/>
            </a:xfrm>
            <a:custGeom>
              <a:rect b="b" l="l" r="r" t="t"/>
              <a:pathLst>
                <a:path extrusionOk="0" h="147774" w="147540">
                  <a:moveTo>
                    <a:pt x="146839" y="72352"/>
                  </a:moveTo>
                  <a:lnTo>
                    <a:pt x="126624" y="52105"/>
                  </a:lnTo>
                  <a:lnTo>
                    <a:pt x="126624" y="23517"/>
                  </a:lnTo>
                  <a:cubicBezTo>
                    <a:pt x="126624" y="22217"/>
                    <a:pt x="125557" y="21149"/>
                    <a:pt x="124256" y="21149"/>
                  </a:cubicBezTo>
                  <a:lnTo>
                    <a:pt x="95669" y="21149"/>
                  </a:lnTo>
                  <a:lnTo>
                    <a:pt x="75454" y="935"/>
                  </a:lnTo>
                  <a:cubicBezTo>
                    <a:pt x="74520" y="1"/>
                    <a:pt x="73019" y="1"/>
                    <a:pt x="72119" y="935"/>
                  </a:cubicBezTo>
                  <a:lnTo>
                    <a:pt x="51871" y="21149"/>
                  </a:lnTo>
                  <a:lnTo>
                    <a:pt x="23284" y="21149"/>
                  </a:lnTo>
                  <a:cubicBezTo>
                    <a:pt x="21983" y="21149"/>
                    <a:pt x="20915" y="22217"/>
                    <a:pt x="20915" y="23517"/>
                  </a:cubicBezTo>
                  <a:lnTo>
                    <a:pt x="20915" y="52105"/>
                  </a:lnTo>
                  <a:lnTo>
                    <a:pt x="701" y="72319"/>
                  </a:lnTo>
                  <a:cubicBezTo>
                    <a:pt x="267" y="72786"/>
                    <a:pt x="0" y="73386"/>
                    <a:pt x="0" y="73987"/>
                  </a:cubicBezTo>
                  <a:cubicBezTo>
                    <a:pt x="0" y="74621"/>
                    <a:pt x="267" y="75221"/>
                    <a:pt x="701" y="75655"/>
                  </a:cubicBezTo>
                  <a:lnTo>
                    <a:pt x="20915" y="95903"/>
                  </a:lnTo>
                  <a:lnTo>
                    <a:pt x="20915" y="124490"/>
                  </a:lnTo>
                  <a:cubicBezTo>
                    <a:pt x="20915" y="125791"/>
                    <a:pt x="21983" y="126858"/>
                    <a:pt x="23284" y="126858"/>
                  </a:cubicBezTo>
                  <a:lnTo>
                    <a:pt x="51871" y="126858"/>
                  </a:lnTo>
                  <a:lnTo>
                    <a:pt x="72119" y="147073"/>
                  </a:lnTo>
                  <a:cubicBezTo>
                    <a:pt x="72552" y="147506"/>
                    <a:pt x="73153" y="147773"/>
                    <a:pt x="73786" y="147773"/>
                  </a:cubicBezTo>
                  <a:cubicBezTo>
                    <a:pt x="74387" y="147773"/>
                    <a:pt x="74987" y="147506"/>
                    <a:pt x="75421" y="147073"/>
                  </a:cubicBezTo>
                  <a:lnTo>
                    <a:pt x="95669" y="126858"/>
                  </a:lnTo>
                  <a:lnTo>
                    <a:pt x="124256" y="126858"/>
                  </a:lnTo>
                  <a:cubicBezTo>
                    <a:pt x="125557" y="126858"/>
                    <a:pt x="126624" y="125791"/>
                    <a:pt x="126624" y="124490"/>
                  </a:cubicBezTo>
                  <a:lnTo>
                    <a:pt x="126624" y="95903"/>
                  </a:lnTo>
                  <a:lnTo>
                    <a:pt x="146839" y="75655"/>
                  </a:lnTo>
                  <a:cubicBezTo>
                    <a:pt x="147272" y="75221"/>
                    <a:pt x="147539" y="74621"/>
                    <a:pt x="147539" y="73987"/>
                  </a:cubicBezTo>
                  <a:cubicBezTo>
                    <a:pt x="147539" y="73386"/>
                    <a:pt x="147306" y="72786"/>
                    <a:pt x="146839" y="72352"/>
                  </a:cubicBezTo>
                  <a:close/>
                  <a:moveTo>
                    <a:pt x="122621" y="93267"/>
                  </a:moveTo>
                  <a:cubicBezTo>
                    <a:pt x="122154" y="93701"/>
                    <a:pt x="121921" y="94301"/>
                    <a:pt x="121921" y="94935"/>
                  </a:cubicBezTo>
                  <a:lnTo>
                    <a:pt x="121921" y="122155"/>
                  </a:lnTo>
                  <a:lnTo>
                    <a:pt x="94701" y="122155"/>
                  </a:lnTo>
                  <a:cubicBezTo>
                    <a:pt x="94068" y="122155"/>
                    <a:pt x="93467" y="122388"/>
                    <a:pt x="93034" y="122822"/>
                  </a:cubicBezTo>
                  <a:lnTo>
                    <a:pt x="73786" y="142102"/>
                  </a:lnTo>
                  <a:lnTo>
                    <a:pt x="54506" y="122855"/>
                  </a:lnTo>
                  <a:cubicBezTo>
                    <a:pt x="54072" y="122388"/>
                    <a:pt x="53472" y="122155"/>
                    <a:pt x="52838" y="122155"/>
                  </a:cubicBezTo>
                  <a:lnTo>
                    <a:pt x="25619" y="122155"/>
                  </a:lnTo>
                  <a:lnTo>
                    <a:pt x="25619" y="94935"/>
                  </a:lnTo>
                  <a:cubicBezTo>
                    <a:pt x="25619" y="94301"/>
                    <a:pt x="25385" y="93701"/>
                    <a:pt x="24952" y="93267"/>
                  </a:cubicBezTo>
                  <a:lnTo>
                    <a:pt x="5671" y="74020"/>
                  </a:lnTo>
                  <a:lnTo>
                    <a:pt x="24952" y="54740"/>
                  </a:lnTo>
                  <a:cubicBezTo>
                    <a:pt x="25385" y="54306"/>
                    <a:pt x="25619" y="53706"/>
                    <a:pt x="25619" y="53105"/>
                  </a:cubicBezTo>
                  <a:lnTo>
                    <a:pt x="25619" y="25852"/>
                  </a:lnTo>
                  <a:lnTo>
                    <a:pt x="52838" y="25852"/>
                  </a:lnTo>
                  <a:cubicBezTo>
                    <a:pt x="53472" y="25852"/>
                    <a:pt x="54072" y="25619"/>
                    <a:pt x="54506" y="25185"/>
                  </a:cubicBezTo>
                  <a:lnTo>
                    <a:pt x="73786" y="5905"/>
                  </a:lnTo>
                  <a:lnTo>
                    <a:pt x="93034" y="25185"/>
                  </a:lnTo>
                  <a:cubicBezTo>
                    <a:pt x="93467" y="25619"/>
                    <a:pt x="94068" y="25852"/>
                    <a:pt x="94701" y="25852"/>
                  </a:cubicBezTo>
                  <a:lnTo>
                    <a:pt x="121921" y="25852"/>
                  </a:lnTo>
                  <a:lnTo>
                    <a:pt x="121921" y="53072"/>
                  </a:lnTo>
                  <a:cubicBezTo>
                    <a:pt x="121921" y="53706"/>
                    <a:pt x="122154" y="54306"/>
                    <a:pt x="122588" y="54740"/>
                  </a:cubicBezTo>
                  <a:lnTo>
                    <a:pt x="141868" y="73987"/>
                  </a:lnTo>
                  <a:close/>
                </a:path>
              </a:pathLst>
            </a:custGeom>
            <a:solidFill>
              <a:srgbClr val="9575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9"/>
            <p:cNvSpPr/>
            <p:nvPr/>
          </p:nvSpPr>
          <p:spPr>
            <a:xfrm>
              <a:off x="7839776" y="-1"/>
              <a:ext cx="652127" cy="653161"/>
            </a:xfrm>
            <a:custGeom>
              <a:rect b="b" l="l" r="r" t="t"/>
              <a:pathLst>
                <a:path extrusionOk="0" h="147774" w="147540">
                  <a:moveTo>
                    <a:pt x="146839" y="72352"/>
                  </a:moveTo>
                  <a:lnTo>
                    <a:pt x="126624" y="52105"/>
                  </a:lnTo>
                  <a:lnTo>
                    <a:pt x="126624" y="23517"/>
                  </a:lnTo>
                  <a:cubicBezTo>
                    <a:pt x="126624" y="22217"/>
                    <a:pt x="125557" y="21149"/>
                    <a:pt x="124256" y="21149"/>
                  </a:cubicBezTo>
                  <a:lnTo>
                    <a:pt x="95669" y="21149"/>
                  </a:lnTo>
                  <a:lnTo>
                    <a:pt x="75454" y="935"/>
                  </a:lnTo>
                  <a:cubicBezTo>
                    <a:pt x="74520" y="1"/>
                    <a:pt x="73019" y="1"/>
                    <a:pt x="72119" y="935"/>
                  </a:cubicBezTo>
                  <a:lnTo>
                    <a:pt x="51871" y="21149"/>
                  </a:lnTo>
                  <a:lnTo>
                    <a:pt x="23284" y="21149"/>
                  </a:lnTo>
                  <a:cubicBezTo>
                    <a:pt x="21983" y="21149"/>
                    <a:pt x="20915" y="22217"/>
                    <a:pt x="20915" y="23517"/>
                  </a:cubicBezTo>
                  <a:lnTo>
                    <a:pt x="20915" y="52105"/>
                  </a:lnTo>
                  <a:lnTo>
                    <a:pt x="701" y="72319"/>
                  </a:lnTo>
                  <a:cubicBezTo>
                    <a:pt x="267" y="72786"/>
                    <a:pt x="0" y="73386"/>
                    <a:pt x="0" y="73987"/>
                  </a:cubicBezTo>
                  <a:cubicBezTo>
                    <a:pt x="0" y="74621"/>
                    <a:pt x="267" y="75221"/>
                    <a:pt x="701" y="75655"/>
                  </a:cubicBezTo>
                  <a:lnTo>
                    <a:pt x="20915" y="95903"/>
                  </a:lnTo>
                  <a:lnTo>
                    <a:pt x="20915" y="124490"/>
                  </a:lnTo>
                  <a:cubicBezTo>
                    <a:pt x="20915" y="125791"/>
                    <a:pt x="21983" y="126858"/>
                    <a:pt x="23284" y="126858"/>
                  </a:cubicBezTo>
                  <a:lnTo>
                    <a:pt x="51871" y="126858"/>
                  </a:lnTo>
                  <a:lnTo>
                    <a:pt x="72119" y="147073"/>
                  </a:lnTo>
                  <a:cubicBezTo>
                    <a:pt x="72552" y="147506"/>
                    <a:pt x="73153" y="147773"/>
                    <a:pt x="73786" y="147773"/>
                  </a:cubicBezTo>
                  <a:cubicBezTo>
                    <a:pt x="74387" y="147773"/>
                    <a:pt x="74987" y="147506"/>
                    <a:pt x="75421" y="147073"/>
                  </a:cubicBezTo>
                  <a:lnTo>
                    <a:pt x="95669" y="126858"/>
                  </a:lnTo>
                  <a:lnTo>
                    <a:pt x="124256" y="126858"/>
                  </a:lnTo>
                  <a:cubicBezTo>
                    <a:pt x="125557" y="126858"/>
                    <a:pt x="126624" y="125791"/>
                    <a:pt x="126624" y="124490"/>
                  </a:cubicBezTo>
                  <a:lnTo>
                    <a:pt x="126624" y="95903"/>
                  </a:lnTo>
                  <a:lnTo>
                    <a:pt x="146839" y="75655"/>
                  </a:lnTo>
                  <a:cubicBezTo>
                    <a:pt x="147272" y="75221"/>
                    <a:pt x="147539" y="74621"/>
                    <a:pt x="147539" y="73987"/>
                  </a:cubicBezTo>
                  <a:cubicBezTo>
                    <a:pt x="147539" y="73386"/>
                    <a:pt x="147306" y="72786"/>
                    <a:pt x="146839" y="72352"/>
                  </a:cubicBezTo>
                  <a:close/>
                  <a:moveTo>
                    <a:pt x="122621" y="93267"/>
                  </a:moveTo>
                  <a:cubicBezTo>
                    <a:pt x="122154" y="93701"/>
                    <a:pt x="121921" y="94301"/>
                    <a:pt x="121921" y="94935"/>
                  </a:cubicBezTo>
                  <a:lnTo>
                    <a:pt x="121921" y="122155"/>
                  </a:lnTo>
                  <a:lnTo>
                    <a:pt x="94701" y="122155"/>
                  </a:lnTo>
                  <a:cubicBezTo>
                    <a:pt x="94068" y="122155"/>
                    <a:pt x="93467" y="122388"/>
                    <a:pt x="93034" y="122822"/>
                  </a:cubicBezTo>
                  <a:lnTo>
                    <a:pt x="73786" y="142102"/>
                  </a:lnTo>
                  <a:lnTo>
                    <a:pt x="54506" y="122855"/>
                  </a:lnTo>
                  <a:cubicBezTo>
                    <a:pt x="54072" y="122388"/>
                    <a:pt x="53472" y="122155"/>
                    <a:pt x="52838" y="122155"/>
                  </a:cubicBezTo>
                  <a:lnTo>
                    <a:pt x="25619" y="122155"/>
                  </a:lnTo>
                  <a:lnTo>
                    <a:pt x="25619" y="94935"/>
                  </a:lnTo>
                  <a:cubicBezTo>
                    <a:pt x="25619" y="94301"/>
                    <a:pt x="25385" y="93701"/>
                    <a:pt x="24952" y="93267"/>
                  </a:cubicBezTo>
                  <a:lnTo>
                    <a:pt x="5671" y="74020"/>
                  </a:lnTo>
                  <a:lnTo>
                    <a:pt x="24952" y="54740"/>
                  </a:lnTo>
                  <a:cubicBezTo>
                    <a:pt x="25385" y="54306"/>
                    <a:pt x="25619" y="53706"/>
                    <a:pt x="25619" y="53105"/>
                  </a:cubicBezTo>
                  <a:lnTo>
                    <a:pt x="25619" y="25852"/>
                  </a:lnTo>
                  <a:lnTo>
                    <a:pt x="52838" y="25852"/>
                  </a:lnTo>
                  <a:cubicBezTo>
                    <a:pt x="53472" y="25852"/>
                    <a:pt x="54072" y="25619"/>
                    <a:pt x="54506" y="25185"/>
                  </a:cubicBezTo>
                  <a:lnTo>
                    <a:pt x="73786" y="5905"/>
                  </a:lnTo>
                  <a:lnTo>
                    <a:pt x="93034" y="25185"/>
                  </a:lnTo>
                  <a:cubicBezTo>
                    <a:pt x="93467" y="25619"/>
                    <a:pt x="94068" y="25852"/>
                    <a:pt x="94701" y="25852"/>
                  </a:cubicBezTo>
                  <a:lnTo>
                    <a:pt x="121921" y="25852"/>
                  </a:lnTo>
                  <a:lnTo>
                    <a:pt x="121921" y="53072"/>
                  </a:lnTo>
                  <a:cubicBezTo>
                    <a:pt x="121921" y="53706"/>
                    <a:pt x="122154" y="54306"/>
                    <a:pt x="122588" y="54740"/>
                  </a:cubicBezTo>
                  <a:lnTo>
                    <a:pt x="141868" y="73987"/>
                  </a:lnTo>
                  <a:close/>
                </a:path>
              </a:pathLst>
            </a:custGeom>
            <a:solidFill>
              <a:srgbClr val="9575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9"/>
            <p:cNvSpPr/>
            <p:nvPr/>
          </p:nvSpPr>
          <p:spPr>
            <a:xfrm>
              <a:off x="8491926" y="653149"/>
              <a:ext cx="652127" cy="653161"/>
            </a:xfrm>
            <a:custGeom>
              <a:rect b="b" l="l" r="r" t="t"/>
              <a:pathLst>
                <a:path extrusionOk="0" h="147774" w="147540">
                  <a:moveTo>
                    <a:pt x="146839" y="72352"/>
                  </a:moveTo>
                  <a:lnTo>
                    <a:pt x="126624" y="52105"/>
                  </a:lnTo>
                  <a:lnTo>
                    <a:pt x="126624" y="23517"/>
                  </a:lnTo>
                  <a:cubicBezTo>
                    <a:pt x="126624" y="22217"/>
                    <a:pt x="125557" y="21149"/>
                    <a:pt x="124256" y="21149"/>
                  </a:cubicBezTo>
                  <a:lnTo>
                    <a:pt x="95669" y="21149"/>
                  </a:lnTo>
                  <a:lnTo>
                    <a:pt x="75454" y="935"/>
                  </a:lnTo>
                  <a:cubicBezTo>
                    <a:pt x="74520" y="1"/>
                    <a:pt x="73019" y="1"/>
                    <a:pt x="72119" y="935"/>
                  </a:cubicBezTo>
                  <a:lnTo>
                    <a:pt x="51871" y="21149"/>
                  </a:lnTo>
                  <a:lnTo>
                    <a:pt x="23284" y="21149"/>
                  </a:lnTo>
                  <a:cubicBezTo>
                    <a:pt x="21983" y="21149"/>
                    <a:pt x="20915" y="22217"/>
                    <a:pt x="20915" y="23517"/>
                  </a:cubicBezTo>
                  <a:lnTo>
                    <a:pt x="20915" y="52105"/>
                  </a:lnTo>
                  <a:lnTo>
                    <a:pt x="701" y="72319"/>
                  </a:lnTo>
                  <a:cubicBezTo>
                    <a:pt x="267" y="72786"/>
                    <a:pt x="0" y="73386"/>
                    <a:pt x="0" y="73987"/>
                  </a:cubicBezTo>
                  <a:cubicBezTo>
                    <a:pt x="0" y="74621"/>
                    <a:pt x="267" y="75221"/>
                    <a:pt x="701" y="75655"/>
                  </a:cubicBezTo>
                  <a:lnTo>
                    <a:pt x="20915" y="95903"/>
                  </a:lnTo>
                  <a:lnTo>
                    <a:pt x="20915" y="124490"/>
                  </a:lnTo>
                  <a:cubicBezTo>
                    <a:pt x="20915" y="125791"/>
                    <a:pt x="21983" y="126858"/>
                    <a:pt x="23284" y="126858"/>
                  </a:cubicBezTo>
                  <a:lnTo>
                    <a:pt x="51871" y="126858"/>
                  </a:lnTo>
                  <a:lnTo>
                    <a:pt x="72119" y="147073"/>
                  </a:lnTo>
                  <a:cubicBezTo>
                    <a:pt x="72552" y="147506"/>
                    <a:pt x="73153" y="147773"/>
                    <a:pt x="73786" y="147773"/>
                  </a:cubicBezTo>
                  <a:cubicBezTo>
                    <a:pt x="74387" y="147773"/>
                    <a:pt x="74987" y="147506"/>
                    <a:pt x="75421" y="147073"/>
                  </a:cubicBezTo>
                  <a:lnTo>
                    <a:pt x="95669" y="126858"/>
                  </a:lnTo>
                  <a:lnTo>
                    <a:pt x="124256" y="126858"/>
                  </a:lnTo>
                  <a:cubicBezTo>
                    <a:pt x="125557" y="126858"/>
                    <a:pt x="126624" y="125791"/>
                    <a:pt x="126624" y="124490"/>
                  </a:cubicBezTo>
                  <a:lnTo>
                    <a:pt x="126624" y="95903"/>
                  </a:lnTo>
                  <a:lnTo>
                    <a:pt x="146839" y="75655"/>
                  </a:lnTo>
                  <a:cubicBezTo>
                    <a:pt x="147272" y="75221"/>
                    <a:pt x="147539" y="74621"/>
                    <a:pt x="147539" y="73987"/>
                  </a:cubicBezTo>
                  <a:cubicBezTo>
                    <a:pt x="147539" y="73386"/>
                    <a:pt x="147306" y="72786"/>
                    <a:pt x="146839" y="72352"/>
                  </a:cubicBezTo>
                  <a:close/>
                  <a:moveTo>
                    <a:pt x="122621" y="93267"/>
                  </a:moveTo>
                  <a:cubicBezTo>
                    <a:pt x="122154" y="93701"/>
                    <a:pt x="121921" y="94301"/>
                    <a:pt x="121921" y="94935"/>
                  </a:cubicBezTo>
                  <a:lnTo>
                    <a:pt x="121921" y="122155"/>
                  </a:lnTo>
                  <a:lnTo>
                    <a:pt x="94701" y="122155"/>
                  </a:lnTo>
                  <a:cubicBezTo>
                    <a:pt x="94068" y="122155"/>
                    <a:pt x="93467" y="122388"/>
                    <a:pt x="93034" y="122822"/>
                  </a:cubicBezTo>
                  <a:lnTo>
                    <a:pt x="73786" y="142102"/>
                  </a:lnTo>
                  <a:lnTo>
                    <a:pt x="54506" y="122855"/>
                  </a:lnTo>
                  <a:cubicBezTo>
                    <a:pt x="54072" y="122388"/>
                    <a:pt x="53472" y="122155"/>
                    <a:pt x="52838" y="122155"/>
                  </a:cubicBezTo>
                  <a:lnTo>
                    <a:pt x="25619" y="122155"/>
                  </a:lnTo>
                  <a:lnTo>
                    <a:pt x="25619" y="94935"/>
                  </a:lnTo>
                  <a:cubicBezTo>
                    <a:pt x="25619" y="94301"/>
                    <a:pt x="25385" y="93701"/>
                    <a:pt x="24952" y="93267"/>
                  </a:cubicBezTo>
                  <a:lnTo>
                    <a:pt x="5671" y="74020"/>
                  </a:lnTo>
                  <a:lnTo>
                    <a:pt x="24952" y="54740"/>
                  </a:lnTo>
                  <a:cubicBezTo>
                    <a:pt x="25385" y="54306"/>
                    <a:pt x="25619" y="53706"/>
                    <a:pt x="25619" y="53105"/>
                  </a:cubicBezTo>
                  <a:lnTo>
                    <a:pt x="25619" y="25852"/>
                  </a:lnTo>
                  <a:lnTo>
                    <a:pt x="52838" y="25852"/>
                  </a:lnTo>
                  <a:cubicBezTo>
                    <a:pt x="53472" y="25852"/>
                    <a:pt x="54072" y="25619"/>
                    <a:pt x="54506" y="25185"/>
                  </a:cubicBezTo>
                  <a:lnTo>
                    <a:pt x="73786" y="5905"/>
                  </a:lnTo>
                  <a:lnTo>
                    <a:pt x="93034" y="25185"/>
                  </a:lnTo>
                  <a:cubicBezTo>
                    <a:pt x="93467" y="25619"/>
                    <a:pt x="94068" y="25852"/>
                    <a:pt x="94701" y="25852"/>
                  </a:cubicBezTo>
                  <a:lnTo>
                    <a:pt x="121921" y="25852"/>
                  </a:lnTo>
                  <a:lnTo>
                    <a:pt x="121921" y="53072"/>
                  </a:lnTo>
                  <a:cubicBezTo>
                    <a:pt x="121921" y="53706"/>
                    <a:pt x="122154" y="54306"/>
                    <a:pt x="122588" y="54740"/>
                  </a:cubicBezTo>
                  <a:lnTo>
                    <a:pt x="141868" y="73987"/>
                  </a:lnTo>
                  <a:close/>
                </a:path>
              </a:pathLst>
            </a:custGeom>
            <a:solidFill>
              <a:srgbClr val="9575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3" name="Google Shape;113;p9"/>
          <p:cNvSpPr txBox="1"/>
          <p:nvPr>
            <p:ph type="title"/>
          </p:nvPr>
        </p:nvSpPr>
        <p:spPr>
          <a:xfrm>
            <a:off x="5128750" y="1822475"/>
            <a:ext cx="3135900" cy="4611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200"/>
              <a:buNone/>
              <a:defRPr b="0" sz="35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14" name="Google Shape;114;p9"/>
          <p:cNvSpPr txBox="1"/>
          <p:nvPr>
            <p:ph idx="1" type="subTitle"/>
          </p:nvPr>
        </p:nvSpPr>
        <p:spPr>
          <a:xfrm>
            <a:off x="5128750" y="2357497"/>
            <a:ext cx="3135900" cy="1079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100"/>
              <a:buNone/>
              <a:defRPr sz="15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4">
    <p:spTree>
      <p:nvGrpSpPr>
        <p:cNvPr id="115" name="Shape 115"/>
        <p:cNvGrpSpPr/>
        <p:nvPr/>
      </p:nvGrpSpPr>
      <p:grpSpPr>
        <a:xfrm>
          <a:off x="0" y="0"/>
          <a:ext cx="0" cy="0"/>
          <a:chOff x="0" y="0"/>
          <a:chExt cx="0" cy="0"/>
        </a:xfrm>
      </p:grpSpPr>
      <p:sp>
        <p:nvSpPr>
          <p:cNvPr id="116" name="Google Shape;116;p10"/>
          <p:cNvSpPr/>
          <p:nvPr/>
        </p:nvSpPr>
        <p:spPr>
          <a:xfrm>
            <a:off x="0" y="0"/>
            <a:ext cx="9144259" cy="5143463"/>
          </a:xfrm>
          <a:custGeom>
            <a:rect b="b" l="l" r="r" t="t"/>
            <a:pathLst>
              <a:path extrusionOk="0" h="123123" w="246310">
                <a:moveTo>
                  <a:pt x="245442" y="2136"/>
                </a:moveTo>
                <a:lnTo>
                  <a:pt x="244175" y="2136"/>
                </a:lnTo>
                <a:lnTo>
                  <a:pt x="244175" y="1035"/>
                </a:lnTo>
                <a:lnTo>
                  <a:pt x="244075" y="768"/>
                </a:lnTo>
                <a:lnTo>
                  <a:pt x="243274" y="1"/>
                </a:lnTo>
                <a:lnTo>
                  <a:pt x="243141" y="1"/>
                </a:lnTo>
                <a:lnTo>
                  <a:pt x="242173" y="1"/>
                </a:lnTo>
                <a:lnTo>
                  <a:pt x="240372" y="1"/>
                </a:lnTo>
                <a:lnTo>
                  <a:pt x="239238" y="1"/>
                </a:lnTo>
                <a:lnTo>
                  <a:pt x="231499" y="1"/>
                </a:lnTo>
                <a:lnTo>
                  <a:pt x="231332" y="1"/>
                </a:lnTo>
                <a:lnTo>
                  <a:pt x="230532" y="1"/>
                </a:lnTo>
                <a:lnTo>
                  <a:pt x="230365" y="1"/>
                </a:lnTo>
                <a:lnTo>
                  <a:pt x="222626" y="1"/>
                </a:lnTo>
                <a:lnTo>
                  <a:pt x="222626" y="1"/>
                </a:lnTo>
                <a:lnTo>
                  <a:pt x="221492" y="1"/>
                </a:lnTo>
                <a:lnTo>
                  <a:pt x="219691" y="1"/>
                </a:lnTo>
                <a:lnTo>
                  <a:pt x="218723" y="1"/>
                </a:lnTo>
                <a:lnTo>
                  <a:pt x="218557" y="1"/>
                </a:lnTo>
                <a:lnTo>
                  <a:pt x="217789" y="768"/>
                </a:lnTo>
                <a:lnTo>
                  <a:pt x="217689" y="1035"/>
                </a:lnTo>
                <a:lnTo>
                  <a:pt x="217689" y="2136"/>
                </a:lnTo>
                <a:lnTo>
                  <a:pt x="216422" y="2136"/>
                </a:lnTo>
                <a:lnTo>
                  <a:pt x="215521" y="3036"/>
                </a:lnTo>
                <a:lnTo>
                  <a:pt x="214654" y="2136"/>
                </a:lnTo>
                <a:lnTo>
                  <a:pt x="213386" y="2136"/>
                </a:lnTo>
                <a:lnTo>
                  <a:pt x="213386" y="1035"/>
                </a:lnTo>
                <a:lnTo>
                  <a:pt x="213286" y="768"/>
                </a:lnTo>
                <a:lnTo>
                  <a:pt x="212519" y="1"/>
                </a:lnTo>
                <a:lnTo>
                  <a:pt x="212352" y="1"/>
                </a:lnTo>
                <a:lnTo>
                  <a:pt x="211385" y="1"/>
                </a:lnTo>
                <a:lnTo>
                  <a:pt x="209584" y="1"/>
                </a:lnTo>
                <a:lnTo>
                  <a:pt x="208449" y="1"/>
                </a:lnTo>
                <a:lnTo>
                  <a:pt x="200710" y="1"/>
                </a:lnTo>
                <a:lnTo>
                  <a:pt x="200544" y="1"/>
                </a:lnTo>
                <a:lnTo>
                  <a:pt x="199743" y="1"/>
                </a:lnTo>
                <a:lnTo>
                  <a:pt x="199576" y="1"/>
                </a:lnTo>
                <a:lnTo>
                  <a:pt x="191837" y="1"/>
                </a:lnTo>
                <a:lnTo>
                  <a:pt x="190703" y="1"/>
                </a:lnTo>
                <a:lnTo>
                  <a:pt x="188902" y="1"/>
                </a:lnTo>
                <a:lnTo>
                  <a:pt x="187935" y="1"/>
                </a:lnTo>
                <a:lnTo>
                  <a:pt x="187801" y="1"/>
                </a:lnTo>
                <a:lnTo>
                  <a:pt x="187001" y="768"/>
                </a:lnTo>
                <a:lnTo>
                  <a:pt x="186901" y="1035"/>
                </a:lnTo>
                <a:lnTo>
                  <a:pt x="186901" y="2136"/>
                </a:lnTo>
                <a:lnTo>
                  <a:pt x="185633" y="2136"/>
                </a:lnTo>
                <a:lnTo>
                  <a:pt x="184766" y="3036"/>
                </a:lnTo>
                <a:lnTo>
                  <a:pt x="183865" y="2136"/>
                </a:lnTo>
                <a:lnTo>
                  <a:pt x="182598" y="2136"/>
                </a:lnTo>
                <a:lnTo>
                  <a:pt x="182598" y="1035"/>
                </a:lnTo>
                <a:lnTo>
                  <a:pt x="182497" y="768"/>
                </a:lnTo>
                <a:lnTo>
                  <a:pt x="181730" y="1"/>
                </a:lnTo>
                <a:lnTo>
                  <a:pt x="181563" y="1"/>
                </a:lnTo>
                <a:lnTo>
                  <a:pt x="180596" y="1"/>
                </a:lnTo>
                <a:lnTo>
                  <a:pt x="178795" y="1"/>
                </a:lnTo>
                <a:lnTo>
                  <a:pt x="177661" y="1"/>
                </a:lnTo>
                <a:lnTo>
                  <a:pt x="169922" y="1"/>
                </a:lnTo>
                <a:lnTo>
                  <a:pt x="169755" y="1"/>
                </a:lnTo>
                <a:lnTo>
                  <a:pt x="168954" y="1"/>
                </a:lnTo>
                <a:lnTo>
                  <a:pt x="168788" y="1"/>
                </a:lnTo>
                <a:lnTo>
                  <a:pt x="161049" y="1"/>
                </a:lnTo>
                <a:lnTo>
                  <a:pt x="159948" y="1"/>
                </a:lnTo>
                <a:lnTo>
                  <a:pt x="158113" y="1"/>
                </a:lnTo>
                <a:lnTo>
                  <a:pt x="157179" y="1"/>
                </a:lnTo>
                <a:lnTo>
                  <a:pt x="157013" y="1"/>
                </a:lnTo>
                <a:lnTo>
                  <a:pt x="156245" y="768"/>
                </a:lnTo>
                <a:lnTo>
                  <a:pt x="156112" y="1035"/>
                </a:lnTo>
                <a:lnTo>
                  <a:pt x="156112" y="2136"/>
                </a:lnTo>
                <a:lnTo>
                  <a:pt x="154844" y="2136"/>
                </a:lnTo>
                <a:lnTo>
                  <a:pt x="153944" y="3036"/>
                </a:lnTo>
                <a:lnTo>
                  <a:pt x="153076" y="2136"/>
                </a:lnTo>
                <a:lnTo>
                  <a:pt x="151809" y="2136"/>
                </a:lnTo>
                <a:lnTo>
                  <a:pt x="151809" y="1035"/>
                </a:lnTo>
                <a:lnTo>
                  <a:pt x="151675" y="768"/>
                </a:lnTo>
                <a:lnTo>
                  <a:pt x="150908" y="1"/>
                </a:lnTo>
                <a:lnTo>
                  <a:pt x="150741" y="1"/>
                </a:lnTo>
                <a:lnTo>
                  <a:pt x="149807" y="1"/>
                </a:lnTo>
                <a:lnTo>
                  <a:pt x="147973" y="1"/>
                </a:lnTo>
                <a:lnTo>
                  <a:pt x="146872" y="1"/>
                </a:lnTo>
                <a:lnTo>
                  <a:pt x="139133" y="1"/>
                </a:lnTo>
                <a:lnTo>
                  <a:pt x="138966" y="1"/>
                </a:lnTo>
                <a:lnTo>
                  <a:pt x="138166" y="1"/>
                </a:lnTo>
                <a:lnTo>
                  <a:pt x="137999" y="1"/>
                </a:lnTo>
                <a:lnTo>
                  <a:pt x="130260" y="1"/>
                </a:lnTo>
                <a:lnTo>
                  <a:pt x="129126" y="1"/>
                </a:lnTo>
                <a:lnTo>
                  <a:pt x="127325" y="1"/>
                </a:lnTo>
                <a:lnTo>
                  <a:pt x="126357" y="1"/>
                </a:lnTo>
                <a:lnTo>
                  <a:pt x="126191" y="1"/>
                </a:lnTo>
                <a:lnTo>
                  <a:pt x="125423" y="768"/>
                </a:lnTo>
                <a:lnTo>
                  <a:pt x="125323" y="1035"/>
                </a:lnTo>
                <a:lnTo>
                  <a:pt x="125323" y="2136"/>
                </a:lnTo>
                <a:lnTo>
                  <a:pt x="124056" y="2136"/>
                </a:lnTo>
                <a:lnTo>
                  <a:pt x="123155" y="3036"/>
                </a:lnTo>
                <a:lnTo>
                  <a:pt x="122254" y="2136"/>
                </a:lnTo>
                <a:lnTo>
                  <a:pt x="121020" y="2136"/>
                </a:lnTo>
                <a:lnTo>
                  <a:pt x="121020" y="1035"/>
                </a:lnTo>
                <a:lnTo>
                  <a:pt x="120887" y="768"/>
                </a:lnTo>
                <a:lnTo>
                  <a:pt x="120120" y="1"/>
                </a:lnTo>
                <a:lnTo>
                  <a:pt x="119953" y="1"/>
                </a:lnTo>
                <a:lnTo>
                  <a:pt x="119019" y="1"/>
                </a:lnTo>
                <a:lnTo>
                  <a:pt x="117184" y="1"/>
                </a:lnTo>
                <a:lnTo>
                  <a:pt x="116083" y="1"/>
                </a:lnTo>
                <a:lnTo>
                  <a:pt x="108311" y="1"/>
                </a:lnTo>
                <a:lnTo>
                  <a:pt x="108144" y="1"/>
                </a:lnTo>
                <a:lnTo>
                  <a:pt x="107377" y="1"/>
                </a:lnTo>
                <a:lnTo>
                  <a:pt x="107210" y="1"/>
                </a:lnTo>
                <a:lnTo>
                  <a:pt x="99472" y="1"/>
                </a:lnTo>
                <a:lnTo>
                  <a:pt x="98337" y="1"/>
                </a:lnTo>
                <a:lnTo>
                  <a:pt x="96536" y="1"/>
                </a:lnTo>
                <a:lnTo>
                  <a:pt x="95569" y="1"/>
                </a:lnTo>
                <a:lnTo>
                  <a:pt x="95402" y="1"/>
                </a:lnTo>
                <a:lnTo>
                  <a:pt x="94635" y="768"/>
                </a:lnTo>
                <a:lnTo>
                  <a:pt x="94535" y="1035"/>
                </a:lnTo>
                <a:lnTo>
                  <a:pt x="94535" y="2136"/>
                </a:lnTo>
                <a:lnTo>
                  <a:pt x="93267" y="2136"/>
                </a:lnTo>
                <a:lnTo>
                  <a:pt x="92366" y="3036"/>
                </a:lnTo>
                <a:lnTo>
                  <a:pt x="91499" y="2136"/>
                </a:lnTo>
                <a:lnTo>
                  <a:pt x="90232" y="2136"/>
                </a:lnTo>
                <a:lnTo>
                  <a:pt x="90232" y="1035"/>
                </a:lnTo>
                <a:lnTo>
                  <a:pt x="90098" y="768"/>
                </a:lnTo>
                <a:lnTo>
                  <a:pt x="89331" y="1"/>
                </a:lnTo>
                <a:lnTo>
                  <a:pt x="89164" y="1"/>
                </a:lnTo>
                <a:lnTo>
                  <a:pt x="88197" y="1"/>
                </a:lnTo>
                <a:lnTo>
                  <a:pt x="86396" y="1"/>
                </a:lnTo>
                <a:lnTo>
                  <a:pt x="85295" y="1"/>
                </a:lnTo>
                <a:lnTo>
                  <a:pt x="77523" y="1"/>
                </a:lnTo>
                <a:lnTo>
                  <a:pt x="77356" y="1"/>
                </a:lnTo>
                <a:lnTo>
                  <a:pt x="76589" y="1"/>
                </a:lnTo>
                <a:lnTo>
                  <a:pt x="76422" y="1"/>
                </a:lnTo>
                <a:lnTo>
                  <a:pt x="68650" y="1"/>
                </a:lnTo>
                <a:lnTo>
                  <a:pt x="67549" y="1"/>
                </a:lnTo>
                <a:lnTo>
                  <a:pt x="65714" y="1"/>
                </a:lnTo>
                <a:lnTo>
                  <a:pt x="64780" y="1"/>
                </a:lnTo>
                <a:lnTo>
                  <a:pt x="64613" y="1"/>
                </a:lnTo>
                <a:lnTo>
                  <a:pt x="63846" y="768"/>
                </a:lnTo>
                <a:lnTo>
                  <a:pt x="63713" y="1035"/>
                </a:lnTo>
                <a:lnTo>
                  <a:pt x="63713" y="2136"/>
                </a:lnTo>
                <a:lnTo>
                  <a:pt x="62478" y="2136"/>
                </a:lnTo>
                <a:lnTo>
                  <a:pt x="61578" y="3036"/>
                </a:lnTo>
                <a:lnTo>
                  <a:pt x="60677" y="2136"/>
                </a:lnTo>
                <a:lnTo>
                  <a:pt x="59443" y="2136"/>
                </a:lnTo>
                <a:lnTo>
                  <a:pt x="59443" y="1035"/>
                </a:lnTo>
                <a:lnTo>
                  <a:pt x="59310" y="768"/>
                </a:lnTo>
                <a:lnTo>
                  <a:pt x="58542" y="1"/>
                </a:lnTo>
                <a:lnTo>
                  <a:pt x="58376" y="1"/>
                </a:lnTo>
                <a:lnTo>
                  <a:pt x="57408" y="1"/>
                </a:lnTo>
                <a:lnTo>
                  <a:pt x="55607" y="1"/>
                </a:lnTo>
                <a:lnTo>
                  <a:pt x="54506" y="1"/>
                </a:lnTo>
                <a:lnTo>
                  <a:pt x="46734" y="1"/>
                </a:lnTo>
                <a:lnTo>
                  <a:pt x="46567" y="1"/>
                </a:lnTo>
                <a:lnTo>
                  <a:pt x="45767" y="1"/>
                </a:lnTo>
                <a:lnTo>
                  <a:pt x="45600" y="1"/>
                </a:lnTo>
                <a:lnTo>
                  <a:pt x="37861" y="1"/>
                </a:lnTo>
                <a:lnTo>
                  <a:pt x="36760" y="1"/>
                </a:lnTo>
                <a:lnTo>
                  <a:pt x="34925" y="1"/>
                </a:lnTo>
                <a:lnTo>
                  <a:pt x="33991" y="1"/>
                </a:lnTo>
                <a:lnTo>
                  <a:pt x="33825" y="1"/>
                </a:lnTo>
                <a:lnTo>
                  <a:pt x="33057" y="768"/>
                </a:lnTo>
                <a:lnTo>
                  <a:pt x="32924" y="1035"/>
                </a:lnTo>
                <a:lnTo>
                  <a:pt x="32924" y="2136"/>
                </a:lnTo>
                <a:lnTo>
                  <a:pt x="31690" y="2136"/>
                </a:lnTo>
                <a:lnTo>
                  <a:pt x="30789" y="3036"/>
                </a:lnTo>
                <a:lnTo>
                  <a:pt x="29889" y="2136"/>
                </a:lnTo>
                <a:lnTo>
                  <a:pt x="28654" y="2136"/>
                </a:lnTo>
                <a:lnTo>
                  <a:pt x="28654" y="1035"/>
                </a:lnTo>
                <a:lnTo>
                  <a:pt x="28521" y="768"/>
                </a:lnTo>
                <a:lnTo>
                  <a:pt x="27754" y="1"/>
                </a:lnTo>
                <a:lnTo>
                  <a:pt x="27587" y="1"/>
                </a:lnTo>
                <a:lnTo>
                  <a:pt x="26620" y="1"/>
                </a:lnTo>
                <a:lnTo>
                  <a:pt x="24818" y="1"/>
                </a:lnTo>
                <a:lnTo>
                  <a:pt x="23684" y="1"/>
                </a:lnTo>
                <a:lnTo>
                  <a:pt x="23684" y="1"/>
                </a:lnTo>
                <a:lnTo>
                  <a:pt x="15945" y="1"/>
                </a:lnTo>
                <a:lnTo>
                  <a:pt x="15778" y="1"/>
                </a:lnTo>
                <a:lnTo>
                  <a:pt x="14978" y="1"/>
                </a:lnTo>
                <a:lnTo>
                  <a:pt x="14811" y="1"/>
                </a:lnTo>
                <a:lnTo>
                  <a:pt x="7072" y="1"/>
                </a:lnTo>
                <a:lnTo>
                  <a:pt x="5938" y="1"/>
                </a:lnTo>
                <a:lnTo>
                  <a:pt x="4137" y="1"/>
                </a:lnTo>
                <a:lnTo>
                  <a:pt x="3169" y="1"/>
                </a:lnTo>
                <a:lnTo>
                  <a:pt x="3036" y="1"/>
                </a:lnTo>
                <a:lnTo>
                  <a:pt x="2235" y="768"/>
                </a:lnTo>
                <a:lnTo>
                  <a:pt x="2135" y="1035"/>
                </a:lnTo>
                <a:lnTo>
                  <a:pt x="2135" y="2136"/>
                </a:lnTo>
                <a:lnTo>
                  <a:pt x="868" y="2136"/>
                </a:lnTo>
                <a:lnTo>
                  <a:pt x="0" y="3036"/>
                </a:lnTo>
                <a:lnTo>
                  <a:pt x="0" y="3203"/>
                </a:lnTo>
                <a:lnTo>
                  <a:pt x="0" y="4137"/>
                </a:lnTo>
                <a:lnTo>
                  <a:pt x="0" y="5972"/>
                </a:lnTo>
                <a:lnTo>
                  <a:pt x="0" y="7073"/>
                </a:lnTo>
                <a:lnTo>
                  <a:pt x="0" y="14845"/>
                </a:lnTo>
                <a:lnTo>
                  <a:pt x="0" y="14978"/>
                </a:lnTo>
                <a:lnTo>
                  <a:pt x="0" y="15779"/>
                </a:lnTo>
                <a:lnTo>
                  <a:pt x="0" y="15946"/>
                </a:lnTo>
                <a:lnTo>
                  <a:pt x="0" y="23685"/>
                </a:lnTo>
                <a:lnTo>
                  <a:pt x="0" y="24819"/>
                </a:lnTo>
                <a:lnTo>
                  <a:pt x="0" y="26620"/>
                </a:lnTo>
                <a:lnTo>
                  <a:pt x="0" y="27587"/>
                </a:lnTo>
                <a:lnTo>
                  <a:pt x="0" y="27754"/>
                </a:lnTo>
                <a:lnTo>
                  <a:pt x="868" y="28621"/>
                </a:lnTo>
                <a:lnTo>
                  <a:pt x="2135" y="28621"/>
                </a:lnTo>
                <a:lnTo>
                  <a:pt x="2135" y="29722"/>
                </a:lnTo>
                <a:lnTo>
                  <a:pt x="2235" y="30022"/>
                </a:lnTo>
                <a:lnTo>
                  <a:pt x="3036" y="30790"/>
                </a:lnTo>
                <a:lnTo>
                  <a:pt x="2235" y="31557"/>
                </a:lnTo>
                <a:lnTo>
                  <a:pt x="2135" y="31824"/>
                </a:lnTo>
                <a:lnTo>
                  <a:pt x="2135" y="32924"/>
                </a:lnTo>
                <a:lnTo>
                  <a:pt x="868" y="32924"/>
                </a:lnTo>
                <a:lnTo>
                  <a:pt x="0" y="33825"/>
                </a:lnTo>
                <a:lnTo>
                  <a:pt x="0" y="33959"/>
                </a:lnTo>
                <a:lnTo>
                  <a:pt x="0" y="34926"/>
                </a:lnTo>
                <a:lnTo>
                  <a:pt x="0" y="36727"/>
                </a:lnTo>
                <a:lnTo>
                  <a:pt x="0" y="37861"/>
                </a:lnTo>
                <a:lnTo>
                  <a:pt x="0" y="45600"/>
                </a:lnTo>
                <a:lnTo>
                  <a:pt x="0" y="45767"/>
                </a:lnTo>
                <a:lnTo>
                  <a:pt x="0" y="46568"/>
                </a:lnTo>
                <a:lnTo>
                  <a:pt x="0" y="46734"/>
                </a:lnTo>
                <a:lnTo>
                  <a:pt x="0" y="54473"/>
                </a:lnTo>
                <a:lnTo>
                  <a:pt x="0" y="55607"/>
                </a:lnTo>
                <a:lnTo>
                  <a:pt x="0" y="57409"/>
                </a:lnTo>
                <a:lnTo>
                  <a:pt x="0" y="58376"/>
                </a:lnTo>
                <a:lnTo>
                  <a:pt x="0" y="58509"/>
                </a:lnTo>
                <a:lnTo>
                  <a:pt x="868" y="59410"/>
                </a:lnTo>
                <a:lnTo>
                  <a:pt x="2135" y="59410"/>
                </a:lnTo>
                <a:lnTo>
                  <a:pt x="2135" y="60511"/>
                </a:lnTo>
                <a:lnTo>
                  <a:pt x="2235" y="60778"/>
                </a:lnTo>
                <a:lnTo>
                  <a:pt x="3036" y="61545"/>
                </a:lnTo>
                <a:lnTo>
                  <a:pt x="2235" y="62312"/>
                </a:lnTo>
                <a:lnTo>
                  <a:pt x="2135" y="62612"/>
                </a:lnTo>
                <a:lnTo>
                  <a:pt x="2135" y="63713"/>
                </a:lnTo>
                <a:lnTo>
                  <a:pt x="868" y="63713"/>
                </a:lnTo>
                <a:lnTo>
                  <a:pt x="0" y="64580"/>
                </a:lnTo>
                <a:lnTo>
                  <a:pt x="0" y="64747"/>
                </a:lnTo>
                <a:lnTo>
                  <a:pt x="0" y="65715"/>
                </a:lnTo>
                <a:lnTo>
                  <a:pt x="0" y="67516"/>
                </a:lnTo>
                <a:lnTo>
                  <a:pt x="0" y="68650"/>
                </a:lnTo>
                <a:lnTo>
                  <a:pt x="0" y="76389"/>
                </a:lnTo>
                <a:lnTo>
                  <a:pt x="0" y="76556"/>
                </a:lnTo>
                <a:lnTo>
                  <a:pt x="0" y="77356"/>
                </a:lnTo>
                <a:lnTo>
                  <a:pt x="0" y="77490"/>
                </a:lnTo>
                <a:lnTo>
                  <a:pt x="0" y="85262"/>
                </a:lnTo>
                <a:lnTo>
                  <a:pt x="0" y="86363"/>
                </a:lnTo>
                <a:lnTo>
                  <a:pt x="0" y="88197"/>
                </a:lnTo>
                <a:lnTo>
                  <a:pt x="0" y="89131"/>
                </a:lnTo>
                <a:lnTo>
                  <a:pt x="0" y="89298"/>
                </a:lnTo>
                <a:lnTo>
                  <a:pt x="868" y="90199"/>
                </a:lnTo>
                <a:lnTo>
                  <a:pt x="2135" y="90199"/>
                </a:lnTo>
                <a:lnTo>
                  <a:pt x="2135" y="91266"/>
                </a:lnTo>
                <a:lnTo>
                  <a:pt x="2235" y="91566"/>
                </a:lnTo>
                <a:lnTo>
                  <a:pt x="3036" y="92334"/>
                </a:lnTo>
                <a:lnTo>
                  <a:pt x="2235" y="93101"/>
                </a:lnTo>
                <a:lnTo>
                  <a:pt x="2135" y="93368"/>
                </a:lnTo>
                <a:lnTo>
                  <a:pt x="2135" y="94469"/>
                </a:lnTo>
                <a:lnTo>
                  <a:pt x="868" y="94469"/>
                </a:lnTo>
                <a:lnTo>
                  <a:pt x="0" y="95369"/>
                </a:lnTo>
                <a:lnTo>
                  <a:pt x="0" y="95536"/>
                </a:lnTo>
                <a:lnTo>
                  <a:pt x="0" y="96470"/>
                </a:lnTo>
                <a:lnTo>
                  <a:pt x="0" y="98305"/>
                </a:lnTo>
                <a:lnTo>
                  <a:pt x="0" y="99405"/>
                </a:lnTo>
                <a:lnTo>
                  <a:pt x="0" y="107178"/>
                </a:lnTo>
                <a:lnTo>
                  <a:pt x="0" y="107311"/>
                </a:lnTo>
                <a:lnTo>
                  <a:pt x="0" y="108112"/>
                </a:lnTo>
                <a:lnTo>
                  <a:pt x="0" y="108278"/>
                </a:lnTo>
                <a:lnTo>
                  <a:pt x="0" y="116017"/>
                </a:lnTo>
                <a:lnTo>
                  <a:pt x="0" y="117151"/>
                </a:lnTo>
                <a:lnTo>
                  <a:pt x="0" y="118953"/>
                </a:lnTo>
                <a:lnTo>
                  <a:pt x="0" y="119920"/>
                </a:lnTo>
                <a:lnTo>
                  <a:pt x="0" y="120087"/>
                </a:lnTo>
                <a:lnTo>
                  <a:pt x="868" y="120954"/>
                </a:lnTo>
                <a:lnTo>
                  <a:pt x="2135" y="120954"/>
                </a:lnTo>
                <a:lnTo>
                  <a:pt x="2135" y="122055"/>
                </a:lnTo>
                <a:lnTo>
                  <a:pt x="2235" y="122355"/>
                </a:lnTo>
                <a:lnTo>
                  <a:pt x="3036" y="123122"/>
                </a:lnTo>
                <a:lnTo>
                  <a:pt x="3169" y="123122"/>
                </a:lnTo>
                <a:lnTo>
                  <a:pt x="4137" y="123122"/>
                </a:lnTo>
                <a:lnTo>
                  <a:pt x="5938" y="123122"/>
                </a:lnTo>
                <a:lnTo>
                  <a:pt x="7072" y="123122"/>
                </a:lnTo>
                <a:lnTo>
                  <a:pt x="14811" y="123122"/>
                </a:lnTo>
                <a:lnTo>
                  <a:pt x="14978" y="123122"/>
                </a:lnTo>
                <a:lnTo>
                  <a:pt x="15778" y="123122"/>
                </a:lnTo>
                <a:lnTo>
                  <a:pt x="15945" y="123122"/>
                </a:lnTo>
                <a:lnTo>
                  <a:pt x="23684" y="123122"/>
                </a:lnTo>
                <a:lnTo>
                  <a:pt x="23684" y="123122"/>
                </a:lnTo>
                <a:lnTo>
                  <a:pt x="24818" y="123122"/>
                </a:lnTo>
                <a:lnTo>
                  <a:pt x="26620" y="123122"/>
                </a:lnTo>
                <a:lnTo>
                  <a:pt x="27587" y="123122"/>
                </a:lnTo>
                <a:lnTo>
                  <a:pt x="27754" y="123122"/>
                </a:lnTo>
                <a:lnTo>
                  <a:pt x="28521" y="122355"/>
                </a:lnTo>
                <a:lnTo>
                  <a:pt x="28621" y="122055"/>
                </a:lnTo>
                <a:lnTo>
                  <a:pt x="28621" y="120954"/>
                </a:lnTo>
                <a:lnTo>
                  <a:pt x="29889" y="120954"/>
                </a:lnTo>
                <a:lnTo>
                  <a:pt x="30789" y="120087"/>
                </a:lnTo>
                <a:lnTo>
                  <a:pt x="31656" y="120954"/>
                </a:lnTo>
                <a:lnTo>
                  <a:pt x="32924" y="120954"/>
                </a:lnTo>
                <a:lnTo>
                  <a:pt x="32924" y="122055"/>
                </a:lnTo>
                <a:lnTo>
                  <a:pt x="33024" y="122355"/>
                </a:lnTo>
                <a:lnTo>
                  <a:pt x="33825" y="123122"/>
                </a:lnTo>
                <a:lnTo>
                  <a:pt x="33958" y="123122"/>
                </a:lnTo>
                <a:lnTo>
                  <a:pt x="34925" y="123122"/>
                </a:lnTo>
                <a:lnTo>
                  <a:pt x="36727" y="123122"/>
                </a:lnTo>
                <a:lnTo>
                  <a:pt x="37861" y="123122"/>
                </a:lnTo>
                <a:lnTo>
                  <a:pt x="45600" y="123122"/>
                </a:lnTo>
                <a:lnTo>
                  <a:pt x="45767" y="123122"/>
                </a:lnTo>
                <a:lnTo>
                  <a:pt x="46567" y="123122"/>
                </a:lnTo>
                <a:lnTo>
                  <a:pt x="46734" y="123122"/>
                </a:lnTo>
                <a:lnTo>
                  <a:pt x="54473" y="123122"/>
                </a:lnTo>
                <a:lnTo>
                  <a:pt x="55607" y="123122"/>
                </a:lnTo>
                <a:lnTo>
                  <a:pt x="57408" y="123122"/>
                </a:lnTo>
                <a:lnTo>
                  <a:pt x="58376" y="123122"/>
                </a:lnTo>
                <a:lnTo>
                  <a:pt x="58542" y="123122"/>
                </a:lnTo>
                <a:lnTo>
                  <a:pt x="59310" y="122355"/>
                </a:lnTo>
                <a:lnTo>
                  <a:pt x="59410" y="122055"/>
                </a:lnTo>
                <a:lnTo>
                  <a:pt x="59410" y="120954"/>
                </a:lnTo>
                <a:lnTo>
                  <a:pt x="60677" y="120954"/>
                </a:lnTo>
                <a:lnTo>
                  <a:pt x="61578" y="120087"/>
                </a:lnTo>
                <a:lnTo>
                  <a:pt x="62445" y="120954"/>
                </a:lnTo>
                <a:lnTo>
                  <a:pt x="63713" y="120954"/>
                </a:lnTo>
                <a:lnTo>
                  <a:pt x="63713" y="122055"/>
                </a:lnTo>
                <a:lnTo>
                  <a:pt x="63813" y="122355"/>
                </a:lnTo>
                <a:lnTo>
                  <a:pt x="64613" y="123122"/>
                </a:lnTo>
                <a:lnTo>
                  <a:pt x="64747" y="123122"/>
                </a:lnTo>
                <a:lnTo>
                  <a:pt x="65714" y="123122"/>
                </a:lnTo>
                <a:lnTo>
                  <a:pt x="67515" y="123122"/>
                </a:lnTo>
                <a:lnTo>
                  <a:pt x="68650" y="123122"/>
                </a:lnTo>
                <a:lnTo>
                  <a:pt x="76388" y="123122"/>
                </a:lnTo>
                <a:lnTo>
                  <a:pt x="76555" y="123122"/>
                </a:lnTo>
                <a:lnTo>
                  <a:pt x="77356" y="123122"/>
                </a:lnTo>
                <a:lnTo>
                  <a:pt x="77523" y="123122"/>
                </a:lnTo>
                <a:lnTo>
                  <a:pt x="85261" y="123122"/>
                </a:lnTo>
                <a:lnTo>
                  <a:pt x="86362" y="123122"/>
                </a:lnTo>
                <a:lnTo>
                  <a:pt x="88197" y="123122"/>
                </a:lnTo>
                <a:lnTo>
                  <a:pt x="89131" y="123122"/>
                </a:lnTo>
                <a:lnTo>
                  <a:pt x="89298" y="123122"/>
                </a:lnTo>
                <a:lnTo>
                  <a:pt x="90065" y="122355"/>
                </a:lnTo>
                <a:lnTo>
                  <a:pt x="90198" y="122055"/>
                </a:lnTo>
                <a:lnTo>
                  <a:pt x="90198" y="120954"/>
                </a:lnTo>
                <a:lnTo>
                  <a:pt x="91466" y="120954"/>
                </a:lnTo>
                <a:lnTo>
                  <a:pt x="92333" y="120087"/>
                </a:lnTo>
                <a:lnTo>
                  <a:pt x="93234" y="120954"/>
                </a:lnTo>
                <a:lnTo>
                  <a:pt x="94501" y="120954"/>
                </a:lnTo>
                <a:lnTo>
                  <a:pt x="94501" y="122055"/>
                </a:lnTo>
                <a:lnTo>
                  <a:pt x="94601" y="122355"/>
                </a:lnTo>
                <a:lnTo>
                  <a:pt x="95369" y="123122"/>
                </a:lnTo>
                <a:lnTo>
                  <a:pt x="95535" y="123122"/>
                </a:lnTo>
                <a:lnTo>
                  <a:pt x="96503" y="123122"/>
                </a:lnTo>
                <a:lnTo>
                  <a:pt x="98304" y="123122"/>
                </a:lnTo>
                <a:lnTo>
                  <a:pt x="99438" y="123122"/>
                </a:lnTo>
                <a:lnTo>
                  <a:pt x="107177" y="123122"/>
                </a:lnTo>
                <a:lnTo>
                  <a:pt x="107344" y="123122"/>
                </a:lnTo>
                <a:lnTo>
                  <a:pt x="108111" y="123122"/>
                </a:lnTo>
                <a:lnTo>
                  <a:pt x="108278" y="123122"/>
                </a:lnTo>
                <a:lnTo>
                  <a:pt x="116050" y="123122"/>
                </a:lnTo>
                <a:lnTo>
                  <a:pt x="117151" y="123122"/>
                </a:lnTo>
                <a:lnTo>
                  <a:pt x="118985" y="123122"/>
                </a:lnTo>
                <a:lnTo>
                  <a:pt x="119919" y="123122"/>
                </a:lnTo>
                <a:lnTo>
                  <a:pt x="120086" y="123122"/>
                </a:lnTo>
                <a:lnTo>
                  <a:pt x="120853" y="122355"/>
                </a:lnTo>
                <a:lnTo>
                  <a:pt x="120987" y="122055"/>
                </a:lnTo>
                <a:lnTo>
                  <a:pt x="120987" y="120954"/>
                </a:lnTo>
                <a:lnTo>
                  <a:pt x="122221" y="120954"/>
                </a:lnTo>
                <a:lnTo>
                  <a:pt x="123122" y="120087"/>
                </a:lnTo>
                <a:lnTo>
                  <a:pt x="124022" y="120954"/>
                </a:lnTo>
                <a:lnTo>
                  <a:pt x="125257" y="120954"/>
                </a:lnTo>
                <a:lnTo>
                  <a:pt x="125257" y="122055"/>
                </a:lnTo>
                <a:lnTo>
                  <a:pt x="125390" y="122355"/>
                </a:lnTo>
                <a:lnTo>
                  <a:pt x="126157" y="123122"/>
                </a:lnTo>
                <a:lnTo>
                  <a:pt x="126324" y="123122"/>
                </a:lnTo>
                <a:lnTo>
                  <a:pt x="127291" y="123122"/>
                </a:lnTo>
                <a:lnTo>
                  <a:pt x="129093" y="123122"/>
                </a:lnTo>
                <a:lnTo>
                  <a:pt x="130193" y="123122"/>
                </a:lnTo>
                <a:lnTo>
                  <a:pt x="137966" y="123122"/>
                </a:lnTo>
                <a:lnTo>
                  <a:pt x="138132" y="123122"/>
                </a:lnTo>
                <a:lnTo>
                  <a:pt x="138900" y="123122"/>
                </a:lnTo>
                <a:lnTo>
                  <a:pt x="139066" y="123122"/>
                </a:lnTo>
                <a:lnTo>
                  <a:pt x="146839" y="123122"/>
                </a:lnTo>
                <a:lnTo>
                  <a:pt x="147939" y="123122"/>
                </a:lnTo>
                <a:lnTo>
                  <a:pt x="149741" y="123122"/>
                </a:lnTo>
                <a:lnTo>
                  <a:pt x="150708" y="123122"/>
                </a:lnTo>
                <a:lnTo>
                  <a:pt x="150875" y="123122"/>
                </a:lnTo>
                <a:lnTo>
                  <a:pt x="151642" y="122355"/>
                </a:lnTo>
                <a:lnTo>
                  <a:pt x="151776" y="122055"/>
                </a:lnTo>
                <a:lnTo>
                  <a:pt x="151776" y="120954"/>
                </a:lnTo>
                <a:lnTo>
                  <a:pt x="153010" y="120954"/>
                </a:lnTo>
                <a:lnTo>
                  <a:pt x="153910" y="120087"/>
                </a:lnTo>
                <a:lnTo>
                  <a:pt x="154778" y="120954"/>
                </a:lnTo>
                <a:lnTo>
                  <a:pt x="156112" y="120954"/>
                </a:lnTo>
                <a:lnTo>
                  <a:pt x="156112" y="122055"/>
                </a:lnTo>
                <a:lnTo>
                  <a:pt x="156212" y="122355"/>
                </a:lnTo>
                <a:lnTo>
                  <a:pt x="156979" y="123122"/>
                </a:lnTo>
                <a:lnTo>
                  <a:pt x="157146" y="123122"/>
                </a:lnTo>
                <a:lnTo>
                  <a:pt x="158113" y="123122"/>
                </a:lnTo>
                <a:lnTo>
                  <a:pt x="159915" y="123122"/>
                </a:lnTo>
                <a:lnTo>
                  <a:pt x="161049" y="123122"/>
                </a:lnTo>
                <a:lnTo>
                  <a:pt x="168788" y="123122"/>
                </a:lnTo>
                <a:lnTo>
                  <a:pt x="168954" y="123122"/>
                </a:lnTo>
                <a:lnTo>
                  <a:pt x="169722" y="123122"/>
                </a:lnTo>
                <a:lnTo>
                  <a:pt x="169888" y="123122"/>
                </a:lnTo>
                <a:lnTo>
                  <a:pt x="177661" y="123122"/>
                </a:lnTo>
                <a:lnTo>
                  <a:pt x="178761" y="123122"/>
                </a:lnTo>
                <a:lnTo>
                  <a:pt x="180596" y="123122"/>
                </a:lnTo>
                <a:lnTo>
                  <a:pt x="181530" y="123122"/>
                </a:lnTo>
                <a:lnTo>
                  <a:pt x="181697" y="123122"/>
                </a:lnTo>
                <a:lnTo>
                  <a:pt x="182464" y="122355"/>
                </a:lnTo>
                <a:lnTo>
                  <a:pt x="182598" y="122055"/>
                </a:lnTo>
                <a:lnTo>
                  <a:pt x="182598" y="120954"/>
                </a:lnTo>
                <a:lnTo>
                  <a:pt x="183832" y="120954"/>
                </a:lnTo>
                <a:lnTo>
                  <a:pt x="184732" y="120087"/>
                </a:lnTo>
                <a:lnTo>
                  <a:pt x="185633" y="120954"/>
                </a:lnTo>
                <a:lnTo>
                  <a:pt x="186867" y="120954"/>
                </a:lnTo>
                <a:lnTo>
                  <a:pt x="186867" y="122055"/>
                </a:lnTo>
                <a:lnTo>
                  <a:pt x="187001" y="122355"/>
                </a:lnTo>
                <a:lnTo>
                  <a:pt x="187768" y="123122"/>
                </a:lnTo>
                <a:lnTo>
                  <a:pt x="187935" y="123122"/>
                </a:lnTo>
                <a:lnTo>
                  <a:pt x="188869" y="123122"/>
                </a:lnTo>
                <a:lnTo>
                  <a:pt x="190703" y="123122"/>
                </a:lnTo>
                <a:lnTo>
                  <a:pt x="191804" y="123122"/>
                </a:lnTo>
                <a:lnTo>
                  <a:pt x="199576" y="123122"/>
                </a:lnTo>
                <a:lnTo>
                  <a:pt x="199743" y="123122"/>
                </a:lnTo>
                <a:lnTo>
                  <a:pt x="200510" y="123122"/>
                </a:lnTo>
                <a:lnTo>
                  <a:pt x="200677" y="123122"/>
                </a:lnTo>
                <a:lnTo>
                  <a:pt x="208449" y="123122"/>
                </a:lnTo>
                <a:lnTo>
                  <a:pt x="209550" y="123122"/>
                </a:lnTo>
                <a:lnTo>
                  <a:pt x="211351" y="123122"/>
                </a:lnTo>
                <a:lnTo>
                  <a:pt x="212319" y="123122"/>
                </a:lnTo>
                <a:lnTo>
                  <a:pt x="212486" y="123122"/>
                </a:lnTo>
                <a:lnTo>
                  <a:pt x="213253" y="122355"/>
                </a:lnTo>
                <a:lnTo>
                  <a:pt x="213386" y="122055"/>
                </a:lnTo>
                <a:lnTo>
                  <a:pt x="213386" y="120954"/>
                </a:lnTo>
                <a:lnTo>
                  <a:pt x="214620" y="120954"/>
                </a:lnTo>
                <a:lnTo>
                  <a:pt x="215521" y="120087"/>
                </a:lnTo>
                <a:lnTo>
                  <a:pt x="216388" y="120954"/>
                </a:lnTo>
                <a:lnTo>
                  <a:pt x="217656" y="120954"/>
                </a:lnTo>
                <a:lnTo>
                  <a:pt x="217656" y="122055"/>
                </a:lnTo>
                <a:lnTo>
                  <a:pt x="217789" y="122355"/>
                </a:lnTo>
                <a:lnTo>
                  <a:pt x="218557" y="123122"/>
                </a:lnTo>
                <a:lnTo>
                  <a:pt x="218723" y="123122"/>
                </a:lnTo>
                <a:lnTo>
                  <a:pt x="219657" y="123122"/>
                </a:lnTo>
                <a:lnTo>
                  <a:pt x="221492" y="123122"/>
                </a:lnTo>
                <a:lnTo>
                  <a:pt x="222593" y="123122"/>
                </a:lnTo>
                <a:lnTo>
                  <a:pt x="222593" y="123122"/>
                </a:lnTo>
                <a:lnTo>
                  <a:pt x="230365" y="123122"/>
                </a:lnTo>
                <a:lnTo>
                  <a:pt x="230498" y="123122"/>
                </a:lnTo>
                <a:lnTo>
                  <a:pt x="231299" y="123122"/>
                </a:lnTo>
                <a:lnTo>
                  <a:pt x="231466" y="123122"/>
                </a:lnTo>
                <a:lnTo>
                  <a:pt x="239205" y="123122"/>
                </a:lnTo>
                <a:lnTo>
                  <a:pt x="240339" y="123122"/>
                </a:lnTo>
                <a:lnTo>
                  <a:pt x="242140" y="123122"/>
                </a:lnTo>
                <a:lnTo>
                  <a:pt x="243107" y="123122"/>
                </a:lnTo>
                <a:lnTo>
                  <a:pt x="243274" y="123122"/>
                </a:lnTo>
                <a:lnTo>
                  <a:pt x="244041" y="122355"/>
                </a:lnTo>
                <a:lnTo>
                  <a:pt x="244142" y="122055"/>
                </a:lnTo>
                <a:lnTo>
                  <a:pt x="244142" y="120954"/>
                </a:lnTo>
                <a:lnTo>
                  <a:pt x="245409" y="120954"/>
                </a:lnTo>
                <a:lnTo>
                  <a:pt x="246310" y="120087"/>
                </a:lnTo>
                <a:lnTo>
                  <a:pt x="246310" y="119920"/>
                </a:lnTo>
                <a:lnTo>
                  <a:pt x="246310" y="118953"/>
                </a:lnTo>
                <a:lnTo>
                  <a:pt x="246310" y="117151"/>
                </a:lnTo>
                <a:lnTo>
                  <a:pt x="246310" y="116017"/>
                </a:lnTo>
                <a:lnTo>
                  <a:pt x="246310" y="108278"/>
                </a:lnTo>
                <a:lnTo>
                  <a:pt x="246310" y="108112"/>
                </a:lnTo>
                <a:lnTo>
                  <a:pt x="246310" y="107311"/>
                </a:lnTo>
                <a:lnTo>
                  <a:pt x="246310" y="107178"/>
                </a:lnTo>
                <a:lnTo>
                  <a:pt x="246310" y="99405"/>
                </a:lnTo>
                <a:lnTo>
                  <a:pt x="246310" y="98305"/>
                </a:lnTo>
                <a:lnTo>
                  <a:pt x="246310" y="96470"/>
                </a:lnTo>
                <a:lnTo>
                  <a:pt x="246310" y="95536"/>
                </a:lnTo>
                <a:lnTo>
                  <a:pt x="246310" y="95369"/>
                </a:lnTo>
                <a:lnTo>
                  <a:pt x="245409" y="94469"/>
                </a:lnTo>
                <a:lnTo>
                  <a:pt x="244142" y="94469"/>
                </a:lnTo>
                <a:lnTo>
                  <a:pt x="244142" y="93368"/>
                </a:lnTo>
                <a:lnTo>
                  <a:pt x="244041" y="93101"/>
                </a:lnTo>
                <a:lnTo>
                  <a:pt x="243274" y="92334"/>
                </a:lnTo>
                <a:lnTo>
                  <a:pt x="244041" y="91566"/>
                </a:lnTo>
                <a:lnTo>
                  <a:pt x="244142" y="91266"/>
                </a:lnTo>
                <a:lnTo>
                  <a:pt x="244142" y="90199"/>
                </a:lnTo>
                <a:lnTo>
                  <a:pt x="245409" y="90199"/>
                </a:lnTo>
                <a:lnTo>
                  <a:pt x="246310" y="89298"/>
                </a:lnTo>
                <a:lnTo>
                  <a:pt x="246310" y="89131"/>
                </a:lnTo>
                <a:lnTo>
                  <a:pt x="246310" y="88197"/>
                </a:lnTo>
                <a:lnTo>
                  <a:pt x="246310" y="86363"/>
                </a:lnTo>
                <a:lnTo>
                  <a:pt x="246310" y="85262"/>
                </a:lnTo>
                <a:lnTo>
                  <a:pt x="246310" y="77490"/>
                </a:lnTo>
                <a:lnTo>
                  <a:pt x="246310" y="77323"/>
                </a:lnTo>
                <a:lnTo>
                  <a:pt x="246310" y="76556"/>
                </a:lnTo>
                <a:lnTo>
                  <a:pt x="246310" y="76389"/>
                </a:lnTo>
                <a:lnTo>
                  <a:pt x="246310" y="68617"/>
                </a:lnTo>
                <a:lnTo>
                  <a:pt x="246310" y="67516"/>
                </a:lnTo>
                <a:lnTo>
                  <a:pt x="246310" y="65715"/>
                </a:lnTo>
                <a:lnTo>
                  <a:pt x="246310" y="64747"/>
                </a:lnTo>
                <a:lnTo>
                  <a:pt x="246310" y="64580"/>
                </a:lnTo>
                <a:lnTo>
                  <a:pt x="245409" y="63713"/>
                </a:lnTo>
                <a:lnTo>
                  <a:pt x="244142" y="63713"/>
                </a:lnTo>
                <a:lnTo>
                  <a:pt x="244142" y="62612"/>
                </a:lnTo>
                <a:lnTo>
                  <a:pt x="244041" y="62312"/>
                </a:lnTo>
                <a:lnTo>
                  <a:pt x="243274" y="61545"/>
                </a:lnTo>
                <a:lnTo>
                  <a:pt x="244041" y="60778"/>
                </a:lnTo>
                <a:lnTo>
                  <a:pt x="244142" y="60511"/>
                </a:lnTo>
                <a:lnTo>
                  <a:pt x="244142" y="59410"/>
                </a:lnTo>
                <a:lnTo>
                  <a:pt x="245409" y="59410"/>
                </a:lnTo>
                <a:lnTo>
                  <a:pt x="246310" y="58509"/>
                </a:lnTo>
                <a:lnTo>
                  <a:pt x="246310" y="58376"/>
                </a:lnTo>
                <a:lnTo>
                  <a:pt x="246310" y="57409"/>
                </a:lnTo>
                <a:lnTo>
                  <a:pt x="246310" y="55607"/>
                </a:lnTo>
                <a:lnTo>
                  <a:pt x="246310" y="54473"/>
                </a:lnTo>
                <a:lnTo>
                  <a:pt x="246310" y="46734"/>
                </a:lnTo>
                <a:lnTo>
                  <a:pt x="246310" y="46568"/>
                </a:lnTo>
                <a:lnTo>
                  <a:pt x="246310" y="45800"/>
                </a:lnTo>
                <a:lnTo>
                  <a:pt x="246310" y="45634"/>
                </a:lnTo>
                <a:lnTo>
                  <a:pt x="246310" y="37861"/>
                </a:lnTo>
                <a:lnTo>
                  <a:pt x="246310" y="36761"/>
                </a:lnTo>
                <a:lnTo>
                  <a:pt x="246310" y="34926"/>
                </a:lnTo>
                <a:lnTo>
                  <a:pt x="246310" y="33992"/>
                </a:lnTo>
                <a:lnTo>
                  <a:pt x="246310" y="33825"/>
                </a:lnTo>
                <a:lnTo>
                  <a:pt x="245409" y="32924"/>
                </a:lnTo>
                <a:lnTo>
                  <a:pt x="244142" y="32924"/>
                </a:lnTo>
                <a:lnTo>
                  <a:pt x="244142" y="31824"/>
                </a:lnTo>
                <a:lnTo>
                  <a:pt x="244041" y="31557"/>
                </a:lnTo>
                <a:lnTo>
                  <a:pt x="243274" y="30790"/>
                </a:lnTo>
                <a:lnTo>
                  <a:pt x="244041" y="30022"/>
                </a:lnTo>
                <a:lnTo>
                  <a:pt x="244142" y="29722"/>
                </a:lnTo>
                <a:lnTo>
                  <a:pt x="244142" y="28655"/>
                </a:lnTo>
                <a:lnTo>
                  <a:pt x="245409" y="28655"/>
                </a:lnTo>
                <a:lnTo>
                  <a:pt x="246310" y="27754"/>
                </a:lnTo>
                <a:lnTo>
                  <a:pt x="246310" y="27587"/>
                </a:lnTo>
                <a:lnTo>
                  <a:pt x="246310" y="26620"/>
                </a:lnTo>
                <a:lnTo>
                  <a:pt x="246310" y="24819"/>
                </a:lnTo>
                <a:lnTo>
                  <a:pt x="246310" y="23718"/>
                </a:lnTo>
                <a:lnTo>
                  <a:pt x="246310" y="15946"/>
                </a:lnTo>
                <a:lnTo>
                  <a:pt x="246310" y="15779"/>
                </a:lnTo>
                <a:lnTo>
                  <a:pt x="246310" y="15012"/>
                </a:lnTo>
                <a:lnTo>
                  <a:pt x="246310" y="14845"/>
                </a:lnTo>
                <a:lnTo>
                  <a:pt x="246310" y="7073"/>
                </a:lnTo>
                <a:lnTo>
                  <a:pt x="246310" y="5972"/>
                </a:lnTo>
                <a:lnTo>
                  <a:pt x="246310" y="4137"/>
                </a:lnTo>
                <a:lnTo>
                  <a:pt x="246310" y="3203"/>
                </a:lnTo>
                <a:lnTo>
                  <a:pt x="246310" y="3036"/>
                </a:lnTo>
                <a:close/>
                <a:moveTo>
                  <a:pt x="242574" y="401"/>
                </a:moveTo>
                <a:lnTo>
                  <a:pt x="243374" y="1202"/>
                </a:lnTo>
                <a:lnTo>
                  <a:pt x="243374" y="2503"/>
                </a:lnTo>
                <a:lnTo>
                  <a:pt x="242107" y="3804"/>
                </a:lnTo>
                <a:lnTo>
                  <a:pt x="242107" y="1735"/>
                </a:lnTo>
                <a:lnTo>
                  <a:pt x="240739" y="401"/>
                </a:lnTo>
                <a:lnTo>
                  <a:pt x="242574" y="401"/>
                </a:lnTo>
                <a:close/>
                <a:moveTo>
                  <a:pt x="239338" y="6439"/>
                </a:moveTo>
                <a:lnTo>
                  <a:pt x="234635" y="6439"/>
                </a:lnTo>
                <a:lnTo>
                  <a:pt x="231332" y="3103"/>
                </a:lnTo>
                <a:lnTo>
                  <a:pt x="231332" y="935"/>
                </a:lnTo>
                <a:lnTo>
                  <a:pt x="235269" y="4904"/>
                </a:lnTo>
                <a:lnTo>
                  <a:pt x="240873" y="4904"/>
                </a:lnTo>
                <a:close/>
                <a:moveTo>
                  <a:pt x="239338" y="37228"/>
                </a:moveTo>
                <a:lnTo>
                  <a:pt x="234635" y="37228"/>
                </a:lnTo>
                <a:lnTo>
                  <a:pt x="231332" y="33892"/>
                </a:lnTo>
                <a:lnTo>
                  <a:pt x="231332" y="31757"/>
                </a:lnTo>
                <a:lnTo>
                  <a:pt x="235269" y="35693"/>
                </a:lnTo>
                <a:lnTo>
                  <a:pt x="240873" y="35693"/>
                </a:lnTo>
                <a:close/>
                <a:moveTo>
                  <a:pt x="239205" y="42932"/>
                </a:moveTo>
                <a:lnTo>
                  <a:pt x="242073" y="45800"/>
                </a:lnTo>
                <a:lnTo>
                  <a:pt x="239705" y="45800"/>
                </a:lnTo>
                <a:lnTo>
                  <a:pt x="237437" y="43499"/>
                </a:lnTo>
                <a:lnTo>
                  <a:pt x="237437" y="40230"/>
                </a:lnTo>
                <a:lnTo>
                  <a:pt x="239105" y="38562"/>
                </a:lnTo>
                <a:lnTo>
                  <a:pt x="239105" y="42631"/>
                </a:lnTo>
                <a:close/>
                <a:moveTo>
                  <a:pt x="239338" y="68016"/>
                </a:moveTo>
                <a:lnTo>
                  <a:pt x="234635" y="68016"/>
                </a:lnTo>
                <a:lnTo>
                  <a:pt x="231332" y="64714"/>
                </a:lnTo>
                <a:lnTo>
                  <a:pt x="231332" y="62546"/>
                </a:lnTo>
                <a:lnTo>
                  <a:pt x="235269" y="66482"/>
                </a:lnTo>
                <a:lnTo>
                  <a:pt x="240873" y="66482"/>
                </a:lnTo>
                <a:close/>
                <a:moveTo>
                  <a:pt x="239338" y="98805"/>
                </a:moveTo>
                <a:lnTo>
                  <a:pt x="234635" y="98805"/>
                </a:lnTo>
                <a:lnTo>
                  <a:pt x="231332" y="95503"/>
                </a:lnTo>
                <a:lnTo>
                  <a:pt x="231332" y="93334"/>
                </a:lnTo>
                <a:lnTo>
                  <a:pt x="235269" y="97271"/>
                </a:lnTo>
                <a:lnTo>
                  <a:pt x="240873" y="97271"/>
                </a:lnTo>
                <a:close/>
                <a:moveTo>
                  <a:pt x="239205" y="104509"/>
                </a:moveTo>
                <a:lnTo>
                  <a:pt x="242073" y="107378"/>
                </a:lnTo>
                <a:lnTo>
                  <a:pt x="239705" y="107378"/>
                </a:lnTo>
                <a:lnTo>
                  <a:pt x="237437" y="105076"/>
                </a:lnTo>
                <a:lnTo>
                  <a:pt x="237437" y="101840"/>
                </a:lnTo>
                <a:lnTo>
                  <a:pt x="239105" y="100139"/>
                </a:lnTo>
                <a:lnTo>
                  <a:pt x="239105" y="104209"/>
                </a:lnTo>
                <a:close/>
                <a:moveTo>
                  <a:pt x="239105" y="115384"/>
                </a:moveTo>
                <a:lnTo>
                  <a:pt x="237437" y="113716"/>
                </a:lnTo>
                <a:lnTo>
                  <a:pt x="237437" y="110447"/>
                </a:lnTo>
                <a:lnTo>
                  <a:pt x="239705" y="108145"/>
                </a:lnTo>
                <a:lnTo>
                  <a:pt x="242073" y="108145"/>
                </a:lnTo>
                <a:lnTo>
                  <a:pt x="239105" y="111147"/>
                </a:lnTo>
                <a:lnTo>
                  <a:pt x="239105" y="115384"/>
                </a:lnTo>
                <a:close/>
                <a:moveTo>
                  <a:pt x="220425" y="117685"/>
                </a:moveTo>
                <a:lnTo>
                  <a:pt x="220425" y="112114"/>
                </a:lnTo>
                <a:lnTo>
                  <a:pt x="216488" y="108178"/>
                </a:lnTo>
                <a:lnTo>
                  <a:pt x="218657" y="108178"/>
                </a:lnTo>
                <a:lnTo>
                  <a:pt x="221959" y="111481"/>
                </a:lnTo>
                <a:lnTo>
                  <a:pt x="221959" y="116151"/>
                </a:lnTo>
                <a:close/>
                <a:moveTo>
                  <a:pt x="210618" y="117685"/>
                </a:moveTo>
                <a:lnTo>
                  <a:pt x="209083" y="116184"/>
                </a:lnTo>
                <a:lnTo>
                  <a:pt x="209083" y="111481"/>
                </a:lnTo>
                <a:lnTo>
                  <a:pt x="212419" y="108178"/>
                </a:lnTo>
                <a:lnTo>
                  <a:pt x="214587" y="108178"/>
                </a:lnTo>
                <a:lnTo>
                  <a:pt x="210618" y="112114"/>
                </a:lnTo>
                <a:lnTo>
                  <a:pt x="210618" y="117685"/>
                </a:lnTo>
                <a:close/>
                <a:moveTo>
                  <a:pt x="189636" y="117685"/>
                </a:moveTo>
                <a:lnTo>
                  <a:pt x="189636" y="112114"/>
                </a:lnTo>
                <a:lnTo>
                  <a:pt x="185700" y="108178"/>
                </a:lnTo>
                <a:lnTo>
                  <a:pt x="187868" y="108178"/>
                </a:lnTo>
                <a:lnTo>
                  <a:pt x="191170" y="111481"/>
                </a:lnTo>
                <a:lnTo>
                  <a:pt x="191170" y="116151"/>
                </a:lnTo>
                <a:close/>
                <a:moveTo>
                  <a:pt x="179829" y="117685"/>
                </a:moveTo>
                <a:lnTo>
                  <a:pt x="178294" y="116184"/>
                </a:lnTo>
                <a:lnTo>
                  <a:pt x="178294" y="111481"/>
                </a:lnTo>
                <a:lnTo>
                  <a:pt x="181630" y="108178"/>
                </a:lnTo>
                <a:lnTo>
                  <a:pt x="183798" y="108178"/>
                </a:lnTo>
                <a:lnTo>
                  <a:pt x="179829" y="112114"/>
                </a:lnTo>
                <a:lnTo>
                  <a:pt x="179829" y="117685"/>
                </a:lnTo>
                <a:close/>
                <a:moveTo>
                  <a:pt x="158847" y="117685"/>
                </a:moveTo>
                <a:lnTo>
                  <a:pt x="158847" y="112114"/>
                </a:lnTo>
                <a:lnTo>
                  <a:pt x="154911" y="108178"/>
                </a:lnTo>
                <a:lnTo>
                  <a:pt x="157079" y="108178"/>
                </a:lnTo>
                <a:lnTo>
                  <a:pt x="160382" y="111481"/>
                </a:lnTo>
                <a:lnTo>
                  <a:pt x="160382" y="116151"/>
                </a:lnTo>
                <a:close/>
                <a:moveTo>
                  <a:pt x="149040" y="117685"/>
                </a:moveTo>
                <a:lnTo>
                  <a:pt x="147506" y="116184"/>
                </a:lnTo>
                <a:lnTo>
                  <a:pt x="147506" y="111481"/>
                </a:lnTo>
                <a:lnTo>
                  <a:pt x="150842" y="108178"/>
                </a:lnTo>
                <a:lnTo>
                  <a:pt x="152976" y="108178"/>
                </a:lnTo>
                <a:lnTo>
                  <a:pt x="149040" y="112114"/>
                </a:lnTo>
                <a:lnTo>
                  <a:pt x="149040" y="117685"/>
                </a:lnTo>
                <a:close/>
                <a:moveTo>
                  <a:pt x="128059" y="117685"/>
                </a:moveTo>
                <a:lnTo>
                  <a:pt x="128059" y="112114"/>
                </a:lnTo>
                <a:lnTo>
                  <a:pt x="124122" y="108178"/>
                </a:lnTo>
                <a:lnTo>
                  <a:pt x="126291" y="108178"/>
                </a:lnTo>
                <a:lnTo>
                  <a:pt x="129593" y="111481"/>
                </a:lnTo>
                <a:lnTo>
                  <a:pt x="129593" y="116151"/>
                </a:lnTo>
                <a:close/>
                <a:moveTo>
                  <a:pt x="118252" y="117685"/>
                </a:moveTo>
                <a:lnTo>
                  <a:pt x="116717" y="116184"/>
                </a:lnTo>
                <a:lnTo>
                  <a:pt x="116717" y="111481"/>
                </a:lnTo>
                <a:lnTo>
                  <a:pt x="120053" y="108178"/>
                </a:lnTo>
                <a:lnTo>
                  <a:pt x="122188" y="108178"/>
                </a:lnTo>
                <a:lnTo>
                  <a:pt x="118252" y="112114"/>
                </a:lnTo>
                <a:close/>
                <a:moveTo>
                  <a:pt x="97270" y="117685"/>
                </a:moveTo>
                <a:lnTo>
                  <a:pt x="97270" y="112114"/>
                </a:lnTo>
                <a:lnTo>
                  <a:pt x="93334" y="108178"/>
                </a:lnTo>
                <a:lnTo>
                  <a:pt x="95469" y="108178"/>
                </a:lnTo>
                <a:lnTo>
                  <a:pt x="98804" y="111481"/>
                </a:lnTo>
                <a:lnTo>
                  <a:pt x="98804" y="116151"/>
                </a:lnTo>
                <a:close/>
                <a:moveTo>
                  <a:pt x="87463" y="117685"/>
                </a:moveTo>
                <a:lnTo>
                  <a:pt x="85929" y="116184"/>
                </a:lnTo>
                <a:lnTo>
                  <a:pt x="85929" y="111481"/>
                </a:lnTo>
                <a:lnTo>
                  <a:pt x="89231" y="108178"/>
                </a:lnTo>
                <a:lnTo>
                  <a:pt x="91399" y="108178"/>
                </a:lnTo>
                <a:lnTo>
                  <a:pt x="87463" y="112114"/>
                </a:lnTo>
                <a:close/>
                <a:moveTo>
                  <a:pt x="66481" y="117685"/>
                </a:moveTo>
                <a:lnTo>
                  <a:pt x="66481" y="112114"/>
                </a:lnTo>
                <a:lnTo>
                  <a:pt x="62545" y="108178"/>
                </a:lnTo>
                <a:lnTo>
                  <a:pt x="64680" y="108178"/>
                </a:lnTo>
                <a:lnTo>
                  <a:pt x="68016" y="111481"/>
                </a:lnTo>
                <a:lnTo>
                  <a:pt x="68016" y="116151"/>
                </a:lnTo>
                <a:close/>
                <a:moveTo>
                  <a:pt x="56674" y="117685"/>
                </a:moveTo>
                <a:lnTo>
                  <a:pt x="55140" y="116184"/>
                </a:lnTo>
                <a:lnTo>
                  <a:pt x="55140" y="111481"/>
                </a:lnTo>
                <a:lnTo>
                  <a:pt x="58442" y="108178"/>
                </a:lnTo>
                <a:lnTo>
                  <a:pt x="60610" y="108178"/>
                </a:lnTo>
                <a:lnTo>
                  <a:pt x="56674" y="112114"/>
                </a:lnTo>
                <a:close/>
                <a:moveTo>
                  <a:pt x="35693" y="117685"/>
                </a:moveTo>
                <a:lnTo>
                  <a:pt x="35693" y="112114"/>
                </a:lnTo>
                <a:lnTo>
                  <a:pt x="31723" y="108178"/>
                </a:lnTo>
                <a:lnTo>
                  <a:pt x="33891" y="108178"/>
                </a:lnTo>
                <a:lnTo>
                  <a:pt x="37227" y="111481"/>
                </a:lnTo>
                <a:lnTo>
                  <a:pt x="37227" y="116151"/>
                </a:lnTo>
                <a:close/>
                <a:moveTo>
                  <a:pt x="25886" y="117685"/>
                </a:moveTo>
                <a:lnTo>
                  <a:pt x="24351" y="116184"/>
                </a:lnTo>
                <a:lnTo>
                  <a:pt x="24351" y="111481"/>
                </a:lnTo>
                <a:lnTo>
                  <a:pt x="27654" y="108178"/>
                </a:lnTo>
                <a:lnTo>
                  <a:pt x="29822" y="108178"/>
                </a:lnTo>
                <a:lnTo>
                  <a:pt x="25886" y="112114"/>
                </a:lnTo>
                <a:lnTo>
                  <a:pt x="25886" y="117685"/>
                </a:lnTo>
                <a:close/>
                <a:moveTo>
                  <a:pt x="6972" y="85929"/>
                </a:moveTo>
                <a:lnTo>
                  <a:pt x="11675" y="85929"/>
                </a:lnTo>
                <a:lnTo>
                  <a:pt x="14978" y="89265"/>
                </a:lnTo>
                <a:lnTo>
                  <a:pt x="14978" y="91400"/>
                </a:lnTo>
                <a:lnTo>
                  <a:pt x="11042" y="87464"/>
                </a:lnTo>
                <a:lnTo>
                  <a:pt x="5438" y="87464"/>
                </a:lnTo>
                <a:close/>
                <a:moveTo>
                  <a:pt x="7106" y="80258"/>
                </a:moveTo>
                <a:lnTo>
                  <a:pt x="4237" y="77356"/>
                </a:lnTo>
                <a:lnTo>
                  <a:pt x="6605" y="77356"/>
                </a:lnTo>
                <a:lnTo>
                  <a:pt x="8873" y="79658"/>
                </a:lnTo>
                <a:lnTo>
                  <a:pt x="8873" y="82927"/>
                </a:lnTo>
                <a:lnTo>
                  <a:pt x="7206" y="84595"/>
                </a:lnTo>
                <a:lnTo>
                  <a:pt x="7206" y="80525"/>
                </a:lnTo>
                <a:close/>
                <a:moveTo>
                  <a:pt x="6972" y="55140"/>
                </a:moveTo>
                <a:lnTo>
                  <a:pt x="11675" y="55140"/>
                </a:lnTo>
                <a:lnTo>
                  <a:pt x="14978" y="58443"/>
                </a:lnTo>
                <a:lnTo>
                  <a:pt x="14978" y="60611"/>
                </a:lnTo>
                <a:lnTo>
                  <a:pt x="11042" y="56675"/>
                </a:lnTo>
                <a:lnTo>
                  <a:pt x="5438" y="56675"/>
                </a:lnTo>
                <a:close/>
                <a:moveTo>
                  <a:pt x="6972" y="24352"/>
                </a:moveTo>
                <a:lnTo>
                  <a:pt x="11675" y="24352"/>
                </a:lnTo>
                <a:lnTo>
                  <a:pt x="14978" y="27654"/>
                </a:lnTo>
                <a:lnTo>
                  <a:pt x="14978" y="29822"/>
                </a:lnTo>
                <a:lnTo>
                  <a:pt x="11042" y="25886"/>
                </a:lnTo>
                <a:lnTo>
                  <a:pt x="5438" y="25886"/>
                </a:lnTo>
                <a:close/>
                <a:moveTo>
                  <a:pt x="7106" y="18648"/>
                </a:moveTo>
                <a:lnTo>
                  <a:pt x="4237" y="15779"/>
                </a:lnTo>
                <a:lnTo>
                  <a:pt x="6605" y="15779"/>
                </a:lnTo>
                <a:lnTo>
                  <a:pt x="8873" y="18081"/>
                </a:lnTo>
                <a:lnTo>
                  <a:pt x="8873" y="21316"/>
                </a:lnTo>
                <a:lnTo>
                  <a:pt x="7206" y="23017"/>
                </a:lnTo>
                <a:lnTo>
                  <a:pt x="7206" y="18948"/>
                </a:lnTo>
                <a:close/>
                <a:moveTo>
                  <a:pt x="7206" y="7773"/>
                </a:moveTo>
                <a:lnTo>
                  <a:pt x="8873" y="9441"/>
                </a:lnTo>
                <a:lnTo>
                  <a:pt x="8873" y="12710"/>
                </a:lnTo>
                <a:lnTo>
                  <a:pt x="6605" y="15012"/>
                </a:lnTo>
                <a:lnTo>
                  <a:pt x="4237" y="15012"/>
                </a:lnTo>
                <a:lnTo>
                  <a:pt x="7206" y="12010"/>
                </a:lnTo>
                <a:lnTo>
                  <a:pt x="7206" y="7773"/>
                </a:lnTo>
                <a:close/>
                <a:moveTo>
                  <a:pt x="25886" y="5471"/>
                </a:moveTo>
                <a:lnTo>
                  <a:pt x="25886" y="11042"/>
                </a:lnTo>
                <a:lnTo>
                  <a:pt x="29822" y="15012"/>
                </a:lnTo>
                <a:lnTo>
                  <a:pt x="27654" y="15012"/>
                </a:lnTo>
                <a:lnTo>
                  <a:pt x="24351" y="11676"/>
                </a:lnTo>
                <a:lnTo>
                  <a:pt x="24351" y="6973"/>
                </a:lnTo>
                <a:close/>
                <a:moveTo>
                  <a:pt x="35693" y="5471"/>
                </a:moveTo>
                <a:lnTo>
                  <a:pt x="37227" y="6973"/>
                </a:lnTo>
                <a:lnTo>
                  <a:pt x="37227" y="11676"/>
                </a:lnTo>
                <a:lnTo>
                  <a:pt x="33891" y="15012"/>
                </a:lnTo>
                <a:lnTo>
                  <a:pt x="31723" y="15012"/>
                </a:lnTo>
                <a:lnTo>
                  <a:pt x="35693" y="11042"/>
                </a:lnTo>
                <a:lnTo>
                  <a:pt x="35693" y="5471"/>
                </a:lnTo>
                <a:close/>
                <a:moveTo>
                  <a:pt x="56674" y="5471"/>
                </a:moveTo>
                <a:lnTo>
                  <a:pt x="56674" y="11042"/>
                </a:lnTo>
                <a:lnTo>
                  <a:pt x="60610" y="15012"/>
                </a:lnTo>
                <a:lnTo>
                  <a:pt x="58442" y="15012"/>
                </a:lnTo>
                <a:lnTo>
                  <a:pt x="55140" y="11676"/>
                </a:lnTo>
                <a:lnTo>
                  <a:pt x="55140" y="6973"/>
                </a:lnTo>
                <a:close/>
                <a:moveTo>
                  <a:pt x="66481" y="5471"/>
                </a:moveTo>
                <a:lnTo>
                  <a:pt x="68016" y="6973"/>
                </a:lnTo>
                <a:lnTo>
                  <a:pt x="68016" y="11676"/>
                </a:lnTo>
                <a:lnTo>
                  <a:pt x="64680" y="15012"/>
                </a:lnTo>
                <a:lnTo>
                  <a:pt x="62512" y="15012"/>
                </a:lnTo>
                <a:lnTo>
                  <a:pt x="66481" y="11042"/>
                </a:lnTo>
                <a:lnTo>
                  <a:pt x="66481" y="5471"/>
                </a:lnTo>
                <a:close/>
                <a:moveTo>
                  <a:pt x="87463" y="5471"/>
                </a:moveTo>
                <a:lnTo>
                  <a:pt x="87463" y="11042"/>
                </a:lnTo>
                <a:lnTo>
                  <a:pt x="91399" y="15012"/>
                </a:lnTo>
                <a:lnTo>
                  <a:pt x="89231" y="15012"/>
                </a:lnTo>
                <a:lnTo>
                  <a:pt x="85929" y="11676"/>
                </a:lnTo>
                <a:lnTo>
                  <a:pt x="85929" y="6973"/>
                </a:lnTo>
                <a:close/>
                <a:moveTo>
                  <a:pt x="97270" y="5471"/>
                </a:moveTo>
                <a:lnTo>
                  <a:pt x="98804" y="6973"/>
                </a:lnTo>
                <a:lnTo>
                  <a:pt x="98804" y="11676"/>
                </a:lnTo>
                <a:lnTo>
                  <a:pt x="95502" y="15012"/>
                </a:lnTo>
                <a:lnTo>
                  <a:pt x="93334" y="15012"/>
                </a:lnTo>
                <a:lnTo>
                  <a:pt x="97270" y="11042"/>
                </a:lnTo>
                <a:lnTo>
                  <a:pt x="97270" y="5471"/>
                </a:lnTo>
                <a:close/>
                <a:moveTo>
                  <a:pt x="118252" y="5471"/>
                </a:moveTo>
                <a:lnTo>
                  <a:pt x="118252" y="11042"/>
                </a:lnTo>
                <a:lnTo>
                  <a:pt x="122188" y="15012"/>
                </a:lnTo>
                <a:lnTo>
                  <a:pt x="120053" y="15012"/>
                </a:lnTo>
                <a:lnTo>
                  <a:pt x="116717" y="11676"/>
                </a:lnTo>
                <a:lnTo>
                  <a:pt x="116717" y="6973"/>
                </a:lnTo>
                <a:close/>
                <a:moveTo>
                  <a:pt x="128059" y="5471"/>
                </a:moveTo>
                <a:lnTo>
                  <a:pt x="129593" y="6973"/>
                </a:lnTo>
                <a:lnTo>
                  <a:pt x="129593" y="11676"/>
                </a:lnTo>
                <a:lnTo>
                  <a:pt x="126291" y="15012"/>
                </a:lnTo>
                <a:lnTo>
                  <a:pt x="124122" y="15012"/>
                </a:lnTo>
                <a:lnTo>
                  <a:pt x="128059" y="11042"/>
                </a:lnTo>
                <a:lnTo>
                  <a:pt x="128059" y="5471"/>
                </a:lnTo>
                <a:close/>
                <a:moveTo>
                  <a:pt x="149040" y="5471"/>
                </a:moveTo>
                <a:lnTo>
                  <a:pt x="149040" y="11042"/>
                </a:lnTo>
                <a:lnTo>
                  <a:pt x="153010" y="15012"/>
                </a:lnTo>
                <a:lnTo>
                  <a:pt x="150842" y="15012"/>
                </a:lnTo>
                <a:lnTo>
                  <a:pt x="147506" y="11676"/>
                </a:lnTo>
                <a:lnTo>
                  <a:pt x="147506" y="6973"/>
                </a:lnTo>
                <a:close/>
                <a:moveTo>
                  <a:pt x="158847" y="5471"/>
                </a:moveTo>
                <a:lnTo>
                  <a:pt x="160382" y="6973"/>
                </a:lnTo>
                <a:lnTo>
                  <a:pt x="160382" y="11676"/>
                </a:lnTo>
                <a:lnTo>
                  <a:pt x="157079" y="15012"/>
                </a:lnTo>
                <a:lnTo>
                  <a:pt x="154911" y="15012"/>
                </a:lnTo>
                <a:lnTo>
                  <a:pt x="158847" y="11042"/>
                </a:lnTo>
                <a:close/>
                <a:moveTo>
                  <a:pt x="179829" y="5471"/>
                </a:moveTo>
                <a:lnTo>
                  <a:pt x="179829" y="11042"/>
                </a:lnTo>
                <a:lnTo>
                  <a:pt x="183798" y="15012"/>
                </a:lnTo>
                <a:lnTo>
                  <a:pt x="181630" y="15012"/>
                </a:lnTo>
                <a:lnTo>
                  <a:pt x="178294" y="11676"/>
                </a:lnTo>
                <a:lnTo>
                  <a:pt x="178294" y="6973"/>
                </a:lnTo>
                <a:close/>
                <a:moveTo>
                  <a:pt x="189636" y="5471"/>
                </a:moveTo>
                <a:lnTo>
                  <a:pt x="191170" y="6973"/>
                </a:lnTo>
                <a:lnTo>
                  <a:pt x="191170" y="11676"/>
                </a:lnTo>
                <a:lnTo>
                  <a:pt x="187868" y="15012"/>
                </a:lnTo>
                <a:lnTo>
                  <a:pt x="185700" y="15012"/>
                </a:lnTo>
                <a:lnTo>
                  <a:pt x="189636" y="11042"/>
                </a:lnTo>
                <a:lnTo>
                  <a:pt x="189636" y="5471"/>
                </a:lnTo>
                <a:close/>
                <a:moveTo>
                  <a:pt x="210618" y="5471"/>
                </a:moveTo>
                <a:lnTo>
                  <a:pt x="210618" y="11042"/>
                </a:lnTo>
                <a:lnTo>
                  <a:pt x="214587" y="15012"/>
                </a:lnTo>
                <a:lnTo>
                  <a:pt x="212419" y="15012"/>
                </a:lnTo>
                <a:lnTo>
                  <a:pt x="209083" y="11676"/>
                </a:lnTo>
                <a:lnTo>
                  <a:pt x="209083" y="6973"/>
                </a:lnTo>
                <a:close/>
                <a:moveTo>
                  <a:pt x="220425" y="5471"/>
                </a:moveTo>
                <a:lnTo>
                  <a:pt x="221959" y="6973"/>
                </a:lnTo>
                <a:lnTo>
                  <a:pt x="221959" y="11676"/>
                </a:lnTo>
                <a:lnTo>
                  <a:pt x="218657" y="15012"/>
                </a:lnTo>
                <a:lnTo>
                  <a:pt x="216488" y="15012"/>
                </a:lnTo>
                <a:lnTo>
                  <a:pt x="220425" y="11042"/>
                </a:lnTo>
                <a:lnTo>
                  <a:pt x="220425" y="5471"/>
                </a:lnTo>
                <a:close/>
                <a:moveTo>
                  <a:pt x="236636" y="112915"/>
                </a:moveTo>
                <a:lnTo>
                  <a:pt x="235302" y="111581"/>
                </a:lnTo>
                <a:lnTo>
                  <a:pt x="235302" y="109579"/>
                </a:lnTo>
                <a:lnTo>
                  <a:pt x="236736" y="108145"/>
                </a:lnTo>
                <a:lnTo>
                  <a:pt x="238604" y="108145"/>
                </a:lnTo>
                <a:lnTo>
                  <a:pt x="236636" y="110113"/>
                </a:lnTo>
                <a:close/>
                <a:moveTo>
                  <a:pt x="219757" y="107378"/>
                </a:moveTo>
                <a:lnTo>
                  <a:pt x="222760" y="104376"/>
                </a:lnTo>
                <a:lnTo>
                  <a:pt x="222760" y="100139"/>
                </a:lnTo>
                <a:lnTo>
                  <a:pt x="224427" y="101840"/>
                </a:lnTo>
                <a:lnTo>
                  <a:pt x="224427" y="105076"/>
                </a:lnTo>
                <a:lnTo>
                  <a:pt x="222159" y="107378"/>
                </a:lnTo>
                <a:close/>
                <a:moveTo>
                  <a:pt x="216488" y="107378"/>
                </a:moveTo>
                <a:lnTo>
                  <a:pt x="220425" y="103408"/>
                </a:lnTo>
                <a:lnTo>
                  <a:pt x="220425" y="97838"/>
                </a:lnTo>
                <a:lnTo>
                  <a:pt x="221959" y="99372"/>
                </a:lnTo>
                <a:lnTo>
                  <a:pt x="221959" y="104042"/>
                </a:lnTo>
                <a:lnTo>
                  <a:pt x="218657" y="107378"/>
                </a:lnTo>
                <a:lnTo>
                  <a:pt x="216488" y="107378"/>
                </a:lnTo>
                <a:close/>
                <a:moveTo>
                  <a:pt x="212419" y="107378"/>
                </a:moveTo>
                <a:lnTo>
                  <a:pt x="209083" y="104042"/>
                </a:lnTo>
                <a:lnTo>
                  <a:pt x="209083" y="99372"/>
                </a:lnTo>
                <a:lnTo>
                  <a:pt x="210618" y="97838"/>
                </a:lnTo>
                <a:lnTo>
                  <a:pt x="210618" y="103408"/>
                </a:lnTo>
                <a:lnTo>
                  <a:pt x="214587" y="107378"/>
                </a:lnTo>
                <a:lnTo>
                  <a:pt x="212419" y="107378"/>
                </a:lnTo>
                <a:close/>
                <a:moveTo>
                  <a:pt x="208916" y="107378"/>
                </a:moveTo>
                <a:lnTo>
                  <a:pt x="206648" y="105076"/>
                </a:lnTo>
                <a:lnTo>
                  <a:pt x="206648" y="101840"/>
                </a:lnTo>
                <a:lnTo>
                  <a:pt x="208316" y="100139"/>
                </a:lnTo>
                <a:lnTo>
                  <a:pt x="208316" y="104376"/>
                </a:lnTo>
                <a:lnTo>
                  <a:pt x="211285" y="107378"/>
                </a:lnTo>
                <a:lnTo>
                  <a:pt x="208916" y="107378"/>
                </a:lnTo>
                <a:close/>
                <a:moveTo>
                  <a:pt x="205848" y="112915"/>
                </a:moveTo>
                <a:lnTo>
                  <a:pt x="204513" y="111581"/>
                </a:lnTo>
                <a:lnTo>
                  <a:pt x="204513" y="109579"/>
                </a:lnTo>
                <a:lnTo>
                  <a:pt x="205948" y="108145"/>
                </a:lnTo>
                <a:lnTo>
                  <a:pt x="207816" y="108145"/>
                </a:lnTo>
                <a:lnTo>
                  <a:pt x="205848" y="110113"/>
                </a:lnTo>
                <a:close/>
                <a:moveTo>
                  <a:pt x="188969" y="107378"/>
                </a:moveTo>
                <a:lnTo>
                  <a:pt x="191837" y="104509"/>
                </a:lnTo>
                <a:lnTo>
                  <a:pt x="191971" y="104209"/>
                </a:lnTo>
                <a:lnTo>
                  <a:pt x="191971" y="100139"/>
                </a:lnTo>
                <a:lnTo>
                  <a:pt x="193639" y="101840"/>
                </a:lnTo>
                <a:lnTo>
                  <a:pt x="193639" y="105076"/>
                </a:lnTo>
                <a:lnTo>
                  <a:pt x="191337" y="107378"/>
                </a:lnTo>
                <a:lnTo>
                  <a:pt x="188969" y="107378"/>
                </a:lnTo>
                <a:close/>
                <a:moveTo>
                  <a:pt x="185700" y="107378"/>
                </a:moveTo>
                <a:lnTo>
                  <a:pt x="189636" y="103408"/>
                </a:lnTo>
                <a:lnTo>
                  <a:pt x="189636" y="97838"/>
                </a:lnTo>
                <a:lnTo>
                  <a:pt x="191170" y="99372"/>
                </a:lnTo>
                <a:lnTo>
                  <a:pt x="191170" y="104042"/>
                </a:lnTo>
                <a:lnTo>
                  <a:pt x="187868" y="107378"/>
                </a:lnTo>
                <a:lnTo>
                  <a:pt x="185700" y="107378"/>
                </a:lnTo>
                <a:close/>
                <a:moveTo>
                  <a:pt x="181630" y="107378"/>
                </a:moveTo>
                <a:lnTo>
                  <a:pt x="178294" y="104042"/>
                </a:lnTo>
                <a:lnTo>
                  <a:pt x="178294" y="99372"/>
                </a:lnTo>
                <a:lnTo>
                  <a:pt x="179829" y="97838"/>
                </a:lnTo>
                <a:lnTo>
                  <a:pt x="179829" y="103408"/>
                </a:lnTo>
                <a:lnTo>
                  <a:pt x="183798" y="107378"/>
                </a:lnTo>
                <a:lnTo>
                  <a:pt x="181630" y="107378"/>
                </a:lnTo>
                <a:close/>
                <a:moveTo>
                  <a:pt x="178128" y="107378"/>
                </a:moveTo>
                <a:lnTo>
                  <a:pt x="175826" y="105076"/>
                </a:lnTo>
                <a:lnTo>
                  <a:pt x="175826" y="101840"/>
                </a:lnTo>
                <a:lnTo>
                  <a:pt x="177527" y="100139"/>
                </a:lnTo>
                <a:lnTo>
                  <a:pt x="177527" y="104209"/>
                </a:lnTo>
                <a:lnTo>
                  <a:pt x="177627" y="104509"/>
                </a:lnTo>
                <a:lnTo>
                  <a:pt x="180496" y="107378"/>
                </a:lnTo>
                <a:lnTo>
                  <a:pt x="178128" y="107378"/>
                </a:lnTo>
                <a:close/>
                <a:moveTo>
                  <a:pt x="175059" y="112915"/>
                </a:moveTo>
                <a:lnTo>
                  <a:pt x="173725" y="111581"/>
                </a:lnTo>
                <a:lnTo>
                  <a:pt x="173725" y="109579"/>
                </a:lnTo>
                <a:lnTo>
                  <a:pt x="175159" y="108145"/>
                </a:lnTo>
                <a:lnTo>
                  <a:pt x="177027" y="108145"/>
                </a:lnTo>
                <a:lnTo>
                  <a:pt x="175059" y="110113"/>
                </a:lnTo>
                <a:close/>
                <a:moveTo>
                  <a:pt x="158180" y="107378"/>
                </a:moveTo>
                <a:lnTo>
                  <a:pt x="161182" y="104376"/>
                </a:lnTo>
                <a:lnTo>
                  <a:pt x="161182" y="100139"/>
                </a:lnTo>
                <a:lnTo>
                  <a:pt x="162850" y="101840"/>
                </a:lnTo>
                <a:lnTo>
                  <a:pt x="162850" y="105076"/>
                </a:lnTo>
                <a:lnTo>
                  <a:pt x="160548" y="107378"/>
                </a:lnTo>
                <a:close/>
                <a:moveTo>
                  <a:pt x="154911" y="107378"/>
                </a:moveTo>
                <a:lnTo>
                  <a:pt x="158847" y="103408"/>
                </a:lnTo>
                <a:lnTo>
                  <a:pt x="158847" y="97838"/>
                </a:lnTo>
                <a:lnTo>
                  <a:pt x="160382" y="99372"/>
                </a:lnTo>
                <a:lnTo>
                  <a:pt x="160382" y="104042"/>
                </a:lnTo>
                <a:lnTo>
                  <a:pt x="157079" y="107378"/>
                </a:lnTo>
                <a:lnTo>
                  <a:pt x="154911" y="107378"/>
                </a:lnTo>
                <a:close/>
                <a:moveTo>
                  <a:pt x="150842" y="107378"/>
                </a:moveTo>
                <a:lnTo>
                  <a:pt x="147506" y="104042"/>
                </a:lnTo>
                <a:lnTo>
                  <a:pt x="147506" y="99372"/>
                </a:lnTo>
                <a:lnTo>
                  <a:pt x="149040" y="97838"/>
                </a:lnTo>
                <a:lnTo>
                  <a:pt x="149040" y="103408"/>
                </a:lnTo>
                <a:lnTo>
                  <a:pt x="153010" y="107378"/>
                </a:lnTo>
                <a:lnTo>
                  <a:pt x="150842" y="107378"/>
                </a:lnTo>
                <a:close/>
                <a:moveTo>
                  <a:pt x="147339" y="107378"/>
                </a:moveTo>
                <a:lnTo>
                  <a:pt x="145037" y="105076"/>
                </a:lnTo>
                <a:lnTo>
                  <a:pt x="145037" y="101840"/>
                </a:lnTo>
                <a:lnTo>
                  <a:pt x="146739" y="100139"/>
                </a:lnTo>
                <a:lnTo>
                  <a:pt x="146739" y="104376"/>
                </a:lnTo>
                <a:lnTo>
                  <a:pt x="149707" y="107378"/>
                </a:lnTo>
                <a:lnTo>
                  <a:pt x="147339" y="107378"/>
                </a:lnTo>
                <a:close/>
                <a:moveTo>
                  <a:pt x="144270" y="112915"/>
                </a:moveTo>
                <a:lnTo>
                  <a:pt x="142936" y="111581"/>
                </a:lnTo>
                <a:lnTo>
                  <a:pt x="142936" y="109579"/>
                </a:lnTo>
                <a:lnTo>
                  <a:pt x="144370" y="108145"/>
                </a:lnTo>
                <a:lnTo>
                  <a:pt x="146238" y="108145"/>
                </a:lnTo>
                <a:lnTo>
                  <a:pt x="144270" y="110113"/>
                </a:lnTo>
                <a:close/>
                <a:moveTo>
                  <a:pt x="127391" y="107378"/>
                </a:moveTo>
                <a:lnTo>
                  <a:pt x="130260" y="104509"/>
                </a:lnTo>
                <a:lnTo>
                  <a:pt x="130394" y="104209"/>
                </a:lnTo>
                <a:lnTo>
                  <a:pt x="130394" y="100139"/>
                </a:lnTo>
                <a:lnTo>
                  <a:pt x="132061" y="101840"/>
                </a:lnTo>
                <a:lnTo>
                  <a:pt x="132061" y="105076"/>
                </a:lnTo>
                <a:lnTo>
                  <a:pt x="129760" y="107378"/>
                </a:lnTo>
                <a:lnTo>
                  <a:pt x="127391" y="107378"/>
                </a:lnTo>
                <a:close/>
                <a:moveTo>
                  <a:pt x="124122" y="107378"/>
                </a:moveTo>
                <a:lnTo>
                  <a:pt x="128059" y="103408"/>
                </a:lnTo>
                <a:lnTo>
                  <a:pt x="128059" y="97838"/>
                </a:lnTo>
                <a:lnTo>
                  <a:pt x="129593" y="99372"/>
                </a:lnTo>
                <a:lnTo>
                  <a:pt x="129593" y="104042"/>
                </a:lnTo>
                <a:lnTo>
                  <a:pt x="126291" y="107378"/>
                </a:lnTo>
                <a:lnTo>
                  <a:pt x="124122" y="107378"/>
                </a:lnTo>
                <a:close/>
                <a:moveTo>
                  <a:pt x="120053" y="107378"/>
                </a:moveTo>
                <a:lnTo>
                  <a:pt x="116717" y="104042"/>
                </a:lnTo>
                <a:lnTo>
                  <a:pt x="116717" y="99372"/>
                </a:lnTo>
                <a:lnTo>
                  <a:pt x="118252" y="97838"/>
                </a:lnTo>
                <a:lnTo>
                  <a:pt x="118252" y="103408"/>
                </a:lnTo>
                <a:lnTo>
                  <a:pt x="122188" y="107378"/>
                </a:lnTo>
                <a:lnTo>
                  <a:pt x="120053" y="107378"/>
                </a:lnTo>
                <a:close/>
                <a:moveTo>
                  <a:pt x="116550" y="107378"/>
                </a:moveTo>
                <a:lnTo>
                  <a:pt x="114249" y="105076"/>
                </a:lnTo>
                <a:lnTo>
                  <a:pt x="114249" y="101840"/>
                </a:lnTo>
                <a:lnTo>
                  <a:pt x="115950" y="100139"/>
                </a:lnTo>
                <a:lnTo>
                  <a:pt x="115950" y="104209"/>
                </a:lnTo>
                <a:lnTo>
                  <a:pt x="116050" y="104509"/>
                </a:lnTo>
                <a:lnTo>
                  <a:pt x="118919" y="107378"/>
                </a:lnTo>
                <a:lnTo>
                  <a:pt x="116550" y="107378"/>
                </a:lnTo>
                <a:close/>
                <a:moveTo>
                  <a:pt x="113482" y="112915"/>
                </a:moveTo>
                <a:lnTo>
                  <a:pt x="112147" y="111581"/>
                </a:lnTo>
                <a:lnTo>
                  <a:pt x="112147" y="109579"/>
                </a:lnTo>
                <a:lnTo>
                  <a:pt x="113582" y="108145"/>
                </a:lnTo>
                <a:lnTo>
                  <a:pt x="115450" y="108145"/>
                </a:lnTo>
                <a:lnTo>
                  <a:pt x="113482" y="110113"/>
                </a:lnTo>
                <a:close/>
                <a:moveTo>
                  <a:pt x="96603" y="107378"/>
                </a:moveTo>
                <a:lnTo>
                  <a:pt x="99605" y="104376"/>
                </a:lnTo>
                <a:lnTo>
                  <a:pt x="99605" y="100139"/>
                </a:lnTo>
                <a:lnTo>
                  <a:pt x="101273" y="101840"/>
                </a:lnTo>
                <a:lnTo>
                  <a:pt x="101273" y="105076"/>
                </a:lnTo>
                <a:lnTo>
                  <a:pt x="98971" y="107378"/>
                </a:lnTo>
                <a:close/>
                <a:moveTo>
                  <a:pt x="93334" y="107378"/>
                </a:moveTo>
                <a:lnTo>
                  <a:pt x="97270" y="103408"/>
                </a:lnTo>
                <a:lnTo>
                  <a:pt x="97270" y="97838"/>
                </a:lnTo>
                <a:lnTo>
                  <a:pt x="98804" y="99372"/>
                </a:lnTo>
                <a:lnTo>
                  <a:pt x="98804" y="104042"/>
                </a:lnTo>
                <a:lnTo>
                  <a:pt x="95469" y="107378"/>
                </a:lnTo>
                <a:lnTo>
                  <a:pt x="93334" y="107378"/>
                </a:lnTo>
                <a:close/>
                <a:moveTo>
                  <a:pt x="89231" y="107378"/>
                </a:moveTo>
                <a:lnTo>
                  <a:pt x="85929" y="104042"/>
                </a:lnTo>
                <a:lnTo>
                  <a:pt x="85929" y="99372"/>
                </a:lnTo>
                <a:lnTo>
                  <a:pt x="87463" y="97838"/>
                </a:lnTo>
                <a:lnTo>
                  <a:pt x="87463" y="103408"/>
                </a:lnTo>
                <a:lnTo>
                  <a:pt x="91399" y="107378"/>
                </a:lnTo>
                <a:lnTo>
                  <a:pt x="89231" y="107378"/>
                </a:lnTo>
                <a:close/>
                <a:moveTo>
                  <a:pt x="85762" y="107378"/>
                </a:moveTo>
                <a:lnTo>
                  <a:pt x="83460" y="105076"/>
                </a:lnTo>
                <a:lnTo>
                  <a:pt x="83460" y="101840"/>
                </a:lnTo>
                <a:lnTo>
                  <a:pt x="85128" y="100139"/>
                </a:lnTo>
                <a:lnTo>
                  <a:pt x="85128" y="104376"/>
                </a:lnTo>
                <a:lnTo>
                  <a:pt x="88130" y="107378"/>
                </a:lnTo>
                <a:lnTo>
                  <a:pt x="85762" y="107378"/>
                </a:lnTo>
                <a:close/>
                <a:moveTo>
                  <a:pt x="82660" y="112915"/>
                </a:moveTo>
                <a:lnTo>
                  <a:pt x="81359" y="111581"/>
                </a:lnTo>
                <a:lnTo>
                  <a:pt x="81359" y="109579"/>
                </a:lnTo>
                <a:lnTo>
                  <a:pt x="82793" y="108145"/>
                </a:lnTo>
                <a:lnTo>
                  <a:pt x="84628" y="108145"/>
                </a:lnTo>
                <a:lnTo>
                  <a:pt x="82660" y="110113"/>
                </a:lnTo>
                <a:close/>
                <a:moveTo>
                  <a:pt x="65814" y="107378"/>
                </a:moveTo>
                <a:lnTo>
                  <a:pt x="68683" y="104509"/>
                </a:lnTo>
                <a:lnTo>
                  <a:pt x="68816" y="104209"/>
                </a:lnTo>
                <a:lnTo>
                  <a:pt x="68816" y="100139"/>
                </a:lnTo>
                <a:lnTo>
                  <a:pt x="70484" y="101840"/>
                </a:lnTo>
                <a:lnTo>
                  <a:pt x="70484" y="105076"/>
                </a:lnTo>
                <a:lnTo>
                  <a:pt x="68183" y="107378"/>
                </a:lnTo>
                <a:lnTo>
                  <a:pt x="65814" y="107378"/>
                </a:lnTo>
                <a:close/>
                <a:moveTo>
                  <a:pt x="62512" y="107378"/>
                </a:moveTo>
                <a:lnTo>
                  <a:pt x="66481" y="103408"/>
                </a:lnTo>
                <a:lnTo>
                  <a:pt x="66481" y="97838"/>
                </a:lnTo>
                <a:lnTo>
                  <a:pt x="68016" y="99372"/>
                </a:lnTo>
                <a:lnTo>
                  <a:pt x="68016" y="104042"/>
                </a:lnTo>
                <a:lnTo>
                  <a:pt x="64680" y="107378"/>
                </a:lnTo>
                <a:lnTo>
                  <a:pt x="62512" y="107378"/>
                </a:lnTo>
                <a:close/>
                <a:moveTo>
                  <a:pt x="58442" y="107378"/>
                </a:moveTo>
                <a:lnTo>
                  <a:pt x="55140" y="104042"/>
                </a:lnTo>
                <a:lnTo>
                  <a:pt x="55140" y="99372"/>
                </a:lnTo>
                <a:lnTo>
                  <a:pt x="56674" y="97838"/>
                </a:lnTo>
                <a:lnTo>
                  <a:pt x="56674" y="103408"/>
                </a:lnTo>
                <a:lnTo>
                  <a:pt x="60610" y="107378"/>
                </a:lnTo>
                <a:lnTo>
                  <a:pt x="58442" y="107378"/>
                </a:lnTo>
                <a:close/>
                <a:moveTo>
                  <a:pt x="54973" y="107378"/>
                </a:moveTo>
                <a:lnTo>
                  <a:pt x="52671" y="105076"/>
                </a:lnTo>
                <a:lnTo>
                  <a:pt x="52671" y="101840"/>
                </a:lnTo>
                <a:lnTo>
                  <a:pt x="54339" y="100139"/>
                </a:lnTo>
                <a:lnTo>
                  <a:pt x="54339" y="104209"/>
                </a:lnTo>
                <a:lnTo>
                  <a:pt x="54473" y="104509"/>
                </a:lnTo>
                <a:lnTo>
                  <a:pt x="57341" y="107378"/>
                </a:lnTo>
                <a:lnTo>
                  <a:pt x="54973" y="107378"/>
                </a:lnTo>
                <a:close/>
                <a:moveTo>
                  <a:pt x="51871" y="112915"/>
                </a:moveTo>
                <a:lnTo>
                  <a:pt x="50570" y="111581"/>
                </a:lnTo>
                <a:lnTo>
                  <a:pt x="50570" y="109579"/>
                </a:lnTo>
                <a:lnTo>
                  <a:pt x="51971" y="108145"/>
                </a:lnTo>
                <a:lnTo>
                  <a:pt x="53839" y="108145"/>
                </a:lnTo>
                <a:lnTo>
                  <a:pt x="51871" y="110113"/>
                </a:lnTo>
                <a:close/>
                <a:moveTo>
                  <a:pt x="35026" y="107378"/>
                </a:moveTo>
                <a:lnTo>
                  <a:pt x="37994" y="104376"/>
                </a:lnTo>
                <a:lnTo>
                  <a:pt x="37994" y="100139"/>
                </a:lnTo>
                <a:lnTo>
                  <a:pt x="39696" y="101840"/>
                </a:lnTo>
                <a:lnTo>
                  <a:pt x="39696" y="105076"/>
                </a:lnTo>
                <a:lnTo>
                  <a:pt x="37394" y="107378"/>
                </a:lnTo>
                <a:close/>
                <a:moveTo>
                  <a:pt x="31723" y="107378"/>
                </a:moveTo>
                <a:lnTo>
                  <a:pt x="35693" y="103408"/>
                </a:lnTo>
                <a:lnTo>
                  <a:pt x="35693" y="97838"/>
                </a:lnTo>
                <a:lnTo>
                  <a:pt x="37227" y="99372"/>
                </a:lnTo>
                <a:lnTo>
                  <a:pt x="37227" y="104042"/>
                </a:lnTo>
                <a:lnTo>
                  <a:pt x="33891" y="107378"/>
                </a:lnTo>
                <a:lnTo>
                  <a:pt x="31723" y="107378"/>
                </a:lnTo>
                <a:close/>
                <a:moveTo>
                  <a:pt x="27654" y="107378"/>
                </a:moveTo>
                <a:lnTo>
                  <a:pt x="24351" y="104042"/>
                </a:lnTo>
                <a:lnTo>
                  <a:pt x="24351" y="99372"/>
                </a:lnTo>
                <a:lnTo>
                  <a:pt x="25886" y="97838"/>
                </a:lnTo>
                <a:lnTo>
                  <a:pt x="25886" y="103408"/>
                </a:lnTo>
                <a:lnTo>
                  <a:pt x="29822" y="107378"/>
                </a:lnTo>
                <a:lnTo>
                  <a:pt x="27654" y="107378"/>
                </a:lnTo>
                <a:close/>
                <a:moveTo>
                  <a:pt x="24184" y="107378"/>
                </a:moveTo>
                <a:lnTo>
                  <a:pt x="21883" y="105076"/>
                </a:lnTo>
                <a:lnTo>
                  <a:pt x="21883" y="101840"/>
                </a:lnTo>
                <a:lnTo>
                  <a:pt x="23551" y="100139"/>
                </a:lnTo>
                <a:lnTo>
                  <a:pt x="23551" y="104376"/>
                </a:lnTo>
                <a:lnTo>
                  <a:pt x="26553" y="107378"/>
                </a:lnTo>
                <a:lnTo>
                  <a:pt x="24184" y="107378"/>
                </a:lnTo>
                <a:close/>
                <a:moveTo>
                  <a:pt x="21082" y="112915"/>
                </a:moveTo>
                <a:lnTo>
                  <a:pt x="19781" y="111581"/>
                </a:lnTo>
                <a:lnTo>
                  <a:pt x="19781" y="109579"/>
                </a:lnTo>
                <a:lnTo>
                  <a:pt x="21182" y="108145"/>
                </a:lnTo>
                <a:lnTo>
                  <a:pt x="23050" y="108145"/>
                </a:lnTo>
                <a:lnTo>
                  <a:pt x="21082" y="110113"/>
                </a:lnTo>
                <a:close/>
                <a:moveTo>
                  <a:pt x="9674" y="10242"/>
                </a:moveTo>
                <a:lnTo>
                  <a:pt x="11008" y="11576"/>
                </a:lnTo>
                <a:lnTo>
                  <a:pt x="11008" y="13577"/>
                </a:lnTo>
                <a:lnTo>
                  <a:pt x="9574" y="15012"/>
                </a:lnTo>
                <a:lnTo>
                  <a:pt x="7706" y="15012"/>
                </a:lnTo>
                <a:lnTo>
                  <a:pt x="9674" y="13044"/>
                </a:lnTo>
                <a:close/>
                <a:moveTo>
                  <a:pt x="26553" y="15779"/>
                </a:moveTo>
                <a:lnTo>
                  <a:pt x="23551" y="18781"/>
                </a:lnTo>
                <a:lnTo>
                  <a:pt x="23551" y="23017"/>
                </a:lnTo>
                <a:lnTo>
                  <a:pt x="21883" y="21316"/>
                </a:lnTo>
                <a:lnTo>
                  <a:pt x="21883" y="18081"/>
                </a:lnTo>
                <a:lnTo>
                  <a:pt x="24184" y="15779"/>
                </a:lnTo>
                <a:lnTo>
                  <a:pt x="26553" y="15779"/>
                </a:lnTo>
                <a:close/>
                <a:moveTo>
                  <a:pt x="29822" y="15779"/>
                </a:moveTo>
                <a:lnTo>
                  <a:pt x="25886" y="19748"/>
                </a:lnTo>
                <a:lnTo>
                  <a:pt x="25886" y="25319"/>
                </a:lnTo>
                <a:lnTo>
                  <a:pt x="24351" y="23785"/>
                </a:lnTo>
                <a:lnTo>
                  <a:pt x="24351" y="19115"/>
                </a:lnTo>
                <a:lnTo>
                  <a:pt x="27654" y="15779"/>
                </a:lnTo>
                <a:lnTo>
                  <a:pt x="29822" y="15779"/>
                </a:lnTo>
                <a:close/>
                <a:moveTo>
                  <a:pt x="33891" y="15779"/>
                </a:moveTo>
                <a:lnTo>
                  <a:pt x="37227" y="19115"/>
                </a:lnTo>
                <a:lnTo>
                  <a:pt x="37227" y="23785"/>
                </a:lnTo>
                <a:lnTo>
                  <a:pt x="35693" y="25319"/>
                </a:lnTo>
                <a:lnTo>
                  <a:pt x="35693" y="19748"/>
                </a:lnTo>
                <a:lnTo>
                  <a:pt x="31723" y="15779"/>
                </a:lnTo>
                <a:lnTo>
                  <a:pt x="33891" y="15779"/>
                </a:lnTo>
                <a:close/>
                <a:moveTo>
                  <a:pt x="37394" y="15779"/>
                </a:moveTo>
                <a:lnTo>
                  <a:pt x="39696" y="18081"/>
                </a:lnTo>
                <a:lnTo>
                  <a:pt x="39696" y="21316"/>
                </a:lnTo>
                <a:lnTo>
                  <a:pt x="37994" y="23017"/>
                </a:lnTo>
                <a:lnTo>
                  <a:pt x="37994" y="18781"/>
                </a:lnTo>
                <a:lnTo>
                  <a:pt x="35026" y="15779"/>
                </a:lnTo>
                <a:lnTo>
                  <a:pt x="37394" y="15779"/>
                </a:lnTo>
                <a:close/>
                <a:moveTo>
                  <a:pt x="40463" y="10242"/>
                </a:moveTo>
                <a:lnTo>
                  <a:pt x="41797" y="11576"/>
                </a:lnTo>
                <a:lnTo>
                  <a:pt x="41797" y="13577"/>
                </a:lnTo>
                <a:lnTo>
                  <a:pt x="40363" y="15012"/>
                </a:lnTo>
                <a:lnTo>
                  <a:pt x="38495" y="15012"/>
                </a:lnTo>
                <a:lnTo>
                  <a:pt x="40463" y="13044"/>
                </a:lnTo>
                <a:close/>
                <a:moveTo>
                  <a:pt x="57341" y="15779"/>
                </a:moveTo>
                <a:lnTo>
                  <a:pt x="54473" y="18648"/>
                </a:lnTo>
                <a:lnTo>
                  <a:pt x="54339" y="18948"/>
                </a:lnTo>
                <a:lnTo>
                  <a:pt x="54339" y="23017"/>
                </a:lnTo>
                <a:lnTo>
                  <a:pt x="52671" y="21316"/>
                </a:lnTo>
                <a:lnTo>
                  <a:pt x="52671" y="18081"/>
                </a:lnTo>
                <a:lnTo>
                  <a:pt x="54973" y="15779"/>
                </a:lnTo>
                <a:lnTo>
                  <a:pt x="57341" y="15779"/>
                </a:lnTo>
                <a:close/>
                <a:moveTo>
                  <a:pt x="60610" y="15779"/>
                </a:moveTo>
                <a:lnTo>
                  <a:pt x="56674" y="19748"/>
                </a:lnTo>
                <a:lnTo>
                  <a:pt x="56674" y="25319"/>
                </a:lnTo>
                <a:lnTo>
                  <a:pt x="55140" y="23785"/>
                </a:lnTo>
                <a:lnTo>
                  <a:pt x="55140" y="19115"/>
                </a:lnTo>
                <a:lnTo>
                  <a:pt x="58442" y="15779"/>
                </a:lnTo>
                <a:lnTo>
                  <a:pt x="60610" y="15779"/>
                </a:lnTo>
                <a:close/>
                <a:moveTo>
                  <a:pt x="64680" y="15779"/>
                </a:moveTo>
                <a:lnTo>
                  <a:pt x="68016" y="19115"/>
                </a:lnTo>
                <a:lnTo>
                  <a:pt x="68016" y="23785"/>
                </a:lnTo>
                <a:lnTo>
                  <a:pt x="66481" y="25319"/>
                </a:lnTo>
                <a:lnTo>
                  <a:pt x="66481" y="19748"/>
                </a:lnTo>
                <a:lnTo>
                  <a:pt x="62545" y="15779"/>
                </a:lnTo>
                <a:lnTo>
                  <a:pt x="64680" y="15779"/>
                </a:lnTo>
                <a:close/>
                <a:moveTo>
                  <a:pt x="68183" y="15779"/>
                </a:moveTo>
                <a:lnTo>
                  <a:pt x="70484" y="18081"/>
                </a:lnTo>
                <a:lnTo>
                  <a:pt x="70484" y="21316"/>
                </a:lnTo>
                <a:lnTo>
                  <a:pt x="68783" y="23017"/>
                </a:lnTo>
                <a:lnTo>
                  <a:pt x="68783" y="18948"/>
                </a:lnTo>
                <a:lnTo>
                  <a:pt x="68683" y="18648"/>
                </a:lnTo>
                <a:lnTo>
                  <a:pt x="65814" y="15779"/>
                </a:lnTo>
                <a:lnTo>
                  <a:pt x="68183" y="15779"/>
                </a:lnTo>
                <a:close/>
                <a:moveTo>
                  <a:pt x="71251" y="10242"/>
                </a:moveTo>
                <a:lnTo>
                  <a:pt x="72586" y="11576"/>
                </a:lnTo>
                <a:lnTo>
                  <a:pt x="72586" y="13577"/>
                </a:lnTo>
                <a:lnTo>
                  <a:pt x="71151" y="15012"/>
                </a:lnTo>
                <a:lnTo>
                  <a:pt x="69283" y="15012"/>
                </a:lnTo>
                <a:lnTo>
                  <a:pt x="71251" y="13044"/>
                </a:lnTo>
                <a:lnTo>
                  <a:pt x="71251" y="10242"/>
                </a:lnTo>
                <a:close/>
                <a:moveTo>
                  <a:pt x="88130" y="15779"/>
                </a:moveTo>
                <a:lnTo>
                  <a:pt x="85128" y="18781"/>
                </a:lnTo>
                <a:lnTo>
                  <a:pt x="85128" y="23017"/>
                </a:lnTo>
                <a:lnTo>
                  <a:pt x="83460" y="21316"/>
                </a:lnTo>
                <a:lnTo>
                  <a:pt x="83460" y="18081"/>
                </a:lnTo>
                <a:lnTo>
                  <a:pt x="85762" y="15779"/>
                </a:lnTo>
                <a:lnTo>
                  <a:pt x="88130" y="15779"/>
                </a:lnTo>
                <a:close/>
                <a:moveTo>
                  <a:pt x="91399" y="15779"/>
                </a:moveTo>
                <a:lnTo>
                  <a:pt x="87463" y="19748"/>
                </a:lnTo>
                <a:lnTo>
                  <a:pt x="87463" y="25319"/>
                </a:lnTo>
                <a:lnTo>
                  <a:pt x="85929" y="23785"/>
                </a:lnTo>
                <a:lnTo>
                  <a:pt x="85929" y="19115"/>
                </a:lnTo>
                <a:lnTo>
                  <a:pt x="89231" y="15779"/>
                </a:lnTo>
                <a:lnTo>
                  <a:pt x="91399" y="15779"/>
                </a:lnTo>
                <a:close/>
                <a:moveTo>
                  <a:pt x="95469" y="15779"/>
                </a:moveTo>
                <a:lnTo>
                  <a:pt x="98804" y="19115"/>
                </a:lnTo>
                <a:lnTo>
                  <a:pt x="98804" y="23785"/>
                </a:lnTo>
                <a:lnTo>
                  <a:pt x="97270" y="25319"/>
                </a:lnTo>
                <a:lnTo>
                  <a:pt x="97270" y="19748"/>
                </a:lnTo>
                <a:lnTo>
                  <a:pt x="93334" y="15779"/>
                </a:lnTo>
                <a:lnTo>
                  <a:pt x="95469" y="15779"/>
                </a:lnTo>
                <a:close/>
                <a:moveTo>
                  <a:pt x="98971" y="15779"/>
                </a:moveTo>
                <a:lnTo>
                  <a:pt x="101273" y="18081"/>
                </a:lnTo>
                <a:lnTo>
                  <a:pt x="101273" y="21316"/>
                </a:lnTo>
                <a:lnTo>
                  <a:pt x="99572" y="23017"/>
                </a:lnTo>
                <a:lnTo>
                  <a:pt x="99572" y="18781"/>
                </a:lnTo>
                <a:lnTo>
                  <a:pt x="96603" y="15779"/>
                </a:lnTo>
                <a:lnTo>
                  <a:pt x="98971" y="15779"/>
                </a:lnTo>
                <a:close/>
                <a:moveTo>
                  <a:pt x="102040" y="10242"/>
                </a:moveTo>
                <a:lnTo>
                  <a:pt x="103374" y="11576"/>
                </a:lnTo>
                <a:lnTo>
                  <a:pt x="103374" y="13577"/>
                </a:lnTo>
                <a:lnTo>
                  <a:pt x="101940" y="15012"/>
                </a:lnTo>
                <a:lnTo>
                  <a:pt x="100072" y="15012"/>
                </a:lnTo>
                <a:lnTo>
                  <a:pt x="102040" y="13044"/>
                </a:lnTo>
                <a:close/>
                <a:moveTo>
                  <a:pt x="118919" y="15779"/>
                </a:moveTo>
                <a:lnTo>
                  <a:pt x="116050" y="18648"/>
                </a:lnTo>
                <a:lnTo>
                  <a:pt x="115917" y="18948"/>
                </a:lnTo>
                <a:lnTo>
                  <a:pt x="115917" y="23017"/>
                </a:lnTo>
                <a:lnTo>
                  <a:pt x="114249" y="21316"/>
                </a:lnTo>
                <a:lnTo>
                  <a:pt x="114249" y="18081"/>
                </a:lnTo>
                <a:lnTo>
                  <a:pt x="116550" y="15779"/>
                </a:lnTo>
                <a:lnTo>
                  <a:pt x="118919" y="15779"/>
                </a:lnTo>
                <a:close/>
                <a:moveTo>
                  <a:pt x="122188" y="15779"/>
                </a:moveTo>
                <a:lnTo>
                  <a:pt x="118252" y="19748"/>
                </a:lnTo>
                <a:lnTo>
                  <a:pt x="118252" y="25319"/>
                </a:lnTo>
                <a:lnTo>
                  <a:pt x="116717" y="23785"/>
                </a:lnTo>
                <a:lnTo>
                  <a:pt x="116717" y="19115"/>
                </a:lnTo>
                <a:lnTo>
                  <a:pt x="120053" y="15779"/>
                </a:lnTo>
                <a:lnTo>
                  <a:pt x="122188" y="15779"/>
                </a:lnTo>
                <a:close/>
                <a:moveTo>
                  <a:pt x="126291" y="15779"/>
                </a:moveTo>
                <a:lnTo>
                  <a:pt x="129593" y="19115"/>
                </a:lnTo>
                <a:lnTo>
                  <a:pt x="129593" y="23785"/>
                </a:lnTo>
                <a:lnTo>
                  <a:pt x="128059" y="25319"/>
                </a:lnTo>
                <a:lnTo>
                  <a:pt x="128059" y="19748"/>
                </a:lnTo>
                <a:lnTo>
                  <a:pt x="124122" y="15779"/>
                </a:lnTo>
                <a:lnTo>
                  <a:pt x="126291" y="15779"/>
                </a:lnTo>
                <a:close/>
                <a:moveTo>
                  <a:pt x="129760" y="15779"/>
                </a:moveTo>
                <a:lnTo>
                  <a:pt x="132061" y="18081"/>
                </a:lnTo>
                <a:lnTo>
                  <a:pt x="132061" y="21316"/>
                </a:lnTo>
                <a:lnTo>
                  <a:pt x="130394" y="23017"/>
                </a:lnTo>
                <a:lnTo>
                  <a:pt x="130394" y="18948"/>
                </a:lnTo>
                <a:lnTo>
                  <a:pt x="130260" y="18648"/>
                </a:lnTo>
                <a:lnTo>
                  <a:pt x="127391" y="15779"/>
                </a:lnTo>
                <a:lnTo>
                  <a:pt x="129760" y="15779"/>
                </a:lnTo>
                <a:close/>
                <a:moveTo>
                  <a:pt x="132862" y="10242"/>
                </a:moveTo>
                <a:lnTo>
                  <a:pt x="134163" y="11576"/>
                </a:lnTo>
                <a:lnTo>
                  <a:pt x="134163" y="13577"/>
                </a:lnTo>
                <a:lnTo>
                  <a:pt x="132729" y="15012"/>
                </a:lnTo>
                <a:lnTo>
                  <a:pt x="130894" y="15012"/>
                </a:lnTo>
                <a:lnTo>
                  <a:pt x="132862" y="13044"/>
                </a:lnTo>
                <a:close/>
                <a:moveTo>
                  <a:pt x="149707" y="15779"/>
                </a:moveTo>
                <a:lnTo>
                  <a:pt x="146739" y="18781"/>
                </a:lnTo>
                <a:lnTo>
                  <a:pt x="146739" y="23017"/>
                </a:lnTo>
                <a:lnTo>
                  <a:pt x="145037" y="21316"/>
                </a:lnTo>
                <a:lnTo>
                  <a:pt x="145037" y="18081"/>
                </a:lnTo>
                <a:lnTo>
                  <a:pt x="147339" y="15779"/>
                </a:lnTo>
                <a:lnTo>
                  <a:pt x="149707" y="15779"/>
                </a:lnTo>
                <a:close/>
                <a:moveTo>
                  <a:pt x="153010" y="15779"/>
                </a:moveTo>
                <a:lnTo>
                  <a:pt x="149040" y="19748"/>
                </a:lnTo>
                <a:lnTo>
                  <a:pt x="149040" y="25319"/>
                </a:lnTo>
                <a:lnTo>
                  <a:pt x="147506" y="23785"/>
                </a:lnTo>
                <a:lnTo>
                  <a:pt x="147506" y="19115"/>
                </a:lnTo>
                <a:lnTo>
                  <a:pt x="150842" y="15779"/>
                </a:lnTo>
                <a:lnTo>
                  <a:pt x="153010" y="15779"/>
                </a:lnTo>
                <a:close/>
                <a:moveTo>
                  <a:pt x="157079" y="15779"/>
                </a:moveTo>
                <a:lnTo>
                  <a:pt x="160382" y="19115"/>
                </a:lnTo>
                <a:lnTo>
                  <a:pt x="160382" y="23785"/>
                </a:lnTo>
                <a:lnTo>
                  <a:pt x="158847" y="25319"/>
                </a:lnTo>
                <a:lnTo>
                  <a:pt x="158847" y="19748"/>
                </a:lnTo>
                <a:lnTo>
                  <a:pt x="154911" y="15779"/>
                </a:lnTo>
                <a:lnTo>
                  <a:pt x="157079" y="15779"/>
                </a:lnTo>
                <a:close/>
                <a:moveTo>
                  <a:pt x="160548" y="15779"/>
                </a:moveTo>
                <a:lnTo>
                  <a:pt x="162850" y="18081"/>
                </a:lnTo>
                <a:lnTo>
                  <a:pt x="162850" y="21316"/>
                </a:lnTo>
                <a:lnTo>
                  <a:pt x="161182" y="23017"/>
                </a:lnTo>
                <a:lnTo>
                  <a:pt x="161182" y="18781"/>
                </a:lnTo>
                <a:lnTo>
                  <a:pt x="158180" y="15779"/>
                </a:lnTo>
                <a:lnTo>
                  <a:pt x="160548" y="15779"/>
                </a:lnTo>
                <a:close/>
                <a:moveTo>
                  <a:pt x="163651" y="10242"/>
                </a:moveTo>
                <a:lnTo>
                  <a:pt x="164952" y="11576"/>
                </a:lnTo>
                <a:lnTo>
                  <a:pt x="164952" y="13577"/>
                </a:lnTo>
                <a:lnTo>
                  <a:pt x="163551" y="15012"/>
                </a:lnTo>
                <a:lnTo>
                  <a:pt x="161683" y="15012"/>
                </a:lnTo>
                <a:lnTo>
                  <a:pt x="163651" y="13044"/>
                </a:lnTo>
                <a:close/>
                <a:moveTo>
                  <a:pt x="180496" y="15779"/>
                </a:moveTo>
                <a:lnTo>
                  <a:pt x="177627" y="18648"/>
                </a:lnTo>
                <a:lnTo>
                  <a:pt x="177527" y="18948"/>
                </a:lnTo>
                <a:lnTo>
                  <a:pt x="177527" y="23017"/>
                </a:lnTo>
                <a:lnTo>
                  <a:pt x="175826" y="21316"/>
                </a:lnTo>
                <a:lnTo>
                  <a:pt x="175826" y="18081"/>
                </a:lnTo>
                <a:lnTo>
                  <a:pt x="178128" y="15779"/>
                </a:lnTo>
                <a:lnTo>
                  <a:pt x="180496" y="15779"/>
                </a:lnTo>
                <a:close/>
                <a:moveTo>
                  <a:pt x="183798" y="15779"/>
                </a:moveTo>
                <a:lnTo>
                  <a:pt x="179829" y="19748"/>
                </a:lnTo>
                <a:lnTo>
                  <a:pt x="179829" y="25319"/>
                </a:lnTo>
                <a:lnTo>
                  <a:pt x="178294" y="23785"/>
                </a:lnTo>
                <a:lnTo>
                  <a:pt x="178294" y="19115"/>
                </a:lnTo>
                <a:lnTo>
                  <a:pt x="181630" y="15779"/>
                </a:lnTo>
                <a:lnTo>
                  <a:pt x="183798" y="15779"/>
                </a:lnTo>
                <a:close/>
                <a:moveTo>
                  <a:pt x="187868" y="15779"/>
                </a:moveTo>
                <a:lnTo>
                  <a:pt x="191170" y="19115"/>
                </a:lnTo>
                <a:lnTo>
                  <a:pt x="191170" y="23785"/>
                </a:lnTo>
                <a:lnTo>
                  <a:pt x="189636" y="25319"/>
                </a:lnTo>
                <a:lnTo>
                  <a:pt x="189636" y="19748"/>
                </a:lnTo>
                <a:lnTo>
                  <a:pt x="185700" y="15779"/>
                </a:lnTo>
                <a:lnTo>
                  <a:pt x="187868" y="15779"/>
                </a:lnTo>
                <a:close/>
                <a:moveTo>
                  <a:pt x="191337" y="15779"/>
                </a:moveTo>
                <a:lnTo>
                  <a:pt x="193639" y="18081"/>
                </a:lnTo>
                <a:lnTo>
                  <a:pt x="193639" y="21316"/>
                </a:lnTo>
                <a:lnTo>
                  <a:pt x="191971" y="23017"/>
                </a:lnTo>
                <a:lnTo>
                  <a:pt x="191971" y="18948"/>
                </a:lnTo>
                <a:lnTo>
                  <a:pt x="191837" y="18648"/>
                </a:lnTo>
                <a:lnTo>
                  <a:pt x="188969" y="15779"/>
                </a:lnTo>
                <a:lnTo>
                  <a:pt x="191337" y="15779"/>
                </a:lnTo>
                <a:close/>
                <a:moveTo>
                  <a:pt x="194439" y="10242"/>
                </a:moveTo>
                <a:lnTo>
                  <a:pt x="195740" y="11576"/>
                </a:lnTo>
                <a:lnTo>
                  <a:pt x="195740" y="13577"/>
                </a:lnTo>
                <a:lnTo>
                  <a:pt x="194339" y="15012"/>
                </a:lnTo>
                <a:lnTo>
                  <a:pt x="192471" y="15012"/>
                </a:lnTo>
                <a:lnTo>
                  <a:pt x="194439" y="13044"/>
                </a:lnTo>
                <a:close/>
                <a:moveTo>
                  <a:pt x="211285" y="15779"/>
                </a:moveTo>
                <a:lnTo>
                  <a:pt x="208316" y="18781"/>
                </a:lnTo>
                <a:lnTo>
                  <a:pt x="208316" y="23017"/>
                </a:lnTo>
                <a:lnTo>
                  <a:pt x="206615" y="21316"/>
                </a:lnTo>
                <a:lnTo>
                  <a:pt x="206615" y="18081"/>
                </a:lnTo>
                <a:lnTo>
                  <a:pt x="208916" y="15779"/>
                </a:lnTo>
                <a:lnTo>
                  <a:pt x="211285" y="15779"/>
                </a:lnTo>
                <a:close/>
                <a:moveTo>
                  <a:pt x="214587" y="15779"/>
                </a:moveTo>
                <a:lnTo>
                  <a:pt x="210618" y="19748"/>
                </a:lnTo>
                <a:lnTo>
                  <a:pt x="210618" y="25319"/>
                </a:lnTo>
                <a:lnTo>
                  <a:pt x="209083" y="23785"/>
                </a:lnTo>
                <a:lnTo>
                  <a:pt x="209083" y="19115"/>
                </a:lnTo>
                <a:lnTo>
                  <a:pt x="212419" y="15779"/>
                </a:lnTo>
                <a:lnTo>
                  <a:pt x="214587" y="15779"/>
                </a:lnTo>
                <a:close/>
                <a:moveTo>
                  <a:pt x="218657" y="15779"/>
                </a:moveTo>
                <a:lnTo>
                  <a:pt x="221959" y="19115"/>
                </a:lnTo>
                <a:lnTo>
                  <a:pt x="221959" y="23785"/>
                </a:lnTo>
                <a:lnTo>
                  <a:pt x="220425" y="25319"/>
                </a:lnTo>
                <a:lnTo>
                  <a:pt x="220425" y="19748"/>
                </a:lnTo>
                <a:lnTo>
                  <a:pt x="216488" y="15779"/>
                </a:lnTo>
                <a:lnTo>
                  <a:pt x="218657" y="15779"/>
                </a:lnTo>
                <a:close/>
                <a:moveTo>
                  <a:pt x="222126" y="15779"/>
                </a:moveTo>
                <a:lnTo>
                  <a:pt x="224427" y="18081"/>
                </a:lnTo>
                <a:lnTo>
                  <a:pt x="224427" y="21316"/>
                </a:lnTo>
                <a:lnTo>
                  <a:pt x="222760" y="23017"/>
                </a:lnTo>
                <a:lnTo>
                  <a:pt x="222760" y="18781"/>
                </a:lnTo>
                <a:lnTo>
                  <a:pt x="219757" y="15779"/>
                </a:lnTo>
                <a:lnTo>
                  <a:pt x="222126" y="15779"/>
                </a:lnTo>
                <a:close/>
                <a:moveTo>
                  <a:pt x="225228" y="10242"/>
                </a:moveTo>
                <a:lnTo>
                  <a:pt x="226529" y="11576"/>
                </a:lnTo>
                <a:lnTo>
                  <a:pt x="226529" y="13577"/>
                </a:lnTo>
                <a:lnTo>
                  <a:pt x="225128" y="15012"/>
                </a:lnTo>
                <a:lnTo>
                  <a:pt x="223260" y="15012"/>
                </a:lnTo>
                <a:lnTo>
                  <a:pt x="225228" y="13044"/>
                </a:lnTo>
                <a:close/>
                <a:moveTo>
                  <a:pt x="234635" y="14011"/>
                </a:moveTo>
                <a:lnTo>
                  <a:pt x="235635" y="15012"/>
                </a:lnTo>
                <a:lnTo>
                  <a:pt x="231866" y="15012"/>
                </a:lnTo>
                <a:lnTo>
                  <a:pt x="234535" y="12343"/>
                </a:lnTo>
                <a:lnTo>
                  <a:pt x="234535" y="13744"/>
                </a:lnTo>
                <a:close/>
                <a:moveTo>
                  <a:pt x="234635" y="75588"/>
                </a:moveTo>
                <a:lnTo>
                  <a:pt x="235635" y="76589"/>
                </a:lnTo>
                <a:lnTo>
                  <a:pt x="231866" y="76589"/>
                </a:lnTo>
                <a:lnTo>
                  <a:pt x="234535" y="73920"/>
                </a:lnTo>
                <a:lnTo>
                  <a:pt x="234535" y="75321"/>
                </a:lnTo>
                <a:close/>
                <a:moveTo>
                  <a:pt x="234535" y="109413"/>
                </a:moveTo>
                <a:lnTo>
                  <a:pt x="234535" y="110814"/>
                </a:lnTo>
                <a:lnTo>
                  <a:pt x="231899" y="108178"/>
                </a:lnTo>
                <a:lnTo>
                  <a:pt x="235635" y="108178"/>
                </a:lnTo>
                <a:lnTo>
                  <a:pt x="234635" y="109146"/>
                </a:lnTo>
                <a:close/>
                <a:moveTo>
                  <a:pt x="227229" y="109146"/>
                </a:moveTo>
                <a:lnTo>
                  <a:pt x="226229" y="108178"/>
                </a:lnTo>
                <a:lnTo>
                  <a:pt x="229965" y="108178"/>
                </a:lnTo>
                <a:lnTo>
                  <a:pt x="227330" y="110814"/>
                </a:lnTo>
                <a:lnTo>
                  <a:pt x="227330" y="109413"/>
                </a:lnTo>
                <a:close/>
                <a:moveTo>
                  <a:pt x="227330" y="104743"/>
                </a:moveTo>
                <a:lnTo>
                  <a:pt x="229965" y="107378"/>
                </a:lnTo>
                <a:lnTo>
                  <a:pt x="226229" y="107378"/>
                </a:lnTo>
                <a:lnTo>
                  <a:pt x="227330" y="106277"/>
                </a:lnTo>
                <a:lnTo>
                  <a:pt x="227330" y="104743"/>
                </a:lnTo>
                <a:close/>
                <a:moveTo>
                  <a:pt x="227897" y="104175"/>
                </a:moveTo>
                <a:lnTo>
                  <a:pt x="229264" y="104175"/>
                </a:lnTo>
                <a:lnTo>
                  <a:pt x="229431" y="104175"/>
                </a:lnTo>
                <a:lnTo>
                  <a:pt x="230532" y="103075"/>
                </a:lnTo>
                <a:lnTo>
                  <a:pt x="230532" y="106811"/>
                </a:lnTo>
                <a:close/>
                <a:moveTo>
                  <a:pt x="230532" y="108712"/>
                </a:moveTo>
                <a:lnTo>
                  <a:pt x="230532" y="112448"/>
                </a:lnTo>
                <a:lnTo>
                  <a:pt x="229431" y="111381"/>
                </a:lnTo>
                <a:lnTo>
                  <a:pt x="227897" y="111381"/>
                </a:lnTo>
                <a:close/>
                <a:moveTo>
                  <a:pt x="231332" y="108712"/>
                </a:moveTo>
                <a:lnTo>
                  <a:pt x="233968" y="111381"/>
                </a:lnTo>
                <a:lnTo>
                  <a:pt x="232567" y="111381"/>
                </a:lnTo>
                <a:lnTo>
                  <a:pt x="232300" y="111481"/>
                </a:lnTo>
                <a:lnTo>
                  <a:pt x="231332" y="112448"/>
                </a:lnTo>
                <a:lnTo>
                  <a:pt x="231332" y="108712"/>
                </a:lnTo>
                <a:close/>
                <a:moveTo>
                  <a:pt x="231866" y="107378"/>
                </a:moveTo>
                <a:lnTo>
                  <a:pt x="234535" y="104743"/>
                </a:lnTo>
                <a:lnTo>
                  <a:pt x="234535" y="106277"/>
                </a:lnTo>
                <a:lnTo>
                  <a:pt x="235635" y="107378"/>
                </a:lnTo>
                <a:close/>
                <a:moveTo>
                  <a:pt x="231332" y="106811"/>
                </a:moveTo>
                <a:lnTo>
                  <a:pt x="231332" y="103075"/>
                </a:lnTo>
                <a:lnTo>
                  <a:pt x="232300" y="104042"/>
                </a:lnTo>
                <a:lnTo>
                  <a:pt x="232567" y="104175"/>
                </a:lnTo>
                <a:lnTo>
                  <a:pt x="233968" y="104175"/>
                </a:lnTo>
                <a:close/>
                <a:moveTo>
                  <a:pt x="230532" y="101941"/>
                </a:moveTo>
                <a:lnTo>
                  <a:pt x="229097" y="103375"/>
                </a:lnTo>
                <a:lnTo>
                  <a:pt x="227096" y="103375"/>
                </a:lnTo>
                <a:lnTo>
                  <a:pt x="225762" y="102074"/>
                </a:lnTo>
                <a:lnTo>
                  <a:pt x="228397" y="102074"/>
                </a:lnTo>
                <a:lnTo>
                  <a:pt x="228564" y="102074"/>
                </a:lnTo>
                <a:lnTo>
                  <a:pt x="230532" y="100106"/>
                </a:lnTo>
                <a:lnTo>
                  <a:pt x="230532" y="101941"/>
                </a:lnTo>
                <a:close/>
                <a:moveTo>
                  <a:pt x="228230" y="101273"/>
                </a:moveTo>
                <a:lnTo>
                  <a:pt x="224995" y="101273"/>
                </a:lnTo>
                <a:lnTo>
                  <a:pt x="223327" y="99606"/>
                </a:lnTo>
                <a:lnTo>
                  <a:pt x="227363" y="99606"/>
                </a:lnTo>
                <a:lnTo>
                  <a:pt x="227530" y="99606"/>
                </a:lnTo>
                <a:lnTo>
                  <a:pt x="230532" y="96603"/>
                </a:lnTo>
                <a:lnTo>
                  <a:pt x="230532" y="98972"/>
                </a:lnTo>
                <a:close/>
                <a:moveTo>
                  <a:pt x="227229" y="98805"/>
                </a:moveTo>
                <a:lnTo>
                  <a:pt x="222526" y="98805"/>
                </a:lnTo>
                <a:lnTo>
                  <a:pt x="220992" y="97271"/>
                </a:lnTo>
                <a:lnTo>
                  <a:pt x="226429" y="97271"/>
                </a:lnTo>
                <a:lnTo>
                  <a:pt x="226596" y="97271"/>
                </a:lnTo>
                <a:lnTo>
                  <a:pt x="230532" y="93334"/>
                </a:lnTo>
                <a:lnTo>
                  <a:pt x="230532" y="95503"/>
                </a:lnTo>
                <a:close/>
                <a:moveTo>
                  <a:pt x="203746" y="109413"/>
                </a:moveTo>
                <a:lnTo>
                  <a:pt x="203746" y="110814"/>
                </a:lnTo>
                <a:lnTo>
                  <a:pt x="201077" y="108178"/>
                </a:lnTo>
                <a:lnTo>
                  <a:pt x="204847" y="108178"/>
                </a:lnTo>
                <a:lnTo>
                  <a:pt x="203846" y="109146"/>
                </a:lnTo>
                <a:close/>
                <a:moveTo>
                  <a:pt x="196407" y="109146"/>
                </a:moveTo>
                <a:lnTo>
                  <a:pt x="195440" y="108178"/>
                </a:lnTo>
                <a:lnTo>
                  <a:pt x="199176" y="108178"/>
                </a:lnTo>
                <a:lnTo>
                  <a:pt x="196541" y="110814"/>
                </a:lnTo>
                <a:lnTo>
                  <a:pt x="196541" y="109413"/>
                </a:lnTo>
                <a:close/>
                <a:moveTo>
                  <a:pt x="192538" y="99606"/>
                </a:moveTo>
                <a:lnTo>
                  <a:pt x="196741" y="99606"/>
                </a:lnTo>
                <a:lnTo>
                  <a:pt x="199743" y="96603"/>
                </a:lnTo>
                <a:lnTo>
                  <a:pt x="199743" y="98972"/>
                </a:lnTo>
                <a:lnTo>
                  <a:pt x="197441" y="101273"/>
                </a:lnTo>
                <a:lnTo>
                  <a:pt x="194206" y="101273"/>
                </a:lnTo>
                <a:close/>
                <a:moveTo>
                  <a:pt x="190203" y="97271"/>
                </a:moveTo>
                <a:lnTo>
                  <a:pt x="195807" y="97271"/>
                </a:lnTo>
                <a:lnTo>
                  <a:pt x="199743" y="93334"/>
                </a:lnTo>
                <a:lnTo>
                  <a:pt x="199743" y="95503"/>
                </a:lnTo>
                <a:lnTo>
                  <a:pt x="196441" y="98805"/>
                </a:lnTo>
                <a:lnTo>
                  <a:pt x="191737" y="98805"/>
                </a:lnTo>
                <a:close/>
                <a:moveTo>
                  <a:pt x="177761" y="98805"/>
                </a:moveTo>
                <a:lnTo>
                  <a:pt x="173057" y="98805"/>
                </a:lnTo>
                <a:lnTo>
                  <a:pt x="169755" y="95503"/>
                </a:lnTo>
                <a:lnTo>
                  <a:pt x="169755" y="93334"/>
                </a:lnTo>
                <a:lnTo>
                  <a:pt x="173691" y="97271"/>
                </a:lnTo>
                <a:lnTo>
                  <a:pt x="179262" y="97271"/>
                </a:lnTo>
                <a:close/>
                <a:moveTo>
                  <a:pt x="175292" y="101273"/>
                </a:moveTo>
                <a:lnTo>
                  <a:pt x="172023" y="101273"/>
                </a:lnTo>
                <a:lnTo>
                  <a:pt x="169755" y="98972"/>
                </a:lnTo>
                <a:lnTo>
                  <a:pt x="169755" y="96603"/>
                </a:lnTo>
                <a:lnTo>
                  <a:pt x="172724" y="99606"/>
                </a:lnTo>
                <a:lnTo>
                  <a:pt x="176960" y="99606"/>
                </a:lnTo>
                <a:close/>
                <a:moveTo>
                  <a:pt x="173191" y="103375"/>
                </a:moveTo>
                <a:lnTo>
                  <a:pt x="171156" y="103375"/>
                </a:lnTo>
                <a:lnTo>
                  <a:pt x="169755" y="101941"/>
                </a:lnTo>
                <a:lnTo>
                  <a:pt x="169755" y="100106"/>
                </a:lnTo>
                <a:lnTo>
                  <a:pt x="171723" y="102074"/>
                </a:lnTo>
                <a:lnTo>
                  <a:pt x="174492" y="102074"/>
                </a:lnTo>
                <a:close/>
                <a:moveTo>
                  <a:pt x="172957" y="109413"/>
                </a:moveTo>
                <a:lnTo>
                  <a:pt x="172957" y="110814"/>
                </a:lnTo>
                <a:lnTo>
                  <a:pt x="170289" y="108178"/>
                </a:lnTo>
                <a:lnTo>
                  <a:pt x="174025" y="108178"/>
                </a:lnTo>
                <a:lnTo>
                  <a:pt x="173057" y="109146"/>
                </a:lnTo>
                <a:close/>
                <a:moveTo>
                  <a:pt x="165619" y="109146"/>
                </a:moveTo>
                <a:lnTo>
                  <a:pt x="164651" y="108178"/>
                </a:lnTo>
                <a:lnTo>
                  <a:pt x="168387" y="108178"/>
                </a:lnTo>
                <a:lnTo>
                  <a:pt x="165752" y="110814"/>
                </a:lnTo>
                <a:lnTo>
                  <a:pt x="165752" y="109413"/>
                </a:lnTo>
                <a:close/>
                <a:moveTo>
                  <a:pt x="161749" y="99606"/>
                </a:moveTo>
                <a:lnTo>
                  <a:pt x="165786" y="99606"/>
                </a:lnTo>
                <a:lnTo>
                  <a:pt x="165952" y="99606"/>
                </a:lnTo>
                <a:lnTo>
                  <a:pt x="168954" y="96603"/>
                </a:lnTo>
                <a:lnTo>
                  <a:pt x="168954" y="98972"/>
                </a:lnTo>
                <a:lnTo>
                  <a:pt x="166653" y="101273"/>
                </a:lnTo>
                <a:lnTo>
                  <a:pt x="163417" y="101273"/>
                </a:lnTo>
                <a:close/>
                <a:moveTo>
                  <a:pt x="159414" y="97271"/>
                </a:moveTo>
                <a:lnTo>
                  <a:pt x="164852" y="97271"/>
                </a:lnTo>
                <a:lnTo>
                  <a:pt x="164985" y="97271"/>
                </a:lnTo>
                <a:lnTo>
                  <a:pt x="168954" y="93334"/>
                </a:lnTo>
                <a:lnTo>
                  <a:pt x="168954" y="95503"/>
                </a:lnTo>
                <a:lnTo>
                  <a:pt x="165619" y="98805"/>
                </a:lnTo>
                <a:lnTo>
                  <a:pt x="160949" y="98805"/>
                </a:lnTo>
                <a:close/>
                <a:moveTo>
                  <a:pt x="142135" y="109413"/>
                </a:moveTo>
                <a:lnTo>
                  <a:pt x="142135" y="110814"/>
                </a:lnTo>
                <a:lnTo>
                  <a:pt x="139500" y="108178"/>
                </a:lnTo>
                <a:lnTo>
                  <a:pt x="143236" y="108178"/>
                </a:lnTo>
                <a:lnTo>
                  <a:pt x="142269" y="109146"/>
                </a:lnTo>
                <a:close/>
                <a:moveTo>
                  <a:pt x="134830" y="109146"/>
                </a:moveTo>
                <a:lnTo>
                  <a:pt x="133863" y="108178"/>
                </a:lnTo>
                <a:lnTo>
                  <a:pt x="137599" y="108178"/>
                </a:lnTo>
                <a:lnTo>
                  <a:pt x="134964" y="110814"/>
                </a:lnTo>
                <a:lnTo>
                  <a:pt x="134964" y="109413"/>
                </a:lnTo>
                <a:close/>
                <a:moveTo>
                  <a:pt x="130927" y="99606"/>
                </a:moveTo>
                <a:lnTo>
                  <a:pt x="135164" y="99606"/>
                </a:lnTo>
                <a:lnTo>
                  <a:pt x="138166" y="96603"/>
                </a:lnTo>
                <a:lnTo>
                  <a:pt x="138166" y="98972"/>
                </a:lnTo>
                <a:lnTo>
                  <a:pt x="135864" y="101273"/>
                </a:lnTo>
                <a:lnTo>
                  <a:pt x="132629" y="101273"/>
                </a:lnTo>
                <a:close/>
                <a:moveTo>
                  <a:pt x="128626" y="97271"/>
                </a:moveTo>
                <a:lnTo>
                  <a:pt x="134196" y="97271"/>
                </a:lnTo>
                <a:lnTo>
                  <a:pt x="138166" y="93334"/>
                </a:lnTo>
                <a:lnTo>
                  <a:pt x="138166" y="95503"/>
                </a:lnTo>
                <a:lnTo>
                  <a:pt x="134830" y="98805"/>
                </a:lnTo>
                <a:lnTo>
                  <a:pt x="130160" y="98805"/>
                </a:lnTo>
                <a:close/>
                <a:moveTo>
                  <a:pt x="116150" y="98805"/>
                </a:moveTo>
                <a:lnTo>
                  <a:pt x="111480" y="98805"/>
                </a:lnTo>
                <a:lnTo>
                  <a:pt x="108144" y="95503"/>
                </a:lnTo>
                <a:lnTo>
                  <a:pt x="108144" y="93334"/>
                </a:lnTo>
                <a:lnTo>
                  <a:pt x="112114" y="97271"/>
                </a:lnTo>
                <a:lnTo>
                  <a:pt x="117685" y="97271"/>
                </a:lnTo>
                <a:close/>
                <a:moveTo>
                  <a:pt x="113682" y="101273"/>
                </a:moveTo>
                <a:lnTo>
                  <a:pt x="110446" y="101273"/>
                </a:lnTo>
                <a:lnTo>
                  <a:pt x="108144" y="98972"/>
                </a:lnTo>
                <a:lnTo>
                  <a:pt x="108144" y="96603"/>
                </a:lnTo>
                <a:lnTo>
                  <a:pt x="111147" y="99606"/>
                </a:lnTo>
                <a:lnTo>
                  <a:pt x="115383" y="99606"/>
                </a:lnTo>
                <a:close/>
                <a:moveTo>
                  <a:pt x="111580" y="103375"/>
                </a:moveTo>
                <a:lnTo>
                  <a:pt x="109579" y="103375"/>
                </a:lnTo>
                <a:lnTo>
                  <a:pt x="108144" y="101941"/>
                </a:lnTo>
                <a:lnTo>
                  <a:pt x="108144" y="100106"/>
                </a:lnTo>
                <a:lnTo>
                  <a:pt x="110112" y="102074"/>
                </a:lnTo>
                <a:lnTo>
                  <a:pt x="112914" y="102074"/>
                </a:lnTo>
                <a:close/>
                <a:moveTo>
                  <a:pt x="111347" y="109413"/>
                </a:moveTo>
                <a:lnTo>
                  <a:pt x="111347" y="110814"/>
                </a:lnTo>
                <a:lnTo>
                  <a:pt x="108711" y="108178"/>
                </a:lnTo>
                <a:lnTo>
                  <a:pt x="112447" y="108178"/>
                </a:lnTo>
                <a:lnTo>
                  <a:pt x="111480" y="109146"/>
                </a:lnTo>
                <a:close/>
                <a:moveTo>
                  <a:pt x="104041" y="109146"/>
                </a:moveTo>
                <a:lnTo>
                  <a:pt x="103074" y="108178"/>
                </a:lnTo>
                <a:lnTo>
                  <a:pt x="106810" y="108178"/>
                </a:lnTo>
                <a:lnTo>
                  <a:pt x="104175" y="110814"/>
                </a:lnTo>
                <a:lnTo>
                  <a:pt x="104175" y="109413"/>
                </a:lnTo>
                <a:close/>
                <a:moveTo>
                  <a:pt x="100139" y="99606"/>
                </a:moveTo>
                <a:lnTo>
                  <a:pt x="104208" y="99606"/>
                </a:lnTo>
                <a:lnTo>
                  <a:pt x="104375" y="99606"/>
                </a:lnTo>
                <a:lnTo>
                  <a:pt x="107377" y="96603"/>
                </a:lnTo>
                <a:lnTo>
                  <a:pt x="107377" y="98972"/>
                </a:lnTo>
                <a:lnTo>
                  <a:pt x="105076" y="101273"/>
                </a:lnTo>
                <a:lnTo>
                  <a:pt x="101807" y="101273"/>
                </a:lnTo>
                <a:close/>
                <a:moveTo>
                  <a:pt x="97837" y="97271"/>
                </a:moveTo>
                <a:lnTo>
                  <a:pt x="103241" y="97271"/>
                </a:lnTo>
                <a:lnTo>
                  <a:pt x="103408" y="97271"/>
                </a:lnTo>
                <a:lnTo>
                  <a:pt x="107344" y="93334"/>
                </a:lnTo>
                <a:lnTo>
                  <a:pt x="107344" y="95503"/>
                </a:lnTo>
                <a:lnTo>
                  <a:pt x="104041" y="98805"/>
                </a:lnTo>
                <a:lnTo>
                  <a:pt x="99371" y="98805"/>
                </a:lnTo>
                <a:close/>
                <a:moveTo>
                  <a:pt x="80558" y="109413"/>
                </a:moveTo>
                <a:lnTo>
                  <a:pt x="80558" y="110814"/>
                </a:lnTo>
                <a:lnTo>
                  <a:pt x="77923" y="108178"/>
                </a:lnTo>
                <a:lnTo>
                  <a:pt x="81659" y="108178"/>
                </a:lnTo>
                <a:lnTo>
                  <a:pt x="80691" y="109146"/>
                </a:lnTo>
                <a:close/>
                <a:moveTo>
                  <a:pt x="73253" y="109146"/>
                </a:moveTo>
                <a:lnTo>
                  <a:pt x="72285" y="108178"/>
                </a:lnTo>
                <a:lnTo>
                  <a:pt x="76021" y="108178"/>
                </a:lnTo>
                <a:lnTo>
                  <a:pt x="73386" y="110814"/>
                </a:lnTo>
                <a:lnTo>
                  <a:pt x="73386" y="109413"/>
                </a:lnTo>
                <a:close/>
                <a:moveTo>
                  <a:pt x="69350" y="99606"/>
                </a:moveTo>
                <a:lnTo>
                  <a:pt x="73586" y="99606"/>
                </a:lnTo>
                <a:lnTo>
                  <a:pt x="76589" y="96603"/>
                </a:lnTo>
                <a:lnTo>
                  <a:pt x="76589" y="98972"/>
                </a:lnTo>
                <a:lnTo>
                  <a:pt x="74287" y="101273"/>
                </a:lnTo>
                <a:lnTo>
                  <a:pt x="71018" y="101273"/>
                </a:lnTo>
                <a:close/>
                <a:moveTo>
                  <a:pt x="67048" y="97271"/>
                </a:moveTo>
                <a:lnTo>
                  <a:pt x="72619" y="97271"/>
                </a:lnTo>
                <a:lnTo>
                  <a:pt x="76589" y="93334"/>
                </a:lnTo>
                <a:lnTo>
                  <a:pt x="76589" y="95503"/>
                </a:lnTo>
                <a:lnTo>
                  <a:pt x="73253" y="98805"/>
                </a:lnTo>
                <a:lnTo>
                  <a:pt x="68583" y="98805"/>
                </a:lnTo>
                <a:close/>
                <a:moveTo>
                  <a:pt x="54573" y="98805"/>
                </a:moveTo>
                <a:lnTo>
                  <a:pt x="49903" y="98805"/>
                </a:lnTo>
                <a:lnTo>
                  <a:pt x="46567" y="95503"/>
                </a:lnTo>
                <a:lnTo>
                  <a:pt x="46567" y="93334"/>
                </a:lnTo>
                <a:lnTo>
                  <a:pt x="50537" y="97271"/>
                </a:lnTo>
                <a:lnTo>
                  <a:pt x="56107" y="97271"/>
                </a:lnTo>
                <a:close/>
                <a:moveTo>
                  <a:pt x="52104" y="101273"/>
                </a:moveTo>
                <a:lnTo>
                  <a:pt x="48869" y="101273"/>
                </a:lnTo>
                <a:lnTo>
                  <a:pt x="46567" y="98972"/>
                </a:lnTo>
                <a:lnTo>
                  <a:pt x="46567" y="96603"/>
                </a:lnTo>
                <a:lnTo>
                  <a:pt x="49569" y="99606"/>
                </a:lnTo>
                <a:lnTo>
                  <a:pt x="53806" y="99606"/>
                </a:lnTo>
                <a:close/>
                <a:moveTo>
                  <a:pt x="50003" y="103375"/>
                </a:moveTo>
                <a:lnTo>
                  <a:pt x="48001" y="103375"/>
                </a:lnTo>
                <a:lnTo>
                  <a:pt x="46567" y="101941"/>
                </a:lnTo>
                <a:lnTo>
                  <a:pt x="46567" y="100106"/>
                </a:lnTo>
                <a:lnTo>
                  <a:pt x="48535" y="102074"/>
                </a:lnTo>
                <a:lnTo>
                  <a:pt x="51337" y="102074"/>
                </a:lnTo>
                <a:close/>
                <a:moveTo>
                  <a:pt x="49769" y="109413"/>
                </a:moveTo>
                <a:lnTo>
                  <a:pt x="49769" y="110814"/>
                </a:lnTo>
                <a:lnTo>
                  <a:pt x="47134" y="108178"/>
                </a:lnTo>
                <a:lnTo>
                  <a:pt x="50870" y="108178"/>
                </a:lnTo>
                <a:lnTo>
                  <a:pt x="49903" y="109146"/>
                </a:lnTo>
                <a:close/>
                <a:moveTo>
                  <a:pt x="42464" y="109146"/>
                </a:moveTo>
                <a:lnTo>
                  <a:pt x="41497" y="108178"/>
                </a:lnTo>
                <a:lnTo>
                  <a:pt x="45233" y="108178"/>
                </a:lnTo>
                <a:lnTo>
                  <a:pt x="42564" y="110814"/>
                </a:lnTo>
                <a:lnTo>
                  <a:pt x="42564" y="109413"/>
                </a:lnTo>
                <a:close/>
                <a:moveTo>
                  <a:pt x="38561" y="99606"/>
                </a:moveTo>
                <a:lnTo>
                  <a:pt x="42631" y="99606"/>
                </a:lnTo>
                <a:lnTo>
                  <a:pt x="42798" y="99606"/>
                </a:lnTo>
                <a:lnTo>
                  <a:pt x="45800" y="96603"/>
                </a:lnTo>
                <a:lnTo>
                  <a:pt x="45800" y="98972"/>
                </a:lnTo>
                <a:lnTo>
                  <a:pt x="43498" y="101273"/>
                </a:lnTo>
                <a:lnTo>
                  <a:pt x="40229" y="101273"/>
                </a:lnTo>
                <a:close/>
                <a:moveTo>
                  <a:pt x="36260" y="97271"/>
                </a:moveTo>
                <a:lnTo>
                  <a:pt x="41664" y="97271"/>
                </a:lnTo>
                <a:lnTo>
                  <a:pt x="41830" y="97271"/>
                </a:lnTo>
                <a:lnTo>
                  <a:pt x="45767" y="93334"/>
                </a:lnTo>
                <a:lnTo>
                  <a:pt x="45767" y="95503"/>
                </a:lnTo>
                <a:lnTo>
                  <a:pt x="42464" y="98805"/>
                </a:lnTo>
                <a:lnTo>
                  <a:pt x="37761" y="98805"/>
                </a:lnTo>
                <a:close/>
                <a:moveTo>
                  <a:pt x="18981" y="109413"/>
                </a:moveTo>
                <a:lnTo>
                  <a:pt x="18981" y="110814"/>
                </a:lnTo>
                <a:lnTo>
                  <a:pt x="16346" y="108178"/>
                </a:lnTo>
                <a:lnTo>
                  <a:pt x="20082" y="108178"/>
                </a:lnTo>
                <a:lnTo>
                  <a:pt x="19114" y="109146"/>
                </a:lnTo>
                <a:close/>
                <a:moveTo>
                  <a:pt x="11675" y="109146"/>
                </a:moveTo>
                <a:lnTo>
                  <a:pt x="10675" y="108178"/>
                </a:lnTo>
                <a:lnTo>
                  <a:pt x="14444" y="108178"/>
                </a:lnTo>
                <a:lnTo>
                  <a:pt x="11776" y="110814"/>
                </a:lnTo>
                <a:lnTo>
                  <a:pt x="11776" y="109413"/>
                </a:lnTo>
                <a:close/>
                <a:moveTo>
                  <a:pt x="15778" y="103075"/>
                </a:moveTo>
                <a:lnTo>
                  <a:pt x="16879" y="104175"/>
                </a:lnTo>
                <a:lnTo>
                  <a:pt x="17046" y="104175"/>
                </a:lnTo>
                <a:lnTo>
                  <a:pt x="18414" y="104175"/>
                </a:lnTo>
                <a:lnTo>
                  <a:pt x="15778" y="106811"/>
                </a:lnTo>
                <a:close/>
                <a:moveTo>
                  <a:pt x="14978" y="106811"/>
                </a:moveTo>
                <a:lnTo>
                  <a:pt x="12343" y="104175"/>
                </a:lnTo>
                <a:lnTo>
                  <a:pt x="13744" y="104175"/>
                </a:lnTo>
                <a:lnTo>
                  <a:pt x="14011" y="104042"/>
                </a:lnTo>
                <a:lnTo>
                  <a:pt x="14978" y="103075"/>
                </a:lnTo>
                <a:close/>
                <a:moveTo>
                  <a:pt x="14978" y="101941"/>
                </a:moveTo>
                <a:lnTo>
                  <a:pt x="13577" y="103375"/>
                </a:lnTo>
                <a:lnTo>
                  <a:pt x="11542" y="103375"/>
                </a:lnTo>
                <a:lnTo>
                  <a:pt x="10241" y="102074"/>
                </a:lnTo>
                <a:lnTo>
                  <a:pt x="13010" y="102074"/>
                </a:lnTo>
                <a:lnTo>
                  <a:pt x="14978" y="100106"/>
                </a:lnTo>
                <a:lnTo>
                  <a:pt x="14978" y="101941"/>
                </a:lnTo>
                <a:close/>
                <a:moveTo>
                  <a:pt x="11776" y="104743"/>
                </a:moveTo>
                <a:lnTo>
                  <a:pt x="14411" y="107378"/>
                </a:lnTo>
                <a:lnTo>
                  <a:pt x="10675" y="107378"/>
                </a:lnTo>
                <a:lnTo>
                  <a:pt x="11776" y="106277"/>
                </a:lnTo>
                <a:lnTo>
                  <a:pt x="11776" y="104743"/>
                </a:lnTo>
                <a:close/>
                <a:moveTo>
                  <a:pt x="14978" y="108712"/>
                </a:moveTo>
                <a:lnTo>
                  <a:pt x="14978" y="112448"/>
                </a:lnTo>
                <a:lnTo>
                  <a:pt x="14011" y="111481"/>
                </a:lnTo>
                <a:lnTo>
                  <a:pt x="13744" y="111381"/>
                </a:lnTo>
                <a:lnTo>
                  <a:pt x="12343" y="111381"/>
                </a:lnTo>
                <a:close/>
                <a:moveTo>
                  <a:pt x="15778" y="108712"/>
                </a:moveTo>
                <a:lnTo>
                  <a:pt x="18414" y="111381"/>
                </a:lnTo>
                <a:lnTo>
                  <a:pt x="16879" y="111381"/>
                </a:lnTo>
                <a:lnTo>
                  <a:pt x="15778" y="112448"/>
                </a:lnTo>
                <a:close/>
                <a:moveTo>
                  <a:pt x="16346" y="107378"/>
                </a:moveTo>
                <a:lnTo>
                  <a:pt x="18981" y="104743"/>
                </a:lnTo>
                <a:lnTo>
                  <a:pt x="18981" y="106277"/>
                </a:lnTo>
                <a:lnTo>
                  <a:pt x="20082" y="107378"/>
                </a:lnTo>
                <a:close/>
                <a:moveTo>
                  <a:pt x="19214" y="103375"/>
                </a:moveTo>
                <a:lnTo>
                  <a:pt x="17213" y="103375"/>
                </a:lnTo>
                <a:lnTo>
                  <a:pt x="15778" y="101941"/>
                </a:lnTo>
                <a:lnTo>
                  <a:pt x="15778" y="100106"/>
                </a:lnTo>
                <a:lnTo>
                  <a:pt x="17747" y="102074"/>
                </a:lnTo>
                <a:lnTo>
                  <a:pt x="17913" y="102074"/>
                </a:lnTo>
                <a:lnTo>
                  <a:pt x="20515" y="102074"/>
                </a:lnTo>
                <a:close/>
                <a:moveTo>
                  <a:pt x="21316" y="101273"/>
                </a:moveTo>
                <a:lnTo>
                  <a:pt x="18080" y="101273"/>
                </a:lnTo>
                <a:lnTo>
                  <a:pt x="15778" y="98972"/>
                </a:lnTo>
                <a:lnTo>
                  <a:pt x="15778" y="96603"/>
                </a:lnTo>
                <a:lnTo>
                  <a:pt x="18781" y="99606"/>
                </a:lnTo>
                <a:lnTo>
                  <a:pt x="18914" y="99606"/>
                </a:lnTo>
                <a:lnTo>
                  <a:pt x="22984" y="99606"/>
                </a:lnTo>
                <a:close/>
                <a:moveTo>
                  <a:pt x="23784" y="98805"/>
                </a:moveTo>
                <a:lnTo>
                  <a:pt x="19081" y="98805"/>
                </a:lnTo>
                <a:lnTo>
                  <a:pt x="15778" y="95503"/>
                </a:lnTo>
                <a:lnTo>
                  <a:pt x="15778" y="93334"/>
                </a:lnTo>
                <a:lnTo>
                  <a:pt x="19715" y="97271"/>
                </a:lnTo>
                <a:lnTo>
                  <a:pt x="19881" y="97271"/>
                </a:lnTo>
                <a:lnTo>
                  <a:pt x="25319" y="97271"/>
                </a:lnTo>
                <a:close/>
                <a:moveTo>
                  <a:pt x="11675" y="47568"/>
                </a:moveTo>
                <a:lnTo>
                  <a:pt x="10675" y="46568"/>
                </a:lnTo>
                <a:lnTo>
                  <a:pt x="14444" y="46568"/>
                </a:lnTo>
                <a:lnTo>
                  <a:pt x="11776" y="49236"/>
                </a:lnTo>
                <a:lnTo>
                  <a:pt x="11776" y="47835"/>
                </a:lnTo>
                <a:close/>
                <a:moveTo>
                  <a:pt x="11776" y="13744"/>
                </a:moveTo>
                <a:lnTo>
                  <a:pt x="11776" y="12343"/>
                </a:lnTo>
                <a:lnTo>
                  <a:pt x="14411" y="15012"/>
                </a:lnTo>
                <a:lnTo>
                  <a:pt x="10675" y="15012"/>
                </a:lnTo>
                <a:lnTo>
                  <a:pt x="11675" y="14011"/>
                </a:lnTo>
                <a:close/>
                <a:moveTo>
                  <a:pt x="19114" y="14011"/>
                </a:moveTo>
                <a:lnTo>
                  <a:pt x="20082" y="15012"/>
                </a:lnTo>
                <a:lnTo>
                  <a:pt x="16346" y="15012"/>
                </a:lnTo>
                <a:lnTo>
                  <a:pt x="18981" y="12343"/>
                </a:lnTo>
                <a:lnTo>
                  <a:pt x="18981" y="13744"/>
                </a:lnTo>
                <a:close/>
                <a:moveTo>
                  <a:pt x="18981" y="18447"/>
                </a:moveTo>
                <a:lnTo>
                  <a:pt x="16346" y="15779"/>
                </a:lnTo>
                <a:lnTo>
                  <a:pt x="20082" y="15779"/>
                </a:lnTo>
                <a:lnTo>
                  <a:pt x="18981" y="16880"/>
                </a:lnTo>
                <a:lnTo>
                  <a:pt x="18981" y="18447"/>
                </a:lnTo>
                <a:close/>
                <a:moveTo>
                  <a:pt x="18414" y="18981"/>
                </a:moveTo>
                <a:lnTo>
                  <a:pt x="17046" y="18981"/>
                </a:lnTo>
                <a:lnTo>
                  <a:pt x="16879" y="18981"/>
                </a:lnTo>
                <a:lnTo>
                  <a:pt x="15778" y="20082"/>
                </a:lnTo>
                <a:lnTo>
                  <a:pt x="15778" y="16346"/>
                </a:lnTo>
                <a:close/>
                <a:moveTo>
                  <a:pt x="15778" y="14445"/>
                </a:moveTo>
                <a:lnTo>
                  <a:pt x="15778" y="10709"/>
                </a:lnTo>
                <a:lnTo>
                  <a:pt x="16879" y="11776"/>
                </a:lnTo>
                <a:lnTo>
                  <a:pt x="18414" y="11776"/>
                </a:lnTo>
                <a:close/>
                <a:moveTo>
                  <a:pt x="14978" y="14445"/>
                </a:moveTo>
                <a:lnTo>
                  <a:pt x="12343" y="11776"/>
                </a:lnTo>
                <a:lnTo>
                  <a:pt x="13744" y="11776"/>
                </a:lnTo>
                <a:lnTo>
                  <a:pt x="14011" y="11676"/>
                </a:lnTo>
                <a:lnTo>
                  <a:pt x="14978" y="10709"/>
                </a:lnTo>
                <a:close/>
                <a:moveTo>
                  <a:pt x="14444" y="15779"/>
                </a:moveTo>
                <a:lnTo>
                  <a:pt x="11776" y="18414"/>
                </a:lnTo>
                <a:lnTo>
                  <a:pt x="11776" y="16880"/>
                </a:lnTo>
                <a:lnTo>
                  <a:pt x="10675" y="15779"/>
                </a:lnTo>
                <a:close/>
                <a:moveTo>
                  <a:pt x="14978" y="16346"/>
                </a:moveTo>
                <a:lnTo>
                  <a:pt x="14978" y="20082"/>
                </a:lnTo>
                <a:lnTo>
                  <a:pt x="14011" y="19115"/>
                </a:lnTo>
                <a:lnTo>
                  <a:pt x="13744" y="18981"/>
                </a:lnTo>
                <a:lnTo>
                  <a:pt x="12343" y="18981"/>
                </a:lnTo>
                <a:close/>
                <a:moveTo>
                  <a:pt x="15778" y="21216"/>
                </a:moveTo>
                <a:lnTo>
                  <a:pt x="17213" y="19782"/>
                </a:lnTo>
                <a:lnTo>
                  <a:pt x="19214" y="19782"/>
                </a:lnTo>
                <a:lnTo>
                  <a:pt x="20515" y="21083"/>
                </a:lnTo>
                <a:lnTo>
                  <a:pt x="17913" y="21083"/>
                </a:lnTo>
                <a:lnTo>
                  <a:pt x="17747" y="21083"/>
                </a:lnTo>
                <a:lnTo>
                  <a:pt x="15778" y="23051"/>
                </a:lnTo>
                <a:close/>
                <a:moveTo>
                  <a:pt x="18080" y="21883"/>
                </a:moveTo>
                <a:lnTo>
                  <a:pt x="21316" y="21883"/>
                </a:lnTo>
                <a:lnTo>
                  <a:pt x="23017" y="23551"/>
                </a:lnTo>
                <a:lnTo>
                  <a:pt x="18947" y="23551"/>
                </a:lnTo>
                <a:lnTo>
                  <a:pt x="18781" y="23551"/>
                </a:lnTo>
                <a:lnTo>
                  <a:pt x="15778" y="26553"/>
                </a:lnTo>
                <a:lnTo>
                  <a:pt x="15778" y="24185"/>
                </a:lnTo>
                <a:close/>
                <a:moveTo>
                  <a:pt x="19081" y="24352"/>
                </a:moveTo>
                <a:lnTo>
                  <a:pt x="23784" y="24352"/>
                </a:lnTo>
                <a:lnTo>
                  <a:pt x="25319" y="25886"/>
                </a:lnTo>
                <a:lnTo>
                  <a:pt x="19881" y="25886"/>
                </a:lnTo>
                <a:lnTo>
                  <a:pt x="19748" y="25886"/>
                </a:lnTo>
                <a:lnTo>
                  <a:pt x="15778" y="29822"/>
                </a:lnTo>
                <a:lnTo>
                  <a:pt x="15778" y="27654"/>
                </a:lnTo>
                <a:close/>
                <a:moveTo>
                  <a:pt x="42564" y="13744"/>
                </a:moveTo>
                <a:lnTo>
                  <a:pt x="42564" y="12343"/>
                </a:lnTo>
                <a:lnTo>
                  <a:pt x="45233" y="15012"/>
                </a:lnTo>
                <a:lnTo>
                  <a:pt x="41497" y="15012"/>
                </a:lnTo>
                <a:lnTo>
                  <a:pt x="42464" y="14011"/>
                </a:lnTo>
                <a:close/>
                <a:moveTo>
                  <a:pt x="49903" y="14011"/>
                </a:moveTo>
                <a:lnTo>
                  <a:pt x="50870" y="15012"/>
                </a:lnTo>
                <a:lnTo>
                  <a:pt x="47134" y="15012"/>
                </a:lnTo>
                <a:lnTo>
                  <a:pt x="49769" y="12343"/>
                </a:lnTo>
                <a:lnTo>
                  <a:pt x="49769" y="13744"/>
                </a:lnTo>
                <a:close/>
                <a:moveTo>
                  <a:pt x="53772" y="23551"/>
                </a:moveTo>
                <a:lnTo>
                  <a:pt x="49569" y="23551"/>
                </a:lnTo>
                <a:lnTo>
                  <a:pt x="46567" y="26553"/>
                </a:lnTo>
                <a:lnTo>
                  <a:pt x="46567" y="24185"/>
                </a:lnTo>
                <a:lnTo>
                  <a:pt x="48869" y="21883"/>
                </a:lnTo>
                <a:lnTo>
                  <a:pt x="52104" y="21883"/>
                </a:lnTo>
                <a:close/>
                <a:moveTo>
                  <a:pt x="56107" y="25886"/>
                </a:moveTo>
                <a:lnTo>
                  <a:pt x="50537" y="25886"/>
                </a:lnTo>
                <a:lnTo>
                  <a:pt x="46567" y="29822"/>
                </a:lnTo>
                <a:lnTo>
                  <a:pt x="46567" y="27654"/>
                </a:lnTo>
                <a:lnTo>
                  <a:pt x="49903" y="24352"/>
                </a:lnTo>
                <a:lnTo>
                  <a:pt x="54573" y="24352"/>
                </a:lnTo>
                <a:close/>
                <a:moveTo>
                  <a:pt x="68583" y="24352"/>
                </a:moveTo>
                <a:lnTo>
                  <a:pt x="73253" y="24352"/>
                </a:lnTo>
                <a:lnTo>
                  <a:pt x="76555" y="27654"/>
                </a:lnTo>
                <a:lnTo>
                  <a:pt x="76555" y="29822"/>
                </a:lnTo>
                <a:lnTo>
                  <a:pt x="72619" y="25886"/>
                </a:lnTo>
                <a:lnTo>
                  <a:pt x="67048" y="25886"/>
                </a:lnTo>
                <a:close/>
                <a:moveTo>
                  <a:pt x="71018" y="21883"/>
                </a:moveTo>
                <a:lnTo>
                  <a:pt x="74287" y="21883"/>
                </a:lnTo>
                <a:lnTo>
                  <a:pt x="76589" y="24185"/>
                </a:lnTo>
                <a:lnTo>
                  <a:pt x="76589" y="26553"/>
                </a:lnTo>
                <a:lnTo>
                  <a:pt x="73586" y="23551"/>
                </a:lnTo>
                <a:lnTo>
                  <a:pt x="69350" y="23551"/>
                </a:lnTo>
                <a:close/>
                <a:moveTo>
                  <a:pt x="73153" y="19782"/>
                </a:moveTo>
                <a:lnTo>
                  <a:pt x="75154" y="19782"/>
                </a:lnTo>
                <a:lnTo>
                  <a:pt x="76555" y="21216"/>
                </a:lnTo>
                <a:lnTo>
                  <a:pt x="76555" y="23051"/>
                </a:lnTo>
                <a:lnTo>
                  <a:pt x="74587" y="21083"/>
                </a:lnTo>
                <a:lnTo>
                  <a:pt x="71818" y="21083"/>
                </a:lnTo>
                <a:close/>
                <a:moveTo>
                  <a:pt x="73386" y="13744"/>
                </a:moveTo>
                <a:lnTo>
                  <a:pt x="73386" y="12343"/>
                </a:lnTo>
                <a:lnTo>
                  <a:pt x="76021" y="15012"/>
                </a:lnTo>
                <a:lnTo>
                  <a:pt x="72285" y="15012"/>
                </a:lnTo>
                <a:lnTo>
                  <a:pt x="73253" y="14011"/>
                </a:lnTo>
                <a:close/>
                <a:moveTo>
                  <a:pt x="80691" y="14011"/>
                </a:moveTo>
                <a:lnTo>
                  <a:pt x="81659" y="15012"/>
                </a:lnTo>
                <a:lnTo>
                  <a:pt x="77923" y="15012"/>
                </a:lnTo>
                <a:lnTo>
                  <a:pt x="80558" y="12343"/>
                </a:lnTo>
                <a:lnTo>
                  <a:pt x="80558" y="13744"/>
                </a:lnTo>
                <a:close/>
                <a:moveTo>
                  <a:pt x="84561" y="23551"/>
                </a:moveTo>
                <a:lnTo>
                  <a:pt x="80525" y="23551"/>
                </a:lnTo>
                <a:lnTo>
                  <a:pt x="80358" y="23551"/>
                </a:lnTo>
                <a:lnTo>
                  <a:pt x="77356" y="26553"/>
                </a:lnTo>
                <a:lnTo>
                  <a:pt x="77356" y="24185"/>
                </a:lnTo>
                <a:lnTo>
                  <a:pt x="79657" y="21883"/>
                </a:lnTo>
                <a:lnTo>
                  <a:pt x="82893" y="21883"/>
                </a:lnTo>
                <a:close/>
                <a:moveTo>
                  <a:pt x="86896" y="25886"/>
                </a:moveTo>
                <a:lnTo>
                  <a:pt x="81492" y="25886"/>
                </a:lnTo>
                <a:lnTo>
                  <a:pt x="81325" y="25886"/>
                </a:lnTo>
                <a:lnTo>
                  <a:pt x="77356" y="29822"/>
                </a:lnTo>
                <a:lnTo>
                  <a:pt x="77356" y="27654"/>
                </a:lnTo>
                <a:lnTo>
                  <a:pt x="80691" y="24352"/>
                </a:lnTo>
                <a:lnTo>
                  <a:pt x="85361" y="24352"/>
                </a:lnTo>
                <a:close/>
                <a:moveTo>
                  <a:pt x="104175" y="13744"/>
                </a:moveTo>
                <a:lnTo>
                  <a:pt x="104175" y="12343"/>
                </a:lnTo>
                <a:lnTo>
                  <a:pt x="106810" y="15012"/>
                </a:lnTo>
                <a:lnTo>
                  <a:pt x="103074" y="15012"/>
                </a:lnTo>
                <a:lnTo>
                  <a:pt x="104041" y="14011"/>
                </a:lnTo>
                <a:close/>
                <a:moveTo>
                  <a:pt x="111480" y="14011"/>
                </a:moveTo>
                <a:lnTo>
                  <a:pt x="112447" y="15012"/>
                </a:lnTo>
                <a:lnTo>
                  <a:pt x="108711" y="15012"/>
                </a:lnTo>
                <a:lnTo>
                  <a:pt x="111347" y="12343"/>
                </a:lnTo>
                <a:lnTo>
                  <a:pt x="111347" y="13744"/>
                </a:lnTo>
                <a:close/>
                <a:moveTo>
                  <a:pt x="115383" y="23551"/>
                </a:moveTo>
                <a:lnTo>
                  <a:pt x="111147" y="23551"/>
                </a:lnTo>
                <a:lnTo>
                  <a:pt x="108144" y="26553"/>
                </a:lnTo>
                <a:lnTo>
                  <a:pt x="108144" y="24185"/>
                </a:lnTo>
                <a:lnTo>
                  <a:pt x="110446" y="21883"/>
                </a:lnTo>
                <a:lnTo>
                  <a:pt x="113682" y="21883"/>
                </a:lnTo>
                <a:close/>
                <a:moveTo>
                  <a:pt x="117685" y="25886"/>
                </a:moveTo>
                <a:lnTo>
                  <a:pt x="112114" y="25886"/>
                </a:lnTo>
                <a:lnTo>
                  <a:pt x="108144" y="29822"/>
                </a:lnTo>
                <a:lnTo>
                  <a:pt x="108144" y="27654"/>
                </a:lnTo>
                <a:lnTo>
                  <a:pt x="111480" y="24352"/>
                </a:lnTo>
                <a:lnTo>
                  <a:pt x="116150" y="24352"/>
                </a:lnTo>
                <a:close/>
                <a:moveTo>
                  <a:pt x="130160" y="24352"/>
                </a:moveTo>
                <a:lnTo>
                  <a:pt x="134830" y="24352"/>
                </a:lnTo>
                <a:lnTo>
                  <a:pt x="138166" y="27654"/>
                </a:lnTo>
                <a:lnTo>
                  <a:pt x="138166" y="29822"/>
                </a:lnTo>
                <a:lnTo>
                  <a:pt x="134196" y="25886"/>
                </a:lnTo>
                <a:lnTo>
                  <a:pt x="128626" y="25886"/>
                </a:lnTo>
                <a:close/>
                <a:moveTo>
                  <a:pt x="132629" y="21883"/>
                </a:moveTo>
                <a:lnTo>
                  <a:pt x="135864" y="21883"/>
                </a:lnTo>
                <a:lnTo>
                  <a:pt x="138166" y="24185"/>
                </a:lnTo>
                <a:lnTo>
                  <a:pt x="138166" y="26553"/>
                </a:lnTo>
                <a:lnTo>
                  <a:pt x="135164" y="23551"/>
                </a:lnTo>
                <a:lnTo>
                  <a:pt x="130927" y="23551"/>
                </a:lnTo>
                <a:close/>
                <a:moveTo>
                  <a:pt x="134730" y="19782"/>
                </a:moveTo>
                <a:lnTo>
                  <a:pt x="136731" y="19782"/>
                </a:lnTo>
                <a:lnTo>
                  <a:pt x="138166" y="21216"/>
                </a:lnTo>
                <a:lnTo>
                  <a:pt x="138166" y="23051"/>
                </a:lnTo>
                <a:lnTo>
                  <a:pt x="136198" y="21083"/>
                </a:lnTo>
                <a:lnTo>
                  <a:pt x="133396" y="21083"/>
                </a:lnTo>
                <a:close/>
                <a:moveTo>
                  <a:pt x="134964" y="13744"/>
                </a:moveTo>
                <a:lnTo>
                  <a:pt x="134964" y="12343"/>
                </a:lnTo>
                <a:lnTo>
                  <a:pt x="137599" y="15012"/>
                </a:lnTo>
                <a:lnTo>
                  <a:pt x="133863" y="15012"/>
                </a:lnTo>
                <a:lnTo>
                  <a:pt x="134830" y="14011"/>
                </a:lnTo>
                <a:close/>
                <a:moveTo>
                  <a:pt x="142269" y="14011"/>
                </a:moveTo>
                <a:lnTo>
                  <a:pt x="143236" y="15012"/>
                </a:lnTo>
                <a:lnTo>
                  <a:pt x="139500" y="15012"/>
                </a:lnTo>
                <a:lnTo>
                  <a:pt x="142135" y="12343"/>
                </a:lnTo>
                <a:lnTo>
                  <a:pt x="142135" y="13744"/>
                </a:lnTo>
                <a:close/>
                <a:moveTo>
                  <a:pt x="146172" y="23551"/>
                </a:moveTo>
                <a:lnTo>
                  <a:pt x="142102" y="23551"/>
                </a:lnTo>
                <a:lnTo>
                  <a:pt x="141935" y="23551"/>
                </a:lnTo>
                <a:lnTo>
                  <a:pt x="138933" y="26553"/>
                </a:lnTo>
                <a:lnTo>
                  <a:pt x="138933" y="24185"/>
                </a:lnTo>
                <a:lnTo>
                  <a:pt x="141235" y="21883"/>
                </a:lnTo>
                <a:lnTo>
                  <a:pt x="144504" y="21883"/>
                </a:lnTo>
                <a:close/>
                <a:moveTo>
                  <a:pt x="148473" y="25886"/>
                </a:moveTo>
                <a:lnTo>
                  <a:pt x="143069" y="25886"/>
                </a:lnTo>
                <a:lnTo>
                  <a:pt x="142903" y="25886"/>
                </a:lnTo>
                <a:lnTo>
                  <a:pt x="138966" y="29822"/>
                </a:lnTo>
                <a:lnTo>
                  <a:pt x="138966" y="27654"/>
                </a:lnTo>
                <a:lnTo>
                  <a:pt x="142269" y="24352"/>
                </a:lnTo>
                <a:lnTo>
                  <a:pt x="146972" y="24352"/>
                </a:lnTo>
                <a:close/>
                <a:moveTo>
                  <a:pt x="165752" y="13744"/>
                </a:moveTo>
                <a:lnTo>
                  <a:pt x="165752" y="12343"/>
                </a:lnTo>
                <a:lnTo>
                  <a:pt x="168387" y="15012"/>
                </a:lnTo>
                <a:lnTo>
                  <a:pt x="164651" y="15012"/>
                </a:lnTo>
                <a:lnTo>
                  <a:pt x="165619" y="14011"/>
                </a:lnTo>
                <a:close/>
                <a:moveTo>
                  <a:pt x="173057" y="14011"/>
                </a:moveTo>
                <a:lnTo>
                  <a:pt x="174025" y="15012"/>
                </a:lnTo>
                <a:lnTo>
                  <a:pt x="170289" y="15012"/>
                </a:lnTo>
                <a:lnTo>
                  <a:pt x="172957" y="12343"/>
                </a:lnTo>
                <a:lnTo>
                  <a:pt x="172957" y="13744"/>
                </a:lnTo>
                <a:close/>
                <a:moveTo>
                  <a:pt x="176960" y="23551"/>
                </a:moveTo>
                <a:lnTo>
                  <a:pt x="172724" y="23551"/>
                </a:lnTo>
                <a:lnTo>
                  <a:pt x="169722" y="26553"/>
                </a:lnTo>
                <a:lnTo>
                  <a:pt x="169722" y="24185"/>
                </a:lnTo>
                <a:lnTo>
                  <a:pt x="172023" y="21883"/>
                </a:lnTo>
                <a:lnTo>
                  <a:pt x="175292" y="21883"/>
                </a:lnTo>
                <a:close/>
                <a:moveTo>
                  <a:pt x="179262" y="25886"/>
                </a:moveTo>
                <a:lnTo>
                  <a:pt x="173691" y="25886"/>
                </a:lnTo>
                <a:lnTo>
                  <a:pt x="169755" y="29822"/>
                </a:lnTo>
                <a:lnTo>
                  <a:pt x="169755" y="27654"/>
                </a:lnTo>
                <a:lnTo>
                  <a:pt x="173057" y="24352"/>
                </a:lnTo>
                <a:lnTo>
                  <a:pt x="177727" y="24352"/>
                </a:lnTo>
                <a:close/>
                <a:moveTo>
                  <a:pt x="191737" y="24352"/>
                </a:moveTo>
                <a:lnTo>
                  <a:pt x="196441" y="24352"/>
                </a:lnTo>
                <a:lnTo>
                  <a:pt x="199743" y="27654"/>
                </a:lnTo>
                <a:lnTo>
                  <a:pt x="199743" y="29822"/>
                </a:lnTo>
                <a:lnTo>
                  <a:pt x="195807" y="25886"/>
                </a:lnTo>
                <a:lnTo>
                  <a:pt x="190203" y="25886"/>
                </a:lnTo>
                <a:close/>
                <a:moveTo>
                  <a:pt x="194206" y="21883"/>
                </a:moveTo>
                <a:lnTo>
                  <a:pt x="197441" y="21883"/>
                </a:lnTo>
                <a:lnTo>
                  <a:pt x="199743" y="24185"/>
                </a:lnTo>
                <a:lnTo>
                  <a:pt x="199743" y="26553"/>
                </a:lnTo>
                <a:lnTo>
                  <a:pt x="196741" y="23551"/>
                </a:lnTo>
                <a:lnTo>
                  <a:pt x="192538" y="23551"/>
                </a:lnTo>
                <a:close/>
                <a:moveTo>
                  <a:pt x="196307" y="19782"/>
                </a:moveTo>
                <a:lnTo>
                  <a:pt x="198309" y="19782"/>
                </a:lnTo>
                <a:lnTo>
                  <a:pt x="199743" y="21216"/>
                </a:lnTo>
                <a:lnTo>
                  <a:pt x="199743" y="23051"/>
                </a:lnTo>
                <a:lnTo>
                  <a:pt x="197775" y="21083"/>
                </a:lnTo>
                <a:lnTo>
                  <a:pt x="195006" y="21083"/>
                </a:lnTo>
                <a:close/>
                <a:moveTo>
                  <a:pt x="196541" y="13744"/>
                </a:moveTo>
                <a:lnTo>
                  <a:pt x="196541" y="12343"/>
                </a:lnTo>
                <a:lnTo>
                  <a:pt x="199176" y="15012"/>
                </a:lnTo>
                <a:lnTo>
                  <a:pt x="195440" y="15012"/>
                </a:lnTo>
                <a:lnTo>
                  <a:pt x="196407" y="14011"/>
                </a:lnTo>
                <a:close/>
                <a:moveTo>
                  <a:pt x="203846" y="14011"/>
                </a:moveTo>
                <a:lnTo>
                  <a:pt x="204847" y="15012"/>
                </a:lnTo>
                <a:lnTo>
                  <a:pt x="201077" y="15012"/>
                </a:lnTo>
                <a:lnTo>
                  <a:pt x="203746" y="12343"/>
                </a:lnTo>
                <a:lnTo>
                  <a:pt x="203746" y="13744"/>
                </a:lnTo>
                <a:close/>
                <a:moveTo>
                  <a:pt x="207749" y="23551"/>
                </a:moveTo>
                <a:lnTo>
                  <a:pt x="203679" y="23551"/>
                </a:lnTo>
                <a:lnTo>
                  <a:pt x="203512" y="23551"/>
                </a:lnTo>
                <a:lnTo>
                  <a:pt x="200544" y="26553"/>
                </a:lnTo>
                <a:lnTo>
                  <a:pt x="200544" y="24185"/>
                </a:lnTo>
                <a:lnTo>
                  <a:pt x="202812" y="21883"/>
                </a:lnTo>
                <a:lnTo>
                  <a:pt x="206081" y="21883"/>
                </a:lnTo>
                <a:close/>
                <a:moveTo>
                  <a:pt x="210084" y="25886"/>
                </a:moveTo>
                <a:lnTo>
                  <a:pt x="204647" y="25886"/>
                </a:lnTo>
                <a:lnTo>
                  <a:pt x="204480" y="25886"/>
                </a:lnTo>
                <a:lnTo>
                  <a:pt x="200544" y="29822"/>
                </a:lnTo>
                <a:lnTo>
                  <a:pt x="200544" y="27654"/>
                </a:lnTo>
                <a:lnTo>
                  <a:pt x="203846" y="24352"/>
                </a:lnTo>
                <a:lnTo>
                  <a:pt x="208549" y="24352"/>
                </a:lnTo>
                <a:close/>
                <a:moveTo>
                  <a:pt x="224427" y="40263"/>
                </a:moveTo>
                <a:lnTo>
                  <a:pt x="224427" y="43499"/>
                </a:lnTo>
                <a:lnTo>
                  <a:pt x="222126" y="45800"/>
                </a:lnTo>
                <a:lnTo>
                  <a:pt x="219757" y="45800"/>
                </a:lnTo>
                <a:lnTo>
                  <a:pt x="222760" y="42798"/>
                </a:lnTo>
                <a:lnTo>
                  <a:pt x="222760" y="38562"/>
                </a:lnTo>
                <a:close/>
                <a:moveTo>
                  <a:pt x="226529" y="42365"/>
                </a:moveTo>
                <a:lnTo>
                  <a:pt x="226529" y="44366"/>
                </a:lnTo>
                <a:lnTo>
                  <a:pt x="225128" y="45800"/>
                </a:lnTo>
                <a:lnTo>
                  <a:pt x="223260" y="45800"/>
                </a:lnTo>
                <a:lnTo>
                  <a:pt x="225228" y="43832"/>
                </a:lnTo>
                <a:lnTo>
                  <a:pt x="225228" y="41030"/>
                </a:lnTo>
                <a:close/>
                <a:moveTo>
                  <a:pt x="222760" y="53806"/>
                </a:moveTo>
                <a:lnTo>
                  <a:pt x="222760" y="49570"/>
                </a:lnTo>
                <a:lnTo>
                  <a:pt x="219757" y="46568"/>
                </a:lnTo>
                <a:lnTo>
                  <a:pt x="222126" y="46568"/>
                </a:lnTo>
                <a:lnTo>
                  <a:pt x="224427" y="48869"/>
                </a:lnTo>
                <a:lnTo>
                  <a:pt x="224427" y="52105"/>
                </a:lnTo>
                <a:close/>
                <a:moveTo>
                  <a:pt x="220425" y="56108"/>
                </a:moveTo>
                <a:lnTo>
                  <a:pt x="220425" y="50537"/>
                </a:lnTo>
                <a:lnTo>
                  <a:pt x="216488" y="46568"/>
                </a:lnTo>
                <a:lnTo>
                  <a:pt x="218657" y="46568"/>
                </a:lnTo>
                <a:lnTo>
                  <a:pt x="221959" y="49903"/>
                </a:lnTo>
                <a:lnTo>
                  <a:pt x="221959" y="54573"/>
                </a:lnTo>
                <a:close/>
                <a:moveTo>
                  <a:pt x="224427" y="71052"/>
                </a:moveTo>
                <a:lnTo>
                  <a:pt x="224427" y="74287"/>
                </a:lnTo>
                <a:lnTo>
                  <a:pt x="222126" y="76589"/>
                </a:lnTo>
                <a:lnTo>
                  <a:pt x="219757" y="76589"/>
                </a:lnTo>
                <a:lnTo>
                  <a:pt x="222760" y="73587"/>
                </a:lnTo>
                <a:lnTo>
                  <a:pt x="222760" y="69351"/>
                </a:lnTo>
                <a:close/>
                <a:moveTo>
                  <a:pt x="226529" y="73153"/>
                </a:moveTo>
                <a:lnTo>
                  <a:pt x="226529" y="75155"/>
                </a:lnTo>
                <a:lnTo>
                  <a:pt x="225128" y="76589"/>
                </a:lnTo>
                <a:lnTo>
                  <a:pt x="223260" y="76589"/>
                </a:lnTo>
                <a:lnTo>
                  <a:pt x="225228" y="74621"/>
                </a:lnTo>
                <a:lnTo>
                  <a:pt x="225228" y="71819"/>
                </a:lnTo>
                <a:close/>
                <a:moveTo>
                  <a:pt x="222760" y="84595"/>
                </a:moveTo>
                <a:lnTo>
                  <a:pt x="222760" y="80358"/>
                </a:lnTo>
                <a:lnTo>
                  <a:pt x="219757" y="77356"/>
                </a:lnTo>
                <a:lnTo>
                  <a:pt x="222126" y="77356"/>
                </a:lnTo>
                <a:lnTo>
                  <a:pt x="224427" y="79658"/>
                </a:lnTo>
                <a:lnTo>
                  <a:pt x="224427" y="82894"/>
                </a:lnTo>
                <a:close/>
                <a:moveTo>
                  <a:pt x="220425" y="86896"/>
                </a:moveTo>
                <a:lnTo>
                  <a:pt x="220425" y="81326"/>
                </a:lnTo>
                <a:lnTo>
                  <a:pt x="216488" y="77356"/>
                </a:lnTo>
                <a:lnTo>
                  <a:pt x="218657" y="77356"/>
                </a:lnTo>
                <a:lnTo>
                  <a:pt x="221959" y="80692"/>
                </a:lnTo>
                <a:lnTo>
                  <a:pt x="221959" y="85362"/>
                </a:lnTo>
                <a:close/>
                <a:moveTo>
                  <a:pt x="200544" y="103075"/>
                </a:moveTo>
                <a:lnTo>
                  <a:pt x="201644" y="104175"/>
                </a:lnTo>
                <a:lnTo>
                  <a:pt x="201778" y="104175"/>
                </a:lnTo>
                <a:lnTo>
                  <a:pt x="203179" y="104175"/>
                </a:lnTo>
                <a:lnTo>
                  <a:pt x="200544" y="106811"/>
                </a:lnTo>
                <a:close/>
                <a:moveTo>
                  <a:pt x="199743" y="106811"/>
                </a:moveTo>
                <a:lnTo>
                  <a:pt x="197108" y="104175"/>
                </a:lnTo>
                <a:lnTo>
                  <a:pt x="198476" y="104175"/>
                </a:lnTo>
                <a:lnTo>
                  <a:pt x="198776" y="104042"/>
                </a:lnTo>
                <a:lnTo>
                  <a:pt x="199743" y="103075"/>
                </a:lnTo>
                <a:lnTo>
                  <a:pt x="199743" y="106811"/>
                </a:lnTo>
                <a:close/>
                <a:moveTo>
                  <a:pt x="168954" y="106811"/>
                </a:moveTo>
                <a:lnTo>
                  <a:pt x="166319" y="104175"/>
                </a:lnTo>
                <a:lnTo>
                  <a:pt x="167687" y="104175"/>
                </a:lnTo>
                <a:lnTo>
                  <a:pt x="167854" y="104175"/>
                </a:lnTo>
                <a:lnTo>
                  <a:pt x="168954" y="103075"/>
                </a:lnTo>
                <a:close/>
                <a:moveTo>
                  <a:pt x="138933" y="103075"/>
                </a:moveTo>
                <a:lnTo>
                  <a:pt x="140034" y="104175"/>
                </a:lnTo>
                <a:lnTo>
                  <a:pt x="140201" y="104175"/>
                </a:lnTo>
                <a:lnTo>
                  <a:pt x="141602" y="104175"/>
                </a:lnTo>
                <a:lnTo>
                  <a:pt x="138933" y="106811"/>
                </a:lnTo>
                <a:close/>
                <a:moveTo>
                  <a:pt x="138166" y="106811"/>
                </a:moveTo>
                <a:lnTo>
                  <a:pt x="135531" y="104175"/>
                </a:lnTo>
                <a:lnTo>
                  <a:pt x="136898" y="104175"/>
                </a:lnTo>
                <a:lnTo>
                  <a:pt x="137165" y="104042"/>
                </a:lnTo>
                <a:lnTo>
                  <a:pt x="138166" y="103075"/>
                </a:lnTo>
                <a:lnTo>
                  <a:pt x="138166" y="106811"/>
                </a:lnTo>
                <a:close/>
                <a:moveTo>
                  <a:pt x="107377" y="106811"/>
                </a:moveTo>
                <a:lnTo>
                  <a:pt x="104709" y="104175"/>
                </a:lnTo>
                <a:lnTo>
                  <a:pt x="106110" y="104175"/>
                </a:lnTo>
                <a:lnTo>
                  <a:pt x="106276" y="104175"/>
                </a:lnTo>
                <a:lnTo>
                  <a:pt x="107377" y="103075"/>
                </a:lnTo>
                <a:lnTo>
                  <a:pt x="107377" y="106811"/>
                </a:lnTo>
                <a:close/>
                <a:moveTo>
                  <a:pt x="77356" y="103075"/>
                </a:moveTo>
                <a:lnTo>
                  <a:pt x="78457" y="104175"/>
                </a:lnTo>
                <a:lnTo>
                  <a:pt x="78623" y="104175"/>
                </a:lnTo>
                <a:lnTo>
                  <a:pt x="79991" y="104175"/>
                </a:lnTo>
                <a:lnTo>
                  <a:pt x="77356" y="106811"/>
                </a:lnTo>
                <a:lnTo>
                  <a:pt x="77356" y="103075"/>
                </a:lnTo>
                <a:close/>
                <a:moveTo>
                  <a:pt x="76589" y="106811"/>
                </a:moveTo>
                <a:lnTo>
                  <a:pt x="73920" y="104175"/>
                </a:lnTo>
                <a:lnTo>
                  <a:pt x="75321" y="104175"/>
                </a:lnTo>
                <a:lnTo>
                  <a:pt x="75588" y="104042"/>
                </a:lnTo>
                <a:lnTo>
                  <a:pt x="76555" y="103075"/>
                </a:lnTo>
                <a:lnTo>
                  <a:pt x="76555" y="106811"/>
                </a:lnTo>
                <a:close/>
                <a:moveTo>
                  <a:pt x="45767" y="106811"/>
                </a:moveTo>
                <a:lnTo>
                  <a:pt x="43131" y="104175"/>
                </a:lnTo>
                <a:lnTo>
                  <a:pt x="44532" y="104175"/>
                </a:lnTo>
                <a:lnTo>
                  <a:pt x="44699" y="104175"/>
                </a:lnTo>
                <a:lnTo>
                  <a:pt x="45767" y="103075"/>
                </a:lnTo>
                <a:close/>
                <a:moveTo>
                  <a:pt x="21883" y="82927"/>
                </a:moveTo>
                <a:lnTo>
                  <a:pt x="21883" y="79658"/>
                </a:lnTo>
                <a:lnTo>
                  <a:pt x="24184" y="77356"/>
                </a:lnTo>
                <a:lnTo>
                  <a:pt x="26553" y="77356"/>
                </a:lnTo>
                <a:lnTo>
                  <a:pt x="23551" y="80358"/>
                </a:lnTo>
                <a:lnTo>
                  <a:pt x="23551" y="84595"/>
                </a:lnTo>
                <a:close/>
                <a:moveTo>
                  <a:pt x="19781" y="80792"/>
                </a:moveTo>
                <a:lnTo>
                  <a:pt x="19781" y="78791"/>
                </a:lnTo>
                <a:lnTo>
                  <a:pt x="21182" y="77356"/>
                </a:lnTo>
                <a:lnTo>
                  <a:pt x="23050" y="77356"/>
                </a:lnTo>
                <a:lnTo>
                  <a:pt x="21082" y="79324"/>
                </a:lnTo>
                <a:lnTo>
                  <a:pt x="21082" y="82126"/>
                </a:lnTo>
                <a:close/>
                <a:moveTo>
                  <a:pt x="23551" y="69351"/>
                </a:moveTo>
                <a:lnTo>
                  <a:pt x="23551" y="73587"/>
                </a:lnTo>
                <a:lnTo>
                  <a:pt x="26553" y="76589"/>
                </a:lnTo>
                <a:lnTo>
                  <a:pt x="24184" y="76589"/>
                </a:lnTo>
                <a:lnTo>
                  <a:pt x="21883" y="74287"/>
                </a:lnTo>
                <a:lnTo>
                  <a:pt x="21883" y="71052"/>
                </a:lnTo>
                <a:close/>
                <a:moveTo>
                  <a:pt x="25886" y="67049"/>
                </a:moveTo>
                <a:lnTo>
                  <a:pt x="25886" y="72620"/>
                </a:lnTo>
                <a:lnTo>
                  <a:pt x="29822" y="76589"/>
                </a:lnTo>
                <a:lnTo>
                  <a:pt x="27654" y="76589"/>
                </a:lnTo>
                <a:lnTo>
                  <a:pt x="24351" y="73253"/>
                </a:lnTo>
                <a:lnTo>
                  <a:pt x="24351" y="68583"/>
                </a:lnTo>
                <a:close/>
                <a:moveTo>
                  <a:pt x="21883" y="52105"/>
                </a:moveTo>
                <a:lnTo>
                  <a:pt x="21883" y="48869"/>
                </a:lnTo>
                <a:lnTo>
                  <a:pt x="24184" y="46568"/>
                </a:lnTo>
                <a:lnTo>
                  <a:pt x="26553" y="46568"/>
                </a:lnTo>
                <a:lnTo>
                  <a:pt x="23551" y="49570"/>
                </a:lnTo>
                <a:lnTo>
                  <a:pt x="23551" y="53806"/>
                </a:lnTo>
                <a:close/>
                <a:moveTo>
                  <a:pt x="19781" y="50003"/>
                </a:moveTo>
                <a:lnTo>
                  <a:pt x="19781" y="48002"/>
                </a:lnTo>
                <a:lnTo>
                  <a:pt x="21182" y="46568"/>
                </a:lnTo>
                <a:lnTo>
                  <a:pt x="23050" y="46568"/>
                </a:lnTo>
                <a:lnTo>
                  <a:pt x="21082" y="48536"/>
                </a:lnTo>
                <a:lnTo>
                  <a:pt x="21082" y="51338"/>
                </a:lnTo>
                <a:close/>
                <a:moveTo>
                  <a:pt x="23551" y="38562"/>
                </a:moveTo>
                <a:lnTo>
                  <a:pt x="23551" y="42798"/>
                </a:lnTo>
                <a:lnTo>
                  <a:pt x="26553" y="45800"/>
                </a:lnTo>
                <a:lnTo>
                  <a:pt x="24184" y="45800"/>
                </a:lnTo>
                <a:lnTo>
                  <a:pt x="21883" y="43499"/>
                </a:lnTo>
                <a:lnTo>
                  <a:pt x="21883" y="40230"/>
                </a:lnTo>
                <a:close/>
                <a:moveTo>
                  <a:pt x="25886" y="36260"/>
                </a:moveTo>
                <a:lnTo>
                  <a:pt x="25886" y="41831"/>
                </a:lnTo>
                <a:lnTo>
                  <a:pt x="29822" y="45800"/>
                </a:lnTo>
                <a:lnTo>
                  <a:pt x="27654" y="45800"/>
                </a:lnTo>
                <a:lnTo>
                  <a:pt x="24351" y="42465"/>
                </a:lnTo>
                <a:lnTo>
                  <a:pt x="24351" y="37795"/>
                </a:lnTo>
                <a:close/>
                <a:moveTo>
                  <a:pt x="45767" y="20082"/>
                </a:moveTo>
                <a:lnTo>
                  <a:pt x="44699" y="18981"/>
                </a:lnTo>
                <a:lnTo>
                  <a:pt x="44532" y="18981"/>
                </a:lnTo>
                <a:lnTo>
                  <a:pt x="43131" y="18981"/>
                </a:lnTo>
                <a:lnTo>
                  <a:pt x="45767" y="16346"/>
                </a:lnTo>
                <a:close/>
                <a:moveTo>
                  <a:pt x="46567" y="16346"/>
                </a:moveTo>
                <a:lnTo>
                  <a:pt x="49202" y="18981"/>
                </a:lnTo>
                <a:lnTo>
                  <a:pt x="47835" y="18981"/>
                </a:lnTo>
                <a:lnTo>
                  <a:pt x="47568" y="19115"/>
                </a:lnTo>
                <a:lnTo>
                  <a:pt x="46567" y="20082"/>
                </a:lnTo>
                <a:lnTo>
                  <a:pt x="46567" y="16346"/>
                </a:lnTo>
                <a:close/>
                <a:moveTo>
                  <a:pt x="77356" y="16346"/>
                </a:moveTo>
                <a:lnTo>
                  <a:pt x="80024" y="18981"/>
                </a:lnTo>
                <a:lnTo>
                  <a:pt x="78623" y="18981"/>
                </a:lnTo>
                <a:lnTo>
                  <a:pt x="78457" y="18981"/>
                </a:lnTo>
                <a:lnTo>
                  <a:pt x="77356" y="20082"/>
                </a:lnTo>
                <a:lnTo>
                  <a:pt x="77356" y="16346"/>
                </a:lnTo>
                <a:close/>
                <a:moveTo>
                  <a:pt x="107377" y="20082"/>
                </a:moveTo>
                <a:lnTo>
                  <a:pt x="106276" y="18981"/>
                </a:lnTo>
                <a:lnTo>
                  <a:pt x="106110" y="18981"/>
                </a:lnTo>
                <a:lnTo>
                  <a:pt x="104709" y="18981"/>
                </a:lnTo>
                <a:lnTo>
                  <a:pt x="107377" y="16346"/>
                </a:lnTo>
                <a:lnTo>
                  <a:pt x="107377" y="20082"/>
                </a:lnTo>
                <a:close/>
                <a:moveTo>
                  <a:pt x="108144" y="16346"/>
                </a:moveTo>
                <a:lnTo>
                  <a:pt x="110813" y="18981"/>
                </a:lnTo>
                <a:lnTo>
                  <a:pt x="109412" y="18981"/>
                </a:lnTo>
                <a:lnTo>
                  <a:pt x="109145" y="19115"/>
                </a:lnTo>
                <a:lnTo>
                  <a:pt x="108144" y="20082"/>
                </a:lnTo>
                <a:lnTo>
                  <a:pt x="108144" y="16346"/>
                </a:lnTo>
                <a:close/>
                <a:moveTo>
                  <a:pt x="138933" y="16346"/>
                </a:moveTo>
                <a:lnTo>
                  <a:pt x="141602" y="18981"/>
                </a:lnTo>
                <a:lnTo>
                  <a:pt x="140201" y="18981"/>
                </a:lnTo>
                <a:lnTo>
                  <a:pt x="140034" y="18981"/>
                </a:lnTo>
                <a:lnTo>
                  <a:pt x="138933" y="20082"/>
                </a:lnTo>
                <a:close/>
                <a:moveTo>
                  <a:pt x="168954" y="20082"/>
                </a:moveTo>
                <a:lnTo>
                  <a:pt x="167854" y="18981"/>
                </a:lnTo>
                <a:lnTo>
                  <a:pt x="167687" y="18981"/>
                </a:lnTo>
                <a:lnTo>
                  <a:pt x="166319" y="18981"/>
                </a:lnTo>
                <a:lnTo>
                  <a:pt x="168954" y="16346"/>
                </a:lnTo>
                <a:close/>
                <a:moveTo>
                  <a:pt x="169755" y="16346"/>
                </a:moveTo>
                <a:lnTo>
                  <a:pt x="172390" y="18981"/>
                </a:lnTo>
                <a:lnTo>
                  <a:pt x="170989" y="18981"/>
                </a:lnTo>
                <a:lnTo>
                  <a:pt x="170722" y="19115"/>
                </a:lnTo>
                <a:lnTo>
                  <a:pt x="169755" y="20082"/>
                </a:lnTo>
                <a:lnTo>
                  <a:pt x="169755" y="16346"/>
                </a:lnTo>
                <a:close/>
                <a:moveTo>
                  <a:pt x="200544" y="16346"/>
                </a:moveTo>
                <a:lnTo>
                  <a:pt x="203179" y="18981"/>
                </a:lnTo>
                <a:lnTo>
                  <a:pt x="201778" y="18981"/>
                </a:lnTo>
                <a:lnTo>
                  <a:pt x="201644" y="18981"/>
                </a:lnTo>
                <a:lnTo>
                  <a:pt x="200544" y="20082"/>
                </a:lnTo>
                <a:close/>
                <a:moveTo>
                  <a:pt x="219757" y="96170"/>
                </a:moveTo>
                <a:lnTo>
                  <a:pt x="218457" y="94902"/>
                </a:lnTo>
                <a:lnTo>
                  <a:pt x="218457" y="93568"/>
                </a:lnTo>
                <a:lnTo>
                  <a:pt x="219290" y="92767"/>
                </a:lnTo>
                <a:lnTo>
                  <a:pt x="221092" y="92767"/>
                </a:lnTo>
                <a:lnTo>
                  <a:pt x="219757" y="94102"/>
                </a:lnTo>
                <a:lnTo>
                  <a:pt x="219757" y="96170"/>
                </a:lnTo>
                <a:close/>
                <a:moveTo>
                  <a:pt x="215521" y="95403"/>
                </a:moveTo>
                <a:lnTo>
                  <a:pt x="214654" y="94502"/>
                </a:lnTo>
                <a:lnTo>
                  <a:pt x="213386" y="94502"/>
                </a:lnTo>
                <a:lnTo>
                  <a:pt x="213386" y="93434"/>
                </a:lnTo>
                <a:lnTo>
                  <a:pt x="213286" y="93134"/>
                </a:lnTo>
                <a:lnTo>
                  <a:pt x="212486" y="92367"/>
                </a:lnTo>
                <a:lnTo>
                  <a:pt x="213286" y="91600"/>
                </a:lnTo>
                <a:lnTo>
                  <a:pt x="213386" y="91333"/>
                </a:lnTo>
                <a:lnTo>
                  <a:pt x="213386" y="90232"/>
                </a:lnTo>
                <a:lnTo>
                  <a:pt x="214654" y="90232"/>
                </a:lnTo>
                <a:lnTo>
                  <a:pt x="215521" y="89332"/>
                </a:lnTo>
                <a:lnTo>
                  <a:pt x="216422" y="90232"/>
                </a:lnTo>
                <a:lnTo>
                  <a:pt x="217689" y="90232"/>
                </a:lnTo>
                <a:lnTo>
                  <a:pt x="217689" y="91333"/>
                </a:lnTo>
                <a:lnTo>
                  <a:pt x="217789" y="91600"/>
                </a:lnTo>
                <a:lnTo>
                  <a:pt x="218557" y="92367"/>
                </a:lnTo>
                <a:lnTo>
                  <a:pt x="217789" y="93134"/>
                </a:lnTo>
                <a:lnTo>
                  <a:pt x="217689" y="93434"/>
                </a:lnTo>
                <a:lnTo>
                  <a:pt x="217689" y="94502"/>
                </a:lnTo>
                <a:lnTo>
                  <a:pt x="216422" y="94502"/>
                </a:lnTo>
                <a:close/>
                <a:moveTo>
                  <a:pt x="211318" y="96170"/>
                </a:moveTo>
                <a:lnTo>
                  <a:pt x="211318" y="94135"/>
                </a:lnTo>
                <a:lnTo>
                  <a:pt x="209950" y="92767"/>
                </a:lnTo>
                <a:lnTo>
                  <a:pt x="211785" y="92767"/>
                </a:lnTo>
                <a:lnTo>
                  <a:pt x="212586" y="93601"/>
                </a:lnTo>
                <a:lnTo>
                  <a:pt x="212586" y="94902"/>
                </a:lnTo>
                <a:close/>
                <a:moveTo>
                  <a:pt x="188969" y="96170"/>
                </a:moveTo>
                <a:lnTo>
                  <a:pt x="187668" y="94902"/>
                </a:lnTo>
                <a:lnTo>
                  <a:pt x="187668" y="93568"/>
                </a:lnTo>
                <a:lnTo>
                  <a:pt x="188502" y="92767"/>
                </a:lnTo>
                <a:lnTo>
                  <a:pt x="190303" y="92767"/>
                </a:lnTo>
                <a:lnTo>
                  <a:pt x="188969" y="94102"/>
                </a:lnTo>
                <a:lnTo>
                  <a:pt x="188969" y="96170"/>
                </a:lnTo>
                <a:close/>
                <a:moveTo>
                  <a:pt x="184732" y="95403"/>
                </a:moveTo>
                <a:lnTo>
                  <a:pt x="183865" y="94502"/>
                </a:lnTo>
                <a:lnTo>
                  <a:pt x="182598" y="94502"/>
                </a:lnTo>
                <a:lnTo>
                  <a:pt x="182598" y="93434"/>
                </a:lnTo>
                <a:lnTo>
                  <a:pt x="182464" y="93134"/>
                </a:lnTo>
                <a:lnTo>
                  <a:pt x="181697" y="92367"/>
                </a:lnTo>
                <a:lnTo>
                  <a:pt x="182464" y="91600"/>
                </a:lnTo>
                <a:lnTo>
                  <a:pt x="182598" y="91333"/>
                </a:lnTo>
                <a:lnTo>
                  <a:pt x="182598" y="90232"/>
                </a:lnTo>
                <a:lnTo>
                  <a:pt x="183865" y="90232"/>
                </a:lnTo>
                <a:lnTo>
                  <a:pt x="184732" y="89332"/>
                </a:lnTo>
                <a:lnTo>
                  <a:pt x="185633" y="90232"/>
                </a:lnTo>
                <a:lnTo>
                  <a:pt x="186901" y="90232"/>
                </a:lnTo>
                <a:lnTo>
                  <a:pt x="186901" y="91333"/>
                </a:lnTo>
                <a:lnTo>
                  <a:pt x="187001" y="91600"/>
                </a:lnTo>
                <a:lnTo>
                  <a:pt x="187768" y="92367"/>
                </a:lnTo>
                <a:lnTo>
                  <a:pt x="187001" y="93134"/>
                </a:lnTo>
                <a:lnTo>
                  <a:pt x="186901" y="93434"/>
                </a:lnTo>
                <a:lnTo>
                  <a:pt x="186901" y="94502"/>
                </a:lnTo>
                <a:lnTo>
                  <a:pt x="185633" y="94502"/>
                </a:lnTo>
                <a:close/>
                <a:moveTo>
                  <a:pt x="180529" y="96170"/>
                </a:moveTo>
                <a:lnTo>
                  <a:pt x="180529" y="94135"/>
                </a:lnTo>
                <a:lnTo>
                  <a:pt x="179162" y="92767"/>
                </a:lnTo>
                <a:lnTo>
                  <a:pt x="180996" y="92767"/>
                </a:lnTo>
                <a:lnTo>
                  <a:pt x="181797" y="93601"/>
                </a:lnTo>
                <a:lnTo>
                  <a:pt x="181797" y="94902"/>
                </a:lnTo>
                <a:close/>
                <a:moveTo>
                  <a:pt x="158180" y="96170"/>
                </a:moveTo>
                <a:lnTo>
                  <a:pt x="156879" y="94902"/>
                </a:lnTo>
                <a:lnTo>
                  <a:pt x="156879" y="93568"/>
                </a:lnTo>
                <a:lnTo>
                  <a:pt x="157713" y="92767"/>
                </a:lnTo>
                <a:lnTo>
                  <a:pt x="159514" y="92767"/>
                </a:lnTo>
                <a:lnTo>
                  <a:pt x="158180" y="94102"/>
                </a:lnTo>
                <a:lnTo>
                  <a:pt x="158180" y="96170"/>
                </a:lnTo>
                <a:close/>
                <a:moveTo>
                  <a:pt x="153944" y="95403"/>
                </a:moveTo>
                <a:lnTo>
                  <a:pt x="153076" y="94502"/>
                </a:lnTo>
                <a:lnTo>
                  <a:pt x="151809" y="94502"/>
                </a:lnTo>
                <a:lnTo>
                  <a:pt x="151809" y="93434"/>
                </a:lnTo>
                <a:lnTo>
                  <a:pt x="151675" y="93134"/>
                </a:lnTo>
                <a:lnTo>
                  <a:pt x="150908" y="92367"/>
                </a:lnTo>
                <a:lnTo>
                  <a:pt x="151675" y="91600"/>
                </a:lnTo>
                <a:lnTo>
                  <a:pt x="151809" y="91333"/>
                </a:lnTo>
                <a:lnTo>
                  <a:pt x="151809" y="90232"/>
                </a:lnTo>
                <a:lnTo>
                  <a:pt x="153076" y="90232"/>
                </a:lnTo>
                <a:lnTo>
                  <a:pt x="153944" y="89332"/>
                </a:lnTo>
                <a:lnTo>
                  <a:pt x="154844" y="90232"/>
                </a:lnTo>
                <a:lnTo>
                  <a:pt x="156112" y="90232"/>
                </a:lnTo>
                <a:lnTo>
                  <a:pt x="156112" y="91333"/>
                </a:lnTo>
                <a:lnTo>
                  <a:pt x="156212" y="91600"/>
                </a:lnTo>
                <a:lnTo>
                  <a:pt x="156979" y="92367"/>
                </a:lnTo>
                <a:lnTo>
                  <a:pt x="156212" y="93134"/>
                </a:lnTo>
                <a:lnTo>
                  <a:pt x="156112" y="93434"/>
                </a:lnTo>
                <a:lnTo>
                  <a:pt x="156112" y="94502"/>
                </a:lnTo>
                <a:lnTo>
                  <a:pt x="154844" y="94502"/>
                </a:lnTo>
                <a:close/>
                <a:moveTo>
                  <a:pt x="149741" y="96170"/>
                </a:moveTo>
                <a:lnTo>
                  <a:pt x="149741" y="94135"/>
                </a:lnTo>
                <a:lnTo>
                  <a:pt x="148373" y="92767"/>
                </a:lnTo>
                <a:lnTo>
                  <a:pt x="150208" y="92767"/>
                </a:lnTo>
                <a:lnTo>
                  <a:pt x="151008" y="93601"/>
                </a:lnTo>
                <a:lnTo>
                  <a:pt x="151008" y="94902"/>
                </a:lnTo>
                <a:close/>
                <a:moveTo>
                  <a:pt x="127391" y="96170"/>
                </a:moveTo>
                <a:lnTo>
                  <a:pt x="126091" y="94902"/>
                </a:lnTo>
                <a:lnTo>
                  <a:pt x="126091" y="93568"/>
                </a:lnTo>
                <a:lnTo>
                  <a:pt x="126924" y="92767"/>
                </a:lnTo>
                <a:lnTo>
                  <a:pt x="128726" y="92767"/>
                </a:lnTo>
                <a:lnTo>
                  <a:pt x="127391" y="94102"/>
                </a:lnTo>
                <a:lnTo>
                  <a:pt x="127391" y="96170"/>
                </a:lnTo>
                <a:close/>
                <a:moveTo>
                  <a:pt x="123155" y="95403"/>
                </a:moveTo>
                <a:lnTo>
                  <a:pt x="122254" y="94502"/>
                </a:lnTo>
                <a:lnTo>
                  <a:pt x="121020" y="94502"/>
                </a:lnTo>
                <a:lnTo>
                  <a:pt x="121020" y="93434"/>
                </a:lnTo>
                <a:lnTo>
                  <a:pt x="120887" y="93134"/>
                </a:lnTo>
                <a:lnTo>
                  <a:pt x="120120" y="92367"/>
                </a:lnTo>
                <a:lnTo>
                  <a:pt x="120887" y="91600"/>
                </a:lnTo>
                <a:lnTo>
                  <a:pt x="121020" y="91333"/>
                </a:lnTo>
                <a:lnTo>
                  <a:pt x="121020" y="90232"/>
                </a:lnTo>
                <a:lnTo>
                  <a:pt x="122254" y="90232"/>
                </a:lnTo>
                <a:lnTo>
                  <a:pt x="123155" y="89332"/>
                </a:lnTo>
                <a:lnTo>
                  <a:pt x="124056" y="90232"/>
                </a:lnTo>
                <a:lnTo>
                  <a:pt x="125290" y="90232"/>
                </a:lnTo>
                <a:lnTo>
                  <a:pt x="125290" y="91333"/>
                </a:lnTo>
                <a:lnTo>
                  <a:pt x="125423" y="91600"/>
                </a:lnTo>
                <a:lnTo>
                  <a:pt x="126191" y="92367"/>
                </a:lnTo>
                <a:lnTo>
                  <a:pt x="125423" y="93134"/>
                </a:lnTo>
                <a:lnTo>
                  <a:pt x="125290" y="93434"/>
                </a:lnTo>
                <a:lnTo>
                  <a:pt x="125290" y="94502"/>
                </a:lnTo>
                <a:lnTo>
                  <a:pt x="124056" y="94502"/>
                </a:lnTo>
                <a:close/>
                <a:moveTo>
                  <a:pt x="118952" y="96170"/>
                </a:moveTo>
                <a:lnTo>
                  <a:pt x="118952" y="94135"/>
                </a:lnTo>
                <a:lnTo>
                  <a:pt x="117584" y="92767"/>
                </a:lnTo>
                <a:lnTo>
                  <a:pt x="119386" y="92767"/>
                </a:lnTo>
                <a:lnTo>
                  <a:pt x="120220" y="93601"/>
                </a:lnTo>
                <a:lnTo>
                  <a:pt x="120220" y="94902"/>
                </a:lnTo>
                <a:close/>
                <a:moveTo>
                  <a:pt x="96569" y="96170"/>
                </a:moveTo>
                <a:lnTo>
                  <a:pt x="95302" y="94902"/>
                </a:lnTo>
                <a:lnTo>
                  <a:pt x="95302" y="93568"/>
                </a:lnTo>
                <a:lnTo>
                  <a:pt x="96136" y="92767"/>
                </a:lnTo>
                <a:lnTo>
                  <a:pt x="97937" y="92767"/>
                </a:lnTo>
                <a:lnTo>
                  <a:pt x="96569" y="94102"/>
                </a:lnTo>
                <a:lnTo>
                  <a:pt x="96569" y="96170"/>
                </a:lnTo>
                <a:close/>
                <a:moveTo>
                  <a:pt x="92366" y="95403"/>
                </a:moveTo>
                <a:lnTo>
                  <a:pt x="91466" y="94502"/>
                </a:lnTo>
                <a:lnTo>
                  <a:pt x="90232" y="94502"/>
                </a:lnTo>
                <a:lnTo>
                  <a:pt x="90232" y="93434"/>
                </a:lnTo>
                <a:lnTo>
                  <a:pt x="90098" y="93134"/>
                </a:lnTo>
                <a:lnTo>
                  <a:pt x="89331" y="92367"/>
                </a:lnTo>
                <a:lnTo>
                  <a:pt x="90098" y="91600"/>
                </a:lnTo>
                <a:lnTo>
                  <a:pt x="90232" y="91333"/>
                </a:lnTo>
                <a:lnTo>
                  <a:pt x="90232" y="90232"/>
                </a:lnTo>
                <a:lnTo>
                  <a:pt x="91466" y="90232"/>
                </a:lnTo>
                <a:lnTo>
                  <a:pt x="92366" y="89332"/>
                </a:lnTo>
                <a:lnTo>
                  <a:pt x="93267" y="90232"/>
                </a:lnTo>
                <a:lnTo>
                  <a:pt x="94501" y="90232"/>
                </a:lnTo>
                <a:lnTo>
                  <a:pt x="94501" y="91333"/>
                </a:lnTo>
                <a:lnTo>
                  <a:pt x="94635" y="91600"/>
                </a:lnTo>
                <a:lnTo>
                  <a:pt x="95402" y="92367"/>
                </a:lnTo>
                <a:lnTo>
                  <a:pt x="94635" y="93134"/>
                </a:lnTo>
                <a:lnTo>
                  <a:pt x="94501" y="93434"/>
                </a:lnTo>
                <a:lnTo>
                  <a:pt x="94501" y="94502"/>
                </a:lnTo>
                <a:lnTo>
                  <a:pt x="93267" y="94502"/>
                </a:lnTo>
                <a:close/>
                <a:moveTo>
                  <a:pt x="88130" y="96170"/>
                </a:moveTo>
                <a:lnTo>
                  <a:pt x="88130" y="94135"/>
                </a:lnTo>
                <a:lnTo>
                  <a:pt x="86796" y="92767"/>
                </a:lnTo>
                <a:lnTo>
                  <a:pt x="88597" y="92767"/>
                </a:lnTo>
                <a:lnTo>
                  <a:pt x="89431" y="93601"/>
                </a:lnTo>
                <a:lnTo>
                  <a:pt x="89431" y="94902"/>
                </a:lnTo>
                <a:close/>
                <a:moveTo>
                  <a:pt x="65781" y="96170"/>
                </a:moveTo>
                <a:lnTo>
                  <a:pt x="64513" y="94902"/>
                </a:lnTo>
                <a:lnTo>
                  <a:pt x="64513" y="93568"/>
                </a:lnTo>
                <a:lnTo>
                  <a:pt x="65347" y="92767"/>
                </a:lnTo>
                <a:lnTo>
                  <a:pt x="67148" y="92767"/>
                </a:lnTo>
                <a:lnTo>
                  <a:pt x="65781" y="94102"/>
                </a:lnTo>
                <a:close/>
                <a:moveTo>
                  <a:pt x="61578" y="95403"/>
                </a:moveTo>
                <a:lnTo>
                  <a:pt x="60677" y="94502"/>
                </a:lnTo>
                <a:lnTo>
                  <a:pt x="59410" y="94502"/>
                </a:lnTo>
                <a:lnTo>
                  <a:pt x="59410" y="93434"/>
                </a:lnTo>
                <a:lnTo>
                  <a:pt x="59310" y="93134"/>
                </a:lnTo>
                <a:lnTo>
                  <a:pt x="58542" y="92367"/>
                </a:lnTo>
                <a:lnTo>
                  <a:pt x="59310" y="91600"/>
                </a:lnTo>
                <a:lnTo>
                  <a:pt x="59410" y="91333"/>
                </a:lnTo>
                <a:lnTo>
                  <a:pt x="59410" y="90232"/>
                </a:lnTo>
                <a:lnTo>
                  <a:pt x="60677" y="90232"/>
                </a:lnTo>
                <a:lnTo>
                  <a:pt x="61578" y="89332"/>
                </a:lnTo>
                <a:lnTo>
                  <a:pt x="62445" y="90232"/>
                </a:lnTo>
                <a:lnTo>
                  <a:pt x="63713" y="90232"/>
                </a:lnTo>
                <a:lnTo>
                  <a:pt x="63713" y="91333"/>
                </a:lnTo>
                <a:lnTo>
                  <a:pt x="63846" y="91600"/>
                </a:lnTo>
                <a:lnTo>
                  <a:pt x="64613" y="92367"/>
                </a:lnTo>
                <a:lnTo>
                  <a:pt x="63846" y="93134"/>
                </a:lnTo>
                <a:lnTo>
                  <a:pt x="63713" y="93434"/>
                </a:lnTo>
                <a:lnTo>
                  <a:pt x="63713" y="94502"/>
                </a:lnTo>
                <a:lnTo>
                  <a:pt x="62445" y="94502"/>
                </a:lnTo>
                <a:close/>
                <a:moveTo>
                  <a:pt x="57341" y="96170"/>
                </a:moveTo>
                <a:lnTo>
                  <a:pt x="57341" y="94135"/>
                </a:lnTo>
                <a:lnTo>
                  <a:pt x="56007" y="92767"/>
                </a:lnTo>
                <a:lnTo>
                  <a:pt x="57808" y="92767"/>
                </a:lnTo>
                <a:lnTo>
                  <a:pt x="58642" y="93601"/>
                </a:lnTo>
                <a:lnTo>
                  <a:pt x="58642" y="94902"/>
                </a:lnTo>
                <a:close/>
                <a:moveTo>
                  <a:pt x="34992" y="96170"/>
                </a:moveTo>
                <a:lnTo>
                  <a:pt x="33725" y="94902"/>
                </a:lnTo>
                <a:lnTo>
                  <a:pt x="33725" y="93568"/>
                </a:lnTo>
                <a:lnTo>
                  <a:pt x="34525" y="92767"/>
                </a:lnTo>
                <a:lnTo>
                  <a:pt x="36360" y="92767"/>
                </a:lnTo>
                <a:lnTo>
                  <a:pt x="34992" y="94102"/>
                </a:lnTo>
                <a:close/>
                <a:moveTo>
                  <a:pt x="30789" y="95403"/>
                </a:moveTo>
                <a:lnTo>
                  <a:pt x="29889" y="94502"/>
                </a:lnTo>
                <a:lnTo>
                  <a:pt x="28621" y="94502"/>
                </a:lnTo>
                <a:lnTo>
                  <a:pt x="28621" y="93434"/>
                </a:lnTo>
                <a:lnTo>
                  <a:pt x="28521" y="93134"/>
                </a:lnTo>
                <a:lnTo>
                  <a:pt x="27754" y="92367"/>
                </a:lnTo>
                <a:lnTo>
                  <a:pt x="28521" y="91600"/>
                </a:lnTo>
                <a:lnTo>
                  <a:pt x="28621" y="91333"/>
                </a:lnTo>
                <a:lnTo>
                  <a:pt x="28621" y="90232"/>
                </a:lnTo>
                <a:lnTo>
                  <a:pt x="29889" y="90232"/>
                </a:lnTo>
                <a:lnTo>
                  <a:pt x="30789" y="89332"/>
                </a:lnTo>
                <a:lnTo>
                  <a:pt x="31656" y="90232"/>
                </a:lnTo>
                <a:lnTo>
                  <a:pt x="32924" y="90232"/>
                </a:lnTo>
                <a:lnTo>
                  <a:pt x="32924" y="91333"/>
                </a:lnTo>
                <a:lnTo>
                  <a:pt x="33057" y="91600"/>
                </a:lnTo>
                <a:lnTo>
                  <a:pt x="33825" y="92367"/>
                </a:lnTo>
                <a:lnTo>
                  <a:pt x="33057" y="93134"/>
                </a:lnTo>
                <a:lnTo>
                  <a:pt x="32924" y="93434"/>
                </a:lnTo>
                <a:lnTo>
                  <a:pt x="32924" y="94502"/>
                </a:lnTo>
                <a:lnTo>
                  <a:pt x="31656" y="94502"/>
                </a:lnTo>
                <a:close/>
                <a:moveTo>
                  <a:pt x="26553" y="96170"/>
                </a:moveTo>
                <a:lnTo>
                  <a:pt x="26553" y="94135"/>
                </a:lnTo>
                <a:lnTo>
                  <a:pt x="25219" y="92767"/>
                </a:lnTo>
                <a:lnTo>
                  <a:pt x="27020" y="92767"/>
                </a:lnTo>
                <a:lnTo>
                  <a:pt x="27854" y="93601"/>
                </a:lnTo>
                <a:lnTo>
                  <a:pt x="27854" y="94902"/>
                </a:lnTo>
                <a:close/>
                <a:moveTo>
                  <a:pt x="26553" y="26987"/>
                </a:moveTo>
                <a:lnTo>
                  <a:pt x="27854" y="28254"/>
                </a:lnTo>
                <a:lnTo>
                  <a:pt x="27854" y="29555"/>
                </a:lnTo>
                <a:lnTo>
                  <a:pt x="27020" y="30389"/>
                </a:lnTo>
                <a:lnTo>
                  <a:pt x="25219" y="30389"/>
                </a:lnTo>
                <a:lnTo>
                  <a:pt x="26553" y="29055"/>
                </a:lnTo>
                <a:lnTo>
                  <a:pt x="26553" y="26987"/>
                </a:lnTo>
                <a:close/>
                <a:moveTo>
                  <a:pt x="30789" y="27754"/>
                </a:moveTo>
                <a:lnTo>
                  <a:pt x="31656" y="28655"/>
                </a:lnTo>
                <a:lnTo>
                  <a:pt x="32924" y="28655"/>
                </a:lnTo>
                <a:lnTo>
                  <a:pt x="32924" y="29722"/>
                </a:lnTo>
                <a:lnTo>
                  <a:pt x="33057" y="30022"/>
                </a:lnTo>
                <a:lnTo>
                  <a:pt x="33825" y="30790"/>
                </a:lnTo>
                <a:lnTo>
                  <a:pt x="33057" y="31557"/>
                </a:lnTo>
                <a:lnTo>
                  <a:pt x="32924" y="31824"/>
                </a:lnTo>
                <a:lnTo>
                  <a:pt x="32924" y="32924"/>
                </a:lnTo>
                <a:lnTo>
                  <a:pt x="31656" y="32924"/>
                </a:lnTo>
                <a:lnTo>
                  <a:pt x="30789" y="33825"/>
                </a:lnTo>
                <a:lnTo>
                  <a:pt x="29889" y="32924"/>
                </a:lnTo>
                <a:lnTo>
                  <a:pt x="28621" y="32924"/>
                </a:lnTo>
                <a:lnTo>
                  <a:pt x="28621" y="31824"/>
                </a:lnTo>
                <a:lnTo>
                  <a:pt x="28521" y="31557"/>
                </a:lnTo>
                <a:lnTo>
                  <a:pt x="27754" y="30790"/>
                </a:lnTo>
                <a:lnTo>
                  <a:pt x="28521" y="30022"/>
                </a:lnTo>
                <a:lnTo>
                  <a:pt x="28621" y="29722"/>
                </a:lnTo>
                <a:lnTo>
                  <a:pt x="28621" y="28655"/>
                </a:lnTo>
                <a:lnTo>
                  <a:pt x="29889" y="28655"/>
                </a:lnTo>
                <a:close/>
                <a:moveTo>
                  <a:pt x="34992" y="26987"/>
                </a:moveTo>
                <a:lnTo>
                  <a:pt x="34992" y="29022"/>
                </a:lnTo>
                <a:lnTo>
                  <a:pt x="36360" y="30389"/>
                </a:lnTo>
                <a:lnTo>
                  <a:pt x="34525" y="30389"/>
                </a:lnTo>
                <a:lnTo>
                  <a:pt x="33725" y="29555"/>
                </a:lnTo>
                <a:lnTo>
                  <a:pt x="33725" y="28254"/>
                </a:lnTo>
                <a:close/>
                <a:moveTo>
                  <a:pt x="57341" y="26987"/>
                </a:moveTo>
                <a:lnTo>
                  <a:pt x="58642" y="28254"/>
                </a:lnTo>
                <a:lnTo>
                  <a:pt x="58642" y="29555"/>
                </a:lnTo>
                <a:lnTo>
                  <a:pt x="57808" y="30389"/>
                </a:lnTo>
                <a:lnTo>
                  <a:pt x="56007" y="30389"/>
                </a:lnTo>
                <a:lnTo>
                  <a:pt x="57341" y="29055"/>
                </a:lnTo>
                <a:close/>
                <a:moveTo>
                  <a:pt x="61578" y="27754"/>
                </a:moveTo>
                <a:lnTo>
                  <a:pt x="62445" y="28655"/>
                </a:lnTo>
                <a:lnTo>
                  <a:pt x="63713" y="28655"/>
                </a:lnTo>
                <a:lnTo>
                  <a:pt x="63713" y="29722"/>
                </a:lnTo>
                <a:lnTo>
                  <a:pt x="63846" y="30022"/>
                </a:lnTo>
                <a:lnTo>
                  <a:pt x="64613" y="30790"/>
                </a:lnTo>
                <a:lnTo>
                  <a:pt x="63846" y="31557"/>
                </a:lnTo>
                <a:lnTo>
                  <a:pt x="63713" y="31824"/>
                </a:lnTo>
                <a:lnTo>
                  <a:pt x="63713" y="32924"/>
                </a:lnTo>
                <a:lnTo>
                  <a:pt x="62445" y="32924"/>
                </a:lnTo>
                <a:lnTo>
                  <a:pt x="61578" y="33825"/>
                </a:lnTo>
                <a:lnTo>
                  <a:pt x="60677" y="32924"/>
                </a:lnTo>
                <a:lnTo>
                  <a:pt x="59410" y="32924"/>
                </a:lnTo>
                <a:lnTo>
                  <a:pt x="59410" y="31824"/>
                </a:lnTo>
                <a:lnTo>
                  <a:pt x="59310" y="31557"/>
                </a:lnTo>
                <a:lnTo>
                  <a:pt x="58542" y="30790"/>
                </a:lnTo>
                <a:lnTo>
                  <a:pt x="59310" y="30022"/>
                </a:lnTo>
                <a:lnTo>
                  <a:pt x="59410" y="29722"/>
                </a:lnTo>
                <a:lnTo>
                  <a:pt x="59410" y="28655"/>
                </a:lnTo>
                <a:lnTo>
                  <a:pt x="60677" y="28655"/>
                </a:lnTo>
                <a:close/>
                <a:moveTo>
                  <a:pt x="65781" y="26987"/>
                </a:moveTo>
                <a:lnTo>
                  <a:pt x="65781" y="29022"/>
                </a:lnTo>
                <a:lnTo>
                  <a:pt x="67148" y="30389"/>
                </a:lnTo>
                <a:lnTo>
                  <a:pt x="65347" y="30389"/>
                </a:lnTo>
                <a:lnTo>
                  <a:pt x="64513" y="29555"/>
                </a:lnTo>
                <a:lnTo>
                  <a:pt x="64513" y="28254"/>
                </a:lnTo>
                <a:close/>
                <a:moveTo>
                  <a:pt x="88130" y="26987"/>
                </a:moveTo>
                <a:lnTo>
                  <a:pt x="89431" y="28254"/>
                </a:lnTo>
                <a:lnTo>
                  <a:pt x="89431" y="29555"/>
                </a:lnTo>
                <a:lnTo>
                  <a:pt x="88597" y="30389"/>
                </a:lnTo>
                <a:lnTo>
                  <a:pt x="86796" y="30389"/>
                </a:lnTo>
                <a:lnTo>
                  <a:pt x="88130" y="29055"/>
                </a:lnTo>
                <a:lnTo>
                  <a:pt x="88130" y="26987"/>
                </a:lnTo>
                <a:close/>
                <a:moveTo>
                  <a:pt x="92366" y="27754"/>
                </a:moveTo>
                <a:lnTo>
                  <a:pt x="93267" y="28655"/>
                </a:lnTo>
                <a:lnTo>
                  <a:pt x="94501" y="28655"/>
                </a:lnTo>
                <a:lnTo>
                  <a:pt x="94501" y="29722"/>
                </a:lnTo>
                <a:lnTo>
                  <a:pt x="94635" y="30022"/>
                </a:lnTo>
                <a:lnTo>
                  <a:pt x="95402" y="30790"/>
                </a:lnTo>
                <a:lnTo>
                  <a:pt x="94635" y="31557"/>
                </a:lnTo>
                <a:lnTo>
                  <a:pt x="94501" y="31824"/>
                </a:lnTo>
                <a:lnTo>
                  <a:pt x="94501" y="32924"/>
                </a:lnTo>
                <a:lnTo>
                  <a:pt x="93267" y="32924"/>
                </a:lnTo>
                <a:lnTo>
                  <a:pt x="92366" y="33825"/>
                </a:lnTo>
                <a:lnTo>
                  <a:pt x="91466" y="32924"/>
                </a:lnTo>
                <a:lnTo>
                  <a:pt x="90232" y="32924"/>
                </a:lnTo>
                <a:lnTo>
                  <a:pt x="90232" y="31824"/>
                </a:lnTo>
                <a:lnTo>
                  <a:pt x="90098" y="31557"/>
                </a:lnTo>
                <a:lnTo>
                  <a:pt x="89331" y="30790"/>
                </a:lnTo>
                <a:lnTo>
                  <a:pt x="90098" y="30022"/>
                </a:lnTo>
                <a:lnTo>
                  <a:pt x="90232" y="29722"/>
                </a:lnTo>
                <a:lnTo>
                  <a:pt x="90232" y="28655"/>
                </a:lnTo>
                <a:lnTo>
                  <a:pt x="91466" y="28655"/>
                </a:lnTo>
                <a:close/>
                <a:moveTo>
                  <a:pt x="96569" y="26987"/>
                </a:moveTo>
                <a:lnTo>
                  <a:pt x="96569" y="29022"/>
                </a:lnTo>
                <a:lnTo>
                  <a:pt x="97937" y="30389"/>
                </a:lnTo>
                <a:lnTo>
                  <a:pt x="96136" y="30389"/>
                </a:lnTo>
                <a:lnTo>
                  <a:pt x="95302" y="29555"/>
                </a:lnTo>
                <a:lnTo>
                  <a:pt x="95302" y="28254"/>
                </a:lnTo>
                <a:close/>
                <a:moveTo>
                  <a:pt x="118952" y="26987"/>
                </a:moveTo>
                <a:lnTo>
                  <a:pt x="120220" y="28254"/>
                </a:lnTo>
                <a:lnTo>
                  <a:pt x="120220" y="29555"/>
                </a:lnTo>
                <a:lnTo>
                  <a:pt x="119386" y="30389"/>
                </a:lnTo>
                <a:lnTo>
                  <a:pt x="117584" y="30389"/>
                </a:lnTo>
                <a:lnTo>
                  <a:pt x="118952" y="29055"/>
                </a:lnTo>
                <a:lnTo>
                  <a:pt x="118952" y="26987"/>
                </a:lnTo>
                <a:close/>
                <a:moveTo>
                  <a:pt x="123155" y="27754"/>
                </a:moveTo>
                <a:lnTo>
                  <a:pt x="124056" y="28655"/>
                </a:lnTo>
                <a:lnTo>
                  <a:pt x="125290" y="28655"/>
                </a:lnTo>
                <a:lnTo>
                  <a:pt x="125290" y="29722"/>
                </a:lnTo>
                <a:lnTo>
                  <a:pt x="125423" y="30022"/>
                </a:lnTo>
                <a:lnTo>
                  <a:pt x="126191" y="30790"/>
                </a:lnTo>
                <a:lnTo>
                  <a:pt x="125423" y="31557"/>
                </a:lnTo>
                <a:lnTo>
                  <a:pt x="125290" y="31824"/>
                </a:lnTo>
                <a:lnTo>
                  <a:pt x="125290" y="32924"/>
                </a:lnTo>
                <a:lnTo>
                  <a:pt x="124056" y="32924"/>
                </a:lnTo>
                <a:lnTo>
                  <a:pt x="123155" y="33825"/>
                </a:lnTo>
                <a:lnTo>
                  <a:pt x="122254" y="32924"/>
                </a:lnTo>
                <a:lnTo>
                  <a:pt x="121020" y="32924"/>
                </a:lnTo>
                <a:lnTo>
                  <a:pt x="121020" y="31857"/>
                </a:lnTo>
                <a:lnTo>
                  <a:pt x="120887" y="31557"/>
                </a:lnTo>
                <a:lnTo>
                  <a:pt x="120120" y="30790"/>
                </a:lnTo>
                <a:lnTo>
                  <a:pt x="120887" y="30022"/>
                </a:lnTo>
                <a:lnTo>
                  <a:pt x="121020" y="29722"/>
                </a:lnTo>
                <a:lnTo>
                  <a:pt x="121020" y="28655"/>
                </a:lnTo>
                <a:lnTo>
                  <a:pt x="122254" y="28655"/>
                </a:lnTo>
                <a:close/>
                <a:moveTo>
                  <a:pt x="127391" y="26987"/>
                </a:moveTo>
                <a:lnTo>
                  <a:pt x="127391" y="29022"/>
                </a:lnTo>
                <a:lnTo>
                  <a:pt x="128726" y="30389"/>
                </a:lnTo>
                <a:lnTo>
                  <a:pt x="126924" y="30389"/>
                </a:lnTo>
                <a:lnTo>
                  <a:pt x="126091" y="29555"/>
                </a:lnTo>
                <a:lnTo>
                  <a:pt x="126091" y="28254"/>
                </a:lnTo>
                <a:close/>
                <a:moveTo>
                  <a:pt x="149741" y="26987"/>
                </a:moveTo>
                <a:lnTo>
                  <a:pt x="151008" y="28254"/>
                </a:lnTo>
                <a:lnTo>
                  <a:pt x="151008" y="29555"/>
                </a:lnTo>
                <a:lnTo>
                  <a:pt x="150174" y="30389"/>
                </a:lnTo>
                <a:lnTo>
                  <a:pt x="148373" y="30389"/>
                </a:lnTo>
                <a:lnTo>
                  <a:pt x="149741" y="29055"/>
                </a:lnTo>
                <a:lnTo>
                  <a:pt x="149741" y="26987"/>
                </a:lnTo>
                <a:close/>
                <a:moveTo>
                  <a:pt x="153944" y="27754"/>
                </a:moveTo>
                <a:lnTo>
                  <a:pt x="154844" y="28655"/>
                </a:lnTo>
                <a:lnTo>
                  <a:pt x="156112" y="28655"/>
                </a:lnTo>
                <a:lnTo>
                  <a:pt x="156112" y="29722"/>
                </a:lnTo>
                <a:lnTo>
                  <a:pt x="156212" y="30022"/>
                </a:lnTo>
                <a:lnTo>
                  <a:pt x="156979" y="30790"/>
                </a:lnTo>
                <a:lnTo>
                  <a:pt x="156212" y="31557"/>
                </a:lnTo>
                <a:lnTo>
                  <a:pt x="156112" y="31824"/>
                </a:lnTo>
                <a:lnTo>
                  <a:pt x="156112" y="32924"/>
                </a:lnTo>
                <a:lnTo>
                  <a:pt x="154844" y="32924"/>
                </a:lnTo>
                <a:lnTo>
                  <a:pt x="153944" y="33825"/>
                </a:lnTo>
                <a:lnTo>
                  <a:pt x="153076" y="32924"/>
                </a:lnTo>
                <a:lnTo>
                  <a:pt x="151809" y="32924"/>
                </a:lnTo>
                <a:lnTo>
                  <a:pt x="151809" y="31824"/>
                </a:lnTo>
                <a:lnTo>
                  <a:pt x="151675" y="31557"/>
                </a:lnTo>
                <a:lnTo>
                  <a:pt x="150908" y="30790"/>
                </a:lnTo>
                <a:lnTo>
                  <a:pt x="151675" y="30022"/>
                </a:lnTo>
                <a:lnTo>
                  <a:pt x="151809" y="29722"/>
                </a:lnTo>
                <a:lnTo>
                  <a:pt x="151809" y="28655"/>
                </a:lnTo>
                <a:lnTo>
                  <a:pt x="153076" y="28655"/>
                </a:lnTo>
                <a:close/>
                <a:moveTo>
                  <a:pt x="158180" y="26987"/>
                </a:moveTo>
                <a:lnTo>
                  <a:pt x="158180" y="29022"/>
                </a:lnTo>
                <a:lnTo>
                  <a:pt x="159514" y="30389"/>
                </a:lnTo>
                <a:lnTo>
                  <a:pt x="157713" y="30389"/>
                </a:lnTo>
                <a:lnTo>
                  <a:pt x="156879" y="29555"/>
                </a:lnTo>
                <a:lnTo>
                  <a:pt x="156879" y="28254"/>
                </a:lnTo>
                <a:close/>
                <a:moveTo>
                  <a:pt x="180529" y="26987"/>
                </a:moveTo>
                <a:lnTo>
                  <a:pt x="181797" y="28254"/>
                </a:lnTo>
                <a:lnTo>
                  <a:pt x="181797" y="29555"/>
                </a:lnTo>
                <a:lnTo>
                  <a:pt x="180963" y="30389"/>
                </a:lnTo>
                <a:lnTo>
                  <a:pt x="179162" y="30389"/>
                </a:lnTo>
                <a:lnTo>
                  <a:pt x="180529" y="29055"/>
                </a:lnTo>
                <a:lnTo>
                  <a:pt x="180529" y="26987"/>
                </a:lnTo>
                <a:close/>
                <a:moveTo>
                  <a:pt x="184732" y="27754"/>
                </a:moveTo>
                <a:lnTo>
                  <a:pt x="185633" y="28655"/>
                </a:lnTo>
                <a:lnTo>
                  <a:pt x="186901" y="28655"/>
                </a:lnTo>
                <a:lnTo>
                  <a:pt x="186901" y="29722"/>
                </a:lnTo>
                <a:lnTo>
                  <a:pt x="187001" y="30022"/>
                </a:lnTo>
                <a:lnTo>
                  <a:pt x="187768" y="30790"/>
                </a:lnTo>
                <a:lnTo>
                  <a:pt x="187001" y="31557"/>
                </a:lnTo>
                <a:lnTo>
                  <a:pt x="186901" y="31824"/>
                </a:lnTo>
                <a:lnTo>
                  <a:pt x="186901" y="32924"/>
                </a:lnTo>
                <a:lnTo>
                  <a:pt x="185633" y="32924"/>
                </a:lnTo>
                <a:lnTo>
                  <a:pt x="184732" y="33825"/>
                </a:lnTo>
                <a:lnTo>
                  <a:pt x="183865" y="32924"/>
                </a:lnTo>
                <a:lnTo>
                  <a:pt x="182598" y="32924"/>
                </a:lnTo>
                <a:lnTo>
                  <a:pt x="182598" y="31824"/>
                </a:lnTo>
                <a:lnTo>
                  <a:pt x="182464" y="31557"/>
                </a:lnTo>
                <a:lnTo>
                  <a:pt x="181697" y="30790"/>
                </a:lnTo>
                <a:lnTo>
                  <a:pt x="182464" y="30022"/>
                </a:lnTo>
                <a:lnTo>
                  <a:pt x="182598" y="29722"/>
                </a:lnTo>
                <a:lnTo>
                  <a:pt x="182598" y="28655"/>
                </a:lnTo>
                <a:lnTo>
                  <a:pt x="183865" y="28655"/>
                </a:lnTo>
                <a:close/>
                <a:moveTo>
                  <a:pt x="188969" y="26987"/>
                </a:moveTo>
                <a:lnTo>
                  <a:pt x="188969" y="29022"/>
                </a:lnTo>
                <a:lnTo>
                  <a:pt x="190303" y="30389"/>
                </a:lnTo>
                <a:lnTo>
                  <a:pt x="188502" y="30389"/>
                </a:lnTo>
                <a:lnTo>
                  <a:pt x="187668" y="29555"/>
                </a:lnTo>
                <a:lnTo>
                  <a:pt x="187668" y="28254"/>
                </a:lnTo>
                <a:close/>
                <a:moveTo>
                  <a:pt x="211318" y="26987"/>
                </a:moveTo>
                <a:lnTo>
                  <a:pt x="212586" y="28254"/>
                </a:lnTo>
                <a:lnTo>
                  <a:pt x="212586" y="29555"/>
                </a:lnTo>
                <a:lnTo>
                  <a:pt x="211785" y="30389"/>
                </a:lnTo>
                <a:lnTo>
                  <a:pt x="209950" y="30389"/>
                </a:lnTo>
                <a:lnTo>
                  <a:pt x="211318" y="29055"/>
                </a:lnTo>
                <a:lnTo>
                  <a:pt x="211318" y="26987"/>
                </a:lnTo>
                <a:close/>
                <a:moveTo>
                  <a:pt x="215521" y="27754"/>
                </a:moveTo>
                <a:lnTo>
                  <a:pt x="216422" y="28655"/>
                </a:lnTo>
                <a:lnTo>
                  <a:pt x="217689" y="28655"/>
                </a:lnTo>
                <a:lnTo>
                  <a:pt x="217689" y="29722"/>
                </a:lnTo>
                <a:lnTo>
                  <a:pt x="217789" y="30022"/>
                </a:lnTo>
                <a:lnTo>
                  <a:pt x="218557" y="30790"/>
                </a:lnTo>
                <a:lnTo>
                  <a:pt x="217789" y="31557"/>
                </a:lnTo>
                <a:lnTo>
                  <a:pt x="217689" y="31824"/>
                </a:lnTo>
                <a:lnTo>
                  <a:pt x="217689" y="32924"/>
                </a:lnTo>
                <a:lnTo>
                  <a:pt x="216422" y="32924"/>
                </a:lnTo>
                <a:lnTo>
                  <a:pt x="215521" y="33825"/>
                </a:lnTo>
                <a:lnTo>
                  <a:pt x="214654" y="32924"/>
                </a:lnTo>
                <a:lnTo>
                  <a:pt x="213386" y="32924"/>
                </a:lnTo>
                <a:lnTo>
                  <a:pt x="213386" y="31824"/>
                </a:lnTo>
                <a:lnTo>
                  <a:pt x="213286" y="31557"/>
                </a:lnTo>
                <a:lnTo>
                  <a:pt x="212486" y="30790"/>
                </a:lnTo>
                <a:lnTo>
                  <a:pt x="213286" y="30022"/>
                </a:lnTo>
                <a:lnTo>
                  <a:pt x="213386" y="29722"/>
                </a:lnTo>
                <a:lnTo>
                  <a:pt x="213386" y="28655"/>
                </a:lnTo>
                <a:lnTo>
                  <a:pt x="214654" y="28655"/>
                </a:lnTo>
                <a:close/>
                <a:moveTo>
                  <a:pt x="218056" y="89432"/>
                </a:moveTo>
                <a:lnTo>
                  <a:pt x="216755" y="89432"/>
                </a:lnTo>
                <a:lnTo>
                  <a:pt x="215921" y="88598"/>
                </a:lnTo>
                <a:lnTo>
                  <a:pt x="215921" y="86796"/>
                </a:lnTo>
                <a:lnTo>
                  <a:pt x="217156" y="88031"/>
                </a:lnTo>
                <a:lnTo>
                  <a:pt x="217456" y="88164"/>
                </a:lnTo>
                <a:lnTo>
                  <a:pt x="219324" y="88164"/>
                </a:lnTo>
                <a:close/>
                <a:moveTo>
                  <a:pt x="211785" y="91967"/>
                </a:moveTo>
                <a:lnTo>
                  <a:pt x="209950" y="91967"/>
                </a:lnTo>
                <a:lnTo>
                  <a:pt x="211318" y="90632"/>
                </a:lnTo>
                <a:lnTo>
                  <a:pt x="211318" y="88564"/>
                </a:lnTo>
                <a:lnTo>
                  <a:pt x="212586" y="89865"/>
                </a:lnTo>
                <a:lnTo>
                  <a:pt x="212586" y="91166"/>
                </a:lnTo>
                <a:close/>
                <a:moveTo>
                  <a:pt x="188502" y="91967"/>
                </a:moveTo>
                <a:lnTo>
                  <a:pt x="187668" y="91166"/>
                </a:lnTo>
                <a:lnTo>
                  <a:pt x="187668" y="89865"/>
                </a:lnTo>
                <a:lnTo>
                  <a:pt x="188969" y="88564"/>
                </a:lnTo>
                <a:lnTo>
                  <a:pt x="188969" y="90632"/>
                </a:lnTo>
                <a:lnTo>
                  <a:pt x="190303" y="91967"/>
                </a:lnTo>
                <a:lnTo>
                  <a:pt x="188502" y="91967"/>
                </a:lnTo>
                <a:close/>
                <a:moveTo>
                  <a:pt x="180996" y="91967"/>
                </a:moveTo>
                <a:lnTo>
                  <a:pt x="179162" y="91967"/>
                </a:lnTo>
                <a:lnTo>
                  <a:pt x="180529" y="90632"/>
                </a:lnTo>
                <a:lnTo>
                  <a:pt x="180529" y="88564"/>
                </a:lnTo>
                <a:lnTo>
                  <a:pt x="181797" y="89865"/>
                </a:lnTo>
                <a:lnTo>
                  <a:pt x="181797" y="91166"/>
                </a:lnTo>
                <a:close/>
                <a:moveTo>
                  <a:pt x="157713" y="91967"/>
                </a:moveTo>
                <a:lnTo>
                  <a:pt x="156879" y="91166"/>
                </a:lnTo>
                <a:lnTo>
                  <a:pt x="156879" y="89865"/>
                </a:lnTo>
                <a:lnTo>
                  <a:pt x="158180" y="88564"/>
                </a:lnTo>
                <a:lnTo>
                  <a:pt x="158180" y="90632"/>
                </a:lnTo>
                <a:lnTo>
                  <a:pt x="159514" y="91967"/>
                </a:lnTo>
                <a:lnTo>
                  <a:pt x="157713" y="91967"/>
                </a:lnTo>
                <a:close/>
                <a:moveTo>
                  <a:pt x="150174" y="91967"/>
                </a:moveTo>
                <a:lnTo>
                  <a:pt x="148373" y="91967"/>
                </a:lnTo>
                <a:lnTo>
                  <a:pt x="149741" y="90632"/>
                </a:lnTo>
                <a:lnTo>
                  <a:pt x="149741" y="88564"/>
                </a:lnTo>
                <a:lnTo>
                  <a:pt x="151008" y="89865"/>
                </a:lnTo>
                <a:lnTo>
                  <a:pt x="151008" y="91166"/>
                </a:lnTo>
                <a:close/>
                <a:moveTo>
                  <a:pt x="126924" y="91967"/>
                </a:moveTo>
                <a:lnTo>
                  <a:pt x="126091" y="91166"/>
                </a:lnTo>
                <a:lnTo>
                  <a:pt x="126091" y="89865"/>
                </a:lnTo>
                <a:lnTo>
                  <a:pt x="127358" y="88564"/>
                </a:lnTo>
                <a:lnTo>
                  <a:pt x="127358" y="90632"/>
                </a:lnTo>
                <a:lnTo>
                  <a:pt x="128726" y="91967"/>
                </a:lnTo>
                <a:lnTo>
                  <a:pt x="126924" y="91967"/>
                </a:lnTo>
                <a:close/>
                <a:moveTo>
                  <a:pt x="119386" y="91967"/>
                </a:moveTo>
                <a:lnTo>
                  <a:pt x="117584" y="91967"/>
                </a:lnTo>
                <a:lnTo>
                  <a:pt x="118952" y="90632"/>
                </a:lnTo>
                <a:lnTo>
                  <a:pt x="118952" y="88564"/>
                </a:lnTo>
                <a:lnTo>
                  <a:pt x="120220" y="89865"/>
                </a:lnTo>
                <a:lnTo>
                  <a:pt x="120220" y="91166"/>
                </a:lnTo>
                <a:close/>
                <a:moveTo>
                  <a:pt x="96136" y="91967"/>
                </a:moveTo>
                <a:lnTo>
                  <a:pt x="95302" y="91166"/>
                </a:lnTo>
                <a:lnTo>
                  <a:pt x="95302" y="89865"/>
                </a:lnTo>
                <a:lnTo>
                  <a:pt x="96569" y="88564"/>
                </a:lnTo>
                <a:lnTo>
                  <a:pt x="96569" y="90632"/>
                </a:lnTo>
                <a:lnTo>
                  <a:pt x="97937" y="91967"/>
                </a:lnTo>
                <a:lnTo>
                  <a:pt x="96136" y="91967"/>
                </a:lnTo>
                <a:close/>
                <a:moveTo>
                  <a:pt x="88597" y="91967"/>
                </a:moveTo>
                <a:lnTo>
                  <a:pt x="86796" y="91967"/>
                </a:lnTo>
                <a:lnTo>
                  <a:pt x="88130" y="90632"/>
                </a:lnTo>
                <a:lnTo>
                  <a:pt x="88130" y="88564"/>
                </a:lnTo>
                <a:lnTo>
                  <a:pt x="89431" y="89865"/>
                </a:lnTo>
                <a:lnTo>
                  <a:pt x="89431" y="91166"/>
                </a:lnTo>
                <a:close/>
                <a:moveTo>
                  <a:pt x="65347" y="91967"/>
                </a:moveTo>
                <a:lnTo>
                  <a:pt x="64513" y="91166"/>
                </a:lnTo>
                <a:lnTo>
                  <a:pt x="64513" y="89865"/>
                </a:lnTo>
                <a:lnTo>
                  <a:pt x="65781" y="88564"/>
                </a:lnTo>
                <a:lnTo>
                  <a:pt x="65781" y="90632"/>
                </a:lnTo>
                <a:lnTo>
                  <a:pt x="67148" y="91967"/>
                </a:lnTo>
                <a:lnTo>
                  <a:pt x="65347" y="91967"/>
                </a:lnTo>
                <a:close/>
                <a:moveTo>
                  <a:pt x="57808" y="91967"/>
                </a:moveTo>
                <a:lnTo>
                  <a:pt x="56007" y="91967"/>
                </a:lnTo>
                <a:lnTo>
                  <a:pt x="57341" y="90632"/>
                </a:lnTo>
                <a:lnTo>
                  <a:pt x="57341" y="88564"/>
                </a:lnTo>
                <a:lnTo>
                  <a:pt x="58642" y="89865"/>
                </a:lnTo>
                <a:lnTo>
                  <a:pt x="58642" y="91166"/>
                </a:lnTo>
                <a:close/>
                <a:moveTo>
                  <a:pt x="34525" y="91967"/>
                </a:moveTo>
                <a:lnTo>
                  <a:pt x="33725" y="91166"/>
                </a:lnTo>
                <a:lnTo>
                  <a:pt x="33725" y="89865"/>
                </a:lnTo>
                <a:lnTo>
                  <a:pt x="34992" y="88564"/>
                </a:lnTo>
                <a:lnTo>
                  <a:pt x="34992" y="90632"/>
                </a:lnTo>
                <a:lnTo>
                  <a:pt x="36360" y="91967"/>
                </a:lnTo>
                <a:lnTo>
                  <a:pt x="34525" y="91967"/>
                </a:lnTo>
                <a:close/>
                <a:moveTo>
                  <a:pt x="28254" y="89432"/>
                </a:moveTo>
                <a:lnTo>
                  <a:pt x="26986" y="88164"/>
                </a:lnTo>
                <a:lnTo>
                  <a:pt x="28854" y="88164"/>
                </a:lnTo>
                <a:lnTo>
                  <a:pt x="29155" y="88031"/>
                </a:lnTo>
                <a:lnTo>
                  <a:pt x="30389" y="86796"/>
                </a:lnTo>
                <a:lnTo>
                  <a:pt x="30389" y="88598"/>
                </a:lnTo>
                <a:lnTo>
                  <a:pt x="29555" y="89432"/>
                </a:lnTo>
                <a:lnTo>
                  <a:pt x="28254" y="89432"/>
                </a:lnTo>
                <a:close/>
                <a:moveTo>
                  <a:pt x="28254" y="33725"/>
                </a:moveTo>
                <a:lnTo>
                  <a:pt x="29555" y="33725"/>
                </a:lnTo>
                <a:lnTo>
                  <a:pt x="30389" y="34559"/>
                </a:lnTo>
                <a:lnTo>
                  <a:pt x="30389" y="36360"/>
                </a:lnTo>
                <a:lnTo>
                  <a:pt x="29155" y="35126"/>
                </a:lnTo>
                <a:lnTo>
                  <a:pt x="28854" y="34993"/>
                </a:lnTo>
                <a:lnTo>
                  <a:pt x="26986" y="34993"/>
                </a:lnTo>
                <a:close/>
                <a:moveTo>
                  <a:pt x="34525" y="31190"/>
                </a:moveTo>
                <a:lnTo>
                  <a:pt x="36360" y="31190"/>
                </a:lnTo>
                <a:lnTo>
                  <a:pt x="34992" y="32524"/>
                </a:lnTo>
                <a:lnTo>
                  <a:pt x="34992" y="34592"/>
                </a:lnTo>
                <a:lnTo>
                  <a:pt x="33725" y="33291"/>
                </a:lnTo>
                <a:lnTo>
                  <a:pt x="33725" y="31990"/>
                </a:lnTo>
                <a:close/>
                <a:moveTo>
                  <a:pt x="57808" y="31190"/>
                </a:moveTo>
                <a:lnTo>
                  <a:pt x="58642" y="31990"/>
                </a:lnTo>
                <a:lnTo>
                  <a:pt x="58642" y="33291"/>
                </a:lnTo>
                <a:lnTo>
                  <a:pt x="57341" y="34592"/>
                </a:lnTo>
                <a:lnTo>
                  <a:pt x="57341" y="32524"/>
                </a:lnTo>
                <a:lnTo>
                  <a:pt x="56007" y="31190"/>
                </a:lnTo>
                <a:lnTo>
                  <a:pt x="57808" y="31190"/>
                </a:lnTo>
                <a:close/>
                <a:moveTo>
                  <a:pt x="65347" y="31190"/>
                </a:moveTo>
                <a:lnTo>
                  <a:pt x="67148" y="31190"/>
                </a:lnTo>
                <a:lnTo>
                  <a:pt x="65781" y="32524"/>
                </a:lnTo>
                <a:lnTo>
                  <a:pt x="65781" y="34592"/>
                </a:lnTo>
                <a:lnTo>
                  <a:pt x="64513" y="33291"/>
                </a:lnTo>
                <a:lnTo>
                  <a:pt x="64513" y="31990"/>
                </a:lnTo>
                <a:close/>
                <a:moveTo>
                  <a:pt x="88597" y="31190"/>
                </a:moveTo>
                <a:lnTo>
                  <a:pt x="89431" y="31990"/>
                </a:lnTo>
                <a:lnTo>
                  <a:pt x="89431" y="33291"/>
                </a:lnTo>
                <a:lnTo>
                  <a:pt x="88130" y="34592"/>
                </a:lnTo>
                <a:lnTo>
                  <a:pt x="88130" y="32524"/>
                </a:lnTo>
                <a:lnTo>
                  <a:pt x="86796" y="31190"/>
                </a:lnTo>
                <a:lnTo>
                  <a:pt x="88597" y="31190"/>
                </a:lnTo>
                <a:close/>
                <a:moveTo>
                  <a:pt x="96136" y="31190"/>
                </a:moveTo>
                <a:lnTo>
                  <a:pt x="97937" y="31190"/>
                </a:lnTo>
                <a:lnTo>
                  <a:pt x="96569" y="32524"/>
                </a:lnTo>
                <a:lnTo>
                  <a:pt x="96569" y="34592"/>
                </a:lnTo>
                <a:lnTo>
                  <a:pt x="95302" y="33291"/>
                </a:lnTo>
                <a:lnTo>
                  <a:pt x="95302" y="31990"/>
                </a:lnTo>
                <a:close/>
                <a:moveTo>
                  <a:pt x="119386" y="31190"/>
                </a:moveTo>
                <a:lnTo>
                  <a:pt x="120220" y="31990"/>
                </a:lnTo>
                <a:lnTo>
                  <a:pt x="120220" y="33291"/>
                </a:lnTo>
                <a:lnTo>
                  <a:pt x="118952" y="34592"/>
                </a:lnTo>
                <a:lnTo>
                  <a:pt x="118952" y="32524"/>
                </a:lnTo>
                <a:lnTo>
                  <a:pt x="117584" y="31190"/>
                </a:lnTo>
                <a:lnTo>
                  <a:pt x="119386" y="31190"/>
                </a:lnTo>
                <a:close/>
                <a:moveTo>
                  <a:pt x="126924" y="31190"/>
                </a:moveTo>
                <a:lnTo>
                  <a:pt x="128726" y="31190"/>
                </a:lnTo>
                <a:lnTo>
                  <a:pt x="127391" y="32524"/>
                </a:lnTo>
                <a:lnTo>
                  <a:pt x="127391" y="34592"/>
                </a:lnTo>
                <a:lnTo>
                  <a:pt x="126091" y="33291"/>
                </a:lnTo>
                <a:lnTo>
                  <a:pt x="126091" y="31990"/>
                </a:lnTo>
                <a:close/>
                <a:moveTo>
                  <a:pt x="150174" y="31190"/>
                </a:moveTo>
                <a:lnTo>
                  <a:pt x="151008" y="31990"/>
                </a:lnTo>
                <a:lnTo>
                  <a:pt x="151008" y="33291"/>
                </a:lnTo>
                <a:lnTo>
                  <a:pt x="149741" y="34592"/>
                </a:lnTo>
                <a:lnTo>
                  <a:pt x="149741" y="32524"/>
                </a:lnTo>
                <a:lnTo>
                  <a:pt x="148373" y="31190"/>
                </a:lnTo>
                <a:lnTo>
                  <a:pt x="150174" y="31190"/>
                </a:lnTo>
                <a:close/>
                <a:moveTo>
                  <a:pt x="157713" y="31190"/>
                </a:moveTo>
                <a:lnTo>
                  <a:pt x="159514" y="31190"/>
                </a:lnTo>
                <a:lnTo>
                  <a:pt x="158180" y="32524"/>
                </a:lnTo>
                <a:lnTo>
                  <a:pt x="158180" y="34592"/>
                </a:lnTo>
                <a:lnTo>
                  <a:pt x="156879" y="33291"/>
                </a:lnTo>
                <a:lnTo>
                  <a:pt x="156879" y="31990"/>
                </a:lnTo>
                <a:close/>
                <a:moveTo>
                  <a:pt x="180996" y="31190"/>
                </a:moveTo>
                <a:lnTo>
                  <a:pt x="181797" y="31990"/>
                </a:lnTo>
                <a:lnTo>
                  <a:pt x="181797" y="33291"/>
                </a:lnTo>
                <a:lnTo>
                  <a:pt x="180529" y="34592"/>
                </a:lnTo>
                <a:lnTo>
                  <a:pt x="180529" y="32524"/>
                </a:lnTo>
                <a:lnTo>
                  <a:pt x="179162" y="31190"/>
                </a:lnTo>
                <a:lnTo>
                  <a:pt x="180996" y="31190"/>
                </a:lnTo>
                <a:close/>
                <a:moveTo>
                  <a:pt x="188502" y="31190"/>
                </a:moveTo>
                <a:lnTo>
                  <a:pt x="190303" y="31190"/>
                </a:lnTo>
                <a:lnTo>
                  <a:pt x="188969" y="32524"/>
                </a:lnTo>
                <a:lnTo>
                  <a:pt x="188969" y="34592"/>
                </a:lnTo>
                <a:lnTo>
                  <a:pt x="187668" y="33291"/>
                </a:lnTo>
                <a:lnTo>
                  <a:pt x="187668" y="31990"/>
                </a:lnTo>
                <a:close/>
                <a:moveTo>
                  <a:pt x="211785" y="31190"/>
                </a:moveTo>
                <a:lnTo>
                  <a:pt x="212586" y="31990"/>
                </a:lnTo>
                <a:lnTo>
                  <a:pt x="212586" y="33291"/>
                </a:lnTo>
                <a:lnTo>
                  <a:pt x="211318" y="34592"/>
                </a:lnTo>
                <a:lnTo>
                  <a:pt x="211318" y="32524"/>
                </a:lnTo>
                <a:lnTo>
                  <a:pt x="209950" y="31190"/>
                </a:lnTo>
                <a:lnTo>
                  <a:pt x="211785" y="31190"/>
                </a:lnTo>
                <a:close/>
                <a:moveTo>
                  <a:pt x="215121" y="57809"/>
                </a:moveTo>
                <a:lnTo>
                  <a:pt x="214320" y="58643"/>
                </a:lnTo>
                <a:lnTo>
                  <a:pt x="213019" y="58643"/>
                </a:lnTo>
                <a:lnTo>
                  <a:pt x="211718" y="57375"/>
                </a:lnTo>
                <a:lnTo>
                  <a:pt x="213620" y="57375"/>
                </a:lnTo>
                <a:lnTo>
                  <a:pt x="213887" y="57242"/>
                </a:lnTo>
                <a:lnTo>
                  <a:pt x="215121" y="56008"/>
                </a:lnTo>
                <a:close/>
                <a:moveTo>
                  <a:pt x="31189" y="65348"/>
                </a:moveTo>
                <a:lnTo>
                  <a:pt x="31990" y="64514"/>
                </a:lnTo>
                <a:lnTo>
                  <a:pt x="33291" y="64514"/>
                </a:lnTo>
                <a:lnTo>
                  <a:pt x="34592" y="65815"/>
                </a:lnTo>
                <a:lnTo>
                  <a:pt x="32691" y="65815"/>
                </a:lnTo>
                <a:lnTo>
                  <a:pt x="32424" y="65915"/>
                </a:lnTo>
                <a:lnTo>
                  <a:pt x="31156" y="67149"/>
                </a:lnTo>
                <a:lnTo>
                  <a:pt x="31156" y="65348"/>
                </a:lnTo>
                <a:close/>
                <a:moveTo>
                  <a:pt x="210618" y="86896"/>
                </a:moveTo>
                <a:lnTo>
                  <a:pt x="209083" y="85362"/>
                </a:lnTo>
                <a:lnTo>
                  <a:pt x="209083" y="80692"/>
                </a:lnTo>
                <a:lnTo>
                  <a:pt x="212419" y="77356"/>
                </a:lnTo>
                <a:lnTo>
                  <a:pt x="214587" y="77356"/>
                </a:lnTo>
                <a:lnTo>
                  <a:pt x="210618" y="81326"/>
                </a:lnTo>
                <a:lnTo>
                  <a:pt x="210618" y="86896"/>
                </a:lnTo>
                <a:close/>
                <a:moveTo>
                  <a:pt x="189636" y="86896"/>
                </a:moveTo>
                <a:lnTo>
                  <a:pt x="189636" y="81326"/>
                </a:lnTo>
                <a:lnTo>
                  <a:pt x="185700" y="77356"/>
                </a:lnTo>
                <a:lnTo>
                  <a:pt x="187868" y="77356"/>
                </a:lnTo>
                <a:lnTo>
                  <a:pt x="191170" y="80692"/>
                </a:lnTo>
                <a:lnTo>
                  <a:pt x="191170" y="85362"/>
                </a:lnTo>
                <a:close/>
                <a:moveTo>
                  <a:pt x="179829" y="86896"/>
                </a:moveTo>
                <a:lnTo>
                  <a:pt x="178294" y="85362"/>
                </a:lnTo>
                <a:lnTo>
                  <a:pt x="178294" y="80692"/>
                </a:lnTo>
                <a:lnTo>
                  <a:pt x="181630" y="77356"/>
                </a:lnTo>
                <a:lnTo>
                  <a:pt x="183798" y="77356"/>
                </a:lnTo>
                <a:lnTo>
                  <a:pt x="179829" y="81326"/>
                </a:lnTo>
                <a:lnTo>
                  <a:pt x="179829" y="86896"/>
                </a:lnTo>
                <a:close/>
                <a:moveTo>
                  <a:pt x="158847" y="86896"/>
                </a:moveTo>
                <a:lnTo>
                  <a:pt x="158847" y="81326"/>
                </a:lnTo>
                <a:lnTo>
                  <a:pt x="154911" y="77356"/>
                </a:lnTo>
                <a:lnTo>
                  <a:pt x="157079" y="77356"/>
                </a:lnTo>
                <a:lnTo>
                  <a:pt x="160382" y="80692"/>
                </a:lnTo>
                <a:lnTo>
                  <a:pt x="160382" y="85362"/>
                </a:lnTo>
                <a:close/>
                <a:moveTo>
                  <a:pt x="149040" y="86896"/>
                </a:moveTo>
                <a:lnTo>
                  <a:pt x="147506" y="85362"/>
                </a:lnTo>
                <a:lnTo>
                  <a:pt x="147506" y="80692"/>
                </a:lnTo>
                <a:lnTo>
                  <a:pt x="150842" y="77356"/>
                </a:lnTo>
                <a:lnTo>
                  <a:pt x="152976" y="77356"/>
                </a:lnTo>
                <a:lnTo>
                  <a:pt x="149040" y="81326"/>
                </a:lnTo>
                <a:lnTo>
                  <a:pt x="149040" y="86896"/>
                </a:lnTo>
                <a:close/>
                <a:moveTo>
                  <a:pt x="128059" y="86896"/>
                </a:moveTo>
                <a:lnTo>
                  <a:pt x="128059" y="81326"/>
                </a:lnTo>
                <a:lnTo>
                  <a:pt x="124122" y="77356"/>
                </a:lnTo>
                <a:lnTo>
                  <a:pt x="126291" y="77356"/>
                </a:lnTo>
                <a:lnTo>
                  <a:pt x="129593" y="80692"/>
                </a:lnTo>
                <a:lnTo>
                  <a:pt x="129593" y="85362"/>
                </a:lnTo>
                <a:close/>
                <a:moveTo>
                  <a:pt x="118252" y="86896"/>
                </a:moveTo>
                <a:lnTo>
                  <a:pt x="116717" y="85362"/>
                </a:lnTo>
                <a:lnTo>
                  <a:pt x="116717" y="80692"/>
                </a:lnTo>
                <a:lnTo>
                  <a:pt x="120053" y="77356"/>
                </a:lnTo>
                <a:lnTo>
                  <a:pt x="122188" y="77356"/>
                </a:lnTo>
                <a:lnTo>
                  <a:pt x="118252" y="81326"/>
                </a:lnTo>
                <a:close/>
                <a:moveTo>
                  <a:pt x="97270" y="86896"/>
                </a:moveTo>
                <a:lnTo>
                  <a:pt x="97270" y="81326"/>
                </a:lnTo>
                <a:lnTo>
                  <a:pt x="93334" y="77356"/>
                </a:lnTo>
                <a:lnTo>
                  <a:pt x="95469" y="77356"/>
                </a:lnTo>
                <a:lnTo>
                  <a:pt x="98804" y="80692"/>
                </a:lnTo>
                <a:lnTo>
                  <a:pt x="98804" y="85362"/>
                </a:lnTo>
                <a:close/>
                <a:moveTo>
                  <a:pt x="87463" y="86896"/>
                </a:moveTo>
                <a:lnTo>
                  <a:pt x="85929" y="85362"/>
                </a:lnTo>
                <a:lnTo>
                  <a:pt x="85929" y="80692"/>
                </a:lnTo>
                <a:lnTo>
                  <a:pt x="89231" y="77356"/>
                </a:lnTo>
                <a:lnTo>
                  <a:pt x="91399" y="77356"/>
                </a:lnTo>
                <a:lnTo>
                  <a:pt x="87463" y="81326"/>
                </a:lnTo>
                <a:close/>
                <a:moveTo>
                  <a:pt x="66481" y="86896"/>
                </a:moveTo>
                <a:lnTo>
                  <a:pt x="66481" y="81326"/>
                </a:lnTo>
                <a:lnTo>
                  <a:pt x="62545" y="77356"/>
                </a:lnTo>
                <a:lnTo>
                  <a:pt x="64713" y="77356"/>
                </a:lnTo>
                <a:lnTo>
                  <a:pt x="68016" y="80692"/>
                </a:lnTo>
                <a:lnTo>
                  <a:pt x="68016" y="85362"/>
                </a:lnTo>
                <a:close/>
                <a:moveTo>
                  <a:pt x="56674" y="86896"/>
                </a:moveTo>
                <a:lnTo>
                  <a:pt x="55140" y="85362"/>
                </a:lnTo>
                <a:lnTo>
                  <a:pt x="55140" y="80692"/>
                </a:lnTo>
                <a:lnTo>
                  <a:pt x="58442" y="77356"/>
                </a:lnTo>
                <a:lnTo>
                  <a:pt x="60610" y="77356"/>
                </a:lnTo>
                <a:lnTo>
                  <a:pt x="56674" y="81326"/>
                </a:lnTo>
                <a:close/>
                <a:moveTo>
                  <a:pt x="35693" y="86896"/>
                </a:moveTo>
                <a:lnTo>
                  <a:pt x="35693" y="81326"/>
                </a:lnTo>
                <a:lnTo>
                  <a:pt x="31723" y="77356"/>
                </a:lnTo>
                <a:lnTo>
                  <a:pt x="33891" y="77356"/>
                </a:lnTo>
                <a:lnTo>
                  <a:pt x="37227" y="80692"/>
                </a:lnTo>
                <a:lnTo>
                  <a:pt x="37227" y="85362"/>
                </a:lnTo>
                <a:close/>
                <a:moveTo>
                  <a:pt x="35693" y="36260"/>
                </a:moveTo>
                <a:lnTo>
                  <a:pt x="37227" y="37795"/>
                </a:lnTo>
                <a:lnTo>
                  <a:pt x="37227" y="42465"/>
                </a:lnTo>
                <a:lnTo>
                  <a:pt x="33891" y="45800"/>
                </a:lnTo>
                <a:lnTo>
                  <a:pt x="31723" y="45800"/>
                </a:lnTo>
                <a:lnTo>
                  <a:pt x="35693" y="41831"/>
                </a:lnTo>
                <a:lnTo>
                  <a:pt x="35693" y="36260"/>
                </a:lnTo>
                <a:close/>
                <a:moveTo>
                  <a:pt x="56674" y="36260"/>
                </a:moveTo>
                <a:lnTo>
                  <a:pt x="56674" y="41831"/>
                </a:lnTo>
                <a:lnTo>
                  <a:pt x="60610" y="45800"/>
                </a:lnTo>
                <a:lnTo>
                  <a:pt x="58442" y="45800"/>
                </a:lnTo>
                <a:lnTo>
                  <a:pt x="55140" y="42465"/>
                </a:lnTo>
                <a:lnTo>
                  <a:pt x="55140" y="37795"/>
                </a:lnTo>
                <a:close/>
                <a:moveTo>
                  <a:pt x="66481" y="36260"/>
                </a:moveTo>
                <a:lnTo>
                  <a:pt x="68016" y="37795"/>
                </a:lnTo>
                <a:lnTo>
                  <a:pt x="68016" y="42465"/>
                </a:lnTo>
                <a:lnTo>
                  <a:pt x="64680" y="45800"/>
                </a:lnTo>
                <a:lnTo>
                  <a:pt x="62512" y="45800"/>
                </a:lnTo>
                <a:lnTo>
                  <a:pt x="66481" y="41831"/>
                </a:lnTo>
                <a:lnTo>
                  <a:pt x="66481" y="36260"/>
                </a:lnTo>
                <a:close/>
                <a:moveTo>
                  <a:pt x="87463" y="36260"/>
                </a:moveTo>
                <a:lnTo>
                  <a:pt x="87463" y="41831"/>
                </a:lnTo>
                <a:lnTo>
                  <a:pt x="91399" y="45800"/>
                </a:lnTo>
                <a:lnTo>
                  <a:pt x="89231" y="45800"/>
                </a:lnTo>
                <a:lnTo>
                  <a:pt x="85929" y="42465"/>
                </a:lnTo>
                <a:lnTo>
                  <a:pt x="85929" y="37795"/>
                </a:lnTo>
                <a:close/>
                <a:moveTo>
                  <a:pt x="97270" y="36260"/>
                </a:moveTo>
                <a:lnTo>
                  <a:pt x="98804" y="37795"/>
                </a:lnTo>
                <a:lnTo>
                  <a:pt x="98804" y="42465"/>
                </a:lnTo>
                <a:lnTo>
                  <a:pt x="95469" y="45800"/>
                </a:lnTo>
                <a:lnTo>
                  <a:pt x="93334" y="45800"/>
                </a:lnTo>
                <a:lnTo>
                  <a:pt x="97270" y="41831"/>
                </a:lnTo>
                <a:close/>
                <a:moveTo>
                  <a:pt x="118252" y="36260"/>
                </a:moveTo>
                <a:lnTo>
                  <a:pt x="118252" y="41831"/>
                </a:lnTo>
                <a:lnTo>
                  <a:pt x="122188" y="45800"/>
                </a:lnTo>
                <a:lnTo>
                  <a:pt x="120053" y="45800"/>
                </a:lnTo>
                <a:lnTo>
                  <a:pt x="116717" y="42465"/>
                </a:lnTo>
                <a:lnTo>
                  <a:pt x="116717" y="37795"/>
                </a:lnTo>
                <a:close/>
                <a:moveTo>
                  <a:pt x="128059" y="36260"/>
                </a:moveTo>
                <a:lnTo>
                  <a:pt x="129593" y="37795"/>
                </a:lnTo>
                <a:lnTo>
                  <a:pt x="129593" y="42465"/>
                </a:lnTo>
                <a:lnTo>
                  <a:pt x="126291" y="45800"/>
                </a:lnTo>
                <a:lnTo>
                  <a:pt x="124122" y="45800"/>
                </a:lnTo>
                <a:lnTo>
                  <a:pt x="128059" y="41831"/>
                </a:lnTo>
                <a:lnTo>
                  <a:pt x="128059" y="36260"/>
                </a:lnTo>
                <a:close/>
                <a:moveTo>
                  <a:pt x="149040" y="36260"/>
                </a:moveTo>
                <a:lnTo>
                  <a:pt x="149040" y="41831"/>
                </a:lnTo>
                <a:lnTo>
                  <a:pt x="153010" y="45800"/>
                </a:lnTo>
                <a:lnTo>
                  <a:pt x="150842" y="45800"/>
                </a:lnTo>
                <a:lnTo>
                  <a:pt x="147506" y="42465"/>
                </a:lnTo>
                <a:lnTo>
                  <a:pt x="147506" y="37795"/>
                </a:lnTo>
                <a:close/>
                <a:moveTo>
                  <a:pt x="158847" y="36260"/>
                </a:moveTo>
                <a:lnTo>
                  <a:pt x="160382" y="37795"/>
                </a:lnTo>
                <a:lnTo>
                  <a:pt x="160382" y="42465"/>
                </a:lnTo>
                <a:lnTo>
                  <a:pt x="157079" y="45800"/>
                </a:lnTo>
                <a:lnTo>
                  <a:pt x="154911" y="45800"/>
                </a:lnTo>
                <a:lnTo>
                  <a:pt x="158847" y="41831"/>
                </a:lnTo>
                <a:lnTo>
                  <a:pt x="158847" y="36260"/>
                </a:lnTo>
                <a:close/>
                <a:moveTo>
                  <a:pt x="179829" y="36260"/>
                </a:moveTo>
                <a:lnTo>
                  <a:pt x="179829" y="41831"/>
                </a:lnTo>
                <a:lnTo>
                  <a:pt x="183798" y="45800"/>
                </a:lnTo>
                <a:lnTo>
                  <a:pt x="181630" y="45800"/>
                </a:lnTo>
                <a:lnTo>
                  <a:pt x="178294" y="42465"/>
                </a:lnTo>
                <a:lnTo>
                  <a:pt x="178294" y="37795"/>
                </a:lnTo>
                <a:close/>
                <a:moveTo>
                  <a:pt x="189636" y="36260"/>
                </a:moveTo>
                <a:lnTo>
                  <a:pt x="191170" y="37795"/>
                </a:lnTo>
                <a:lnTo>
                  <a:pt x="191170" y="42465"/>
                </a:lnTo>
                <a:lnTo>
                  <a:pt x="187868" y="45800"/>
                </a:lnTo>
                <a:lnTo>
                  <a:pt x="185700" y="45800"/>
                </a:lnTo>
                <a:lnTo>
                  <a:pt x="189636" y="41831"/>
                </a:lnTo>
                <a:lnTo>
                  <a:pt x="189636" y="36260"/>
                </a:lnTo>
                <a:close/>
                <a:moveTo>
                  <a:pt x="208549" y="68016"/>
                </a:moveTo>
                <a:lnTo>
                  <a:pt x="203846" y="68016"/>
                </a:lnTo>
                <a:lnTo>
                  <a:pt x="200544" y="64714"/>
                </a:lnTo>
                <a:lnTo>
                  <a:pt x="200544" y="62546"/>
                </a:lnTo>
                <a:lnTo>
                  <a:pt x="204480" y="66482"/>
                </a:lnTo>
                <a:lnTo>
                  <a:pt x="210084" y="66482"/>
                </a:lnTo>
                <a:close/>
                <a:moveTo>
                  <a:pt x="208916" y="76589"/>
                </a:moveTo>
                <a:lnTo>
                  <a:pt x="206648" y="74287"/>
                </a:lnTo>
                <a:lnTo>
                  <a:pt x="206648" y="71052"/>
                </a:lnTo>
                <a:lnTo>
                  <a:pt x="208316" y="69351"/>
                </a:lnTo>
                <a:lnTo>
                  <a:pt x="208316" y="73587"/>
                </a:lnTo>
                <a:lnTo>
                  <a:pt x="211285" y="76589"/>
                </a:lnTo>
                <a:lnTo>
                  <a:pt x="208916" y="76589"/>
                </a:lnTo>
                <a:close/>
                <a:moveTo>
                  <a:pt x="205848" y="82126"/>
                </a:moveTo>
                <a:lnTo>
                  <a:pt x="204513" y="80792"/>
                </a:lnTo>
                <a:lnTo>
                  <a:pt x="204513" y="78791"/>
                </a:lnTo>
                <a:lnTo>
                  <a:pt x="205948" y="77356"/>
                </a:lnTo>
                <a:lnTo>
                  <a:pt x="207816" y="77356"/>
                </a:lnTo>
                <a:lnTo>
                  <a:pt x="205848" y="79324"/>
                </a:lnTo>
                <a:close/>
                <a:moveTo>
                  <a:pt x="188969" y="76589"/>
                </a:moveTo>
                <a:lnTo>
                  <a:pt x="191971" y="73587"/>
                </a:lnTo>
                <a:lnTo>
                  <a:pt x="191971" y="69351"/>
                </a:lnTo>
                <a:lnTo>
                  <a:pt x="193639" y="71052"/>
                </a:lnTo>
                <a:lnTo>
                  <a:pt x="193639" y="74287"/>
                </a:lnTo>
                <a:lnTo>
                  <a:pt x="191337" y="76589"/>
                </a:lnTo>
                <a:close/>
                <a:moveTo>
                  <a:pt x="185700" y="76589"/>
                </a:moveTo>
                <a:lnTo>
                  <a:pt x="189636" y="72620"/>
                </a:lnTo>
                <a:lnTo>
                  <a:pt x="189636" y="67049"/>
                </a:lnTo>
                <a:lnTo>
                  <a:pt x="191170" y="68583"/>
                </a:lnTo>
                <a:lnTo>
                  <a:pt x="191170" y="73253"/>
                </a:lnTo>
                <a:lnTo>
                  <a:pt x="187868" y="76589"/>
                </a:lnTo>
                <a:lnTo>
                  <a:pt x="185700" y="76589"/>
                </a:lnTo>
                <a:close/>
                <a:moveTo>
                  <a:pt x="181630" y="76589"/>
                </a:moveTo>
                <a:lnTo>
                  <a:pt x="178294" y="73253"/>
                </a:lnTo>
                <a:lnTo>
                  <a:pt x="178294" y="68583"/>
                </a:lnTo>
                <a:lnTo>
                  <a:pt x="179829" y="67049"/>
                </a:lnTo>
                <a:lnTo>
                  <a:pt x="179829" y="72620"/>
                </a:lnTo>
                <a:lnTo>
                  <a:pt x="183798" y="76589"/>
                </a:lnTo>
                <a:lnTo>
                  <a:pt x="181630" y="76589"/>
                </a:lnTo>
                <a:close/>
                <a:moveTo>
                  <a:pt x="178128" y="76589"/>
                </a:moveTo>
                <a:lnTo>
                  <a:pt x="175826" y="74287"/>
                </a:lnTo>
                <a:lnTo>
                  <a:pt x="175826" y="71052"/>
                </a:lnTo>
                <a:lnTo>
                  <a:pt x="177527" y="69351"/>
                </a:lnTo>
                <a:lnTo>
                  <a:pt x="177527" y="73587"/>
                </a:lnTo>
                <a:lnTo>
                  <a:pt x="180496" y="76589"/>
                </a:lnTo>
                <a:lnTo>
                  <a:pt x="178128" y="76589"/>
                </a:lnTo>
                <a:close/>
                <a:moveTo>
                  <a:pt x="175059" y="82126"/>
                </a:moveTo>
                <a:lnTo>
                  <a:pt x="173725" y="80792"/>
                </a:lnTo>
                <a:lnTo>
                  <a:pt x="173725" y="78791"/>
                </a:lnTo>
                <a:lnTo>
                  <a:pt x="175159" y="77356"/>
                </a:lnTo>
                <a:lnTo>
                  <a:pt x="177027" y="77356"/>
                </a:lnTo>
                <a:lnTo>
                  <a:pt x="175059" y="79324"/>
                </a:lnTo>
                <a:close/>
                <a:moveTo>
                  <a:pt x="158180" y="76589"/>
                </a:moveTo>
                <a:lnTo>
                  <a:pt x="161182" y="73587"/>
                </a:lnTo>
                <a:lnTo>
                  <a:pt x="161182" y="69351"/>
                </a:lnTo>
                <a:lnTo>
                  <a:pt x="162850" y="71052"/>
                </a:lnTo>
                <a:lnTo>
                  <a:pt x="162850" y="74287"/>
                </a:lnTo>
                <a:lnTo>
                  <a:pt x="160548" y="76589"/>
                </a:lnTo>
                <a:close/>
                <a:moveTo>
                  <a:pt x="154911" y="76589"/>
                </a:moveTo>
                <a:lnTo>
                  <a:pt x="158847" y="72620"/>
                </a:lnTo>
                <a:lnTo>
                  <a:pt x="158847" y="67049"/>
                </a:lnTo>
                <a:lnTo>
                  <a:pt x="160382" y="68583"/>
                </a:lnTo>
                <a:lnTo>
                  <a:pt x="160382" y="73253"/>
                </a:lnTo>
                <a:lnTo>
                  <a:pt x="157079" y="76589"/>
                </a:lnTo>
                <a:lnTo>
                  <a:pt x="154911" y="76589"/>
                </a:lnTo>
                <a:close/>
                <a:moveTo>
                  <a:pt x="150842" y="76589"/>
                </a:moveTo>
                <a:lnTo>
                  <a:pt x="147506" y="73253"/>
                </a:lnTo>
                <a:lnTo>
                  <a:pt x="147506" y="68583"/>
                </a:lnTo>
                <a:lnTo>
                  <a:pt x="149040" y="67049"/>
                </a:lnTo>
                <a:lnTo>
                  <a:pt x="149040" y="72620"/>
                </a:lnTo>
                <a:lnTo>
                  <a:pt x="153010" y="76589"/>
                </a:lnTo>
                <a:lnTo>
                  <a:pt x="150842" y="76589"/>
                </a:lnTo>
                <a:close/>
                <a:moveTo>
                  <a:pt x="147339" y="76589"/>
                </a:moveTo>
                <a:lnTo>
                  <a:pt x="145037" y="74287"/>
                </a:lnTo>
                <a:lnTo>
                  <a:pt x="145037" y="71052"/>
                </a:lnTo>
                <a:lnTo>
                  <a:pt x="146739" y="69351"/>
                </a:lnTo>
                <a:lnTo>
                  <a:pt x="146739" y="73587"/>
                </a:lnTo>
                <a:lnTo>
                  <a:pt x="149707" y="76589"/>
                </a:lnTo>
                <a:lnTo>
                  <a:pt x="147339" y="76589"/>
                </a:lnTo>
                <a:close/>
                <a:moveTo>
                  <a:pt x="144270" y="82126"/>
                </a:moveTo>
                <a:lnTo>
                  <a:pt x="142936" y="80792"/>
                </a:lnTo>
                <a:lnTo>
                  <a:pt x="142936" y="78791"/>
                </a:lnTo>
                <a:lnTo>
                  <a:pt x="144370" y="77356"/>
                </a:lnTo>
                <a:lnTo>
                  <a:pt x="146238" y="77356"/>
                </a:lnTo>
                <a:lnTo>
                  <a:pt x="144270" y="79324"/>
                </a:lnTo>
                <a:close/>
                <a:moveTo>
                  <a:pt x="127391" y="76589"/>
                </a:moveTo>
                <a:lnTo>
                  <a:pt x="130394" y="73587"/>
                </a:lnTo>
                <a:lnTo>
                  <a:pt x="130394" y="69351"/>
                </a:lnTo>
                <a:lnTo>
                  <a:pt x="132061" y="71052"/>
                </a:lnTo>
                <a:lnTo>
                  <a:pt x="132061" y="74287"/>
                </a:lnTo>
                <a:lnTo>
                  <a:pt x="129760" y="76589"/>
                </a:lnTo>
                <a:close/>
                <a:moveTo>
                  <a:pt x="124122" y="76589"/>
                </a:moveTo>
                <a:lnTo>
                  <a:pt x="128059" y="72620"/>
                </a:lnTo>
                <a:lnTo>
                  <a:pt x="128059" y="67049"/>
                </a:lnTo>
                <a:lnTo>
                  <a:pt x="129593" y="68583"/>
                </a:lnTo>
                <a:lnTo>
                  <a:pt x="129593" y="73253"/>
                </a:lnTo>
                <a:lnTo>
                  <a:pt x="126291" y="76589"/>
                </a:lnTo>
                <a:lnTo>
                  <a:pt x="124122" y="76589"/>
                </a:lnTo>
                <a:close/>
                <a:moveTo>
                  <a:pt x="120053" y="76589"/>
                </a:moveTo>
                <a:lnTo>
                  <a:pt x="116717" y="73253"/>
                </a:lnTo>
                <a:lnTo>
                  <a:pt x="116717" y="68583"/>
                </a:lnTo>
                <a:lnTo>
                  <a:pt x="118252" y="67049"/>
                </a:lnTo>
                <a:lnTo>
                  <a:pt x="118252" y="72620"/>
                </a:lnTo>
                <a:lnTo>
                  <a:pt x="122188" y="76589"/>
                </a:lnTo>
                <a:lnTo>
                  <a:pt x="120053" y="76589"/>
                </a:lnTo>
                <a:close/>
                <a:moveTo>
                  <a:pt x="116550" y="76589"/>
                </a:moveTo>
                <a:lnTo>
                  <a:pt x="114249" y="74287"/>
                </a:lnTo>
                <a:lnTo>
                  <a:pt x="114249" y="71052"/>
                </a:lnTo>
                <a:lnTo>
                  <a:pt x="115950" y="69351"/>
                </a:lnTo>
                <a:lnTo>
                  <a:pt x="115950" y="73587"/>
                </a:lnTo>
                <a:lnTo>
                  <a:pt x="118919" y="76589"/>
                </a:lnTo>
                <a:lnTo>
                  <a:pt x="116550" y="76589"/>
                </a:lnTo>
                <a:close/>
                <a:moveTo>
                  <a:pt x="113482" y="82126"/>
                </a:moveTo>
                <a:lnTo>
                  <a:pt x="112147" y="80792"/>
                </a:lnTo>
                <a:lnTo>
                  <a:pt x="112147" y="78791"/>
                </a:lnTo>
                <a:lnTo>
                  <a:pt x="113582" y="77356"/>
                </a:lnTo>
                <a:lnTo>
                  <a:pt x="115450" y="77356"/>
                </a:lnTo>
                <a:lnTo>
                  <a:pt x="113482" y="79324"/>
                </a:lnTo>
                <a:close/>
                <a:moveTo>
                  <a:pt x="96603" y="76589"/>
                </a:moveTo>
                <a:lnTo>
                  <a:pt x="99605" y="73587"/>
                </a:lnTo>
                <a:lnTo>
                  <a:pt x="99605" y="69351"/>
                </a:lnTo>
                <a:lnTo>
                  <a:pt x="101273" y="71052"/>
                </a:lnTo>
                <a:lnTo>
                  <a:pt x="101273" y="74287"/>
                </a:lnTo>
                <a:lnTo>
                  <a:pt x="98971" y="76589"/>
                </a:lnTo>
                <a:close/>
                <a:moveTo>
                  <a:pt x="93334" y="76589"/>
                </a:moveTo>
                <a:lnTo>
                  <a:pt x="97270" y="72620"/>
                </a:lnTo>
                <a:lnTo>
                  <a:pt x="97270" y="67049"/>
                </a:lnTo>
                <a:lnTo>
                  <a:pt x="98804" y="68583"/>
                </a:lnTo>
                <a:lnTo>
                  <a:pt x="98804" y="73253"/>
                </a:lnTo>
                <a:lnTo>
                  <a:pt x="95469" y="76589"/>
                </a:lnTo>
                <a:lnTo>
                  <a:pt x="93334" y="76589"/>
                </a:lnTo>
                <a:close/>
                <a:moveTo>
                  <a:pt x="89231" y="76589"/>
                </a:moveTo>
                <a:lnTo>
                  <a:pt x="85929" y="73253"/>
                </a:lnTo>
                <a:lnTo>
                  <a:pt x="85929" y="68583"/>
                </a:lnTo>
                <a:lnTo>
                  <a:pt x="87463" y="67049"/>
                </a:lnTo>
                <a:lnTo>
                  <a:pt x="87463" y="72620"/>
                </a:lnTo>
                <a:lnTo>
                  <a:pt x="91399" y="76589"/>
                </a:lnTo>
                <a:lnTo>
                  <a:pt x="89231" y="76589"/>
                </a:lnTo>
                <a:close/>
                <a:moveTo>
                  <a:pt x="85762" y="76589"/>
                </a:moveTo>
                <a:lnTo>
                  <a:pt x="83460" y="74287"/>
                </a:lnTo>
                <a:lnTo>
                  <a:pt x="83460" y="71052"/>
                </a:lnTo>
                <a:lnTo>
                  <a:pt x="85128" y="69351"/>
                </a:lnTo>
                <a:lnTo>
                  <a:pt x="85128" y="73587"/>
                </a:lnTo>
                <a:lnTo>
                  <a:pt x="88130" y="76589"/>
                </a:lnTo>
                <a:lnTo>
                  <a:pt x="85762" y="76589"/>
                </a:lnTo>
                <a:close/>
                <a:moveTo>
                  <a:pt x="82660" y="82126"/>
                </a:moveTo>
                <a:lnTo>
                  <a:pt x="81359" y="80792"/>
                </a:lnTo>
                <a:lnTo>
                  <a:pt x="81359" y="78791"/>
                </a:lnTo>
                <a:lnTo>
                  <a:pt x="82793" y="77356"/>
                </a:lnTo>
                <a:lnTo>
                  <a:pt x="84628" y="77356"/>
                </a:lnTo>
                <a:lnTo>
                  <a:pt x="82660" y="79324"/>
                </a:lnTo>
                <a:close/>
                <a:moveTo>
                  <a:pt x="65814" y="76589"/>
                </a:moveTo>
                <a:lnTo>
                  <a:pt x="68816" y="73587"/>
                </a:lnTo>
                <a:lnTo>
                  <a:pt x="68816" y="69351"/>
                </a:lnTo>
                <a:lnTo>
                  <a:pt x="70484" y="71052"/>
                </a:lnTo>
                <a:lnTo>
                  <a:pt x="70484" y="74287"/>
                </a:lnTo>
                <a:lnTo>
                  <a:pt x="68183" y="76589"/>
                </a:lnTo>
                <a:close/>
                <a:moveTo>
                  <a:pt x="62512" y="76589"/>
                </a:moveTo>
                <a:lnTo>
                  <a:pt x="66481" y="72620"/>
                </a:lnTo>
                <a:lnTo>
                  <a:pt x="66481" y="67049"/>
                </a:lnTo>
                <a:lnTo>
                  <a:pt x="68016" y="68583"/>
                </a:lnTo>
                <a:lnTo>
                  <a:pt x="68016" y="73253"/>
                </a:lnTo>
                <a:lnTo>
                  <a:pt x="64680" y="76589"/>
                </a:lnTo>
                <a:lnTo>
                  <a:pt x="62512" y="76589"/>
                </a:lnTo>
                <a:close/>
                <a:moveTo>
                  <a:pt x="58442" y="76589"/>
                </a:moveTo>
                <a:lnTo>
                  <a:pt x="55140" y="73253"/>
                </a:lnTo>
                <a:lnTo>
                  <a:pt x="55140" y="68583"/>
                </a:lnTo>
                <a:lnTo>
                  <a:pt x="56674" y="67049"/>
                </a:lnTo>
                <a:lnTo>
                  <a:pt x="56674" y="72620"/>
                </a:lnTo>
                <a:lnTo>
                  <a:pt x="60610" y="76589"/>
                </a:lnTo>
                <a:lnTo>
                  <a:pt x="58442" y="76589"/>
                </a:lnTo>
                <a:close/>
                <a:moveTo>
                  <a:pt x="54973" y="76589"/>
                </a:moveTo>
                <a:lnTo>
                  <a:pt x="52671" y="74287"/>
                </a:lnTo>
                <a:lnTo>
                  <a:pt x="52671" y="71052"/>
                </a:lnTo>
                <a:lnTo>
                  <a:pt x="54339" y="69351"/>
                </a:lnTo>
                <a:lnTo>
                  <a:pt x="54339" y="73587"/>
                </a:lnTo>
                <a:lnTo>
                  <a:pt x="57341" y="76589"/>
                </a:lnTo>
                <a:lnTo>
                  <a:pt x="54973" y="76589"/>
                </a:lnTo>
                <a:close/>
                <a:moveTo>
                  <a:pt x="51871" y="82126"/>
                </a:moveTo>
                <a:lnTo>
                  <a:pt x="50570" y="80792"/>
                </a:lnTo>
                <a:lnTo>
                  <a:pt x="50570" y="78791"/>
                </a:lnTo>
                <a:lnTo>
                  <a:pt x="51971" y="77356"/>
                </a:lnTo>
                <a:lnTo>
                  <a:pt x="53839" y="77356"/>
                </a:lnTo>
                <a:lnTo>
                  <a:pt x="51871" y="79324"/>
                </a:lnTo>
                <a:close/>
                <a:moveTo>
                  <a:pt x="35026" y="76589"/>
                </a:moveTo>
                <a:lnTo>
                  <a:pt x="37994" y="73587"/>
                </a:lnTo>
                <a:lnTo>
                  <a:pt x="37994" y="69351"/>
                </a:lnTo>
                <a:lnTo>
                  <a:pt x="39696" y="71052"/>
                </a:lnTo>
                <a:lnTo>
                  <a:pt x="39696" y="74287"/>
                </a:lnTo>
                <a:lnTo>
                  <a:pt x="37394" y="76589"/>
                </a:lnTo>
                <a:close/>
                <a:moveTo>
                  <a:pt x="37761" y="55140"/>
                </a:moveTo>
                <a:lnTo>
                  <a:pt x="42464" y="55140"/>
                </a:lnTo>
                <a:lnTo>
                  <a:pt x="45767" y="58443"/>
                </a:lnTo>
                <a:lnTo>
                  <a:pt x="45767" y="60611"/>
                </a:lnTo>
                <a:lnTo>
                  <a:pt x="41830" y="56675"/>
                </a:lnTo>
                <a:lnTo>
                  <a:pt x="36226" y="56675"/>
                </a:lnTo>
                <a:close/>
                <a:moveTo>
                  <a:pt x="37394" y="46568"/>
                </a:moveTo>
                <a:lnTo>
                  <a:pt x="39696" y="48869"/>
                </a:lnTo>
                <a:lnTo>
                  <a:pt x="39696" y="52105"/>
                </a:lnTo>
                <a:lnTo>
                  <a:pt x="37994" y="53806"/>
                </a:lnTo>
                <a:lnTo>
                  <a:pt x="37994" y="49570"/>
                </a:lnTo>
                <a:lnTo>
                  <a:pt x="35026" y="46568"/>
                </a:lnTo>
                <a:close/>
                <a:moveTo>
                  <a:pt x="40463" y="41030"/>
                </a:moveTo>
                <a:lnTo>
                  <a:pt x="41797" y="42365"/>
                </a:lnTo>
                <a:lnTo>
                  <a:pt x="41797" y="44366"/>
                </a:lnTo>
                <a:lnTo>
                  <a:pt x="40363" y="45800"/>
                </a:lnTo>
                <a:lnTo>
                  <a:pt x="38495" y="45800"/>
                </a:lnTo>
                <a:lnTo>
                  <a:pt x="40463" y="43832"/>
                </a:lnTo>
                <a:close/>
                <a:moveTo>
                  <a:pt x="57341" y="46568"/>
                </a:moveTo>
                <a:lnTo>
                  <a:pt x="54339" y="49570"/>
                </a:lnTo>
                <a:lnTo>
                  <a:pt x="54339" y="53806"/>
                </a:lnTo>
                <a:lnTo>
                  <a:pt x="52671" y="52105"/>
                </a:lnTo>
                <a:lnTo>
                  <a:pt x="52671" y="48869"/>
                </a:lnTo>
                <a:lnTo>
                  <a:pt x="54973" y="46568"/>
                </a:lnTo>
                <a:close/>
                <a:moveTo>
                  <a:pt x="60610" y="46568"/>
                </a:moveTo>
                <a:lnTo>
                  <a:pt x="56674" y="50537"/>
                </a:lnTo>
                <a:lnTo>
                  <a:pt x="56674" y="56108"/>
                </a:lnTo>
                <a:lnTo>
                  <a:pt x="55140" y="54573"/>
                </a:lnTo>
                <a:lnTo>
                  <a:pt x="55140" y="49903"/>
                </a:lnTo>
                <a:lnTo>
                  <a:pt x="58442" y="46568"/>
                </a:lnTo>
                <a:close/>
                <a:moveTo>
                  <a:pt x="64680" y="46568"/>
                </a:moveTo>
                <a:lnTo>
                  <a:pt x="68016" y="49903"/>
                </a:lnTo>
                <a:lnTo>
                  <a:pt x="68016" y="54573"/>
                </a:lnTo>
                <a:lnTo>
                  <a:pt x="66481" y="56108"/>
                </a:lnTo>
                <a:lnTo>
                  <a:pt x="66481" y="50537"/>
                </a:lnTo>
                <a:lnTo>
                  <a:pt x="62545" y="46568"/>
                </a:lnTo>
                <a:close/>
                <a:moveTo>
                  <a:pt x="68183" y="46568"/>
                </a:moveTo>
                <a:lnTo>
                  <a:pt x="70484" y="48869"/>
                </a:lnTo>
                <a:lnTo>
                  <a:pt x="70484" y="52105"/>
                </a:lnTo>
                <a:lnTo>
                  <a:pt x="68783" y="53806"/>
                </a:lnTo>
                <a:lnTo>
                  <a:pt x="68783" y="49570"/>
                </a:lnTo>
                <a:lnTo>
                  <a:pt x="65814" y="46568"/>
                </a:lnTo>
                <a:close/>
                <a:moveTo>
                  <a:pt x="71251" y="41030"/>
                </a:moveTo>
                <a:lnTo>
                  <a:pt x="72586" y="42365"/>
                </a:lnTo>
                <a:lnTo>
                  <a:pt x="72586" y="44366"/>
                </a:lnTo>
                <a:lnTo>
                  <a:pt x="71151" y="45800"/>
                </a:lnTo>
                <a:lnTo>
                  <a:pt x="69283" y="45800"/>
                </a:lnTo>
                <a:lnTo>
                  <a:pt x="71251" y="43832"/>
                </a:lnTo>
                <a:lnTo>
                  <a:pt x="71251" y="41030"/>
                </a:lnTo>
                <a:close/>
                <a:moveTo>
                  <a:pt x="88130" y="46568"/>
                </a:moveTo>
                <a:lnTo>
                  <a:pt x="85128" y="49570"/>
                </a:lnTo>
                <a:lnTo>
                  <a:pt x="85128" y="53806"/>
                </a:lnTo>
                <a:lnTo>
                  <a:pt x="83460" y="52105"/>
                </a:lnTo>
                <a:lnTo>
                  <a:pt x="83460" y="48869"/>
                </a:lnTo>
                <a:lnTo>
                  <a:pt x="85762" y="46568"/>
                </a:lnTo>
                <a:close/>
                <a:moveTo>
                  <a:pt x="91399" y="46568"/>
                </a:moveTo>
                <a:lnTo>
                  <a:pt x="87463" y="50537"/>
                </a:lnTo>
                <a:lnTo>
                  <a:pt x="87463" y="56108"/>
                </a:lnTo>
                <a:lnTo>
                  <a:pt x="85929" y="54573"/>
                </a:lnTo>
                <a:lnTo>
                  <a:pt x="85929" y="49903"/>
                </a:lnTo>
                <a:lnTo>
                  <a:pt x="89231" y="46568"/>
                </a:lnTo>
                <a:close/>
                <a:moveTo>
                  <a:pt x="95469" y="46568"/>
                </a:moveTo>
                <a:lnTo>
                  <a:pt x="98804" y="49903"/>
                </a:lnTo>
                <a:lnTo>
                  <a:pt x="98804" y="54573"/>
                </a:lnTo>
                <a:lnTo>
                  <a:pt x="97270" y="56108"/>
                </a:lnTo>
                <a:lnTo>
                  <a:pt x="97270" y="50537"/>
                </a:lnTo>
                <a:lnTo>
                  <a:pt x="93334" y="46568"/>
                </a:lnTo>
                <a:close/>
                <a:moveTo>
                  <a:pt x="98971" y="46568"/>
                </a:moveTo>
                <a:lnTo>
                  <a:pt x="101273" y="48869"/>
                </a:lnTo>
                <a:lnTo>
                  <a:pt x="101273" y="52105"/>
                </a:lnTo>
                <a:lnTo>
                  <a:pt x="99572" y="53806"/>
                </a:lnTo>
                <a:lnTo>
                  <a:pt x="99572" y="49570"/>
                </a:lnTo>
                <a:lnTo>
                  <a:pt x="96603" y="46568"/>
                </a:lnTo>
                <a:close/>
                <a:moveTo>
                  <a:pt x="102040" y="41030"/>
                </a:moveTo>
                <a:lnTo>
                  <a:pt x="103374" y="42365"/>
                </a:lnTo>
                <a:lnTo>
                  <a:pt x="103374" y="44366"/>
                </a:lnTo>
                <a:lnTo>
                  <a:pt x="101940" y="45800"/>
                </a:lnTo>
                <a:lnTo>
                  <a:pt x="100072" y="45800"/>
                </a:lnTo>
                <a:lnTo>
                  <a:pt x="102040" y="43832"/>
                </a:lnTo>
                <a:close/>
                <a:moveTo>
                  <a:pt x="118919" y="46568"/>
                </a:moveTo>
                <a:lnTo>
                  <a:pt x="115917" y="49570"/>
                </a:lnTo>
                <a:lnTo>
                  <a:pt x="115917" y="53806"/>
                </a:lnTo>
                <a:lnTo>
                  <a:pt x="114249" y="52105"/>
                </a:lnTo>
                <a:lnTo>
                  <a:pt x="114249" y="48869"/>
                </a:lnTo>
                <a:lnTo>
                  <a:pt x="116550" y="46568"/>
                </a:lnTo>
                <a:close/>
                <a:moveTo>
                  <a:pt x="122188" y="46568"/>
                </a:moveTo>
                <a:lnTo>
                  <a:pt x="118252" y="50537"/>
                </a:lnTo>
                <a:lnTo>
                  <a:pt x="118252" y="56108"/>
                </a:lnTo>
                <a:lnTo>
                  <a:pt x="116717" y="54573"/>
                </a:lnTo>
                <a:lnTo>
                  <a:pt x="116717" y="49903"/>
                </a:lnTo>
                <a:lnTo>
                  <a:pt x="120053" y="46568"/>
                </a:lnTo>
                <a:close/>
                <a:moveTo>
                  <a:pt x="126291" y="46568"/>
                </a:moveTo>
                <a:lnTo>
                  <a:pt x="129593" y="49903"/>
                </a:lnTo>
                <a:lnTo>
                  <a:pt x="129593" y="54573"/>
                </a:lnTo>
                <a:lnTo>
                  <a:pt x="128059" y="56108"/>
                </a:lnTo>
                <a:lnTo>
                  <a:pt x="128059" y="50537"/>
                </a:lnTo>
                <a:lnTo>
                  <a:pt x="124122" y="46568"/>
                </a:lnTo>
                <a:close/>
                <a:moveTo>
                  <a:pt x="129760" y="46568"/>
                </a:moveTo>
                <a:lnTo>
                  <a:pt x="132061" y="48869"/>
                </a:lnTo>
                <a:lnTo>
                  <a:pt x="132061" y="52105"/>
                </a:lnTo>
                <a:lnTo>
                  <a:pt x="130394" y="53806"/>
                </a:lnTo>
                <a:lnTo>
                  <a:pt x="130394" y="49570"/>
                </a:lnTo>
                <a:lnTo>
                  <a:pt x="127391" y="46568"/>
                </a:lnTo>
                <a:close/>
                <a:moveTo>
                  <a:pt x="132862" y="41030"/>
                </a:moveTo>
                <a:lnTo>
                  <a:pt x="134163" y="42365"/>
                </a:lnTo>
                <a:lnTo>
                  <a:pt x="134163" y="44366"/>
                </a:lnTo>
                <a:lnTo>
                  <a:pt x="132729" y="45800"/>
                </a:lnTo>
                <a:lnTo>
                  <a:pt x="130894" y="45800"/>
                </a:lnTo>
                <a:lnTo>
                  <a:pt x="132862" y="43832"/>
                </a:lnTo>
                <a:close/>
                <a:moveTo>
                  <a:pt x="149707" y="46568"/>
                </a:moveTo>
                <a:lnTo>
                  <a:pt x="146739" y="49570"/>
                </a:lnTo>
                <a:lnTo>
                  <a:pt x="146739" y="53806"/>
                </a:lnTo>
                <a:lnTo>
                  <a:pt x="145037" y="52105"/>
                </a:lnTo>
                <a:lnTo>
                  <a:pt x="145037" y="48869"/>
                </a:lnTo>
                <a:lnTo>
                  <a:pt x="147339" y="46568"/>
                </a:lnTo>
                <a:close/>
                <a:moveTo>
                  <a:pt x="153010" y="46568"/>
                </a:moveTo>
                <a:lnTo>
                  <a:pt x="149040" y="50537"/>
                </a:lnTo>
                <a:lnTo>
                  <a:pt x="149040" y="56108"/>
                </a:lnTo>
                <a:lnTo>
                  <a:pt x="147506" y="54573"/>
                </a:lnTo>
                <a:lnTo>
                  <a:pt x="147506" y="49903"/>
                </a:lnTo>
                <a:lnTo>
                  <a:pt x="150842" y="46568"/>
                </a:lnTo>
                <a:close/>
                <a:moveTo>
                  <a:pt x="157079" y="46568"/>
                </a:moveTo>
                <a:lnTo>
                  <a:pt x="160382" y="49903"/>
                </a:lnTo>
                <a:lnTo>
                  <a:pt x="160382" y="54573"/>
                </a:lnTo>
                <a:lnTo>
                  <a:pt x="158847" y="56108"/>
                </a:lnTo>
                <a:lnTo>
                  <a:pt x="158847" y="50537"/>
                </a:lnTo>
                <a:lnTo>
                  <a:pt x="154911" y="46568"/>
                </a:lnTo>
                <a:close/>
                <a:moveTo>
                  <a:pt x="160548" y="46568"/>
                </a:moveTo>
                <a:lnTo>
                  <a:pt x="162850" y="48869"/>
                </a:lnTo>
                <a:lnTo>
                  <a:pt x="162850" y="52105"/>
                </a:lnTo>
                <a:lnTo>
                  <a:pt x="161182" y="53806"/>
                </a:lnTo>
                <a:lnTo>
                  <a:pt x="161182" y="49570"/>
                </a:lnTo>
                <a:lnTo>
                  <a:pt x="158180" y="46568"/>
                </a:lnTo>
                <a:close/>
                <a:moveTo>
                  <a:pt x="163651" y="41030"/>
                </a:moveTo>
                <a:lnTo>
                  <a:pt x="164952" y="42365"/>
                </a:lnTo>
                <a:lnTo>
                  <a:pt x="164952" y="44366"/>
                </a:lnTo>
                <a:lnTo>
                  <a:pt x="163551" y="45800"/>
                </a:lnTo>
                <a:lnTo>
                  <a:pt x="161683" y="45800"/>
                </a:lnTo>
                <a:lnTo>
                  <a:pt x="163651" y="43832"/>
                </a:lnTo>
                <a:close/>
                <a:moveTo>
                  <a:pt x="180496" y="46568"/>
                </a:moveTo>
                <a:lnTo>
                  <a:pt x="177494" y="49570"/>
                </a:lnTo>
                <a:lnTo>
                  <a:pt x="177494" y="53806"/>
                </a:lnTo>
                <a:lnTo>
                  <a:pt x="175826" y="52105"/>
                </a:lnTo>
                <a:lnTo>
                  <a:pt x="175826" y="48869"/>
                </a:lnTo>
                <a:lnTo>
                  <a:pt x="178128" y="46568"/>
                </a:lnTo>
                <a:close/>
                <a:moveTo>
                  <a:pt x="183798" y="46568"/>
                </a:moveTo>
                <a:lnTo>
                  <a:pt x="179829" y="50537"/>
                </a:lnTo>
                <a:lnTo>
                  <a:pt x="179829" y="56108"/>
                </a:lnTo>
                <a:lnTo>
                  <a:pt x="178294" y="54573"/>
                </a:lnTo>
                <a:lnTo>
                  <a:pt x="178294" y="49903"/>
                </a:lnTo>
                <a:lnTo>
                  <a:pt x="181630" y="46568"/>
                </a:lnTo>
                <a:close/>
                <a:moveTo>
                  <a:pt x="187868" y="46568"/>
                </a:moveTo>
                <a:lnTo>
                  <a:pt x="191170" y="49903"/>
                </a:lnTo>
                <a:lnTo>
                  <a:pt x="191170" y="54573"/>
                </a:lnTo>
                <a:lnTo>
                  <a:pt x="189636" y="56108"/>
                </a:lnTo>
                <a:lnTo>
                  <a:pt x="189636" y="50537"/>
                </a:lnTo>
                <a:lnTo>
                  <a:pt x="185700" y="46568"/>
                </a:lnTo>
                <a:close/>
                <a:moveTo>
                  <a:pt x="191337" y="46568"/>
                </a:moveTo>
                <a:lnTo>
                  <a:pt x="193639" y="48869"/>
                </a:lnTo>
                <a:lnTo>
                  <a:pt x="193639" y="52105"/>
                </a:lnTo>
                <a:lnTo>
                  <a:pt x="191971" y="53806"/>
                </a:lnTo>
                <a:lnTo>
                  <a:pt x="191971" y="49570"/>
                </a:lnTo>
                <a:lnTo>
                  <a:pt x="188969" y="46568"/>
                </a:lnTo>
                <a:close/>
                <a:moveTo>
                  <a:pt x="194439" y="41030"/>
                </a:moveTo>
                <a:lnTo>
                  <a:pt x="195740" y="42365"/>
                </a:lnTo>
                <a:lnTo>
                  <a:pt x="195740" y="44366"/>
                </a:lnTo>
                <a:lnTo>
                  <a:pt x="194339" y="45800"/>
                </a:lnTo>
                <a:lnTo>
                  <a:pt x="192471" y="45800"/>
                </a:lnTo>
                <a:lnTo>
                  <a:pt x="194439" y="43832"/>
                </a:lnTo>
                <a:close/>
                <a:moveTo>
                  <a:pt x="203979" y="72586"/>
                </a:moveTo>
                <a:lnTo>
                  <a:pt x="201945" y="72586"/>
                </a:lnTo>
                <a:lnTo>
                  <a:pt x="200544" y="71152"/>
                </a:lnTo>
                <a:lnTo>
                  <a:pt x="200544" y="69317"/>
                </a:lnTo>
                <a:lnTo>
                  <a:pt x="202512" y="71285"/>
                </a:lnTo>
                <a:lnTo>
                  <a:pt x="205280" y="71285"/>
                </a:lnTo>
                <a:close/>
                <a:moveTo>
                  <a:pt x="203846" y="75588"/>
                </a:moveTo>
                <a:lnTo>
                  <a:pt x="204847" y="76589"/>
                </a:lnTo>
                <a:lnTo>
                  <a:pt x="201077" y="76589"/>
                </a:lnTo>
                <a:lnTo>
                  <a:pt x="203746" y="73920"/>
                </a:lnTo>
                <a:lnTo>
                  <a:pt x="203746" y="75321"/>
                </a:lnTo>
                <a:close/>
                <a:moveTo>
                  <a:pt x="203746" y="80025"/>
                </a:moveTo>
                <a:lnTo>
                  <a:pt x="201077" y="77356"/>
                </a:lnTo>
                <a:lnTo>
                  <a:pt x="204847" y="77356"/>
                </a:lnTo>
                <a:lnTo>
                  <a:pt x="203746" y="78457"/>
                </a:lnTo>
                <a:lnTo>
                  <a:pt x="203746" y="80025"/>
                </a:lnTo>
                <a:close/>
                <a:moveTo>
                  <a:pt x="192538" y="68817"/>
                </a:moveTo>
                <a:lnTo>
                  <a:pt x="196741" y="68817"/>
                </a:lnTo>
                <a:lnTo>
                  <a:pt x="199743" y="65815"/>
                </a:lnTo>
                <a:lnTo>
                  <a:pt x="199743" y="68183"/>
                </a:lnTo>
                <a:lnTo>
                  <a:pt x="197441" y="70485"/>
                </a:lnTo>
                <a:lnTo>
                  <a:pt x="194206" y="70485"/>
                </a:lnTo>
                <a:close/>
                <a:moveTo>
                  <a:pt x="190203" y="66482"/>
                </a:moveTo>
                <a:lnTo>
                  <a:pt x="195807" y="66482"/>
                </a:lnTo>
                <a:lnTo>
                  <a:pt x="199743" y="62546"/>
                </a:lnTo>
                <a:lnTo>
                  <a:pt x="199743" y="64714"/>
                </a:lnTo>
                <a:lnTo>
                  <a:pt x="196441" y="68016"/>
                </a:lnTo>
                <a:lnTo>
                  <a:pt x="191737" y="68016"/>
                </a:lnTo>
                <a:close/>
                <a:moveTo>
                  <a:pt x="177761" y="68016"/>
                </a:moveTo>
                <a:lnTo>
                  <a:pt x="173057" y="68016"/>
                </a:lnTo>
                <a:lnTo>
                  <a:pt x="169755" y="64714"/>
                </a:lnTo>
                <a:lnTo>
                  <a:pt x="169755" y="62546"/>
                </a:lnTo>
                <a:lnTo>
                  <a:pt x="173691" y="66482"/>
                </a:lnTo>
                <a:lnTo>
                  <a:pt x="179262" y="66482"/>
                </a:lnTo>
                <a:close/>
                <a:moveTo>
                  <a:pt x="175292" y="70485"/>
                </a:moveTo>
                <a:lnTo>
                  <a:pt x="172023" y="70485"/>
                </a:lnTo>
                <a:lnTo>
                  <a:pt x="169755" y="68183"/>
                </a:lnTo>
                <a:lnTo>
                  <a:pt x="169755" y="65815"/>
                </a:lnTo>
                <a:lnTo>
                  <a:pt x="172724" y="68817"/>
                </a:lnTo>
                <a:lnTo>
                  <a:pt x="176960" y="68817"/>
                </a:lnTo>
                <a:close/>
                <a:moveTo>
                  <a:pt x="173191" y="72586"/>
                </a:moveTo>
                <a:lnTo>
                  <a:pt x="171156" y="72586"/>
                </a:lnTo>
                <a:lnTo>
                  <a:pt x="169755" y="71152"/>
                </a:lnTo>
                <a:lnTo>
                  <a:pt x="169755" y="69317"/>
                </a:lnTo>
                <a:lnTo>
                  <a:pt x="171723" y="71285"/>
                </a:lnTo>
                <a:lnTo>
                  <a:pt x="174492" y="71285"/>
                </a:lnTo>
                <a:close/>
                <a:moveTo>
                  <a:pt x="173057" y="75588"/>
                </a:moveTo>
                <a:lnTo>
                  <a:pt x="174025" y="76589"/>
                </a:lnTo>
                <a:lnTo>
                  <a:pt x="170289" y="76589"/>
                </a:lnTo>
                <a:lnTo>
                  <a:pt x="172957" y="73920"/>
                </a:lnTo>
                <a:lnTo>
                  <a:pt x="172957" y="75321"/>
                </a:lnTo>
                <a:close/>
                <a:moveTo>
                  <a:pt x="172957" y="80025"/>
                </a:moveTo>
                <a:lnTo>
                  <a:pt x="170289" y="77356"/>
                </a:lnTo>
                <a:lnTo>
                  <a:pt x="174025" y="77356"/>
                </a:lnTo>
                <a:lnTo>
                  <a:pt x="172957" y="78457"/>
                </a:lnTo>
                <a:lnTo>
                  <a:pt x="172957" y="80025"/>
                </a:lnTo>
                <a:close/>
                <a:moveTo>
                  <a:pt x="161749" y="68817"/>
                </a:moveTo>
                <a:lnTo>
                  <a:pt x="165786" y="68817"/>
                </a:lnTo>
                <a:lnTo>
                  <a:pt x="166086" y="68683"/>
                </a:lnTo>
                <a:lnTo>
                  <a:pt x="168954" y="65815"/>
                </a:lnTo>
                <a:lnTo>
                  <a:pt x="168954" y="68183"/>
                </a:lnTo>
                <a:lnTo>
                  <a:pt x="166653" y="70485"/>
                </a:lnTo>
                <a:lnTo>
                  <a:pt x="163417" y="70485"/>
                </a:lnTo>
                <a:close/>
                <a:moveTo>
                  <a:pt x="159414" y="66482"/>
                </a:moveTo>
                <a:lnTo>
                  <a:pt x="164985" y="66482"/>
                </a:lnTo>
                <a:lnTo>
                  <a:pt x="168954" y="62546"/>
                </a:lnTo>
                <a:lnTo>
                  <a:pt x="168954" y="64714"/>
                </a:lnTo>
                <a:lnTo>
                  <a:pt x="165619" y="68016"/>
                </a:lnTo>
                <a:lnTo>
                  <a:pt x="160949" y="68016"/>
                </a:lnTo>
                <a:close/>
                <a:moveTo>
                  <a:pt x="146939" y="68016"/>
                </a:moveTo>
                <a:lnTo>
                  <a:pt x="142269" y="68016"/>
                </a:lnTo>
                <a:lnTo>
                  <a:pt x="138933" y="64714"/>
                </a:lnTo>
                <a:lnTo>
                  <a:pt x="138933" y="62546"/>
                </a:lnTo>
                <a:lnTo>
                  <a:pt x="142903" y="66482"/>
                </a:lnTo>
                <a:lnTo>
                  <a:pt x="148473" y="66482"/>
                </a:lnTo>
                <a:close/>
                <a:moveTo>
                  <a:pt x="144504" y="70485"/>
                </a:moveTo>
                <a:lnTo>
                  <a:pt x="141235" y="70485"/>
                </a:lnTo>
                <a:lnTo>
                  <a:pt x="138933" y="68183"/>
                </a:lnTo>
                <a:lnTo>
                  <a:pt x="138933" y="65815"/>
                </a:lnTo>
                <a:lnTo>
                  <a:pt x="141835" y="68683"/>
                </a:lnTo>
                <a:lnTo>
                  <a:pt x="142102" y="68817"/>
                </a:lnTo>
                <a:lnTo>
                  <a:pt x="146172" y="68817"/>
                </a:lnTo>
                <a:close/>
                <a:moveTo>
                  <a:pt x="142369" y="72586"/>
                </a:moveTo>
                <a:lnTo>
                  <a:pt x="140367" y="72586"/>
                </a:lnTo>
                <a:lnTo>
                  <a:pt x="138933" y="71152"/>
                </a:lnTo>
                <a:lnTo>
                  <a:pt x="138933" y="69317"/>
                </a:lnTo>
                <a:lnTo>
                  <a:pt x="140901" y="71285"/>
                </a:lnTo>
                <a:lnTo>
                  <a:pt x="143703" y="71285"/>
                </a:lnTo>
                <a:close/>
                <a:moveTo>
                  <a:pt x="142269" y="75588"/>
                </a:moveTo>
                <a:lnTo>
                  <a:pt x="143236" y="76589"/>
                </a:lnTo>
                <a:lnTo>
                  <a:pt x="139500" y="76589"/>
                </a:lnTo>
                <a:lnTo>
                  <a:pt x="142135" y="73920"/>
                </a:lnTo>
                <a:lnTo>
                  <a:pt x="142135" y="75321"/>
                </a:lnTo>
                <a:close/>
                <a:moveTo>
                  <a:pt x="142135" y="80025"/>
                </a:moveTo>
                <a:lnTo>
                  <a:pt x="139500" y="77356"/>
                </a:lnTo>
                <a:lnTo>
                  <a:pt x="143236" y="77356"/>
                </a:lnTo>
                <a:lnTo>
                  <a:pt x="142135" y="78457"/>
                </a:lnTo>
                <a:lnTo>
                  <a:pt x="142135" y="80025"/>
                </a:lnTo>
                <a:close/>
                <a:moveTo>
                  <a:pt x="130927" y="68817"/>
                </a:moveTo>
                <a:lnTo>
                  <a:pt x="135164" y="68817"/>
                </a:lnTo>
                <a:lnTo>
                  <a:pt x="138166" y="65815"/>
                </a:lnTo>
                <a:lnTo>
                  <a:pt x="138166" y="68183"/>
                </a:lnTo>
                <a:lnTo>
                  <a:pt x="135864" y="70485"/>
                </a:lnTo>
                <a:lnTo>
                  <a:pt x="132629" y="70485"/>
                </a:lnTo>
                <a:close/>
                <a:moveTo>
                  <a:pt x="128626" y="66482"/>
                </a:moveTo>
                <a:lnTo>
                  <a:pt x="134196" y="66482"/>
                </a:lnTo>
                <a:lnTo>
                  <a:pt x="138166" y="62546"/>
                </a:lnTo>
                <a:lnTo>
                  <a:pt x="138166" y="64714"/>
                </a:lnTo>
                <a:lnTo>
                  <a:pt x="134830" y="68016"/>
                </a:lnTo>
                <a:lnTo>
                  <a:pt x="130160" y="68016"/>
                </a:lnTo>
                <a:close/>
                <a:moveTo>
                  <a:pt x="116150" y="68016"/>
                </a:moveTo>
                <a:lnTo>
                  <a:pt x="111480" y="68016"/>
                </a:lnTo>
                <a:lnTo>
                  <a:pt x="108144" y="64714"/>
                </a:lnTo>
                <a:lnTo>
                  <a:pt x="108144" y="62546"/>
                </a:lnTo>
                <a:lnTo>
                  <a:pt x="112114" y="66482"/>
                </a:lnTo>
                <a:lnTo>
                  <a:pt x="117685" y="66482"/>
                </a:lnTo>
                <a:close/>
                <a:moveTo>
                  <a:pt x="113682" y="70485"/>
                </a:moveTo>
                <a:lnTo>
                  <a:pt x="110446" y="70485"/>
                </a:lnTo>
                <a:lnTo>
                  <a:pt x="108144" y="68183"/>
                </a:lnTo>
                <a:lnTo>
                  <a:pt x="108144" y="65815"/>
                </a:lnTo>
                <a:lnTo>
                  <a:pt x="111147" y="68817"/>
                </a:lnTo>
                <a:lnTo>
                  <a:pt x="115383" y="68817"/>
                </a:lnTo>
                <a:close/>
                <a:moveTo>
                  <a:pt x="111580" y="72586"/>
                </a:moveTo>
                <a:lnTo>
                  <a:pt x="109579" y="72586"/>
                </a:lnTo>
                <a:lnTo>
                  <a:pt x="108144" y="71152"/>
                </a:lnTo>
                <a:lnTo>
                  <a:pt x="108144" y="69317"/>
                </a:lnTo>
                <a:lnTo>
                  <a:pt x="110112" y="71285"/>
                </a:lnTo>
                <a:lnTo>
                  <a:pt x="112914" y="71285"/>
                </a:lnTo>
                <a:close/>
                <a:moveTo>
                  <a:pt x="111480" y="75588"/>
                </a:moveTo>
                <a:lnTo>
                  <a:pt x="112447" y="76589"/>
                </a:lnTo>
                <a:lnTo>
                  <a:pt x="108711" y="76589"/>
                </a:lnTo>
                <a:lnTo>
                  <a:pt x="111347" y="73920"/>
                </a:lnTo>
                <a:lnTo>
                  <a:pt x="111347" y="75321"/>
                </a:lnTo>
                <a:close/>
                <a:moveTo>
                  <a:pt x="111347" y="80025"/>
                </a:moveTo>
                <a:lnTo>
                  <a:pt x="108711" y="77356"/>
                </a:lnTo>
                <a:lnTo>
                  <a:pt x="112447" y="77356"/>
                </a:lnTo>
                <a:lnTo>
                  <a:pt x="111347" y="78457"/>
                </a:lnTo>
                <a:close/>
                <a:moveTo>
                  <a:pt x="100139" y="68817"/>
                </a:moveTo>
                <a:lnTo>
                  <a:pt x="104208" y="68817"/>
                </a:lnTo>
                <a:lnTo>
                  <a:pt x="104475" y="68683"/>
                </a:lnTo>
                <a:lnTo>
                  <a:pt x="107377" y="65815"/>
                </a:lnTo>
                <a:lnTo>
                  <a:pt x="107377" y="68183"/>
                </a:lnTo>
                <a:lnTo>
                  <a:pt x="105076" y="70485"/>
                </a:lnTo>
                <a:lnTo>
                  <a:pt x="101807" y="70485"/>
                </a:lnTo>
                <a:close/>
                <a:moveTo>
                  <a:pt x="97837" y="66482"/>
                </a:moveTo>
                <a:lnTo>
                  <a:pt x="103408" y="66482"/>
                </a:lnTo>
                <a:lnTo>
                  <a:pt x="107377" y="62546"/>
                </a:lnTo>
                <a:lnTo>
                  <a:pt x="107377" y="64714"/>
                </a:lnTo>
                <a:lnTo>
                  <a:pt x="104041" y="68016"/>
                </a:lnTo>
                <a:lnTo>
                  <a:pt x="99371" y="68016"/>
                </a:lnTo>
                <a:close/>
                <a:moveTo>
                  <a:pt x="85361" y="68016"/>
                </a:moveTo>
                <a:lnTo>
                  <a:pt x="80691" y="68016"/>
                </a:lnTo>
                <a:lnTo>
                  <a:pt x="77356" y="64714"/>
                </a:lnTo>
                <a:lnTo>
                  <a:pt x="77356" y="62546"/>
                </a:lnTo>
                <a:lnTo>
                  <a:pt x="81325" y="66482"/>
                </a:lnTo>
                <a:lnTo>
                  <a:pt x="86896" y="66482"/>
                </a:lnTo>
                <a:close/>
                <a:moveTo>
                  <a:pt x="82893" y="70485"/>
                </a:moveTo>
                <a:lnTo>
                  <a:pt x="79657" y="70485"/>
                </a:lnTo>
                <a:lnTo>
                  <a:pt x="77356" y="68183"/>
                </a:lnTo>
                <a:lnTo>
                  <a:pt x="77356" y="65815"/>
                </a:lnTo>
                <a:lnTo>
                  <a:pt x="80224" y="68683"/>
                </a:lnTo>
                <a:lnTo>
                  <a:pt x="80525" y="68817"/>
                </a:lnTo>
                <a:lnTo>
                  <a:pt x="84594" y="68817"/>
                </a:lnTo>
                <a:close/>
                <a:moveTo>
                  <a:pt x="80792" y="72586"/>
                </a:moveTo>
                <a:lnTo>
                  <a:pt x="78790" y="72586"/>
                </a:lnTo>
                <a:lnTo>
                  <a:pt x="77356" y="71152"/>
                </a:lnTo>
                <a:lnTo>
                  <a:pt x="77356" y="69317"/>
                </a:lnTo>
                <a:lnTo>
                  <a:pt x="79324" y="71285"/>
                </a:lnTo>
                <a:lnTo>
                  <a:pt x="82126" y="71285"/>
                </a:lnTo>
                <a:close/>
                <a:moveTo>
                  <a:pt x="80691" y="75588"/>
                </a:moveTo>
                <a:lnTo>
                  <a:pt x="81659" y="76589"/>
                </a:lnTo>
                <a:lnTo>
                  <a:pt x="77923" y="76589"/>
                </a:lnTo>
                <a:lnTo>
                  <a:pt x="80558" y="73920"/>
                </a:lnTo>
                <a:lnTo>
                  <a:pt x="80558" y="75321"/>
                </a:lnTo>
                <a:close/>
                <a:moveTo>
                  <a:pt x="80558" y="80025"/>
                </a:moveTo>
                <a:lnTo>
                  <a:pt x="77923" y="77356"/>
                </a:lnTo>
                <a:lnTo>
                  <a:pt x="81659" y="77356"/>
                </a:lnTo>
                <a:lnTo>
                  <a:pt x="80558" y="78457"/>
                </a:lnTo>
                <a:close/>
                <a:moveTo>
                  <a:pt x="69350" y="68817"/>
                </a:moveTo>
                <a:lnTo>
                  <a:pt x="73586" y="68817"/>
                </a:lnTo>
                <a:lnTo>
                  <a:pt x="76589" y="65815"/>
                </a:lnTo>
                <a:lnTo>
                  <a:pt x="76589" y="68183"/>
                </a:lnTo>
                <a:lnTo>
                  <a:pt x="74287" y="70485"/>
                </a:lnTo>
                <a:lnTo>
                  <a:pt x="71018" y="70485"/>
                </a:lnTo>
                <a:close/>
                <a:moveTo>
                  <a:pt x="67048" y="66482"/>
                </a:moveTo>
                <a:lnTo>
                  <a:pt x="72619" y="66482"/>
                </a:lnTo>
                <a:lnTo>
                  <a:pt x="76589" y="62546"/>
                </a:lnTo>
                <a:lnTo>
                  <a:pt x="76589" y="64714"/>
                </a:lnTo>
                <a:lnTo>
                  <a:pt x="73253" y="68016"/>
                </a:lnTo>
                <a:lnTo>
                  <a:pt x="68583" y="68016"/>
                </a:lnTo>
                <a:close/>
                <a:moveTo>
                  <a:pt x="54573" y="68016"/>
                </a:moveTo>
                <a:lnTo>
                  <a:pt x="49903" y="68016"/>
                </a:lnTo>
                <a:lnTo>
                  <a:pt x="46567" y="64714"/>
                </a:lnTo>
                <a:lnTo>
                  <a:pt x="46567" y="62546"/>
                </a:lnTo>
                <a:lnTo>
                  <a:pt x="50537" y="66482"/>
                </a:lnTo>
                <a:lnTo>
                  <a:pt x="56107" y="66482"/>
                </a:lnTo>
                <a:close/>
                <a:moveTo>
                  <a:pt x="52104" y="70485"/>
                </a:moveTo>
                <a:lnTo>
                  <a:pt x="48869" y="70485"/>
                </a:lnTo>
                <a:lnTo>
                  <a:pt x="46567" y="68183"/>
                </a:lnTo>
                <a:lnTo>
                  <a:pt x="46567" y="65815"/>
                </a:lnTo>
                <a:lnTo>
                  <a:pt x="49569" y="68817"/>
                </a:lnTo>
                <a:lnTo>
                  <a:pt x="53806" y="68817"/>
                </a:lnTo>
                <a:close/>
                <a:moveTo>
                  <a:pt x="50003" y="72586"/>
                </a:moveTo>
                <a:lnTo>
                  <a:pt x="48001" y="72586"/>
                </a:lnTo>
                <a:lnTo>
                  <a:pt x="46567" y="71152"/>
                </a:lnTo>
                <a:lnTo>
                  <a:pt x="46567" y="69317"/>
                </a:lnTo>
                <a:lnTo>
                  <a:pt x="48535" y="71285"/>
                </a:lnTo>
                <a:lnTo>
                  <a:pt x="51337" y="71285"/>
                </a:lnTo>
                <a:close/>
                <a:moveTo>
                  <a:pt x="49903" y="75588"/>
                </a:moveTo>
                <a:lnTo>
                  <a:pt x="50870" y="76589"/>
                </a:lnTo>
                <a:lnTo>
                  <a:pt x="47134" y="76589"/>
                </a:lnTo>
                <a:lnTo>
                  <a:pt x="49769" y="73920"/>
                </a:lnTo>
                <a:lnTo>
                  <a:pt x="49769" y="75321"/>
                </a:lnTo>
                <a:close/>
                <a:moveTo>
                  <a:pt x="49769" y="80025"/>
                </a:moveTo>
                <a:lnTo>
                  <a:pt x="47134" y="77356"/>
                </a:lnTo>
                <a:lnTo>
                  <a:pt x="50870" y="77356"/>
                </a:lnTo>
                <a:lnTo>
                  <a:pt x="49769" y="78457"/>
                </a:lnTo>
                <a:close/>
                <a:moveTo>
                  <a:pt x="38561" y="68817"/>
                </a:moveTo>
                <a:lnTo>
                  <a:pt x="42631" y="68817"/>
                </a:lnTo>
                <a:lnTo>
                  <a:pt x="42898" y="68683"/>
                </a:lnTo>
                <a:lnTo>
                  <a:pt x="45800" y="65815"/>
                </a:lnTo>
                <a:lnTo>
                  <a:pt x="45800" y="68183"/>
                </a:lnTo>
                <a:lnTo>
                  <a:pt x="43498" y="70485"/>
                </a:lnTo>
                <a:lnTo>
                  <a:pt x="40229" y="70485"/>
                </a:lnTo>
                <a:close/>
                <a:moveTo>
                  <a:pt x="42364" y="50570"/>
                </a:moveTo>
                <a:lnTo>
                  <a:pt x="44366" y="50570"/>
                </a:lnTo>
                <a:lnTo>
                  <a:pt x="45767" y="52005"/>
                </a:lnTo>
                <a:lnTo>
                  <a:pt x="45767" y="53873"/>
                </a:lnTo>
                <a:lnTo>
                  <a:pt x="43798" y="51905"/>
                </a:lnTo>
                <a:lnTo>
                  <a:pt x="41030" y="51905"/>
                </a:lnTo>
                <a:close/>
                <a:moveTo>
                  <a:pt x="42464" y="47568"/>
                </a:moveTo>
                <a:lnTo>
                  <a:pt x="41497" y="46568"/>
                </a:lnTo>
                <a:lnTo>
                  <a:pt x="45233" y="46568"/>
                </a:lnTo>
                <a:lnTo>
                  <a:pt x="42564" y="49236"/>
                </a:lnTo>
                <a:lnTo>
                  <a:pt x="42564" y="47835"/>
                </a:lnTo>
                <a:close/>
                <a:moveTo>
                  <a:pt x="42564" y="43132"/>
                </a:moveTo>
                <a:lnTo>
                  <a:pt x="45233" y="45800"/>
                </a:lnTo>
                <a:lnTo>
                  <a:pt x="41497" y="45800"/>
                </a:lnTo>
                <a:lnTo>
                  <a:pt x="42564" y="44700"/>
                </a:lnTo>
                <a:lnTo>
                  <a:pt x="42564" y="43132"/>
                </a:lnTo>
                <a:close/>
                <a:moveTo>
                  <a:pt x="53806" y="54340"/>
                </a:moveTo>
                <a:lnTo>
                  <a:pt x="49569" y="54340"/>
                </a:lnTo>
                <a:lnTo>
                  <a:pt x="46567" y="57342"/>
                </a:lnTo>
                <a:lnTo>
                  <a:pt x="46567" y="54974"/>
                </a:lnTo>
                <a:lnTo>
                  <a:pt x="48869" y="52672"/>
                </a:lnTo>
                <a:lnTo>
                  <a:pt x="52104" y="52672"/>
                </a:lnTo>
                <a:close/>
                <a:moveTo>
                  <a:pt x="56107" y="56675"/>
                </a:moveTo>
                <a:lnTo>
                  <a:pt x="50537" y="56675"/>
                </a:lnTo>
                <a:lnTo>
                  <a:pt x="46567" y="60611"/>
                </a:lnTo>
                <a:lnTo>
                  <a:pt x="46567" y="58476"/>
                </a:lnTo>
                <a:lnTo>
                  <a:pt x="49903" y="55140"/>
                </a:lnTo>
                <a:lnTo>
                  <a:pt x="54573" y="55140"/>
                </a:lnTo>
                <a:close/>
                <a:moveTo>
                  <a:pt x="68583" y="55140"/>
                </a:moveTo>
                <a:lnTo>
                  <a:pt x="73253" y="55140"/>
                </a:lnTo>
                <a:lnTo>
                  <a:pt x="76555" y="58443"/>
                </a:lnTo>
                <a:lnTo>
                  <a:pt x="76555" y="60611"/>
                </a:lnTo>
                <a:lnTo>
                  <a:pt x="72619" y="56675"/>
                </a:lnTo>
                <a:lnTo>
                  <a:pt x="67048" y="56675"/>
                </a:lnTo>
                <a:close/>
                <a:moveTo>
                  <a:pt x="71018" y="52672"/>
                </a:moveTo>
                <a:lnTo>
                  <a:pt x="74287" y="52672"/>
                </a:lnTo>
                <a:lnTo>
                  <a:pt x="76589" y="54974"/>
                </a:lnTo>
                <a:lnTo>
                  <a:pt x="76589" y="57342"/>
                </a:lnTo>
                <a:lnTo>
                  <a:pt x="73586" y="54340"/>
                </a:lnTo>
                <a:lnTo>
                  <a:pt x="69350" y="54340"/>
                </a:lnTo>
                <a:close/>
                <a:moveTo>
                  <a:pt x="73153" y="50570"/>
                </a:moveTo>
                <a:lnTo>
                  <a:pt x="75154" y="50570"/>
                </a:lnTo>
                <a:lnTo>
                  <a:pt x="76555" y="52005"/>
                </a:lnTo>
                <a:lnTo>
                  <a:pt x="76555" y="53873"/>
                </a:lnTo>
                <a:lnTo>
                  <a:pt x="74587" y="51905"/>
                </a:lnTo>
                <a:lnTo>
                  <a:pt x="71818" y="51905"/>
                </a:lnTo>
                <a:close/>
                <a:moveTo>
                  <a:pt x="73253" y="47568"/>
                </a:moveTo>
                <a:lnTo>
                  <a:pt x="72285" y="46568"/>
                </a:lnTo>
                <a:lnTo>
                  <a:pt x="76021" y="46568"/>
                </a:lnTo>
                <a:lnTo>
                  <a:pt x="73386" y="49236"/>
                </a:lnTo>
                <a:lnTo>
                  <a:pt x="73386" y="47835"/>
                </a:lnTo>
                <a:close/>
                <a:moveTo>
                  <a:pt x="73386" y="43132"/>
                </a:moveTo>
                <a:lnTo>
                  <a:pt x="76021" y="45800"/>
                </a:lnTo>
                <a:lnTo>
                  <a:pt x="72285" y="45800"/>
                </a:lnTo>
                <a:lnTo>
                  <a:pt x="73386" y="44700"/>
                </a:lnTo>
                <a:close/>
                <a:moveTo>
                  <a:pt x="84561" y="54340"/>
                </a:moveTo>
                <a:lnTo>
                  <a:pt x="80525" y="54340"/>
                </a:lnTo>
                <a:lnTo>
                  <a:pt x="80224" y="54473"/>
                </a:lnTo>
                <a:lnTo>
                  <a:pt x="77356" y="57342"/>
                </a:lnTo>
                <a:lnTo>
                  <a:pt x="77356" y="54974"/>
                </a:lnTo>
                <a:lnTo>
                  <a:pt x="79657" y="52672"/>
                </a:lnTo>
                <a:lnTo>
                  <a:pt x="82893" y="52672"/>
                </a:lnTo>
                <a:close/>
                <a:moveTo>
                  <a:pt x="86896" y="56675"/>
                </a:moveTo>
                <a:lnTo>
                  <a:pt x="81325" y="56675"/>
                </a:lnTo>
                <a:lnTo>
                  <a:pt x="77356" y="60611"/>
                </a:lnTo>
                <a:lnTo>
                  <a:pt x="77356" y="58476"/>
                </a:lnTo>
                <a:lnTo>
                  <a:pt x="80691" y="55140"/>
                </a:lnTo>
                <a:lnTo>
                  <a:pt x="85361" y="55140"/>
                </a:lnTo>
                <a:close/>
                <a:moveTo>
                  <a:pt x="99371" y="55140"/>
                </a:moveTo>
                <a:lnTo>
                  <a:pt x="104041" y="55140"/>
                </a:lnTo>
                <a:lnTo>
                  <a:pt x="107377" y="58443"/>
                </a:lnTo>
                <a:lnTo>
                  <a:pt x="107377" y="60611"/>
                </a:lnTo>
                <a:lnTo>
                  <a:pt x="103408" y="56675"/>
                </a:lnTo>
                <a:lnTo>
                  <a:pt x="97837" y="56675"/>
                </a:lnTo>
                <a:close/>
                <a:moveTo>
                  <a:pt x="101840" y="52672"/>
                </a:moveTo>
                <a:lnTo>
                  <a:pt x="105076" y="52672"/>
                </a:lnTo>
                <a:lnTo>
                  <a:pt x="107377" y="54974"/>
                </a:lnTo>
                <a:lnTo>
                  <a:pt x="107377" y="57342"/>
                </a:lnTo>
                <a:lnTo>
                  <a:pt x="104508" y="54473"/>
                </a:lnTo>
                <a:lnTo>
                  <a:pt x="104208" y="54340"/>
                </a:lnTo>
                <a:lnTo>
                  <a:pt x="100139" y="54340"/>
                </a:lnTo>
                <a:close/>
                <a:moveTo>
                  <a:pt x="103941" y="50570"/>
                </a:moveTo>
                <a:lnTo>
                  <a:pt x="105943" y="50570"/>
                </a:lnTo>
                <a:lnTo>
                  <a:pt x="107377" y="52005"/>
                </a:lnTo>
                <a:lnTo>
                  <a:pt x="107377" y="53873"/>
                </a:lnTo>
                <a:lnTo>
                  <a:pt x="105409" y="51905"/>
                </a:lnTo>
                <a:lnTo>
                  <a:pt x="102607" y="51905"/>
                </a:lnTo>
                <a:close/>
                <a:moveTo>
                  <a:pt x="104041" y="47568"/>
                </a:moveTo>
                <a:lnTo>
                  <a:pt x="103074" y="46568"/>
                </a:lnTo>
                <a:lnTo>
                  <a:pt x="106810" y="46568"/>
                </a:lnTo>
                <a:lnTo>
                  <a:pt x="104175" y="49236"/>
                </a:lnTo>
                <a:lnTo>
                  <a:pt x="104175" y="47835"/>
                </a:lnTo>
                <a:close/>
                <a:moveTo>
                  <a:pt x="104175" y="43132"/>
                </a:moveTo>
                <a:lnTo>
                  <a:pt x="106810" y="45800"/>
                </a:lnTo>
                <a:lnTo>
                  <a:pt x="103074" y="45800"/>
                </a:lnTo>
                <a:lnTo>
                  <a:pt x="104175" y="44700"/>
                </a:lnTo>
                <a:close/>
                <a:moveTo>
                  <a:pt x="115383" y="54340"/>
                </a:moveTo>
                <a:lnTo>
                  <a:pt x="111147" y="54340"/>
                </a:lnTo>
                <a:lnTo>
                  <a:pt x="108144" y="57342"/>
                </a:lnTo>
                <a:lnTo>
                  <a:pt x="108144" y="54974"/>
                </a:lnTo>
                <a:lnTo>
                  <a:pt x="110446" y="52672"/>
                </a:lnTo>
                <a:lnTo>
                  <a:pt x="113682" y="52672"/>
                </a:lnTo>
                <a:close/>
                <a:moveTo>
                  <a:pt x="117685" y="56675"/>
                </a:moveTo>
                <a:lnTo>
                  <a:pt x="112114" y="56675"/>
                </a:lnTo>
                <a:lnTo>
                  <a:pt x="108144" y="60611"/>
                </a:lnTo>
                <a:lnTo>
                  <a:pt x="108144" y="58476"/>
                </a:lnTo>
                <a:lnTo>
                  <a:pt x="111480" y="55140"/>
                </a:lnTo>
                <a:lnTo>
                  <a:pt x="116150" y="55140"/>
                </a:lnTo>
                <a:close/>
                <a:moveTo>
                  <a:pt x="130160" y="55140"/>
                </a:moveTo>
                <a:lnTo>
                  <a:pt x="134830" y="55140"/>
                </a:lnTo>
                <a:lnTo>
                  <a:pt x="138166" y="58443"/>
                </a:lnTo>
                <a:lnTo>
                  <a:pt x="138166" y="60611"/>
                </a:lnTo>
                <a:lnTo>
                  <a:pt x="134196" y="56675"/>
                </a:lnTo>
                <a:lnTo>
                  <a:pt x="128626" y="56675"/>
                </a:lnTo>
                <a:close/>
                <a:moveTo>
                  <a:pt x="132629" y="52672"/>
                </a:moveTo>
                <a:lnTo>
                  <a:pt x="135864" y="52672"/>
                </a:lnTo>
                <a:lnTo>
                  <a:pt x="138166" y="54974"/>
                </a:lnTo>
                <a:lnTo>
                  <a:pt x="138166" y="57342"/>
                </a:lnTo>
                <a:lnTo>
                  <a:pt x="135164" y="54340"/>
                </a:lnTo>
                <a:lnTo>
                  <a:pt x="130927" y="54340"/>
                </a:lnTo>
                <a:close/>
                <a:moveTo>
                  <a:pt x="134730" y="50570"/>
                </a:moveTo>
                <a:lnTo>
                  <a:pt x="136731" y="50570"/>
                </a:lnTo>
                <a:lnTo>
                  <a:pt x="138166" y="52005"/>
                </a:lnTo>
                <a:lnTo>
                  <a:pt x="138166" y="53873"/>
                </a:lnTo>
                <a:lnTo>
                  <a:pt x="136198" y="51905"/>
                </a:lnTo>
                <a:lnTo>
                  <a:pt x="133396" y="51905"/>
                </a:lnTo>
                <a:close/>
                <a:moveTo>
                  <a:pt x="134830" y="47568"/>
                </a:moveTo>
                <a:lnTo>
                  <a:pt x="133863" y="46568"/>
                </a:lnTo>
                <a:lnTo>
                  <a:pt x="137599" y="46568"/>
                </a:lnTo>
                <a:lnTo>
                  <a:pt x="134964" y="49236"/>
                </a:lnTo>
                <a:lnTo>
                  <a:pt x="134964" y="47835"/>
                </a:lnTo>
                <a:close/>
                <a:moveTo>
                  <a:pt x="134964" y="43132"/>
                </a:moveTo>
                <a:lnTo>
                  <a:pt x="137599" y="45800"/>
                </a:lnTo>
                <a:lnTo>
                  <a:pt x="133863" y="45800"/>
                </a:lnTo>
                <a:lnTo>
                  <a:pt x="134964" y="44700"/>
                </a:lnTo>
                <a:lnTo>
                  <a:pt x="134964" y="43132"/>
                </a:lnTo>
                <a:close/>
                <a:moveTo>
                  <a:pt x="146172" y="54340"/>
                </a:moveTo>
                <a:lnTo>
                  <a:pt x="142102" y="54340"/>
                </a:lnTo>
                <a:lnTo>
                  <a:pt x="141835" y="54473"/>
                </a:lnTo>
                <a:lnTo>
                  <a:pt x="138933" y="57342"/>
                </a:lnTo>
                <a:lnTo>
                  <a:pt x="138933" y="54974"/>
                </a:lnTo>
                <a:lnTo>
                  <a:pt x="141235" y="52672"/>
                </a:lnTo>
                <a:lnTo>
                  <a:pt x="144504" y="52672"/>
                </a:lnTo>
                <a:close/>
                <a:moveTo>
                  <a:pt x="148473" y="56675"/>
                </a:moveTo>
                <a:lnTo>
                  <a:pt x="142903" y="56675"/>
                </a:lnTo>
                <a:lnTo>
                  <a:pt x="138966" y="60611"/>
                </a:lnTo>
                <a:lnTo>
                  <a:pt x="138966" y="58476"/>
                </a:lnTo>
                <a:lnTo>
                  <a:pt x="142269" y="55140"/>
                </a:lnTo>
                <a:lnTo>
                  <a:pt x="146972" y="55140"/>
                </a:lnTo>
                <a:close/>
                <a:moveTo>
                  <a:pt x="160949" y="55140"/>
                </a:moveTo>
                <a:lnTo>
                  <a:pt x="165619" y="55140"/>
                </a:lnTo>
                <a:lnTo>
                  <a:pt x="168954" y="58443"/>
                </a:lnTo>
                <a:lnTo>
                  <a:pt x="168954" y="60611"/>
                </a:lnTo>
                <a:lnTo>
                  <a:pt x="164985" y="56675"/>
                </a:lnTo>
                <a:lnTo>
                  <a:pt x="159414" y="56675"/>
                </a:lnTo>
                <a:close/>
                <a:moveTo>
                  <a:pt x="163417" y="52672"/>
                </a:moveTo>
                <a:lnTo>
                  <a:pt x="166653" y="52672"/>
                </a:lnTo>
                <a:lnTo>
                  <a:pt x="168954" y="54974"/>
                </a:lnTo>
                <a:lnTo>
                  <a:pt x="168954" y="57342"/>
                </a:lnTo>
                <a:lnTo>
                  <a:pt x="166086" y="54473"/>
                </a:lnTo>
                <a:lnTo>
                  <a:pt x="165786" y="54340"/>
                </a:lnTo>
                <a:lnTo>
                  <a:pt x="161716" y="54340"/>
                </a:lnTo>
                <a:close/>
                <a:moveTo>
                  <a:pt x="165519" y="50570"/>
                </a:moveTo>
                <a:lnTo>
                  <a:pt x="167520" y="50570"/>
                </a:lnTo>
                <a:lnTo>
                  <a:pt x="168954" y="52005"/>
                </a:lnTo>
                <a:lnTo>
                  <a:pt x="168954" y="53873"/>
                </a:lnTo>
                <a:lnTo>
                  <a:pt x="166986" y="51905"/>
                </a:lnTo>
                <a:lnTo>
                  <a:pt x="164184" y="51905"/>
                </a:lnTo>
                <a:close/>
                <a:moveTo>
                  <a:pt x="165619" y="47568"/>
                </a:moveTo>
                <a:lnTo>
                  <a:pt x="164651" y="46568"/>
                </a:lnTo>
                <a:lnTo>
                  <a:pt x="168387" y="46568"/>
                </a:lnTo>
                <a:lnTo>
                  <a:pt x="165752" y="49236"/>
                </a:lnTo>
                <a:lnTo>
                  <a:pt x="165752" y="47835"/>
                </a:lnTo>
                <a:close/>
                <a:moveTo>
                  <a:pt x="165752" y="43132"/>
                </a:moveTo>
                <a:lnTo>
                  <a:pt x="168387" y="45800"/>
                </a:lnTo>
                <a:lnTo>
                  <a:pt x="164651" y="45800"/>
                </a:lnTo>
                <a:lnTo>
                  <a:pt x="165752" y="44700"/>
                </a:lnTo>
                <a:lnTo>
                  <a:pt x="165752" y="43132"/>
                </a:lnTo>
                <a:close/>
                <a:moveTo>
                  <a:pt x="176960" y="54340"/>
                </a:moveTo>
                <a:lnTo>
                  <a:pt x="172724" y="54340"/>
                </a:lnTo>
                <a:lnTo>
                  <a:pt x="169755" y="57342"/>
                </a:lnTo>
                <a:lnTo>
                  <a:pt x="169755" y="54974"/>
                </a:lnTo>
                <a:lnTo>
                  <a:pt x="172023" y="52672"/>
                </a:lnTo>
                <a:lnTo>
                  <a:pt x="175292" y="52672"/>
                </a:lnTo>
                <a:close/>
                <a:moveTo>
                  <a:pt x="179262" y="56675"/>
                </a:moveTo>
                <a:lnTo>
                  <a:pt x="173691" y="56675"/>
                </a:lnTo>
                <a:lnTo>
                  <a:pt x="169755" y="60611"/>
                </a:lnTo>
                <a:lnTo>
                  <a:pt x="169755" y="58476"/>
                </a:lnTo>
                <a:lnTo>
                  <a:pt x="173057" y="55140"/>
                </a:lnTo>
                <a:lnTo>
                  <a:pt x="177727" y="55140"/>
                </a:lnTo>
                <a:close/>
                <a:moveTo>
                  <a:pt x="191737" y="55140"/>
                </a:moveTo>
                <a:lnTo>
                  <a:pt x="196441" y="55140"/>
                </a:lnTo>
                <a:lnTo>
                  <a:pt x="199743" y="58443"/>
                </a:lnTo>
                <a:lnTo>
                  <a:pt x="199743" y="60611"/>
                </a:lnTo>
                <a:lnTo>
                  <a:pt x="195807" y="56675"/>
                </a:lnTo>
                <a:lnTo>
                  <a:pt x="190203" y="56675"/>
                </a:lnTo>
                <a:close/>
                <a:moveTo>
                  <a:pt x="194206" y="52672"/>
                </a:moveTo>
                <a:lnTo>
                  <a:pt x="197441" y="52672"/>
                </a:lnTo>
                <a:lnTo>
                  <a:pt x="199743" y="54974"/>
                </a:lnTo>
                <a:lnTo>
                  <a:pt x="199743" y="57342"/>
                </a:lnTo>
                <a:lnTo>
                  <a:pt x="196741" y="54340"/>
                </a:lnTo>
                <a:lnTo>
                  <a:pt x="192538" y="54340"/>
                </a:lnTo>
                <a:close/>
                <a:moveTo>
                  <a:pt x="196307" y="50570"/>
                </a:moveTo>
                <a:lnTo>
                  <a:pt x="198309" y="50570"/>
                </a:lnTo>
                <a:lnTo>
                  <a:pt x="199743" y="52005"/>
                </a:lnTo>
                <a:lnTo>
                  <a:pt x="199743" y="53873"/>
                </a:lnTo>
                <a:lnTo>
                  <a:pt x="197775" y="51905"/>
                </a:lnTo>
                <a:lnTo>
                  <a:pt x="195006" y="51905"/>
                </a:lnTo>
                <a:close/>
                <a:moveTo>
                  <a:pt x="196407" y="47568"/>
                </a:moveTo>
                <a:lnTo>
                  <a:pt x="195440" y="46568"/>
                </a:lnTo>
                <a:lnTo>
                  <a:pt x="199176" y="46568"/>
                </a:lnTo>
                <a:lnTo>
                  <a:pt x="196541" y="49236"/>
                </a:lnTo>
                <a:lnTo>
                  <a:pt x="196541" y="47835"/>
                </a:lnTo>
                <a:close/>
                <a:moveTo>
                  <a:pt x="196541" y="43132"/>
                </a:moveTo>
                <a:lnTo>
                  <a:pt x="199176" y="45800"/>
                </a:lnTo>
                <a:lnTo>
                  <a:pt x="195440" y="45800"/>
                </a:lnTo>
                <a:lnTo>
                  <a:pt x="196541" y="44700"/>
                </a:lnTo>
                <a:lnTo>
                  <a:pt x="196541" y="43132"/>
                </a:lnTo>
                <a:close/>
                <a:moveTo>
                  <a:pt x="200544" y="47135"/>
                </a:moveTo>
                <a:lnTo>
                  <a:pt x="203179" y="49770"/>
                </a:lnTo>
                <a:lnTo>
                  <a:pt x="201644" y="49770"/>
                </a:lnTo>
                <a:lnTo>
                  <a:pt x="200544" y="50871"/>
                </a:lnTo>
                <a:close/>
                <a:moveTo>
                  <a:pt x="200544" y="52005"/>
                </a:moveTo>
                <a:lnTo>
                  <a:pt x="201945" y="50570"/>
                </a:lnTo>
                <a:lnTo>
                  <a:pt x="203979" y="50570"/>
                </a:lnTo>
                <a:lnTo>
                  <a:pt x="205280" y="51905"/>
                </a:lnTo>
                <a:lnTo>
                  <a:pt x="202512" y="51905"/>
                </a:lnTo>
                <a:lnTo>
                  <a:pt x="200544" y="53873"/>
                </a:lnTo>
                <a:close/>
                <a:moveTo>
                  <a:pt x="203746" y="47835"/>
                </a:moveTo>
                <a:lnTo>
                  <a:pt x="203746" y="49203"/>
                </a:lnTo>
                <a:lnTo>
                  <a:pt x="201077" y="46568"/>
                </a:lnTo>
                <a:lnTo>
                  <a:pt x="204847" y="46568"/>
                </a:lnTo>
                <a:lnTo>
                  <a:pt x="203846" y="47568"/>
                </a:lnTo>
                <a:close/>
                <a:moveTo>
                  <a:pt x="201077" y="45800"/>
                </a:moveTo>
                <a:lnTo>
                  <a:pt x="203746" y="43132"/>
                </a:lnTo>
                <a:lnTo>
                  <a:pt x="203746" y="44700"/>
                </a:lnTo>
                <a:lnTo>
                  <a:pt x="204847" y="45800"/>
                </a:lnTo>
                <a:lnTo>
                  <a:pt x="201077" y="45800"/>
                </a:lnTo>
                <a:close/>
                <a:moveTo>
                  <a:pt x="200544" y="45233"/>
                </a:moveTo>
                <a:lnTo>
                  <a:pt x="200544" y="41497"/>
                </a:lnTo>
                <a:lnTo>
                  <a:pt x="201644" y="42598"/>
                </a:lnTo>
                <a:lnTo>
                  <a:pt x="201778" y="42598"/>
                </a:lnTo>
                <a:lnTo>
                  <a:pt x="203179" y="42598"/>
                </a:lnTo>
                <a:close/>
                <a:moveTo>
                  <a:pt x="199743" y="45233"/>
                </a:moveTo>
                <a:lnTo>
                  <a:pt x="197108" y="42598"/>
                </a:lnTo>
                <a:lnTo>
                  <a:pt x="198476" y="42598"/>
                </a:lnTo>
                <a:lnTo>
                  <a:pt x="198776" y="42465"/>
                </a:lnTo>
                <a:lnTo>
                  <a:pt x="199743" y="41497"/>
                </a:lnTo>
                <a:lnTo>
                  <a:pt x="199743" y="45233"/>
                </a:lnTo>
                <a:close/>
                <a:moveTo>
                  <a:pt x="199743" y="47135"/>
                </a:moveTo>
                <a:lnTo>
                  <a:pt x="199743" y="50871"/>
                </a:lnTo>
                <a:lnTo>
                  <a:pt x="198776" y="49903"/>
                </a:lnTo>
                <a:lnTo>
                  <a:pt x="198476" y="49770"/>
                </a:lnTo>
                <a:lnTo>
                  <a:pt x="197108" y="49770"/>
                </a:lnTo>
                <a:close/>
                <a:moveTo>
                  <a:pt x="168954" y="76022"/>
                </a:moveTo>
                <a:lnTo>
                  <a:pt x="166319" y="73387"/>
                </a:lnTo>
                <a:lnTo>
                  <a:pt x="167854" y="73387"/>
                </a:lnTo>
                <a:lnTo>
                  <a:pt x="168954" y="72286"/>
                </a:lnTo>
                <a:close/>
                <a:moveTo>
                  <a:pt x="138166" y="76022"/>
                </a:moveTo>
                <a:lnTo>
                  <a:pt x="135531" y="73387"/>
                </a:lnTo>
                <a:lnTo>
                  <a:pt x="136898" y="73387"/>
                </a:lnTo>
                <a:lnTo>
                  <a:pt x="137165" y="73253"/>
                </a:lnTo>
                <a:lnTo>
                  <a:pt x="138166" y="72286"/>
                </a:lnTo>
                <a:lnTo>
                  <a:pt x="138166" y="76022"/>
                </a:lnTo>
                <a:close/>
                <a:moveTo>
                  <a:pt x="107377" y="76022"/>
                </a:moveTo>
                <a:lnTo>
                  <a:pt x="104709" y="73387"/>
                </a:lnTo>
                <a:lnTo>
                  <a:pt x="106276" y="73387"/>
                </a:lnTo>
                <a:lnTo>
                  <a:pt x="107377" y="72286"/>
                </a:lnTo>
                <a:close/>
                <a:moveTo>
                  <a:pt x="76589" y="76022"/>
                </a:moveTo>
                <a:lnTo>
                  <a:pt x="73920" y="73387"/>
                </a:lnTo>
                <a:lnTo>
                  <a:pt x="75321" y="73387"/>
                </a:lnTo>
                <a:lnTo>
                  <a:pt x="75588" y="73253"/>
                </a:lnTo>
                <a:lnTo>
                  <a:pt x="76555" y="72286"/>
                </a:lnTo>
                <a:lnTo>
                  <a:pt x="76555" y="76022"/>
                </a:lnTo>
                <a:close/>
                <a:moveTo>
                  <a:pt x="77356" y="47135"/>
                </a:moveTo>
                <a:lnTo>
                  <a:pt x="80024" y="49770"/>
                </a:lnTo>
                <a:lnTo>
                  <a:pt x="78457" y="49770"/>
                </a:lnTo>
                <a:lnTo>
                  <a:pt x="77356" y="50871"/>
                </a:lnTo>
                <a:close/>
                <a:moveTo>
                  <a:pt x="108144" y="47135"/>
                </a:moveTo>
                <a:lnTo>
                  <a:pt x="110813" y="49770"/>
                </a:lnTo>
                <a:lnTo>
                  <a:pt x="109412" y="49770"/>
                </a:lnTo>
                <a:lnTo>
                  <a:pt x="109145" y="49903"/>
                </a:lnTo>
                <a:lnTo>
                  <a:pt x="108144" y="50871"/>
                </a:lnTo>
                <a:lnTo>
                  <a:pt x="108144" y="47135"/>
                </a:lnTo>
                <a:close/>
                <a:moveTo>
                  <a:pt x="138933" y="47135"/>
                </a:moveTo>
                <a:lnTo>
                  <a:pt x="141602" y="49770"/>
                </a:lnTo>
                <a:lnTo>
                  <a:pt x="140034" y="49770"/>
                </a:lnTo>
                <a:lnTo>
                  <a:pt x="138933" y="50871"/>
                </a:lnTo>
                <a:close/>
                <a:moveTo>
                  <a:pt x="169755" y="47135"/>
                </a:moveTo>
                <a:lnTo>
                  <a:pt x="172390" y="49770"/>
                </a:lnTo>
                <a:lnTo>
                  <a:pt x="170989" y="49770"/>
                </a:lnTo>
                <a:lnTo>
                  <a:pt x="170722" y="49903"/>
                </a:lnTo>
                <a:lnTo>
                  <a:pt x="169755" y="50871"/>
                </a:lnTo>
                <a:lnTo>
                  <a:pt x="169755" y="47135"/>
                </a:lnTo>
                <a:close/>
                <a:moveTo>
                  <a:pt x="188969" y="65381"/>
                </a:moveTo>
                <a:lnTo>
                  <a:pt x="187668" y="64080"/>
                </a:lnTo>
                <a:lnTo>
                  <a:pt x="187668" y="62779"/>
                </a:lnTo>
                <a:lnTo>
                  <a:pt x="188502" y="61979"/>
                </a:lnTo>
                <a:lnTo>
                  <a:pt x="190303" y="61979"/>
                </a:lnTo>
                <a:lnTo>
                  <a:pt x="188969" y="63313"/>
                </a:lnTo>
                <a:lnTo>
                  <a:pt x="188969" y="65381"/>
                </a:lnTo>
                <a:close/>
                <a:moveTo>
                  <a:pt x="184732" y="64614"/>
                </a:moveTo>
                <a:lnTo>
                  <a:pt x="183865" y="63713"/>
                </a:lnTo>
                <a:lnTo>
                  <a:pt x="182598" y="63713"/>
                </a:lnTo>
                <a:lnTo>
                  <a:pt x="182598" y="62646"/>
                </a:lnTo>
                <a:lnTo>
                  <a:pt x="182464" y="62346"/>
                </a:lnTo>
                <a:lnTo>
                  <a:pt x="181697" y="61578"/>
                </a:lnTo>
                <a:lnTo>
                  <a:pt x="182464" y="60811"/>
                </a:lnTo>
                <a:lnTo>
                  <a:pt x="182598" y="60544"/>
                </a:lnTo>
                <a:lnTo>
                  <a:pt x="182598" y="59443"/>
                </a:lnTo>
                <a:lnTo>
                  <a:pt x="183865" y="59443"/>
                </a:lnTo>
                <a:lnTo>
                  <a:pt x="184732" y="58543"/>
                </a:lnTo>
                <a:lnTo>
                  <a:pt x="185633" y="59443"/>
                </a:lnTo>
                <a:lnTo>
                  <a:pt x="186901" y="59443"/>
                </a:lnTo>
                <a:lnTo>
                  <a:pt x="186901" y="60544"/>
                </a:lnTo>
                <a:lnTo>
                  <a:pt x="187001" y="60811"/>
                </a:lnTo>
                <a:lnTo>
                  <a:pt x="187768" y="61578"/>
                </a:lnTo>
                <a:lnTo>
                  <a:pt x="187001" y="62346"/>
                </a:lnTo>
                <a:lnTo>
                  <a:pt x="186901" y="62646"/>
                </a:lnTo>
                <a:lnTo>
                  <a:pt x="186901" y="63713"/>
                </a:lnTo>
                <a:lnTo>
                  <a:pt x="185633" y="63713"/>
                </a:lnTo>
                <a:close/>
                <a:moveTo>
                  <a:pt x="180529" y="65381"/>
                </a:moveTo>
                <a:lnTo>
                  <a:pt x="180529" y="63313"/>
                </a:lnTo>
                <a:lnTo>
                  <a:pt x="179162" y="61979"/>
                </a:lnTo>
                <a:lnTo>
                  <a:pt x="180963" y="61979"/>
                </a:lnTo>
                <a:lnTo>
                  <a:pt x="181797" y="62813"/>
                </a:lnTo>
                <a:lnTo>
                  <a:pt x="181797" y="64113"/>
                </a:lnTo>
                <a:close/>
                <a:moveTo>
                  <a:pt x="158180" y="65381"/>
                </a:moveTo>
                <a:lnTo>
                  <a:pt x="156879" y="64080"/>
                </a:lnTo>
                <a:lnTo>
                  <a:pt x="156879" y="62779"/>
                </a:lnTo>
                <a:lnTo>
                  <a:pt x="157713" y="61979"/>
                </a:lnTo>
                <a:lnTo>
                  <a:pt x="159514" y="61979"/>
                </a:lnTo>
                <a:lnTo>
                  <a:pt x="158180" y="63313"/>
                </a:lnTo>
                <a:lnTo>
                  <a:pt x="158180" y="65381"/>
                </a:lnTo>
                <a:close/>
                <a:moveTo>
                  <a:pt x="153944" y="64614"/>
                </a:moveTo>
                <a:lnTo>
                  <a:pt x="153076" y="63713"/>
                </a:lnTo>
                <a:lnTo>
                  <a:pt x="151809" y="63713"/>
                </a:lnTo>
                <a:lnTo>
                  <a:pt x="151809" y="62646"/>
                </a:lnTo>
                <a:lnTo>
                  <a:pt x="151675" y="62346"/>
                </a:lnTo>
                <a:lnTo>
                  <a:pt x="150908" y="61578"/>
                </a:lnTo>
                <a:lnTo>
                  <a:pt x="151675" y="60811"/>
                </a:lnTo>
                <a:lnTo>
                  <a:pt x="151809" y="60544"/>
                </a:lnTo>
                <a:lnTo>
                  <a:pt x="151809" y="59443"/>
                </a:lnTo>
                <a:lnTo>
                  <a:pt x="153076" y="59443"/>
                </a:lnTo>
                <a:lnTo>
                  <a:pt x="153944" y="58543"/>
                </a:lnTo>
                <a:lnTo>
                  <a:pt x="154844" y="59443"/>
                </a:lnTo>
                <a:lnTo>
                  <a:pt x="156112" y="59443"/>
                </a:lnTo>
                <a:lnTo>
                  <a:pt x="156112" y="60544"/>
                </a:lnTo>
                <a:lnTo>
                  <a:pt x="156212" y="60811"/>
                </a:lnTo>
                <a:lnTo>
                  <a:pt x="156979" y="61578"/>
                </a:lnTo>
                <a:lnTo>
                  <a:pt x="156212" y="62346"/>
                </a:lnTo>
                <a:lnTo>
                  <a:pt x="156112" y="62646"/>
                </a:lnTo>
                <a:lnTo>
                  <a:pt x="156112" y="63713"/>
                </a:lnTo>
                <a:lnTo>
                  <a:pt x="154844" y="63713"/>
                </a:lnTo>
                <a:close/>
                <a:moveTo>
                  <a:pt x="149741" y="65381"/>
                </a:moveTo>
                <a:lnTo>
                  <a:pt x="149741" y="63313"/>
                </a:lnTo>
                <a:lnTo>
                  <a:pt x="148373" y="61979"/>
                </a:lnTo>
                <a:lnTo>
                  <a:pt x="150174" y="61979"/>
                </a:lnTo>
                <a:lnTo>
                  <a:pt x="151008" y="62813"/>
                </a:lnTo>
                <a:lnTo>
                  <a:pt x="151008" y="64113"/>
                </a:lnTo>
                <a:close/>
                <a:moveTo>
                  <a:pt x="127391" y="65381"/>
                </a:moveTo>
                <a:lnTo>
                  <a:pt x="126091" y="64080"/>
                </a:lnTo>
                <a:lnTo>
                  <a:pt x="126091" y="62779"/>
                </a:lnTo>
                <a:lnTo>
                  <a:pt x="126924" y="61979"/>
                </a:lnTo>
                <a:lnTo>
                  <a:pt x="128726" y="61979"/>
                </a:lnTo>
                <a:lnTo>
                  <a:pt x="127358" y="63313"/>
                </a:lnTo>
                <a:lnTo>
                  <a:pt x="127358" y="65381"/>
                </a:lnTo>
                <a:close/>
                <a:moveTo>
                  <a:pt x="123155" y="64614"/>
                </a:moveTo>
                <a:lnTo>
                  <a:pt x="122254" y="63713"/>
                </a:lnTo>
                <a:lnTo>
                  <a:pt x="121020" y="63713"/>
                </a:lnTo>
                <a:lnTo>
                  <a:pt x="121020" y="62646"/>
                </a:lnTo>
                <a:lnTo>
                  <a:pt x="120887" y="62346"/>
                </a:lnTo>
                <a:lnTo>
                  <a:pt x="120120" y="61578"/>
                </a:lnTo>
                <a:lnTo>
                  <a:pt x="120887" y="60811"/>
                </a:lnTo>
                <a:lnTo>
                  <a:pt x="121020" y="60544"/>
                </a:lnTo>
                <a:lnTo>
                  <a:pt x="121020" y="59443"/>
                </a:lnTo>
                <a:lnTo>
                  <a:pt x="122254" y="59443"/>
                </a:lnTo>
                <a:lnTo>
                  <a:pt x="123155" y="58543"/>
                </a:lnTo>
                <a:lnTo>
                  <a:pt x="124056" y="59443"/>
                </a:lnTo>
                <a:lnTo>
                  <a:pt x="125290" y="59443"/>
                </a:lnTo>
                <a:lnTo>
                  <a:pt x="125290" y="60544"/>
                </a:lnTo>
                <a:lnTo>
                  <a:pt x="125423" y="60811"/>
                </a:lnTo>
                <a:lnTo>
                  <a:pt x="126191" y="61578"/>
                </a:lnTo>
                <a:lnTo>
                  <a:pt x="125423" y="62346"/>
                </a:lnTo>
                <a:lnTo>
                  <a:pt x="125290" y="62646"/>
                </a:lnTo>
                <a:lnTo>
                  <a:pt x="125290" y="63713"/>
                </a:lnTo>
                <a:lnTo>
                  <a:pt x="124056" y="63713"/>
                </a:lnTo>
                <a:close/>
                <a:moveTo>
                  <a:pt x="118952" y="65381"/>
                </a:moveTo>
                <a:lnTo>
                  <a:pt x="118952" y="63313"/>
                </a:lnTo>
                <a:lnTo>
                  <a:pt x="117584" y="61979"/>
                </a:lnTo>
                <a:lnTo>
                  <a:pt x="119386" y="61979"/>
                </a:lnTo>
                <a:lnTo>
                  <a:pt x="120220" y="62813"/>
                </a:lnTo>
                <a:lnTo>
                  <a:pt x="120220" y="64113"/>
                </a:lnTo>
                <a:close/>
                <a:moveTo>
                  <a:pt x="96569" y="65381"/>
                </a:moveTo>
                <a:lnTo>
                  <a:pt x="95302" y="64080"/>
                </a:lnTo>
                <a:lnTo>
                  <a:pt x="95302" y="62779"/>
                </a:lnTo>
                <a:lnTo>
                  <a:pt x="96136" y="61979"/>
                </a:lnTo>
                <a:lnTo>
                  <a:pt x="97937" y="61979"/>
                </a:lnTo>
                <a:lnTo>
                  <a:pt x="96569" y="63313"/>
                </a:lnTo>
                <a:lnTo>
                  <a:pt x="96569" y="65381"/>
                </a:lnTo>
                <a:close/>
                <a:moveTo>
                  <a:pt x="92366" y="64614"/>
                </a:moveTo>
                <a:lnTo>
                  <a:pt x="91466" y="63713"/>
                </a:lnTo>
                <a:lnTo>
                  <a:pt x="90232" y="63713"/>
                </a:lnTo>
                <a:lnTo>
                  <a:pt x="90232" y="62646"/>
                </a:lnTo>
                <a:lnTo>
                  <a:pt x="90098" y="62346"/>
                </a:lnTo>
                <a:lnTo>
                  <a:pt x="89331" y="61578"/>
                </a:lnTo>
                <a:lnTo>
                  <a:pt x="90098" y="60811"/>
                </a:lnTo>
                <a:lnTo>
                  <a:pt x="90232" y="60544"/>
                </a:lnTo>
                <a:lnTo>
                  <a:pt x="90232" y="59443"/>
                </a:lnTo>
                <a:lnTo>
                  <a:pt x="91466" y="59443"/>
                </a:lnTo>
                <a:lnTo>
                  <a:pt x="92366" y="58543"/>
                </a:lnTo>
                <a:lnTo>
                  <a:pt x="93267" y="59443"/>
                </a:lnTo>
                <a:lnTo>
                  <a:pt x="94501" y="59443"/>
                </a:lnTo>
                <a:lnTo>
                  <a:pt x="94501" y="60544"/>
                </a:lnTo>
                <a:lnTo>
                  <a:pt x="94635" y="60811"/>
                </a:lnTo>
                <a:lnTo>
                  <a:pt x="95402" y="61578"/>
                </a:lnTo>
                <a:lnTo>
                  <a:pt x="94635" y="62346"/>
                </a:lnTo>
                <a:lnTo>
                  <a:pt x="94501" y="62646"/>
                </a:lnTo>
                <a:lnTo>
                  <a:pt x="94501" y="63713"/>
                </a:lnTo>
                <a:lnTo>
                  <a:pt x="93267" y="63713"/>
                </a:lnTo>
                <a:close/>
                <a:moveTo>
                  <a:pt x="88130" y="65381"/>
                </a:moveTo>
                <a:lnTo>
                  <a:pt x="88130" y="63313"/>
                </a:lnTo>
                <a:lnTo>
                  <a:pt x="86796" y="61979"/>
                </a:lnTo>
                <a:lnTo>
                  <a:pt x="88597" y="61979"/>
                </a:lnTo>
                <a:lnTo>
                  <a:pt x="89431" y="62813"/>
                </a:lnTo>
                <a:lnTo>
                  <a:pt x="89431" y="64113"/>
                </a:lnTo>
                <a:close/>
                <a:moveTo>
                  <a:pt x="65781" y="65381"/>
                </a:moveTo>
                <a:lnTo>
                  <a:pt x="64513" y="64080"/>
                </a:lnTo>
                <a:lnTo>
                  <a:pt x="64513" y="62779"/>
                </a:lnTo>
                <a:lnTo>
                  <a:pt x="65347" y="61979"/>
                </a:lnTo>
                <a:lnTo>
                  <a:pt x="67148" y="61979"/>
                </a:lnTo>
                <a:lnTo>
                  <a:pt x="65781" y="63313"/>
                </a:lnTo>
                <a:lnTo>
                  <a:pt x="65781" y="65381"/>
                </a:lnTo>
                <a:close/>
                <a:moveTo>
                  <a:pt x="61578" y="64614"/>
                </a:moveTo>
                <a:lnTo>
                  <a:pt x="60677" y="63713"/>
                </a:lnTo>
                <a:lnTo>
                  <a:pt x="59410" y="63713"/>
                </a:lnTo>
                <a:lnTo>
                  <a:pt x="59410" y="62646"/>
                </a:lnTo>
                <a:lnTo>
                  <a:pt x="59310" y="62346"/>
                </a:lnTo>
                <a:lnTo>
                  <a:pt x="58542" y="61578"/>
                </a:lnTo>
                <a:lnTo>
                  <a:pt x="59310" y="60811"/>
                </a:lnTo>
                <a:lnTo>
                  <a:pt x="59410" y="60544"/>
                </a:lnTo>
                <a:lnTo>
                  <a:pt x="59410" y="59443"/>
                </a:lnTo>
                <a:lnTo>
                  <a:pt x="60677" y="59443"/>
                </a:lnTo>
                <a:lnTo>
                  <a:pt x="61578" y="58543"/>
                </a:lnTo>
                <a:lnTo>
                  <a:pt x="62445" y="59443"/>
                </a:lnTo>
                <a:lnTo>
                  <a:pt x="63713" y="59443"/>
                </a:lnTo>
                <a:lnTo>
                  <a:pt x="63713" y="60544"/>
                </a:lnTo>
                <a:lnTo>
                  <a:pt x="63846" y="60811"/>
                </a:lnTo>
                <a:lnTo>
                  <a:pt x="64613" y="61578"/>
                </a:lnTo>
                <a:lnTo>
                  <a:pt x="63846" y="62346"/>
                </a:lnTo>
                <a:lnTo>
                  <a:pt x="63713" y="62646"/>
                </a:lnTo>
                <a:lnTo>
                  <a:pt x="63713" y="63713"/>
                </a:lnTo>
                <a:lnTo>
                  <a:pt x="62445" y="63713"/>
                </a:lnTo>
                <a:close/>
                <a:moveTo>
                  <a:pt x="57341" y="65381"/>
                </a:moveTo>
                <a:lnTo>
                  <a:pt x="57341" y="63313"/>
                </a:lnTo>
                <a:lnTo>
                  <a:pt x="56007" y="61979"/>
                </a:lnTo>
                <a:lnTo>
                  <a:pt x="57808" y="61979"/>
                </a:lnTo>
                <a:lnTo>
                  <a:pt x="58642" y="62813"/>
                </a:lnTo>
                <a:lnTo>
                  <a:pt x="58642" y="64113"/>
                </a:lnTo>
                <a:close/>
                <a:moveTo>
                  <a:pt x="57341" y="57776"/>
                </a:moveTo>
                <a:lnTo>
                  <a:pt x="58642" y="59077"/>
                </a:lnTo>
                <a:lnTo>
                  <a:pt x="58642" y="60377"/>
                </a:lnTo>
                <a:lnTo>
                  <a:pt x="57808" y="61178"/>
                </a:lnTo>
                <a:lnTo>
                  <a:pt x="56007" y="61178"/>
                </a:lnTo>
                <a:lnTo>
                  <a:pt x="57341" y="59844"/>
                </a:lnTo>
                <a:close/>
                <a:moveTo>
                  <a:pt x="65781" y="57776"/>
                </a:moveTo>
                <a:lnTo>
                  <a:pt x="65781" y="59844"/>
                </a:lnTo>
                <a:lnTo>
                  <a:pt x="67148" y="61178"/>
                </a:lnTo>
                <a:lnTo>
                  <a:pt x="65347" y="61178"/>
                </a:lnTo>
                <a:lnTo>
                  <a:pt x="64513" y="60344"/>
                </a:lnTo>
                <a:lnTo>
                  <a:pt x="64513" y="59043"/>
                </a:lnTo>
                <a:close/>
                <a:moveTo>
                  <a:pt x="88130" y="57776"/>
                </a:moveTo>
                <a:lnTo>
                  <a:pt x="89431" y="59077"/>
                </a:lnTo>
                <a:lnTo>
                  <a:pt x="89431" y="60377"/>
                </a:lnTo>
                <a:lnTo>
                  <a:pt x="88597" y="61178"/>
                </a:lnTo>
                <a:lnTo>
                  <a:pt x="86796" y="61178"/>
                </a:lnTo>
                <a:lnTo>
                  <a:pt x="88130" y="59844"/>
                </a:lnTo>
                <a:lnTo>
                  <a:pt x="88130" y="57776"/>
                </a:lnTo>
                <a:close/>
                <a:moveTo>
                  <a:pt x="96569" y="57776"/>
                </a:moveTo>
                <a:lnTo>
                  <a:pt x="96569" y="59844"/>
                </a:lnTo>
                <a:lnTo>
                  <a:pt x="97937" y="61178"/>
                </a:lnTo>
                <a:lnTo>
                  <a:pt x="96136" y="61178"/>
                </a:lnTo>
                <a:lnTo>
                  <a:pt x="95302" y="60377"/>
                </a:lnTo>
                <a:lnTo>
                  <a:pt x="95302" y="59077"/>
                </a:lnTo>
                <a:close/>
                <a:moveTo>
                  <a:pt x="118952" y="57776"/>
                </a:moveTo>
                <a:lnTo>
                  <a:pt x="120220" y="59077"/>
                </a:lnTo>
                <a:lnTo>
                  <a:pt x="120220" y="60377"/>
                </a:lnTo>
                <a:lnTo>
                  <a:pt x="119386" y="61178"/>
                </a:lnTo>
                <a:lnTo>
                  <a:pt x="117584" y="61178"/>
                </a:lnTo>
                <a:lnTo>
                  <a:pt x="118952" y="59844"/>
                </a:lnTo>
                <a:lnTo>
                  <a:pt x="118952" y="57776"/>
                </a:lnTo>
                <a:close/>
                <a:moveTo>
                  <a:pt x="127391" y="57776"/>
                </a:moveTo>
                <a:lnTo>
                  <a:pt x="127391" y="59844"/>
                </a:lnTo>
                <a:lnTo>
                  <a:pt x="128726" y="61178"/>
                </a:lnTo>
                <a:lnTo>
                  <a:pt x="126924" y="61178"/>
                </a:lnTo>
                <a:lnTo>
                  <a:pt x="126091" y="60344"/>
                </a:lnTo>
                <a:lnTo>
                  <a:pt x="126091" y="59043"/>
                </a:lnTo>
                <a:close/>
                <a:moveTo>
                  <a:pt x="149741" y="57776"/>
                </a:moveTo>
                <a:lnTo>
                  <a:pt x="151008" y="59077"/>
                </a:lnTo>
                <a:lnTo>
                  <a:pt x="151008" y="60377"/>
                </a:lnTo>
                <a:lnTo>
                  <a:pt x="150174" y="61178"/>
                </a:lnTo>
                <a:lnTo>
                  <a:pt x="148373" y="61178"/>
                </a:lnTo>
                <a:lnTo>
                  <a:pt x="149741" y="59844"/>
                </a:lnTo>
                <a:lnTo>
                  <a:pt x="149741" y="57776"/>
                </a:lnTo>
                <a:close/>
                <a:moveTo>
                  <a:pt x="158180" y="57776"/>
                </a:moveTo>
                <a:lnTo>
                  <a:pt x="158180" y="59844"/>
                </a:lnTo>
                <a:lnTo>
                  <a:pt x="159514" y="61178"/>
                </a:lnTo>
                <a:lnTo>
                  <a:pt x="157713" y="61178"/>
                </a:lnTo>
                <a:lnTo>
                  <a:pt x="156879" y="60344"/>
                </a:lnTo>
                <a:lnTo>
                  <a:pt x="156879" y="59043"/>
                </a:lnTo>
                <a:close/>
                <a:moveTo>
                  <a:pt x="180529" y="57776"/>
                </a:moveTo>
                <a:lnTo>
                  <a:pt x="181797" y="59077"/>
                </a:lnTo>
                <a:lnTo>
                  <a:pt x="181797" y="60377"/>
                </a:lnTo>
                <a:lnTo>
                  <a:pt x="180963" y="61178"/>
                </a:lnTo>
                <a:lnTo>
                  <a:pt x="179162" y="61178"/>
                </a:lnTo>
                <a:lnTo>
                  <a:pt x="180529" y="59844"/>
                </a:lnTo>
                <a:lnTo>
                  <a:pt x="180529" y="57776"/>
                </a:lnTo>
                <a:close/>
                <a:moveTo>
                  <a:pt x="188969" y="57776"/>
                </a:moveTo>
                <a:lnTo>
                  <a:pt x="188969" y="59844"/>
                </a:lnTo>
                <a:lnTo>
                  <a:pt x="190303" y="61178"/>
                </a:lnTo>
                <a:lnTo>
                  <a:pt x="188502" y="61178"/>
                </a:lnTo>
                <a:lnTo>
                  <a:pt x="187668" y="60344"/>
                </a:lnTo>
                <a:lnTo>
                  <a:pt x="187668" y="59043"/>
                </a:lnTo>
                <a:close/>
                <a:moveTo>
                  <a:pt x="191437" y="61178"/>
                </a:moveTo>
                <a:lnTo>
                  <a:pt x="189736" y="59510"/>
                </a:lnTo>
                <a:lnTo>
                  <a:pt x="189736" y="57475"/>
                </a:lnTo>
                <a:lnTo>
                  <a:pt x="195473" y="57475"/>
                </a:lnTo>
                <a:lnTo>
                  <a:pt x="199176" y="61178"/>
                </a:lnTo>
                <a:close/>
                <a:moveTo>
                  <a:pt x="187268" y="58643"/>
                </a:moveTo>
                <a:lnTo>
                  <a:pt x="185967" y="58643"/>
                </a:lnTo>
                <a:lnTo>
                  <a:pt x="185133" y="57809"/>
                </a:lnTo>
                <a:lnTo>
                  <a:pt x="185133" y="56008"/>
                </a:lnTo>
                <a:lnTo>
                  <a:pt x="186367" y="57242"/>
                </a:lnTo>
                <a:lnTo>
                  <a:pt x="186667" y="57375"/>
                </a:lnTo>
                <a:lnTo>
                  <a:pt x="188535" y="57375"/>
                </a:lnTo>
                <a:close/>
                <a:moveTo>
                  <a:pt x="184332" y="57809"/>
                </a:moveTo>
                <a:lnTo>
                  <a:pt x="183532" y="58643"/>
                </a:lnTo>
                <a:lnTo>
                  <a:pt x="182231" y="58643"/>
                </a:lnTo>
                <a:lnTo>
                  <a:pt x="180930" y="57375"/>
                </a:lnTo>
                <a:lnTo>
                  <a:pt x="182831" y="57375"/>
                </a:lnTo>
                <a:lnTo>
                  <a:pt x="183098" y="57242"/>
                </a:lnTo>
                <a:lnTo>
                  <a:pt x="184332" y="56008"/>
                </a:lnTo>
                <a:close/>
                <a:moveTo>
                  <a:pt x="179729" y="59510"/>
                </a:moveTo>
                <a:lnTo>
                  <a:pt x="178061" y="61178"/>
                </a:lnTo>
                <a:lnTo>
                  <a:pt x="170289" y="61178"/>
                </a:lnTo>
                <a:lnTo>
                  <a:pt x="174025" y="57475"/>
                </a:lnTo>
                <a:lnTo>
                  <a:pt x="179729" y="57475"/>
                </a:lnTo>
                <a:lnTo>
                  <a:pt x="179729" y="59510"/>
                </a:lnTo>
                <a:close/>
                <a:moveTo>
                  <a:pt x="160649" y="61178"/>
                </a:moveTo>
                <a:lnTo>
                  <a:pt x="158947" y="59510"/>
                </a:lnTo>
                <a:lnTo>
                  <a:pt x="158947" y="57475"/>
                </a:lnTo>
                <a:lnTo>
                  <a:pt x="164685" y="57475"/>
                </a:lnTo>
                <a:lnTo>
                  <a:pt x="168387" y="61178"/>
                </a:lnTo>
                <a:close/>
                <a:moveTo>
                  <a:pt x="156479" y="58643"/>
                </a:moveTo>
                <a:lnTo>
                  <a:pt x="155178" y="58643"/>
                </a:lnTo>
                <a:lnTo>
                  <a:pt x="154344" y="57809"/>
                </a:lnTo>
                <a:lnTo>
                  <a:pt x="154344" y="56008"/>
                </a:lnTo>
                <a:lnTo>
                  <a:pt x="155578" y="57242"/>
                </a:lnTo>
                <a:lnTo>
                  <a:pt x="155845" y="57375"/>
                </a:lnTo>
                <a:lnTo>
                  <a:pt x="157746" y="57375"/>
                </a:lnTo>
                <a:close/>
                <a:moveTo>
                  <a:pt x="153543" y="57809"/>
                </a:moveTo>
                <a:lnTo>
                  <a:pt x="152743" y="58643"/>
                </a:lnTo>
                <a:lnTo>
                  <a:pt x="151442" y="58643"/>
                </a:lnTo>
                <a:lnTo>
                  <a:pt x="150141" y="57375"/>
                </a:lnTo>
                <a:lnTo>
                  <a:pt x="152042" y="57375"/>
                </a:lnTo>
                <a:lnTo>
                  <a:pt x="152309" y="57242"/>
                </a:lnTo>
                <a:lnTo>
                  <a:pt x="153543" y="56008"/>
                </a:lnTo>
                <a:close/>
                <a:moveTo>
                  <a:pt x="148940" y="59510"/>
                </a:moveTo>
                <a:lnTo>
                  <a:pt x="147272" y="61178"/>
                </a:lnTo>
                <a:lnTo>
                  <a:pt x="139500" y="61178"/>
                </a:lnTo>
                <a:lnTo>
                  <a:pt x="143236" y="57475"/>
                </a:lnTo>
                <a:lnTo>
                  <a:pt x="148940" y="57475"/>
                </a:lnTo>
                <a:lnTo>
                  <a:pt x="148940" y="59510"/>
                </a:lnTo>
                <a:close/>
                <a:moveTo>
                  <a:pt x="129860" y="61178"/>
                </a:moveTo>
                <a:lnTo>
                  <a:pt x="128159" y="59510"/>
                </a:lnTo>
                <a:lnTo>
                  <a:pt x="128159" y="57475"/>
                </a:lnTo>
                <a:lnTo>
                  <a:pt x="133896" y="57475"/>
                </a:lnTo>
                <a:lnTo>
                  <a:pt x="137599" y="61178"/>
                </a:lnTo>
                <a:close/>
                <a:moveTo>
                  <a:pt x="125690" y="58643"/>
                </a:moveTo>
                <a:lnTo>
                  <a:pt x="124389" y="58643"/>
                </a:lnTo>
                <a:lnTo>
                  <a:pt x="123555" y="57809"/>
                </a:lnTo>
                <a:lnTo>
                  <a:pt x="123555" y="56008"/>
                </a:lnTo>
                <a:lnTo>
                  <a:pt x="124790" y="57242"/>
                </a:lnTo>
                <a:lnTo>
                  <a:pt x="125056" y="57375"/>
                </a:lnTo>
                <a:lnTo>
                  <a:pt x="126958" y="57375"/>
                </a:lnTo>
                <a:close/>
                <a:moveTo>
                  <a:pt x="122755" y="57809"/>
                </a:moveTo>
                <a:lnTo>
                  <a:pt x="121954" y="58643"/>
                </a:lnTo>
                <a:lnTo>
                  <a:pt x="120653" y="58643"/>
                </a:lnTo>
                <a:lnTo>
                  <a:pt x="119352" y="57375"/>
                </a:lnTo>
                <a:lnTo>
                  <a:pt x="121254" y="57375"/>
                </a:lnTo>
                <a:lnTo>
                  <a:pt x="121521" y="57242"/>
                </a:lnTo>
                <a:lnTo>
                  <a:pt x="122755" y="56008"/>
                </a:lnTo>
                <a:lnTo>
                  <a:pt x="122755" y="57809"/>
                </a:lnTo>
                <a:close/>
                <a:moveTo>
                  <a:pt x="118152" y="59510"/>
                </a:moveTo>
                <a:lnTo>
                  <a:pt x="116450" y="61178"/>
                </a:lnTo>
                <a:lnTo>
                  <a:pt x="108711" y="61178"/>
                </a:lnTo>
                <a:lnTo>
                  <a:pt x="112414" y="57475"/>
                </a:lnTo>
                <a:lnTo>
                  <a:pt x="118152" y="57475"/>
                </a:lnTo>
                <a:lnTo>
                  <a:pt x="118152" y="59510"/>
                </a:lnTo>
                <a:close/>
                <a:moveTo>
                  <a:pt x="99071" y="61178"/>
                </a:moveTo>
                <a:lnTo>
                  <a:pt x="97370" y="59510"/>
                </a:lnTo>
                <a:lnTo>
                  <a:pt x="97370" y="57475"/>
                </a:lnTo>
                <a:lnTo>
                  <a:pt x="103074" y="57475"/>
                </a:lnTo>
                <a:lnTo>
                  <a:pt x="106810" y="61178"/>
                </a:lnTo>
                <a:close/>
                <a:moveTo>
                  <a:pt x="94868" y="58643"/>
                </a:moveTo>
                <a:lnTo>
                  <a:pt x="93567" y="58643"/>
                </a:lnTo>
                <a:lnTo>
                  <a:pt x="92767" y="57809"/>
                </a:lnTo>
                <a:lnTo>
                  <a:pt x="92767" y="56008"/>
                </a:lnTo>
                <a:lnTo>
                  <a:pt x="94001" y="57242"/>
                </a:lnTo>
                <a:lnTo>
                  <a:pt x="94268" y="57375"/>
                </a:lnTo>
                <a:lnTo>
                  <a:pt x="96169" y="57375"/>
                </a:lnTo>
                <a:close/>
                <a:moveTo>
                  <a:pt x="91966" y="57809"/>
                </a:moveTo>
                <a:lnTo>
                  <a:pt x="91166" y="58643"/>
                </a:lnTo>
                <a:lnTo>
                  <a:pt x="89865" y="58643"/>
                </a:lnTo>
                <a:lnTo>
                  <a:pt x="88564" y="57375"/>
                </a:lnTo>
                <a:lnTo>
                  <a:pt x="90465" y="57375"/>
                </a:lnTo>
                <a:lnTo>
                  <a:pt x="90732" y="57242"/>
                </a:lnTo>
                <a:lnTo>
                  <a:pt x="91966" y="56008"/>
                </a:lnTo>
                <a:lnTo>
                  <a:pt x="91966" y="57809"/>
                </a:lnTo>
                <a:close/>
                <a:moveTo>
                  <a:pt x="87363" y="59510"/>
                </a:moveTo>
                <a:lnTo>
                  <a:pt x="85662" y="61178"/>
                </a:lnTo>
                <a:lnTo>
                  <a:pt x="77923" y="61178"/>
                </a:lnTo>
                <a:lnTo>
                  <a:pt x="81625" y="57475"/>
                </a:lnTo>
                <a:lnTo>
                  <a:pt x="87363" y="57475"/>
                </a:lnTo>
                <a:lnTo>
                  <a:pt x="87363" y="59510"/>
                </a:lnTo>
                <a:close/>
                <a:moveTo>
                  <a:pt x="68249" y="61178"/>
                </a:moveTo>
                <a:lnTo>
                  <a:pt x="66581" y="59510"/>
                </a:lnTo>
                <a:lnTo>
                  <a:pt x="66581" y="57475"/>
                </a:lnTo>
                <a:lnTo>
                  <a:pt x="72285" y="57475"/>
                </a:lnTo>
                <a:lnTo>
                  <a:pt x="76021" y="61178"/>
                </a:lnTo>
                <a:close/>
                <a:moveTo>
                  <a:pt x="64080" y="58643"/>
                </a:moveTo>
                <a:lnTo>
                  <a:pt x="62779" y="58643"/>
                </a:lnTo>
                <a:lnTo>
                  <a:pt x="61978" y="57809"/>
                </a:lnTo>
                <a:lnTo>
                  <a:pt x="61978" y="56008"/>
                </a:lnTo>
                <a:lnTo>
                  <a:pt x="63212" y="57242"/>
                </a:lnTo>
                <a:lnTo>
                  <a:pt x="63479" y="57375"/>
                </a:lnTo>
                <a:lnTo>
                  <a:pt x="65381" y="57375"/>
                </a:lnTo>
                <a:close/>
                <a:moveTo>
                  <a:pt x="61178" y="57809"/>
                </a:moveTo>
                <a:lnTo>
                  <a:pt x="60344" y="58643"/>
                </a:lnTo>
                <a:lnTo>
                  <a:pt x="59043" y="58643"/>
                </a:lnTo>
                <a:lnTo>
                  <a:pt x="57775" y="57375"/>
                </a:lnTo>
                <a:lnTo>
                  <a:pt x="59676" y="57375"/>
                </a:lnTo>
                <a:lnTo>
                  <a:pt x="59943" y="57242"/>
                </a:lnTo>
                <a:lnTo>
                  <a:pt x="61178" y="56008"/>
                </a:lnTo>
                <a:close/>
                <a:moveTo>
                  <a:pt x="56574" y="59510"/>
                </a:moveTo>
                <a:lnTo>
                  <a:pt x="54873" y="61178"/>
                </a:lnTo>
                <a:lnTo>
                  <a:pt x="47134" y="61178"/>
                </a:lnTo>
                <a:lnTo>
                  <a:pt x="50837" y="57475"/>
                </a:lnTo>
                <a:lnTo>
                  <a:pt x="56574" y="57475"/>
                </a:lnTo>
                <a:close/>
                <a:moveTo>
                  <a:pt x="54873" y="61979"/>
                </a:moveTo>
                <a:lnTo>
                  <a:pt x="56574" y="63646"/>
                </a:lnTo>
                <a:lnTo>
                  <a:pt x="56574" y="65681"/>
                </a:lnTo>
                <a:lnTo>
                  <a:pt x="50837" y="65681"/>
                </a:lnTo>
                <a:lnTo>
                  <a:pt x="47134" y="61979"/>
                </a:lnTo>
                <a:lnTo>
                  <a:pt x="54873" y="61979"/>
                </a:lnTo>
                <a:close/>
                <a:moveTo>
                  <a:pt x="59043" y="64514"/>
                </a:moveTo>
                <a:lnTo>
                  <a:pt x="60344" y="64514"/>
                </a:lnTo>
                <a:lnTo>
                  <a:pt x="61178" y="65348"/>
                </a:lnTo>
                <a:lnTo>
                  <a:pt x="61178" y="67149"/>
                </a:lnTo>
                <a:lnTo>
                  <a:pt x="59943" y="65915"/>
                </a:lnTo>
                <a:lnTo>
                  <a:pt x="59676" y="65781"/>
                </a:lnTo>
                <a:lnTo>
                  <a:pt x="57775" y="65781"/>
                </a:lnTo>
                <a:close/>
                <a:moveTo>
                  <a:pt x="61978" y="65348"/>
                </a:moveTo>
                <a:lnTo>
                  <a:pt x="62779" y="64514"/>
                </a:lnTo>
                <a:lnTo>
                  <a:pt x="64080" y="64514"/>
                </a:lnTo>
                <a:lnTo>
                  <a:pt x="65381" y="65815"/>
                </a:lnTo>
                <a:lnTo>
                  <a:pt x="63479" y="65815"/>
                </a:lnTo>
                <a:lnTo>
                  <a:pt x="63212" y="65915"/>
                </a:lnTo>
                <a:lnTo>
                  <a:pt x="61978" y="67149"/>
                </a:lnTo>
                <a:close/>
                <a:moveTo>
                  <a:pt x="66581" y="63646"/>
                </a:moveTo>
                <a:lnTo>
                  <a:pt x="68249" y="61979"/>
                </a:lnTo>
                <a:lnTo>
                  <a:pt x="76021" y="61979"/>
                </a:lnTo>
                <a:lnTo>
                  <a:pt x="72285" y="65681"/>
                </a:lnTo>
                <a:lnTo>
                  <a:pt x="66581" y="65681"/>
                </a:lnTo>
                <a:lnTo>
                  <a:pt x="66581" y="63646"/>
                </a:lnTo>
                <a:close/>
                <a:moveTo>
                  <a:pt x="85662" y="61979"/>
                </a:moveTo>
                <a:lnTo>
                  <a:pt x="87363" y="63646"/>
                </a:lnTo>
                <a:lnTo>
                  <a:pt x="87363" y="65681"/>
                </a:lnTo>
                <a:lnTo>
                  <a:pt x="81659" y="65681"/>
                </a:lnTo>
                <a:lnTo>
                  <a:pt x="77923" y="61979"/>
                </a:lnTo>
                <a:lnTo>
                  <a:pt x="85662" y="61979"/>
                </a:lnTo>
                <a:close/>
                <a:moveTo>
                  <a:pt x="89831" y="64514"/>
                </a:moveTo>
                <a:lnTo>
                  <a:pt x="91132" y="64514"/>
                </a:lnTo>
                <a:lnTo>
                  <a:pt x="91966" y="65348"/>
                </a:lnTo>
                <a:lnTo>
                  <a:pt x="91966" y="67149"/>
                </a:lnTo>
                <a:lnTo>
                  <a:pt x="90732" y="65915"/>
                </a:lnTo>
                <a:lnTo>
                  <a:pt x="90465" y="65781"/>
                </a:lnTo>
                <a:lnTo>
                  <a:pt x="88564" y="65781"/>
                </a:lnTo>
                <a:close/>
                <a:moveTo>
                  <a:pt x="92767" y="65348"/>
                </a:moveTo>
                <a:lnTo>
                  <a:pt x="93567" y="64514"/>
                </a:lnTo>
                <a:lnTo>
                  <a:pt x="94868" y="64514"/>
                </a:lnTo>
                <a:lnTo>
                  <a:pt x="96169" y="65815"/>
                </a:lnTo>
                <a:lnTo>
                  <a:pt x="94268" y="65815"/>
                </a:lnTo>
                <a:lnTo>
                  <a:pt x="94001" y="65915"/>
                </a:lnTo>
                <a:lnTo>
                  <a:pt x="92767" y="67149"/>
                </a:lnTo>
                <a:lnTo>
                  <a:pt x="92767" y="65348"/>
                </a:lnTo>
                <a:close/>
                <a:moveTo>
                  <a:pt x="97370" y="63646"/>
                </a:moveTo>
                <a:lnTo>
                  <a:pt x="99071" y="61979"/>
                </a:lnTo>
                <a:lnTo>
                  <a:pt x="106810" y="61979"/>
                </a:lnTo>
                <a:lnTo>
                  <a:pt x="103074" y="65681"/>
                </a:lnTo>
                <a:lnTo>
                  <a:pt x="97370" y="65681"/>
                </a:lnTo>
                <a:lnTo>
                  <a:pt x="97370" y="63646"/>
                </a:lnTo>
                <a:close/>
                <a:moveTo>
                  <a:pt x="116450" y="61979"/>
                </a:moveTo>
                <a:lnTo>
                  <a:pt x="118152" y="63646"/>
                </a:lnTo>
                <a:lnTo>
                  <a:pt x="118152" y="65681"/>
                </a:lnTo>
                <a:lnTo>
                  <a:pt x="112447" y="65681"/>
                </a:lnTo>
                <a:lnTo>
                  <a:pt x="108711" y="61979"/>
                </a:lnTo>
                <a:lnTo>
                  <a:pt x="116450" y="61979"/>
                </a:lnTo>
                <a:close/>
                <a:moveTo>
                  <a:pt x="120653" y="64514"/>
                </a:moveTo>
                <a:lnTo>
                  <a:pt x="121954" y="64514"/>
                </a:lnTo>
                <a:lnTo>
                  <a:pt x="122755" y="65348"/>
                </a:lnTo>
                <a:lnTo>
                  <a:pt x="122755" y="67149"/>
                </a:lnTo>
                <a:lnTo>
                  <a:pt x="121521" y="65915"/>
                </a:lnTo>
                <a:lnTo>
                  <a:pt x="121254" y="65781"/>
                </a:lnTo>
                <a:lnTo>
                  <a:pt x="119352" y="65781"/>
                </a:lnTo>
                <a:close/>
                <a:moveTo>
                  <a:pt x="123555" y="65348"/>
                </a:moveTo>
                <a:lnTo>
                  <a:pt x="124389" y="64514"/>
                </a:lnTo>
                <a:lnTo>
                  <a:pt x="125657" y="64514"/>
                </a:lnTo>
                <a:lnTo>
                  <a:pt x="126958" y="65815"/>
                </a:lnTo>
                <a:lnTo>
                  <a:pt x="125056" y="65815"/>
                </a:lnTo>
                <a:lnTo>
                  <a:pt x="124790" y="65915"/>
                </a:lnTo>
                <a:lnTo>
                  <a:pt x="123555" y="67149"/>
                </a:lnTo>
                <a:lnTo>
                  <a:pt x="123555" y="65348"/>
                </a:lnTo>
                <a:close/>
                <a:moveTo>
                  <a:pt x="128159" y="63646"/>
                </a:moveTo>
                <a:lnTo>
                  <a:pt x="129860" y="61979"/>
                </a:lnTo>
                <a:lnTo>
                  <a:pt x="137599" y="61979"/>
                </a:lnTo>
                <a:lnTo>
                  <a:pt x="133863" y="65681"/>
                </a:lnTo>
                <a:lnTo>
                  <a:pt x="128159" y="65681"/>
                </a:lnTo>
                <a:lnTo>
                  <a:pt x="128159" y="63646"/>
                </a:lnTo>
                <a:close/>
                <a:moveTo>
                  <a:pt x="147272" y="61979"/>
                </a:moveTo>
                <a:lnTo>
                  <a:pt x="148940" y="63646"/>
                </a:lnTo>
                <a:lnTo>
                  <a:pt x="148940" y="65681"/>
                </a:lnTo>
                <a:lnTo>
                  <a:pt x="143236" y="65681"/>
                </a:lnTo>
                <a:lnTo>
                  <a:pt x="139500" y="61979"/>
                </a:lnTo>
                <a:lnTo>
                  <a:pt x="147272" y="61979"/>
                </a:lnTo>
                <a:close/>
                <a:moveTo>
                  <a:pt x="151442" y="64514"/>
                </a:moveTo>
                <a:lnTo>
                  <a:pt x="152743" y="64514"/>
                </a:lnTo>
                <a:lnTo>
                  <a:pt x="153543" y="65348"/>
                </a:lnTo>
                <a:lnTo>
                  <a:pt x="153543" y="67149"/>
                </a:lnTo>
                <a:lnTo>
                  <a:pt x="152309" y="65915"/>
                </a:lnTo>
                <a:lnTo>
                  <a:pt x="152042" y="65781"/>
                </a:lnTo>
                <a:lnTo>
                  <a:pt x="150141" y="65781"/>
                </a:lnTo>
                <a:close/>
                <a:moveTo>
                  <a:pt x="154344" y="65348"/>
                </a:moveTo>
                <a:lnTo>
                  <a:pt x="155178" y="64514"/>
                </a:lnTo>
                <a:lnTo>
                  <a:pt x="156479" y="64514"/>
                </a:lnTo>
                <a:lnTo>
                  <a:pt x="157746" y="65815"/>
                </a:lnTo>
                <a:lnTo>
                  <a:pt x="155845" y="65815"/>
                </a:lnTo>
                <a:lnTo>
                  <a:pt x="155578" y="65915"/>
                </a:lnTo>
                <a:lnTo>
                  <a:pt x="154344" y="67149"/>
                </a:lnTo>
                <a:close/>
                <a:moveTo>
                  <a:pt x="158947" y="63646"/>
                </a:moveTo>
                <a:lnTo>
                  <a:pt x="160649" y="61979"/>
                </a:lnTo>
                <a:lnTo>
                  <a:pt x="168387" y="61979"/>
                </a:lnTo>
                <a:lnTo>
                  <a:pt x="164651" y="65681"/>
                </a:lnTo>
                <a:lnTo>
                  <a:pt x="158947" y="65681"/>
                </a:lnTo>
                <a:lnTo>
                  <a:pt x="158947" y="63646"/>
                </a:lnTo>
                <a:close/>
                <a:moveTo>
                  <a:pt x="178061" y="61979"/>
                </a:moveTo>
                <a:lnTo>
                  <a:pt x="179729" y="63646"/>
                </a:lnTo>
                <a:lnTo>
                  <a:pt x="179729" y="65681"/>
                </a:lnTo>
                <a:lnTo>
                  <a:pt x="174025" y="65681"/>
                </a:lnTo>
                <a:lnTo>
                  <a:pt x="170289" y="61979"/>
                </a:lnTo>
                <a:lnTo>
                  <a:pt x="178061" y="61979"/>
                </a:lnTo>
                <a:close/>
                <a:moveTo>
                  <a:pt x="182231" y="64514"/>
                </a:moveTo>
                <a:lnTo>
                  <a:pt x="183532" y="64514"/>
                </a:lnTo>
                <a:lnTo>
                  <a:pt x="184332" y="65348"/>
                </a:lnTo>
                <a:lnTo>
                  <a:pt x="184332" y="67149"/>
                </a:lnTo>
                <a:lnTo>
                  <a:pt x="183098" y="65915"/>
                </a:lnTo>
                <a:lnTo>
                  <a:pt x="182831" y="65781"/>
                </a:lnTo>
                <a:lnTo>
                  <a:pt x="180930" y="65781"/>
                </a:lnTo>
                <a:close/>
                <a:moveTo>
                  <a:pt x="185133" y="65348"/>
                </a:moveTo>
                <a:lnTo>
                  <a:pt x="185967" y="64514"/>
                </a:lnTo>
                <a:lnTo>
                  <a:pt x="187268" y="64514"/>
                </a:lnTo>
                <a:lnTo>
                  <a:pt x="188535" y="65815"/>
                </a:lnTo>
                <a:lnTo>
                  <a:pt x="186667" y="65815"/>
                </a:lnTo>
                <a:lnTo>
                  <a:pt x="186367" y="65915"/>
                </a:lnTo>
                <a:lnTo>
                  <a:pt x="185133" y="67149"/>
                </a:lnTo>
                <a:close/>
                <a:moveTo>
                  <a:pt x="189736" y="63646"/>
                </a:moveTo>
                <a:lnTo>
                  <a:pt x="191437" y="61979"/>
                </a:lnTo>
                <a:lnTo>
                  <a:pt x="199176" y="61979"/>
                </a:lnTo>
                <a:lnTo>
                  <a:pt x="195473" y="65681"/>
                </a:lnTo>
                <a:lnTo>
                  <a:pt x="189736" y="65681"/>
                </a:lnTo>
                <a:lnTo>
                  <a:pt x="189736" y="63646"/>
                </a:lnTo>
                <a:close/>
                <a:moveTo>
                  <a:pt x="188869" y="56575"/>
                </a:moveTo>
                <a:lnTo>
                  <a:pt x="186801" y="56575"/>
                </a:lnTo>
                <a:lnTo>
                  <a:pt x="185133" y="54874"/>
                </a:lnTo>
                <a:lnTo>
                  <a:pt x="185133" y="47135"/>
                </a:lnTo>
                <a:lnTo>
                  <a:pt x="188869" y="50871"/>
                </a:lnTo>
                <a:lnTo>
                  <a:pt x="188869" y="56575"/>
                </a:lnTo>
                <a:close/>
                <a:moveTo>
                  <a:pt x="184332" y="54874"/>
                </a:moveTo>
                <a:lnTo>
                  <a:pt x="182664" y="56575"/>
                </a:lnTo>
                <a:lnTo>
                  <a:pt x="180629" y="56575"/>
                </a:lnTo>
                <a:lnTo>
                  <a:pt x="180629" y="50871"/>
                </a:lnTo>
                <a:lnTo>
                  <a:pt x="184332" y="47135"/>
                </a:lnTo>
                <a:lnTo>
                  <a:pt x="184332" y="54874"/>
                </a:lnTo>
                <a:close/>
                <a:moveTo>
                  <a:pt x="171723" y="51905"/>
                </a:moveTo>
                <a:lnTo>
                  <a:pt x="169755" y="53873"/>
                </a:lnTo>
                <a:lnTo>
                  <a:pt x="169755" y="52005"/>
                </a:lnTo>
                <a:lnTo>
                  <a:pt x="171156" y="50570"/>
                </a:lnTo>
                <a:lnTo>
                  <a:pt x="173157" y="50570"/>
                </a:lnTo>
                <a:lnTo>
                  <a:pt x="174492" y="51905"/>
                </a:lnTo>
                <a:close/>
                <a:moveTo>
                  <a:pt x="172957" y="47835"/>
                </a:moveTo>
                <a:lnTo>
                  <a:pt x="172957" y="49203"/>
                </a:lnTo>
                <a:lnTo>
                  <a:pt x="170289" y="46568"/>
                </a:lnTo>
                <a:lnTo>
                  <a:pt x="174025" y="46568"/>
                </a:lnTo>
                <a:lnTo>
                  <a:pt x="173057" y="47568"/>
                </a:lnTo>
                <a:close/>
                <a:moveTo>
                  <a:pt x="170289" y="45800"/>
                </a:moveTo>
                <a:lnTo>
                  <a:pt x="172957" y="43132"/>
                </a:lnTo>
                <a:lnTo>
                  <a:pt x="172957" y="44700"/>
                </a:lnTo>
                <a:lnTo>
                  <a:pt x="174025" y="45800"/>
                </a:lnTo>
                <a:lnTo>
                  <a:pt x="170289" y="45800"/>
                </a:lnTo>
                <a:close/>
                <a:moveTo>
                  <a:pt x="169755" y="45233"/>
                </a:moveTo>
                <a:lnTo>
                  <a:pt x="169755" y="41497"/>
                </a:lnTo>
                <a:lnTo>
                  <a:pt x="170722" y="42465"/>
                </a:lnTo>
                <a:lnTo>
                  <a:pt x="170989" y="42598"/>
                </a:lnTo>
                <a:lnTo>
                  <a:pt x="172390" y="42598"/>
                </a:lnTo>
                <a:close/>
                <a:moveTo>
                  <a:pt x="168954" y="45233"/>
                </a:moveTo>
                <a:lnTo>
                  <a:pt x="166319" y="42598"/>
                </a:lnTo>
                <a:lnTo>
                  <a:pt x="167687" y="42598"/>
                </a:lnTo>
                <a:lnTo>
                  <a:pt x="167854" y="42598"/>
                </a:lnTo>
                <a:lnTo>
                  <a:pt x="168954" y="41497"/>
                </a:lnTo>
                <a:close/>
                <a:moveTo>
                  <a:pt x="168954" y="47135"/>
                </a:moveTo>
                <a:lnTo>
                  <a:pt x="168954" y="50871"/>
                </a:lnTo>
                <a:lnTo>
                  <a:pt x="167854" y="49770"/>
                </a:lnTo>
                <a:lnTo>
                  <a:pt x="166319" y="49770"/>
                </a:lnTo>
                <a:close/>
                <a:moveTo>
                  <a:pt x="158047" y="56575"/>
                </a:moveTo>
                <a:lnTo>
                  <a:pt x="156012" y="56575"/>
                </a:lnTo>
                <a:lnTo>
                  <a:pt x="154344" y="54874"/>
                </a:lnTo>
                <a:lnTo>
                  <a:pt x="154344" y="47135"/>
                </a:lnTo>
                <a:lnTo>
                  <a:pt x="158047" y="50871"/>
                </a:lnTo>
                <a:lnTo>
                  <a:pt x="158047" y="56575"/>
                </a:lnTo>
                <a:close/>
                <a:moveTo>
                  <a:pt x="153543" y="54874"/>
                </a:moveTo>
                <a:lnTo>
                  <a:pt x="151876" y="56575"/>
                </a:lnTo>
                <a:lnTo>
                  <a:pt x="149841" y="56575"/>
                </a:lnTo>
                <a:lnTo>
                  <a:pt x="149841" y="50871"/>
                </a:lnTo>
                <a:lnTo>
                  <a:pt x="153543" y="47135"/>
                </a:lnTo>
                <a:lnTo>
                  <a:pt x="153543" y="54874"/>
                </a:lnTo>
                <a:close/>
                <a:moveTo>
                  <a:pt x="140901" y="51905"/>
                </a:moveTo>
                <a:lnTo>
                  <a:pt x="138933" y="53873"/>
                </a:lnTo>
                <a:lnTo>
                  <a:pt x="138933" y="52005"/>
                </a:lnTo>
                <a:lnTo>
                  <a:pt x="140367" y="50570"/>
                </a:lnTo>
                <a:lnTo>
                  <a:pt x="142369" y="50570"/>
                </a:lnTo>
                <a:lnTo>
                  <a:pt x="143703" y="51905"/>
                </a:lnTo>
                <a:close/>
                <a:moveTo>
                  <a:pt x="142135" y="47835"/>
                </a:moveTo>
                <a:lnTo>
                  <a:pt x="142135" y="49203"/>
                </a:lnTo>
                <a:lnTo>
                  <a:pt x="139500" y="46568"/>
                </a:lnTo>
                <a:lnTo>
                  <a:pt x="143236" y="46568"/>
                </a:lnTo>
                <a:lnTo>
                  <a:pt x="142269" y="47568"/>
                </a:lnTo>
                <a:close/>
                <a:moveTo>
                  <a:pt x="139500" y="45800"/>
                </a:moveTo>
                <a:lnTo>
                  <a:pt x="142135" y="43132"/>
                </a:lnTo>
                <a:lnTo>
                  <a:pt x="142135" y="44700"/>
                </a:lnTo>
                <a:lnTo>
                  <a:pt x="143236" y="45800"/>
                </a:lnTo>
                <a:lnTo>
                  <a:pt x="139500" y="45800"/>
                </a:lnTo>
                <a:close/>
                <a:moveTo>
                  <a:pt x="138933" y="45233"/>
                </a:moveTo>
                <a:lnTo>
                  <a:pt x="138933" y="41497"/>
                </a:lnTo>
                <a:lnTo>
                  <a:pt x="140034" y="42598"/>
                </a:lnTo>
                <a:lnTo>
                  <a:pt x="140201" y="42598"/>
                </a:lnTo>
                <a:lnTo>
                  <a:pt x="141602" y="42598"/>
                </a:lnTo>
                <a:close/>
                <a:moveTo>
                  <a:pt x="138166" y="45233"/>
                </a:moveTo>
                <a:lnTo>
                  <a:pt x="135531" y="42598"/>
                </a:lnTo>
                <a:lnTo>
                  <a:pt x="136898" y="42598"/>
                </a:lnTo>
                <a:lnTo>
                  <a:pt x="137165" y="42465"/>
                </a:lnTo>
                <a:lnTo>
                  <a:pt x="138166" y="41497"/>
                </a:lnTo>
                <a:lnTo>
                  <a:pt x="138166" y="45233"/>
                </a:lnTo>
                <a:close/>
                <a:moveTo>
                  <a:pt x="138166" y="47135"/>
                </a:moveTo>
                <a:lnTo>
                  <a:pt x="138166" y="50871"/>
                </a:lnTo>
                <a:lnTo>
                  <a:pt x="137165" y="49903"/>
                </a:lnTo>
                <a:lnTo>
                  <a:pt x="136898" y="49770"/>
                </a:lnTo>
                <a:lnTo>
                  <a:pt x="135531" y="49770"/>
                </a:lnTo>
                <a:close/>
                <a:moveTo>
                  <a:pt x="127258" y="56575"/>
                </a:moveTo>
                <a:lnTo>
                  <a:pt x="125223" y="56575"/>
                </a:lnTo>
                <a:lnTo>
                  <a:pt x="123555" y="54874"/>
                </a:lnTo>
                <a:lnTo>
                  <a:pt x="123555" y="47135"/>
                </a:lnTo>
                <a:lnTo>
                  <a:pt x="127258" y="50871"/>
                </a:lnTo>
                <a:close/>
                <a:moveTo>
                  <a:pt x="122755" y="54874"/>
                </a:moveTo>
                <a:lnTo>
                  <a:pt x="121087" y="56575"/>
                </a:lnTo>
                <a:lnTo>
                  <a:pt x="119052" y="56575"/>
                </a:lnTo>
                <a:lnTo>
                  <a:pt x="119052" y="50871"/>
                </a:lnTo>
                <a:lnTo>
                  <a:pt x="122755" y="47135"/>
                </a:lnTo>
                <a:close/>
                <a:moveTo>
                  <a:pt x="110112" y="51905"/>
                </a:moveTo>
                <a:lnTo>
                  <a:pt x="108144" y="53873"/>
                </a:lnTo>
                <a:lnTo>
                  <a:pt x="108144" y="52005"/>
                </a:lnTo>
                <a:lnTo>
                  <a:pt x="109579" y="50570"/>
                </a:lnTo>
                <a:lnTo>
                  <a:pt x="111580" y="50570"/>
                </a:lnTo>
                <a:lnTo>
                  <a:pt x="112914" y="51905"/>
                </a:lnTo>
                <a:close/>
                <a:moveTo>
                  <a:pt x="111347" y="47835"/>
                </a:moveTo>
                <a:lnTo>
                  <a:pt x="111347" y="49203"/>
                </a:lnTo>
                <a:lnTo>
                  <a:pt x="108711" y="46568"/>
                </a:lnTo>
                <a:lnTo>
                  <a:pt x="112447" y="46568"/>
                </a:lnTo>
                <a:lnTo>
                  <a:pt x="111480" y="47568"/>
                </a:lnTo>
                <a:close/>
                <a:moveTo>
                  <a:pt x="108711" y="45800"/>
                </a:moveTo>
                <a:lnTo>
                  <a:pt x="111347" y="43132"/>
                </a:lnTo>
                <a:lnTo>
                  <a:pt x="111347" y="44700"/>
                </a:lnTo>
                <a:lnTo>
                  <a:pt x="112447" y="45800"/>
                </a:lnTo>
                <a:lnTo>
                  <a:pt x="108711" y="45800"/>
                </a:lnTo>
                <a:close/>
                <a:moveTo>
                  <a:pt x="108144" y="45233"/>
                </a:moveTo>
                <a:lnTo>
                  <a:pt x="108144" y="41497"/>
                </a:lnTo>
                <a:lnTo>
                  <a:pt x="109145" y="42465"/>
                </a:lnTo>
                <a:lnTo>
                  <a:pt x="109412" y="42598"/>
                </a:lnTo>
                <a:lnTo>
                  <a:pt x="110813" y="42598"/>
                </a:lnTo>
                <a:close/>
                <a:moveTo>
                  <a:pt x="107377" y="45233"/>
                </a:moveTo>
                <a:lnTo>
                  <a:pt x="104709" y="42598"/>
                </a:lnTo>
                <a:lnTo>
                  <a:pt x="106110" y="42598"/>
                </a:lnTo>
                <a:lnTo>
                  <a:pt x="106276" y="42598"/>
                </a:lnTo>
                <a:lnTo>
                  <a:pt x="107377" y="41497"/>
                </a:lnTo>
                <a:lnTo>
                  <a:pt x="107377" y="45233"/>
                </a:lnTo>
                <a:close/>
                <a:moveTo>
                  <a:pt x="107377" y="47135"/>
                </a:moveTo>
                <a:lnTo>
                  <a:pt x="107377" y="50871"/>
                </a:lnTo>
                <a:lnTo>
                  <a:pt x="106276" y="49770"/>
                </a:lnTo>
                <a:lnTo>
                  <a:pt x="104709" y="49770"/>
                </a:lnTo>
                <a:close/>
                <a:moveTo>
                  <a:pt x="96469" y="56575"/>
                </a:moveTo>
                <a:lnTo>
                  <a:pt x="94435" y="56575"/>
                </a:lnTo>
                <a:lnTo>
                  <a:pt x="92767" y="54874"/>
                </a:lnTo>
                <a:lnTo>
                  <a:pt x="92767" y="47135"/>
                </a:lnTo>
                <a:lnTo>
                  <a:pt x="96469" y="50871"/>
                </a:lnTo>
                <a:close/>
                <a:moveTo>
                  <a:pt x="91966" y="54874"/>
                </a:moveTo>
                <a:lnTo>
                  <a:pt x="90298" y="56575"/>
                </a:lnTo>
                <a:lnTo>
                  <a:pt x="88264" y="56575"/>
                </a:lnTo>
                <a:lnTo>
                  <a:pt x="88264" y="50871"/>
                </a:lnTo>
                <a:lnTo>
                  <a:pt x="91966" y="47135"/>
                </a:lnTo>
                <a:close/>
                <a:moveTo>
                  <a:pt x="79324" y="51905"/>
                </a:moveTo>
                <a:lnTo>
                  <a:pt x="77356" y="53873"/>
                </a:lnTo>
                <a:lnTo>
                  <a:pt x="77356" y="52005"/>
                </a:lnTo>
                <a:lnTo>
                  <a:pt x="78790" y="50570"/>
                </a:lnTo>
                <a:lnTo>
                  <a:pt x="80792" y="50570"/>
                </a:lnTo>
                <a:lnTo>
                  <a:pt x="82126" y="51905"/>
                </a:lnTo>
                <a:close/>
                <a:moveTo>
                  <a:pt x="80558" y="47835"/>
                </a:moveTo>
                <a:lnTo>
                  <a:pt x="80558" y="49203"/>
                </a:lnTo>
                <a:lnTo>
                  <a:pt x="77923" y="46568"/>
                </a:lnTo>
                <a:lnTo>
                  <a:pt x="81659" y="46568"/>
                </a:lnTo>
                <a:lnTo>
                  <a:pt x="80691" y="47568"/>
                </a:lnTo>
                <a:close/>
                <a:moveTo>
                  <a:pt x="77923" y="45800"/>
                </a:moveTo>
                <a:lnTo>
                  <a:pt x="80558" y="43132"/>
                </a:lnTo>
                <a:lnTo>
                  <a:pt x="80558" y="44700"/>
                </a:lnTo>
                <a:lnTo>
                  <a:pt x="81659" y="45800"/>
                </a:lnTo>
                <a:lnTo>
                  <a:pt x="77923" y="45800"/>
                </a:lnTo>
                <a:close/>
                <a:moveTo>
                  <a:pt x="77356" y="45233"/>
                </a:moveTo>
                <a:lnTo>
                  <a:pt x="77356" y="41497"/>
                </a:lnTo>
                <a:lnTo>
                  <a:pt x="78457" y="42598"/>
                </a:lnTo>
                <a:lnTo>
                  <a:pt x="78623" y="42598"/>
                </a:lnTo>
                <a:lnTo>
                  <a:pt x="79991" y="42598"/>
                </a:lnTo>
                <a:close/>
                <a:moveTo>
                  <a:pt x="76589" y="45233"/>
                </a:moveTo>
                <a:lnTo>
                  <a:pt x="73920" y="42598"/>
                </a:lnTo>
                <a:lnTo>
                  <a:pt x="75321" y="42598"/>
                </a:lnTo>
                <a:lnTo>
                  <a:pt x="75588" y="42465"/>
                </a:lnTo>
                <a:lnTo>
                  <a:pt x="76555" y="41497"/>
                </a:lnTo>
                <a:lnTo>
                  <a:pt x="76555" y="45233"/>
                </a:lnTo>
                <a:close/>
                <a:moveTo>
                  <a:pt x="76589" y="47135"/>
                </a:moveTo>
                <a:lnTo>
                  <a:pt x="76589" y="50871"/>
                </a:lnTo>
                <a:lnTo>
                  <a:pt x="75588" y="49903"/>
                </a:lnTo>
                <a:lnTo>
                  <a:pt x="75321" y="49770"/>
                </a:lnTo>
                <a:lnTo>
                  <a:pt x="73920" y="49770"/>
                </a:lnTo>
                <a:close/>
                <a:moveTo>
                  <a:pt x="65681" y="56575"/>
                </a:moveTo>
                <a:lnTo>
                  <a:pt x="63646" y="56575"/>
                </a:lnTo>
                <a:lnTo>
                  <a:pt x="61978" y="54874"/>
                </a:lnTo>
                <a:lnTo>
                  <a:pt x="61978" y="47135"/>
                </a:lnTo>
                <a:lnTo>
                  <a:pt x="65681" y="50871"/>
                </a:lnTo>
                <a:close/>
                <a:moveTo>
                  <a:pt x="61178" y="54874"/>
                </a:moveTo>
                <a:lnTo>
                  <a:pt x="59510" y="56575"/>
                </a:lnTo>
                <a:lnTo>
                  <a:pt x="57475" y="56575"/>
                </a:lnTo>
                <a:lnTo>
                  <a:pt x="57475" y="50871"/>
                </a:lnTo>
                <a:lnTo>
                  <a:pt x="61178" y="47135"/>
                </a:lnTo>
                <a:close/>
                <a:moveTo>
                  <a:pt x="48535" y="51905"/>
                </a:moveTo>
                <a:lnTo>
                  <a:pt x="46567" y="53873"/>
                </a:lnTo>
                <a:lnTo>
                  <a:pt x="46567" y="52005"/>
                </a:lnTo>
                <a:lnTo>
                  <a:pt x="48001" y="50570"/>
                </a:lnTo>
                <a:lnTo>
                  <a:pt x="50003" y="50570"/>
                </a:lnTo>
                <a:lnTo>
                  <a:pt x="51337" y="51905"/>
                </a:lnTo>
                <a:close/>
                <a:moveTo>
                  <a:pt x="46567" y="47135"/>
                </a:moveTo>
                <a:lnTo>
                  <a:pt x="49202" y="49770"/>
                </a:lnTo>
                <a:lnTo>
                  <a:pt x="47835" y="49770"/>
                </a:lnTo>
                <a:lnTo>
                  <a:pt x="47568" y="49903"/>
                </a:lnTo>
                <a:lnTo>
                  <a:pt x="46567" y="50871"/>
                </a:lnTo>
                <a:lnTo>
                  <a:pt x="46567" y="47135"/>
                </a:lnTo>
                <a:close/>
                <a:moveTo>
                  <a:pt x="49769" y="47835"/>
                </a:moveTo>
                <a:lnTo>
                  <a:pt x="49769" y="49203"/>
                </a:lnTo>
                <a:lnTo>
                  <a:pt x="47134" y="46568"/>
                </a:lnTo>
                <a:lnTo>
                  <a:pt x="50870" y="46568"/>
                </a:lnTo>
                <a:lnTo>
                  <a:pt x="49903" y="47568"/>
                </a:lnTo>
                <a:close/>
                <a:moveTo>
                  <a:pt x="47134" y="45800"/>
                </a:moveTo>
                <a:lnTo>
                  <a:pt x="49769" y="43132"/>
                </a:lnTo>
                <a:lnTo>
                  <a:pt x="49769" y="44700"/>
                </a:lnTo>
                <a:lnTo>
                  <a:pt x="50870" y="45800"/>
                </a:lnTo>
                <a:lnTo>
                  <a:pt x="47134" y="45800"/>
                </a:lnTo>
                <a:close/>
                <a:moveTo>
                  <a:pt x="46567" y="45233"/>
                </a:moveTo>
                <a:lnTo>
                  <a:pt x="46567" y="41497"/>
                </a:lnTo>
                <a:lnTo>
                  <a:pt x="47534" y="42465"/>
                </a:lnTo>
                <a:lnTo>
                  <a:pt x="47835" y="42598"/>
                </a:lnTo>
                <a:lnTo>
                  <a:pt x="49202" y="42598"/>
                </a:lnTo>
                <a:close/>
                <a:moveTo>
                  <a:pt x="45767" y="45233"/>
                </a:moveTo>
                <a:lnTo>
                  <a:pt x="43131" y="42598"/>
                </a:lnTo>
                <a:lnTo>
                  <a:pt x="44532" y="42598"/>
                </a:lnTo>
                <a:lnTo>
                  <a:pt x="44699" y="42598"/>
                </a:lnTo>
                <a:lnTo>
                  <a:pt x="45767" y="41497"/>
                </a:lnTo>
                <a:close/>
                <a:moveTo>
                  <a:pt x="45767" y="47135"/>
                </a:moveTo>
                <a:lnTo>
                  <a:pt x="45767" y="50871"/>
                </a:lnTo>
                <a:lnTo>
                  <a:pt x="44699" y="49770"/>
                </a:lnTo>
                <a:lnTo>
                  <a:pt x="43131" y="49770"/>
                </a:lnTo>
                <a:close/>
                <a:moveTo>
                  <a:pt x="45767" y="76022"/>
                </a:moveTo>
                <a:lnTo>
                  <a:pt x="43131" y="73387"/>
                </a:lnTo>
                <a:lnTo>
                  <a:pt x="44699" y="73387"/>
                </a:lnTo>
                <a:lnTo>
                  <a:pt x="45767" y="72286"/>
                </a:lnTo>
                <a:close/>
                <a:moveTo>
                  <a:pt x="43798" y="71285"/>
                </a:moveTo>
                <a:lnTo>
                  <a:pt x="45767" y="69317"/>
                </a:lnTo>
                <a:lnTo>
                  <a:pt x="45767" y="71152"/>
                </a:lnTo>
                <a:lnTo>
                  <a:pt x="44366" y="72586"/>
                </a:lnTo>
                <a:lnTo>
                  <a:pt x="42364" y="72586"/>
                </a:lnTo>
                <a:lnTo>
                  <a:pt x="41030" y="71285"/>
                </a:lnTo>
                <a:close/>
                <a:moveTo>
                  <a:pt x="42564" y="75321"/>
                </a:moveTo>
                <a:lnTo>
                  <a:pt x="42564" y="73954"/>
                </a:lnTo>
                <a:lnTo>
                  <a:pt x="45233" y="76589"/>
                </a:lnTo>
                <a:lnTo>
                  <a:pt x="41497" y="76589"/>
                </a:lnTo>
                <a:lnTo>
                  <a:pt x="42464" y="75588"/>
                </a:lnTo>
                <a:close/>
                <a:moveTo>
                  <a:pt x="45233" y="77356"/>
                </a:moveTo>
                <a:lnTo>
                  <a:pt x="42564" y="80025"/>
                </a:lnTo>
                <a:lnTo>
                  <a:pt x="42564" y="78457"/>
                </a:lnTo>
                <a:lnTo>
                  <a:pt x="41497" y="77356"/>
                </a:lnTo>
                <a:close/>
                <a:moveTo>
                  <a:pt x="45767" y="77923"/>
                </a:moveTo>
                <a:lnTo>
                  <a:pt x="45767" y="81659"/>
                </a:lnTo>
                <a:lnTo>
                  <a:pt x="44699" y="80559"/>
                </a:lnTo>
                <a:lnTo>
                  <a:pt x="44532" y="80559"/>
                </a:lnTo>
                <a:lnTo>
                  <a:pt x="43131" y="80559"/>
                </a:lnTo>
                <a:close/>
                <a:moveTo>
                  <a:pt x="46567" y="77923"/>
                </a:moveTo>
                <a:lnTo>
                  <a:pt x="49202" y="80559"/>
                </a:lnTo>
                <a:lnTo>
                  <a:pt x="47835" y="80559"/>
                </a:lnTo>
                <a:lnTo>
                  <a:pt x="47568" y="80692"/>
                </a:lnTo>
                <a:lnTo>
                  <a:pt x="46567" y="81659"/>
                </a:lnTo>
                <a:lnTo>
                  <a:pt x="46567" y="77923"/>
                </a:lnTo>
                <a:close/>
                <a:moveTo>
                  <a:pt x="46567" y="76022"/>
                </a:moveTo>
                <a:lnTo>
                  <a:pt x="46567" y="72286"/>
                </a:lnTo>
                <a:lnTo>
                  <a:pt x="47534" y="73253"/>
                </a:lnTo>
                <a:lnTo>
                  <a:pt x="47835" y="73387"/>
                </a:lnTo>
                <a:lnTo>
                  <a:pt x="49202" y="73387"/>
                </a:lnTo>
                <a:close/>
                <a:moveTo>
                  <a:pt x="57475" y="66582"/>
                </a:moveTo>
                <a:lnTo>
                  <a:pt x="59510" y="66582"/>
                </a:lnTo>
                <a:lnTo>
                  <a:pt x="61178" y="68283"/>
                </a:lnTo>
                <a:lnTo>
                  <a:pt x="61178" y="76022"/>
                </a:lnTo>
                <a:lnTo>
                  <a:pt x="57475" y="72286"/>
                </a:lnTo>
                <a:close/>
                <a:moveTo>
                  <a:pt x="61978" y="68283"/>
                </a:moveTo>
                <a:lnTo>
                  <a:pt x="63646" y="66582"/>
                </a:lnTo>
                <a:lnTo>
                  <a:pt x="65681" y="66582"/>
                </a:lnTo>
                <a:lnTo>
                  <a:pt x="65681" y="72286"/>
                </a:lnTo>
                <a:lnTo>
                  <a:pt x="61978" y="76022"/>
                </a:lnTo>
                <a:close/>
                <a:moveTo>
                  <a:pt x="74620" y="71285"/>
                </a:moveTo>
                <a:lnTo>
                  <a:pt x="76589" y="69317"/>
                </a:lnTo>
                <a:lnTo>
                  <a:pt x="76589" y="71152"/>
                </a:lnTo>
                <a:lnTo>
                  <a:pt x="75154" y="72586"/>
                </a:lnTo>
                <a:lnTo>
                  <a:pt x="73153" y="72586"/>
                </a:lnTo>
                <a:lnTo>
                  <a:pt x="71818" y="71285"/>
                </a:lnTo>
                <a:close/>
                <a:moveTo>
                  <a:pt x="73386" y="75321"/>
                </a:moveTo>
                <a:lnTo>
                  <a:pt x="73386" y="73954"/>
                </a:lnTo>
                <a:lnTo>
                  <a:pt x="76021" y="76589"/>
                </a:lnTo>
                <a:lnTo>
                  <a:pt x="72285" y="76589"/>
                </a:lnTo>
                <a:lnTo>
                  <a:pt x="73253" y="75588"/>
                </a:lnTo>
                <a:close/>
                <a:moveTo>
                  <a:pt x="76021" y="77356"/>
                </a:moveTo>
                <a:lnTo>
                  <a:pt x="73386" y="80025"/>
                </a:lnTo>
                <a:lnTo>
                  <a:pt x="73386" y="78457"/>
                </a:lnTo>
                <a:lnTo>
                  <a:pt x="72285" y="77356"/>
                </a:lnTo>
                <a:close/>
                <a:moveTo>
                  <a:pt x="76589" y="77923"/>
                </a:moveTo>
                <a:lnTo>
                  <a:pt x="76589" y="81659"/>
                </a:lnTo>
                <a:lnTo>
                  <a:pt x="75588" y="80692"/>
                </a:lnTo>
                <a:lnTo>
                  <a:pt x="75321" y="80559"/>
                </a:lnTo>
                <a:lnTo>
                  <a:pt x="73920" y="80559"/>
                </a:lnTo>
                <a:close/>
                <a:moveTo>
                  <a:pt x="77356" y="77923"/>
                </a:moveTo>
                <a:lnTo>
                  <a:pt x="80024" y="80559"/>
                </a:lnTo>
                <a:lnTo>
                  <a:pt x="78623" y="80559"/>
                </a:lnTo>
                <a:lnTo>
                  <a:pt x="78457" y="80559"/>
                </a:lnTo>
                <a:lnTo>
                  <a:pt x="77356" y="81659"/>
                </a:lnTo>
                <a:lnTo>
                  <a:pt x="77356" y="77923"/>
                </a:lnTo>
                <a:close/>
                <a:moveTo>
                  <a:pt x="77356" y="76022"/>
                </a:moveTo>
                <a:lnTo>
                  <a:pt x="77356" y="72286"/>
                </a:lnTo>
                <a:lnTo>
                  <a:pt x="78457" y="73387"/>
                </a:lnTo>
                <a:lnTo>
                  <a:pt x="80024" y="73387"/>
                </a:lnTo>
                <a:close/>
                <a:moveTo>
                  <a:pt x="88264" y="66582"/>
                </a:moveTo>
                <a:lnTo>
                  <a:pt x="90298" y="66582"/>
                </a:lnTo>
                <a:lnTo>
                  <a:pt x="91966" y="68283"/>
                </a:lnTo>
                <a:lnTo>
                  <a:pt x="91966" y="76022"/>
                </a:lnTo>
                <a:lnTo>
                  <a:pt x="88264" y="72286"/>
                </a:lnTo>
                <a:close/>
                <a:moveTo>
                  <a:pt x="92767" y="68283"/>
                </a:moveTo>
                <a:lnTo>
                  <a:pt x="94435" y="66582"/>
                </a:lnTo>
                <a:lnTo>
                  <a:pt x="96469" y="66582"/>
                </a:lnTo>
                <a:lnTo>
                  <a:pt x="96469" y="72286"/>
                </a:lnTo>
                <a:lnTo>
                  <a:pt x="92767" y="76022"/>
                </a:lnTo>
                <a:close/>
                <a:moveTo>
                  <a:pt x="105409" y="71285"/>
                </a:moveTo>
                <a:lnTo>
                  <a:pt x="107377" y="69317"/>
                </a:lnTo>
                <a:lnTo>
                  <a:pt x="107377" y="71152"/>
                </a:lnTo>
                <a:lnTo>
                  <a:pt x="105943" y="72586"/>
                </a:lnTo>
                <a:lnTo>
                  <a:pt x="103941" y="72586"/>
                </a:lnTo>
                <a:lnTo>
                  <a:pt x="102607" y="71285"/>
                </a:lnTo>
                <a:close/>
                <a:moveTo>
                  <a:pt x="104175" y="75321"/>
                </a:moveTo>
                <a:lnTo>
                  <a:pt x="104175" y="73954"/>
                </a:lnTo>
                <a:lnTo>
                  <a:pt x="106810" y="76589"/>
                </a:lnTo>
                <a:lnTo>
                  <a:pt x="103074" y="76589"/>
                </a:lnTo>
                <a:lnTo>
                  <a:pt x="104041" y="75588"/>
                </a:lnTo>
                <a:close/>
                <a:moveTo>
                  <a:pt x="106810" y="77356"/>
                </a:moveTo>
                <a:lnTo>
                  <a:pt x="104175" y="80025"/>
                </a:lnTo>
                <a:lnTo>
                  <a:pt x="104175" y="78457"/>
                </a:lnTo>
                <a:lnTo>
                  <a:pt x="103074" y="77356"/>
                </a:lnTo>
                <a:close/>
                <a:moveTo>
                  <a:pt x="107377" y="77923"/>
                </a:moveTo>
                <a:lnTo>
                  <a:pt x="107377" y="81659"/>
                </a:lnTo>
                <a:lnTo>
                  <a:pt x="106276" y="80559"/>
                </a:lnTo>
                <a:lnTo>
                  <a:pt x="106110" y="80559"/>
                </a:lnTo>
                <a:lnTo>
                  <a:pt x="104709" y="80559"/>
                </a:lnTo>
                <a:close/>
                <a:moveTo>
                  <a:pt x="108144" y="77923"/>
                </a:moveTo>
                <a:lnTo>
                  <a:pt x="110813" y="80559"/>
                </a:lnTo>
                <a:lnTo>
                  <a:pt x="109412" y="80559"/>
                </a:lnTo>
                <a:lnTo>
                  <a:pt x="109145" y="80692"/>
                </a:lnTo>
                <a:lnTo>
                  <a:pt x="108144" y="81659"/>
                </a:lnTo>
                <a:lnTo>
                  <a:pt x="108144" y="77923"/>
                </a:lnTo>
                <a:close/>
                <a:moveTo>
                  <a:pt x="108144" y="76022"/>
                </a:moveTo>
                <a:lnTo>
                  <a:pt x="108144" y="72286"/>
                </a:lnTo>
                <a:lnTo>
                  <a:pt x="109145" y="73253"/>
                </a:lnTo>
                <a:lnTo>
                  <a:pt x="109412" y="73387"/>
                </a:lnTo>
                <a:lnTo>
                  <a:pt x="110813" y="73387"/>
                </a:lnTo>
                <a:close/>
                <a:moveTo>
                  <a:pt x="119052" y="66582"/>
                </a:moveTo>
                <a:lnTo>
                  <a:pt x="121087" y="66582"/>
                </a:lnTo>
                <a:lnTo>
                  <a:pt x="122755" y="68283"/>
                </a:lnTo>
                <a:lnTo>
                  <a:pt x="122755" y="76022"/>
                </a:lnTo>
                <a:lnTo>
                  <a:pt x="119052" y="72286"/>
                </a:lnTo>
                <a:close/>
                <a:moveTo>
                  <a:pt x="123555" y="68283"/>
                </a:moveTo>
                <a:lnTo>
                  <a:pt x="125223" y="66582"/>
                </a:lnTo>
                <a:lnTo>
                  <a:pt x="127258" y="66582"/>
                </a:lnTo>
                <a:lnTo>
                  <a:pt x="127258" y="72286"/>
                </a:lnTo>
                <a:lnTo>
                  <a:pt x="123555" y="76022"/>
                </a:lnTo>
                <a:lnTo>
                  <a:pt x="123555" y="68283"/>
                </a:lnTo>
                <a:close/>
                <a:moveTo>
                  <a:pt x="136198" y="71285"/>
                </a:moveTo>
                <a:lnTo>
                  <a:pt x="138166" y="69317"/>
                </a:lnTo>
                <a:lnTo>
                  <a:pt x="138166" y="71152"/>
                </a:lnTo>
                <a:lnTo>
                  <a:pt x="136731" y="72586"/>
                </a:lnTo>
                <a:lnTo>
                  <a:pt x="134730" y="72586"/>
                </a:lnTo>
                <a:lnTo>
                  <a:pt x="133396" y="71285"/>
                </a:lnTo>
                <a:close/>
                <a:moveTo>
                  <a:pt x="134964" y="75321"/>
                </a:moveTo>
                <a:lnTo>
                  <a:pt x="134964" y="73954"/>
                </a:lnTo>
                <a:lnTo>
                  <a:pt x="137599" y="76589"/>
                </a:lnTo>
                <a:lnTo>
                  <a:pt x="133863" y="76589"/>
                </a:lnTo>
                <a:lnTo>
                  <a:pt x="134830" y="75588"/>
                </a:lnTo>
                <a:close/>
                <a:moveTo>
                  <a:pt x="137599" y="77356"/>
                </a:moveTo>
                <a:lnTo>
                  <a:pt x="134964" y="80025"/>
                </a:lnTo>
                <a:lnTo>
                  <a:pt x="134964" y="78457"/>
                </a:lnTo>
                <a:lnTo>
                  <a:pt x="133863" y="77356"/>
                </a:lnTo>
                <a:close/>
                <a:moveTo>
                  <a:pt x="138166" y="77923"/>
                </a:moveTo>
                <a:lnTo>
                  <a:pt x="138166" y="81659"/>
                </a:lnTo>
                <a:lnTo>
                  <a:pt x="137165" y="80692"/>
                </a:lnTo>
                <a:lnTo>
                  <a:pt x="136898" y="80559"/>
                </a:lnTo>
                <a:lnTo>
                  <a:pt x="135531" y="80559"/>
                </a:lnTo>
                <a:close/>
                <a:moveTo>
                  <a:pt x="138933" y="77923"/>
                </a:moveTo>
                <a:lnTo>
                  <a:pt x="141602" y="80559"/>
                </a:lnTo>
                <a:lnTo>
                  <a:pt x="140201" y="80559"/>
                </a:lnTo>
                <a:lnTo>
                  <a:pt x="140034" y="80559"/>
                </a:lnTo>
                <a:lnTo>
                  <a:pt x="138933" y="81659"/>
                </a:lnTo>
                <a:close/>
                <a:moveTo>
                  <a:pt x="138933" y="76022"/>
                </a:moveTo>
                <a:lnTo>
                  <a:pt x="138933" y="72286"/>
                </a:lnTo>
                <a:lnTo>
                  <a:pt x="140034" y="73387"/>
                </a:lnTo>
                <a:lnTo>
                  <a:pt x="141602" y="73387"/>
                </a:lnTo>
                <a:close/>
                <a:moveTo>
                  <a:pt x="149841" y="66582"/>
                </a:moveTo>
                <a:lnTo>
                  <a:pt x="151876" y="66582"/>
                </a:lnTo>
                <a:lnTo>
                  <a:pt x="153543" y="68283"/>
                </a:lnTo>
                <a:lnTo>
                  <a:pt x="153543" y="76022"/>
                </a:lnTo>
                <a:lnTo>
                  <a:pt x="149841" y="72286"/>
                </a:lnTo>
                <a:lnTo>
                  <a:pt x="149841" y="66582"/>
                </a:lnTo>
                <a:close/>
                <a:moveTo>
                  <a:pt x="154344" y="68283"/>
                </a:moveTo>
                <a:lnTo>
                  <a:pt x="156012" y="66582"/>
                </a:lnTo>
                <a:lnTo>
                  <a:pt x="158047" y="66582"/>
                </a:lnTo>
                <a:lnTo>
                  <a:pt x="158047" y="72286"/>
                </a:lnTo>
                <a:lnTo>
                  <a:pt x="154344" y="76022"/>
                </a:lnTo>
                <a:lnTo>
                  <a:pt x="154344" y="68283"/>
                </a:lnTo>
                <a:close/>
                <a:moveTo>
                  <a:pt x="166986" y="71285"/>
                </a:moveTo>
                <a:lnTo>
                  <a:pt x="168954" y="69317"/>
                </a:lnTo>
                <a:lnTo>
                  <a:pt x="168954" y="71152"/>
                </a:lnTo>
                <a:lnTo>
                  <a:pt x="167520" y="72586"/>
                </a:lnTo>
                <a:lnTo>
                  <a:pt x="165519" y="72586"/>
                </a:lnTo>
                <a:lnTo>
                  <a:pt x="164184" y="71285"/>
                </a:lnTo>
                <a:close/>
                <a:moveTo>
                  <a:pt x="165752" y="75321"/>
                </a:moveTo>
                <a:lnTo>
                  <a:pt x="165752" y="73954"/>
                </a:lnTo>
                <a:lnTo>
                  <a:pt x="168387" y="76589"/>
                </a:lnTo>
                <a:lnTo>
                  <a:pt x="164651" y="76589"/>
                </a:lnTo>
                <a:lnTo>
                  <a:pt x="165619" y="75588"/>
                </a:lnTo>
                <a:close/>
                <a:moveTo>
                  <a:pt x="168387" y="77356"/>
                </a:moveTo>
                <a:lnTo>
                  <a:pt x="165752" y="80025"/>
                </a:lnTo>
                <a:lnTo>
                  <a:pt x="165752" y="78457"/>
                </a:lnTo>
                <a:lnTo>
                  <a:pt x="164651" y="77356"/>
                </a:lnTo>
                <a:close/>
                <a:moveTo>
                  <a:pt x="168954" y="77923"/>
                </a:moveTo>
                <a:lnTo>
                  <a:pt x="168954" y="81659"/>
                </a:lnTo>
                <a:lnTo>
                  <a:pt x="167854" y="80559"/>
                </a:lnTo>
                <a:lnTo>
                  <a:pt x="167687" y="80559"/>
                </a:lnTo>
                <a:lnTo>
                  <a:pt x="166319" y="80559"/>
                </a:lnTo>
                <a:close/>
                <a:moveTo>
                  <a:pt x="169755" y="77923"/>
                </a:moveTo>
                <a:lnTo>
                  <a:pt x="172390" y="80559"/>
                </a:lnTo>
                <a:lnTo>
                  <a:pt x="170989" y="80559"/>
                </a:lnTo>
                <a:lnTo>
                  <a:pt x="170722" y="80692"/>
                </a:lnTo>
                <a:lnTo>
                  <a:pt x="169755" y="81659"/>
                </a:lnTo>
                <a:lnTo>
                  <a:pt x="169755" y="77923"/>
                </a:lnTo>
                <a:close/>
                <a:moveTo>
                  <a:pt x="169755" y="76022"/>
                </a:moveTo>
                <a:lnTo>
                  <a:pt x="169755" y="72286"/>
                </a:lnTo>
                <a:lnTo>
                  <a:pt x="170722" y="73253"/>
                </a:lnTo>
                <a:lnTo>
                  <a:pt x="170989" y="73387"/>
                </a:lnTo>
                <a:lnTo>
                  <a:pt x="172390" y="73387"/>
                </a:lnTo>
                <a:close/>
                <a:moveTo>
                  <a:pt x="180629" y="66582"/>
                </a:moveTo>
                <a:lnTo>
                  <a:pt x="182664" y="66582"/>
                </a:lnTo>
                <a:lnTo>
                  <a:pt x="184332" y="68283"/>
                </a:lnTo>
                <a:lnTo>
                  <a:pt x="184332" y="76022"/>
                </a:lnTo>
                <a:lnTo>
                  <a:pt x="180629" y="72286"/>
                </a:lnTo>
                <a:lnTo>
                  <a:pt x="180629" y="66582"/>
                </a:lnTo>
                <a:close/>
                <a:moveTo>
                  <a:pt x="185133" y="68283"/>
                </a:moveTo>
                <a:lnTo>
                  <a:pt x="186801" y="66582"/>
                </a:lnTo>
                <a:lnTo>
                  <a:pt x="188835" y="66582"/>
                </a:lnTo>
                <a:lnTo>
                  <a:pt x="188835" y="72286"/>
                </a:lnTo>
                <a:lnTo>
                  <a:pt x="185133" y="76022"/>
                </a:lnTo>
                <a:lnTo>
                  <a:pt x="185133" y="68283"/>
                </a:lnTo>
                <a:close/>
                <a:moveTo>
                  <a:pt x="197775" y="71285"/>
                </a:moveTo>
                <a:lnTo>
                  <a:pt x="199743" y="69317"/>
                </a:lnTo>
                <a:lnTo>
                  <a:pt x="199743" y="71152"/>
                </a:lnTo>
                <a:lnTo>
                  <a:pt x="198309" y="72586"/>
                </a:lnTo>
                <a:lnTo>
                  <a:pt x="196307" y="72586"/>
                </a:lnTo>
                <a:lnTo>
                  <a:pt x="194973" y="71285"/>
                </a:lnTo>
                <a:close/>
                <a:moveTo>
                  <a:pt x="199743" y="76022"/>
                </a:moveTo>
                <a:lnTo>
                  <a:pt x="197108" y="73387"/>
                </a:lnTo>
                <a:lnTo>
                  <a:pt x="198476" y="73387"/>
                </a:lnTo>
                <a:lnTo>
                  <a:pt x="198776" y="73253"/>
                </a:lnTo>
                <a:lnTo>
                  <a:pt x="199743" y="72286"/>
                </a:lnTo>
                <a:lnTo>
                  <a:pt x="199743" y="76022"/>
                </a:lnTo>
                <a:close/>
                <a:moveTo>
                  <a:pt x="196541" y="75321"/>
                </a:moveTo>
                <a:lnTo>
                  <a:pt x="196541" y="73954"/>
                </a:lnTo>
                <a:lnTo>
                  <a:pt x="199176" y="76589"/>
                </a:lnTo>
                <a:lnTo>
                  <a:pt x="195440" y="76589"/>
                </a:lnTo>
                <a:lnTo>
                  <a:pt x="196407" y="75588"/>
                </a:lnTo>
                <a:close/>
                <a:moveTo>
                  <a:pt x="199176" y="77356"/>
                </a:moveTo>
                <a:lnTo>
                  <a:pt x="196541" y="80025"/>
                </a:lnTo>
                <a:lnTo>
                  <a:pt x="196541" y="78457"/>
                </a:lnTo>
                <a:lnTo>
                  <a:pt x="195440" y="77356"/>
                </a:lnTo>
                <a:close/>
                <a:moveTo>
                  <a:pt x="199743" y="77923"/>
                </a:moveTo>
                <a:lnTo>
                  <a:pt x="199743" y="81659"/>
                </a:lnTo>
                <a:lnTo>
                  <a:pt x="198776" y="80692"/>
                </a:lnTo>
                <a:lnTo>
                  <a:pt x="198476" y="80559"/>
                </a:lnTo>
                <a:lnTo>
                  <a:pt x="197108" y="80559"/>
                </a:lnTo>
                <a:close/>
                <a:moveTo>
                  <a:pt x="200544" y="77923"/>
                </a:moveTo>
                <a:lnTo>
                  <a:pt x="203179" y="80559"/>
                </a:lnTo>
                <a:lnTo>
                  <a:pt x="201778" y="80559"/>
                </a:lnTo>
                <a:lnTo>
                  <a:pt x="201644" y="80559"/>
                </a:lnTo>
                <a:lnTo>
                  <a:pt x="200544" y="81659"/>
                </a:lnTo>
                <a:close/>
                <a:moveTo>
                  <a:pt x="200544" y="76022"/>
                </a:moveTo>
                <a:lnTo>
                  <a:pt x="200544" y="72286"/>
                </a:lnTo>
                <a:lnTo>
                  <a:pt x="201644" y="73387"/>
                </a:lnTo>
                <a:lnTo>
                  <a:pt x="203179" y="73387"/>
                </a:lnTo>
                <a:close/>
                <a:moveTo>
                  <a:pt x="200544" y="54974"/>
                </a:moveTo>
                <a:lnTo>
                  <a:pt x="202812" y="52672"/>
                </a:lnTo>
                <a:lnTo>
                  <a:pt x="206081" y="52672"/>
                </a:lnTo>
                <a:lnTo>
                  <a:pt x="207749" y="54373"/>
                </a:lnTo>
                <a:lnTo>
                  <a:pt x="203679" y="54373"/>
                </a:lnTo>
                <a:lnTo>
                  <a:pt x="203412" y="54473"/>
                </a:lnTo>
                <a:lnTo>
                  <a:pt x="200544" y="57342"/>
                </a:lnTo>
                <a:close/>
                <a:moveTo>
                  <a:pt x="205848" y="51338"/>
                </a:moveTo>
                <a:lnTo>
                  <a:pt x="204513" y="50003"/>
                </a:lnTo>
                <a:lnTo>
                  <a:pt x="204513" y="48002"/>
                </a:lnTo>
                <a:lnTo>
                  <a:pt x="205948" y="46568"/>
                </a:lnTo>
                <a:lnTo>
                  <a:pt x="207816" y="46568"/>
                </a:lnTo>
                <a:lnTo>
                  <a:pt x="205848" y="48536"/>
                </a:lnTo>
                <a:close/>
                <a:moveTo>
                  <a:pt x="205948" y="45800"/>
                </a:moveTo>
                <a:lnTo>
                  <a:pt x="204513" y="44366"/>
                </a:lnTo>
                <a:lnTo>
                  <a:pt x="204513" y="42365"/>
                </a:lnTo>
                <a:lnTo>
                  <a:pt x="205848" y="41030"/>
                </a:lnTo>
                <a:lnTo>
                  <a:pt x="205848" y="43832"/>
                </a:lnTo>
                <a:lnTo>
                  <a:pt x="207816" y="45800"/>
                </a:lnTo>
                <a:lnTo>
                  <a:pt x="205948" y="45800"/>
                </a:lnTo>
                <a:close/>
                <a:moveTo>
                  <a:pt x="203979" y="41797"/>
                </a:moveTo>
                <a:lnTo>
                  <a:pt x="201945" y="41797"/>
                </a:lnTo>
                <a:lnTo>
                  <a:pt x="200544" y="40363"/>
                </a:lnTo>
                <a:lnTo>
                  <a:pt x="200544" y="38495"/>
                </a:lnTo>
                <a:lnTo>
                  <a:pt x="202512" y="40463"/>
                </a:lnTo>
                <a:lnTo>
                  <a:pt x="202645" y="40463"/>
                </a:lnTo>
                <a:lnTo>
                  <a:pt x="205280" y="40463"/>
                </a:lnTo>
                <a:close/>
                <a:moveTo>
                  <a:pt x="199743" y="40363"/>
                </a:moveTo>
                <a:lnTo>
                  <a:pt x="198309" y="41797"/>
                </a:lnTo>
                <a:lnTo>
                  <a:pt x="196307" y="41797"/>
                </a:lnTo>
                <a:lnTo>
                  <a:pt x="194973" y="40463"/>
                </a:lnTo>
                <a:lnTo>
                  <a:pt x="197775" y="40463"/>
                </a:lnTo>
                <a:lnTo>
                  <a:pt x="199743" y="38495"/>
                </a:lnTo>
                <a:lnTo>
                  <a:pt x="199743" y="40363"/>
                </a:lnTo>
                <a:close/>
                <a:moveTo>
                  <a:pt x="194339" y="46568"/>
                </a:moveTo>
                <a:lnTo>
                  <a:pt x="195740" y="48002"/>
                </a:lnTo>
                <a:lnTo>
                  <a:pt x="195740" y="50003"/>
                </a:lnTo>
                <a:lnTo>
                  <a:pt x="194439" y="51338"/>
                </a:lnTo>
                <a:lnTo>
                  <a:pt x="194439" y="48536"/>
                </a:lnTo>
                <a:lnTo>
                  <a:pt x="192471" y="46568"/>
                </a:lnTo>
                <a:lnTo>
                  <a:pt x="194339" y="46568"/>
                </a:lnTo>
                <a:close/>
                <a:moveTo>
                  <a:pt x="175059" y="48536"/>
                </a:moveTo>
                <a:lnTo>
                  <a:pt x="175059" y="51338"/>
                </a:lnTo>
                <a:lnTo>
                  <a:pt x="173725" y="50003"/>
                </a:lnTo>
                <a:lnTo>
                  <a:pt x="173725" y="48002"/>
                </a:lnTo>
                <a:lnTo>
                  <a:pt x="175159" y="46568"/>
                </a:lnTo>
                <a:lnTo>
                  <a:pt x="177027" y="46568"/>
                </a:lnTo>
                <a:close/>
                <a:moveTo>
                  <a:pt x="175159" y="45800"/>
                </a:moveTo>
                <a:lnTo>
                  <a:pt x="173725" y="44366"/>
                </a:lnTo>
                <a:lnTo>
                  <a:pt x="173725" y="42365"/>
                </a:lnTo>
                <a:lnTo>
                  <a:pt x="175059" y="41030"/>
                </a:lnTo>
                <a:lnTo>
                  <a:pt x="175059" y="43832"/>
                </a:lnTo>
                <a:lnTo>
                  <a:pt x="177027" y="45800"/>
                </a:lnTo>
                <a:lnTo>
                  <a:pt x="175159" y="45800"/>
                </a:lnTo>
                <a:close/>
                <a:moveTo>
                  <a:pt x="173191" y="41797"/>
                </a:moveTo>
                <a:lnTo>
                  <a:pt x="171156" y="41797"/>
                </a:lnTo>
                <a:lnTo>
                  <a:pt x="169755" y="40363"/>
                </a:lnTo>
                <a:lnTo>
                  <a:pt x="169755" y="38495"/>
                </a:lnTo>
                <a:lnTo>
                  <a:pt x="171723" y="40463"/>
                </a:lnTo>
                <a:lnTo>
                  <a:pt x="174492" y="40463"/>
                </a:lnTo>
                <a:close/>
                <a:moveTo>
                  <a:pt x="168954" y="40363"/>
                </a:moveTo>
                <a:lnTo>
                  <a:pt x="167520" y="41797"/>
                </a:lnTo>
                <a:lnTo>
                  <a:pt x="165519" y="41797"/>
                </a:lnTo>
                <a:lnTo>
                  <a:pt x="164184" y="40463"/>
                </a:lnTo>
                <a:lnTo>
                  <a:pt x="166820" y="40463"/>
                </a:lnTo>
                <a:lnTo>
                  <a:pt x="166986" y="40463"/>
                </a:lnTo>
                <a:lnTo>
                  <a:pt x="168954" y="38495"/>
                </a:lnTo>
                <a:lnTo>
                  <a:pt x="168954" y="40363"/>
                </a:lnTo>
                <a:close/>
                <a:moveTo>
                  <a:pt x="163517" y="46568"/>
                </a:moveTo>
                <a:lnTo>
                  <a:pt x="164952" y="48002"/>
                </a:lnTo>
                <a:lnTo>
                  <a:pt x="164952" y="50003"/>
                </a:lnTo>
                <a:lnTo>
                  <a:pt x="163651" y="51338"/>
                </a:lnTo>
                <a:lnTo>
                  <a:pt x="163651" y="48536"/>
                </a:lnTo>
                <a:lnTo>
                  <a:pt x="161649" y="46568"/>
                </a:lnTo>
                <a:lnTo>
                  <a:pt x="163517" y="46568"/>
                </a:lnTo>
                <a:close/>
                <a:moveTo>
                  <a:pt x="144270" y="48536"/>
                </a:moveTo>
                <a:lnTo>
                  <a:pt x="144270" y="51338"/>
                </a:lnTo>
                <a:lnTo>
                  <a:pt x="142936" y="50003"/>
                </a:lnTo>
                <a:lnTo>
                  <a:pt x="142936" y="48002"/>
                </a:lnTo>
                <a:lnTo>
                  <a:pt x="144370" y="46568"/>
                </a:lnTo>
                <a:lnTo>
                  <a:pt x="146238" y="46568"/>
                </a:lnTo>
                <a:close/>
                <a:moveTo>
                  <a:pt x="144370" y="45800"/>
                </a:moveTo>
                <a:lnTo>
                  <a:pt x="142936" y="44366"/>
                </a:lnTo>
                <a:lnTo>
                  <a:pt x="142936" y="42365"/>
                </a:lnTo>
                <a:lnTo>
                  <a:pt x="144270" y="41030"/>
                </a:lnTo>
                <a:lnTo>
                  <a:pt x="144270" y="43832"/>
                </a:lnTo>
                <a:lnTo>
                  <a:pt x="146238" y="45800"/>
                </a:lnTo>
                <a:lnTo>
                  <a:pt x="144370" y="45800"/>
                </a:lnTo>
                <a:close/>
                <a:moveTo>
                  <a:pt x="142369" y="41797"/>
                </a:moveTo>
                <a:lnTo>
                  <a:pt x="140367" y="41797"/>
                </a:lnTo>
                <a:lnTo>
                  <a:pt x="138933" y="40363"/>
                </a:lnTo>
                <a:lnTo>
                  <a:pt x="138933" y="38495"/>
                </a:lnTo>
                <a:lnTo>
                  <a:pt x="140901" y="40463"/>
                </a:lnTo>
                <a:lnTo>
                  <a:pt x="141068" y="40463"/>
                </a:lnTo>
                <a:lnTo>
                  <a:pt x="143703" y="40463"/>
                </a:lnTo>
                <a:close/>
                <a:moveTo>
                  <a:pt x="138166" y="40363"/>
                </a:moveTo>
                <a:lnTo>
                  <a:pt x="136731" y="41797"/>
                </a:lnTo>
                <a:lnTo>
                  <a:pt x="134730" y="41797"/>
                </a:lnTo>
                <a:lnTo>
                  <a:pt x="133396" y="40463"/>
                </a:lnTo>
                <a:lnTo>
                  <a:pt x="136198" y="40463"/>
                </a:lnTo>
                <a:lnTo>
                  <a:pt x="138166" y="38495"/>
                </a:lnTo>
                <a:close/>
                <a:moveTo>
                  <a:pt x="132729" y="46568"/>
                </a:moveTo>
                <a:lnTo>
                  <a:pt x="134163" y="48002"/>
                </a:lnTo>
                <a:lnTo>
                  <a:pt x="134163" y="50003"/>
                </a:lnTo>
                <a:lnTo>
                  <a:pt x="132862" y="51338"/>
                </a:lnTo>
                <a:lnTo>
                  <a:pt x="132862" y="48536"/>
                </a:lnTo>
                <a:lnTo>
                  <a:pt x="130894" y="46568"/>
                </a:lnTo>
                <a:lnTo>
                  <a:pt x="132729" y="46568"/>
                </a:lnTo>
                <a:close/>
                <a:moveTo>
                  <a:pt x="113482" y="48536"/>
                </a:moveTo>
                <a:lnTo>
                  <a:pt x="113482" y="51338"/>
                </a:lnTo>
                <a:lnTo>
                  <a:pt x="112147" y="50003"/>
                </a:lnTo>
                <a:lnTo>
                  <a:pt x="112147" y="48002"/>
                </a:lnTo>
                <a:lnTo>
                  <a:pt x="113582" y="46568"/>
                </a:lnTo>
                <a:lnTo>
                  <a:pt x="115450" y="46568"/>
                </a:lnTo>
                <a:close/>
                <a:moveTo>
                  <a:pt x="113582" y="45800"/>
                </a:moveTo>
                <a:lnTo>
                  <a:pt x="112147" y="44366"/>
                </a:lnTo>
                <a:lnTo>
                  <a:pt x="112147" y="42365"/>
                </a:lnTo>
                <a:lnTo>
                  <a:pt x="113482" y="41030"/>
                </a:lnTo>
                <a:lnTo>
                  <a:pt x="113482" y="43832"/>
                </a:lnTo>
                <a:lnTo>
                  <a:pt x="115450" y="45800"/>
                </a:lnTo>
                <a:lnTo>
                  <a:pt x="113582" y="45800"/>
                </a:lnTo>
                <a:close/>
                <a:moveTo>
                  <a:pt x="111580" y="41797"/>
                </a:moveTo>
                <a:lnTo>
                  <a:pt x="109579" y="41797"/>
                </a:lnTo>
                <a:lnTo>
                  <a:pt x="108144" y="40363"/>
                </a:lnTo>
                <a:lnTo>
                  <a:pt x="108144" y="38495"/>
                </a:lnTo>
                <a:lnTo>
                  <a:pt x="110112" y="40463"/>
                </a:lnTo>
                <a:lnTo>
                  <a:pt x="112914" y="40463"/>
                </a:lnTo>
                <a:close/>
                <a:moveTo>
                  <a:pt x="107377" y="40363"/>
                </a:moveTo>
                <a:lnTo>
                  <a:pt x="105943" y="41797"/>
                </a:lnTo>
                <a:lnTo>
                  <a:pt x="103941" y="41797"/>
                </a:lnTo>
                <a:lnTo>
                  <a:pt x="102607" y="40463"/>
                </a:lnTo>
                <a:lnTo>
                  <a:pt x="105242" y="40463"/>
                </a:lnTo>
                <a:lnTo>
                  <a:pt x="105376" y="40463"/>
                </a:lnTo>
                <a:lnTo>
                  <a:pt x="107344" y="38495"/>
                </a:lnTo>
                <a:lnTo>
                  <a:pt x="107344" y="40363"/>
                </a:lnTo>
                <a:close/>
                <a:moveTo>
                  <a:pt x="101940" y="46568"/>
                </a:moveTo>
                <a:lnTo>
                  <a:pt x="103374" y="48002"/>
                </a:lnTo>
                <a:lnTo>
                  <a:pt x="103374" y="50003"/>
                </a:lnTo>
                <a:lnTo>
                  <a:pt x="102040" y="51338"/>
                </a:lnTo>
                <a:lnTo>
                  <a:pt x="102040" y="48536"/>
                </a:lnTo>
                <a:lnTo>
                  <a:pt x="100072" y="46568"/>
                </a:lnTo>
                <a:lnTo>
                  <a:pt x="101940" y="46568"/>
                </a:lnTo>
                <a:close/>
                <a:moveTo>
                  <a:pt x="82660" y="48536"/>
                </a:moveTo>
                <a:lnTo>
                  <a:pt x="82660" y="51338"/>
                </a:lnTo>
                <a:lnTo>
                  <a:pt x="81359" y="50003"/>
                </a:lnTo>
                <a:lnTo>
                  <a:pt x="81359" y="48002"/>
                </a:lnTo>
                <a:lnTo>
                  <a:pt x="82793" y="46568"/>
                </a:lnTo>
                <a:lnTo>
                  <a:pt x="84628" y="46568"/>
                </a:lnTo>
                <a:close/>
                <a:moveTo>
                  <a:pt x="82793" y="45800"/>
                </a:moveTo>
                <a:lnTo>
                  <a:pt x="81359" y="44366"/>
                </a:lnTo>
                <a:lnTo>
                  <a:pt x="81359" y="42365"/>
                </a:lnTo>
                <a:lnTo>
                  <a:pt x="82660" y="41030"/>
                </a:lnTo>
                <a:lnTo>
                  <a:pt x="82660" y="43832"/>
                </a:lnTo>
                <a:lnTo>
                  <a:pt x="84628" y="45800"/>
                </a:lnTo>
                <a:lnTo>
                  <a:pt x="82793" y="45800"/>
                </a:lnTo>
                <a:close/>
                <a:moveTo>
                  <a:pt x="80792" y="41797"/>
                </a:moveTo>
                <a:lnTo>
                  <a:pt x="78790" y="41797"/>
                </a:lnTo>
                <a:lnTo>
                  <a:pt x="77356" y="40363"/>
                </a:lnTo>
                <a:lnTo>
                  <a:pt x="77356" y="38495"/>
                </a:lnTo>
                <a:lnTo>
                  <a:pt x="79324" y="40463"/>
                </a:lnTo>
                <a:lnTo>
                  <a:pt x="79491" y="40463"/>
                </a:lnTo>
                <a:lnTo>
                  <a:pt x="82092" y="40463"/>
                </a:lnTo>
                <a:close/>
                <a:moveTo>
                  <a:pt x="76589" y="40363"/>
                </a:moveTo>
                <a:lnTo>
                  <a:pt x="75154" y="41797"/>
                </a:lnTo>
                <a:lnTo>
                  <a:pt x="73153" y="41797"/>
                </a:lnTo>
                <a:lnTo>
                  <a:pt x="71818" y="40463"/>
                </a:lnTo>
                <a:lnTo>
                  <a:pt x="74620" y="40463"/>
                </a:lnTo>
                <a:lnTo>
                  <a:pt x="76589" y="38495"/>
                </a:lnTo>
                <a:close/>
                <a:moveTo>
                  <a:pt x="71151" y="46568"/>
                </a:moveTo>
                <a:lnTo>
                  <a:pt x="72586" y="48002"/>
                </a:lnTo>
                <a:lnTo>
                  <a:pt x="72586" y="50003"/>
                </a:lnTo>
                <a:lnTo>
                  <a:pt x="71251" y="51338"/>
                </a:lnTo>
                <a:lnTo>
                  <a:pt x="71251" y="48536"/>
                </a:lnTo>
                <a:lnTo>
                  <a:pt x="69283" y="46568"/>
                </a:lnTo>
                <a:lnTo>
                  <a:pt x="71151" y="46568"/>
                </a:lnTo>
                <a:close/>
                <a:moveTo>
                  <a:pt x="51871" y="48536"/>
                </a:moveTo>
                <a:lnTo>
                  <a:pt x="51871" y="51338"/>
                </a:lnTo>
                <a:lnTo>
                  <a:pt x="50570" y="50003"/>
                </a:lnTo>
                <a:lnTo>
                  <a:pt x="50570" y="48002"/>
                </a:lnTo>
                <a:lnTo>
                  <a:pt x="51971" y="46568"/>
                </a:lnTo>
                <a:lnTo>
                  <a:pt x="53839" y="46568"/>
                </a:lnTo>
                <a:close/>
                <a:moveTo>
                  <a:pt x="51971" y="45800"/>
                </a:moveTo>
                <a:lnTo>
                  <a:pt x="50570" y="44366"/>
                </a:lnTo>
                <a:lnTo>
                  <a:pt x="50570" y="42365"/>
                </a:lnTo>
                <a:lnTo>
                  <a:pt x="51871" y="41030"/>
                </a:lnTo>
                <a:lnTo>
                  <a:pt x="51871" y="43832"/>
                </a:lnTo>
                <a:lnTo>
                  <a:pt x="53839" y="45800"/>
                </a:lnTo>
                <a:lnTo>
                  <a:pt x="51971" y="45800"/>
                </a:lnTo>
                <a:close/>
                <a:moveTo>
                  <a:pt x="50003" y="41797"/>
                </a:moveTo>
                <a:lnTo>
                  <a:pt x="48001" y="41797"/>
                </a:lnTo>
                <a:lnTo>
                  <a:pt x="46567" y="40363"/>
                </a:lnTo>
                <a:lnTo>
                  <a:pt x="46567" y="38495"/>
                </a:lnTo>
                <a:lnTo>
                  <a:pt x="48535" y="40463"/>
                </a:lnTo>
                <a:lnTo>
                  <a:pt x="51337" y="40463"/>
                </a:lnTo>
                <a:close/>
                <a:moveTo>
                  <a:pt x="45767" y="40363"/>
                </a:moveTo>
                <a:lnTo>
                  <a:pt x="44366" y="41797"/>
                </a:lnTo>
                <a:lnTo>
                  <a:pt x="42364" y="41797"/>
                </a:lnTo>
                <a:lnTo>
                  <a:pt x="41030" y="40463"/>
                </a:lnTo>
                <a:lnTo>
                  <a:pt x="43665" y="40463"/>
                </a:lnTo>
                <a:lnTo>
                  <a:pt x="43798" y="40463"/>
                </a:lnTo>
                <a:lnTo>
                  <a:pt x="45767" y="38495"/>
                </a:lnTo>
                <a:close/>
                <a:moveTo>
                  <a:pt x="40363" y="46568"/>
                </a:moveTo>
                <a:lnTo>
                  <a:pt x="41797" y="48002"/>
                </a:lnTo>
                <a:lnTo>
                  <a:pt x="41797" y="50003"/>
                </a:lnTo>
                <a:lnTo>
                  <a:pt x="40463" y="51338"/>
                </a:lnTo>
                <a:lnTo>
                  <a:pt x="40463" y="48536"/>
                </a:lnTo>
                <a:lnTo>
                  <a:pt x="38495" y="46568"/>
                </a:lnTo>
                <a:lnTo>
                  <a:pt x="40363" y="46568"/>
                </a:lnTo>
                <a:close/>
                <a:moveTo>
                  <a:pt x="40229" y="52672"/>
                </a:moveTo>
                <a:lnTo>
                  <a:pt x="43498" y="52672"/>
                </a:lnTo>
                <a:lnTo>
                  <a:pt x="45767" y="54974"/>
                </a:lnTo>
                <a:lnTo>
                  <a:pt x="45767" y="57342"/>
                </a:lnTo>
                <a:lnTo>
                  <a:pt x="42898" y="54473"/>
                </a:lnTo>
                <a:lnTo>
                  <a:pt x="42631" y="54340"/>
                </a:lnTo>
                <a:lnTo>
                  <a:pt x="38561" y="54340"/>
                </a:lnTo>
                <a:close/>
                <a:moveTo>
                  <a:pt x="45767" y="64714"/>
                </a:moveTo>
                <a:lnTo>
                  <a:pt x="42464" y="68016"/>
                </a:lnTo>
                <a:lnTo>
                  <a:pt x="37761" y="68016"/>
                </a:lnTo>
                <a:lnTo>
                  <a:pt x="36226" y="66482"/>
                </a:lnTo>
                <a:lnTo>
                  <a:pt x="41830" y="66482"/>
                </a:lnTo>
                <a:lnTo>
                  <a:pt x="45767" y="62546"/>
                </a:lnTo>
                <a:lnTo>
                  <a:pt x="45767" y="64714"/>
                </a:lnTo>
                <a:close/>
                <a:moveTo>
                  <a:pt x="40463" y="74621"/>
                </a:moveTo>
                <a:lnTo>
                  <a:pt x="40463" y="71819"/>
                </a:lnTo>
                <a:lnTo>
                  <a:pt x="41797" y="73153"/>
                </a:lnTo>
                <a:lnTo>
                  <a:pt x="41797" y="75155"/>
                </a:lnTo>
                <a:lnTo>
                  <a:pt x="40363" y="76589"/>
                </a:lnTo>
                <a:lnTo>
                  <a:pt x="38495" y="76589"/>
                </a:lnTo>
                <a:close/>
                <a:moveTo>
                  <a:pt x="40363" y="77356"/>
                </a:moveTo>
                <a:lnTo>
                  <a:pt x="41797" y="78791"/>
                </a:lnTo>
                <a:lnTo>
                  <a:pt x="41797" y="80792"/>
                </a:lnTo>
                <a:lnTo>
                  <a:pt x="40463" y="82126"/>
                </a:lnTo>
                <a:lnTo>
                  <a:pt x="40463" y="79324"/>
                </a:lnTo>
                <a:lnTo>
                  <a:pt x="38495" y="77356"/>
                </a:lnTo>
                <a:close/>
                <a:moveTo>
                  <a:pt x="42364" y="81359"/>
                </a:moveTo>
                <a:lnTo>
                  <a:pt x="44366" y="81359"/>
                </a:lnTo>
                <a:lnTo>
                  <a:pt x="45767" y="82794"/>
                </a:lnTo>
                <a:lnTo>
                  <a:pt x="45767" y="84662"/>
                </a:lnTo>
                <a:lnTo>
                  <a:pt x="43798" y="82693"/>
                </a:lnTo>
                <a:lnTo>
                  <a:pt x="43665" y="82693"/>
                </a:lnTo>
                <a:lnTo>
                  <a:pt x="41030" y="82693"/>
                </a:lnTo>
                <a:close/>
                <a:moveTo>
                  <a:pt x="46567" y="82794"/>
                </a:moveTo>
                <a:lnTo>
                  <a:pt x="48001" y="81359"/>
                </a:lnTo>
                <a:lnTo>
                  <a:pt x="50003" y="81359"/>
                </a:lnTo>
                <a:lnTo>
                  <a:pt x="51337" y="82693"/>
                </a:lnTo>
                <a:lnTo>
                  <a:pt x="48535" y="82693"/>
                </a:lnTo>
                <a:lnTo>
                  <a:pt x="46567" y="84662"/>
                </a:lnTo>
                <a:lnTo>
                  <a:pt x="46567" y="82794"/>
                </a:lnTo>
                <a:close/>
                <a:moveTo>
                  <a:pt x="51971" y="76589"/>
                </a:moveTo>
                <a:lnTo>
                  <a:pt x="50570" y="75155"/>
                </a:lnTo>
                <a:lnTo>
                  <a:pt x="50570" y="73153"/>
                </a:lnTo>
                <a:lnTo>
                  <a:pt x="51871" y="71819"/>
                </a:lnTo>
                <a:lnTo>
                  <a:pt x="51871" y="74621"/>
                </a:lnTo>
                <a:lnTo>
                  <a:pt x="53839" y="76589"/>
                </a:lnTo>
                <a:close/>
                <a:moveTo>
                  <a:pt x="71251" y="74621"/>
                </a:moveTo>
                <a:lnTo>
                  <a:pt x="71251" y="71819"/>
                </a:lnTo>
                <a:lnTo>
                  <a:pt x="72586" y="73153"/>
                </a:lnTo>
                <a:lnTo>
                  <a:pt x="72586" y="75155"/>
                </a:lnTo>
                <a:lnTo>
                  <a:pt x="71151" y="76589"/>
                </a:lnTo>
                <a:lnTo>
                  <a:pt x="69283" y="76589"/>
                </a:lnTo>
                <a:close/>
                <a:moveTo>
                  <a:pt x="71151" y="77356"/>
                </a:moveTo>
                <a:lnTo>
                  <a:pt x="72586" y="78791"/>
                </a:lnTo>
                <a:lnTo>
                  <a:pt x="72586" y="80792"/>
                </a:lnTo>
                <a:lnTo>
                  <a:pt x="71251" y="82126"/>
                </a:lnTo>
                <a:lnTo>
                  <a:pt x="71251" y="79324"/>
                </a:lnTo>
                <a:lnTo>
                  <a:pt x="69283" y="77356"/>
                </a:lnTo>
                <a:close/>
                <a:moveTo>
                  <a:pt x="73153" y="81359"/>
                </a:moveTo>
                <a:lnTo>
                  <a:pt x="75154" y="81359"/>
                </a:lnTo>
                <a:lnTo>
                  <a:pt x="76555" y="82794"/>
                </a:lnTo>
                <a:lnTo>
                  <a:pt x="76555" y="84662"/>
                </a:lnTo>
                <a:lnTo>
                  <a:pt x="74587" y="82693"/>
                </a:lnTo>
                <a:lnTo>
                  <a:pt x="71818" y="82693"/>
                </a:lnTo>
                <a:close/>
                <a:moveTo>
                  <a:pt x="77356" y="82794"/>
                </a:moveTo>
                <a:lnTo>
                  <a:pt x="78790" y="81359"/>
                </a:lnTo>
                <a:lnTo>
                  <a:pt x="80792" y="81359"/>
                </a:lnTo>
                <a:lnTo>
                  <a:pt x="82126" y="82693"/>
                </a:lnTo>
                <a:lnTo>
                  <a:pt x="79491" y="82693"/>
                </a:lnTo>
                <a:lnTo>
                  <a:pt x="79324" y="82693"/>
                </a:lnTo>
                <a:lnTo>
                  <a:pt x="77356" y="84662"/>
                </a:lnTo>
                <a:lnTo>
                  <a:pt x="77356" y="82794"/>
                </a:lnTo>
                <a:close/>
                <a:moveTo>
                  <a:pt x="82793" y="76589"/>
                </a:moveTo>
                <a:lnTo>
                  <a:pt x="81359" y="75155"/>
                </a:lnTo>
                <a:lnTo>
                  <a:pt x="81359" y="73153"/>
                </a:lnTo>
                <a:lnTo>
                  <a:pt x="82660" y="71819"/>
                </a:lnTo>
                <a:lnTo>
                  <a:pt x="82660" y="74621"/>
                </a:lnTo>
                <a:lnTo>
                  <a:pt x="84628" y="76589"/>
                </a:lnTo>
                <a:close/>
                <a:moveTo>
                  <a:pt x="102040" y="74621"/>
                </a:moveTo>
                <a:lnTo>
                  <a:pt x="102040" y="71819"/>
                </a:lnTo>
                <a:lnTo>
                  <a:pt x="103374" y="73153"/>
                </a:lnTo>
                <a:lnTo>
                  <a:pt x="103374" y="75155"/>
                </a:lnTo>
                <a:lnTo>
                  <a:pt x="101940" y="76589"/>
                </a:lnTo>
                <a:lnTo>
                  <a:pt x="100072" y="76589"/>
                </a:lnTo>
                <a:close/>
                <a:moveTo>
                  <a:pt x="101940" y="77356"/>
                </a:moveTo>
                <a:lnTo>
                  <a:pt x="103374" y="78791"/>
                </a:lnTo>
                <a:lnTo>
                  <a:pt x="103374" y="80792"/>
                </a:lnTo>
                <a:lnTo>
                  <a:pt x="102040" y="82126"/>
                </a:lnTo>
                <a:lnTo>
                  <a:pt x="102040" y="79324"/>
                </a:lnTo>
                <a:lnTo>
                  <a:pt x="100072" y="77356"/>
                </a:lnTo>
                <a:close/>
                <a:moveTo>
                  <a:pt x="103941" y="81359"/>
                </a:moveTo>
                <a:lnTo>
                  <a:pt x="105943" y="81359"/>
                </a:lnTo>
                <a:lnTo>
                  <a:pt x="107377" y="82794"/>
                </a:lnTo>
                <a:lnTo>
                  <a:pt x="107377" y="84662"/>
                </a:lnTo>
                <a:lnTo>
                  <a:pt x="105409" y="82693"/>
                </a:lnTo>
                <a:lnTo>
                  <a:pt x="105242" y="82693"/>
                </a:lnTo>
                <a:lnTo>
                  <a:pt x="102607" y="82693"/>
                </a:lnTo>
                <a:close/>
                <a:moveTo>
                  <a:pt x="108144" y="82794"/>
                </a:moveTo>
                <a:lnTo>
                  <a:pt x="109579" y="81359"/>
                </a:lnTo>
                <a:lnTo>
                  <a:pt x="111580" y="81359"/>
                </a:lnTo>
                <a:lnTo>
                  <a:pt x="112914" y="82693"/>
                </a:lnTo>
                <a:lnTo>
                  <a:pt x="110112" y="82693"/>
                </a:lnTo>
                <a:lnTo>
                  <a:pt x="108144" y="84662"/>
                </a:lnTo>
                <a:close/>
                <a:moveTo>
                  <a:pt x="113582" y="76589"/>
                </a:moveTo>
                <a:lnTo>
                  <a:pt x="112147" y="75155"/>
                </a:lnTo>
                <a:lnTo>
                  <a:pt x="112147" y="73153"/>
                </a:lnTo>
                <a:lnTo>
                  <a:pt x="113482" y="71819"/>
                </a:lnTo>
                <a:lnTo>
                  <a:pt x="113482" y="74621"/>
                </a:lnTo>
                <a:lnTo>
                  <a:pt x="115450" y="76589"/>
                </a:lnTo>
                <a:close/>
                <a:moveTo>
                  <a:pt x="132862" y="74621"/>
                </a:moveTo>
                <a:lnTo>
                  <a:pt x="132862" y="71819"/>
                </a:lnTo>
                <a:lnTo>
                  <a:pt x="134163" y="73153"/>
                </a:lnTo>
                <a:lnTo>
                  <a:pt x="134163" y="75155"/>
                </a:lnTo>
                <a:lnTo>
                  <a:pt x="132729" y="76589"/>
                </a:lnTo>
                <a:lnTo>
                  <a:pt x="130894" y="76589"/>
                </a:lnTo>
                <a:close/>
                <a:moveTo>
                  <a:pt x="132729" y="77356"/>
                </a:moveTo>
                <a:lnTo>
                  <a:pt x="134163" y="78791"/>
                </a:lnTo>
                <a:lnTo>
                  <a:pt x="134163" y="80792"/>
                </a:lnTo>
                <a:lnTo>
                  <a:pt x="132862" y="82126"/>
                </a:lnTo>
                <a:lnTo>
                  <a:pt x="132862" y="79324"/>
                </a:lnTo>
                <a:lnTo>
                  <a:pt x="130894" y="77356"/>
                </a:lnTo>
                <a:close/>
                <a:moveTo>
                  <a:pt x="134730" y="81359"/>
                </a:moveTo>
                <a:lnTo>
                  <a:pt x="136731" y="81359"/>
                </a:lnTo>
                <a:lnTo>
                  <a:pt x="138166" y="82794"/>
                </a:lnTo>
                <a:lnTo>
                  <a:pt x="138166" y="84662"/>
                </a:lnTo>
                <a:lnTo>
                  <a:pt x="136198" y="82693"/>
                </a:lnTo>
                <a:lnTo>
                  <a:pt x="133396" y="82693"/>
                </a:lnTo>
                <a:close/>
                <a:moveTo>
                  <a:pt x="138933" y="82794"/>
                </a:moveTo>
                <a:lnTo>
                  <a:pt x="140367" y="81359"/>
                </a:lnTo>
                <a:lnTo>
                  <a:pt x="142369" y="81359"/>
                </a:lnTo>
                <a:lnTo>
                  <a:pt x="143703" y="82693"/>
                </a:lnTo>
                <a:lnTo>
                  <a:pt x="141068" y="82693"/>
                </a:lnTo>
                <a:lnTo>
                  <a:pt x="140934" y="82693"/>
                </a:lnTo>
                <a:lnTo>
                  <a:pt x="138966" y="84662"/>
                </a:lnTo>
                <a:lnTo>
                  <a:pt x="138966" y="82794"/>
                </a:lnTo>
                <a:close/>
                <a:moveTo>
                  <a:pt x="144370" y="76589"/>
                </a:moveTo>
                <a:lnTo>
                  <a:pt x="142936" y="75155"/>
                </a:lnTo>
                <a:lnTo>
                  <a:pt x="142936" y="73153"/>
                </a:lnTo>
                <a:lnTo>
                  <a:pt x="144270" y="71819"/>
                </a:lnTo>
                <a:lnTo>
                  <a:pt x="144270" y="74621"/>
                </a:lnTo>
                <a:lnTo>
                  <a:pt x="146238" y="76589"/>
                </a:lnTo>
                <a:close/>
                <a:moveTo>
                  <a:pt x="163651" y="74621"/>
                </a:moveTo>
                <a:lnTo>
                  <a:pt x="163651" y="71819"/>
                </a:lnTo>
                <a:lnTo>
                  <a:pt x="164952" y="73153"/>
                </a:lnTo>
                <a:lnTo>
                  <a:pt x="164952" y="75155"/>
                </a:lnTo>
                <a:lnTo>
                  <a:pt x="163551" y="76589"/>
                </a:lnTo>
                <a:lnTo>
                  <a:pt x="161683" y="76589"/>
                </a:lnTo>
                <a:close/>
                <a:moveTo>
                  <a:pt x="163517" y="77356"/>
                </a:moveTo>
                <a:lnTo>
                  <a:pt x="164952" y="78791"/>
                </a:lnTo>
                <a:lnTo>
                  <a:pt x="164952" y="80792"/>
                </a:lnTo>
                <a:lnTo>
                  <a:pt x="163651" y="82126"/>
                </a:lnTo>
                <a:lnTo>
                  <a:pt x="163651" y="79324"/>
                </a:lnTo>
                <a:lnTo>
                  <a:pt x="161649" y="77356"/>
                </a:lnTo>
                <a:close/>
                <a:moveTo>
                  <a:pt x="165519" y="81359"/>
                </a:moveTo>
                <a:lnTo>
                  <a:pt x="167520" y="81359"/>
                </a:lnTo>
                <a:lnTo>
                  <a:pt x="168954" y="82794"/>
                </a:lnTo>
                <a:lnTo>
                  <a:pt x="168954" y="84662"/>
                </a:lnTo>
                <a:lnTo>
                  <a:pt x="166986" y="82693"/>
                </a:lnTo>
                <a:lnTo>
                  <a:pt x="166820" y="82693"/>
                </a:lnTo>
                <a:lnTo>
                  <a:pt x="164218" y="82693"/>
                </a:lnTo>
                <a:close/>
                <a:moveTo>
                  <a:pt x="169755" y="82794"/>
                </a:moveTo>
                <a:lnTo>
                  <a:pt x="171156" y="81359"/>
                </a:lnTo>
                <a:lnTo>
                  <a:pt x="173191" y="81359"/>
                </a:lnTo>
                <a:lnTo>
                  <a:pt x="174492" y="82693"/>
                </a:lnTo>
                <a:lnTo>
                  <a:pt x="171723" y="82693"/>
                </a:lnTo>
                <a:lnTo>
                  <a:pt x="169755" y="84662"/>
                </a:lnTo>
                <a:lnTo>
                  <a:pt x="169755" y="82794"/>
                </a:lnTo>
                <a:close/>
                <a:moveTo>
                  <a:pt x="175159" y="76589"/>
                </a:moveTo>
                <a:lnTo>
                  <a:pt x="173725" y="75155"/>
                </a:lnTo>
                <a:lnTo>
                  <a:pt x="173725" y="73153"/>
                </a:lnTo>
                <a:lnTo>
                  <a:pt x="175059" y="71819"/>
                </a:lnTo>
                <a:lnTo>
                  <a:pt x="175059" y="74621"/>
                </a:lnTo>
                <a:lnTo>
                  <a:pt x="177027" y="76589"/>
                </a:lnTo>
                <a:close/>
                <a:moveTo>
                  <a:pt x="194439" y="74621"/>
                </a:moveTo>
                <a:lnTo>
                  <a:pt x="194439" y="71819"/>
                </a:lnTo>
                <a:lnTo>
                  <a:pt x="195740" y="73153"/>
                </a:lnTo>
                <a:lnTo>
                  <a:pt x="195740" y="75155"/>
                </a:lnTo>
                <a:lnTo>
                  <a:pt x="194339" y="76589"/>
                </a:lnTo>
                <a:lnTo>
                  <a:pt x="192471" y="76589"/>
                </a:lnTo>
                <a:close/>
                <a:moveTo>
                  <a:pt x="194339" y="77356"/>
                </a:moveTo>
                <a:lnTo>
                  <a:pt x="195740" y="78791"/>
                </a:lnTo>
                <a:lnTo>
                  <a:pt x="195740" y="80792"/>
                </a:lnTo>
                <a:lnTo>
                  <a:pt x="194439" y="82126"/>
                </a:lnTo>
                <a:lnTo>
                  <a:pt x="194439" y="79324"/>
                </a:lnTo>
                <a:lnTo>
                  <a:pt x="192471" y="77356"/>
                </a:lnTo>
                <a:close/>
                <a:moveTo>
                  <a:pt x="196307" y="81359"/>
                </a:moveTo>
                <a:lnTo>
                  <a:pt x="198309" y="81359"/>
                </a:lnTo>
                <a:lnTo>
                  <a:pt x="199743" y="82794"/>
                </a:lnTo>
                <a:lnTo>
                  <a:pt x="199743" y="84662"/>
                </a:lnTo>
                <a:lnTo>
                  <a:pt x="197775" y="82693"/>
                </a:lnTo>
                <a:lnTo>
                  <a:pt x="195006" y="82693"/>
                </a:lnTo>
                <a:close/>
                <a:moveTo>
                  <a:pt x="200544" y="82794"/>
                </a:moveTo>
                <a:lnTo>
                  <a:pt x="201945" y="81359"/>
                </a:lnTo>
                <a:lnTo>
                  <a:pt x="203979" y="81359"/>
                </a:lnTo>
                <a:lnTo>
                  <a:pt x="205280" y="82693"/>
                </a:lnTo>
                <a:lnTo>
                  <a:pt x="202679" y="82693"/>
                </a:lnTo>
                <a:lnTo>
                  <a:pt x="202512" y="82693"/>
                </a:lnTo>
                <a:lnTo>
                  <a:pt x="200544" y="84662"/>
                </a:lnTo>
                <a:lnTo>
                  <a:pt x="200544" y="82794"/>
                </a:lnTo>
                <a:close/>
                <a:moveTo>
                  <a:pt x="205948" y="76589"/>
                </a:moveTo>
                <a:lnTo>
                  <a:pt x="204513" y="75155"/>
                </a:lnTo>
                <a:lnTo>
                  <a:pt x="204513" y="73153"/>
                </a:lnTo>
                <a:lnTo>
                  <a:pt x="205848" y="71819"/>
                </a:lnTo>
                <a:lnTo>
                  <a:pt x="205848" y="74588"/>
                </a:lnTo>
                <a:lnTo>
                  <a:pt x="207816" y="76556"/>
                </a:lnTo>
                <a:lnTo>
                  <a:pt x="205948" y="76556"/>
                </a:lnTo>
                <a:close/>
                <a:moveTo>
                  <a:pt x="206081" y="70485"/>
                </a:moveTo>
                <a:lnTo>
                  <a:pt x="202812" y="70485"/>
                </a:lnTo>
                <a:lnTo>
                  <a:pt x="200544" y="68183"/>
                </a:lnTo>
                <a:lnTo>
                  <a:pt x="200544" y="65815"/>
                </a:lnTo>
                <a:lnTo>
                  <a:pt x="203412" y="68683"/>
                </a:lnTo>
                <a:lnTo>
                  <a:pt x="203679" y="68817"/>
                </a:lnTo>
                <a:lnTo>
                  <a:pt x="207749" y="68817"/>
                </a:lnTo>
                <a:close/>
                <a:moveTo>
                  <a:pt x="200544" y="58476"/>
                </a:moveTo>
                <a:lnTo>
                  <a:pt x="203846" y="55140"/>
                </a:lnTo>
                <a:lnTo>
                  <a:pt x="208549" y="55140"/>
                </a:lnTo>
                <a:lnTo>
                  <a:pt x="210084" y="56675"/>
                </a:lnTo>
                <a:lnTo>
                  <a:pt x="204480" y="56675"/>
                </a:lnTo>
                <a:lnTo>
                  <a:pt x="200544" y="60611"/>
                </a:lnTo>
                <a:close/>
                <a:moveTo>
                  <a:pt x="208316" y="53806"/>
                </a:moveTo>
                <a:lnTo>
                  <a:pt x="206615" y="52105"/>
                </a:lnTo>
                <a:lnTo>
                  <a:pt x="206615" y="48869"/>
                </a:lnTo>
                <a:lnTo>
                  <a:pt x="208916" y="46568"/>
                </a:lnTo>
                <a:lnTo>
                  <a:pt x="211285" y="46568"/>
                </a:lnTo>
                <a:lnTo>
                  <a:pt x="208316" y="49570"/>
                </a:lnTo>
                <a:lnTo>
                  <a:pt x="208316" y="53806"/>
                </a:lnTo>
                <a:close/>
                <a:moveTo>
                  <a:pt x="208916" y="45800"/>
                </a:moveTo>
                <a:lnTo>
                  <a:pt x="206648" y="43499"/>
                </a:lnTo>
                <a:lnTo>
                  <a:pt x="206648" y="40230"/>
                </a:lnTo>
                <a:lnTo>
                  <a:pt x="208316" y="38562"/>
                </a:lnTo>
                <a:lnTo>
                  <a:pt x="208316" y="42798"/>
                </a:lnTo>
                <a:lnTo>
                  <a:pt x="211285" y="45800"/>
                </a:lnTo>
                <a:close/>
                <a:moveTo>
                  <a:pt x="206081" y="39696"/>
                </a:moveTo>
                <a:lnTo>
                  <a:pt x="202812" y="39696"/>
                </a:lnTo>
                <a:lnTo>
                  <a:pt x="200544" y="37394"/>
                </a:lnTo>
                <a:lnTo>
                  <a:pt x="200544" y="35026"/>
                </a:lnTo>
                <a:lnTo>
                  <a:pt x="203512" y="38028"/>
                </a:lnTo>
                <a:lnTo>
                  <a:pt x="203679" y="38028"/>
                </a:lnTo>
                <a:lnTo>
                  <a:pt x="207749" y="38028"/>
                </a:lnTo>
                <a:close/>
                <a:moveTo>
                  <a:pt x="199743" y="37394"/>
                </a:moveTo>
                <a:lnTo>
                  <a:pt x="197441" y="39696"/>
                </a:lnTo>
                <a:lnTo>
                  <a:pt x="194206" y="39696"/>
                </a:lnTo>
                <a:lnTo>
                  <a:pt x="192538" y="37995"/>
                </a:lnTo>
                <a:lnTo>
                  <a:pt x="196741" y="37995"/>
                </a:lnTo>
                <a:lnTo>
                  <a:pt x="199743" y="35026"/>
                </a:lnTo>
                <a:close/>
                <a:moveTo>
                  <a:pt x="193639" y="40263"/>
                </a:moveTo>
                <a:lnTo>
                  <a:pt x="193639" y="43499"/>
                </a:lnTo>
                <a:lnTo>
                  <a:pt x="191337" y="45800"/>
                </a:lnTo>
                <a:lnTo>
                  <a:pt x="188969" y="45800"/>
                </a:lnTo>
                <a:lnTo>
                  <a:pt x="191837" y="42932"/>
                </a:lnTo>
                <a:lnTo>
                  <a:pt x="191971" y="42631"/>
                </a:lnTo>
                <a:lnTo>
                  <a:pt x="191971" y="38562"/>
                </a:lnTo>
                <a:close/>
                <a:moveTo>
                  <a:pt x="177627" y="42932"/>
                </a:moveTo>
                <a:lnTo>
                  <a:pt x="180496" y="45800"/>
                </a:lnTo>
                <a:lnTo>
                  <a:pt x="178128" y="45800"/>
                </a:lnTo>
                <a:lnTo>
                  <a:pt x="175826" y="43499"/>
                </a:lnTo>
                <a:lnTo>
                  <a:pt x="175826" y="40230"/>
                </a:lnTo>
                <a:lnTo>
                  <a:pt x="177527" y="38562"/>
                </a:lnTo>
                <a:lnTo>
                  <a:pt x="177527" y="42631"/>
                </a:lnTo>
                <a:close/>
                <a:moveTo>
                  <a:pt x="175292" y="39696"/>
                </a:moveTo>
                <a:lnTo>
                  <a:pt x="172023" y="39696"/>
                </a:lnTo>
                <a:lnTo>
                  <a:pt x="169755" y="37394"/>
                </a:lnTo>
                <a:lnTo>
                  <a:pt x="169755" y="35026"/>
                </a:lnTo>
                <a:lnTo>
                  <a:pt x="172724" y="38028"/>
                </a:lnTo>
                <a:lnTo>
                  <a:pt x="176960" y="38028"/>
                </a:lnTo>
                <a:close/>
                <a:moveTo>
                  <a:pt x="168954" y="37394"/>
                </a:moveTo>
                <a:lnTo>
                  <a:pt x="166653" y="39696"/>
                </a:lnTo>
                <a:lnTo>
                  <a:pt x="163417" y="39696"/>
                </a:lnTo>
                <a:lnTo>
                  <a:pt x="161716" y="37995"/>
                </a:lnTo>
                <a:lnTo>
                  <a:pt x="165786" y="37995"/>
                </a:lnTo>
                <a:lnTo>
                  <a:pt x="165952" y="37995"/>
                </a:lnTo>
                <a:lnTo>
                  <a:pt x="168954" y="35026"/>
                </a:lnTo>
                <a:close/>
                <a:moveTo>
                  <a:pt x="162850" y="40263"/>
                </a:moveTo>
                <a:lnTo>
                  <a:pt x="162850" y="43499"/>
                </a:lnTo>
                <a:lnTo>
                  <a:pt x="160548" y="45800"/>
                </a:lnTo>
                <a:lnTo>
                  <a:pt x="158180" y="45800"/>
                </a:lnTo>
                <a:lnTo>
                  <a:pt x="161182" y="42798"/>
                </a:lnTo>
                <a:lnTo>
                  <a:pt x="161182" y="38562"/>
                </a:lnTo>
                <a:close/>
                <a:moveTo>
                  <a:pt x="149707" y="45800"/>
                </a:moveTo>
                <a:lnTo>
                  <a:pt x="147339" y="45800"/>
                </a:lnTo>
                <a:lnTo>
                  <a:pt x="145037" y="43499"/>
                </a:lnTo>
                <a:lnTo>
                  <a:pt x="145037" y="40230"/>
                </a:lnTo>
                <a:lnTo>
                  <a:pt x="146739" y="38562"/>
                </a:lnTo>
                <a:lnTo>
                  <a:pt x="146739" y="42798"/>
                </a:lnTo>
                <a:close/>
                <a:moveTo>
                  <a:pt x="144504" y="39696"/>
                </a:moveTo>
                <a:lnTo>
                  <a:pt x="141235" y="39696"/>
                </a:lnTo>
                <a:lnTo>
                  <a:pt x="138933" y="37394"/>
                </a:lnTo>
                <a:lnTo>
                  <a:pt x="138933" y="35026"/>
                </a:lnTo>
                <a:lnTo>
                  <a:pt x="141935" y="38028"/>
                </a:lnTo>
                <a:lnTo>
                  <a:pt x="142102" y="38028"/>
                </a:lnTo>
                <a:lnTo>
                  <a:pt x="146172" y="38028"/>
                </a:lnTo>
                <a:close/>
                <a:moveTo>
                  <a:pt x="138166" y="37394"/>
                </a:moveTo>
                <a:lnTo>
                  <a:pt x="135864" y="39696"/>
                </a:lnTo>
                <a:lnTo>
                  <a:pt x="132629" y="39696"/>
                </a:lnTo>
                <a:lnTo>
                  <a:pt x="130927" y="37995"/>
                </a:lnTo>
                <a:lnTo>
                  <a:pt x="135164" y="37995"/>
                </a:lnTo>
                <a:lnTo>
                  <a:pt x="138166" y="35026"/>
                </a:lnTo>
                <a:close/>
                <a:moveTo>
                  <a:pt x="132061" y="40263"/>
                </a:moveTo>
                <a:lnTo>
                  <a:pt x="132061" y="43499"/>
                </a:lnTo>
                <a:lnTo>
                  <a:pt x="129760" y="45800"/>
                </a:lnTo>
                <a:lnTo>
                  <a:pt x="127391" y="45800"/>
                </a:lnTo>
                <a:lnTo>
                  <a:pt x="130260" y="42932"/>
                </a:lnTo>
                <a:lnTo>
                  <a:pt x="130394" y="42631"/>
                </a:lnTo>
                <a:lnTo>
                  <a:pt x="130394" y="38562"/>
                </a:lnTo>
                <a:close/>
                <a:moveTo>
                  <a:pt x="116050" y="42932"/>
                </a:moveTo>
                <a:lnTo>
                  <a:pt x="118919" y="45800"/>
                </a:lnTo>
                <a:lnTo>
                  <a:pt x="116550" y="45800"/>
                </a:lnTo>
                <a:lnTo>
                  <a:pt x="114249" y="43499"/>
                </a:lnTo>
                <a:lnTo>
                  <a:pt x="114249" y="40230"/>
                </a:lnTo>
                <a:lnTo>
                  <a:pt x="115917" y="38562"/>
                </a:lnTo>
                <a:lnTo>
                  <a:pt x="115917" y="42631"/>
                </a:lnTo>
                <a:close/>
                <a:moveTo>
                  <a:pt x="113682" y="39696"/>
                </a:moveTo>
                <a:lnTo>
                  <a:pt x="110446" y="39696"/>
                </a:lnTo>
                <a:lnTo>
                  <a:pt x="108144" y="37394"/>
                </a:lnTo>
                <a:lnTo>
                  <a:pt x="108144" y="35026"/>
                </a:lnTo>
                <a:lnTo>
                  <a:pt x="111147" y="38028"/>
                </a:lnTo>
                <a:lnTo>
                  <a:pt x="115383" y="38028"/>
                </a:lnTo>
                <a:close/>
                <a:moveTo>
                  <a:pt x="107377" y="37394"/>
                </a:moveTo>
                <a:lnTo>
                  <a:pt x="105076" y="39696"/>
                </a:lnTo>
                <a:lnTo>
                  <a:pt x="101840" y="39696"/>
                </a:lnTo>
                <a:lnTo>
                  <a:pt x="100139" y="37995"/>
                </a:lnTo>
                <a:lnTo>
                  <a:pt x="104208" y="37995"/>
                </a:lnTo>
                <a:lnTo>
                  <a:pt x="104375" y="37995"/>
                </a:lnTo>
                <a:lnTo>
                  <a:pt x="107377" y="35026"/>
                </a:lnTo>
                <a:lnTo>
                  <a:pt x="107377" y="37394"/>
                </a:lnTo>
                <a:close/>
                <a:moveTo>
                  <a:pt x="101273" y="40263"/>
                </a:moveTo>
                <a:lnTo>
                  <a:pt x="101273" y="43499"/>
                </a:lnTo>
                <a:lnTo>
                  <a:pt x="98971" y="45800"/>
                </a:lnTo>
                <a:lnTo>
                  <a:pt x="96603" y="45800"/>
                </a:lnTo>
                <a:lnTo>
                  <a:pt x="99605" y="42798"/>
                </a:lnTo>
                <a:lnTo>
                  <a:pt x="99605" y="38562"/>
                </a:lnTo>
                <a:close/>
                <a:moveTo>
                  <a:pt x="88130" y="45800"/>
                </a:moveTo>
                <a:lnTo>
                  <a:pt x="85762" y="45800"/>
                </a:lnTo>
                <a:lnTo>
                  <a:pt x="83460" y="43499"/>
                </a:lnTo>
                <a:lnTo>
                  <a:pt x="83460" y="40230"/>
                </a:lnTo>
                <a:lnTo>
                  <a:pt x="85128" y="38562"/>
                </a:lnTo>
                <a:lnTo>
                  <a:pt x="85128" y="42798"/>
                </a:lnTo>
                <a:close/>
                <a:moveTo>
                  <a:pt x="82893" y="39696"/>
                </a:moveTo>
                <a:lnTo>
                  <a:pt x="79657" y="39696"/>
                </a:lnTo>
                <a:lnTo>
                  <a:pt x="77356" y="37394"/>
                </a:lnTo>
                <a:lnTo>
                  <a:pt x="77356" y="35026"/>
                </a:lnTo>
                <a:lnTo>
                  <a:pt x="80358" y="38028"/>
                </a:lnTo>
                <a:lnTo>
                  <a:pt x="80525" y="38028"/>
                </a:lnTo>
                <a:lnTo>
                  <a:pt x="84594" y="38028"/>
                </a:lnTo>
                <a:close/>
                <a:moveTo>
                  <a:pt x="76589" y="37394"/>
                </a:moveTo>
                <a:lnTo>
                  <a:pt x="74287" y="39696"/>
                </a:lnTo>
                <a:lnTo>
                  <a:pt x="71018" y="39696"/>
                </a:lnTo>
                <a:lnTo>
                  <a:pt x="69350" y="37995"/>
                </a:lnTo>
                <a:lnTo>
                  <a:pt x="73586" y="37995"/>
                </a:lnTo>
                <a:lnTo>
                  <a:pt x="76589" y="35026"/>
                </a:lnTo>
                <a:close/>
                <a:moveTo>
                  <a:pt x="70484" y="40263"/>
                </a:moveTo>
                <a:lnTo>
                  <a:pt x="70484" y="43499"/>
                </a:lnTo>
                <a:lnTo>
                  <a:pt x="68183" y="45800"/>
                </a:lnTo>
                <a:lnTo>
                  <a:pt x="65814" y="45800"/>
                </a:lnTo>
                <a:lnTo>
                  <a:pt x="68683" y="42932"/>
                </a:lnTo>
                <a:lnTo>
                  <a:pt x="68816" y="42631"/>
                </a:lnTo>
                <a:lnTo>
                  <a:pt x="68816" y="38562"/>
                </a:lnTo>
                <a:close/>
                <a:moveTo>
                  <a:pt x="54473" y="42932"/>
                </a:moveTo>
                <a:lnTo>
                  <a:pt x="57341" y="45800"/>
                </a:lnTo>
                <a:lnTo>
                  <a:pt x="54973" y="45800"/>
                </a:lnTo>
                <a:lnTo>
                  <a:pt x="52671" y="43499"/>
                </a:lnTo>
                <a:lnTo>
                  <a:pt x="52671" y="40230"/>
                </a:lnTo>
                <a:lnTo>
                  <a:pt x="54339" y="38562"/>
                </a:lnTo>
                <a:lnTo>
                  <a:pt x="54339" y="42631"/>
                </a:lnTo>
                <a:close/>
                <a:moveTo>
                  <a:pt x="52104" y="39696"/>
                </a:moveTo>
                <a:lnTo>
                  <a:pt x="48869" y="39696"/>
                </a:lnTo>
                <a:lnTo>
                  <a:pt x="46567" y="37394"/>
                </a:lnTo>
                <a:lnTo>
                  <a:pt x="46567" y="35026"/>
                </a:lnTo>
                <a:lnTo>
                  <a:pt x="49569" y="38028"/>
                </a:lnTo>
                <a:lnTo>
                  <a:pt x="53806" y="38028"/>
                </a:lnTo>
                <a:close/>
                <a:moveTo>
                  <a:pt x="45767" y="37394"/>
                </a:moveTo>
                <a:lnTo>
                  <a:pt x="43498" y="39696"/>
                </a:lnTo>
                <a:lnTo>
                  <a:pt x="40229" y="39696"/>
                </a:lnTo>
                <a:lnTo>
                  <a:pt x="38561" y="37995"/>
                </a:lnTo>
                <a:lnTo>
                  <a:pt x="42631" y="37995"/>
                </a:lnTo>
                <a:lnTo>
                  <a:pt x="42798" y="37995"/>
                </a:lnTo>
                <a:lnTo>
                  <a:pt x="45767" y="35026"/>
                </a:lnTo>
                <a:close/>
                <a:moveTo>
                  <a:pt x="39696" y="40263"/>
                </a:moveTo>
                <a:lnTo>
                  <a:pt x="39696" y="43499"/>
                </a:lnTo>
                <a:lnTo>
                  <a:pt x="37394" y="45800"/>
                </a:lnTo>
                <a:lnTo>
                  <a:pt x="35026" y="45800"/>
                </a:lnTo>
                <a:lnTo>
                  <a:pt x="37994" y="42798"/>
                </a:lnTo>
                <a:lnTo>
                  <a:pt x="37994" y="38562"/>
                </a:lnTo>
                <a:close/>
                <a:moveTo>
                  <a:pt x="33891" y="46568"/>
                </a:moveTo>
                <a:lnTo>
                  <a:pt x="37227" y="49903"/>
                </a:lnTo>
                <a:lnTo>
                  <a:pt x="37227" y="54573"/>
                </a:lnTo>
                <a:lnTo>
                  <a:pt x="35693" y="56108"/>
                </a:lnTo>
                <a:lnTo>
                  <a:pt x="35693" y="50537"/>
                </a:lnTo>
                <a:lnTo>
                  <a:pt x="31723" y="46568"/>
                </a:lnTo>
                <a:close/>
                <a:moveTo>
                  <a:pt x="35793" y="57475"/>
                </a:moveTo>
                <a:lnTo>
                  <a:pt x="41497" y="57475"/>
                </a:lnTo>
                <a:lnTo>
                  <a:pt x="45233" y="61178"/>
                </a:lnTo>
                <a:lnTo>
                  <a:pt x="37461" y="61178"/>
                </a:lnTo>
                <a:lnTo>
                  <a:pt x="35793" y="59510"/>
                </a:lnTo>
                <a:close/>
                <a:moveTo>
                  <a:pt x="45233" y="61979"/>
                </a:moveTo>
                <a:lnTo>
                  <a:pt x="41497" y="65681"/>
                </a:lnTo>
                <a:lnTo>
                  <a:pt x="35793" y="65681"/>
                </a:lnTo>
                <a:lnTo>
                  <a:pt x="35793" y="63646"/>
                </a:lnTo>
                <a:lnTo>
                  <a:pt x="37461" y="61979"/>
                </a:lnTo>
                <a:close/>
                <a:moveTo>
                  <a:pt x="35693" y="67049"/>
                </a:moveTo>
                <a:lnTo>
                  <a:pt x="37227" y="68583"/>
                </a:lnTo>
                <a:lnTo>
                  <a:pt x="37227" y="73253"/>
                </a:lnTo>
                <a:lnTo>
                  <a:pt x="33891" y="76589"/>
                </a:lnTo>
                <a:lnTo>
                  <a:pt x="31723" y="76589"/>
                </a:lnTo>
                <a:lnTo>
                  <a:pt x="35693" y="72620"/>
                </a:lnTo>
                <a:lnTo>
                  <a:pt x="35693" y="67049"/>
                </a:lnTo>
                <a:close/>
                <a:moveTo>
                  <a:pt x="35026" y="77356"/>
                </a:moveTo>
                <a:lnTo>
                  <a:pt x="37394" y="77356"/>
                </a:lnTo>
                <a:lnTo>
                  <a:pt x="39696" y="79658"/>
                </a:lnTo>
                <a:lnTo>
                  <a:pt x="39696" y="82927"/>
                </a:lnTo>
                <a:lnTo>
                  <a:pt x="37994" y="84595"/>
                </a:lnTo>
                <a:lnTo>
                  <a:pt x="37994" y="80358"/>
                </a:lnTo>
                <a:close/>
                <a:moveTo>
                  <a:pt x="40229" y="83461"/>
                </a:moveTo>
                <a:lnTo>
                  <a:pt x="43498" y="83461"/>
                </a:lnTo>
                <a:lnTo>
                  <a:pt x="45767" y="85762"/>
                </a:lnTo>
                <a:lnTo>
                  <a:pt x="45767" y="88131"/>
                </a:lnTo>
                <a:lnTo>
                  <a:pt x="42798" y="85129"/>
                </a:lnTo>
                <a:lnTo>
                  <a:pt x="42631" y="85129"/>
                </a:lnTo>
                <a:lnTo>
                  <a:pt x="38561" y="85129"/>
                </a:lnTo>
                <a:close/>
                <a:moveTo>
                  <a:pt x="46567" y="85762"/>
                </a:moveTo>
                <a:lnTo>
                  <a:pt x="48869" y="83461"/>
                </a:lnTo>
                <a:lnTo>
                  <a:pt x="52104" y="83461"/>
                </a:lnTo>
                <a:lnTo>
                  <a:pt x="53806" y="85162"/>
                </a:lnTo>
                <a:lnTo>
                  <a:pt x="49569" y="85162"/>
                </a:lnTo>
                <a:lnTo>
                  <a:pt x="46567" y="88131"/>
                </a:lnTo>
                <a:close/>
                <a:moveTo>
                  <a:pt x="52671" y="82927"/>
                </a:moveTo>
                <a:lnTo>
                  <a:pt x="52671" y="79658"/>
                </a:lnTo>
                <a:lnTo>
                  <a:pt x="54973" y="77356"/>
                </a:lnTo>
                <a:lnTo>
                  <a:pt x="57341" y="77356"/>
                </a:lnTo>
                <a:lnTo>
                  <a:pt x="54473" y="80258"/>
                </a:lnTo>
                <a:lnTo>
                  <a:pt x="54339" y="80525"/>
                </a:lnTo>
                <a:lnTo>
                  <a:pt x="54339" y="84595"/>
                </a:lnTo>
                <a:close/>
                <a:moveTo>
                  <a:pt x="68683" y="80258"/>
                </a:moveTo>
                <a:lnTo>
                  <a:pt x="65814" y="77356"/>
                </a:lnTo>
                <a:lnTo>
                  <a:pt x="68183" y="77356"/>
                </a:lnTo>
                <a:lnTo>
                  <a:pt x="70484" y="79658"/>
                </a:lnTo>
                <a:lnTo>
                  <a:pt x="70484" y="82927"/>
                </a:lnTo>
                <a:lnTo>
                  <a:pt x="68783" y="84595"/>
                </a:lnTo>
                <a:lnTo>
                  <a:pt x="68783" y="80525"/>
                </a:lnTo>
                <a:close/>
                <a:moveTo>
                  <a:pt x="71018" y="83461"/>
                </a:moveTo>
                <a:lnTo>
                  <a:pt x="74287" y="83461"/>
                </a:lnTo>
                <a:lnTo>
                  <a:pt x="76589" y="85762"/>
                </a:lnTo>
                <a:lnTo>
                  <a:pt x="76589" y="88131"/>
                </a:lnTo>
                <a:lnTo>
                  <a:pt x="73586" y="85129"/>
                </a:lnTo>
                <a:lnTo>
                  <a:pt x="69350" y="85129"/>
                </a:lnTo>
                <a:close/>
                <a:moveTo>
                  <a:pt x="77356" y="85762"/>
                </a:moveTo>
                <a:lnTo>
                  <a:pt x="79657" y="83461"/>
                </a:lnTo>
                <a:lnTo>
                  <a:pt x="82893" y="83461"/>
                </a:lnTo>
                <a:lnTo>
                  <a:pt x="84594" y="85162"/>
                </a:lnTo>
                <a:lnTo>
                  <a:pt x="80525" y="85162"/>
                </a:lnTo>
                <a:lnTo>
                  <a:pt x="80358" y="85162"/>
                </a:lnTo>
                <a:lnTo>
                  <a:pt x="77356" y="88131"/>
                </a:lnTo>
                <a:lnTo>
                  <a:pt x="77356" y="85762"/>
                </a:lnTo>
                <a:close/>
                <a:moveTo>
                  <a:pt x="83460" y="82927"/>
                </a:moveTo>
                <a:lnTo>
                  <a:pt x="83460" y="79658"/>
                </a:lnTo>
                <a:lnTo>
                  <a:pt x="85762" y="77356"/>
                </a:lnTo>
                <a:lnTo>
                  <a:pt x="88130" y="77356"/>
                </a:lnTo>
                <a:lnTo>
                  <a:pt x="85128" y="80358"/>
                </a:lnTo>
                <a:lnTo>
                  <a:pt x="85128" y="84595"/>
                </a:lnTo>
                <a:close/>
                <a:moveTo>
                  <a:pt x="96603" y="77356"/>
                </a:moveTo>
                <a:lnTo>
                  <a:pt x="98971" y="77356"/>
                </a:lnTo>
                <a:lnTo>
                  <a:pt x="101273" y="79658"/>
                </a:lnTo>
                <a:lnTo>
                  <a:pt x="101273" y="82927"/>
                </a:lnTo>
                <a:lnTo>
                  <a:pt x="99572" y="84595"/>
                </a:lnTo>
                <a:lnTo>
                  <a:pt x="99572" y="80358"/>
                </a:lnTo>
                <a:close/>
                <a:moveTo>
                  <a:pt x="101840" y="83461"/>
                </a:moveTo>
                <a:lnTo>
                  <a:pt x="105076" y="83461"/>
                </a:lnTo>
                <a:lnTo>
                  <a:pt x="107377" y="85762"/>
                </a:lnTo>
                <a:lnTo>
                  <a:pt x="107377" y="88131"/>
                </a:lnTo>
                <a:lnTo>
                  <a:pt x="104375" y="85129"/>
                </a:lnTo>
                <a:lnTo>
                  <a:pt x="104208" y="85129"/>
                </a:lnTo>
                <a:lnTo>
                  <a:pt x="100139" y="85129"/>
                </a:lnTo>
                <a:close/>
                <a:moveTo>
                  <a:pt x="108144" y="85762"/>
                </a:moveTo>
                <a:lnTo>
                  <a:pt x="110446" y="83461"/>
                </a:lnTo>
                <a:lnTo>
                  <a:pt x="113682" y="83461"/>
                </a:lnTo>
                <a:lnTo>
                  <a:pt x="115383" y="85162"/>
                </a:lnTo>
                <a:lnTo>
                  <a:pt x="111147" y="85162"/>
                </a:lnTo>
                <a:lnTo>
                  <a:pt x="108144" y="88131"/>
                </a:lnTo>
                <a:close/>
                <a:moveTo>
                  <a:pt x="114249" y="82927"/>
                </a:moveTo>
                <a:lnTo>
                  <a:pt x="114249" y="79658"/>
                </a:lnTo>
                <a:lnTo>
                  <a:pt x="116550" y="77356"/>
                </a:lnTo>
                <a:lnTo>
                  <a:pt x="118919" y="77356"/>
                </a:lnTo>
                <a:lnTo>
                  <a:pt x="116050" y="80258"/>
                </a:lnTo>
                <a:lnTo>
                  <a:pt x="115917" y="80525"/>
                </a:lnTo>
                <a:lnTo>
                  <a:pt x="115917" y="84595"/>
                </a:lnTo>
                <a:close/>
                <a:moveTo>
                  <a:pt x="130260" y="80258"/>
                </a:moveTo>
                <a:lnTo>
                  <a:pt x="127391" y="77356"/>
                </a:lnTo>
                <a:lnTo>
                  <a:pt x="129760" y="77356"/>
                </a:lnTo>
                <a:lnTo>
                  <a:pt x="132061" y="79658"/>
                </a:lnTo>
                <a:lnTo>
                  <a:pt x="132061" y="82927"/>
                </a:lnTo>
                <a:lnTo>
                  <a:pt x="130394" y="84595"/>
                </a:lnTo>
                <a:lnTo>
                  <a:pt x="130394" y="80525"/>
                </a:lnTo>
                <a:close/>
                <a:moveTo>
                  <a:pt x="132629" y="83461"/>
                </a:moveTo>
                <a:lnTo>
                  <a:pt x="135864" y="83461"/>
                </a:lnTo>
                <a:lnTo>
                  <a:pt x="138166" y="85762"/>
                </a:lnTo>
                <a:lnTo>
                  <a:pt x="138166" y="88131"/>
                </a:lnTo>
                <a:lnTo>
                  <a:pt x="135164" y="85129"/>
                </a:lnTo>
                <a:lnTo>
                  <a:pt x="130927" y="85129"/>
                </a:lnTo>
                <a:close/>
                <a:moveTo>
                  <a:pt x="138933" y="85762"/>
                </a:moveTo>
                <a:lnTo>
                  <a:pt x="141235" y="83461"/>
                </a:lnTo>
                <a:lnTo>
                  <a:pt x="144504" y="83461"/>
                </a:lnTo>
                <a:lnTo>
                  <a:pt x="146172" y="85162"/>
                </a:lnTo>
                <a:lnTo>
                  <a:pt x="142102" y="85162"/>
                </a:lnTo>
                <a:lnTo>
                  <a:pt x="141935" y="85162"/>
                </a:lnTo>
                <a:lnTo>
                  <a:pt x="138933" y="88131"/>
                </a:lnTo>
                <a:close/>
                <a:moveTo>
                  <a:pt x="145037" y="82927"/>
                </a:moveTo>
                <a:lnTo>
                  <a:pt x="145037" y="79658"/>
                </a:lnTo>
                <a:lnTo>
                  <a:pt x="147339" y="77356"/>
                </a:lnTo>
                <a:lnTo>
                  <a:pt x="149707" y="77356"/>
                </a:lnTo>
                <a:lnTo>
                  <a:pt x="146705" y="80358"/>
                </a:lnTo>
                <a:lnTo>
                  <a:pt x="146705" y="84595"/>
                </a:lnTo>
                <a:close/>
                <a:moveTo>
                  <a:pt x="158180" y="77356"/>
                </a:moveTo>
                <a:lnTo>
                  <a:pt x="160548" y="77356"/>
                </a:lnTo>
                <a:lnTo>
                  <a:pt x="162850" y="79658"/>
                </a:lnTo>
                <a:lnTo>
                  <a:pt x="162850" y="82927"/>
                </a:lnTo>
                <a:lnTo>
                  <a:pt x="161182" y="84595"/>
                </a:lnTo>
                <a:lnTo>
                  <a:pt x="161182" y="80358"/>
                </a:lnTo>
                <a:close/>
                <a:moveTo>
                  <a:pt x="163417" y="83461"/>
                </a:moveTo>
                <a:lnTo>
                  <a:pt x="166653" y="83461"/>
                </a:lnTo>
                <a:lnTo>
                  <a:pt x="168954" y="85762"/>
                </a:lnTo>
                <a:lnTo>
                  <a:pt x="168954" y="88131"/>
                </a:lnTo>
                <a:lnTo>
                  <a:pt x="165952" y="85129"/>
                </a:lnTo>
                <a:lnTo>
                  <a:pt x="165786" y="85129"/>
                </a:lnTo>
                <a:lnTo>
                  <a:pt x="161716" y="85129"/>
                </a:lnTo>
                <a:close/>
                <a:moveTo>
                  <a:pt x="169755" y="85762"/>
                </a:moveTo>
                <a:lnTo>
                  <a:pt x="172023" y="83461"/>
                </a:lnTo>
                <a:lnTo>
                  <a:pt x="175292" y="83461"/>
                </a:lnTo>
                <a:lnTo>
                  <a:pt x="176960" y="85162"/>
                </a:lnTo>
                <a:lnTo>
                  <a:pt x="172724" y="85162"/>
                </a:lnTo>
                <a:lnTo>
                  <a:pt x="169755" y="88131"/>
                </a:lnTo>
                <a:close/>
                <a:moveTo>
                  <a:pt x="175826" y="82927"/>
                </a:moveTo>
                <a:lnTo>
                  <a:pt x="175826" y="79658"/>
                </a:lnTo>
                <a:lnTo>
                  <a:pt x="178128" y="77356"/>
                </a:lnTo>
                <a:lnTo>
                  <a:pt x="180496" y="77356"/>
                </a:lnTo>
                <a:lnTo>
                  <a:pt x="177627" y="80258"/>
                </a:lnTo>
                <a:lnTo>
                  <a:pt x="177527" y="80525"/>
                </a:lnTo>
                <a:lnTo>
                  <a:pt x="177527" y="84595"/>
                </a:lnTo>
                <a:close/>
                <a:moveTo>
                  <a:pt x="191837" y="80258"/>
                </a:moveTo>
                <a:lnTo>
                  <a:pt x="188969" y="77356"/>
                </a:lnTo>
                <a:lnTo>
                  <a:pt x="191337" y="77356"/>
                </a:lnTo>
                <a:lnTo>
                  <a:pt x="193639" y="79658"/>
                </a:lnTo>
                <a:lnTo>
                  <a:pt x="193639" y="82927"/>
                </a:lnTo>
                <a:lnTo>
                  <a:pt x="191971" y="84595"/>
                </a:lnTo>
                <a:lnTo>
                  <a:pt x="191971" y="80525"/>
                </a:lnTo>
                <a:close/>
                <a:moveTo>
                  <a:pt x="194206" y="83461"/>
                </a:moveTo>
                <a:lnTo>
                  <a:pt x="197441" y="83461"/>
                </a:lnTo>
                <a:lnTo>
                  <a:pt x="199743" y="85762"/>
                </a:lnTo>
                <a:lnTo>
                  <a:pt x="199743" y="88131"/>
                </a:lnTo>
                <a:lnTo>
                  <a:pt x="196741" y="85129"/>
                </a:lnTo>
                <a:lnTo>
                  <a:pt x="192538" y="85129"/>
                </a:lnTo>
                <a:close/>
                <a:moveTo>
                  <a:pt x="200544" y="85762"/>
                </a:moveTo>
                <a:lnTo>
                  <a:pt x="202812" y="83461"/>
                </a:lnTo>
                <a:lnTo>
                  <a:pt x="206081" y="83461"/>
                </a:lnTo>
                <a:lnTo>
                  <a:pt x="207749" y="85162"/>
                </a:lnTo>
                <a:lnTo>
                  <a:pt x="203679" y="85162"/>
                </a:lnTo>
                <a:lnTo>
                  <a:pt x="203512" y="85162"/>
                </a:lnTo>
                <a:lnTo>
                  <a:pt x="200544" y="88131"/>
                </a:lnTo>
                <a:close/>
                <a:moveTo>
                  <a:pt x="206648" y="82927"/>
                </a:moveTo>
                <a:lnTo>
                  <a:pt x="206648" y="79658"/>
                </a:lnTo>
                <a:lnTo>
                  <a:pt x="208916" y="77356"/>
                </a:lnTo>
                <a:lnTo>
                  <a:pt x="211285" y="77356"/>
                </a:lnTo>
                <a:lnTo>
                  <a:pt x="208316" y="80358"/>
                </a:lnTo>
                <a:lnTo>
                  <a:pt x="208316" y="84595"/>
                </a:lnTo>
                <a:close/>
                <a:moveTo>
                  <a:pt x="212419" y="76589"/>
                </a:moveTo>
                <a:lnTo>
                  <a:pt x="209083" y="73253"/>
                </a:lnTo>
                <a:lnTo>
                  <a:pt x="209083" y="68583"/>
                </a:lnTo>
                <a:lnTo>
                  <a:pt x="210618" y="67049"/>
                </a:lnTo>
                <a:lnTo>
                  <a:pt x="210618" y="72620"/>
                </a:lnTo>
                <a:lnTo>
                  <a:pt x="214587" y="76589"/>
                </a:lnTo>
                <a:lnTo>
                  <a:pt x="212419" y="76589"/>
                </a:lnTo>
                <a:close/>
                <a:moveTo>
                  <a:pt x="210518" y="65681"/>
                </a:moveTo>
                <a:lnTo>
                  <a:pt x="204813" y="65681"/>
                </a:lnTo>
                <a:lnTo>
                  <a:pt x="201077" y="61979"/>
                </a:lnTo>
                <a:lnTo>
                  <a:pt x="208850" y="61979"/>
                </a:lnTo>
                <a:lnTo>
                  <a:pt x="210518" y="63646"/>
                </a:lnTo>
                <a:lnTo>
                  <a:pt x="210518" y="65681"/>
                </a:lnTo>
                <a:close/>
                <a:moveTo>
                  <a:pt x="201077" y="61178"/>
                </a:moveTo>
                <a:lnTo>
                  <a:pt x="204813" y="57475"/>
                </a:lnTo>
                <a:lnTo>
                  <a:pt x="210518" y="57475"/>
                </a:lnTo>
                <a:lnTo>
                  <a:pt x="210518" y="59510"/>
                </a:lnTo>
                <a:lnTo>
                  <a:pt x="208850" y="61178"/>
                </a:lnTo>
                <a:close/>
                <a:moveTo>
                  <a:pt x="210618" y="56108"/>
                </a:moveTo>
                <a:lnTo>
                  <a:pt x="209083" y="54573"/>
                </a:lnTo>
                <a:lnTo>
                  <a:pt x="209083" y="49903"/>
                </a:lnTo>
                <a:lnTo>
                  <a:pt x="212419" y="46568"/>
                </a:lnTo>
                <a:lnTo>
                  <a:pt x="214587" y="46568"/>
                </a:lnTo>
                <a:lnTo>
                  <a:pt x="210618" y="50537"/>
                </a:lnTo>
                <a:lnTo>
                  <a:pt x="210618" y="56108"/>
                </a:lnTo>
                <a:close/>
                <a:moveTo>
                  <a:pt x="212419" y="45800"/>
                </a:moveTo>
                <a:lnTo>
                  <a:pt x="209083" y="42465"/>
                </a:lnTo>
                <a:lnTo>
                  <a:pt x="209083" y="37795"/>
                </a:lnTo>
                <a:lnTo>
                  <a:pt x="210618" y="36260"/>
                </a:lnTo>
                <a:lnTo>
                  <a:pt x="210618" y="41831"/>
                </a:lnTo>
                <a:lnTo>
                  <a:pt x="214587" y="45800"/>
                </a:lnTo>
                <a:close/>
                <a:moveTo>
                  <a:pt x="208549" y="37228"/>
                </a:moveTo>
                <a:lnTo>
                  <a:pt x="203846" y="37228"/>
                </a:lnTo>
                <a:lnTo>
                  <a:pt x="200544" y="33892"/>
                </a:lnTo>
                <a:lnTo>
                  <a:pt x="200544" y="31757"/>
                </a:lnTo>
                <a:lnTo>
                  <a:pt x="204480" y="35693"/>
                </a:lnTo>
                <a:lnTo>
                  <a:pt x="204647" y="35693"/>
                </a:lnTo>
                <a:lnTo>
                  <a:pt x="210084" y="35693"/>
                </a:lnTo>
                <a:close/>
                <a:moveTo>
                  <a:pt x="199743" y="33892"/>
                </a:moveTo>
                <a:lnTo>
                  <a:pt x="196441" y="37228"/>
                </a:lnTo>
                <a:lnTo>
                  <a:pt x="191737" y="37228"/>
                </a:lnTo>
                <a:lnTo>
                  <a:pt x="190203" y="35693"/>
                </a:lnTo>
                <a:lnTo>
                  <a:pt x="195807" y="35693"/>
                </a:lnTo>
                <a:lnTo>
                  <a:pt x="199743" y="31757"/>
                </a:lnTo>
                <a:close/>
                <a:moveTo>
                  <a:pt x="188869" y="41497"/>
                </a:moveTo>
                <a:lnTo>
                  <a:pt x="185133" y="45233"/>
                </a:lnTo>
                <a:lnTo>
                  <a:pt x="185133" y="37494"/>
                </a:lnTo>
                <a:lnTo>
                  <a:pt x="186801" y="35793"/>
                </a:lnTo>
                <a:lnTo>
                  <a:pt x="188835" y="35793"/>
                </a:lnTo>
                <a:lnTo>
                  <a:pt x="188835" y="41497"/>
                </a:lnTo>
                <a:close/>
                <a:moveTo>
                  <a:pt x="184332" y="45233"/>
                </a:moveTo>
                <a:lnTo>
                  <a:pt x="180629" y="41497"/>
                </a:lnTo>
                <a:lnTo>
                  <a:pt x="180629" y="35793"/>
                </a:lnTo>
                <a:lnTo>
                  <a:pt x="182664" y="35793"/>
                </a:lnTo>
                <a:lnTo>
                  <a:pt x="184332" y="37461"/>
                </a:lnTo>
                <a:lnTo>
                  <a:pt x="184332" y="45233"/>
                </a:lnTo>
                <a:close/>
                <a:moveTo>
                  <a:pt x="177761" y="37228"/>
                </a:moveTo>
                <a:lnTo>
                  <a:pt x="173057" y="37228"/>
                </a:lnTo>
                <a:lnTo>
                  <a:pt x="169755" y="33892"/>
                </a:lnTo>
                <a:lnTo>
                  <a:pt x="169755" y="31757"/>
                </a:lnTo>
                <a:lnTo>
                  <a:pt x="173691" y="35693"/>
                </a:lnTo>
                <a:lnTo>
                  <a:pt x="179262" y="35693"/>
                </a:lnTo>
                <a:close/>
                <a:moveTo>
                  <a:pt x="168954" y="33892"/>
                </a:moveTo>
                <a:lnTo>
                  <a:pt x="165619" y="37228"/>
                </a:lnTo>
                <a:lnTo>
                  <a:pt x="160949" y="37228"/>
                </a:lnTo>
                <a:lnTo>
                  <a:pt x="159414" y="35693"/>
                </a:lnTo>
                <a:lnTo>
                  <a:pt x="164852" y="35693"/>
                </a:lnTo>
                <a:lnTo>
                  <a:pt x="164985" y="35693"/>
                </a:lnTo>
                <a:lnTo>
                  <a:pt x="168954" y="31757"/>
                </a:lnTo>
                <a:close/>
                <a:moveTo>
                  <a:pt x="158047" y="41497"/>
                </a:moveTo>
                <a:lnTo>
                  <a:pt x="154344" y="45233"/>
                </a:lnTo>
                <a:lnTo>
                  <a:pt x="154344" y="37494"/>
                </a:lnTo>
                <a:lnTo>
                  <a:pt x="156012" y="35793"/>
                </a:lnTo>
                <a:lnTo>
                  <a:pt x="158047" y="35793"/>
                </a:lnTo>
                <a:lnTo>
                  <a:pt x="158047" y="41497"/>
                </a:lnTo>
                <a:close/>
                <a:moveTo>
                  <a:pt x="153543" y="45233"/>
                </a:moveTo>
                <a:lnTo>
                  <a:pt x="149841" y="41497"/>
                </a:lnTo>
                <a:lnTo>
                  <a:pt x="149841" y="35793"/>
                </a:lnTo>
                <a:lnTo>
                  <a:pt x="151876" y="35793"/>
                </a:lnTo>
                <a:lnTo>
                  <a:pt x="153543" y="37461"/>
                </a:lnTo>
                <a:lnTo>
                  <a:pt x="153543" y="45233"/>
                </a:lnTo>
                <a:close/>
                <a:moveTo>
                  <a:pt x="146939" y="37228"/>
                </a:moveTo>
                <a:lnTo>
                  <a:pt x="142269" y="37228"/>
                </a:lnTo>
                <a:lnTo>
                  <a:pt x="138933" y="33892"/>
                </a:lnTo>
                <a:lnTo>
                  <a:pt x="138933" y="31757"/>
                </a:lnTo>
                <a:lnTo>
                  <a:pt x="142903" y="35693"/>
                </a:lnTo>
                <a:lnTo>
                  <a:pt x="143069" y="35693"/>
                </a:lnTo>
                <a:lnTo>
                  <a:pt x="148473" y="35693"/>
                </a:lnTo>
                <a:close/>
                <a:moveTo>
                  <a:pt x="138166" y="33892"/>
                </a:moveTo>
                <a:lnTo>
                  <a:pt x="134830" y="37228"/>
                </a:lnTo>
                <a:lnTo>
                  <a:pt x="130160" y="37228"/>
                </a:lnTo>
                <a:lnTo>
                  <a:pt x="128626" y="35693"/>
                </a:lnTo>
                <a:lnTo>
                  <a:pt x="134196" y="35693"/>
                </a:lnTo>
                <a:lnTo>
                  <a:pt x="138166" y="31757"/>
                </a:lnTo>
                <a:close/>
                <a:moveTo>
                  <a:pt x="127258" y="41497"/>
                </a:moveTo>
                <a:lnTo>
                  <a:pt x="123555" y="45233"/>
                </a:lnTo>
                <a:lnTo>
                  <a:pt x="123555" y="37494"/>
                </a:lnTo>
                <a:lnTo>
                  <a:pt x="125223" y="35793"/>
                </a:lnTo>
                <a:lnTo>
                  <a:pt x="127258" y="35793"/>
                </a:lnTo>
                <a:close/>
                <a:moveTo>
                  <a:pt x="122755" y="45233"/>
                </a:moveTo>
                <a:lnTo>
                  <a:pt x="119052" y="41497"/>
                </a:lnTo>
                <a:lnTo>
                  <a:pt x="119052" y="35793"/>
                </a:lnTo>
                <a:lnTo>
                  <a:pt x="121087" y="35793"/>
                </a:lnTo>
                <a:lnTo>
                  <a:pt x="122755" y="37461"/>
                </a:lnTo>
                <a:close/>
                <a:moveTo>
                  <a:pt x="116150" y="37228"/>
                </a:moveTo>
                <a:lnTo>
                  <a:pt x="111480" y="37228"/>
                </a:lnTo>
                <a:lnTo>
                  <a:pt x="108144" y="33892"/>
                </a:lnTo>
                <a:lnTo>
                  <a:pt x="108144" y="31757"/>
                </a:lnTo>
                <a:lnTo>
                  <a:pt x="112114" y="35693"/>
                </a:lnTo>
                <a:lnTo>
                  <a:pt x="117685" y="35693"/>
                </a:lnTo>
                <a:close/>
                <a:moveTo>
                  <a:pt x="107377" y="33892"/>
                </a:moveTo>
                <a:lnTo>
                  <a:pt x="104041" y="37228"/>
                </a:lnTo>
                <a:lnTo>
                  <a:pt x="99371" y="37228"/>
                </a:lnTo>
                <a:lnTo>
                  <a:pt x="97837" y="35693"/>
                </a:lnTo>
                <a:lnTo>
                  <a:pt x="103241" y="35693"/>
                </a:lnTo>
                <a:lnTo>
                  <a:pt x="103408" y="35693"/>
                </a:lnTo>
                <a:lnTo>
                  <a:pt x="107377" y="31757"/>
                </a:lnTo>
                <a:close/>
                <a:moveTo>
                  <a:pt x="96469" y="41497"/>
                </a:moveTo>
                <a:lnTo>
                  <a:pt x="92767" y="45233"/>
                </a:lnTo>
                <a:lnTo>
                  <a:pt x="92767" y="37494"/>
                </a:lnTo>
                <a:lnTo>
                  <a:pt x="94435" y="35793"/>
                </a:lnTo>
                <a:lnTo>
                  <a:pt x="96469" y="35793"/>
                </a:lnTo>
                <a:close/>
                <a:moveTo>
                  <a:pt x="91966" y="45233"/>
                </a:moveTo>
                <a:lnTo>
                  <a:pt x="88264" y="41497"/>
                </a:lnTo>
                <a:lnTo>
                  <a:pt x="88264" y="35793"/>
                </a:lnTo>
                <a:lnTo>
                  <a:pt x="90298" y="35793"/>
                </a:lnTo>
                <a:lnTo>
                  <a:pt x="91966" y="37461"/>
                </a:lnTo>
                <a:close/>
                <a:moveTo>
                  <a:pt x="85361" y="37228"/>
                </a:moveTo>
                <a:lnTo>
                  <a:pt x="80691" y="37228"/>
                </a:lnTo>
                <a:lnTo>
                  <a:pt x="77356" y="33892"/>
                </a:lnTo>
                <a:lnTo>
                  <a:pt x="77356" y="31757"/>
                </a:lnTo>
                <a:lnTo>
                  <a:pt x="81325" y="35693"/>
                </a:lnTo>
                <a:lnTo>
                  <a:pt x="81492" y="35693"/>
                </a:lnTo>
                <a:lnTo>
                  <a:pt x="86896" y="35693"/>
                </a:lnTo>
                <a:close/>
                <a:moveTo>
                  <a:pt x="76589" y="33892"/>
                </a:moveTo>
                <a:lnTo>
                  <a:pt x="73253" y="37228"/>
                </a:lnTo>
                <a:lnTo>
                  <a:pt x="68583" y="37228"/>
                </a:lnTo>
                <a:lnTo>
                  <a:pt x="67048" y="35693"/>
                </a:lnTo>
                <a:lnTo>
                  <a:pt x="72619" y="35693"/>
                </a:lnTo>
                <a:lnTo>
                  <a:pt x="76589" y="31757"/>
                </a:lnTo>
                <a:close/>
                <a:moveTo>
                  <a:pt x="65681" y="41497"/>
                </a:moveTo>
                <a:lnTo>
                  <a:pt x="61978" y="45233"/>
                </a:lnTo>
                <a:lnTo>
                  <a:pt x="61978" y="37494"/>
                </a:lnTo>
                <a:lnTo>
                  <a:pt x="63646" y="35793"/>
                </a:lnTo>
                <a:lnTo>
                  <a:pt x="65681" y="35793"/>
                </a:lnTo>
                <a:close/>
                <a:moveTo>
                  <a:pt x="61178" y="45233"/>
                </a:moveTo>
                <a:lnTo>
                  <a:pt x="57475" y="41497"/>
                </a:lnTo>
                <a:lnTo>
                  <a:pt x="57475" y="35793"/>
                </a:lnTo>
                <a:lnTo>
                  <a:pt x="59510" y="35793"/>
                </a:lnTo>
                <a:lnTo>
                  <a:pt x="61178" y="37461"/>
                </a:lnTo>
                <a:close/>
                <a:moveTo>
                  <a:pt x="54573" y="37228"/>
                </a:moveTo>
                <a:lnTo>
                  <a:pt x="49903" y="37228"/>
                </a:lnTo>
                <a:lnTo>
                  <a:pt x="46567" y="33892"/>
                </a:lnTo>
                <a:lnTo>
                  <a:pt x="46567" y="31757"/>
                </a:lnTo>
                <a:lnTo>
                  <a:pt x="50537" y="35693"/>
                </a:lnTo>
                <a:lnTo>
                  <a:pt x="56107" y="35693"/>
                </a:lnTo>
                <a:close/>
                <a:moveTo>
                  <a:pt x="45767" y="33892"/>
                </a:moveTo>
                <a:lnTo>
                  <a:pt x="42464" y="37228"/>
                </a:lnTo>
                <a:lnTo>
                  <a:pt x="37761" y="37228"/>
                </a:lnTo>
                <a:lnTo>
                  <a:pt x="36226" y="35693"/>
                </a:lnTo>
                <a:lnTo>
                  <a:pt x="41664" y="35693"/>
                </a:lnTo>
                <a:lnTo>
                  <a:pt x="41830" y="35693"/>
                </a:lnTo>
                <a:lnTo>
                  <a:pt x="45767" y="31757"/>
                </a:lnTo>
                <a:lnTo>
                  <a:pt x="45767" y="33892"/>
                </a:lnTo>
                <a:close/>
                <a:moveTo>
                  <a:pt x="34892" y="41497"/>
                </a:moveTo>
                <a:lnTo>
                  <a:pt x="31189" y="45233"/>
                </a:lnTo>
                <a:lnTo>
                  <a:pt x="31189" y="37494"/>
                </a:lnTo>
                <a:lnTo>
                  <a:pt x="32857" y="35793"/>
                </a:lnTo>
                <a:lnTo>
                  <a:pt x="34892" y="35793"/>
                </a:lnTo>
                <a:close/>
                <a:moveTo>
                  <a:pt x="34892" y="50871"/>
                </a:moveTo>
                <a:lnTo>
                  <a:pt x="34892" y="56575"/>
                </a:lnTo>
                <a:lnTo>
                  <a:pt x="32857" y="56575"/>
                </a:lnTo>
                <a:lnTo>
                  <a:pt x="31189" y="54874"/>
                </a:lnTo>
                <a:lnTo>
                  <a:pt x="31189" y="47135"/>
                </a:lnTo>
                <a:close/>
                <a:moveTo>
                  <a:pt x="32424" y="57242"/>
                </a:moveTo>
                <a:lnTo>
                  <a:pt x="32691" y="57375"/>
                </a:lnTo>
                <a:lnTo>
                  <a:pt x="34592" y="57375"/>
                </a:lnTo>
                <a:lnTo>
                  <a:pt x="33291" y="58643"/>
                </a:lnTo>
                <a:lnTo>
                  <a:pt x="31990" y="58643"/>
                </a:lnTo>
                <a:lnTo>
                  <a:pt x="31189" y="57809"/>
                </a:lnTo>
                <a:lnTo>
                  <a:pt x="31189" y="56008"/>
                </a:lnTo>
                <a:close/>
                <a:moveTo>
                  <a:pt x="33725" y="59077"/>
                </a:moveTo>
                <a:lnTo>
                  <a:pt x="34992" y="57776"/>
                </a:lnTo>
                <a:lnTo>
                  <a:pt x="34992" y="59844"/>
                </a:lnTo>
                <a:lnTo>
                  <a:pt x="36360" y="61178"/>
                </a:lnTo>
                <a:lnTo>
                  <a:pt x="34525" y="61178"/>
                </a:lnTo>
                <a:lnTo>
                  <a:pt x="33725" y="60377"/>
                </a:lnTo>
                <a:close/>
                <a:moveTo>
                  <a:pt x="34525" y="61979"/>
                </a:moveTo>
                <a:lnTo>
                  <a:pt x="36360" y="61979"/>
                </a:lnTo>
                <a:lnTo>
                  <a:pt x="34992" y="63313"/>
                </a:lnTo>
                <a:lnTo>
                  <a:pt x="34992" y="65381"/>
                </a:lnTo>
                <a:lnTo>
                  <a:pt x="33725" y="64080"/>
                </a:lnTo>
                <a:lnTo>
                  <a:pt x="33725" y="62779"/>
                </a:lnTo>
                <a:close/>
                <a:moveTo>
                  <a:pt x="32857" y="66582"/>
                </a:moveTo>
                <a:lnTo>
                  <a:pt x="34892" y="66582"/>
                </a:lnTo>
                <a:lnTo>
                  <a:pt x="34892" y="72286"/>
                </a:lnTo>
                <a:lnTo>
                  <a:pt x="31189" y="76022"/>
                </a:lnTo>
                <a:lnTo>
                  <a:pt x="31189" y="68250"/>
                </a:lnTo>
                <a:close/>
                <a:moveTo>
                  <a:pt x="34892" y="81659"/>
                </a:moveTo>
                <a:lnTo>
                  <a:pt x="34892" y="87363"/>
                </a:lnTo>
                <a:lnTo>
                  <a:pt x="32857" y="87363"/>
                </a:lnTo>
                <a:lnTo>
                  <a:pt x="31189" y="85696"/>
                </a:lnTo>
                <a:lnTo>
                  <a:pt x="31189" y="77923"/>
                </a:lnTo>
                <a:close/>
                <a:moveTo>
                  <a:pt x="37761" y="85929"/>
                </a:moveTo>
                <a:lnTo>
                  <a:pt x="42464" y="85929"/>
                </a:lnTo>
                <a:lnTo>
                  <a:pt x="45767" y="89265"/>
                </a:lnTo>
                <a:lnTo>
                  <a:pt x="45767" y="91400"/>
                </a:lnTo>
                <a:lnTo>
                  <a:pt x="41830" y="87464"/>
                </a:lnTo>
                <a:lnTo>
                  <a:pt x="41664" y="87464"/>
                </a:lnTo>
                <a:lnTo>
                  <a:pt x="36260" y="87464"/>
                </a:lnTo>
                <a:close/>
                <a:moveTo>
                  <a:pt x="46567" y="89265"/>
                </a:moveTo>
                <a:lnTo>
                  <a:pt x="49903" y="85929"/>
                </a:lnTo>
                <a:lnTo>
                  <a:pt x="54573" y="85929"/>
                </a:lnTo>
                <a:lnTo>
                  <a:pt x="56107" y="87464"/>
                </a:lnTo>
                <a:lnTo>
                  <a:pt x="50537" y="87464"/>
                </a:lnTo>
                <a:lnTo>
                  <a:pt x="46567" y="91400"/>
                </a:lnTo>
                <a:close/>
                <a:moveTo>
                  <a:pt x="57475" y="81659"/>
                </a:moveTo>
                <a:lnTo>
                  <a:pt x="61178" y="77923"/>
                </a:lnTo>
                <a:lnTo>
                  <a:pt x="61178" y="85696"/>
                </a:lnTo>
                <a:lnTo>
                  <a:pt x="59510" y="87363"/>
                </a:lnTo>
                <a:lnTo>
                  <a:pt x="57475" y="87363"/>
                </a:lnTo>
                <a:close/>
                <a:moveTo>
                  <a:pt x="61978" y="77923"/>
                </a:moveTo>
                <a:lnTo>
                  <a:pt x="65681" y="81659"/>
                </a:lnTo>
                <a:lnTo>
                  <a:pt x="65681" y="87363"/>
                </a:lnTo>
                <a:lnTo>
                  <a:pt x="63646" y="87363"/>
                </a:lnTo>
                <a:lnTo>
                  <a:pt x="61978" y="85662"/>
                </a:lnTo>
                <a:close/>
                <a:moveTo>
                  <a:pt x="68583" y="85929"/>
                </a:moveTo>
                <a:lnTo>
                  <a:pt x="73253" y="85929"/>
                </a:lnTo>
                <a:lnTo>
                  <a:pt x="76555" y="89265"/>
                </a:lnTo>
                <a:lnTo>
                  <a:pt x="76555" y="91400"/>
                </a:lnTo>
                <a:lnTo>
                  <a:pt x="72619" y="87464"/>
                </a:lnTo>
                <a:lnTo>
                  <a:pt x="67048" y="87464"/>
                </a:lnTo>
                <a:close/>
                <a:moveTo>
                  <a:pt x="77356" y="89265"/>
                </a:moveTo>
                <a:lnTo>
                  <a:pt x="80691" y="85929"/>
                </a:lnTo>
                <a:lnTo>
                  <a:pt x="85361" y="85929"/>
                </a:lnTo>
                <a:lnTo>
                  <a:pt x="86896" y="87464"/>
                </a:lnTo>
                <a:lnTo>
                  <a:pt x="81492" y="87464"/>
                </a:lnTo>
                <a:lnTo>
                  <a:pt x="81325" y="87464"/>
                </a:lnTo>
                <a:lnTo>
                  <a:pt x="77356" y="91400"/>
                </a:lnTo>
                <a:close/>
                <a:moveTo>
                  <a:pt x="88264" y="81659"/>
                </a:moveTo>
                <a:lnTo>
                  <a:pt x="91966" y="77923"/>
                </a:lnTo>
                <a:lnTo>
                  <a:pt x="91966" y="85696"/>
                </a:lnTo>
                <a:lnTo>
                  <a:pt x="90298" y="87363"/>
                </a:lnTo>
                <a:lnTo>
                  <a:pt x="88264" y="87363"/>
                </a:lnTo>
                <a:close/>
                <a:moveTo>
                  <a:pt x="92767" y="77923"/>
                </a:moveTo>
                <a:lnTo>
                  <a:pt x="96469" y="81659"/>
                </a:lnTo>
                <a:lnTo>
                  <a:pt x="96469" y="87363"/>
                </a:lnTo>
                <a:lnTo>
                  <a:pt x="94435" y="87363"/>
                </a:lnTo>
                <a:lnTo>
                  <a:pt x="92767" y="85662"/>
                </a:lnTo>
                <a:close/>
                <a:moveTo>
                  <a:pt x="99371" y="85929"/>
                </a:moveTo>
                <a:lnTo>
                  <a:pt x="104041" y="85929"/>
                </a:lnTo>
                <a:lnTo>
                  <a:pt x="107377" y="89265"/>
                </a:lnTo>
                <a:lnTo>
                  <a:pt x="107377" y="91400"/>
                </a:lnTo>
                <a:lnTo>
                  <a:pt x="103408" y="87464"/>
                </a:lnTo>
                <a:lnTo>
                  <a:pt x="103241" y="87464"/>
                </a:lnTo>
                <a:lnTo>
                  <a:pt x="97837" y="87464"/>
                </a:lnTo>
                <a:close/>
                <a:moveTo>
                  <a:pt x="108144" y="89265"/>
                </a:moveTo>
                <a:lnTo>
                  <a:pt x="111480" y="85929"/>
                </a:lnTo>
                <a:lnTo>
                  <a:pt x="116150" y="85929"/>
                </a:lnTo>
                <a:lnTo>
                  <a:pt x="117685" y="87464"/>
                </a:lnTo>
                <a:lnTo>
                  <a:pt x="112114" y="87464"/>
                </a:lnTo>
                <a:lnTo>
                  <a:pt x="108144" y="91400"/>
                </a:lnTo>
                <a:lnTo>
                  <a:pt x="108144" y="89265"/>
                </a:lnTo>
                <a:close/>
                <a:moveTo>
                  <a:pt x="119052" y="81659"/>
                </a:moveTo>
                <a:lnTo>
                  <a:pt x="122755" y="77923"/>
                </a:lnTo>
                <a:lnTo>
                  <a:pt x="122755" y="85696"/>
                </a:lnTo>
                <a:lnTo>
                  <a:pt x="121087" y="87363"/>
                </a:lnTo>
                <a:lnTo>
                  <a:pt x="119052" y="87363"/>
                </a:lnTo>
                <a:close/>
                <a:moveTo>
                  <a:pt x="123555" y="77923"/>
                </a:moveTo>
                <a:lnTo>
                  <a:pt x="127258" y="81659"/>
                </a:lnTo>
                <a:lnTo>
                  <a:pt x="127258" y="87363"/>
                </a:lnTo>
                <a:lnTo>
                  <a:pt x="125223" y="87363"/>
                </a:lnTo>
                <a:lnTo>
                  <a:pt x="123555" y="85662"/>
                </a:lnTo>
                <a:lnTo>
                  <a:pt x="123555" y="77923"/>
                </a:lnTo>
                <a:close/>
                <a:moveTo>
                  <a:pt x="130160" y="85929"/>
                </a:moveTo>
                <a:lnTo>
                  <a:pt x="134830" y="85929"/>
                </a:lnTo>
                <a:lnTo>
                  <a:pt x="138166" y="89265"/>
                </a:lnTo>
                <a:lnTo>
                  <a:pt x="138166" y="91400"/>
                </a:lnTo>
                <a:lnTo>
                  <a:pt x="134196" y="87464"/>
                </a:lnTo>
                <a:lnTo>
                  <a:pt x="128626" y="87464"/>
                </a:lnTo>
                <a:close/>
                <a:moveTo>
                  <a:pt x="138933" y="89265"/>
                </a:moveTo>
                <a:lnTo>
                  <a:pt x="142269" y="85929"/>
                </a:lnTo>
                <a:lnTo>
                  <a:pt x="146939" y="85929"/>
                </a:lnTo>
                <a:lnTo>
                  <a:pt x="148473" y="87464"/>
                </a:lnTo>
                <a:lnTo>
                  <a:pt x="143069" y="87464"/>
                </a:lnTo>
                <a:lnTo>
                  <a:pt x="142903" y="87464"/>
                </a:lnTo>
                <a:lnTo>
                  <a:pt x="138933" y="91400"/>
                </a:lnTo>
                <a:close/>
                <a:moveTo>
                  <a:pt x="149841" y="81659"/>
                </a:moveTo>
                <a:lnTo>
                  <a:pt x="153543" y="77923"/>
                </a:lnTo>
                <a:lnTo>
                  <a:pt x="153543" y="85696"/>
                </a:lnTo>
                <a:lnTo>
                  <a:pt x="151876" y="87363"/>
                </a:lnTo>
                <a:lnTo>
                  <a:pt x="149841" y="87363"/>
                </a:lnTo>
                <a:lnTo>
                  <a:pt x="149841" y="81659"/>
                </a:lnTo>
                <a:close/>
                <a:moveTo>
                  <a:pt x="154344" y="77923"/>
                </a:moveTo>
                <a:lnTo>
                  <a:pt x="158047" y="81659"/>
                </a:lnTo>
                <a:lnTo>
                  <a:pt x="158047" y="87363"/>
                </a:lnTo>
                <a:lnTo>
                  <a:pt x="156012" y="87363"/>
                </a:lnTo>
                <a:lnTo>
                  <a:pt x="154344" y="85662"/>
                </a:lnTo>
                <a:lnTo>
                  <a:pt x="154344" y="77923"/>
                </a:lnTo>
                <a:close/>
                <a:moveTo>
                  <a:pt x="160949" y="85929"/>
                </a:moveTo>
                <a:lnTo>
                  <a:pt x="165619" y="85929"/>
                </a:lnTo>
                <a:lnTo>
                  <a:pt x="168954" y="89265"/>
                </a:lnTo>
                <a:lnTo>
                  <a:pt x="168954" y="91400"/>
                </a:lnTo>
                <a:lnTo>
                  <a:pt x="164985" y="87464"/>
                </a:lnTo>
                <a:lnTo>
                  <a:pt x="164852" y="87464"/>
                </a:lnTo>
                <a:lnTo>
                  <a:pt x="159414" y="87464"/>
                </a:lnTo>
                <a:close/>
                <a:moveTo>
                  <a:pt x="169755" y="89265"/>
                </a:moveTo>
                <a:lnTo>
                  <a:pt x="173057" y="85929"/>
                </a:lnTo>
                <a:lnTo>
                  <a:pt x="177761" y="85929"/>
                </a:lnTo>
                <a:lnTo>
                  <a:pt x="179262" y="87464"/>
                </a:lnTo>
                <a:lnTo>
                  <a:pt x="173691" y="87464"/>
                </a:lnTo>
                <a:lnTo>
                  <a:pt x="169755" y="91400"/>
                </a:lnTo>
                <a:close/>
                <a:moveTo>
                  <a:pt x="180629" y="81659"/>
                </a:moveTo>
                <a:lnTo>
                  <a:pt x="184332" y="77923"/>
                </a:lnTo>
                <a:lnTo>
                  <a:pt x="184332" y="85696"/>
                </a:lnTo>
                <a:lnTo>
                  <a:pt x="182664" y="87363"/>
                </a:lnTo>
                <a:lnTo>
                  <a:pt x="180629" y="87363"/>
                </a:lnTo>
                <a:lnTo>
                  <a:pt x="180629" y="81659"/>
                </a:lnTo>
                <a:close/>
                <a:moveTo>
                  <a:pt x="185133" y="77923"/>
                </a:moveTo>
                <a:lnTo>
                  <a:pt x="188869" y="81659"/>
                </a:lnTo>
                <a:lnTo>
                  <a:pt x="188869" y="87363"/>
                </a:lnTo>
                <a:lnTo>
                  <a:pt x="186801" y="87363"/>
                </a:lnTo>
                <a:lnTo>
                  <a:pt x="185133" y="85662"/>
                </a:lnTo>
                <a:lnTo>
                  <a:pt x="185133" y="77923"/>
                </a:lnTo>
                <a:close/>
                <a:moveTo>
                  <a:pt x="191737" y="85929"/>
                </a:moveTo>
                <a:lnTo>
                  <a:pt x="196441" y="85929"/>
                </a:lnTo>
                <a:lnTo>
                  <a:pt x="199743" y="89265"/>
                </a:lnTo>
                <a:lnTo>
                  <a:pt x="199743" y="91400"/>
                </a:lnTo>
                <a:lnTo>
                  <a:pt x="195807" y="87464"/>
                </a:lnTo>
                <a:lnTo>
                  <a:pt x="190203" y="87464"/>
                </a:lnTo>
                <a:close/>
                <a:moveTo>
                  <a:pt x="200544" y="89265"/>
                </a:moveTo>
                <a:lnTo>
                  <a:pt x="203846" y="85929"/>
                </a:lnTo>
                <a:lnTo>
                  <a:pt x="208549" y="85929"/>
                </a:lnTo>
                <a:lnTo>
                  <a:pt x="210084" y="87464"/>
                </a:lnTo>
                <a:lnTo>
                  <a:pt x="204647" y="87464"/>
                </a:lnTo>
                <a:lnTo>
                  <a:pt x="204480" y="87464"/>
                </a:lnTo>
                <a:lnTo>
                  <a:pt x="200544" y="91400"/>
                </a:lnTo>
                <a:close/>
                <a:moveTo>
                  <a:pt x="211418" y="81659"/>
                </a:moveTo>
                <a:lnTo>
                  <a:pt x="215154" y="77923"/>
                </a:lnTo>
                <a:lnTo>
                  <a:pt x="215154" y="85696"/>
                </a:lnTo>
                <a:lnTo>
                  <a:pt x="213453" y="87363"/>
                </a:lnTo>
                <a:lnTo>
                  <a:pt x="211418" y="87363"/>
                </a:lnTo>
                <a:lnTo>
                  <a:pt x="211418" y="81659"/>
                </a:lnTo>
                <a:close/>
                <a:moveTo>
                  <a:pt x="211418" y="72286"/>
                </a:moveTo>
                <a:lnTo>
                  <a:pt x="211418" y="66582"/>
                </a:lnTo>
                <a:lnTo>
                  <a:pt x="213453" y="66582"/>
                </a:lnTo>
                <a:lnTo>
                  <a:pt x="215154" y="68283"/>
                </a:lnTo>
                <a:lnTo>
                  <a:pt x="215154" y="76022"/>
                </a:lnTo>
                <a:close/>
                <a:moveTo>
                  <a:pt x="213887" y="65915"/>
                </a:moveTo>
                <a:lnTo>
                  <a:pt x="213620" y="65815"/>
                </a:lnTo>
                <a:lnTo>
                  <a:pt x="211718" y="65815"/>
                </a:lnTo>
                <a:lnTo>
                  <a:pt x="213019" y="64514"/>
                </a:lnTo>
                <a:lnTo>
                  <a:pt x="214320" y="64514"/>
                </a:lnTo>
                <a:lnTo>
                  <a:pt x="215154" y="65348"/>
                </a:lnTo>
                <a:lnTo>
                  <a:pt x="215154" y="67149"/>
                </a:lnTo>
                <a:close/>
                <a:moveTo>
                  <a:pt x="212586" y="64113"/>
                </a:moveTo>
                <a:lnTo>
                  <a:pt x="211318" y="65381"/>
                </a:lnTo>
                <a:lnTo>
                  <a:pt x="211318" y="63346"/>
                </a:lnTo>
                <a:lnTo>
                  <a:pt x="209950" y="61979"/>
                </a:lnTo>
                <a:lnTo>
                  <a:pt x="211785" y="61979"/>
                </a:lnTo>
                <a:lnTo>
                  <a:pt x="212586" y="62813"/>
                </a:lnTo>
                <a:lnTo>
                  <a:pt x="212586" y="64113"/>
                </a:lnTo>
                <a:close/>
                <a:moveTo>
                  <a:pt x="211785" y="61178"/>
                </a:moveTo>
                <a:lnTo>
                  <a:pt x="209950" y="61178"/>
                </a:lnTo>
                <a:lnTo>
                  <a:pt x="211318" y="59844"/>
                </a:lnTo>
                <a:lnTo>
                  <a:pt x="211318" y="57776"/>
                </a:lnTo>
                <a:lnTo>
                  <a:pt x="212586" y="59077"/>
                </a:lnTo>
                <a:lnTo>
                  <a:pt x="212586" y="60377"/>
                </a:lnTo>
                <a:close/>
                <a:moveTo>
                  <a:pt x="213453" y="56575"/>
                </a:moveTo>
                <a:lnTo>
                  <a:pt x="211418" y="56575"/>
                </a:lnTo>
                <a:lnTo>
                  <a:pt x="211418" y="50871"/>
                </a:lnTo>
                <a:lnTo>
                  <a:pt x="215154" y="47135"/>
                </a:lnTo>
                <a:lnTo>
                  <a:pt x="215154" y="54874"/>
                </a:lnTo>
                <a:close/>
                <a:moveTo>
                  <a:pt x="211418" y="41497"/>
                </a:moveTo>
                <a:lnTo>
                  <a:pt x="211418" y="35793"/>
                </a:lnTo>
                <a:lnTo>
                  <a:pt x="213453" y="35793"/>
                </a:lnTo>
                <a:lnTo>
                  <a:pt x="215154" y="37494"/>
                </a:lnTo>
                <a:lnTo>
                  <a:pt x="215154" y="45233"/>
                </a:lnTo>
                <a:close/>
                <a:moveTo>
                  <a:pt x="213887" y="35126"/>
                </a:moveTo>
                <a:lnTo>
                  <a:pt x="213620" y="34993"/>
                </a:lnTo>
                <a:lnTo>
                  <a:pt x="211718" y="34993"/>
                </a:lnTo>
                <a:lnTo>
                  <a:pt x="213019" y="33725"/>
                </a:lnTo>
                <a:lnTo>
                  <a:pt x="214320" y="33725"/>
                </a:lnTo>
                <a:lnTo>
                  <a:pt x="215154" y="34559"/>
                </a:lnTo>
                <a:lnTo>
                  <a:pt x="215154" y="36360"/>
                </a:lnTo>
                <a:close/>
                <a:moveTo>
                  <a:pt x="210518" y="32858"/>
                </a:moveTo>
                <a:lnTo>
                  <a:pt x="210518" y="34893"/>
                </a:lnTo>
                <a:lnTo>
                  <a:pt x="204813" y="34893"/>
                </a:lnTo>
                <a:lnTo>
                  <a:pt x="201077" y="31190"/>
                </a:lnTo>
                <a:lnTo>
                  <a:pt x="208850" y="31190"/>
                </a:lnTo>
                <a:close/>
                <a:moveTo>
                  <a:pt x="195473" y="34893"/>
                </a:moveTo>
                <a:lnTo>
                  <a:pt x="189736" y="34893"/>
                </a:lnTo>
                <a:lnTo>
                  <a:pt x="189736" y="32858"/>
                </a:lnTo>
                <a:lnTo>
                  <a:pt x="191437" y="31190"/>
                </a:lnTo>
                <a:lnTo>
                  <a:pt x="199176" y="31190"/>
                </a:lnTo>
                <a:close/>
                <a:moveTo>
                  <a:pt x="187268" y="33725"/>
                </a:moveTo>
                <a:lnTo>
                  <a:pt x="188535" y="34993"/>
                </a:lnTo>
                <a:lnTo>
                  <a:pt x="186667" y="34993"/>
                </a:lnTo>
                <a:lnTo>
                  <a:pt x="186367" y="35126"/>
                </a:lnTo>
                <a:lnTo>
                  <a:pt x="185133" y="36360"/>
                </a:lnTo>
                <a:lnTo>
                  <a:pt x="185133" y="34559"/>
                </a:lnTo>
                <a:lnTo>
                  <a:pt x="185967" y="33725"/>
                </a:lnTo>
                <a:lnTo>
                  <a:pt x="187268" y="33725"/>
                </a:lnTo>
                <a:close/>
                <a:moveTo>
                  <a:pt x="184332" y="36360"/>
                </a:moveTo>
                <a:lnTo>
                  <a:pt x="183098" y="35126"/>
                </a:lnTo>
                <a:lnTo>
                  <a:pt x="182831" y="34993"/>
                </a:lnTo>
                <a:lnTo>
                  <a:pt x="180930" y="34993"/>
                </a:lnTo>
                <a:lnTo>
                  <a:pt x="182231" y="33725"/>
                </a:lnTo>
                <a:lnTo>
                  <a:pt x="183532" y="33725"/>
                </a:lnTo>
                <a:lnTo>
                  <a:pt x="184332" y="34559"/>
                </a:lnTo>
                <a:close/>
                <a:moveTo>
                  <a:pt x="179729" y="32858"/>
                </a:moveTo>
                <a:lnTo>
                  <a:pt x="179729" y="34893"/>
                </a:lnTo>
                <a:lnTo>
                  <a:pt x="174025" y="34893"/>
                </a:lnTo>
                <a:lnTo>
                  <a:pt x="170289" y="31190"/>
                </a:lnTo>
                <a:lnTo>
                  <a:pt x="178061" y="31190"/>
                </a:lnTo>
                <a:close/>
                <a:moveTo>
                  <a:pt x="164685" y="34893"/>
                </a:moveTo>
                <a:lnTo>
                  <a:pt x="158947" y="34893"/>
                </a:lnTo>
                <a:lnTo>
                  <a:pt x="158947" y="32858"/>
                </a:lnTo>
                <a:lnTo>
                  <a:pt x="160649" y="31190"/>
                </a:lnTo>
                <a:lnTo>
                  <a:pt x="168387" y="31190"/>
                </a:lnTo>
                <a:close/>
                <a:moveTo>
                  <a:pt x="156479" y="33725"/>
                </a:moveTo>
                <a:lnTo>
                  <a:pt x="157746" y="34993"/>
                </a:lnTo>
                <a:lnTo>
                  <a:pt x="155878" y="34993"/>
                </a:lnTo>
                <a:lnTo>
                  <a:pt x="155578" y="35126"/>
                </a:lnTo>
                <a:lnTo>
                  <a:pt x="154344" y="36360"/>
                </a:lnTo>
                <a:lnTo>
                  <a:pt x="154344" y="34559"/>
                </a:lnTo>
                <a:lnTo>
                  <a:pt x="155178" y="33725"/>
                </a:lnTo>
                <a:lnTo>
                  <a:pt x="156479" y="33725"/>
                </a:lnTo>
                <a:close/>
                <a:moveTo>
                  <a:pt x="153543" y="36360"/>
                </a:moveTo>
                <a:lnTo>
                  <a:pt x="152309" y="35126"/>
                </a:lnTo>
                <a:lnTo>
                  <a:pt x="152042" y="34993"/>
                </a:lnTo>
                <a:lnTo>
                  <a:pt x="150141" y="34993"/>
                </a:lnTo>
                <a:lnTo>
                  <a:pt x="151442" y="33725"/>
                </a:lnTo>
                <a:lnTo>
                  <a:pt x="152743" y="33725"/>
                </a:lnTo>
                <a:lnTo>
                  <a:pt x="153543" y="34559"/>
                </a:lnTo>
                <a:close/>
                <a:moveTo>
                  <a:pt x="148940" y="32858"/>
                </a:moveTo>
                <a:lnTo>
                  <a:pt x="148940" y="34893"/>
                </a:lnTo>
                <a:lnTo>
                  <a:pt x="143236" y="34893"/>
                </a:lnTo>
                <a:lnTo>
                  <a:pt x="139500" y="31190"/>
                </a:lnTo>
                <a:lnTo>
                  <a:pt x="147239" y="31190"/>
                </a:lnTo>
                <a:close/>
                <a:moveTo>
                  <a:pt x="133896" y="34893"/>
                </a:moveTo>
                <a:lnTo>
                  <a:pt x="128159" y="34893"/>
                </a:lnTo>
                <a:lnTo>
                  <a:pt x="128159" y="32858"/>
                </a:lnTo>
                <a:lnTo>
                  <a:pt x="129860" y="31190"/>
                </a:lnTo>
                <a:lnTo>
                  <a:pt x="137599" y="31190"/>
                </a:lnTo>
                <a:close/>
                <a:moveTo>
                  <a:pt x="125690" y="33725"/>
                </a:moveTo>
                <a:lnTo>
                  <a:pt x="126958" y="34993"/>
                </a:lnTo>
                <a:lnTo>
                  <a:pt x="125056" y="34993"/>
                </a:lnTo>
                <a:lnTo>
                  <a:pt x="124790" y="35126"/>
                </a:lnTo>
                <a:lnTo>
                  <a:pt x="123555" y="36360"/>
                </a:lnTo>
                <a:lnTo>
                  <a:pt x="123555" y="34559"/>
                </a:lnTo>
                <a:lnTo>
                  <a:pt x="124389" y="33725"/>
                </a:lnTo>
                <a:lnTo>
                  <a:pt x="125690" y="33725"/>
                </a:lnTo>
                <a:close/>
                <a:moveTo>
                  <a:pt x="122755" y="36360"/>
                </a:moveTo>
                <a:lnTo>
                  <a:pt x="121521" y="35126"/>
                </a:lnTo>
                <a:lnTo>
                  <a:pt x="121254" y="34993"/>
                </a:lnTo>
                <a:lnTo>
                  <a:pt x="119352" y="34993"/>
                </a:lnTo>
                <a:lnTo>
                  <a:pt x="120653" y="33725"/>
                </a:lnTo>
                <a:lnTo>
                  <a:pt x="121954" y="33725"/>
                </a:lnTo>
                <a:lnTo>
                  <a:pt x="122755" y="34559"/>
                </a:lnTo>
                <a:lnTo>
                  <a:pt x="122755" y="36360"/>
                </a:lnTo>
                <a:close/>
                <a:moveTo>
                  <a:pt x="118152" y="32858"/>
                </a:moveTo>
                <a:lnTo>
                  <a:pt x="118152" y="34893"/>
                </a:lnTo>
                <a:lnTo>
                  <a:pt x="112447" y="34893"/>
                </a:lnTo>
                <a:lnTo>
                  <a:pt x="108711" y="31190"/>
                </a:lnTo>
                <a:lnTo>
                  <a:pt x="116450" y="31190"/>
                </a:lnTo>
                <a:close/>
                <a:moveTo>
                  <a:pt x="103074" y="34893"/>
                </a:moveTo>
                <a:lnTo>
                  <a:pt x="97370" y="34893"/>
                </a:lnTo>
                <a:lnTo>
                  <a:pt x="97370" y="32858"/>
                </a:lnTo>
                <a:lnTo>
                  <a:pt x="99071" y="31190"/>
                </a:lnTo>
                <a:lnTo>
                  <a:pt x="106810" y="31190"/>
                </a:lnTo>
                <a:close/>
                <a:moveTo>
                  <a:pt x="94868" y="33725"/>
                </a:moveTo>
                <a:lnTo>
                  <a:pt x="96169" y="34993"/>
                </a:lnTo>
                <a:lnTo>
                  <a:pt x="94268" y="34993"/>
                </a:lnTo>
                <a:lnTo>
                  <a:pt x="94001" y="35126"/>
                </a:lnTo>
                <a:lnTo>
                  <a:pt x="92767" y="36360"/>
                </a:lnTo>
                <a:lnTo>
                  <a:pt x="92767" y="34559"/>
                </a:lnTo>
                <a:lnTo>
                  <a:pt x="93567" y="33725"/>
                </a:lnTo>
                <a:lnTo>
                  <a:pt x="94868" y="33725"/>
                </a:lnTo>
                <a:close/>
                <a:moveTo>
                  <a:pt x="91966" y="36360"/>
                </a:moveTo>
                <a:lnTo>
                  <a:pt x="90732" y="35126"/>
                </a:lnTo>
                <a:lnTo>
                  <a:pt x="90465" y="34993"/>
                </a:lnTo>
                <a:lnTo>
                  <a:pt x="88564" y="34993"/>
                </a:lnTo>
                <a:lnTo>
                  <a:pt x="89865" y="33725"/>
                </a:lnTo>
                <a:lnTo>
                  <a:pt x="91166" y="33725"/>
                </a:lnTo>
                <a:lnTo>
                  <a:pt x="91966" y="34559"/>
                </a:lnTo>
                <a:lnTo>
                  <a:pt x="91966" y="36360"/>
                </a:lnTo>
                <a:close/>
                <a:moveTo>
                  <a:pt x="87363" y="32858"/>
                </a:moveTo>
                <a:lnTo>
                  <a:pt x="87363" y="34893"/>
                </a:lnTo>
                <a:lnTo>
                  <a:pt x="81659" y="34893"/>
                </a:lnTo>
                <a:lnTo>
                  <a:pt x="77923" y="31190"/>
                </a:lnTo>
                <a:lnTo>
                  <a:pt x="85662" y="31190"/>
                </a:lnTo>
                <a:close/>
                <a:moveTo>
                  <a:pt x="72285" y="34893"/>
                </a:moveTo>
                <a:lnTo>
                  <a:pt x="66581" y="34893"/>
                </a:lnTo>
                <a:lnTo>
                  <a:pt x="66581" y="32858"/>
                </a:lnTo>
                <a:lnTo>
                  <a:pt x="68249" y="31190"/>
                </a:lnTo>
                <a:lnTo>
                  <a:pt x="76021" y="31190"/>
                </a:lnTo>
                <a:close/>
                <a:moveTo>
                  <a:pt x="64080" y="33725"/>
                </a:moveTo>
                <a:lnTo>
                  <a:pt x="65381" y="34993"/>
                </a:lnTo>
                <a:lnTo>
                  <a:pt x="63479" y="34993"/>
                </a:lnTo>
                <a:lnTo>
                  <a:pt x="63212" y="35126"/>
                </a:lnTo>
                <a:lnTo>
                  <a:pt x="61978" y="36360"/>
                </a:lnTo>
                <a:lnTo>
                  <a:pt x="61978" y="34559"/>
                </a:lnTo>
                <a:lnTo>
                  <a:pt x="62779" y="33725"/>
                </a:lnTo>
                <a:lnTo>
                  <a:pt x="64080" y="33725"/>
                </a:lnTo>
                <a:close/>
                <a:moveTo>
                  <a:pt x="61178" y="36360"/>
                </a:moveTo>
                <a:lnTo>
                  <a:pt x="59943" y="35126"/>
                </a:lnTo>
                <a:lnTo>
                  <a:pt x="59676" y="34993"/>
                </a:lnTo>
                <a:lnTo>
                  <a:pt x="57775" y="34993"/>
                </a:lnTo>
                <a:lnTo>
                  <a:pt x="59043" y="33725"/>
                </a:lnTo>
                <a:lnTo>
                  <a:pt x="60344" y="33725"/>
                </a:lnTo>
                <a:lnTo>
                  <a:pt x="61178" y="34559"/>
                </a:lnTo>
                <a:close/>
                <a:moveTo>
                  <a:pt x="56574" y="32858"/>
                </a:moveTo>
                <a:lnTo>
                  <a:pt x="56574" y="34893"/>
                </a:lnTo>
                <a:lnTo>
                  <a:pt x="50837" y="34893"/>
                </a:lnTo>
                <a:lnTo>
                  <a:pt x="47134" y="31190"/>
                </a:lnTo>
                <a:lnTo>
                  <a:pt x="54873" y="31190"/>
                </a:lnTo>
                <a:close/>
                <a:moveTo>
                  <a:pt x="41497" y="34893"/>
                </a:moveTo>
                <a:lnTo>
                  <a:pt x="35793" y="34893"/>
                </a:lnTo>
                <a:lnTo>
                  <a:pt x="35793" y="32858"/>
                </a:lnTo>
                <a:lnTo>
                  <a:pt x="37461" y="31190"/>
                </a:lnTo>
                <a:lnTo>
                  <a:pt x="45233" y="31190"/>
                </a:lnTo>
                <a:close/>
                <a:moveTo>
                  <a:pt x="33291" y="33725"/>
                </a:moveTo>
                <a:lnTo>
                  <a:pt x="34592" y="34993"/>
                </a:lnTo>
                <a:lnTo>
                  <a:pt x="32691" y="34993"/>
                </a:lnTo>
                <a:lnTo>
                  <a:pt x="32424" y="35126"/>
                </a:lnTo>
                <a:lnTo>
                  <a:pt x="31189" y="36360"/>
                </a:lnTo>
                <a:lnTo>
                  <a:pt x="31189" y="34559"/>
                </a:lnTo>
                <a:lnTo>
                  <a:pt x="31990" y="33725"/>
                </a:lnTo>
                <a:lnTo>
                  <a:pt x="33291" y="33725"/>
                </a:lnTo>
                <a:close/>
                <a:moveTo>
                  <a:pt x="30389" y="57809"/>
                </a:moveTo>
                <a:lnTo>
                  <a:pt x="29555" y="58643"/>
                </a:lnTo>
                <a:lnTo>
                  <a:pt x="28254" y="58643"/>
                </a:lnTo>
                <a:lnTo>
                  <a:pt x="26986" y="57375"/>
                </a:lnTo>
                <a:lnTo>
                  <a:pt x="28854" y="57375"/>
                </a:lnTo>
                <a:lnTo>
                  <a:pt x="29155" y="57242"/>
                </a:lnTo>
                <a:lnTo>
                  <a:pt x="30389" y="56008"/>
                </a:lnTo>
                <a:lnTo>
                  <a:pt x="30389" y="57809"/>
                </a:lnTo>
                <a:close/>
                <a:moveTo>
                  <a:pt x="28521" y="60811"/>
                </a:moveTo>
                <a:lnTo>
                  <a:pt x="28621" y="60511"/>
                </a:lnTo>
                <a:lnTo>
                  <a:pt x="28621" y="59443"/>
                </a:lnTo>
                <a:lnTo>
                  <a:pt x="29889" y="59443"/>
                </a:lnTo>
                <a:lnTo>
                  <a:pt x="30789" y="58543"/>
                </a:lnTo>
                <a:lnTo>
                  <a:pt x="31656" y="59443"/>
                </a:lnTo>
                <a:lnTo>
                  <a:pt x="32924" y="59443"/>
                </a:lnTo>
                <a:lnTo>
                  <a:pt x="32924" y="60511"/>
                </a:lnTo>
                <a:lnTo>
                  <a:pt x="33057" y="60811"/>
                </a:lnTo>
                <a:lnTo>
                  <a:pt x="33825" y="61578"/>
                </a:lnTo>
                <a:lnTo>
                  <a:pt x="33057" y="62346"/>
                </a:lnTo>
                <a:lnTo>
                  <a:pt x="32924" y="62612"/>
                </a:lnTo>
                <a:lnTo>
                  <a:pt x="32924" y="63713"/>
                </a:lnTo>
                <a:lnTo>
                  <a:pt x="31656" y="63713"/>
                </a:lnTo>
                <a:lnTo>
                  <a:pt x="30789" y="64614"/>
                </a:lnTo>
                <a:lnTo>
                  <a:pt x="29889" y="63713"/>
                </a:lnTo>
                <a:lnTo>
                  <a:pt x="28621" y="63713"/>
                </a:lnTo>
                <a:lnTo>
                  <a:pt x="28621" y="62612"/>
                </a:lnTo>
                <a:lnTo>
                  <a:pt x="28521" y="62346"/>
                </a:lnTo>
                <a:lnTo>
                  <a:pt x="27754" y="61578"/>
                </a:lnTo>
                <a:close/>
                <a:moveTo>
                  <a:pt x="28254" y="64514"/>
                </a:moveTo>
                <a:lnTo>
                  <a:pt x="29555" y="64514"/>
                </a:lnTo>
                <a:lnTo>
                  <a:pt x="30389" y="65348"/>
                </a:lnTo>
                <a:lnTo>
                  <a:pt x="30389" y="67149"/>
                </a:lnTo>
                <a:lnTo>
                  <a:pt x="29155" y="65915"/>
                </a:lnTo>
                <a:lnTo>
                  <a:pt x="28854" y="65781"/>
                </a:lnTo>
                <a:lnTo>
                  <a:pt x="26986" y="65781"/>
                </a:lnTo>
                <a:close/>
                <a:moveTo>
                  <a:pt x="31189" y="86796"/>
                </a:moveTo>
                <a:lnTo>
                  <a:pt x="32424" y="88031"/>
                </a:lnTo>
                <a:lnTo>
                  <a:pt x="32691" y="88164"/>
                </a:lnTo>
                <a:lnTo>
                  <a:pt x="34592" y="88164"/>
                </a:lnTo>
                <a:lnTo>
                  <a:pt x="33291" y="89432"/>
                </a:lnTo>
                <a:lnTo>
                  <a:pt x="31990" y="89432"/>
                </a:lnTo>
                <a:lnTo>
                  <a:pt x="31189" y="88631"/>
                </a:lnTo>
                <a:lnTo>
                  <a:pt x="31189" y="86796"/>
                </a:lnTo>
                <a:close/>
                <a:moveTo>
                  <a:pt x="35793" y="90299"/>
                </a:moveTo>
                <a:lnTo>
                  <a:pt x="35793" y="88264"/>
                </a:lnTo>
                <a:lnTo>
                  <a:pt x="41497" y="88264"/>
                </a:lnTo>
                <a:lnTo>
                  <a:pt x="45233" y="91967"/>
                </a:lnTo>
                <a:lnTo>
                  <a:pt x="37461" y="91967"/>
                </a:lnTo>
                <a:close/>
                <a:moveTo>
                  <a:pt x="50837" y="88264"/>
                </a:moveTo>
                <a:lnTo>
                  <a:pt x="56574" y="88264"/>
                </a:lnTo>
                <a:lnTo>
                  <a:pt x="56574" y="90299"/>
                </a:lnTo>
                <a:lnTo>
                  <a:pt x="54873" y="91967"/>
                </a:lnTo>
                <a:lnTo>
                  <a:pt x="47134" y="91967"/>
                </a:lnTo>
                <a:close/>
                <a:moveTo>
                  <a:pt x="59043" y="89432"/>
                </a:moveTo>
                <a:lnTo>
                  <a:pt x="57775" y="88164"/>
                </a:lnTo>
                <a:lnTo>
                  <a:pt x="59676" y="88164"/>
                </a:lnTo>
                <a:lnTo>
                  <a:pt x="59943" y="88031"/>
                </a:lnTo>
                <a:lnTo>
                  <a:pt x="61178" y="86796"/>
                </a:lnTo>
                <a:lnTo>
                  <a:pt x="61178" y="88598"/>
                </a:lnTo>
                <a:lnTo>
                  <a:pt x="60344" y="89432"/>
                </a:lnTo>
                <a:lnTo>
                  <a:pt x="59043" y="89432"/>
                </a:lnTo>
                <a:close/>
                <a:moveTo>
                  <a:pt x="61978" y="86796"/>
                </a:moveTo>
                <a:lnTo>
                  <a:pt x="63212" y="88031"/>
                </a:lnTo>
                <a:lnTo>
                  <a:pt x="63479" y="88164"/>
                </a:lnTo>
                <a:lnTo>
                  <a:pt x="65381" y="88164"/>
                </a:lnTo>
                <a:lnTo>
                  <a:pt x="64080" y="89432"/>
                </a:lnTo>
                <a:lnTo>
                  <a:pt x="62779" y="89432"/>
                </a:lnTo>
                <a:lnTo>
                  <a:pt x="61978" y="88631"/>
                </a:lnTo>
                <a:close/>
                <a:moveTo>
                  <a:pt x="66581" y="90299"/>
                </a:moveTo>
                <a:lnTo>
                  <a:pt x="66581" y="88264"/>
                </a:lnTo>
                <a:lnTo>
                  <a:pt x="72285" y="88264"/>
                </a:lnTo>
                <a:lnTo>
                  <a:pt x="76021" y="91967"/>
                </a:lnTo>
                <a:lnTo>
                  <a:pt x="68249" y="91967"/>
                </a:lnTo>
                <a:close/>
                <a:moveTo>
                  <a:pt x="81659" y="88264"/>
                </a:moveTo>
                <a:lnTo>
                  <a:pt x="87363" y="88264"/>
                </a:lnTo>
                <a:lnTo>
                  <a:pt x="87363" y="90299"/>
                </a:lnTo>
                <a:lnTo>
                  <a:pt x="85662" y="91967"/>
                </a:lnTo>
                <a:lnTo>
                  <a:pt x="77923" y="91967"/>
                </a:lnTo>
                <a:close/>
                <a:moveTo>
                  <a:pt x="89831" y="89432"/>
                </a:moveTo>
                <a:lnTo>
                  <a:pt x="88564" y="88164"/>
                </a:lnTo>
                <a:lnTo>
                  <a:pt x="90465" y="88164"/>
                </a:lnTo>
                <a:lnTo>
                  <a:pt x="90732" y="88031"/>
                </a:lnTo>
                <a:lnTo>
                  <a:pt x="91966" y="86796"/>
                </a:lnTo>
                <a:lnTo>
                  <a:pt x="91966" y="88598"/>
                </a:lnTo>
                <a:lnTo>
                  <a:pt x="91132" y="89432"/>
                </a:lnTo>
                <a:lnTo>
                  <a:pt x="89831" y="89432"/>
                </a:lnTo>
                <a:close/>
                <a:moveTo>
                  <a:pt x="92767" y="86796"/>
                </a:moveTo>
                <a:lnTo>
                  <a:pt x="94001" y="88031"/>
                </a:lnTo>
                <a:lnTo>
                  <a:pt x="94268" y="88164"/>
                </a:lnTo>
                <a:lnTo>
                  <a:pt x="96169" y="88164"/>
                </a:lnTo>
                <a:lnTo>
                  <a:pt x="94868" y="89432"/>
                </a:lnTo>
                <a:lnTo>
                  <a:pt x="93567" y="89432"/>
                </a:lnTo>
                <a:lnTo>
                  <a:pt x="92767" y="88631"/>
                </a:lnTo>
                <a:lnTo>
                  <a:pt x="92767" y="86796"/>
                </a:lnTo>
                <a:close/>
                <a:moveTo>
                  <a:pt x="97370" y="90299"/>
                </a:moveTo>
                <a:lnTo>
                  <a:pt x="97370" y="88264"/>
                </a:lnTo>
                <a:lnTo>
                  <a:pt x="103074" y="88264"/>
                </a:lnTo>
                <a:lnTo>
                  <a:pt x="106810" y="91967"/>
                </a:lnTo>
                <a:lnTo>
                  <a:pt x="99071" y="91967"/>
                </a:lnTo>
                <a:close/>
                <a:moveTo>
                  <a:pt x="112447" y="88264"/>
                </a:moveTo>
                <a:lnTo>
                  <a:pt x="118152" y="88264"/>
                </a:lnTo>
                <a:lnTo>
                  <a:pt x="118152" y="90299"/>
                </a:lnTo>
                <a:lnTo>
                  <a:pt x="116450" y="91967"/>
                </a:lnTo>
                <a:lnTo>
                  <a:pt x="108711" y="91967"/>
                </a:lnTo>
                <a:close/>
                <a:moveTo>
                  <a:pt x="120653" y="89432"/>
                </a:moveTo>
                <a:lnTo>
                  <a:pt x="119352" y="88164"/>
                </a:lnTo>
                <a:lnTo>
                  <a:pt x="121254" y="88164"/>
                </a:lnTo>
                <a:lnTo>
                  <a:pt x="121521" y="88031"/>
                </a:lnTo>
                <a:lnTo>
                  <a:pt x="122755" y="86796"/>
                </a:lnTo>
                <a:lnTo>
                  <a:pt x="122755" y="88598"/>
                </a:lnTo>
                <a:lnTo>
                  <a:pt x="121954" y="89432"/>
                </a:lnTo>
                <a:lnTo>
                  <a:pt x="120653" y="89432"/>
                </a:lnTo>
                <a:close/>
                <a:moveTo>
                  <a:pt x="123555" y="86796"/>
                </a:moveTo>
                <a:lnTo>
                  <a:pt x="124790" y="88031"/>
                </a:lnTo>
                <a:lnTo>
                  <a:pt x="125056" y="88164"/>
                </a:lnTo>
                <a:lnTo>
                  <a:pt x="126958" y="88164"/>
                </a:lnTo>
                <a:lnTo>
                  <a:pt x="125657" y="89432"/>
                </a:lnTo>
                <a:lnTo>
                  <a:pt x="124356" y="89432"/>
                </a:lnTo>
                <a:lnTo>
                  <a:pt x="123555" y="88631"/>
                </a:lnTo>
                <a:lnTo>
                  <a:pt x="123555" y="86796"/>
                </a:lnTo>
                <a:close/>
                <a:moveTo>
                  <a:pt x="128159" y="90299"/>
                </a:moveTo>
                <a:lnTo>
                  <a:pt x="128159" y="88264"/>
                </a:lnTo>
                <a:lnTo>
                  <a:pt x="133863" y="88264"/>
                </a:lnTo>
                <a:lnTo>
                  <a:pt x="137599" y="91967"/>
                </a:lnTo>
                <a:lnTo>
                  <a:pt x="129860" y="91967"/>
                </a:lnTo>
                <a:close/>
                <a:moveTo>
                  <a:pt x="143236" y="88264"/>
                </a:moveTo>
                <a:lnTo>
                  <a:pt x="148940" y="88264"/>
                </a:lnTo>
                <a:lnTo>
                  <a:pt x="148940" y="90299"/>
                </a:lnTo>
                <a:lnTo>
                  <a:pt x="147272" y="91967"/>
                </a:lnTo>
                <a:lnTo>
                  <a:pt x="139500" y="91967"/>
                </a:lnTo>
                <a:close/>
                <a:moveTo>
                  <a:pt x="151442" y="89432"/>
                </a:moveTo>
                <a:lnTo>
                  <a:pt x="150141" y="88164"/>
                </a:lnTo>
                <a:lnTo>
                  <a:pt x="152042" y="88164"/>
                </a:lnTo>
                <a:lnTo>
                  <a:pt x="152309" y="88031"/>
                </a:lnTo>
                <a:lnTo>
                  <a:pt x="153543" y="86796"/>
                </a:lnTo>
                <a:lnTo>
                  <a:pt x="153543" y="88598"/>
                </a:lnTo>
                <a:lnTo>
                  <a:pt x="152743" y="89432"/>
                </a:lnTo>
                <a:lnTo>
                  <a:pt x="151442" y="89432"/>
                </a:lnTo>
                <a:close/>
                <a:moveTo>
                  <a:pt x="154344" y="86796"/>
                </a:moveTo>
                <a:lnTo>
                  <a:pt x="155578" y="88031"/>
                </a:lnTo>
                <a:lnTo>
                  <a:pt x="155845" y="88164"/>
                </a:lnTo>
                <a:lnTo>
                  <a:pt x="157746" y="88164"/>
                </a:lnTo>
                <a:lnTo>
                  <a:pt x="156479" y="89432"/>
                </a:lnTo>
                <a:lnTo>
                  <a:pt x="155178" y="89432"/>
                </a:lnTo>
                <a:lnTo>
                  <a:pt x="154344" y="88631"/>
                </a:lnTo>
                <a:close/>
                <a:moveTo>
                  <a:pt x="158947" y="90299"/>
                </a:moveTo>
                <a:lnTo>
                  <a:pt x="158947" y="88264"/>
                </a:lnTo>
                <a:lnTo>
                  <a:pt x="164685" y="88264"/>
                </a:lnTo>
                <a:lnTo>
                  <a:pt x="168387" y="91967"/>
                </a:lnTo>
                <a:lnTo>
                  <a:pt x="160649" y="91967"/>
                </a:lnTo>
                <a:close/>
                <a:moveTo>
                  <a:pt x="174025" y="88264"/>
                </a:moveTo>
                <a:lnTo>
                  <a:pt x="179729" y="88264"/>
                </a:lnTo>
                <a:lnTo>
                  <a:pt x="179729" y="90299"/>
                </a:lnTo>
                <a:lnTo>
                  <a:pt x="178061" y="91967"/>
                </a:lnTo>
                <a:lnTo>
                  <a:pt x="170289" y="91967"/>
                </a:lnTo>
                <a:close/>
                <a:moveTo>
                  <a:pt x="182231" y="89432"/>
                </a:moveTo>
                <a:lnTo>
                  <a:pt x="180930" y="88164"/>
                </a:lnTo>
                <a:lnTo>
                  <a:pt x="182831" y="88164"/>
                </a:lnTo>
                <a:lnTo>
                  <a:pt x="183098" y="88031"/>
                </a:lnTo>
                <a:lnTo>
                  <a:pt x="184332" y="86796"/>
                </a:lnTo>
                <a:lnTo>
                  <a:pt x="184332" y="88598"/>
                </a:lnTo>
                <a:lnTo>
                  <a:pt x="183532" y="89432"/>
                </a:lnTo>
                <a:lnTo>
                  <a:pt x="182231" y="89432"/>
                </a:lnTo>
                <a:close/>
                <a:moveTo>
                  <a:pt x="185133" y="86796"/>
                </a:moveTo>
                <a:lnTo>
                  <a:pt x="186367" y="88031"/>
                </a:lnTo>
                <a:lnTo>
                  <a:pt x="186667" y="88164"/>
                </a:lnTo>
                <a:lnTo>
                  <a:pt x="188535" y="88164"/>
                </a:lnTo>
                <a:lnTo>
                  <a:pt x="187268" y="89432"/>
                </a:lnTo>
                <a:lnTo>
                  <a:pt x="185967" y="89432"/>
                </a:lnTo>
                <a:lnTo>
                  <a:pt x="185133" y="88631"/>
                </a:lnTo>
                <a:close/>
                <a:moveTo>
                  <a:pt x="189736" y="90299"/>
                </a:moveTo>
                <a:lnTo>
                  <a:pt x="189736" y="88264"/>
                </a:lnTo>
                <a:lnTo>
                  <a:pt x="195473" y="88264"/>
                </a:lnTo>
                <a:lnTo>
                  <a:pt x="199176" y="91967"/>
                </a:lnTo>
                <a:lnTo>
                  <a:pt x="191437" y="91967"/>
                </a:lnTo>
                <a:close/>
                <a:moveTo>
                  <a:pt x="204813" y="88264"/>
                </a:moveTo>
                <a:lnTo>
                  <a:pt x="210518" y="88264"/>
                </a:lnTo>
                <a:lnTo>
                  <a:pt x="210518" y="90299"/>
                </a:lnTo>
                <a:lnTo>
                  <a:pt x="208850" y="91967"/>
                </a:lnTo>
                <a:lnTo>
                  <a:pt x="201077" y="91967"/>
                </a:lnTo>
                <a:close/>
                <a:moveTo>
                  <a:pt x="213019" y="89432"/>
                </a:moveTo>
                <a:lnTo>
                  <a:pt x="211718" y="88164"/>
                </a:lnTo>
                <a:lnTo>
                  <a:pt x="213620" y="88164"/>
                </a:lnTo>
                <a:lnTo>
                  <a:pt x="213887" y="88031"/>
                </a:lnTo>
                <a:lnTo>
                  <a:pt x="215121" y="86796"/>
                </a:lnTo>
                <a:lnTo>
                  <a:pt x="215121" y="88598"/>
                </a:lnTo>
                <a:lnTo>
                  <a:pt x="214320" y="89432"/>
                </a:lnTo>
                <a:lnTo>
                  <a:pt x="213019" y="89432"/>
                </a:lnTo>
                <a:close/>
                <a:moveTo>
                  <a:pt x="215921" y="65348"/>
                </a:moveTo>
                <a:lnTo>
                  <a:pt x="216755" y="64514"/>
                </a:lnTo>
                <a:lnTo>
                  <a:pt x="218056" y="64514"/>
                </a:lnTo>
                <a:lnTo>
                  <a:pt x="219324" y="65815"/>
                </a:lnTo>
                <a:lnTo>
                  <a:pt x="217456" y="65815"/>
                </a:lnTo>
                <a:lnTo>
                  <a:pt x="217156" y="65915"/>
                </a:lnTo>
                <a:lnTo>
                  <a:pt x="215921" y="67149"/>
                </a:lnTo>
                <a:close/>
                <a:moveTo>
                  <a:pt x="217789" y="62346"/>
                </a:moveTo>
                <a:lnTo>
                  <a:pt x="217689" y="62646"/>
                </a:lnTo>
                <a:lnTo>
                  <a:pt x="217689" y="63713"/>
                </a:lnTo>
                <a:lnTo>
                  <a:pt x="216422" y="63713"/>
                </a:lnTo>
                <a:lnTo>
                  <a:pt x="215521" y="64614"/>
                </a:lnTo>
                <a:lnTo>
                  <a:pt x="214654" y="63713"/>
                </a:lnTo>
                <a:lnTo>
                  <a:pt x="213386" y="63713"/>
                </a:lnTo>
                <a:lnTo>
                  <a:pt x="213386" y="62646"/>
                </a:lnTo>
                <a:lnTo>
                  <a:pt x="213286" y="62346"/>
                </a:lnTo>
                <a:lnTo>
                  <a:pt x="212486" y="61578"/>
                </a:lnTo>
                <a:lnTo>
                  <a:pt x="213286" y="60811"/>
                </a:lnTo>
                <a:lnTo>
                  <a:pt x="213386" y="60544"/>
                </a:lnTo>
                <a:lnTo>
                  <a:pt x="213386" y="59443"/>
                </a:lnTo>
                <a:lnTo>
                  <a:pt x="214654" y="59443"/>
                </a:lnTo>
                <a:lnTo>
                  <a:pt x="215521" y="58543"/>
                </a:lnTo>
                <a:lnTo>
                  <a:pt x="216422" y="59443"/>
                </a:lnTo>
                <a:lnTo>
                  <a:pt x="217689" y="59443"/>
                </a:lnTo>
                <a:lnTo>
                  <a:pt x="217689" y="60544"/>
                </a:lnTo>
                <a:lnTo>
                  <a:pt x="217789" y="60811"/>
                </a:lnTo>
                <a:lnTo>
                  <a:pt x="218557" y="61578"/>
                </a:lnTo>
                <a:close/>
                <a:moveTo>
                  <a:pt x="218056" y="58643"/>
                </a:moveTo>
                <a:lnTo>
                  <a:pt x="216755" y="58643"/>
                </a:lnTo>
                <a:lnTo>
                  <a:pt x="215921" y="57809"/>
                </a:lnTo>
                <a:lnTo>
                  <a:pt x="215921" y="56008"/>
                </a:lnTo>
                <a:lnTo>
                  <a:pt x="217156" y="57242"/>
                </a:lnTo>
                <a:lnTo>
                  <a:pt x="217456" y="57375"/>
                </a:lnTo>
                <a:lnTo>
                  <a:pt x="219324" y="57375"/>
                </a:lnTo>
                <a:close/>
                <a:moveTo>
                  <a:pt x="215921" y="34559"/>
                </a:moveTo>
                <a:lnTo>
                  <a:pt x="216755" y="33725"/>
                </a:lnTo>
                <a:lnTo>
                  <a:pt x="218056" y="33725"/>
                </a:lnTo>
                <a:lnTo>
                  <a:pt x="219324" y="34993"/>
                </a:lnTo>
                <a:lnTo>
                  <a:pt x="217456" y="34993"/>
                </a:lnTo>
                <a:lnTo>
                  <a:pt x="217156" y="35126"/>
                </a:lnTo>
                <a:lnTo>
                  <a:pt x="215921" y="36360"/>
                </a:lnTo>
                <a:close/>
                <a:moveTo>
                  <a:pt x="27020" y="31190"/>
                </a:moveTo>
                <a:lnTo>
                  <a:pt x="27854" y="31990"/>
                </a:lnTo>
                <a:lnTo>
                  <a:pt x="27854" y="33291"/>
                </a:lnTo>
                <a:lnTo>
                  <a:pt x="26553" y="34592"/>
                </a:lnTo>
                <a:lnTo>
                  <a:pt x="26553" y="32524"/>
                </a:lnTo>
                <a:lnTo>
                  <a:pt x="25219" y="31190"/>
                </a:lnTo>
                <a:lnTo>
                  <a:pt x="27020" y="31190"/>
                </a:lnTo>
                <a:close/>
                <a:moveTo>
                  <a:pt x="26653" y="35793"/>
                </a:moveTo>
                <a:lnTo>
                  <a:pt x="28721" y="35793"/>
                </a:lnTo>
                <a:lnTo>
                  <a:pt x="30389" y="37494"/>
                </a:lnTo>
                <a:lnTo>
                  <a:pt x="30389" y="45233"/>
                </a:lnTo>
                <a:lnTo>
                  <a:pt x="26653" y="41497"/>
                </a:lnTo>
                <a:lnTo>
                  <a:pt x="26653" y="35793"/>
                </a:lnTo>
                <a:close/>
                <a:moveTo>
                  <a:pt x="30389" y="54874"/>
                </a:moveTo>
                <a:lnTo>
                  <a:pt x="28721" y="56575"/>
                </a:lnTo>
                <a:lnTo>
                  <a:pt x="26653" y="56575"/>
                </a:lnTo>
                <a:lnTo>
                  <a:pt x="26653" y="50871"/>
                </a:lnTo>
                <a:lnTo>
                  <a:pt x="30389" y="47135"/>
                </a:lnTo>
                <a:lnTo>
                  <a:pt x="30389" y="54874"/>
                </a:lnTo>
                <a:close/>
                <a:moveTo>
                  <a:pt x="26553" y="57776"/>
                </a:moveTo>
                <a:lnTo>
                  <a:pt x="27854" y="59077"/>
                </a:lnTo>
                <a:lnTo>
                  <a:pt x="27854" y="60377"/>
                </a:lnTo>
                <a:lnTo>
                  <a:pt x="27020" y="61178"/>
                </a:lnTo>
                <a:lnTo>
                  <a:pt x="25219" y="61178"/>
                </a:lnTo>
                <a:lnTo>
                  <a:pt x="26553" y="59844"/>
                </a:lnTo>
                <a:lnTo>
                  <a:pt x="26553" y="57776"/>
                </a:lnTo>
                <a:close/>
                <a:moveTo>
                  <a:pt x="27020" y="61979"/>
                </a:moveTo>
                <a:lnTo>
                  <a:pt x="27854" y="62813"/>
                </a:lnTo>
                <a:lnTo>
                  <a:pt x="27854" y="64113"/>
                </a:lnTo>
                <a:lnTo>
                  <a:pt x="26553" y="65381"/>
                </a:lnTo>
                <a:lnTo>
                  <a:pt x="26553" y="63346"/>
                </a:lnTo>
                <a:lnTo>
                  <a:pt x="25185" y="61979"/>
                </a:lnTo>
                <a:lnTo>
                  <a:pt x="27020" y="61979"/>
                </a:lnTo>
                <a:close/>
                <a:moveTo>
                  <a:pt x="26653" y="66582"/>
                </a:moveTo>
                <a:lnTo>
                  <a:pt x="28721" y="66582"/>
                </a:lnTo>
                <a:lnTo>
                  <a:pt x="30389" y="68283"/>
                </a:lnTo>
                <a:lnTo>
                  <a:pt x="30389" y="76022"/>
                </a:lnTo>
                <a:lnTo>
                  <a:pt x="26653" y="72286"/>
                </a:lnTo>
                <a:lnTo>
                  <a:pt x="26653" y="66582"/>
                </a:lnTo>
                <a:close/>
                <a:moveTo>
                  <a:pt x="30389" y="85696"/>
                </a:moveTo>
                <a:lnTo>
                  <a:pt x="28721" y="87363"/>
                </a:lnTo>
                <a:lnTo>
                  <a:pt x="26653" y="87363"/>
                </a:lnTo>
                <a:lnTo>
                  <a:pt x="26653" y="81659"/>
                </a:lnTo>
                <a:lnTo>
                  <a:pt x="30389" y="77923"/>
                </a:lnTo>
                <a:lnTo>
                  <a:pt x="30389" y="85696"/>
                </a:lnTo>
                <a:close/>
                <a:moveTo>
                  <a:pt x="26553" y="88564"/>
                </a:moveTo>
                <a:lnTo>
                  <a:pt x="27854" y="89865"/>
                </a:lnTo>
                <a:lnTo>
                  <a:pt x="27854" y="91166"/>
                </a:lnTo>
                <a:lnTo>
                  <a:pt x="27020" y="91967"/>
                </a:lnTo>
                <a:lnTo>
                  <a:pt x="25219" y="91967"/>
                </a:lnTo>
                <a:lnTo>
                  <a:pt x="26553" y="90632"/>
                </a:lnTo>
                <a:lnTo>
                  <a:pt x="26553" y="88564"/>
                </a:lnTo>
                <a:close/>
                <a:moveTo>
                  <a:pt x="219290" y="91967"/>
                </a:moveTo>
                <a:lnTo>
                  <a:pt x="218457" y="91166"/>
                </a:lnTo>
                <a:lnTo>
                  <a:pt x="218457" y="89865"/>
                </a:lnTo>
                <a:lnTo>
                  <a:pt x="219757" y="88564"/>
                </a:lnTo>
                <a:lnTo>
                  <a:pt x="219757" y="90632"/>
                </a:lnTo>
                <a:lnTo>
                  <a:pt x="221092" y="91967"/>
                </a:lnTo>
                <a:lnTo>
                  <a:pt x="219290" y="91967"/>
                </a:lnTo>
                <a:close/>
                <a:moveTo>
                  <a:pt x="219657" y="87363"/>
                </a:moveTo>
                <a:lnTo>
                  <a:pt x="217623" y="87363"/>
                </a:lnTo>
                <a:lnTo>
                  <a:pt x="215921" y="85696"/>
                </a:lnTo>
                <a:lnTo>
                  <a:pt x="215921" y="77923"/>
                </a:lnTo>
                <a:lnTo>
                  <a:pt x="219657" y="81659"/>
                </a:lnTo>
                <a:lnTo>
                  <a:pt x="219657" y="87363"/>
                </a:lnTo>
                <a:close/>
                <a:moveTo>
                  <a:pt x="215921" y="68283"/>
                </a:moveTo>
                <a:lnTo>
                  <a:pt x="217623" y="66582"/>
                </a:lnTo>
                <a:lnTo>
                  <a:pt x="219657" y="66582"/>
                </a:lnTo>
                <a:lnTo>
                  <a:pt x="219657" y="72286"/>
                </a:lnTo>
                <a:lnTo>
                  <a:pt x="215921" y="76022"/>
                </a:lnTo>
                <a:lnTo>
                  <a:pt x="215921" y="68283"/>
                </a:lnTo>
                <a:close/>
                <a:moveTo>
                  <a:pt x="219757" y="65381"/>
                </a:moveTo>
                <a:lnTo>
                  <a:pt x="218457" y="64080"/>
                </a:lnTo>
                <a:lnTo>
                  <a:pt x="218457" y="62779"/>
                </a:lnTo>
                <a:lnTo>
                  <a:pt x="219290" y="61979"/>
                </a:lnTo>
                <a:lnTo>
                  <a:pt x="221092" y="61979"/>
                </a:lnTo>
                <a:lnTo>
                  <a:pt x="219757" y="63313"/>
                </a:lnTo>
                <a:lnTo>
                  <a:pt x="219757" y="65381"/>
                </a:lnTo>
                <a:close/>
                <a:moveTo>
                  <a:pt x="219290" y="61178"/>
                </a:moveTo>
                <a:lnTo>
                  <a:pt x="218457" y="60377"/>
                </a:lnTo>
                <a:lnTo>
                  <a:pt x="218457" y="59077"/>
                </a:lnTo>
                <a:lnTo>
                  <a:pt x="219757" y="57776"/>
                </a:lnTo>
                <a:lnTo>
                  <a:pt x="219757" y="59844"/>
                </a:lnTo>
                <a:lnTo>
                  <a:pt x="221092" y="61178"/>
                </a:lnTo>
                <a:lnTo>
                  <a:pt x="219290" y="61178"/>
                </a:lnTo>
                <a:close/>
                <a:moveTo>
                  <a:pt x="219657" y="56575"/>
                </a:moveTo>
                <a:lnTo>
                  <a:pt x="217623" y="56575"/>
                </a:lnTo>
                <a:lnTo>
                  <a:pt x="215921" y="54874"/>
                </a:lnTo>
                <a:lnTo>
                  <a:pt x="215921" y="47135"/>
                </a:lnTo>
                <a:lnTo>
                  <a:pt x="219657" y="50871"/>
                </a:lnTo>
                <a:lnTo>
                  <a:pt x="219657" y="56575"/>
                </a:lnTo>
                <a:close/>
                <a:moveTo>
                  <a:pt x="215921" y="37494"/>
                </a:moveTo>
                <a:lnTo>
                  <a:pt x="217623" y="35793"/>
                </a:lnTo>
                <a:lnTo>
                  <a:pt x="219657" y="35793"/>
                </a:lnTo>
                <a:lnTo>
                  <a:pt x="219657" y="41497"/>
                </a:lnTo>
                <a:lnTo>
                  <a:pt x="215921" y="45233"/>
                </a:lnTo>
                <a:lnTo>
                  <a:pt x="215921" y="37494"/>
                </a:lnTo>
                <a:close/>
                <a:moveTo>
                  <a:pt x="219757" y="34592"/>
                </a:moveTo>
                <a:lnTo>
                  <a:pt x="218457" y="33291"/>
                </a:lnTo>
                <a:lnTo>
                  <a:pt x="218457" y="31990"/>
                </a:lnTo>
                <a:lnTo>
                  <a:pt x="219290" y="31190"/>
                </a:lnTo>
                <a:lnTo>
                  <a:pt x="221092" y="31190"/>
                </a:lnTo>
                <a:lnTo>
                  <a:pt x="219757" y="32524"/>
                </a:lnTo>
                <a:lnTo>
                  <a:pt x="219757" y="34592"/>
                </a:lnTo>
                <a:close/>
                <a:moveTo>
                  <a:pt x="219290" y="30389"/>
                </a:moveTo>
                <a:lnTo>
                  <a:pt x="218457" y="29555"/>
                </a:lnTo>
                <a:lnTo>
                  <a:pt x="218457" y="28254"/>
                </a:lnTo>
                <a:lnTo>
                  <a:pt x="219757" y="26987"/>
                </a:lnTo>
                <a:lnTo>
                  <a:pt x="219757" y="29022"/>
                </a:lnTo>
                <a:lnTo>
                  <a:pt x="221092" y="30389"/>
                </a:lnTo>
                <a:lnTo>
                  <a:pt x="219290" y="30389"/>
                </a:lnTo>
                <a:close/>
                <a:moveTo>
                  <a:pt x="218056" y="27854"/>
                </a:moveTo>
                <a:lnTo>
                  <a:pt x="216755" y="27854"/>
                </a:lnTo>
                <a:lnTo>
                  <a:pt x="215921" y="27020"/>
                </a:lnTo>
                <a:lnTo>
                  <a:pt x="215921" y="25219"/>
                </a:lnTo>
                <a:lnTo>
                  <a:pt x="217156" y="26453"/>
                </a:lnTo>
                <a:lnTo>
                  <a:pt x="217456" y="26553"/>
                </a:lnTo>
                <a:lnTo>
                  <a:pt x="219324" y="26553"/>
                </a:lnTo>
                <a:close/>
                <a:moveTo>
                  <a:pt x="215121" y="27020"/>
                </a:moveTo>
                <a:lnTo>
                  <a:pt x="214320" y="27854"/>
                </a:lnTo>
                <a:lnTo>
                  <a:pt x="213019" y="27854"/>
                </a:lnTo>
                <a:lnTo>
                  <a:pt x="211718" y="26553"/>
                </a:lnTo>
                <a:lnTo>
                  <a:pt x="213620" y="26553"/>
                </a:lnTo>
                <a:lnTo>
                  <a:pt x="213887" y="26453"/>
                </a:lnTo>
                <a:lnTo>
                  <a:pt x="215121" y="25219"/>
                </a:lnTo>
                <a:close/>
                <a:moveTo>
                  <a:pt x="210518" y="28721"/>
                </a:moveTo>
                <a:lnTo>
                  <a:pt x="208850" y="30389"/>
                </a:lnTo>
                <a:lnTo>
                  <a:pt x="201077" y="30389"/>
                </a:lnTo>
                <a:lnTo>
                  <a:pt x="204813" y="26687"/>
                </a:lnTo>
                <a:lnTo>
                  <a:pt x="210518" y="26687"/>
                </a:lnTo>
                <a:lnTo>
                  <a:pt x="210518" y="28721"/>
                </a:lnTo>
                <a:close/>
                <a:moveTo>
                  <a:pt x="191437" y="30389"/>
                </a:moveTo>
                <a:lnTo>
                  <a:pt x="189736" y="28721"/>
                </a:lnTo>
                <a:lnTo>
                  <a:pt x="189736" y="26687"/>
                </a:lnTo>
                <a:lnTo>
                  <a:pt x="195473" y="26687"/>
                </a:lnTo>
                <a:lnTo>
                  <a:pt x="199176" y="30389"/>
                </a:lnTo>
                <a:lnTo>
                  <a:pt x="191437" y="30389"/>
                </a:lnTo>
                <a:close/>
                <a:moveTo>
                  <a:pt x="187268" y="27854"/>
                </a:moveTo>
                <a:lnTo>
                  <a:pt x="185967" y="27854"/>
                </a:lnTo>
                <a:lnTo>
                  <a:pt x="185133" y="27020"/>
                </a:lnTo>
                <a:lnTo>
                  <a:pt x="185133" y="25219"/>
                </a:lnTo>
                <a:lnTo>
                  <a:pt x="186367" y="26453"/>
                </a:lnTo>
                <a:lnTo>
                  <a:pt x="186667" y="26553"/>
                </a:lnTo>
                <a:lnTo>
                  <a:pt x="188535" y="26553"/>
                </a:lnTo>
                <a:close/>
                <a:moveTo>
                  <a:pt x="184332" y="27020"/>
                </a:moveTo>
                <a:lnTo>
                  <a:pt x="183532" y="27854"/>
                </a:lnTo>
                <a:lnTo>
                  <a:pt x="182231" y="27854"/>
                </a:lnTo>
                <a:lnTo>
                  <a:pt x="180930" y="26553"/>
                </a:lnTo>
                <a:lnTo>
                  <a:pt x="182831" y="26553"/>
                </a:lnTo>
                <a:lnTo>
                  <a:pt x="183098" y="26453"/>
                </a:lnTo>
                <a:lnTo>
                  <a:pt x="184332" y="25219"/>
                </a:lnTo>
                <a:close/>
                <a:moveTo>
                  <a:pt x="179729" y="28721"/>
                </a:moveTo>
                <a:lnTo>
                  <a:pt x="178061" y="30389"/>
                </a:lnTo>
                <a:lnTo>
                  <a:pt x="170289" y="30389"/>
                </a:lnTo>
                <a:lnTo>
                  <a:pt x="174025" y="26687"/>
                </a:lnTo>
                <a:lnTo>
                  <a:pt x="179729" y="26687"/>
                </a:lnTo>
                <a:lnTo>
                  <a:pt x="179729" y="28721"/>
                </a:lnTo>
                <a:close/>
                <a:moveTo>
                  <a:pt x="160649" y="30389"/>
                </a:moveTo>
                <a:lnTo>
                  <a:pt x="158947" y="28721"/>
                </a:lnTo>
                <a:lnTo>
                  <a:pt x="158947" y="26687"/>
                </a:lnTo>
                <a:lnTo>
                  <a:pt x="164685" y="26687"/>
                </a:lnTo>
                <a:lnTo>
                  <a:pt x="168387" y="30389"/>
                </a:lnTo>
                <a:lnTo>
                  <a:pt x="160649" y="30389"/>
                </a:lnTo>
                <a:close/>
                <a:moveTo>
                  <a:pt x="156479" y="27854"/>
                </a:moveTo>
                <a:lnTo>
                  <a:pt x="155178" y="27854"/>
                </a:lnTo>
                <a:lnTo>
                  <a:pt x="154344" y="27020"/>
                </a:lnTo>
                <a:lnTo>
                  <a:pt x="154344" y="25219"/>
                </a:lnTo>
                <a:lnTo>
                  <a:pt x="155578" y="26453"/>
                </a:lnTo>
                <a:lnTo>
                  <a:pt x="155878" y="26553"/>
                </a:lnTo>
                <a:lnTo>
                  <a:pt x="157746" y="26553"/>
                </a:lnTo>
                <a:close/>
                <a:moveTo>
                  <a:pt x="153543" y="27020"/>
                </a:moveTo>
                <a:lnTo>
                  <a:pt x="152743" y="27854"/>
                </a:lnTo>
                <a:lnTo>
                  <a:pt x="151442" y="27854"/>
                </a:lnTo>
                <a:lnTo>
                  <a:pt x="150141" y="26553"/>
                </a:lnTo>
                <a:lnTo>
                  <a:pt x="152042" y="26553"/>
                </a:lnTo>
                <a:lnTo>
                  <a:pt x="152309" y="26453"/>
                </a:lnTo>
                <a:lnTo>
                  <a:pt x="153543" y="25219"/>
                </a:lnTo>
                <a:close/>
                <a:moveTo>
                  <a:pt x="148940" y="28721"/>
                </a:moveTo>
                <a:lnTo>
                  <a:pt x="147272" y="30389"/>
                </a:lnTo>
                <a:lnTo>
                  <a:pt x="139500" y="30389"/>
                </a:lnTo>
                <a:lnTo>
                  <a:pt x="143236" y="26687"/>
                </a:lnTo>
                <a:lnTo>
                  <a:pt x="148940" y="26687"/>
                </a:lnTo>
                <a:lnTo>
                  <a:pt x="148940" y="28721"/>
                </a:lnTo>
                <a:close/>
                <a:moveTo>
                  <a:pt x="129860" y="30389"/>
                </a:moveTo>
                <a:lnTo>
                  <a:pt x="128159" y="28721"/>
                </a:lnTo>
                <a:lnTo>
                  <a:pt x="128159" y="26687"/>
                </a:lnTo>
                <a:lnTo>
                  <a:pt x="133896" y="26687"/>
                </a:lnTo>
                <a:lnTo>
                  <a:pt x="137599" y="30389"/>
                </a:lnTo>
                <a:lnTo>
                  <a:pt x="129860" y="30389"/>
                </a:lnTo>
                <a:close/>
                <a:moveTo>
                  <a:pt x="125690" y="27854"/>
                </a:moveTo>
                <a:lnTo>
                  <a:pt x="124389" y="27854"/>
                </a:lnTo>
                <a:lnTo>
                  <a:pt x="123555" y="27020"/>
                </a:lnTo>
                <a:lnTo>
                  <a:pt x="123555" y="25219"/>
                </a:lnTo>
                <a:lnTo>
                  <a:pt x="124790" y="26453"/>
                </a:lnTo>
                <a:lnTo>
                  <a:pt x="125056" y="26553"/>
                </a:lnTo>
                <a:lnTo>
                  <a:pt x="126958" y="26553"/>
                </a:lnTo>
                <a:close/>
                <a:moveTo>
                  <a:pt x="122755" y="27020"/>
                </a:moveTo>
                <a:lnTo>
                  <a:pt x="121954" y="27854"/>
                </a:lnTo>
                <a:lnTo>
                  <a:pt x="120653" y="27854"/>
                </a:lnTo>
                <a:lnTo>
                  <a:pt x="119352" y="26553"/>
                </a:lnTo>
                <a:lnTo>
                  <a:pt x="121254" y="26553"/>
                </a:lnTo>
                <a:lnTo>
                  <a:pt x="121521" y="26453"/>
                </a:lnTo>
                <a:lnTo>
                  <a:pt x="122755" y="25219"/>
                </a:lnTo>
                <a:lnTo>
                  <a:pt x="122755" y="27020"/>
                </a:lnTo>
                <a:close/>
                <a:moveTo>
                  <a:pt x="118152" y="28721"/>
                </a:moveTo>
                <a:lnTo>
                  <a:pt x="116450" y="30389"/>
                </a:lnTo>
                <a:lnTo>
                  <a:pt x="108711" y="30389"/>
                </a:lnTo>
                <a:lnTo>
                  <a:pt x="112414" y="26687"/>
                </a:lnTo>
                <a:lnTo>
                  <a:pt x="118152" y="26687"/>
                </a:lnTo>
                <a:lnTo>
                  <a:pt x="118152" y="28721"/>
                </a:lnTo>
                <a:close/>
                <a:moveTo>
                  <a:pt x="99071" y="30389"/>
                </a:moveTo>
                <a:lnTo>
                  <a:pt x="97370" y="28721"/>
                </a:lnTo>
                <a:lnTo>
                  <a:pt x="97370" y="26687"/>
                </a:lnTo>
                <a:lnTo>
                  <a:pt x="103074" y="26687"/>
                </a:lnTo>
                <a:lnTo>
                  <a:pt x="106810" y="30389"/>
                </a:lnTo>
                <a:lnTo>
                  <a:pt x="99071" y="30389"/>
                </a:lnTo>
                <a:close/>
                <a:moveTo>
                  <a:pt x="94868" y="27854"/>
                </a:moveTo>
                <a:lnTo>
                  <a:pt x="93567" y="27854"/>
                </a:lnTo>
                <a:lnTo>
                  <a:pt x="92767" y="27020"/>
                </a:lnTo>
                <a:lnTo>
                  <a:pt x="92767" y="25219"/>
                </a:lnTo>
                <a:lnTo>
                  <a:pt x="94001" y="26453"/>
                </a:lnTo>
                <a:lnTo>
                  <a:pt x="94268" y="26587"/>
                </a:lnTo>
                <a:lnTo>
                  <a:pt x="96169" y="26587"/>
                </a:lnTo>
                <a:close/>
                <a:moveTo>
                  <a:pt x="91966" y="27020"/>
                </a:moveTo>
                <a:lnTo>
                  <a:pt x="91166" y="27854"/>
                </a:lnTo>
                <a:lnTo>
                  <a:pt x="89865" y="27854"/>
                </a:lnTo>
                <a:lnTo>
                  <a:pt x="88564" y="26553"/>
                </a:lnTo>
                <a:lnTo>
                  <a:pt x="90465" y="26553"/>
                </a:lnTo>
                <a:lnTo>
                  <a:pt x="90732" y="26453"/>
                </a:lnTo>
                <a:lnTo>
                  <a:pt x="91966" y="25219"/>
                </a:lnTo>
                <a:lnTo>
                  <a:pt x="91966" y="27020"/>
                </a:lnTo>
                <a:close/>
                <a:moveTo>
                  <a:pt x="87363" y="28721"/>
                </a:moveTo>
                <a:lnTo>
                  <a:pt x="85662" y="30389"/>
                </a:lnTo>
                <a:lnTo>
                  <a:pt x="77923" y="30389"/>
                </a:lnTo>
                <a:lnTo>
                  <a:pt x="81625" y="26687"/>
                </a:lnTo>
                <a:lnTo>
                  <a:pt x="87363" y="26687"/>
                </a:lnTo>
                <a:lnTo>
                  <a:pt x="87363" y="28721"/>
                </a:lnTo>
                <a:close/>
                <a:moveTo>
                  <a:pt x="68249" y="30389"/>
                </a:moveTo>
                <a:lnTo>
                  <a:pt x="66581" y="28721"/>
                </a:lnTo>
                <a:lnTo>
                  <a:pt x="66581" y="26687"/>
                </a:lnTo>
                <a:lnTo>
                  <a:pt x="72285" y="26687"/>
                </a:lnTo>
                <a:lnTo>
                  <a:pt x="76021" y="30389"/>
                </a:lnTo>
                <a:lnTo>
                  <a:pt x="68249" y="30389"/>
                </a:lnTo>
                <a:close/>
                <a:moveTo>
                  <a:pt x="64080" y="27854"/>
                </a:moveTo>
                <a:lnTo>
                  <a:pt x="62779" y="27854"/>
                </a:lnTo>
                <a:lnTo>
                  <a:pt x="61978" y="27020"/>
                </a:lnTo>
                <a:lnTo>
                  <a:pt x="61978" y="25219"/>
                </a:lnTo>
                <a:lnTo>
                  <a:pt x="63212" y="26453"/>
                </a:lnTo>
                <a:lnTo>
                  <a:pt x="63479" y="26553"/>
                </a:lnTo>
                <a:lnTo>
                  <a:pt x="65381" y="26553"/>
                </a:lnTo>
                <a:close/>
                <a:moveTo>
                  <a:pt x="61178" y="27020"/>
                </a:moveTo>
                <a:lnTo>
                  <a:pt x="60344" y="27854"/>
                </a:lnTo>
                <a:lnTo>
                  <a:pt x="59043" y="27854"/>
                </a:lnTo>
                <a:lnTo>
                  <a:pt x="57775" y="26553"/>
                </a:lnTo>
                <a:lnTo>
                  <a:pt x="59676" y="26553"/>
                </a:lnTo>
                <a:lnTo>
                  <a:pt x="59943" y="26453"/>
                </a:lnTo>
                <a:lnTo>
                  <a:pt x="61178" y="25219"/>
                </a:lnTo>
                <a:close/>
                <a:moveTo>
                  <a:pt x="56574" y="28721"/>
                </a:moveTo>
                <a:lnTo>
                  <a:pt x="54873" y="30389"/>
                </a:lnTo>
                <a:lnTo>
                  <a:pt x="47134" y="30389"/>
                </a:lnTo>
                <a:lnTo>
                  <a:pt x="50837" y="26687"/>
                </a:lnTo>
                <a:lnTo>
                  <a:pt x="56574" y="26687"/>
                </a:lnTo>
                <a:close/>
                <a:moveTo>
                  <a:pt x="37461" y="30389"/>
                </a:moveTo>
                <a:lnTo>
                  <a:pt x="35793" y="28721"/>
                </a:lnTo>
                <a:lnTo>
                  <a:pt x="35793" y="26687"/>
                </a:lnTo>
                <a:lnTo>
                  <a:pt x="41497" y="26687"/>
                </a:lnTo>
                <a:lnTo>
                  <a:pt x="45233" y="30389"/>
                </a:lnTo>
                <a:lnTo>
                  <a:pt x="37461" y="30389"/>
                </a:lnTo>
                <a:close/>
                <a:moveTo>
                  <a:pt x="33291" y="27854"/>
                </a:moveTo>
                <a:lnTo>
                  <a:pt x="31990" y="27854"/>
                </a:lnTo>
                <a:lnTo>
                  <a:pt x="31189" y="27020"/>
                </a:lnTo>
                <a:lnTo>
                  <a:pt x="31189" y="25219"/>
                </a:lnTo>
                <a:lnTo>
                  <a:pt x="32424" y="26453"/>
                </a:lnTo>
                <a:lnTo>
                  <a:pt x="32691" y="26553"/>
                </a:lnTo>
                <a:lnTo>
                  <a:pt x="34592" y="26553"/>
                </a:lnTo>
                <a:close/>
                <a:moveTo>
                  <a:pt x="30389" y="27020"/>
                </a:moveTo>
                <a:lnTo>
                  <a:pt x="29555" y="27854"/>
                </a:lnTo>
                <a:lnTo>
                  <a:pt x="28254" y="27854"/>
                </a:lnTo>
                <a:lnTo>
                  <a:pt x="26986" y="26553"/>
                </a:lnTo>
                <a:lnTo>
                  <a:pt x="28854" y="26553"/>
                </a:lnTo>
                <a:lnTo>
                  <a:pt x="29155" y="26453"/>
                </a:lnTo>
                <a:lnTo>
                  <a:pt x="30389" y="25219"/>
                </a:lnTo>
                <a:lnTo>
                  <a:pt x="30389" y="27020"/>
                </a:lnTo>
                <a:close/>
                <a:moveTo>
                  <a:pt x="25786" y="28721"/>
                </a:moveTo>
                <a:lnTo>
                  <a:pt x="24084" y="30389"/>
                </a:lnTo>
                <a:lnTo>
                  <a:pt x="16346" y="30389"/>
                </a:lnTo>
                <a:lnTo>
                  <a:pt x="20048" y="26687"/>
                </a:lnTo>
                <a:lnTo>
                  <a:pt x="25752" y="26687"/>
                </a:lnTo>
                <a:lnTo>
                  <a:pt x="25752" y="28721"/>
                </a:lnTo>
                <a:close/>
                <a:moveTo>
                  <a:pt x="24084" y="31190"/>
                </a:moveTo>
                <a:lnTo>
                  <a:pt x="25786" y="32858"/>
                </a:lnTo>
                <a:lnTo>
                  <a:pt x="25786" y="34893"/>
                </a:lnTo>
                <a:lnTo>
                  <a:pt x="20048" y="34893"/>
                </a:lnTo>
                <a:lnTo>
                  <a:pt x="16346" y="31190"/>
                </a:lnTo>
                <a:close/>
                <a:moveTo>
                  <a:pt x="23050" y="45800"/>
                </a:moveTo>
                <a:lnTo>
                  <a:pt x="21182" y="45800"/>
                </a:lnTo>
                <a:lnTo>
                  <a:pt x="19781" y="44366"/>
                </a:lnTo>
                <a:lnTo>
                  <a:pt x="19781" y="42365"/>
                </a:lnTo>
                <a:lnTo>
                  <a:pt x="21082" y="41030"/>
                </a:lnTo>
                <a:lnTo>
                  <a:pt x="21082" y="43832"/>
                </a:lnTo>
                <a:close/>
                <a:moveTo>
                  <a:pt x="18981" y="43132"/>
                </a:moveTo>
                <a:lnTo>
                  <a:pt x="18981" y="44700"/>
                </a:lnTo>
                <a:lnTo>
                  <a:pt x="20082" y="45800"/>
                </a:lnTo>
                <a:lnTo>
                  <a:pt x="16346" y="45800"/>
                </a:lnTo>
                <a:close/>
                <a:moveTo>
                  <a:pt x="15778" y="45233"/>
                </a:moveTo>
                <a:lnTo>
                  <a:pt x="15778" y="41497"/>
                </a:lnTo>
                <a:lnTo>
                  <a:pt x="16879" y="42598"/>
                </a:lnTo>
                <a:lnTo>
                  <a:pt x="17046" y="42598"/>
                </a:lnTo>
                <a:lnTo>
                  <a:pt x="18414" y="42598"/>
                </a:lnTo>
                <a:close/>
                <a:moveTo>
                  <a:pt x="19214" y="41797"/>
                </a:moveTo>
                <a:lnTo>
                  <a:pt x="17213" y="41797"/>
                </a:lnTo>
                <a:lnTo>
                  <a:pt x="15778" y="40363"/>
                </a:lnTo>
                <a:lnTo>
                  <a:pt x="15778" y="38495"/>
                </a:lnTo>
                <a:lnTo>
                  <a:pt x="17747" y="40463"/>
                </a:lnTo>
                <a:lnTo>
                  <a:pt x="17913" y="40463"/>
                </a:lnTo>
                <a:lnTo>
                  <a:pt x="20515" y="40463"/>
                </a:lnTo>
                <a:close/>
                <a:moveTo>
                  <a:pt x="14978" y="45233"/>
                </a:moveTo>
                <a:lnTo>
                  <a:pt x="12343" y="42598"/>
                </a:lnTo>
                <a:lnTo>
                  <a:pt x="13744" y="42598"/>
                </a:lnTo>
                <a:lnTo>
                  <a:pt x="14011" y="42465"/>
                </a:lnTo>
                <a:lnTo>
                  <a:pt x="14978" y="41497"/>
                </a:lnTo>
                <a:close/>
                <a:moveTo>
                  <a:pt x="16346" y="46568"/>
                </a:moveTo>
                <a:lnTo>
                  <a:pt x="20082" y="46568"/>
                </a:lnTo>
                <a:lnTo>
                  <a:pt x="19114" y="47568"/>
                </a:lnTo>
                <a:lnTo>
                  <a:pt x="18981" y="47835"/>
                </a:lnTo>
                <a:lnTo>
                  <a:pt x="18981" y="49203"/>
                </a:lnTo>
                <a:close/>
                <a:moveTo>
                  <a:pt x="18414" y="49770"/>
                </a:moveTo>
                <a:lnTo>
                  <a:pt x="16879" y="49770"/>
                </a:lnTo>
                <a:lnTo>
                  <a:pt x="15778" y="50871"/>
                </a:lnTo>
                <a:lnTo>
                  <a:pt x="15778" y="47135"/>
                </a:lnTo>
                <a:close/>
                <a:moveTo>
                  <a:pt x="24351" y="49903"/>
                </a:moveTo>
                <a:lnTo>
                  <a:pt x="27654" y="46568"/>
                </a:lnTo>
                <a:lnTo>
                  <a:pt x="29822" y="46568"/>
                </a:lnTo>
                <a:lnTo>
                  <a:pt x="25886" y="50537"/>
                </a:lnTo>
                <a:lnTo>
                  <a:pt x="25886" y="56108"/>
                </a:lnTo>
                <a:lnTo>
                  <a:pt x="24351" y="54573"/>
                </a:lnTo>
                <a:lnTo>
                  <a:pt x="24351" y="49903"/>
                </a:lnTo>
                <a:close/>
                <a:moveTo>
                  <a:pt x="25786" y="59510"/>
                </a:moveTo>
                <a:lnTo>
                  <a:pt x="24084" y="61178"/>
                </a:lnTo>
                <a:lnTo>
                  <a:pt x="16346" y="61178"/>
                </a:lnTo>
                <a:lnTo>
                  <a:pt x="20048" y="57475"/>
                </a:lnTo>
                <a:lnTo>
                  <a:pt x="25752" y="57475"/>
                </a:lnTo>
                <a:lnTo>
                  <a:pt x="25752" y="59510"/>
                </a:lnTo>
                <a:close/>
                <a:moveTo>
                  <a:pt x="24084" y="61979"/>
                </a:moveTo>
                <a:lnTo>
                  <a:pt x="25786" y="63646"/>
                </a:lnTo>
                <a:lnTo>
                  <a:pt x="25786" y="65681"/>
                </a:lnTo>
                <a:lnTo>
                  <a:pt x="20048" y="65681"/>
                </a:lnTo>
                <a:lnTo>
                  <a:pt x="16346" y="61979"/>
                </a:lnTo>
                <a:lnTo>
                  <a:pt x="24084" y="61979"/>
                </a:lnTo>
                <a:close/>
                <a:moveTo>
                  <a:pt x="23050" y="76589"/>
                </a:moveTo>
                <a:lnTo>
                  <a:pt x="21182" y="76589"/>
                </a:lnTo>
                <a:lnTo>
                  <a:pt x="19781" y="75155"/>
                </a:lnTo>
                <a:lnTo>
                  <a:pt x="19781" y="73153"/>
                </a:lnTo>
                <a:lnTo>
                  <a:pt x="21082" y="71819"/>
                </a:lnTo>
                <a:lnTo>
                  <a:pt x="21082" y="74621"/>
                </a:lnTo>
                <a:close/>
                <a:moveTo>
                  <a:pt x="18981" y="73920"/>
                </a:moveTo>
                <a:lnTo>
                  <a:pt x="18981" y="75321"/>
                </a:lnTo>
                <a:lnTo>
                  <a:pt x="19114" y="75588"/>
                </a:lnTo>
                <a:lnTo>
                  <a:pt x="20082" y="76589"/>
                </a:lnTo>
                <a:lnTo>
                  <a:pt x="16346" y="76589"/>
                </a:lnTo>
                <a:close/>
                <a:moveTo>
                  <a:pt x="15778" y="76022"/>
                </a:moveTo>
                <a:lnTo>
                  <a:pt x="15778" y="72286"/>
                </a:lnTo>
                <a:lnTo>
                  <a:pt x="16879" y="73387"/>
                </a:lnTo>
                <a:lnTo>
                  <a:pt x="18414" y="73387"/>
                </a:lnTo>
                <a:close/>
                <a:moveTo>
                  <a:pt x="19214" y="72586"/>
                </a:moveTo>
                <a:lnTo>
                  <a:pt x="17213" y="72586"/>
                </a:lnTo>
                <a:lnTo>
                  <a:pt x="15778" y="71152"/>
                </a:lnTo>
                <a:lnTo>
                  <a:pt x="15778" y="69317"/>
                </a:lnTo>
                <a:lnTo>
                  <a:pt x="17747" y="71285"/>
                </a:lnTo>
                <a:lnTo>
                  <a:pt x="20515" y="71285"/>
                </a:lnTo>
                <a:close/>
                <a:moveTo>
                  <a:pt x="14978" y="76022"/>
                </a:moveTo>
                <a:lnTo>
                  <a:pt x="12343" y="73387"/>
                </a:lnTo>
                <a:lnTo>
                  <a:pt x="13744" y="73387"/>
                </a:lnTo>
                <a:lnTo>
                  <a:pt x="14011" y="73253"/>
                </a:lnTo>
                <a:lnTo>
                  <a:pt x="14978" y="72286"/>
                </a:lnTo>
                <a:close/>
                <a:moveTo>
                  <a:pt x="16346" y="77356"/>
                </a:moveTo>
                <a:lnTo>
                  <a:pt x="20082" y="77356"/>
                </a:lnTo>
                <a:lnTo>
                  <a:pt x="18981" y="78457"/>
                </a:lnTo>
                <a:lnTo>
                  <a:pt x="18981" y="80025"/>
                </a:lnTo>
                <a:close/>
                <a:moveTo>
                  <a:pt x="18414" y="80559"/>
                </a:moveTo>
                <a:lnTo>
                  <a:pt x="17046" y="80559"/>
                </a:lnTo>
                <a:lnTo>
                  <a:pt x="16879" y="80559"/>
                </a:lnTo>
                <a:lnTo>
                  <a:pt x="15778" y="81659"/>
                </a:lnTo>
                <a:lnTo>
                  <a:pt x="15778" y="77923"/>
                </a:lnTo>
                <a:close/>
                <a:moveTo>
                  <a:pt x="24351" y="80692"/>
                </a:moveTo>
                <a:lnTo>
                  <a:pt x="27654" y="77356"/>
                </a:lnTo>
                <a:lnTo>
                  <a:pt x="29822" y="77356"/>
                </a:lnTo>
                <a:lnTo>
                  <a:pt x="25886" y="81326"/>
                </a:lnTo>
                <a:lnTo>
                  <a:pt x="25886" y="86896"/>
                </a:lnTo>
                <a:lnTo>
                  <a:pt x="24351" y="85362"/>
                </a:lnTo>
                <a:lnTo>
                  <a:pt x="24351" y="80692"/>
                </a:lnTo>
                <a:close/>
                <a:moveTo>
                  <a:pt x="25786" y="90299"/>
                </a:moveTo>
                <a:lnTo>
                  <a:pt x="24084" y="91967"/>
                </a:lnTo>
                <a:lnTo>
                  <a:pt x="16346" y="91967"/>
                </a:lnTo>
                <a:lnTo>
                  <a:pt x="20048" y="88264"/>
                </a:lnTo>
                <a:lnTo>
                  <a:pt x="25752" y="88264"/>
                </a:lnTo>
                <a:lnTo>
                  <a:pt x="25752" y="90299"/>
                </a:lnTo>
                <a:close/>
                <a:moveTo>
                  <a:pt x="24084" y="92767"/>
                </a:moveTo>
                <a:lnTo>
                  <a:pt x="25786" y="94435"/>
                </a:lnTo>
                <a:lnTo>
                  <a:pt x="25786" y="96470"/>
                </a:lnTo>
                <a:lnTo>
                  <a:pt x="20048" y="96470"/>
                </a:lnTo>
                <a:lnTo>
                  <a:pt x="16346" y="92767"/>
                </a:lnTo>
                <a:close/>
                <a:moveTo>
                  <a:pt x="28254" y="95302"/>
                </a:moveTo>
                <a:lnTo>
                  <a:pt x="29555" y="95302"/>
                </a:lnTo>
                <a:lnTo>
                  <a:pt x="30389" y="96136"/>
                </a:lnTo>
                <a:lnTo>
                  <a:pt x="30389" y="97938"/>
                </a:lnTo>
                <a:lnTo>
                  <a:pt x="29155" y="96703"/>
                </a:lnTo>
                <a:lnTo>
                  <a:pt x="28854" y="96603"/>
                </a:lnTo>
                <a:lnTo>
                  <a:pt x="26986" y="96603"/>
                </a:lnTo>
                <a:close/>
                <a:moveTo>
                  <a:pt x="31189" y="96136"/>
                </a:moveTo>
                <a:lnTo>
                  <a:pt x="31990" y="95302"/>
                </a:lnTo>
                <a:lnTo>
                  <a:pt x="33291" y="95302"/>
                </a:lnTo>
                <a:lnTo>
                  <a:pt x="34592" y="96603"/>
                </a:lnTo>
                <a:lnTo>
                  <a:pt x="32691" y="96603"/>
                </a:lnTo>
                <a:lnTo>
                  <a:pt x="32424" y="96703"/>
                </a:lnTo>
                <a:lnTo>
                  <a:pt x="31156" y="97938"/>
                </a:lnTo>
                <a:lnTo>
                  <a:pt x="31156" y="96136"/>
                </a:lnTo>
                <a:close/>
                <a:moveTo>
                  <a:pt x="35793" y="94435"/>
                </a:moveTo>
                <a:lnTo>
                  <a:pt x="37461" y="92767"/>
                </a:lnTo>
                <a:lnTo>
                  <a:pt x="45233" y="92767"/>
                </a:lnTo>
                <a:lnTo>
                  <a:pt x="41497" y="96470"/>
                </a:lnTo>
                <a:lnTo>
                  <a:pt x="35793" y="96470"/>
                </a:lnTo>
                <a:close/>
                <a:moveTo>
                  <a:pt x="54873" y="92767"/>
                </a:moveTo>
                <a:lnTo>
                  <a:pt x="56574" y="94435"/>
                </a:lnTo>
                <a:lnTo>
                  <a:pt x="56574" y="96470"/>
                </a:lnTo>
                <a:lnTo>
                  <a:pt x="50837" y="96470"/>
                </a:lnTo>
                <a:lnTo>
                  <a:pt x="47134" y="92767"/>
                </a:lnTo>
                <a:close/>
                <a:moveTo>
                  <a:pt x="59043" y="95302"/>
                </a:moveTo>
                <a:lnTo>
                  <a:pt x="60344" y="95302"/>
                </a:lnTo>
                <a:lnTo>
                  <a:pt x="61178" y="96136"/>
                </a:lnTo>
                <a:lnTo>
                  <a:pt x="61178" y="97938"/>
                </a:lnTo>
                <a:lnTo>
                  <a:pt x="59943" y="96703"/>
                </a:lnTo>
                <a:lnTo>
                  <a:pt x="59676" y="96603"/>
                </a:lnTo>
                <a:lnTo>
                  <a:pt x="57775" y="96603"/>
                </a:lnTo>
                <a:close/>
                <a:moveTo>
                  <a:pt x="61978" y="96136"/>
                </a:moveTo>
                <a:lnTo>
                  <a:pt x="62779" y="95302"/>
                </a:lnTo>
                <a:lnTo>
                  <a:pt x="64080" y="95302"/>
                </a:lnTo>
                <a:lnTo>
                  <a:pt x="65381" y="96603"/>
                </a:lnTo>
                <a:lnTo>
                  <a:pt x="63479" y="96603"/>
                </a:lnTo>
                <a:lnTo>
                  <a:pt x="63212" y="96703"/>
                </a:lnTo>
                <a:lnTo>
                  <a:pt x="61978" y="97938"/>
                </a:lnTo>
                <a:close/>
                <a:moveTo>
                  <a:pt x="66581" y="94435"/>
                </a:moveTo>
                <a:lnTo>
                  <a:pt x="68249" y="92767"/>
                </a:lnTo>
                <a:lnTo>
                  <a:pt x="76021" y="92767"/>
                </a:lnTo>
                <a:lnTo>
                  <a:pt x="72285" y="96470"/>
                </a:lnTo>
                <a:lnTo>
                  <a:pt x="66581" y="96470"/>
                </a:lnTo>
                <a:lnTo>
                  <a:pt x="66581" y="94435"/>
                </a:lnTo>
                <a:close/>
                <a:moveTo>
                  <a:pt x="85662" y="92767"/>
                </a:moveTo>
                <a:lnTo>
                  <a:pt x="87363" y="94435"/>
                </a:lnTo>
                <a:lnTo>
                  <a:pt x="87363" y="96470"/>
                </a:lnTo>
                <a:lnTo>
                  <a:pt x="81659" y="96470"/>
                </a:lnTo>
                <a:lnTo>
                  <a:pt x="77923" y="92767"/>
                </a:lnTo>
                <a:close/>
                <a:moveTo>
                  <a:pt x="89831" y="95302"/>
                </a:moveTo>
                <a:lnTo>
                  <a:pt x="91132" y="95302"/>
                </a:lnTo>
                <a:lnTo>
                  <a:pt x="91966" y="96136"/>
                </a:lnTo>
                <a:lnTo>
                  <a:pt x="91966" y="97938"/>
                </a:lnTo>
                <a:lnTo>
                  <a:pt x="90732" y="96703"/>
                </a:lnTo>
                <a:lnTo>
                  <a:pt x="90465" y="96603"/>
                </a:lnTo>
                <a:lnTo>
                  <a:pt x="88564" y="96603"/>
                </a:lnTo>
                <a:close/>
                <a:moveTo>
                  <a:pt x="92767" y="96136"/>
                </a:moveTo>
                <a:lnTo>
                  <a:pt x="93567" y="95302"/>
                </a:lnTo>
                <a:lnTo>
                  <a:pt x="94868" y="95302"/>
                </a:lnTo>
                <a:lnTo>
                  <a:pt x="96169" y="96603"/>
                </a:lnTo>
                <a:lnTo>
                  <a:pt x="94268" y="96603"/>
                </a:lnTo>
                <a:lnTo>
                  <a:pt x="94001" y="96703"/>
                </a:lnTo>
                <a:lnTo>
                  <a:pt x="92767" y="97938"/>
                </a:lnTo>
                <a:lnTo>
                  <a:pt x="92767" y="96136"/>
                </a:lnTo>
                <a:close/>
                <a:moveTo>
                  <a:pt x="97370" y="94435"/>
                </a:moveTo>
                <a:lnTo>
                  <a:pt x="99071" y="92767"/>
                </a:lnTo>
                <a:lnTo>
                  <a:pt x="106810" y="92767"/>
                </a:lnTo>
                <a:lnTo>
                  <a:pt x="103074" y="96470"/>
                </a:lnTo>
                <a:lnTo>
                  <a:pt x="97370" y="96470"/>
                </a:lnTo>
                <a:lnTo>
                  <a:pt x="97370" y="94435"/>
                </a:lnTo>
                <a:close/>
                <a:moveTo>
                  <a:pt x="116450" y="92767"/>
                </a:moveTo>
                <a:lnTo>
                  <a:pt x="118152" y="94435"/>
                </a:lnTo>
                <a:lnTo>
                  <a:pt x="118152" y="96470"/>
                </a:lnTo>
                <a:lnTo>
                  <a:pt x="112447" y="96470"/>
                </a:lnTo>
                <a:lnTo>
                  <a:pt x="108711" y="92767"/>
                </a:lnTo>
                <a:close/>
                <a:moveTo>
                  <a:pt x="120653" y="95302"/>
                </a:moveTo>
                <a:lnTo>
                  <a:pt x="121954" y="95302"/>
                </a:lnTo>
                <a:lnTo>
                  <a:pt x="122755" y="96136"/>
                </a:lnTo>
                <a:lnTo>
                  <a:pt x="122755" y="97938"/>
                </a:lnTo>
                <a:lnTo>
                  <a:pt x="121521" y="96703"/>
                </a:lnTo>
                <a:lnTo>
                  <a:pt x="121254" y="96603"/>
                </a:lnTo>
                <a:lnTo>
                  <a:pt x="119352" y="96603"/>
                </a:lnTo>
                <a:close/>
                <a:moveTo>
                  <a:pt x="123555" y="96136"/>
                </a:moveTo>
                <a:lnTo>
                  <a:pt x="124389" y="95302"/>
                </a:lnTo>
                <a:lnTo>
                  <a:pt x="125657" y="95302"/>
                </a:lnTo>
                <a:lnTo>
                  <a:pt x="126958" y="96603"/>
                </a:lnTo>
                <a:lnTo>
                  <a:pt x="125056" y="96603"/>
                </a:lnTo>
                <a:lnTo>
                  <a:pt x="124790" y="96703"/>
                </a:lnTo>
                <a:lnTo>
                  <a:pt x="123555" y="97938"/>
                </a:lnTo>
                <a:lnTo>
                  <a:pt x="123555" y="96136"/>
                </a:lnTo>
                <a:close/>
                <a:moveTo>
                  <a:pt x="128159" y="94435"/>
                </a:moveTo>
                <a:lnTo>
                  <a:pt x="129860" y="92767"/>
                </a:lnTo>
                <a:lnTo>
                  <a:pt x="137599" y="92767"/>
                </a:lnTo>
                <a:lnTo>
                  <a:pt x="133863" y="96470"/>
                </a:lnTo>
                <a:lnTo>
                  <a:pt x="128159" y="96470"/>
                </a:lnTo>
                <a:lnTo>
                  <a:pt x="128159" y="94435"/>
                </a:lnTo>
                <a:close/>
                <a:moveTo>
                  <a:pt x="147272" y="92767"/>
                </a:moveTo>
                <a:lnTo>
                  <a:pt x="148940" y="94435"/>
                </a:lnTo>
                <a:lnTo>
                  <a:pt x="148940" y="96470"/>
                </a:lnTo>
                <a:lnTo>
                  <a:pt x="143236" y="96470"/>
                </a:lnTo>
                <a:lnTo>
                  <a:pt x="139500" y="92767"/>
                </a:lnTo>
                <a:close/>
                <a:moveTo>
                  <a:pt x="151442" y="95302"/>
                </a:moveTo>
                <a:lnTo>
                  <a:pt x="152743" y="95302"/>
                </a:lnTo>
                <a:lnTo>
                  <a:pt x="153543" y="96136"/>
                </a:lnTo>
                <a:lnTo>
                  <a:pt x="153543" y="97938"/>
                </a:lnTo>
                <a:lnTo>
                  <a:pt x="152309" y="96703"/>
                </a:lnTo>
                <a:lnTo>
                  <a:pt x="152042" y="96603"/>
                </a:lnTo>
                <a:lnTo>
                  <a:pt x="150141" y="96603"/>
                </a:lnTo>
                <a:close/>
                <a:moveTo>
                  <a:pt x="154344" y="96136"/>
                </a:moveTo>
                <a:lnTo>
                  <a:pt x="155178" y="95302"/>
                </a:lnTo>
                <a:lnTo>
                  <a:pt x="156479" y="95302"/>
                </a:lnTo>
                <a:lnTo>
                  <a:pt x="157746" y="96603"/>
                </a:lnTo>
                <a:lnTo>
                  <a:pt x="155845" y="96603"/>
                </a:lnTo>
                <a:lnTo>
                  <a:pt x="155578" y="96703"/>
                </a:lnTo>
                <a:lnTo>
                  <a:pt x="154344" y="97938"/>
                </a:lnTo>
                <a:close/>
                <a:moveTo>
                  <a:pt x="158947" y="94435"/>
                </a:moveTo>
                <a:lnTo>
                  <a:pt x="160649" y="92767"/>
                </a:lnTo>
                <a:lnTo>
                  <a:pt x="168387" y="92767"/>
                </a:lnTo>
                <a:lnTo>
                  <a:pt x="164651" y="96470"/>
                </a:lnTo>
                <a:lnTo>
                  <a:pt x="158947" y="96470"/>
                </a:lnTo>
                <a:lnTo>
                  <a:pt x="158947" y="94435"/>
                </a:lnTo>
                <a:close/>
                <a:moveTo>
                  <a:pt x="178061" y="92767"/>
                </a:moveTo>
                <a:lnTo>
                  <a:pt x="179729" y="94435"/>
                </a:lnTo>
                <a:lnTo>
                  <a:pt x="179729" y="96470"/>
                </a:lnTo>
                <a:lnTo>
                  <a:pt x="174025" y="96470"/>
                </a:lnTo>
                <a:lnTo>
                  <a:pt x="170289" y="92767"/>
                </a:lnTo>
                <a:close/>
                <a:moveTo>
                  <a:pt x="182231" y="95302"/>
                </a:moveTo>
                <a:lnTo>
                  <a:pt x="183532" y="95302"/>
                </a:lnTo>
                <a:lnTo>
                  <a:pt x="184332" y="96136"/>
                </a:lnTo>
                <a:lnTo>
                  <a:pt x="184332" y="97938"/>
                </a:lnTo>
                <a:lnTo>
                  <a:pt x="183098" y="96703"/>
                </a:lnTo>
                <a:lnTo>
                  <a:pt x="182831" y="96603"/>
                </a:lnTo>
                <a:lnTo>
                  <a:pt x="180930" y="96603"/>
                </a:lnTo>
                <a:close/>
                <a:moveTo>
                  <a:pt x="185133" y="96136"/>
                </a:moveTo>
                <a:lnTo>
                  <a:pt x="185967" y="95302"/>
                </a:lnTo>
                <a:lnTo>
                  <a:pt x="187268" y="95302"/>
                </a:lnTo>
                <a:lnTo>
                  <a:pt x="188535" y="96603"/>
                </a:lnTo>
                <a:lnTo>
                  <a:pt x="186667" y="96603"/>
                </a:lnTo>
                <a:lnTo>
                  <a:pt x="186367" y="96703"/>
                </a:lnTo>
                <a:lnTo>
                  <a:pt x="185133" y="97938"/>
                </a:lnTo>
                <a:close/>
                <a:moveTo>
                  <a:pt x="189736" y="94435"/>
                </a:moveTo>
                <a:lnTo>
                  <a:pt x="191437" y="92767"/>
                </a:lnTo>
                <a:lnTo>
                  <a:pt x="199176" y="92767"/>
                </a:lnTo>
                <a:lnTo>
                  <a:pt x="195473" y="96470"/>
                </a:lnTo>
                <a:lnTo>
                  <a:pt x="189736" y="96470"/>
                </a:lnTo>
                <a:lnTo>
                  <a:pt x="189736" y="94435"/>
                </a:lnTo>
                <a:close/>
                <a:moveTo>
                  <a:pt x="208850" y="92767"/>
                </a:moveTo>
                <a:lnTo>
                  <a:pt x="210518" y="94435"/>
                </a:lnTo>
                <a:lnTo>
                  <a:pt x="210518" y="96470"/>
                </a:lnTo>
                <a:lnTo>
                  <a:pt x="204813" y="96470"/>
                </a:lnTo>
                <a:lnTo>
                  <a:pt x="201077" y="92767"/>
                </a:lnTo>
                <a:close/>
                <a:moveTo>
                  <a:pt x="213019" y="95302"/>
                </a:moveTo>
                <a:lnTo>
                  <a:pt x="214320" y="95302"/>
                </a:lnTo>
                <a:lnTo>
                  <a:pt x="215121" y="96136"/>
                </a:lnTo>
                <a:lnTo>
                  <a:pt x="215121" y="97938"/>
                </a:lnTo>
                <a:lnTo>
                  <a:pt x="213887" y="96703"/>
                </a:lnTo>
                <a:lnTo>
                  <a:pt x="213620" y="96603"/>
                </a:lnTo>
                <a:lnTo>
                  <a:pt x="211718" y="96603"/>
                </a:lnTo>
                <a:close/>
                <a:moveTo>
                  <a:pt x="215921" y="96136"/>
                </a:moveTo>
                <a:lnTo>
                  <a:pt x="216755" y="95302"/>
                </a:lnTo>
                <a:lnTo>
                  <a:pt x="218056" y="95302"/>
                </a:lnTo>
                <a:lnTo>
                  <a:pt x="219324" y="96603"/>
                </a:lnTo>
                <a:lnTo>
                  <a:pt x="217456" y="96603"/>
                </a:lnTo>
                <a:lnTo>
                  <a:pt x="217156" y="96703"/>
                </a:lnTo>
                <a:lnTo>
                  <a:pt x="215921" y="97938"/>
                </a:lnTo>
                <a:close/>
                <a:moveTo>
                  <a:pt x="220558" y="94435"/>
                </a:moveTo>
                <a:lnTo>
                  <a:pt x="222226" y="92767"/>
                </a:lnTo>
                <a:lnTo>
                  <a:pt x="229965" y="92767"/>
                </a:lnTo>
                <a:lnTo>
                  <a:pt x="226262" y="96470"/>
                </a:lnTo>
                <a:lnTo>
                  <a:pt x="220525" y="96470"/>
                </a:lnTo>
                <a:lnTo>
                  <a:pt x="220525" y="94435"/>
                </a:lnTo>
                <a:close/>
                <a:moveTo>
                  <a:pt x="222226" y="91967"/>
                </a:moveTo>
                <a:lnTo>
                  <a:pt x="220558" y="90299"/>
                </a:lnTo>
                <a:lnTo>
                  <a:pt x="220558" y="88264"/>
                </a:lnTo>
                <a:lnTo>
                  <a:pt x="226262" y="88264"/>
                </a:lnTo>
                <a:lnTo>
                  <a:pt x="229965" y="91967"/>
                </a:lnTo>
                <a:close/>
                <a:moveTo>
                  <a:pt x="223260" y="77356"/>
                </a:moveTo>
                <a:lnTo>
                  <a:pt x="225128" y="77356"/>
                </a:lnTo>
                <a:lnTo>
                  <a:pt x="226529" y="78791"/>
                </a:lnTo>
                <a:lnTo>
                  <a:pt x="226529" y="80792"/>
                </a:lnTo>
                <a:lnTo>
                  <a:pt x="225228" y="82126"/>
                </a:lnTo>
                <a:lnTo>
                  <a:pt x="225228" y="79324"/>
                </a:lnTo>
                <a:close/>
                <a:moveTo>
                  <a:pt x="227330" y="80025"/>
                </a:moveTo>
                <a:lnTo>
                  <a:pt x="227330" y="78457"/>
                </a:lnTo>
                <a:lnTo>
                  <a:pt x="226229" y="77356"/>
                </a:lnTo>
                <a:lnTo>
                  <a:pt x="229965" y="77356"/>
                </a:lnTo>
                <a:close/>
                <a:moveTo>
                  <a:pt x="230532" y="77923"/>
                </a:moveTo>
                <a:lnTo>
                  <a:pt x="230532" y="81659"/>
                </a:lnTo>
                <a:lnTo>
                  <a:pt x="229431" y="80559"/>
                </a:lnTo>
                <a:lnTo>
                  <a:pt x="229264" y="80559"/>
                </a:lnTo>
                <a:lnTo>
                  <a:pt x="227897" y="80559"/>
                </a:lnTo>
                <a:close/>
                <a:moveTo>
                  <a:pt x="227096" y="81359"/>
                </a:moveTo>
                <a:lnTo>
                  <a:pt x="229097" y="81359"/>
                </a:lnTo>
                <a:lnTo>
                  <a:pt x="230532" y="82794"/>
                </a:lnTo>
                <a:lnTo>
                  <a:pt x="230532" y="84662"/>
                </a:lnTo>
                <a:lnTo>
                  <a:pt x="228564" y="82693"/>
                </a:lnTo>
                <a:lnTo>
                  <a:pt x="228397" y="82693"/>
                </a:lnTo>
                <a:lnTo>
                  <a:pt x="225795" y="82693"/>
                </a:lnTo>
                <a:close/>
                <a:moveTo>
                  <a:pt x="231332" y="77923"/>
                </a:moveTo>
                <a:lnTo>
                  <a:pt x="233968" y="80559"/>
                </a:lnTo>
                <a:lnTo>
                  <a:pt x="232567" y="80559"/>
                </a:lnTo>
                <a:lnTo>
                  <a:pt x="232300" y="80692"/>
                </a:lnTo>
                <a:lnTo>
                  <a:pt x="231332" y="81659"/>
                </a:lnTo>
                <a:lnTo>
                  <a:pt x="231332" y="77923"/>
                </a:lnTo>
                <a:close/>
                <a:moveTo>
                  <a:pt x="229965" y="76589"/>
                </a:moveTo>
                <a:lnTo>
                  <a:pt x="226229" y="76589"/>
                </a:lnTo>
                <a:lnTo>
                  <a:pt x="227229" y="75588"/>
                </a:lnTo>
                <a:lnTo>
                  <a:pt x="227330" y="75321"/>
                </a:lnTo>
                <a:lnTo>
                  <a:pt x="227330" y="73920"/>
                </a:lnTo>
                <a:close/>
                <a:moveTo>
                  <a:pt x="227897" y="73387"/>
                </a:moveTo>
                <a:lnTo>
                  <a:pt x="229431" y="73387"/>
                </a:lnTo>
                <a:lnTo>
                  <a:pt x="230532" y="72286"/>
                </a:lnTo>
                <a:lnTo>
                  <a:pt x="230532" y="76022"/>
                </a:lnTo>
                <a:close/>
                <a:moveTo>
                  <a:pt x="221959" y="73253"/>
                </a:moveTo>
                <a:lnTo>
                  <a:pt x="218657" y="76589"/>
                </a:lnTo>
                <a:lnTo>
                  <a:pt x="216488" y="76589"/>
                </a:lnTo>
                <a:lnTo>
                  <a:pt x="220425" y="72620"/>
                </a:lnTo>
                <a:lnTo>
                  <a:pt x="220425" y="67049"/>
                </a:lnTo>
                <a:lnTo>
                  <a:pt x="221959" y="68583"/>
                </a:lnTo>
                <a:lnTo>
                  <a:pt x="221959" y="73253"/>
                </a:lnTo>
                <a:close/>
                <a:moveTo>
                  <a:pt x="220558" y="63646"/>
                </a:moveTo>
                <a:lnTo>
                  <a:pt x="222226" y="61979"/>
                </a:lnTo>
                <a:lnTo>
                  <a:pt x="229965" y="61979"/>
                </a:lnTo>
                <a:lnTo>
                  <a:pt x="226262" y="65681"/>
                </a:lnTo>
                <a:lnTo>
                  <a:pt x="220525" y="65681"/>
                </a:lnTo>
                <a:lnTo>
                  <a:pt x="220525" y="63646"/>
                </a:lnTo>
                <a:close/>
                <a:moveTo>
                  <a:pt x="222226" y="61178"/>
                </a:moveTo>
                <a:lnTo>
                  <a:pt x="220558" y="59510"/>
                </a:lnTo>
                <a:lnTo>
                  <a:pt x="220558" y="57475"/>
                </a:lnTo>
                <a:lnTo>
                  <a:pt x="226262" y="57475"/>
                </a:lnTo>
                <a:lnTo>
                  <a:pt x="229965" y="61178"/>
                </a:lnTo>
                <a:close/>
                <a:moveTo>
                  <a:pt x="223260" y="46568"/>
                </a:moveTo>
                <a:lnTo>
                  <a:pt x="225128" y="46568"/>
                </a:lnTo>
                <a:lnTo>
                  <a:pt x="226529" y="48002"/>
                </a:lnTo>
                <a:lnTo>
                  <a:pt x="226529" y="50003"/>
                </a:lnTo>
                <a:lnTo>
                  <a:pt x="225228" y="51338"/>
                </a:lnTo>
                <a:lnTo>
                  <a:pt x="225228" y="48536"/>
                </a:lnTo>
                <a:close/>
                <a:moveTo>
                  <a:pt x="227330" y="49236"/>
                </a:moveTo>
                <a:lnTo>
                  <a:pt x="227330" y="47835"/>
                </a:lnTo>
                <a:lnTo>
                  <a:pt x="227229" y="47568"/>
                </a:lnTo>
                <a:lnTo>
                  <a:pt x="226229" y="46568"/>
                </a:lnTo>
                <a:lnTo>
                  <a:pt x="229965" y="46568"/>
                </a:lnTo>
                <a:close/>
                <a:moveTo>
                  <a:pt x="230532" y="47135"/>
                </a:moveTo>
                <a:lnTo>
                  <a:pt x="230532" y="50871"/>
                </a:lnTo>
                <a:lnTo>
                  <a:pt x="229431" y="49770"/>
                </a:lnTo>
                <a:lnTo>
                  <a:pt x="227897" y="49770"/>
                </a:lnTo>
                <a:close/>
                <a:moveTo>
                  <a:pt x="227096" y="50570"/>
                </a:moveTo>
                <a:lnTo>
                  <a:pt x="229097" y="50570"/>
                </a:lnTo>
                <a:lnTo>
                  <a:pt x="230532" y="52005"/>
                </a:lnTo>
                <a:lnTo>
                  <a:pt x="230532" y="53873"/>
                </a:lnTo>
                <a:lnTo>
                  <a:pt x="228564" y="51905"/>
                </a:lnTo>
                <a:lnTo>
                  <a:pt x="225762" y="51905"/>
                </a:lnTo>
                <a:close/>
                <a:moveTo>
                  <a:pt x="231332" y="47135"/>
                </a:moveTo>
                <a:lnTo>
                  <a:pt x="233968" y="49770"/>
                </a:lnTo>
                <a:lnTo>
                  <a:pt x="232567" y="49770"/>
                </a:lnTo>
                <a:lnTo>
                  <a:pt x="232300" y="49903"/>
                </a:lnTo>
                <a:lnTo>
                  <a:pt x="231332" y="50871"/>
                </a:lnTo>
                <a:lnTo>
                  <a:pt x="231332" y="47135"/>
                </a:lnTo>
                <a:close/>
                <a:moveTo>
                  <a:pt x="229965" y="45800"/>
                </a:moveTo>
                <a:lnTo>
                  <a:pt x="226229" y="45800"/>
                </a:lnTo>
                <a:lnTo>
                  <a:pt x="227330" y="44700"/>
                </a:lnTo>
                <a:lnTo>
                  <a:pt x="227330" y="43132"/>
                </a:lnTo>
                <a:close/>
                <a:moveTo>
                  <a:pt x="227897" y="42598"/>
                </a:moveTo>
                <a:lnTo>
                  <a:pt x="229264" y="42598"/>
                </a:lnTo>
                <a:lnTo>
                  <a:pt x="229431" y="42598"/>
                </a:lnTo>
                <a:lnTo>
                  <a:pt x="230532" y="41497"/>
                </a:lnTo>
                <a:lnTo>
                  <a:pt x="230532" y="45233"/>
                </a:lnTo>
                <a:close/>
                <a:moveTo>
                  <a:pt x="221959" y="42465"/>
                </a:moveTo>
                <a:lnTo>
                  <a:pt x="218657" y="45800"/>
                </a:lnTo>
                <a:lnTo>
                  <a:pt x="216488" y="45800"/>
                </a:lnTo>
                <a:lnTo>
                  <a:pt x="220425" y="41831"/>
                </a:lnTo>
                <a:lnTo>
                  <a:pt x="220425" y="36260"/>
                </a:lnTo>
                <a:lnTo>
                  <a:pt x="221959" y="37795"/>
                </a:lnTo>
                <a:lnTo>
                  <a:pt x="221959" y="42465"/>
                </a:lnTo>
                <a:close/>
                <a:moveTo>
                  <a:pt x="220558" y="32858"/>
                </a:moveTo>
                <a:lnTo>
                  <a:pt x="222226" y="31190"/>
                </a:lnTo>
                <a:lnTo>
                  <a:pt x="229965" y="31190"/>
                </a:lnTo>
                <a:lnTo>
                  <a:pt x="226262" y="34893"/>
                </a:lnTo>
                <a:lnTo>
                  <a:pt x="220525" y="34893"/>
                </a:lnTo>
                <a:lnTo>
                  <a:pt x="220525" y="32858"/>
                </a:lnTo>
                <a:close/>
                <a:moveTo>
                  <a:pt x="222226" y="30389"/>
                </a:moveTo>
                <a:lnTo>
                  <a:pt x="220558" y="28721"/>
                </a:lnTo>
                <a:lnTo>
                  <a:pt x="220558" y="26687"/>
                </a:lnTo>
                <a:lnTo>
                  <a:pt x="226262" y="26687"/>
                </a:lnTo>
                <a:lnTo>
                  <a:pt x="229965" y="30389"/>
                </a:lnTo>
                <a:lnTo>
                  <a:pt x="222226" y="30389"/>
                </a:lnTo>
                <a:close/>
                <a:moveTo>
                  <a:pt x="219657" y="25786"/>
                </a:moveTo>
                <a:lnTo>
                  <a:pt x="217623" y="25786"/>
                </a:lnTo>
                <a:lnTo>
                  <a:pt x="215921" y="24085"/>
                </a:lnTo>
                <a:lnTo>
                  <a:pt x="215921" y="16346"/>
                </a:lnTo>
                <a:lnTo>
                  <a:pt x="219657" y="20049"/>
                </a:lnTo>
                <a:lnTo>
                  <a:pt x="219657" y="25786"/>
                </a:lnTo>
                <a:close/>
                <a:moveTo>
                  <a:pt x="215121" y="24085"/>
                </a:moveTo>
                <a:lnTo>
                  <a:pt x="213453" y="25786"/>
                </a:lnTo>
                <a:lnTo>
                  <a:pt x="211418" y="25786"/>
                </a:lnTo>
                <a:lnTo>
                  <a:pt x="211418" y="20049"/>
                </a:lnTo>
                <a:lnTo>
                  <a:pt x="215121" y="16346"/>
                </a:lnTo>
                <a:lnTo>
                  <a:pt x="215121" y="24085"/>
                </a:lnTo>
                <a:close/>
                <a:moveTo>
                  <a:pt x="202679" y="21083"/>
                </a:moveTo>
                <a:lnTo>
                  <a:pt x="202512" y="21083"/>
                </a:lnTo>
                <a:lnTo>
                  <a:pt x="200544" y="23051"/>
                </a:lnTo>
                <a:lnTo>
                  <a:pt x="200544" y="21216"/>
                </a:lnTo>
                <a:lnTo>
                  <a:pt x="201945" y="19782"/>
                </a:lnTo>
                <a:lnTo>
                  <a:pt x="203979" y="19782"/>
                </a:lnTo>
                <a:lnTo>
                  <a:pt x="205280" y="21083"/>
                </a:lnTo>
                <a:close/>
                <a:moveTo>
                  <a:pt x="203746" y="18447"/>
                </a:moveTo>
                <a:lnTo>
                  <a:pt x="201077" y="15779"/>
                </a:lnTo>
                <a:lnTo>
                  <a:pt x="204847" y="15779"/>
                </a:lnTo>
                <a:lnTo>
                  <a:pt x="203746" y="16880"/>
                </a:lnTo>
                <a:lnTo>
                  <a:pt x="203746" y="18447"/>
                </a:lnTo>
                <a:close/>
                <a:moveTo>
                  <a:pt x="200544" y="14445"/>
                </a:moveTo>
                <a:lnTo>
                  <a:pt x="200544" y="10709"/>
                </a:lnTo>
                <a:lnTo>
                  <a:pt x="201644" y="11776"/>
                </a:lnTo>
                <a:lnTo>
                  <a:pt x="203179" y="11776"/>
                </a:lnTo>
                <a:close/>
                <a:moveTo>
                  <a:pt x="199743" y="14445"/>
                </a:moveTo>
                <a:lnTo>
                  <a:pt x="197108" y="11776"/>
                </a:lnTo>
                <a:lnTo>
                  <a:pt x="198476" y="11776"/>
                </a:lnTo>
                <a:lnTo>
                  <a:pt x="198776" y="11676"/>
                </a:lnTo>
                <a:lnTo>
                  <a:pt x="199743" y="10709"/>
                </a:lnTo>
                <a:lnTo>
                  <a:pt x="199743" y="14445"/>
                </a:lnTo>
                <a:close/>
                <a:moveTo>
                  <a:pt x="199176" y="15779"/>
                </a:moveTo>
                <a:lnTo>
                  <a:pt x="196541" y="18414"/>
                </a:lnTo>
                <a:lnTo>
                  <a:pt x="196541" y="16880"/>
                </a:lnTo>
                <a:lnTo>
                  <a:pt x="195440" y="15779"/>
                </a:lnTo>
                <a:close/>
                <a:moveTo>
                  <a:pt x="199743" y="16346"/>
                </a:moveTo>
                <a:lnTo>
                  <a:pt x="199743" y="20082"/>
                </a:lnTo>
                <a:lnTo>
                  <a:pt x="198776" y="19115"/>
                </a:lnTo>
                <a:lnTo>
                  <a:pt x="198476" y="18981"/>
                </a:lnTo>
                <a:lnTo>
                  <a:pt x="197108" y="18981"/>
                </a:lnTo>
                <a:close/>
                <a:moveTo>
                  <a:pt x="188869" y="25786"/>
                </a:moveTo>
                <a:lnTo>
                  <a:pt x="186801" y="25786"/>
                </a:lnTo>
                <a:lnTo>
                  <a:pt x="185133" y="24085"/>
                </a:lnTo>
                <a:lnTo>
                  <a:pt x="185133" y="16346"/>
                </a:lnTo>
                <a:lnTo>
                  <a:pt x="188869" y="20049"/>
                </a:lnTo>
                <a:lnTo>
                  <a:pt x="188869" y="25786"/>
                </a:lnTo>
                <a:close/>
                <a:moveTo>
                  <a:pt x="184332" y="24085"/>
                </a:moveTo>
                <a:lnTo>
                  <a:pt x="182664" y="25786"/>
                </a:lnTo>
                <a:lnTo>
                  <a:pt x="180629" y="25786"/>
                </a:lnTo>
                <a:lnTo>
                  <a:pt x="180629" y="20049"/>
                </a:lnTo>
                <a:lnTo>
                  <a:pt x="184332" y="16346"/>
                </a:lnTo>
                <a:lnTo>
                  <a:pt x="184332" y="24085"/>
                </a:lnTo>
                <a:close/>
                <a:moveTo>
                  <a:pt x="171723" y="21083"/>
                </a:moveTo>
                <a:lnTo>
                  <a:pt x="169755" y="23051"/>
                </a:lnTo>
                <a:lnTo>
                  <a:pt x="169755" y="21216"/>
                </a:lnTo>
                <a:lnTo>
                  <a:pt x="171156" y="19782"/>
                </a:lnTo>
                <a:lnTo>
                  <a:pt x="173157" y="19782"/>
                </a:lnTo>
                <a:lnTo>
                  <a:pt x="174492" y="21083"/>
                </a:lnTo>
                <a:close/>
                <a:moveTo>
                  <a:pt x="172957" y="18447"/>
                </a:moveTo>
                <a:lnTo>
                  <a:pt x="170289" y="15779"/>
                </a:lnTo>
                <a:lnTo>
                  <a:pt x="174025" y="15779"/>
                </a:lnTo>
                <a:lnTo>
                  <a:pt x="172957" y="16880"/>
                </a:lnTo>
                <a:lnTo>
                  <a:pt x="172957" y="18447"/>
                </a:lnTo>
                <a:close/>
                <a:moveTo>
                  <a:pt x="169755" y="14445"/>
                </a:moveTo>
                <a:lnTo>
                  <a:pt x="169755" y="10709"/>
                </a:lnTo>
                <a:lnTo>
                  <a:pt x="170722" y="11676"/>
                </a:lnTo>
                <a:lnTo>
                  <a:pt x="170989" y="11809"/>
                </a:lnTo>
                <a:lnTo>
                  <a:pt x="172390" y="11809"/>
                </a:lnTo>
                <a:close/>
                <a:moveTo>
                  <a:pt x="168954" y="14445"/>
                </a:moveTo>
                <a:lnTo>
                  <a:pt x="166319" y="11776"/>
                </a:lnTo>
                <a:lnTo>
                  <a:pt x="167854" y="11776"/>
                </a:lnTo>
                <a:lnTo>
                  <a:pt x="168954" y="10709"/>
                </a:lnTo>
                <a:close/>
                <a:moveTo>
                  <a:pt x="168387" y="15779"/>
                </a:moveTo>
                <a:lnTo>
                  <a:pt x="165752" y="18414"/>
                </a:lnTo>
                <a:lnTo>
                  <a:pt x="165752" y="16880"/>
                </a:lnTo>
                <a:lnTo>
                  <a:pt x="164651" y="15779"/>
                </a:lnTo>
                <a:close/>
                <a:moveTo>
                  <a:pt x="165519" y="19782"/>
                </a:moveTo>
                <a:lnTo>
                  <a:pt x="167520" y="19782"/>
                </a:lnTo>
                <a:lnTo>
                  <a:pt x="168954" y="21216"/>
                </a:lnTo>
                <a:lnTo>
                  <a:pt x="168954" y="23051"/>
                </a:lnTo>
                <a:lnTo>
                  <a:pt x="166986" y="21083"/>
                </a:lnTo>
                <a:lnTo>
                  <a:pt x="166820" y="21083"/>
                </a:lnTo>
                <a:lnTo>
                  <a:pt x="164218" y="21083"/>
                </a:lnTo>
                <a:close/>
                <a:moveTo>
                  <a:pt x="163417" y="21883"/>
                </a:moveTo>
                <a:lnTo>
                  <a:pt x="166653" y="21883"/>
                </a:lnTo>
                <a:lnTo>
                  <a:pt x="168954" y="24185"/>
                </a:lnTo>
                <a:lnTo>
                  <a:pt x="168954" y="26553"/>
                </a:lnTo>
                <a:lnTo>
                  <a:pt x="165952" y="23551"/>
                </a:lnTo>
                <a:lnTo>
                  <a:pt x="165786" y="23551"/>
                </a:lnTo>
                <a:lnTo>
                  <a:pt x="161716" y="23551"/>
                </a:lnTo>
                <a:close/>
                <a:moveTo>
                  <a:pt x="160949" y="24352"/>
                </a:moveTo>
                <a:lnTo>
                  <a:pt x="165619" y="24352"/>
                </a:lnTo>
                <a:lnTo>
                  <a:pt x="168954" y="27654"/>
                </a:lnTo>
                <a:lnTo>
                  <a:pt x="168954" y="29822"/>
                </a:lnTo>
                <a:lnTo>
                  <a:pt x="164985" y="25886"/>
                </a:lnTo>
                <a:lnTo>
                  <a:pt x="164852" y="25886"/>
                </a:lnTo>
                <a:lnTo>
                  <a:pt x="159414" y="25886"/>
                </a:lnTo>
                <a:close/>
                <a:moveTo>
                  <a:pt x="158047" y="25786"/>
                </a:moveTo>
                <a:lnTo>
                  <a:pt x="156012" y="25786"/>
                </a:lnTo>
                <a:lnTo>
                  <a:pt x="154344" y="24085"/>
                </a:lnTo>
                <a:lnTo>
                  <a:pt x="154344" y="16346"/>
                </a:lnTo>
                <a:lnTo>
                  <a:pt x="158047" y="20049"/>
                </a:lnTo>
                <a:lnTo>
                  <a:pt x="158047" y="25786"/>
                </a:lnTo>
                <a:close/>
                <a:moveTo>
                  <a:pt x="153543" y="24085"/>
                </a:moveTo>
                <a:lnTo>
                  <a:pt x="151876" y="25786"/>
                </a:lnTo>
                <a:lnTo>
                  <a:pt x="149841" y="25786"/>
                </a:lnTo>
                <a:lnTo>
                  <a:pt x="149841" y="20049"/>
                </a:lnTo>
                <a:lnTo>
                  <a:pt x="153543" y="16346"/>
                </a:lnTo>
                <a:lnTo>
                  <a:pt x="153543" y="24085"/>
                </a:lnTo>
                <a:close/>
                <a:moveTo>
                  <a:pt x="141068" y="21083"/>
                </a:moveTo>
                <a:lnTo>
                  <a:pt x="140901" y="21083"/>
                </a:lnTo>
                <a:lnTo>
                  <a:pt x="138933" y="23051"/>
                </a:lnTo>
                <a:lnTo>
                  <a:pt x="138933" y="21216"/>
                </a:lnTo>
                <a:lnTo>
                  <a:pt x="140367" y="19782"/>
                </a:lnTo>
                <a:lnTo>
                  <a:pt x="142369" y="19782"/>
                </a:lnTo>
                <a:lnTo>
                  <a:pt x="143703" y="21083"/>
                </a:lnTo>
                <a:close/>
                <a:moveTo>
                  <a:pt x="142135" y="18447"/>
                </a:moveTo>
                <a:lnTo>
                  <a:pt x="139500" y="15779"/>
                </a:lnTo>
                <a:lnTo>
                  <a:pt x="143236" y="15779"/>
                </a:lnTo>
                <a:lnTo>
                  <a:pt x="142135" y="16880"/>
                </a:lnTo>
                <a:lnTo>
                  <a:pt x="142135" y="18447"/>
                </a:lnTo>
                <a:close/>
                <a:moveTo>
                  <a:pt x="138933" y="14445"/>
                </a:moveTo>
                <a:lnTo>
                  <a:pt x="138933" y="10709"/>
                </a:lnTo>
                <a:lnTo>
                  <a:pt x="140034" y="11776"/>
                </a:lnTo>
                <a:lnTo>
                  <a:pt x="141602" y="11776"/>
                </a:lnTo>
                <a:close/>
                <a:moveTo>
                  <a:pt x="138166" y="14445"/>
                </a:moveTo>
                <a:lnTo>
                  <a:pt x="135531" y="11776"/>
                </a:lnTo>
                <a:lnTo>
                  <a:pt x="136898" y="11776"/>
                </a:lnTo>
                <a:lnTo>
                  <a:pt x="137165" y="11676"/>
                </a:lnTo>
                <a:lnTo>
                  <a:pt x="138166" y="10709"/>
                </a:lnTo>
                <a:lnTo>
                  <a:pt x="138166" y="14445"/>
                </a:lnTo>
                <a:close/>
                <a:moveTo>
                  <a:pt x="137599" y="15779"/>
                </a:moveTo>
                <a:lnTo>
                  <a:pt x="134964" y="18414"/>
                </a:lnTo>
                <a:lnTo>
                  <a:pt x="134964" y="16880"/>
                </a:lnTo>
                <a:lnTo>
                  <a:pt x="133863" y="15779"/>
                </a:lnTo>
                <a:close/>
                <a:moveTo>
                  <a:pt x="138166" y="16346"/>
                </a:moveTo>
                <a:lnTo>
                  <a:pt x="138166" y="20082"/>
                </a:lnTo>
                <a:lnTo>
                  <a:pt x="137165" y="19115"/>
                </a:lnTo>
                <a:lnTo>
                  <a:pt x="136898" y="18981"/>
                </a:lnTo>
                <a:lnTo>
                  <a:pt x="135531" y="18981"/>
                </a:lnTo>
                <a:close/>
                <a:moveTo>
                  <a:pt x="127258" y="25786"/>
                </a:moveTo>
                <a:lnTo>
                  <a:pt x="125223" y="25786"/>
                </a:lnTo>
                <a:lnTo>
                  <a:pt x="123555" y="24085"/>
                </a:lnTo>
                <a:lnTo>
                  <a:pt x="123555" y="16346"/>
                </a:lnTo>
                <a:lnTo>
                  <a:pt x="127258" y="20049"/>
                </a:lnTo>
                <a:close/>
                <a:moveTo>
                  <a:pt x="122755" y="24085"/>
                </a:moveTo>
                <a:lnTo>
                  <a:pt x="121087" y="25786"/>
                </a:lnTo>
                <a:lnTo>
                  <a:pt x="119052" y="25786"/>
                </a:lnTo>
                <a:lnTo>
                  <a:pt x="119052" y="20049"/>
                </a:lnTo>
                <a:lnTo>
                  <a:pt x="122755" y="16346"/>
                </a:lnTo>
                <a:close/>
                <a:moveTo>
                  <a:pt x="110112" y="21083"/>
                </a:moveTo>
                <a:lnTo>
                  <a:pt x="108144" y="23051"/>
                </a:lnTo>
                <a:lnTo>
                  <a:pt x="108144" y="21216"/>
                </a:lnTo>
                <a:lnTo>
                  <a:pt x="109579" y="19782"/>
                </a:lnTo>
                <a:lnTo>
                  <a:pt x="111580" y="19782"/>
                </a:lnTo>
                <a:lnTo>
                  <a:pt x="112914" y="21083"/>
                </a:lnTo>
                <a:close/>
                <a:moveTo>
                  <a:pt x="111347" y="18447"/>
                </a:moveTo>
                <a:lnTo>
                  <a:pt x="108711" y="15779"/>
                </a:lnTo>
                <a:lnTo>
                  <a:pt x="112447" y="15779"/>
                </a:lnTo>
                <a:lnTo>
                  <a:pt x="111347" y="16880"/>
                </a:lnTo>
                <a:close/>
                <a:moveTo>
                  <a:pt x="108144" y="14445"/>
                </a:moveTo>
                <a:lnTo>
                  <a:pt x="108144" y="10709"/>
                </a:lnTo>
                <a:lnTo>
                  <a:pt x="109145" y="11676"/>
                </a:lnTo>
                <a:lnTo>
                  <a:pt x="109412" y="11809"/>
                </a:lnTo>
                <a:lnTo>
                  <a:pt x="110813" y="11809"/>
                </a:lnTo>
                <a:close/>
                <a:moveTo>
                  <a:pt x="107377" y="14445"/>
                </a:moveTo>
                <a:lnTo>
                  <a:pt x="104709" y="11776"/>
                </a:lnTo>
                <a:lnTo>
                  <a:pt x="106276" y="11776"/>
                </a:lnTo>
                <a:lnTo>
                  <a:pt x="107377" y="10709"/>
                </a:lnTo>
                <a:close/>
                <a:moveTo>
                  <a:pt x="106810" y="15779"/>
                </a:moveTo>
                <a:lnTo>
                  <a:pt x="104175" y="18414"/>
                </a:lnTo>
                <a:lnTo>
                  <a:pt x="104175" y="16880"/>
                </a:lnTo>
                <a:lnTo>
                  <a:pt x="103074" y="15779"/>
                </a:lnTo>
                <a:close/>
                <a:moveTo>
                  <a:pt x="103941" y="19782"/>
                </a:moveTo>
                <a:lnTo>
                  <a:pt x="105943" y="19782"/>
                </a:lnTo>
                <a:lnTo>
                  <a:pt x="107344" y="21216"/>
                </a:lnTo>
                <a:lnTo>
                  <a:pt x="107344" y="23051"/>
                </a:lnTo>
                <a:lnTo>
                  <a:pt x="105376" y="21083"/>
                </a:lnTo>
                <a:lnTo>
                  <a:pt x="105242" y="21083"/>
                </a:lnTo>
                <a:lnTo>
                  <a:pt x="102607" y="21083"/>
                </a:lnTo>
                <a:close/>
                <a:moveTo>
                  <a:pt x="101840" y="21883"/>
                </a:moveTo>
                <a:lnTo>
                  <a:pt x="105076" y="21883"/>
                </a:lnTo>
                <a:lnTo>
                  <a:pt x="107377" y="24185"/>
                </a:lnTo>
                <a:lnTo>
                  <a:pt x="107377" y="26553"/>
                </a:lnTo>
                <a:lnTo>
                  <a:pt x="104375" y="23551"/>
                </a:lnTo>
                <a:lnTo>
                  <a:pt x="104208" y="23551"/>
                </a:lnTo>
                <a:lnTo>
                  <a:pt x="100139" y="23551"/>
                </a:lnTo>
                <a:close/>
                <a:moveTo>
                  <a:pt x="99371" y="24352"/>
                </a:moveTo>
                <a:lnTo>
                  <a:pt x="104041" y="24352"/>
                </a:lnTo>
                <a:lnTo>
                  <a:pt x="107377" y="27654"/>
                </a:lnTo>
                <a:lnTo>
                  <a:pt x="107377" y="29822"/>
                </a:lnTo>
                <a:lnTo>
                  <a:pt x="103408" y="25886"/>
                </a:lnTo>
                <a:lnTo>
                  <a:pt x="103241" y="25886"/>
                </a:lnTo>
                <a:lnTo>
                  <a:pt x="97837" y="25886"/>
                </a:lnTo>
                <a:close/>
                <a:moveTo>
                  <a:pt x="96469" y="25786"/>
                </a:moveTo>
                <a:lnTo>
                  <a:pt x="94435" y="25786"/>
                </a:lnTo>
                <a:lnTo>
                  <a:pt x="92767" y="24085"/>
                </a:lnTo>
                <a:lnTo>
                  <a:pt x="92767" y="16346"/>
                </a:lnTo>
                <a:lnTo>
                  <a:pt x="96469" y="20082"/>
                </a:lnTo>
                <a:close/>
                <a:moveTo>
                  <a:pt x="91966" y="24085"/>
                </a:moveTo>
                <a:lnTo>
                  <a:pt x="90298" y="25786"/>
                </a:lnTo>
                <a:lnTo>
                  <a:pt x="88264" y="25786"/>
                </a:lnTo>
                <a:lnTo>
                  <a:pt x="88264" y="20049"/>
                </a:lnTo>
                <a:lnTo>
                  <a:pt x="91966" y="16346"/>
                </a:lnTo>
                <a:close/>
                <a:moveTo>
                  <a:pt x="79491" y="21083"/>
                </a:moveTo>
                <a:lnTo>
                  <a:pt x="79324" y="21083"/>
                </a:lnTo>
                <a:lnTo>
                  <a:pt x="77356" y="23051"/>
                </a:lnTo>
                <a:lnTo>
                  <a:pt x="77356" y="21216"/>
                </a:lnTo>
                <a:lnTo>
                  <a:pt x="78790" y="19782"/>
                </a:lnTo>
                <a:lnTo>
                  <a:pt x="80792" y="19782"/>
                </a:lnTo>
                <a:lnTo>
                  <a:pt x="82126" y="21083"/>
                </a:lnTo>
                <a:close/>
                <a:moveTo>
                  <a:pt x="80558" y="18447"/>
                </a:moveTo>
                <a:lnTo>
                  <a:pt x="77923" y="15779"/>
                </a:lnTo>
                <a:lnTo>
                  <a:pt x="81659" y="15779"/>
                </a:lnTo>
                <a:lnTo>
                  <a:pt x="80558" y="16880"/>
                </a:lnTo>
                <a:close/>
                <a:moveTo>
                  <a:pt x="77356" y="14445"/>
                </a:moveTo>
                <a:lnTo>
                  <a:pt x="77356" y="10709"/>
                </a:lnTo>
                <a:lnTo>
                  <a:pt x="78457" y="11776"/>
                </a:lnTo>
                <a:lnTo>
                  <a:pt x="80024" y="11776"/>
                </a:lnTo>
                <a:close/>
                <a:moveTo>
                  <a:pt x="76589" y="14445"/>
                </a:moveTo>
                <a:lnTo>
                  <a:pt x="73920" y="11776"/>
                </a:lnTo>
                <a:lnTo>
                  <a:pt x="75321" y="11776"/>
                </a:lnTo>
                <a:lnTo>
                  <a:pt x="75588" y="11676"/>
                </a:lnTo>
                <a:lnTo>
                  <a:pt x="76555" y="10709"/>
                </a:lnTo>
                <a:lnTo>
                  <a:pt x="76555" y="14445"/>
                </a:lnTo>
                <a:close/>
                <a:moveTo>
                  <a:pt x="76021" y="15779"/>
                </a:moveTo>
                <a:lnTo>
                  <a:pt x="73386" y="18414"/>
                </a:lnTo>
                <a:lnTo>
                  <a:pt x="73386" y="16880"/>
                </a:lnTo>
                <a:lnTo>
                  <a:pt x="72285" y="15779"/>
                </a:lnTo>
                <a:close/>
                <a:moveTo>
                  <a:pt x="76589" y="16346"/>
                </a:moveTo>
                <a:lnTo>
                  <a:pt x="76589" y="20082"/>
                </a:lnTo>
                <a:lnTo>
                  <a:pt x="75588" y="19115"/>
                </a:lnTo>
                <a:lnTo>
                  <a:pt x="75321" y="18981"/>
                </a:lnTo>
                <a:lnTo>
                  <a:pt x="73920" y="18981"/>
                </a:lnTo>
                <a:close/>
                <a:moveTo>
                  <a:pt x="65681" y="25786"/>
                </a:moveTo>
                <a:lnTo>
                  <a:pt x="63646" y="25786"/>
                </a:lnTo>
                <a:lnTo>
                  <a:pt x="61978" y="24085"/>
                </a:lnTo>
                <a:lnTo>
                  <a:pt x="61978" y="16346"/>
                </a:lnTo>
                <a:lnTo>
                  <a:pt x="65681" y="20049"/>
                </a:lnTo>
                <a:close/>
                <a:moveTo>
                  <a:pt x="61178" y="24085"/>
                </a:moveTo>
                <a:lnTo>
                  <a:pt x="59510" y="25786"/>
                </a:lnTo>
                <a:lnTo>
                  <a:pt x="57475" y="25786"/>
                </a:lnTo>
                <a:lnTo>
                  <a:pt x="57475" y="20049"/>
                </a:lnTo>
                <a:lnTo>
                  <a:pt x="61178" y="16346"/>
                </a:lnTo>
                <a:close/>
                <a:moveTo>
                  <a:pt x="48535" y="21083"/>
                </a:moveTo>
                <a:lnTo>
                  <a:pt x="46567" y="23051"/>
                </a:lnTo>
                <a:lnTo>
                  <a:pt x="46567" y="21216"/>
                </a:lnTo>
                <a:lnTo>
                  <a:pt x="48001" y="19782"/>
                </a:lnTo>
                <a:lnTo>
                  <a:pt x="50003" y="19782"/>
                </a:lnTo>
                <a:lnTo>
                  <a:pt x="51337" y="21083"/>
                </a:lnTo>
                <a:close/>
                <a:moveTo>
                  <a:pt x="49769" y="18447"/>
                </a:moveTo>
                <a:lnTo>
                  <a:pt x="47134" y="15779"/>
                </a:lnTo>
                <a:lnTo>
                  <a:pt x="50870" y="15779"/>
                </a:lnTo>
                <a:lnTo>
                  <a:pt x="49769" y="16880"/>
                </a:lnTo>
                <a:close/>
                <a:moveTo>
                  <a:pt x="46567" y="14445"/>
                </a:moveTo>
                <a:lnTo>
                  <a:pt x="46567" y="10709"/>
                </a:lnTo>
                <a:lnTo>
                  <a:pt x="47534" y="11676"/>
                </a:lnTo>
                <a:lnTo>
                  <a:pt x="47835" y="11809"/>
                </a:lnTo>
                <a:lnTo>
                  <a:pt x="49202" y="11809"/>
                </a:lnTo>
                <a:close/>
                <a:moveTo>
                  <a:pt x="45767" y="14445"/>
                </a:moveTo>
                <a:lnTo>
                  <a:pt x="43131" y="11776"/>
                </a:lnTo>
                <a:lnTo>
                  <a:pt x="44699" y="11776"/>
                </a:lnTo>
                <a:lnTo>
                  <a:pt x="45767" y="10709"/>
                </a:lnTo>
                <a:close/>
                <a:moveTo>
                  <a:pt x="45233" y="15779"/>
                </a:moveTo>
                <a:lnTo>
                  <a:pt x="42564" y="18414"/>
                </a:lnTo>
                <a:lnTo>
                  <a:pt x="42564" y="16880"/>
                </a:lnTo>
                <a:lnTo>
                  <a:pt x="41497" y="15779"/>
                </a:lnTo>
                <a:close/>
                <a:moveTo>
                  <a:pt x="42364" y="19782"/>
                </a:moveTo>
                <a:lnTo>
                  <a:pt x="44366" y="19782"/>
                </a:lnTo>
                <a:lnTo>
                  <a:pt x="45767" y="21216"/>
                </a:lnTo>
                <a:lnTo>
                  <a:pt x="45767" y="23051"/>
                </a:lnTo>
                <a:lnTo>
                  <a:pt x="43798" y="21083"/>
                </a:lnTo>
                <a:lnTo>
                  <a:pt x="43665" y="21083"/>
                </a:lnTo>
                <a:lnTo>
                  <a:pt x="41030" y="21083"/>
                </a:lnTo>
                <a:close/>
                <a:moveTo>
                  <a:pt x="40229" y="21883"/>
                </a:moveTo>
                <a:lnTo>
                  <a:pt x="43498" y="21883"/>
                </a:lnTo>
                <a:lnTo>
                  <a:pt x="45767" y="24185"/>
                </a:lnTo>
                <a:lnTo>
                  <a:pt x="45767" y="26553"/>
                </a:lnTo>
                <a:lnTo>
                  <a:pt x="42798" y="23551"/>
                </a:lnTo>
                <a:lnTo>
                  <a:pt x="42631" y="23551"/>
                </a:lnTo>
                <a:lnTo>
                  <a:pt x="38561" y="23551"/>
                </a:lnTo>
                <a:close/>
                <a:moveTo>
                  <a:pt x="37761" y="24352"/>
                </a:moveTo>
                <a:lnTo>
                  <a:pt x="42464" y="24352"/>
                </a:lnTo>
                <a:lnTo>
                  <a:pt x="45767" y="27654"/>
                </a:lnTo>
                <a:lnTo>
                  <a:pt x="45767" y="29822"/>
                </a:lnTo>
                <a:lnTo>
                  <a:pt x="41830" y="25886"/>
                </a:lnTo>
                <a:lnTo>
                  <a:pt x="41664" y="25886"/>
                </a:lnTo>
                <a:lnTo>
                  <a:pt x="36260" y="25886"/>
                </a:lnTo>
                <a:close/>
                <a:moveTo>
                  <a:pt x="34892" y="25786"/>
                </a:moveTo>
                <a:lnTo>
                  <a:pt x="32857" y="25786"/>
                </a:lnTo>
                <a:lnTo>
                  <a:pt x="31189" y="24085"/>
                </a:lnTo>
                <a:lnTo>
                  <a:pt x="31189" y="16346"/>
                </a:lnTo>
                <a:lnTo>
                  <a:pt x="34892" y="20049"/>
                </a:lnTo>
                <a:close/>
                <a:moveTo>
                  <a:pt x="30389" y="24085"/>
                </a:moveTo>
                <a:lnTo>
                  <a:pt x="28721" y="25786"/>
                </a:lnTo>
                <a:lnTo>
                  <a:pt x="26653" y="25786"/>
                </a:lnTo>
                <a:lnTo>
                  <a:pt x="26653" y="20049"/>
                </a:lnTo>
                <a:lnTo>
                  <a:pt x="30389" y="16346"/>
                </a:lnTo>
                <a:lnTo>
                  <a:pt x="30389" y="24085"/>
                </a:lnTo>
                <a:close/>
                <a:moveTo>
                  <a:pt x="19748" y="35693"/>
                </a:moveTo>
                <a:lnTo>
                  <a:pt x="19881" y="35693"/>
                </a:lnTo>
                <a:lnTo>
                  <a:pt x="25319" y="35693"/>
                </a:lnTo>
                <a:lnTo>
                  <a:pt x="23784" y="37228"/>
                </a:lnTo>
                <a:lnTo>
                  <a:pt x="19081" y="37228"/>
                </a:lnTo>
                <a:lnTo>
                  <a:pt x="15778" y="33892"/>
                </a:lnTo>
                <a:lnTo>
                  <a:pt x="15778" y="31757"/>
                </a:lnTo>
                <a:close/>
                <a:moveTo>
                  <a:pt x="18781" y="38028"/>
                </a:moveTo>
                <a:lnTo>
                  <a:pt x="18947" y="38028"/>
                </a:lnTo>
                <a:lnTo>
                  <a:pt x="22984" y="38028"/>
                </a:lnTo>
                <a:lnTo>
                  <a:pt x="21316" y="39696"/>
                </a:lnTo>
                <a:lnTo>
                  <a:pt x="18080" y="39696"/>
                </a:lnTo>
                <a:lnTo>
                  <a:pt x="15778" y="37394"/>
                </a:lnTo>
                <a:lnTo>
                  <a:pt x="15778" y="35026"/>
                </a:lnTo>
                <a:close/>
                <a:moveTo>
                  <a:pt x="14978" y="40363"/>
                </a:moveTo>
                <a:lnTo>
                  <a:pt x="13577" y="41797"/>
                </a:lnTo>
                <a:lnTo>
                  <a:pt x="11542" y="41797"/>
                </a:lnTo>
                <a:lnTo>
                  <a:pt x="10241" y="40463"/>
                </a:lnTo>
                <a:lnTo>
                  <a:pt x="13010" y="40463"/>
                </a:lnTo>
                <a:lnTo>
                  <a:pt x="14978" y="38495"/>
                </a:lnTo>
                <a:lnTo>
                  <a:pt x="14978" y="40363"/>
                </a:lnTo>
                <a:close/>
                <a:moveTo>
                  <a:pt x="11776" y="43132"/>
                </a:moveTo>
                <a:lnTo>
                  <a:pt x="14411" y="45800"/>
                </a:lnTo>
                <a:lnTo>
                  <a:pt x="10675" y="45800"/>
                </a:lnTo>
                <a:lnTo>
                  <a:pt x="11776" y="44700"/>
                </a:lnTo>
                <a:lnTo>
                  <a:pt x="11776" y="43132"/>
                </a:lnTo>
                <a:close/>
                <a:moveTo>
                  <a:pt x="14978" y="47135"/>
                </a:moveTo>
                <a:lnTo>
                  <a:pt x="14978" y="50871"/>
                </a:lnTo>
                <a:lnTo>
                  <a:pt x="14011" y="49903"/>
                </a:lnTo>
                <a:lnTo>
                  <a:pt x="13744" y="49770"/>
                </a:lnTo>
                <a:lnTo>
                  <a:pt x="12343" y="49770"/>
                </a:lnTo>
                <a:close/>
                <a:moveTo>
                  <a:pt x="15778" y="52005"/>
                </a:moveTo>
                <a:lnTo>
                  <a:pt x="17213" y="50570"/>
                </a:lnTo>
                <a:lnTo>
                  <a:pt x="19214" y="50570"/>
                </a:lnTo>
                <a:lnTo>
                  <a:pt x="20549" y="51905"/>
                </a:lnTo>
                <a:lnTo>
                  <a:pt x="17747" y="51905"/>
                </a:lnTo>
                <a:lnTo>
                  <a:pt x="15778" y="53873"/>
                </a:lnTo>
                <a:close/>
                <a:moveTo>
                  <a:pt x="18080" y="52672"/>
                </a:moveTo>
                <a:lnTo>
                  <a:pt x="21316" y="52672"/>
                </a:lnTo>
                <a:lnTo>
                  <a:pt x="23017" y="54340"/>
                </a:lnTo>
                <a:lnTo>
                  <a:pt x="18947" y="54340"/>
                </a:lnTo>
                <a:lnTo>
                  <a:pt x="18647" y="54473"/>
                </a:lnTo>
                <a:lnTo>
                  <a:pt x="15778" y="57342"/>
                </a:lnTo>
                <a:lnTo>
                  <a:pt x="15778" y="54974"/>
                </a:lnTo>
                <a:close/>
                <a:moveTo>
                  <a:pt x="19081" y="55140"/>
                </a:moveTo>
                <a:lnTo>
                  <a:pt x="23784" y="55140"/>
                </a:lnTo>
                <a:lnTo>
                  <a:pt x="25319" y="56675"/>
                </a:lnTo>
                <a:lnTo>
                  <a:pt x="19748" y="56675"/>
                </a:lnTo>
                <a:lnTo>
                  <a:pt x="15778" y="60611"/>
                </a:lnTo>
                <a:lnTo>
                  <a:pt x="15778" y="58443"/>
                </a:lnTo>
                <a:close/>
                <a:moveTo>
                  <a:pt x="19748" y="66482"/>
                </a:moveTo>
                <a:lnTo>
                  <a:pt x="25319" y="66482"/>
                </a:lnTo>
                <a:lnTo>
                  <a:pt x="23784" y="68016"/>
                </a:lnTo>
                <a:lnTo>
                  <a:pt x="19081" y="68016"/>
                </a:lnTo>
                <a:lnTo>
                  <a:pt x="15778" y="64714"/>
                </a:lnTo>
                <a:lnTo>
                  <a:pt x="15778" y="62546"/>
                </a:lnTo>
                <a:close/>
                <a:moveTo>
                  <a:pt x="18647" y="68683"/>
                </a:moveTo>
                <a:lnTo>
                  <a:pt x="18947" y="68817"/>
                </a:lnTo>
                <a:lnTo>
                  <a:pt x="22984" y="68817"/>
                </a:lnTo>
                <a:lnTo>
                  <a:pt x="21316" y="70485"/>
                </a:lnTo>
                <a:lnTo>
                  <a:pt x="18080" y="70485"/>
                </a:lnTo>
                <a:lnTo>
                  <a:pt x="15778" y="68183"/>
                </a:lnTo>
                <a:lnTo>
                  <a:pt x="15778" y="65815"/>
                </a:lnTo>
                <a:close/>
                <a:moveTo>
                  <a:pt x="14978" y="71152"/>
                </a:moveTo>
                <a:lnTo>
                  <a:pt x="13577" y="72586"/>
                </a:lnTo>
                <a:lnTo>
                  <a:pt x="11542" y="72586"/>
                </a:lnTo>
                <a:lnTo>
                  <a:pt x="10241" y="71285"/>
                </a:lnTo>
                <a:lnTo>
                  <a:pt x="13010" y="71285"/>
                </a:lnTo>
                <a:lnTo>
                  <a:pt x="14978" y="69317"/>
                </a:lnTo>
                <a:lnTo>
                  <a:pt x="14978" y="71152"/>
                </a:lnTo>
                <a:close/>
                <a:moveTo>
                  <a:pt x="11776" y="75321"/>
                </a:moveTo>
                <a:lnTo>
                  <a:pt x="11776" y="73954"/>
                </a:lnTo>
                <a:lnTo>
                  <a:pt x="14411" y="76589"/>
                </a:lnTo>
                <a:lnTo>
                  <a:pt x="10675" y="76589"/>
                </a:lnTo>
                <a:lnTo>
                  <a:pt x="11675" y="75588"/>
                </a:lnTo>
                <a:close/>
                <a:moveTo>
                  <a:pt x="14444" y="77356"/>
                </a:moveTo>
                <a:lnTo>
                  <a:pt x="11776" y="80025"/>
                </a:lnTo>
                <a:lnTo>
                  <a:pt x="11776" y="78457"/>
                </a:lnTo>
                <a:lnTo>
                  <a:pt x="10675" y="77356"/>
                </a:lnTo>
                <a:close/>
                <a:moveTo>
                  <a:pt x="14978" y="77923"/>
                </a:moveTo>
                <a:lnTo>
                  <a:pt x="14978" y="81659"/>
                </a:lnTo>
                <a:lnTo>
                  <a:pt x="14011" y="80692"/>
                </a:lnTo>
                <a:lnTo>
                  <a:pt x="13744" y="80559"/>
                </a:lnTo>
                <a:lnTo>
                  <a:pt x="12343" y="80559"/>
                </a:lnTo>
                <a:close/>
                <a:moveTo>
                  <a:pt x="15778" y="82794"/>
                </a:moveTo>
                <a:lnTo>
                  <a:pt x="17213" y="81359"/>
                </a:lnTo>
                <a:lnTo>
                  <a:pt x="19214" y="81359"/>
                </a:lnTo>
                <a:lnTo>
                  <a:pt x="20549" y="82693"/>
                </a:lnTo>
                <a:lnTo>
                  <a:pt x="17913" y="82693"/>
                </a:lnTo>
                <a:lnTo>
                  <a:pt x="17747" y="82693"/>
                </a:lnTo>
                <a:lnTo>
                  <a:pt x="15778" y="84662"/>
                </a:lnTo>
                <a:close/>
                <a:moveTo>
                  <a:pt x="18080" y="83461"/>
                </a:moveTo>
                <a:lnTo>
                  <a:pt x="21316" y="83461"/>
                </a:lnTo>
                <a:lnTo>
                  <a:pt x="23017" y="85162"/>
                </a:lnTo>
                <a:lnTo>
                  <a:pt x="18947" y="85162"/>
                </a:lnTo>
                <a:lnTo>
                  <a:pt x="18781" y="85162"/>
                </a:lnTo>
                <a:lnTo>
                  <a:pt x="15778" y="88131"/>
                </a:lnTo>
                <a:lnTo>
                  <a:pt x="15778" y="85762"/>
                </a:lnTo>
                <a:close/>
                <a:moveTo>
                  <a:pt x="19081" y="85929"/>
                </a:moveTo>
                <a:lnTo>
                  <a:pt x="23784" y="85929"/>
                </a:lnTo>
                <a:lnTo>
                  <a:pt x="25319" y="87464"/>
                </a:lnTo>
                <a:lnTo>
                  <a:pt x="19881" y="87464"/>
                </a:lnTo>
                <a:lnTo>
                  <a:pt x="19748" y="87464"/>
                </a:lnTo>
                <a:lnTo>
                  <a:pt x="15778" y="91400"/>
                </a:lnTo>
                <a:lnTo>
                  <a:pt x="15778" y="89265"/>
                </a:lnTo>
                <a:close/>
                <a:moveTo>
                  <a:pt x="26653" y="97371"/>
                </a:moveTo>
                <a:lnTo>
                  <a:pt x="28721" y="97371"/>
                </a:lnTo>
                <a:lnTo>
                  <a:pt x="30389" y="99072"/>
                </a:lnTo>
                <a:lnTo>
                  <a:pt x="30389" y="106811"/>
                </a:lnTo>
                <a:lnTo>
                  <a:pt x="26653" y="103108"/>
                </a:lnTo>
                <a:lnTo>
                  <a:pt x="26653" y="97371"/>
                </a:lnTo>
                <a:close/>
                <a:moveTo>
                  <a:pt x="31189" y="99072"/>
                </a:moveTo>
                <a:lnTo>
                  <a:pt x="32857" y="97371"/>
                </a:lnTo>
                <a:lnTo>
                  <a:pt x="34892" y="97371"/>
                </a:lnTo>
                <a:lnTo>
                  <a:pt x="34892" y="103108"/>
                </a:lnTo>
                <a:lnTo>
                  <a:pt x="31189" y="106811"/>
                </a:lnTo>
                <a:close/>
                <a:moveTo>
                  <a:pt x="43665" y="102074"/>
                </a:moveTo>
                <a:lnTo>
                  <a:pt x="43798" y="102074"/>
                </a:lnTo>
                <a:lnTo>
                  <a:pt x="45767" y="100106"/>
                </a:lnTo>
                <a:lnTo>
                  <a:pt x="45767" y="101974"/>
                </a:lnTo>
                <a:lnTo>
                  <a:pt x="44366" y="103375"/>
                </a:lnTo>
                <a:lnTo>
                  <a:pt x="42364" y="103375"/>
                </a:lnTo>
                <a:lnTo>
                  <a:pt x="41030" y="102074"/>
                </a:lnTo>
                <a:close/>
                <a:moveTo>
                  <a:pt x="42564" y="104743"/>
                </a:moveTo>
                <a:lnTo>
                  <a:pt x="45233" y="107378"/>
                </a:lnTo>
                <a:lnTo>
                  <a:pt x="41497" y="107378"/>
                </a:lnTo>
                <a:lnTo>
                  <a:pt x="42564" y="106277"/>
                </a:lnTo>
                <a:lnTo>
                  <a:pt x="42564" y="104743"/>
                </a:lnTo>
                <a:close/>
                <a:moveTo>
                  <a:pt x="45767" y="108712"/>
                </a:moveTo>
                <a:lnTo>
                  <a:pt x="45767" y="112448"/>
                </a:lnTo>
                <a:lnTo>
                  <a:pt x="44699" y="111381"/>
                </a:lnTo>
                <a:lnTo>
                  <a:pt x="43131" y="111381"/>
                </a:lnTo>
                <a:close/>
                <a:moveTo>
                  <a:pt x="46567" y="108712"/>
                </a:moveTo>
                <a:lnTo>
                  <a:pt x="49202" y="111381"/>
                </a:lnTo>
                <a:lnTo>
                  <a:pt x="47835" y="111381"/>
                </a:lnTo>
                <a:lnTo>
                  <a:pt x="47568" y="111481"/>
                </a:lnTo>
                <a:lnTo>
                  <a:pt x="46567" y="112448"/>
                </a:lnTo>
                <a:lnTo>
                  <a:pt x="46567" y="108712"/>
                </a:lnTo>
                <a:close/>
                <a:moveTo>
                  <a:pt x="47134" y="107378"/>
                </a:moveTo>
                <a:lnTo>
                  <a:pt x="49769" y="104743"/>
                </a:lnTo>
                <a:lnTo>
                  <a:pt x="49769" y="106277"/>
                </a:lnTo>
                <a:lnTo>
                  <a:pt x="50870" y="107378"/>
                </a:lnTo>
                <a:close/>
                <a:moveTo>
                  <a:pt x="46567" y="106811"/>
                </a:moveTo>
                <a:lnTo>
                  <a:pt x="46567" y="103075"/>
                </a:lnTo>
                <a:lnTo>
                  <a:pt x="47534" y="104042"/>
                </a:lnTo>
                <a:lnTo>
                  <a:pt x="47835" y="104175"/>
                </a:lnTo>
                <a:lnTo>
                  <a:pt x="49202" y="104175"/>
                </a:lnTo>
                <a:close/>
                <a:moveTo>
                  <a:pt x="57475" y="97371"/>
                </a:moveTo>
                <a:lnTo>
                  <a:pt x="59510" y="97371"/>
                </a:lnTo>
                <a:lnTo>
                  <a:pt x="61178" y="99072"/>
                </a:lnTo>
                <a:lnTo>
                  <a:pt x="61178" y="106811"/>
                </a:lnTo>
                <a:lnTo>
                  <a:pt x="57475" y="103108"/>
                </a:lnTo>
                <a:close/>
                <a:moveTo>
                  <a:pt x="61978" y="99072"/>
                </a:moveTo>
                <a:lnTo>
                  <a:pt x="63646" y="97371"/>
                </a:lnTo>
                <a:lnTo>
                  <a:pt x="65681" y="97371"/>
                </a:lnTo>
                <a:lnTo>
                  <a:pt x="65681" y="103108"/>
                </a:lnTo>
                <a:lnTo>
                  <a:pt x="61978" y="106811"/>
                </a:lnTo>
                <a:close/>
                <a:moveTo>
                  <a:pt x="74620" y="102074"/>
                </a:moveTo>
                <a:lnTo>
                  <a:pt x="76589" y="100106"/>
                </a:lnTo>
                <a:lnTo>
                  <a:pt x="76589" y="101974"/>
                </a:lnTo>
                <a:lnTo>
                  <a:pt x="75154" y="103375"/>
                </a:lnTo>
                <a:lnTo>
                  <a:pt x="73153" y="103375"/>
                </a:lnTo>
                <a:lnTo>
                  <a:pt x="71818" y="102074"/>
                </a:lnTo>
                <a:close/>
                <a:moveTo>
                  <a:pt x="73386" y="104743"/>
                </a:moveTo>
                <a:lnTo>
                  <a:pt x="76021" y="107378"/>
                </a:lnTo>
                <a:lnTo>
                  <a:pt x="72285" y="107378"/>
                </a:lnTo>
                <a:lnTo>
                  <a:pt x="73386" y="106277"/>
                </a:lnTo>
                <a:close/>
                <a:moveTo>
                  <a:pt x="76589" y="108712"/>
                </a:moveTo>
                <a:lnTo>
                  <a:pt x="76589" y="112448"/>
                </a:lnTo>
                <a:lnTo>
                  <a:pt x="75588" y="111481"/>
                </a:lnTo>
                <a:lnTo>
                  <a:pt x="75321" y="111381"/>
                </a:lnTo>
                <a:lnTo>
                  <a:pt x="73920" y="111381"/>
                </a:lnTo>
                <a:close/>
                <a:moveTo>
                  <a:pt x="77356" y="108712"/>
                </a:moveTo>
                <a:lnTo>
                  <a:pt x="80024" y="111381"/>
                </a:lnTo>
                <a:lnTo>
                  <a:pt x="78457" y="111381"/>
                </a:lnTo>
                <a:lnTo>
                  <a:pt x="77356" y="112448"/>
                </a:lnTo>
                <a:close/>
                <a:moveTo>
                  <a:pt x="77923" y="107378"/>
                </a:moveTo>
                <a:lnTo>
                  <a:pt x="80558" y="104743"/>
                </a:lnTo>
                <a:lnTo>
                  <a:pt x="80558" y="106277"/>
                </a:lnTo>
                <a:lnTo>
                  <a:pt x="81659" y="107378"/>
                </a:lnTo>
                <a:close/>
                <a:moveTo>
                  <a:pt x="80792" y="103375"/>
                </a:moveTo>
                <a:lnTo>
                  <a:pt x="78790" y="103375"/>
                </a:lnTo>
                <a:lnTo>
                  <a:pt x="77356" y="101941"/>
                </a:lnTo>
                <a:lnTo>
                  <a:pt x="77356" y="100106"/>
                </a:lnTo>
                <a:lnTo>
                  <a:pt x="79324" y="102074"/>
                </a:lnTo>
                <a:lnTo>
                  <a:pt x="79491" y="102074"/>
                </a:lnTo>
                <a:lnTo>
                  <a:pt x="82092" y="102074"/>
                </a:lnTo>
                <a:close/>
                <a:moveTo>
                  <a:pt x="82893" y="101273"/>
                </a:moveTo>
                <a:lnTo>
                  <a:pt x="79657" y="101273"/>
                </a:lnTo>
                <a:lnTo>
                  <a:pt x="77356" y="98972"/>
                </a:lnTo>
                <a:lnTo>
                  <a:pt x="77356" y="96603"/>
                </a:lnTo>
                <a:lnTo>
                  <a:pt x="80358" y="99606"/>
                </a:lnTo>
                <a:lnTo>
                  <a:pt x="80525" y="99606"/>
                </a:lnTo>
                <a:lnTo>
                  <a:pt x="84594" y="99606"/>
                </a:lnTo>
                <a:close/>
                <a:moveTo>
                  <a:pt x="85361" y="98805"/>
                </a:moveTo>
                <a:lnTo>
                  <a:pt x="80691" y="98805"/>
                </a:lnTo>
                <a:lnTo>
                  <a:pt x="77356" y="95503"/>
                </a:lnTo>
                <a:lnTo>
                  <a:pt x="77356" y="93334"/>
                </a:lnTo>
                <a:lnTo>
                  <a:pt x="81325" y="97271"/>
                </a:lnTo>
                <a:lnTo>
                  <a:pt x="81492" y="97271"/>
                </a:lnTo>
                <a:lnTo>
                  <a:pt x="86896" y="97271"/>
                </a:lnTo>
                <a:close/>
                <a:moveTo>
                  <a:pt x="88264" y="97371"/>
                </a:moveTo>
                <a:lnTo>
                  <a:pt x="90298" y="97371"/>
                </a:lnTo>
                <a:lnTo>
                  <a:pt x="91966" y="99072"/>
                </a:lnTo>
                <a:lnTo>
                  <a:pt x="91966" y="106811"/>
                </a:lnTo>
                <a:lnTo>
                  <a:pt x="88264" y="103108"/>
                </a:lnTo>
                <a:close/>
                <a:moveTo>
                  <a:pt x="92767" y="99072"/>
                </a:moveTo>
                <a:lnTo>
                  <a:pt x="94435" y="97371"/>
                </a:lnTo>
                <a:lnTo>
                  <a:pt x="96469" y="97371"/>
                </a:lnTo>
                <a:lnTo>
                  <a:pt x="96469" y="103108"/>
                </a:lnTo>
                <a:lnTo>
                  <a:pt x="92767" y="106811"/>
                </a:lnTo>
                <a:close/>
                <a:moveTo>
                  <a:pt x="105242" y="102074"/>
                </a:moveTo>
                <a:lnTo>
                  <a:pt x="105409" y="102074"/>
                </a:lnTo>
                <a:lnTo>
                  <a:pt x="107377" y="100106"/>
                </a:lnTo>
                <a:lnTo>
                  <a:pt x="107377" y="101974"/>
                </a:lnTo>
                <a:lnTo>
                  <a:pt x="105943" y="103375"/>
                </a:lnTo>
                <a:lnTo>
                  <a:pt x="103941" y="103375"/>
                </a:lnTo>
                <a:lnTo>
                  <a:pt x="102607" y="102074"/>
                </a:lnTo>
                <a:close/>
                <a:moveTo>
                  <a:pt x="104175" y="104743"/>
                </a:moveTo>
                <a:lnTo>
                  <a:pt x="106810" y="107378"/>
                </a:lnTo>
                <a:lnTo>
                  <a:pt x="103074" y="107378"/>
                </a:lnTo>
                <a:lnTo>
                  <a:pt x="104175" y="106277"/>
                </a:lnTo>
                <a:close/>
                <a:moveTo>
                  <a:pt x="107377" y="108712"/>
                </a:moveTo>
                <a:lnTo>
                  <a:pt x="107377" y="112448"/>
                </a:lnTo>
                <a:lnTo>
                  <a:pt x="106276" y="111381"/>
                </a:lnTo>
                <a:lnTo>
                  <a:pt x="104709" y="111381"/>
                </a:lnTo>
                <a:close/>
                <a:moveTo>
                  <a:pt x="108144" y="108712"/>
                </a:moveTo>
                <a:lnTo>
                  <a:pt x="110813" y="111381"/>
                </a:lnTo>
                <a:lnTo>
                  <a:pt x="109412" y="111381"/>
                </a:lnTo>
                <a:lnTo>
                  <a:pt x="109145" y="111481"/>
                </a:lnTo>
                <a:lnTo>
                  <a:pt x="108144" y="112448"/>
                </a:lnTo>
                <a:lnTo>
                  <a:pt x="108144" y="108712"/>
                </a:lnTo>
                <a:close/>
                <a:moveTo>
                  <a:pt x="108711" y="107378"/>
                </a:moveTo>
                <a:lnTo>
                  <a:pt x="111347" y="104743"/>
                </a:lnTo>
                <a:lnTo>
                  <a:pt x="111347" y="106277"/>
                </a:lnTo>
                <a:lnTo>
                  <a:pt x="112447" y="107378"/>
                </a:lnTo>
                <a:close/>
                <a:moveTo>
                  <a:pt x="108144" y="106811"/>
                </a:moveTo>
                <a:lnTo>
                  <a:pt x="108144" y="103075"/>
                </a:lnTo>
                <a:lnTo>
                  <a:pt x="109145" y="104042"/>
                </a:lnTo>
                <a:lnTo>
                  <a:pt x="109412" y="104175"/>
                </a:lnTo>
                <a:lnTo>
                  <a:pt x="110813" y="104175"/>
                </a:lnTo>
                <a:close/>
                <a:moveTo>
                  <a:pt x="119052" y="97371"/>
                </a:moveTo>
                <a:lnTo>
                  <a:pt x="121087" y="97371"/>
                </a:lnTo>
                <a:lnTo>
                  <a:pt x="122755" y="99072"/>
                </a:lnTo>
                <a:lnTo>
                  <a:pt x="122755" y="106811"/>
                </a:lnTo>
                <a:lnTo>
                  <a:pt x="119052" y="103108"/>
                </a:lnTo>
                <a:close/>
                <a:moveTo>
                  <a:pt x="123555" y="99072"/>
                </a:moveTo>
                <a:lnTo>
                  <a:pt x="125223" y="97371"/>
                </a:lnTo>
                <a:lnTo>
                  <a:pt x="127258" y="97371"/>
                </a:lnTo>
                <a:lnTo>
                  <a:pt x="127258" y="103108"/>
                </a:lnTo>
                <a:lnTo>
                  <a:pt x="123555" y="106811"/>
                </a:lnTo>
                <a:lnTo>
                  <a:pt x="123555" y="99072"/>
                </a:lnTo>
                <a:close/>
                <a:moveTo>
                  <a:pt x="136198" y="102074"/>
                </a:moveTo>
                <a:lnTo>
                  <a:pt x="138166" y="100106"/>
                </a:lnTo>
                <a:lnTo>
                  <a:pt x="138166" y="101974"/>
                </a:lnTo>
                <a:lnTo>
                  <a:pt x="136731" y="103375"/>
                </a:lnTo>
                <a:lnTo>
                  <a:pt x="134730" y="103375"/>
                </a:lnTo>
                <a:lnTo>
                  <a:pt x="133396" y="102074"/>
                </a:lnTo>
                <a:close/>
                <a:moveTo>
                  <a:pt x="134964" y="104743"/>
                </a:moveTo>
                <a:lnTo>
                  <a:pt x="137599" y="107378"/>
                </a:lnTo>
                <a:lnTo>
                  <a:pt x="133863" y="107378"/>
                </a:lnTo>
                <a:lnTo>
                  <a:pt x="134964" y="106277"/>
                </a:lnTo>
                <a:lnTo>
                  <a:pt x="134964" y="104743"/>
                </a:lnTo>
                <a:close/>
                <a:moveTo>
                  <a:pt x="138166" y="108712"/>
                </a:moveTo>
                <a:lnTo>
                  <a:pt x="138166" y="112448"/>
                </a:lnTo>
                <a:lnTo>
                  <a:pt x="137165" y="111481"/>
                </a:lnTo>
                <a:lnTo>
                  <a:pt x="136898" y="111381"/>
                </a:lnTo>
                <a:lnTo>
                  <a:pt x="135531" y="111381"/>
                </a:lnTo>
                <a:close/>
                <a:moveTo>
                  <a:pt x="138933" y="108712"/>
                </a:moveTo>
                <a:lnTo>
                  <a:pt x="141602" y="111381"/>
                </a:lnTo>
                <a:lnTo>
                  <a:pt x="140034" y="111381"/>
                </a:lnTo>
                <a:lnTo>
                  <a:pt x="138933" y="112448"/>
                </a:lnTo>
                <a:close/>
                <a:moveTo>
                  <a:pt x="139500" y="107378"/>
                </a:moveTo>
                <a:lnTo>
                  <a:pt x="142135" y="104743"/>
                </a:lnTo>
                <a:lnTo>
                  <a:pt x="142135" y="106277"/>
                </a:lnTo>
                <a:lnTo>
                  <a:pt x="143236" y="107378"/>
                </a:lnTo>
                <a:close/>
                <a:moveTo>
                  <a:pt x="142369" y="103375"/>
                </a:moveTo>
                <a:lnTo>
                  <a:pt x="140367" y="103375"/>
                </a:lnTo>
                <a:lnTo>
                  <a:pt x="138933" y="101941"/>
                </a:lnTo>
                <a:lnTo>
                  <a:pt x="138933" y="100106"/>
                </a:lnTo>
                <a:lnTo>
                  <a:pt x="140901" y="102074"/>
                </a:lnTo>
                <a:lnTo>
                  <a:pt x="141068" y="102074"/>
                </a:lnTo>
                <a:lnTo>
                  <a:pt x="143703" y="102074"/>
                </a:lnTo>
                <a:close/>
                <a:moveTo>
                  <a:pt x="144504" y="101273"/>
                </a:moveTo>
                <a:lnTo>
                  <a:pt x="141235" y="101273"/>
                </a:lnTo>
                <a:lnTo>
                  <a:pt x="138933" y="98972"/>
                </a:lnTo>
                <a:lnTo>
                  <a:pt x="138933" y="96603"/>
                </a:lnTo>
                <a:lnTo>
                  <a:pt x="141935" y="99606"/>
                </a:lnTo>
                <a:lnTo>
                  <a:pt x="142102" y="99606"/>
                </a:lnTo>
                <a:lnTo>
                  <a:pt x="146172" y="99606"/>
                </a:lnTo>
                <a:close/>
                <a:moveTo>
                  <a:pt x="146939" y="98805"/>
                </a:moveTo>
                <a:lnTo>
                  <a:pt x="142269" y="98805"/>
                </a:lnTo>
                <a:lnTo>
                  <a:pt x="138933" y="95503"/>
                </a:lnTo>
                <a:lnTo>
                  <a:pt x="138933" y="93334"/>
                </a:lnTo>
                <a:lnTo>
                  <a:pt x="142903" y="97271"/>
                </a:lnTo>
                <a:lnTo>
                  <a:pt x="143069" y="97271"/>
                </a:lnTo>
                <a:lnTo>
                  <a:pt x="148473" y="97271"/>
                </a:lnTo>
                <a:close/>
                <a:moveTo>
                  <a:pt x="149841" y="97371"/>
                </a:moveTo>
                <a:lnTo>
                  <a:pt x="151876" y="97371"/>
                </a:lnTo>
                <a:lnTo>
                  <a:pt x="153543" y="99072"/>
                </a:lnTo>
                <a:lnTo>
                  <a:pt x="153543" y="106811"/>
                </a:lnTo>
                <a:lnTo>
                  <a:pt x="149841" y="103108"/>
                </a:lnTo>
                <a:lnTo>
                  <a:pt x="149841" y="97371"/>
                </a:lnTo>
                <a:close/>
                <a:moveTo>
                  <a:pt x="154344" y="99072"/>
                </a:moveTo>
                <a:lnTo>
                  <a:pt x="156012" y="97371"/>
                </a:lnTo>
                <a:lnTo>
                  <a:pt x="158047" y="97371"/>
                </a:lnTo>
                <a:lnTo>
                  <a:pt x="158047" y="103108"/>
                </a:lnTo>
                <a:lnTo>
                  <a:pt x="154344" y="106811"/>
                </a:lnTo>
                <a:lnTo>
                  <a:pt x="154344" y="99072"/>
                </a:lnTo>
                <a:close/>
                <a:moveTo>
                  <a:pt x="166820" y="102074"/>
                </a:moveTo>
                <a:lnTo>
                  <a:pt x="166986" y="102074"/>
                </a:lnTo>
                <a:lnTo>
                  <a:pt x="168954" y="100106"/>
                </a:lnTo>
                <a:lnTo>
                  <a:pt x="168954" y="101974"/>
                </a:lnTo>
                <a:lnTo>
                  <a:pt x="167520" y="103375"/>
                </a:lnTo>
                <a:lnTo>
                  <a:pt x="165519" y="103375"/>
                </a:lnTo>
                <a:lnTo>
                  <a:pt x="164184" y="102074"/>
                </a:lnTo>
                <a:close/>
                <a:moveTo>
                  <a:pt x="165752" y="104743"/>
                </a:moveTo>
                <a:lnTo>
                  <a:pt x="168387" y="107378"/>
                </a:lnTo>
                <a:lnTo>
                  <a:pt x="164651" y="107378"/>
                </a:lnTo>
                <a:lnTo>
                  <a:pt x="165752" y="106277"/>
                </a:lnTo>
                <a:lnTo>
                  <a:pt x="165752" y="104743"/>
                </a:lnTo>
                <a:close/>
                <a:moveTo>
                  <a:pt x="168954" y="108712"/>
                </a:moveTo>
                <a:lnTo>
                  <a:pt x="168954" y="112448"/>
                </a:lnTo>
                <a:lnTo>
                  <a:pt x="167854" y="111381"/>
                </a:lnTo>
                <a:lnTo>
                  <a:pt x="166319" y="111381"/>
                </a:lnTo>
                <a:close/>
                <a:moveTo>
                  <a:pt x="169755" y="108712"/>
                </a:moveTo>
                <a:lnTo>
                  <a:pt x="172390" y="111381"/>
                </a:lnTo>
                <a:lnTo>
                  <a:pt x="170989" y="111381"/>
                </a:lnTo>
                <a:lnTo>
                  <a:pt x="170722" y="111481"/>
                </a:lnTo>
                <a:lnTo>
                  <a:pt x="169755" y="112448"/>
                </a:lnTo>
                <a:lnTo>
                  <a:pt x="169755" y="108712"/>
                </a:lnTo>
                <a:close/>
                <a:moveTo>
                  <a:pt x="170289" y="107378"/>
                </a:moveTo>
                <a:lnTo>
                  <a:pt x="172957" y="104743"/>
                </a:lnTo>
                <a:lnTo>
                  <a:pt x="172957" y="106277"/>
                </a:lnTo>
                <a:lnTo>
                  <a:pt x="174025" y="107378"/>
                </a:lnTo>
                <a:close/>
                <a:moveTo>
                  <a:pt x="169755" y="106811"/>
                </a:moveTo>
                <a:lnTo>
                  <a:pt x="169755" y="103075"/>
                </a:lnTo>
                <a:lnTo>
                  <a:pt x="170722" y="104042"/>
                </a:lnTo>
                <a:lnTo>
                  <a:pt x="170989" y="104175"/>
                </a:lnTo>
                <a:lnTo>
                  <a:pt x="172390" y="104175"/>
                </a:lnTo>
                <a:close/>
                <a:moveTo>
                  <a:pt x="180629" y="97371"/>
                </a:moveTo>
                <a:lnTo>
                  <a:pt x="182664" y="97371"/>
                </a:lnTo>
                <a:lnTo>
                  <a:pt x="184332" y="99072"/>
                </a:lnTo>
                <a:lnTo>
                  <a:pt x="184332" y="106811"/>
                </a:lnTo>
                <a:lnTo>
                  <a:pt x="180629" y="103108"/>
                </a:lnTo>
                <a:lnTo>
                  <a:pt x="180629" y="97371"/>
                </a:lnTo>
                <a:close/>
                <a:moveTo>
                  <a:pt x="185133" y="99072"/>
                </a:moveTo>
                <a:lnTo>
                  <a:pt x="186801" y="97371"/>
                </a:lnTo>
                <a:lnTo>
                  <a:pt x="188835" y="97371"/>
                </a:lnTo>
                <a:lnTo>
                  <a:pt x="188835" y="103108"/>
                </a:lnTo>
                <a:lnTo>
                  <a:pt x="185133" y="106811"/>
                </a:lnTo>
                <a:lnTo>
                  <a:pt x="185133" y="99072"/>
                </a:lnTo>
                <a:close/>
                <a:moveTo>
                  <a:pt x="197775" y="102074"/>
                </a:moveTo>
                <a:lnTo>
                  <a:pt x="199743" y="100106"/>
                </a:lnTo>
                <a:lnTo>
                  <a:pt x="199743" y="101974"/>
                </a:lnTo>
                <a:lnTo>
                  <a:pt x="198309" y="103375"/>
                </a:lnTo>
                <a:lnTo>
                  <a:pt x="196307" y="103375"/>
                </a:lnTo>
                <a:lnTo>
                  <a:pt x="194973" y="102074"/>
                </a:lnTo>
                <a:close/>
                <a:moveTo>
                  <a:pt x="196541" y="104743"/>
                </a:moveTo>
                <a:lnTo>
                  <a:pt x="199176" y="107378"/>
                </a:lnTo>
                <a:lnTo>
                  <a:pt x="195440" y="107378"/>
                </a:lnTo>
                <a:lnTo>
                  <a:pt x="196541" y="106277"/>
                </a:lnTo>
                <a:lnTo>
                  <a:pt x="196541" y="104743"/>
                </a:lnTo>
                <a:close/>
                <a:moveTo>
                  <a:pt x="199743" y="108712"/>
                </a:moveTo>
                <a:lnTo>
                  <a:pt x="199743" y="112448"/>
                </a:lnTo>
                <a:lnTo>
                  <a:pt x="198776" y="111481"/>
                </a:lnTo>
                <a:lnTo>
                  <a:pt x="198476" y="111381"/>
                </a:lnTo>
                <a:lnTo>
                  <a:pt x="197108" y="111381"/>
                </a:lnTo>
                <a:close/>
                <a:moveTo>
                  <a:pt x="200544" y="108712"/>
                </a:moveTo>
                <a:lnTo>
                  <a:pt x="203179" y="111381"/>
                </a:lnTo>
                <a:lnTo>
                  <a:pt x="201644" y="111381"/>
                </a:lnTo>
                <a:lnTo>
                  <a:pt x="200544" y="112448"/>
                </a:lnTo>
                <a:close/>
                <a:moveTo>
                  <a:pt x="201077" y="107378"/>
                </a:moveTo>
                <a:lnTo>
                  <a:pt x="203746" y="104743"/>
                </a:lnTo>
                <a:lnTo>
                  <a:pt x="203746" y="106277"/>
                </a:lnTo>
                <a:lnTo>
                  <a:pt x="204847" y="107378"/>
                </a:lnTo>
                <a:close/>
                <a:moveTo>
                  <a:pt x="203979" y="103375"/>
                </a:moveTo>
                <a:lnTo>
                  <a:pt x="201945" y="103375"/>
                </a:lnTo>
                <a:lnTo>
                  <a:pt x="200544" y="101941"/>
                </a:lnTo>
                <a:lnTo>
                  <a:pt x="200544" y="100106"/>
                </a:lnTo>
                <a:lnTo>
                  <a:pt x="202512" y="102074"/>
                </a:lnTo>
                <a:lnTo>
                  <a:pt x="202645" y="102074"/>
                </a:lnTo>
                <a:lnTo>
                  <a:pt x="205280" y="102074"/>
                </a:lnTo>
                <a:close/>
                <a:moveTo>
                  <a:pt x="206081" y="101273"/>
                </a:moveTo>
                <a:lnTo>
                  <a:pt x="202812" y="101273"/>
                </a:lnTo>
                <a:lnTo>
                  <a:pt x="200544" y="98972"/>
                </a:lnTo>
                <a:lnTo>
                  <a:pt x="200544" y="96603"/>
                </a:lnTo>
                <a:lnTo>
                  <a:pt x="203512" y="99606"/>
                </a:lnTo>
                <a:lnTo>
                  <a:pt x="203679" y="99606"/>
                </a:lnTo>
                <a:lnTo>
                  <a:pt x="207749" y="99606"/>
                </a:lnTo>
                <a:close/>
                <a:moveTo>
                  <a:pt x="208549" y="98805"/>
                </a:moveTo>
                <a:lnTo>
                  <a:pt x="203846" y="98805"/>
                </a:lnTo>
                <a:lnTo>
                  <a:pt x="200544" y="95503"/>
                </a:lnTo>
                <a:lnTo>
                  <a:pt x="200544" y="93334"/>
                </a:lnTo>
                <a:lnTo>
                  <a:pt x="204480" y="97271"/>
                </a:lnTo>
                <a:lnTo>
                  <a:pt x="204647" y="97271"/>
                </a:lnTo>
                <a:lnTo>
                  <a:pt x="210084" y="97271"/>
                </a:lnTo>
                <a:close/>
                <a:moveTo>
                  <a:pt x="211418" y="97371"/>
                </a:moveTo>
                <a:lnTo>
                  <a:pt x="213453" y="97371"/>
                </a:lnTo>
                <a:lnTo>
                  <a:pt x="215154" y="99072"/>
                </a:lnTo>
                <a:lnTo>
                  <a:pt x="215154" y="106811"/>
                </a:lnTo>
                <a:lnTo>
                  <a:pt x="211418" y="103108"/>
                </a:lnTo>
                <a:lnTo>
                  <a:pt x="211418" y="97371"/>
                </a:lnTo>
                <a:close/>
                <a:moveTo>
                  <a:pt x="215921" y="99072"/>
                </a:moveTo>
                <a:lnTo>
                  <a:pt x="217623" y="97371"/>
                </a:lnTo>
                <a:lnTo>
                  <a:pt x="219657" y="97371"/>
                </a:lnTo>
                <a:lnTo>
                  <a:pt x="219657" y="103108"/>
                </a:lnTo>
                <a:lnTo>
                  <a:pt x="215921" y="106811"/>
                </a:lnTo>
                <a:lnTo>
                  <a:pt x="215921" y="99072"/>
                </a:lnTo>
                <a:close/>
                <a:moveTo>
                  <a:pt x="226596" y="87464"/>
                </a:moveTo>
                <a:lnTo>
                  <a:pt x="226429" y="87464"/>
                </a:lnTo>
                <a:lnTo>
                  <a:pt x="220992" y="87464"/>
                </a:lnTo>
                <a:lnTo>
                  <a:pt x="222526" y="85929"/>
                </a:lnTo>
                <a:lnTo>
                  <a:pt x="227229" y="85929"/>
                </a:lnTo>
                <a:lnTo>
                  <a:pt x="230532" y="89265"/>
                </a:lnTo>
                <a:lnTo>
                  <a:pt x="230532" y="91400"/>
                </a:lnTo>
                <a:close/>
                <a:moveTo>
                  <a:pt x="227530" y="85162"/>
                </a:moveTo>
                <a:lnTo>
                  <a:pt x="227396" y="85162"/>
                </a:lnTo>
                <a:lnTo>
                  <a:pt x="223327" y="85162"/>
                </a:lnTo>
                <a:lnTo>
                  <a:pt x="224995" y="83461"/>
                </a:lnTo>
                <a:lnTo>
                  <a:pt x="228230" y="83461"/>
                </a:lnTo>
                <a:lnTo>
                  <a:pt x="230532" y="85762"/>
                </a:lnTo>
                <a:lnTo>
                  <a:pt x="230532" y="88131"/>
                </a:lnTo>
                <a:close/>
                <a:moveTo>
                  <a:pt x="231332" y="82794"/>
                </a:moveTo>
                <a:lnTo>
                  <a:pt x="232733" y="81359"/>
                </a:lnTo>
                <a:lnTo>
                  <a:pt x="234768" y="81359"/>
                </a:lnTo>
                <a:lnTo>
                  <a:pt x="236069" y="82693"/>
                </a:lnTo>
                <a:lnTo>
                  <a:pt x="233300" y="82693"/>
                </a:lnTo>
                <a:lnTo>
                  <a:pt x="231332" y="84662"/>
                </a:lnTo>
                <a:lnTo>
                  <a:pt x="231332" y="82794"/>
                </a:lnTo>
                <a:close/>
                <a:moveTo>
                  <a:pt x="234535" y="80025"/>
                </a:moveTo>
                <a:lnTo>
                  <a:pt x="231899" y="77356"/>
                </a:lnTo>
                <a:lnTo>
                  <a:pt x="235635" y="77356"/>
                </a:lnTo>
                <a:lnTo>
                  <a:pt x="234535" y="78457"/>
                </a:lnTo>
                <a:close/>
                <a:moveTo>
                  <a:pt x="231332" y="76022"/>
                </a:moveTo>
                <a:lnTo>
                  <a:pt x="231332" y="72286"/>
                </a:lnTo>
                <a:lnTo>
                  <a:pt x="232300" y="73253"/>
                </a:lnTo>
                <a:lnTo>
                  <a:pt x="232567" y="73387"/>
                </a:lnTo>
                <a:lnTo>
                  <a:pt x="233968" y="73387"/>
                </a:lnTo>
                <a:close/>
                <a:moveTo>
                  <a:pt x="230532" y="71152"/>
                </a:moveTo>
                <a:lnTo>
                  <a:pt x="229097" y="72586"/>
                </a:lnTo>
                <a:lnTo>
                  <a:pt x="227096" y="72586"/>
                </a:lnTo>
                <a:lnTo>
                  <a:pt x="225762" y="71285"/>
                </a:lnTo>
                <a:lnTo>
                  <a:pt x="228564" y="71285"/>
                </a:lnTo>
                <a:lnTo>
                  <a:pt x="230532" y="69317"/>
                </a:lnTo>
                <a:close/>
                <a:moveTo>
                  <a:pt x="228230" y="70485"/>
                </a:moveTo>
                <a:lnTo>
                  <a:pt x="224995" y="70485"/>
                </a:lnTo>
                <a:lnTo>
                  <a:pt x="223327" y="68783"/>
                </a:lnTo>
                <a:lnTo>
                  <a:pt x="227363" y="68783"/>
                </a:lnTo>
                <a:lnTo>
                  <a:pt x="227663" y="68683"/>
                </a:lnTo>
                <a:lnTo>
                  <a:pt x="230532" y="65815"/>
                </a:lnTo>
                <a:lnTo>
                  <a:pt x="230532" y="68183"/>
                </a:lnTo>
                <a:close/>
                <a:moveTo>
                  <a:pt x="227229" y="68016"/>
                </a:moveTo>
                <a:lnTo>
                  <a:pt x="222526" y="68016"/>
                </a:lnTo>
                <a:lnTo>
                  <a:pt x="220992" y="66482"/>
                </a:lnTo>
                <a:lnTo>
                  <a:pt x="226596" y="66482"/>
                </a:lnTo>
                <a:lnTo>
                  <a:pt x="230532" y="62546"/>
                </a:lnTo>
                <a:lnTo>
                  <a:pt x="230532" y="64714"/>
                </a:lnTo>
                <a:close/>
                <a:moveTo>
                  <a:pt x="226596" y="56675"/>
                </a:moveTo>
                <a:lnTo>
                  <a:pt x="220992" y="56675"/>
                </a:lnTo>
                <a:lnTo>
                  <a:pt x="222526" y="55140"/>
                </a:lnTo>
                <a:lnTo>
                  <a:pt x="227229" y="55140"/>
                </a:lnTo>
                <a:lnTo>
                  <a:pt x="230532" y="58476"/>
                </a:lnTo>
                <a:lnTo>
                  <a:pt x="230532" y="60611"/>
                </a:lnTo>
                <a:close/>
                <a:moveTo>
                  <a:pt x="227663" y="54473"/>
                </a:moveTo>
                <a:lnTo>
                  <a:pt x="227396" y="54340"/>
                </a:lnTo>
                <a:lnTo>
                  <a:pt x="223327" y="54340"/>
                </a:lnTo>
                <a:lnTo>
                  <a:pt x="224995" y="52672"/>
                </a:lnTo>
                <a:lnTo>
                  <a:pt x="228230" y="52672"/>
                </a:lnTo>
                <a:lnTo>
                  <a:pt x="230532" y="54974"/>
                </a:lnTo>
                <a:lnTo>
                  <a:pt x="230532" y="57342"/>
                </a:lnTo>
                <a:close/>
                <a:moveTo>
                  <a:pt x="231332" y="52005"/>
                </a:moveTo>
                <a:lnTo>
                  <a:pt x="232733" y="50570"/>
                </a:lnTo>
                <a:lnTo>
                  <a:pt x="234768" y="50570"/>
                </a:lnTo>
                <a:lnTo>
                  <a:pt x="236069" y="51905"/>
                </a:lnTo>
                <a:lnTo>
                  <a:pt x="233300" y="51905"/>
                </a:lnTo>
                <a:lnTo>
                  <a:pt x="231332" y="53873"/>
                </a:lnTo>
                <a:lnTo>
                  <a:pt x="231332" y="52005"/>
                </a:lnTo>
                <a:close/>
                <a:moveTo>
                  <a:pt x="234535" y="47835"/>
                </a:moveTo>
                <a:lnTo>
                  <a:pt x="234535" y="49203"/>
                </a:lnTo>
                <a:lnTo>
                  <a:pt x="231899" y="46568"/>
                </a:lnTo>
                <a:lnTo>
                  <a:pt x="235635" y="46568"/>
                </a:lnTo>
                <a:lnTo>
                  <a:pt x="234635" y="47568"/>
                </a:lnTo>
                <a:close/>
                <a:moveTo>
                  <a:pt x="231866" y="45800"/>
                </a:moveTo>
                <a:lnTo>
                  <a:pt x="234535" y="43132"/>
                </a:lnTo>
                <a:lnTo>
                  <a:pt x="234535" y="44700"/>
                </a:lnTo>
                <a:lnTo>
                  <a:pt x="235635" y="45800"/>
                </a:lnTo>
                <a:lnTo>
                  <a:pt x="231866" y="45800"/>
                </a:lnTo>
                <a:close/>
                <a:moveTo>
                  <a:pt x="231332" y="45233"/>
                </a:moveTo>
                <a:lnTo>
                  <a:pt x="231332" y="41497"/>
                </a:lnTo>
                <a:lnTo>
                  <a:pt x="232300" y="42465"/>
                </a:lnTo>
                <a:lnTo>
                  <a:pt x="232567" y="42598"/>
                </a:lnTo>
                <a:lnTo>
                  <a:pt x="233968" y="42598"/>
                </a:lnTo>
                <a:close/>
                <a:moveTo>
                  <a:pt x="230532" y="40363"/>
                </a:moveTo>
                <a:lnTo>
                  <a:pt x="229097" y="41797"/>
                </a:lnTo>
                <a:lnTo>
                  <a:pt x="227096" y="41797"/>
                </a:lnTo>
                <a:lnTo>
                  <a:pt x="225762" y="40463"/>
                </a:lnTo>
                <a:lnTo>
                  <a:pt x="228397" y="40463"/>
                </a:lnTo>
                <a:lnTo>
                  <a:pt x="228564" y="40463"/>
                </a:lnTo>
                <a:lnTo>
                  <a:pt x="230532" y="38495"/>
                </a:lnTo>
                <a:lnTo>
                  <a:pt x="230532" y="40363"/>
                </a:lnTo>
                <a:close/>
                <a:moveTo>
                  <a:pt x="228230" y="39696"/>
                </a:moveTo>
                <a:lnTo>
                  <a:pt x="224995" y="39696"/>
                </a:lnTo>
                <a:lnTo>
                  <a:pt x="223327" y="38028"/>
                </a:lnTo>
                <a:lnTo>
                  <a:pt x="227363" y="38028"/>
                </a:lnTo>
                <a:lnTo>
                  <a:pt x="227530" y="38028"/>
                </a:lnTo>
                <a:lnTo>
                  <a:pt x="230532" y="35026"/>
                </a:lnTo>
                <a:lnTo>
                  <a:pt x="230532" y="37394"/>
                </a:lnTo>
                <a:close/>
                <a:moveTo>
                  <a:pt x="227229" y="37228"/>
                </a:moveTo>
                <a:lnTo>
                  <a:pt x="222526" y="37228"/>
                </a:lnTo>
                <a:lnTo>
                  <a:pt x="220992" y="35693"/>
                </a:lnTo>
                <a:lnTo>
                  <a:pt x="226429" y="35693"/>
                </a:lnTo>
                <a:lnTo>
                  <a:pt x="226596" y="35693"/>
                </a:lnTo>
                <a:lnTo>
                  <a:pt x="230532" y="31757"/>
                </a:lnTo>
                <a:lnTo>
                  <a:pt x="230532" y="33892"/>
                </a:lnTo>
                <a:close/>
                <a:moveTo>
                  <a:pt x="226596" y="25886"/>
                </a:moveTo>
                <a:lnTo>
                  <a:pt x="226429" y="25886"/>
                </a:lnTo>
                <a:lnTo>
                  <a:pt x="220992" y="25886"/>
                </a:lnTo>
                <a:lnTo>
                  <a:pt x="222526" y="24352"/>
                </a:lnTo>
                <a:lnTo>
                  <a:pt x="227229" y="24352"/>
                </a:lnTo>
                <a:lnTo>
                  <a:pt x="230532" y="27654"/>
                </a:lnTo>
                <a:lnTo>
                  <a:pt x="230532" y="29822"/>
                </a:lnTo>
                <a:close/>
                <a:moveTo>
                  <a:pt x="227530" y="23551"/>
                </a:moveTo>
                <a:lnTo>
                  <a:pt x="227396" y="23551"/>
                </a:lnTo>
                <a:lnTo>
                  <a:pt x="223327" y="23551"/>
                </a:lnTo>
                <a:lnTo>
                  <a:pt x="224995" y="21883"/>
                </a:lnTo>
                <a:lnTo>
                  <a:pt x="228230" y="21883"/>
                </a:lnTo>
                <a:lnTo>
                  <a:pt x="230532" y="24185"/>
                </a:lnTo>
                <a:lnTo>
                  <a:pt x="230532" y="26553"/>
                </a:lnTo>
                <a:close/>
                <a:moveTo>
                  <a:pt x="227330" y="13744"/>
                </a:moveTo>
                <a:lnTo>
                  <a:pt x="227330" y="12343"/>
                </a:lnTo>
                <a:lnTo>
                  <a:pt x="229965" y="15012"/>
                </a:lnTo>
                <a:lnTo>
                  <a:pt x="226229" y="15012"/>
                </a:lnTo>
                <a:lnTo>
                  <a:pt x="227196" y="14011"/>
                </a:lnTo>
                <a:close/>
                <a:moveTo>
                  <a:pt x="230532" y="20082"/>
                </a:moveTo>
                <a:lnTo>
                  <a:pt x="229431" y="18981"/>
                </a:lnTo>
                <a:lnTo>
                  <a:pt x="229264" y="18981"/>
                </a:lnTo>
                <a:lnTo>
                  <a:pt x="227897" y="18981"/>
                </a:lnTo>
                <a:lnTo>
                  <a:pt x="230532" y="16346"/>
                </a:lnTo>
                <a:close/>
                <a:moveTo>
                  <a:pt x="231332" y="16346"/>
                </a:moveTo>
                <a:lnTo>
                  <a:pt x="233968" y="18981"/>
                </a:lnTo>
                <a:lnTo>
                  <a:pt x="232567" y="18981"/>
                </a:lnTo>
                <a:lnTo>
                  <a:pt x="232300" y="19115"/>
                </a:lnTo>
                <a:lnTo>
                  <a:pt x="231332" y="20082"/>
                </a:lnTo>
                <a:lnTo>
                  <a:pt x="231332" y="16346"/>
                </a:lnTo>
                <a:close/>
                <a:moveTo>
                  <a:pt x="227897" y="11776"/>
                </a:moveTo>
                <a:lnTo>
                  <a:pt x="229431" y="11776"/>
                </a:lnTo>
                <a:lnTo>
                  <a:pt x="230532" y="10709"/>
                </a:lnTo>
                <a:lnTo>
                  <a:pt x="230532" y="14445"/>
                </a:lnTo>
                <a:close/>
                <a:moveTo>
                  <a:pt x="229965" y="15779"/>
                </a:moveTo>
                <a:lnTo>
                  <a:pt x="227330" y="18414"/>
                </a:lnTo>
                <a:lnTo>
                  <a:pt x="227330" y="16880"/>
                </a:lnTo>
                <a:lnTo>
                  <a:pt x="226229" y="15779"/>
                </a:lnTo>
                <a:close/>
                <a:moveTo>
                  <a:pt x="227096" y="19782"/>
                </a:moveTo>
                <a:lnTo>
                  <a:pt x="229097" y="19782"/>
                </a:lnTo>
                <a:lnTo>
                  <a:pt x="230532" y="21216"/>
                </a:lnTo>
                <a:lnTo>
                  <a:pt x="230532" y="23051"/>
                </a:lnTo>
                <a:lnTo>
                  <a:pt x="228564" y="21083"/>
                </a:lnTo>
                <a:lnTo>
                  <a:pt x="228397" y="21083"/>
                </a:lnTo>
                <a:lnTo>
                  <a:pt x="225795" y="21083"/>
                </a:lnTo>
                <a:close/>
                <a:moveTo>
                  <a:pt x="231332" y="21216"/>
                </a:moveTo>
                <a:lnTo>
                  <a:pt x="232733" y="19782"/>
                </a:lnTo>
                <a:lnTo>
                  <a:pt x="234768" y="19782"/>
                </a:lnTo>
                <a:lnTo>
                  <a:pt x="236069" y="21083"/>
                </a:lnTo>
                <a:lnTo>
                  <a:pt x="233300" y="21083"/>
                </a:lnTo>
                <a:lnTo>
                  <a:pt x="231332" y="23051"/>
                </a:lnTo>
                <a:lnTo>
                  <a:pt x="231332" y="21216"/>
                </a:lnTo>
                <a:close/>
                <a:moveTo>
                  <a:pt x="234535" y="18447"/>
                </a:moveTo>
                <a:lnTo>
                  <a:pt x="231899" y="15779"/>
                </a:lnTo>
                <a:lnTo>
                  <a:pt x="235635" y="15779"/>
                </a:lnTo>
                <a:lnTo>
                  <a:pt x="234535" y="16880"/>
                </a:lnTo>
                <a:close/>
                <a:moveTo>
                  <a:pt x="231332" y="14445"/>
                </a:moveTo>
                <a:lnTo>
                  <a:pt x="231332" y="10709"/>
                </a:lnTo>
                <a:lnTo>
                  <a:pt x="232300" y="11676"/>
                </a:lnTo>
                <a:lnTo>
                  <a:pt x="232567" y="11809"/>
                </a:lnTo>
                <a:lnTo>
                  <a:pt x="233968" y="11809"/>
                </a:lnTo>
                <a:close/>
                <a:moveTo>
                  <a:pt x="230532" y="9574"/>
                </a:moveTo>
                <a:lnTo>
                  <a:pt x="229097" y="11009"/>
                </a:lnTo>
                <a:lnTo>
                  <a:pt x="227096" y="11009"/>
                </a:lnTo>
                <a:lnTo>
                  <a:pt x="225762" y="9675"/>
                </a:lnTo>
                <a:lnTo>
                  <a:pt x="228564" y="9675"/>
                </a:lnTo>
                <a:lnTo>
                  <a:pt x="230532" y="7706"/>
                </a:lnTo>
                <a:close/>
                <a:moveTo>
                  <a:pt x="225128" y="15779"/>
                </a:moveTo>
                <a:lnTo>
                  <a:pt x="226529" y="17213"/>
                </a:lnTo>
                <a:lnTo>
                  <a:pt x="226529" y="19215"/>
                </a:lnTo>
                <a:lnTo>
                  <a:pt x="225228" y="20549"/>
                </a:lnTo>
                <a:lnTo>
                  <a:pt x="225228" y="17747"/>
                </a:lnTo>
                <a:lnTo>
                  <a:pt x="223260" y="15779"/>
                </a:lnTo>
                <a:close/>
                <a:moveTo>
                  <a:pt x="205848" y="17747"/>
                </a:moveTo>
                <a:lnTo>
                  <a:pt x="205848" y="20516"/>
                </a:lnTo>
                <a:lnTo>
                  <a:pt x="204513" y="19215"/>
                </a:lnTo>
                <a:lnTo>
                  <a:pt x="204513" y="17213"/>
                </a:lnTo>
                <a:lnTo>
                  <a:pt x="205948" y="15779"/>
                </a:lnTo>
                <a:lnTo>
                  <a:pt x="207816" y="15779"/>
                </a:lnTo>
                <a:close/>
                <a:moveTo>
                  <a:pt x="205948" y="15012"/>
                </a:moveTo>
                <a:lnTo>
                  <a:pt x="204513" y="13577"/>
                </a:lnTo>
                <a:lnTo>
                  <a:pt x="204513" y="11576"/>
                </a:lnTo>
                <a:lnTo>
                  <a:pt x="205848" y="10242"/>
                </a:lnTo>
                <a:lnTo>
                  <a:pt x="205848" y="13010"/>
                </a:lnTo>
                <a:lnTo>
                  <a:pt x="207816" y="14978"/>
                </a:lnTo>
                <a:lnTo>
                  <a:pt x="205948" y="14978"/>
                </a:lnTo>
                <a:close/>
                <a:moveTo>
                  <a:pt x="203979" y="11009"/>
                </a:moveTo>
                <a:lnTo>
                  <a:pt x="201945" y="11009"/>
                </a:lnTo>
                <a:lnTo>
                  <a:pt x="200544" y="9574"/>
                </a:lnTo>
                <a:lnTo>
                  <a:pt x="200544" y="7706"/>
                </a:lnTo>
                <a:lnTo>
                  <a:pt x="202512" y="9675"/>
                </a:lnTo>
                <a:lnTo>
                  <a:pt x="205280" y="9675"/>
                </a:lnTo>
                <a:close/>
                <a:moveTo>
                  <a:pt x="199743" y="9574"/>
                </a:moveTo>
                <a:lnTo>
                  <a:pt x="198309" y="11009"/>
                </a:lnTo>
                <a:lnTo>
                  <a:pt x="196307" y="11009"/>
                </a:lnTo>
                <a:lnTo>
                  <a:pt x="194973" y="9675"/>
                </a:lnTo>
                <a:lnTo>
                  <a:pt x="197775" y="9675"/>
                </a:lnTo>
                <a:lnTo>
                  <a:pt x="199743" y="7706"/>
                </a:lnTo>
                <a:lnTo>
                  <a:pt x="199743" y="9574"/>
                </a:lnTo>
                <a:close/>
                <a:moveTo>
                  <a:pt x="194339" y="15779"/>
                </a:moveTo>
                <a:lnTo>
                  <a:pt x="195740" y="17213"/>
                </a:lnTo>
                <a:lnTo>
                  <a:pt x="195740" y="19215"/>
                </a:lnTo>
                <a:lnTo>
                  <a:pt x="194439" y="20549"/>
                </a:lnTo>
                <a:lnTo>
                  <a:pt x="194439" y="17747"/>
                </a:lnTo>
                <a:lnTo>
                  <a:pt x="192471" y="15779"/>
                </a:lnTo>
                <a:close/>
                <a:moveTo>
                  <a:pt x="175059" y="17747"/>
                </a:moveTo>
                <a:lnTo>
                  <a:pt x="175059" y="20549"/>
                </a:lnTo>
                <a:lnTo>
                  <a:pt x="173725" y="19215"/>
                </a:lnTo>
                <a:lnTo>
                  <a:pt x="173725" y="17213"/>
                </a:lnTo>
                <a:lnTo>
                  <a:pt x="175159" y="15779"/>
                </a:lnTo>
                <a:lnTo>
                  <a:pt x="177027" y="15779"/>
                </a:lnTo>
                <a:close/>
                <a:moveTo>
                  <a:pt x="175159" y="15012"/>
                </a:moveTo>
                <a:lnTo>
                  <a:pt x="173725" y="13577"/>
                </a:lnTo>
                <a:lnTo>
                  <a:pt x="173725" y="11576"/>
                </a:lnTo>
                <a:lnTo>
                  <a:pt x="175059" y="10242"/>
                </a:lnTo>
                <a:lnTo>
                  <a:pt x="175059" y="13010"/>
                </a:lnTo>
                <a:lnTo>
                  <a:pt x="177027" y="14978"/>
                </a:lnTo>
                <a:lnTo>
                  <a:pt x="175159" y="14978"/>
                </a:lnTo>
                <a:close/>
                <a:moveTo>
                  <a:pt x="173191" y="11009"/>
                </a:moveTo>
                <a:lnTo>
                  <a:pt x="171156" y="11009"/>
                </a:lnTo>
                <a:lnTo>
                  <a:pt x="169755" y="9574"/>
                </a:lnTo>
                <a:lnTo>
                  <a:pt x="169755" y="7706"/>
                </a:lnTo>
                <a:lnTo>
                  <a:pt x="171723" y="9675"/>
                </a:lnTo>
                <a:lnTo>
                  <a:pt x="174492" y="9675"/>
                </a:lnTo>
                <a:close/>
                <a:moveTo>
                  <a:pt x="168954" y="9574"/>
                </a:moveTo>
                <a:lnTo>
                  <a:pt x="167520" y="11009"/>
                </a:lnTo>
                <a:lnTo>
                  <a:pt x="165519" y="11009"/>
                </a:lnTo>
                <a:lnTo>
                  <a:pt x="164184" y="9675"/>
                </a:lnTo>
                <a:lnTo>
                  <a:pt x="166986" y="9675"/>
                </a:lnTo>
                <a:lnTo>
                  <a:pt x="168954" y="7706"/>
                </a:lnTo>
                <a:close/>
                <a:moveTo>
                  <a:pt x="163517" y="15779"/>
                </a:moveTo>
                <a:lnTo>
                  <a:pt x="164952" y="17213"/>
                </a:lnTo>
                <a:lnTo>
                  <a:pt x="164952" y="19215"/>
                </a:lnTo>
                <a:lnTo>
                  <a:pt x="163651" y="20549"/>
                </a:lnTo>
                <a:lnTo>
                  <a:pt x="163651" y="17747"/>
                </a:lnTo>
                <a:lnTo>
                  <a:pt x="161649" y="15779"/>
                </a:lnTo>
                <a:close/>
                <a:moveTo>
                  <a:pt x="144270" y="17747"/>
                </a:moveTo>
                <a:lnTo>
                  <a:pt x="144270" y="20549"/>
                </a:lnTo>
                <a:lnTo>
                  <a:pt x="142936" y="19215"/>
                </a:lnTo>
                <a:lnTo>
                  <a:pt x="142936" y="17213"/>
                </a:lnTo>
                <a:lnTo>
                  <a:pt x="144370" y="15779"/>
                </a:lnTo>
                <a:lnTo>
                  <a:pt x="146238" y="15779"/>
                </a:lnTo>
                <a:close/>
                <a:moveTo>
                  <a:pt x="144370" y="15012"/>
                </a:moveTo>
                <a:lnTo>
                  <a:pt x="142936" y="13577"/>
                </a:lnTo>
                <a:lnTo>
                  <a:pt x="142936" y="11576"/>
                </a:lnTo>
                <a:lnTo>
                  <a:pt x="144270" y="10242"/>
                </a:lnTo>
                <a:lnTo>
                  <a:pt x="144270" y="13010"/>
                </a:lnTo>
                <a:lnTo>
                  <a:pt x="146238" y="14978"/>
                </a:lnTo>
                <a:lnTo>
                  <a:pt x="144370" y="14978"/>
                </a:lnTo>
                <a:close/>
                <a:moveTo>
                  <a:pt x="142369" y="11009"/>
                </a:moveTo>
                <a:lnTo>
                  <a:pt x="140367" y="11009"/>
                </a:lnTo>
                <a:lnTo>
                  <a:pt x="138933" y="9574"/>
                </a:lnTo>
                <a:lnTo>
                  <a:pt x="138933" y="7706"/>
                </a:lnTo>
                <a:lnTo>
                  <a:pt x="140901" y="9675"/>
                </a:lnTo>
                <a:lnTo>
                  <a:pt x="143703" y="9675"/>
                </a:lnTo>
                <a:close/>
                <a:moveTo>
                  <a:pt x="138166" y="9574"/>
                </a:moveTo>
                <a:lnTo>
                  <a:pt x="136731" y="11009"/>
                </a:lnTo>
                <a:lnTo>
                  <a:pt x="134730" y="11009"/>
                </a:lnTo>
                <a:lnTo>
                  <a:pt x="133396" y="9675"/>
                </a:lnTo>
                <a:lnTo>
                  <a:pt x="136198" y="9675"/>
                </a:lnTo>
                <a:lnTo>
                  <a:pt x="138166" y="7706"/>
                </a:lnTo>
                <a:close/>
                <a:moveTo>
                  <a:pt x="132729" y="15779"/>
                </a:moveTo>
                <a:lnTo>
                  <a:pt x="134163" y="17213"/>
                </a:lnTo>
                <a:lnTo>
                  <a:pt x="134163" y="19215"/>
                </a:lnTo>
                <a:lnTo>
                  <a:pt x="132862" y="20549"/>
                </a:lnTo>
                <a:lnTo>
                  <a:pt x="132862" y="17747"/>
                </a:lnTo>
                <a:lnTo>
                  <a:pt x="130894" y="15779"/>
                </a:lnTo>
                <a:close/>
                <a:moveTo>
                  <a:pt x="113482" y="17747"/>
                </a:moveTo>
                <a:lnTo>
                  <a:pt x="113482" y="20549"/>
                </a:lnTo>
                <a:lnTo>
                  <a:pt x="112147" y="19215"/>
                </a:lnTo>
                <a:lnTo>
                  <a:pt x="112147" y="17213"/>
                </a:lnTo>
                <a:lnTo>
                  <a:pt x="113582" y="15779"/>
                </a:lnTo>
                <a:lnTo>
                  <a:pt x="115450" y="15779"/>
                </a:lnTo>
                <a:close/>
                <a:moveTo>
                  <a:pt x="113582" y="15012"/>
                </a:moveTo>
                <a:lnTo>
                  <a:pt x="112147" y="13577"/>
                </a:lnTo>
                <a:lnTo>
                  <a:pt x="112147" y="11576"/>
                </a:lnTo>
                <a:lnTo>
                  <a:pt x="113482" y="10242"/>
                </a:lnTo>
                <a:lnTo>
                  <a:pt x="113482" y="13010"/>
                </a:lnTo>
                <a:lnTo>
                  <a:pt x="115450" y="14978"/>
                </a:lnTo>
                <a:lnTo>
                  <a:pt x="113582" y="14978"/>
                </a:lnTo>
                <a:close/>
                <a:moveTo>
                  <a:pt x="111580" y="11009"/>
                </a:moveTo>
                <a:lnTo>
                  <a:pt x="109579" y="11009"/>
                </a:lnTo>
                <a:lnTo>
                  <a:pt x="108144" y="9574"/>
                </a:lnTo>
                <a:lnTo>
                  <a:pt x="108144" y="7706"/>
                </a:lnTo>
                <a:lnTo>
                  <a:pt x="110112" y="9675"/>
                </a:lnTo>
                <a:lnTo>
                  <a:pt x="112914" y="9675"/>
                </a:lnTo>
                <a:close/>
                <a:moveTo>
                  <a:pt x="107377" y="9574"/>
                </a:moveTo>
                <a:lnTo>
                  <a:pt x="105943" y="11009"/>
                </a:lnTo>
                <a:lnTo>
                  <a:pt x="103941" y="11009"/>
                </a:lnTo>
                <a:lnTo>
                  <a:pt x="102607" y="9675"/>
                </a:lnTo>
                <a:lnTo>
                  <a:pt x="105409" y="9675"/>
                </a:lnTo>
                <a:lnTo>
                  <a:pt x="107377" y="7706"/>
                </a:lnTo>
                <a:close/>
                <a:moveTo>
                  <a:pt x="101940" y="15779"/>
                </a:moveTo>
                <a:lnTo>
                  <a:pt x="103374" y="17213"/>
                </a:lnTo>
                <a:lnTo>
                  <a:pt x="103374" y="19215"/>
                </a:lnTo>
                <a:lnTo>
                  <a:pt x="102040" y="20549"/>
                </a:lnTo>
                <a:lnTo>
                  <a:pt x="102040" y="17747"/>
                </a:lnTo>
                <a:lnTo>
                  <a:pt x="100072" y="15779"/>
                </a:lnTo>
                <a:lnTo>
                  <a:pt x="101940" y="15779"/>
                </a:lnTo>
                <a:close/>
                <a:moveTo>
                  <a:pt x="82660" y="17747"/>
                </a:moveTo>
                <a:lnTo>
                  <a:pt x="82660" y="20549"/>
                </a:lnTo>
                <a:lnTo>
                  <a:pt x="81359" y="19215"/>
                </a:lnTo>
                <a:lnTo>
                  <a:pt x="81359" y="17213"/>
                </a:lnTo>
                <a:lnTo>
                  <a:pt x="82793" y="15779"/>
                </a:lnTo>
                <a:lnTo>
                  <a:pt x="84628" y="15779"/>
                </a:lnTo>
                <a:close/>
                <a:moveTo>
                  <a:pt x="82793" y="15012"/>
                </a:moveTo>
                <a:lnTo>
                  <a:pt x="81359" y="13577"/>
                </a:lnTo>
                <a:lnTo>
                  <a:pt x="81359" y="11576"/>
                </a:lnTo>
                <a:lnTo>
                  <a:pt x="82660" y="10242"/>
                </a:lnTo>
                <a:lnTo>
                  <a:pt x="82660" y="13010"/>
                </a:lnTo>
                <a:lnTo>
                  <a:pt x="84628" y="14978"/>
                </a:lnTo>
                <a:lnTo>
                  <a:pt x="82793" y="14978"/>
                </a:lnTo>
                <a:close/>
                <a:moveTo>
                  <a:pt x="80792" y="11009"/>
                </a:moveTo>
                <a:lnTo>
                  <a:pt x="78790" y="11009"/>
                </a:lnTo>
                <a:lnTo>
                  <a:pt x="77356" y="9574"/>
                </a:lnTo>
                <a:lnTo>
                  <a:pt x="77356" y="7706"/>
                </a:lnTo>
                <a:lnTo>
                  <a:pt x="79324" y="9675"/>
                </a:lnTo>
                <a:lnTo>
                  <a:pt x="82126" y="9675"/>
                </a:lnTo>
                <a:close/>
                <a:moveTo>
                  <a:pt x="76589" y="9574"/>
                </a:moveTo>
                <a:lnTo>
                  <a:pt x="75154" y="11009"/>
                </a:lnTo>
                <a:lnTo>
                  <a:pt x="73153" y="11009"/>
                </a:lnTo>
                <a:lnTo>
                  <a:pt x="71818" y="9675"/>
                </a:lnTo>
                <a:lnTo>
                  <a:pt x="74620" y="9675"/>
                </a:lnTo>
                <a:lnTo>
                  <a:pt x="76589" y="7706"/>
                </a:lnTo>
                <a:close/>
                <a:moveTo>
                  <a:pt x="71151" y="15779"/>
                </a:moveTo>
                <a:lnTo>
                  <a:pt x="72586" y="17213"/>
                </a:lnTo>
                <a:lnTo>
                  <a:pt x="72586" y="19215"/>
                </a:lnTo>
                <a:lnTo>
                  <a:pt x="71251" y="20549"/>
                </a:lnTo>
                <a:lnTo>
                  <a:pt x="71251" y="17747"/>
                </a:lnTo>
                <a:lnTo>
                  <a:pt x="69283" y="15779"/>
                </a:lnTo>
                <a:lnTo>
                  <a:pt x="71151" y="15779"/>
                </a:lnTo>
                <a:close/>
                <a:moveTo>
                  <a:pt x="51871" y="17747"/>
                </a:moveTo>
                <a:lnTo>
                  <a:pt x="51871" y="20549"/>
                </a:lnTo>
                <a:lnTo>
                  <a:pt x="50570" y="19215"/>
                </a:lnTo>
                <a:lnTo>
                  <a:pt x="50570" y="17213"/>
                </a:lnTo>
                <a:lnTo>
                  <a:pt x="51971" y="15779"/>
                </a:lnTo>
                <a:lnTo>
                  <a:pt x="53839" y="15779"/>
                </a:lnTo>
                <a:close/>
                <a:moveTo>
                  <a:pt x="51971" y="15012"/>
                </a:moveTo>
                <a:lnTo>
                  <a:pt x="50570" y="13577"/>
                </a:lnTo>
                <a:lnTo>
                  <a:pt x="50570" y="11576"/>
                </a:lnTo>
                <a:lnTo>
                  <a:pt x="51871" y="10242"/>
                </a:lnTo>
                <a:lnTo>
                  <a:pt x="51871" y="13010"/>
                </a:lnTo>
                <a:lnTo>
                  <a:pt x="53839" y="14978"/>
                </a:lnTo>
                <a:lnTo>
                  <a:pt x="51971" y="14978"/>
                </a:lnTo>
                <a:close/>
                <a:moveTo>
                  <a:pt x="50003" y="11009"/>
                </a:moveTo>
                <a:lnTo>
                  <a:pt x="48001" y="11009"/>
                </a:lnTo>
                <a:lnTo>
                  <a:pt x="46567" y="9574"/>
                </a:lnTo>
                <a:lnTo>
                  <a:pt x="46567" y="7706"/>
                </a:lnTo>
                <a:lnTo>
                  <a:pt x="48535" y="9675"/>
                </a:lnTo>
                <a:lnTo>
                  <a:pt x="51337" y="9675"/>
                </a:lnTo>
                <a:close/>
                <a:moveTo>
                  <a:pt x="45767" y="9574"/>
                </a:moveTo>
                <a:lnTo>
                  <a:pt x="44366" y="11009"/>
                </a:lnTo>
                <a:lnTo>
                  <a:pt x="42364" y="11009"/>
                </a:lnTo>
                <a:lnTo>
                  <a:pt x="41030" y="9675"/>
                </a:lnTo>
                <a:lnTo>
                  <a:pt x="43798" y="9675"/>
                </a:lnTo>
                <a:lnTo>
                  <a:pt x="45767" y="7706"/>
                </a:lnTo>
                <a:close/>
                <a:moveTo>
                  <a:pt x="40363" y="15779"/>
                </a:moveTo>
                <a:lnTo>
                  <a:pt x="41797" y="17213"/>
                </a:lnTo>
                <a:lnTo>
                  <a:pt x="41797" y="19215"/>
                </a:lnTo>
                <a:lnTo>
                  <a:pt x="40463" y="20549"/>
                </a:lnTo>
                <a:lnTo>
                  <a:pt x="40463" y="17747"/>
                </a:lnTo>
                <a:lnTo>
                  <a:pt x="38495" y="15779"/>
                </a:lnTo>
                <a:lnTo>
                  <a:pt x="40363" y="15779"/>
                </a:lnTo>
                <a:close/>
                <a:moveTo>
                  <a:pt x="21082" y="17747"/>
                </a:moveTo>
                <a:lnTo>
                  <a:pt x="21082" y="20549"/>
                </a:lnTo>
                <a:lnTo>
                  <a:pt x="19781" y="19215"/>
                </a:lnTo>
                <a:lnTo>
                  <a:pt x="19781" y="17213"/>
                </a:lnTo>
                <a:lnTo>
                  <a:pt x="21182" y="15779"/>
                </a:lnTo>
                <a:lnTo>
                  <a:pt x="23050" y="15779"/>
                </a:lnTo>
                <a:close/>
                <a:moveTo>
                  <a:pt x="21182" y="15012"/>
                </a:moveTo>
                <a:lnTo>
                  <a:pt x="19781" y="13577"/>
                </a:lnTo>
                <a:lnTo>
                  <a:pt x="19781" y="11576"/>
                </a:lnTo>
                <a:lnTo>
                  <a:pt x="21082" y="10242"/>
                </a:lnTo>
                <a:lnTo>
                  <a:pt x="21082" y="13010"/>
                </a:lnTo>
                <a:lnTo>
                  <a:pt x="23050" y="14978"/>
                </a:lnTo>
                <a:lnTo>
                  <a:pt x="21182" y="14978"/>
                </a:lnTo>
                <a:close/>
                <a:moveTo>
                  <a:pt x="19214" y="11009"/>
                </a:moveTo>
                <a:lnTo>
                  <a:pt x="17213" y="11009"/>
                </a:lnTo>
                <a:lnTo>
                  <a:pt x="15778" y="9574"/>
                </a:lnTo>
                <a:lnTo>
                  <a:pt x="15778" y="7706"/>
                </a:lnTo>
                <a:lnTo>
                  <a:pt x="17747" y="9675"/>
                </a:lnTo>
                <a:lnTo>
                  <a:pt x="20515" y="9675"/>
                </a:lnTo>
                <a:close/>
                <a:moveTo>
                  <a:pt x="14978" y="9574"/>
                </a:moveTo>
                <a:lnTo>
                  <a:pt x="13577" y="11009"/>
                </a:lnTo>
                <a:lnTo>
                  <a:pt x="11542" y="11009"/>
                </a:lnTo>
                <a:lnTo>
                  <a:pt x="10241" y="9675"/>
                </a:lnTo>
                <a:lnTo>
                  <a:pt x="13010" y="9675"/>
                </a:lnTo>
                <a:lnTo>
                  <a:pt x="14978" y="7706"/>
                </a:lnTo>
                <a:lnTo>
                  <a:pt x="14978" y="9574"/>
                </a:lnTo>
                <a:close/>
                <a:moveTo>
                  <a:pt x="9574" y="15779"/>
                </a:moveTo>
                <a:lnTo>
                  <a:pt x="11008" y="17213"/>
                </a:lnTo>
                <a:lnTo>
                  <a:pt x="11008" y="19215"/>
                </a:lnTo>
                <a:lnTo>
                  <a:pt x="9674" y="20549"/>
                </a:lnTo>
                <a:lnTo>
                  <a:pt x="9674" y="17747"/>
                </a:lnTo>
                <a:lnTo>
                  <a:pt x="7706" y="15779"/>
                </a:lnTo>
                <a:lnTo>
                  <a:pt x="9574" y="15779"/>
                </a:lnTo>
                <a:close/>
                <a:moveTo>
                  <a:pt x="11542" y="19782"/>
                </a:moveTo>
                <a:lnTo>
                  <a:pt x="13577" y="19782"/>
                </a:lnTo>
                <a:lnTo>
                  <a:pt x="14978" y="21216"/>
                </a:lnTo>
                <a:lnTo>
                  <a:pt x="14978" y="23051"/>
                </a:lnTo>
                <a:lnTo>
                  <a:pt x="13010" y="21083"/>
                </a:lnTo>
                <a:lnTo>
                  <a:pt x="10241" y="21083"/>
                </a:lnTo>
                <a:close/>
                <a:moveTo>
                  <a:pt x="14978" y="37394"/>
                </a:moveTo>
                <a:lnTo>
                  <a:pt x="12710" y="39696"/>
                </a:lnTo>
                <a:lnTo>
                  <a:pt x="9441" y="39696"/>
                </a:lnTo>
                <a:lnTo>
                  <a:pt x="7773" y="37995"/>
                </a:lnTo>
                <a:lnTo>
                  <a:pt x="12009" y="37995"/>
                </a:lnTo>
                <a:lnTo>
                  <a:pt x="14978" y="35026"/>
                </a:lnTo>
                <a:lnTo>
                  <a:pt x="14978" y="37394"/>
                </a:lnTo>
                <a:close/>
                <a:moveTo>
                  <a:pt x="9674" y="41030"/>
                </a:moveTo>
                <a:lnTo>
                  <a:pt x="11008" y="42365"/>
                </a:lnTo>
                <a:lnTo>
                  <a:pt x="11008" y="44366"/>
                </a:lnTo>
                <a:lnTo>
                  <a:pt x="9574" y="45800"/>
                </a:lnTo>
                <a:lnTo>
                  <a:pt x="7706" y="45800"/>
                </a:lnTo>
                <a:lnTo>
                  <a:pt x="9674" y="43832"/>
                </a:lnTo>
                <a:close/>
                <a:moveTo>
                  <a:pt x="9574" y="46568"/>
                </a:moveTo>
                <a:lnTo>
                  <a:pt x="11008" y="48002"/>
                </a:lnTo>
                <a:lnTo>
                  <a:pt x="11008" y="50003"/>
                </a:lnTo>
                <a:lnTo>
                  <a:pt x="9674" y="51338"/>
                </a:lnTo>
                <a:lnTo>
                  <a:pt x="9674" y="48536"/>
                </a:lnTo>
                <a:lnTo>
                  <a:pt x="7706" y="46568"/>
                </a:lnTo>
                <a:lnTo>
                  <a:pt x="9574" y="46568"/>
                </a:lnTo>
                <a:close/>
                <a:moveTo>
                  <a:pt x="11542" y="50570"/>
                </a:moveTo>
                <a:lnTo>
                  <a:pt x="13577" y="50570"/>
                </a:lnTo>
                <a:lnTo>
                  <a:pt x="14978" y="52005"/>
                </a:lnTo>
                <a:lnTo>
                  <a:pt x="14978" y="53873"/>
                </a:lnTo>
                <a:lnTo>
                  <a:pt x="13010" y="51905"/>
                </a:lnTo>
                <a:lnTo>
                  <a:pt x="10241" y="51905"/>
                </a:lnTo>
                <a:close/>
                <a:moveTo>
                  <a:pt x="14978" y="68183"/>
                </a:moveTo>
                <a:lnTo>
                  <a:pt x="12710" y="70485"/>
                </a:lnTo>
                <a:lnTo>
                  <a:pt x="9441" y="70485"/>
                </a:lnTo>
                <a:lnTo>
                  <a:pt x="7773" y="68783"/>
                </a:lnTo>
                <a:lnTo>
                  <a:pt x="12009" y="68783"/>
                </a:lnTo>
                <a:lnTo>
                  <a:pt x="14978" y="65815"/>
                </a:lnTo>
                <a:lnTo>
                  <a:pt x="14978" y="68183"/>
                </a:lnTo>
                <a:close/>
                <a:moveTo>
                  <a:pt x="9674" y="71819"/>
                </a:moveTo>
                <a:lnTo>
                  <a:pt x="11008" y="73153"/>
                </a:lnTo>
                <a:lnTo>
                  <a:pt x="11008" y="75155"/>
                </a:lnTo>
                <a:lnTo>
                  <a:pt x="9574" y="76589"/>
                </a:lnTo>
                <a:lnTo>
                  <a:pt x="7706" y="76589"/>
                </a:lnTo>
                <a:lnTo>
                  <a:pt x="9674" y="74621"/>
                </a:lnTo>
                <a:close/>
                <a:moveTo>
                  <a:pt x="9574" y="77356"/>
                </a:moveTo>
                <a:lnTo>
                  <a:pt x="11008" y="78791"/>
                </a:lnTo>
                <a:lnTo>
                  <a:pt x="11008" y="80792"/>
                </a:lnTo>
                <a:lnTo>
                  <a:pt x="9674" y="82126"/>
                </a:lnTo>
                <a:lnTo>
                  <a:pt x="9674" y="79324"/>
                </a:lnTo>
                <a:lnTo>
                  <a:pt x="7706" y="77356"/>
                </a:lnTo>
                <a:close/>
                <a:moveTo>
                  <a:pt x="11542" y="81359"/>
                </a:moveTo>
                <a:lnTo>
                  <a:pt x="13577" y="81359"/>
                </a:lnTo>
                <a:lnTo>
                  <a:pt x="14978" y="82794"/>
                </a:lnTo>
                <a:lnTo>
                  <a:pt x="14978" y="84662"/>
                </a:lnTo>
                <a:lnTo>
                  <a:pt x="13010" y="82693"/>
                </a:lnTo>
                <a:lnTo>
                  <a:pt x="10241" y="82693"/>
                </a:lnTo>
                <a:close/>
                <a:moveTo>
                  <a:pt x="14978" y="98972"/>
                </a:moveTo>
                <a:lnTo>
                  <a:pt x="12710" y="101273"/>
                </a:lnTo>
                <a:lnTo>
                  <a:pt x="9441" y="101273"/>
                </a:lnTo>
                <a:lnTo>
                  <a:pt x="7773" y="99606"/>
                </a:lnTo>
                <a:lnTo>
                  <a:pt x="12009" y="99606"/>
                </a:lnTo>
                <a:lnTo>
                  <a:pt x="14978" y="96603"/>
                </a:lnTo>
                <a:lnTo>
                  <a:pt x="14978" y="98972"/>
                </a:lnTo>
                <a:close/>
                <a:moveTo>
                  <a:pt x="9674" y="102608"/>
                </a:moveTo>
                <a:lnTo>
                  <a:pt x="11008" y="103942"/>
                </a:lnTo>
                <a:lnTo>
                  <a:pt x="11008" y="105943"/>
                </a:lnTo>
                <a:lnTo>
                  <a:pt x="9574" y="107378"/>
                </a:lnTo>
                <a:lnTo>
                  <a:pt x="7706" y="107378"/>
                </a:lnTo>
                <a:lnTo>
                  <a:pt x="9674" y="105410"/>
                </a:lnTo>
                <a:close/>
                <a:moveTo>
                  <a:pt x="9574" y="108178"/>
                </a:moveTo>
                <a:lnTo>
                  <a:pt x="11008" y="109579"/>
                </a:lnTo>
                <a:lnTo>
                  <a:pt x="11008" y="111614"/>
                </a:lnTo>
                <a:lnTo>
                  <a:pt x="9674" y="112915"/>
                </a:lnTo>
                <a:lnTo>
                  <a:pt x="9674" y="110146"/>
                </a:lnTo>
                <a:lnTo>
                  <a:pt x="7706" y="108178"/>
                </a:lnTo>
                <a:close/>
                <a:moveTo>
                  <a:pt x="11542" y="112148"/>
                </a:moveTo>
                <a:lnTo>
                  <a:pt x="13577" y="112148"/>
                </a:lnTo>
                <a:lnTo>
                  <a:pt x="14978" y="113582"/>
                </a:lnTo>
                <a:lnTo>
                  <a:pt x="14978" y="115450"/>
                </a:lnTo>
                <a:lnTo>
                  <a:pt x="13010" y="113482"/>
                </a:lnTo>
                <a:lnTo>
                  <a:pt x="10241" y="113482"/>
                </a:lnTo>
                <a:close/>
                <a:moveTo>
                  <a:pt x="15778" y="113582"/>
                </a:moveTo>
                <a:lnTo>
                  <a:pt x="17213" y="112148"/>
                </a:lnTo>
                <a:lnTo>
                  <a:pt x="19214" y="112148"/>
                </a:lnTo>
                <a:lnTo>
                  <a:pt x="20515" y="113482"/>
                </a:lnTo>
                <a:lnTo>
                  <a:pt x="17747" y="113482"/>
                </a:lnTo>
                <a:lnTo>
                  <a:pt x="15778" y="115450"/>
                </a:lnTo>
                <a:close/>
                <a:moveTo>
                  <a:pt x="21182" y="107378"/>
                </a:moveTo>
                <a:lnTo>
                  <a:pt x="19781" y="105943"/>
                </a:lnTo>
                <a:lnTo>
                  <a:pt x="19781" y="103942"/>
                </a:lnTo>
                <a:lnTo>
                  <a:pt x="21082" y="102608"/>
                </a:lnTo>
                <a:lnTo>
                  <a:pt x="21082" y="105410"/>
                </a:lnTo>
                <a:lnTo>
                  <a:pt x="23050" y="107378"/>
                </a:lnTo>
                <a:close/>
                <a:moveTo>
                  <a:pt x="40463" y="105410"/>
                </a:moveTo>
                <a:lnTo>
                  <a:pt x="40463" y="102608"/>
                </a:lnTo>
                <a:lnTo>
                  <a:pt x="41797" y="103942"/>
                </a:lnTo>
                <a:lnTo>
                  <a:pt x="41797" y="105943"/>
                </a:lnTo>
                <a:lnTo>
                  <a:pt x="40363" y="107378"/>
                </a:lnTo>
                <a:lnTo>
                  <a:pt x="38495" y="107378"/>
                </a:lnTo>
                <a:close/>
                <a:moveTo>
                  <a:pt x="40363" y="108178"/>
                </a:moveTo>
                <a:lnTo>
                  <a:pt x="41797" y="109579"/>
                </a:lnTo>
                <a:lnTo>
                  <a:pt x="41797" y="111614"/>
                </a:lnTo>
                <a:lnTo>
                  <a:pt x="40463" y="112915"/>
                </a:lnTo>
                <a:lnTo>
                  <a:pt x="40463" y="110146"/>
                </a:lnTo>
                <a:lnTo>
                  <a:pt x="38495" y="108178"/>
                </a:lnTo>
                <a:close/>
                <a:moveTo>
                  <a:pt x="42364" y="112148"/>
                </a:moveTo>
                <a:lnTo>
                  <a:pt x="44366" y="112148"/>
                </a:lnTo>
                <a:lnTo>
                  <a:pt x="45767" y="113582"/>
                </a:lnTo>
                <a:lnTo>
                  <a:pt x="45767" y="115450"/>
                </a:lnTo>
                <a:lnTo>
                  <a:pt x="43798" y="113482"/>
                </a:lnTo>
                <a:lnTo>
                  <a:pt x="41030" y="113482"/>
                </a:lnTo>
                <a:close/>
                <a:moveTo>
                  <a:pt x="46567" y="113582"/>
                </a:moveTo>
                <a:lnTo>
                  <a:pt x="48001" y="112148"/>
                </a:lnTo>
                <a:lnTo>
                  <a:pt x="50003" y="112148"/>
                </a:lnTo>
                <a:lnTo>
                  <a:pt x="51337" y="113482"/>
                </a:lnTo>
                <a:lnTo>
                  <a:pt x="48535" y="113482"/>
                </a:lnTo>
                <a:lnTo>
                  <a:pt x="46567" y="115450"/>
                </a:lnTo>
                <a:close/>
                <a:moveTo>
                  <a:pt x="51971" y="107378"/>
                </a:moveTo>
                <a:lnTo>
                  <a:pt x="50570" y="105943"/>
                </a:lnTo>
                <a:lnTo>
                  <a:pt x="50570" y="103942"/>
                </a:lnTo>
                <a:lnTo>
                  <a:pt x="51871" y="102608"/>
                </a:lnTo>
                <a:lnTo>
                  <a:pt x="51871" y="105410"/>
                </a:lnTo>
                <a:lnTo>
                  <a:pt x="53839" y="107378"/>
                </a:lnTo>
                <a:lnTo>
                  <a:pt x="51971" y="107378"/>
                </a:lnTo>
                <a:close/>
                <a:moveTo>
                  <a:pt x="71251" y="105410"/>
                </a:moveTo>
                <a:lnTo>
                  <a:pt x="71251" y="102608"/>
                </a:lnTo>
                <a:lnTo>
                  <a:pt x="72586" y="103942"/>
                </a:lnTo>
                <a:lnTo>
                  <a:pt x="72586" y="105943"/>
                </a:lnTo>
                <a:lnTo>
                  <a:pt x="71151" y="107378"/>
                </a:lnTo>
                <a:lnTo>
                  <a:pt x="69283" y="107378"/>
                </a:lnTo>
                <a:close/>
                <a:moveTo>
                  <a:pt x="71151" y="108178"/>
                </a:moveTo>
                <a:lnTo>
                  <a:pt x="72586" y="109579"/>
                </a:lnTo>
                <a:lnTo>
                  <a:pt x="72586" y="111614"/>
                </a:lnTo>
                <a:lnTo>
                  <a:pt x="71251" y="112915"/>
                </a:lnTo>
                <a:lnTo>
                  <a:pt x="71251" y="110146"/>
                </a:lnTo>
                <a:lnTo>
                  <a:pt x="69283" y="108178"/>
                </a:lnTo>
                <a:close/>
                <a:moveTo>
                  <a:pt x="73153" y="112148"/>
                </a:moveTo>
                <a:lnTo>
                  <a:pt x="75154" y="112148"/>
                </a:lnTo>
                <a:lnTo>
                  <a:pt x="76555" y="113582"/>
                </a:lnTo>
                <a:lnTo>
                  <a:pt x="76555" y="115450"/>
                </a:lnTo>
                <a:lnTo>
                  <a:pt x="74587" y="113482"/>
                </a:lnTo>
                <a:lnTo>
                  <a:pt x="71818" y="113482"/>
                </a:lnTo>
                <a:close/>
                <a:moveTo>
                  <a:pt x="77356" y="113582"/>
                </a:moveTo>
                <a:lnTo>
                  <a:pt x="78790" y="112148"/>
                </a:lnTo>
                <a:lnTo>
                  <a:pt x="80792" y="112148"/>
                </a:lnTo>
                <a:lnTo>
                  <a:pt x="82126" y="113482"/>
                </a:lnTo>
                <a:lnTo>
                  <a:pt x="79324" y="113482"/>
                </a:lnTo>
                <a:lnTo>
                  <a:pt x="77356" y="115450"/>
                </a:lnTo>
                <a:close/>
                <a:moveTo>
                  <a:pt x="82793" y="107378"/>
                </a:moveTo>
                <a:lnTo>
                  <a:pt x="81359" y="105943"/>
                </a:lnTo>
                <a:lnTo>
                  <a:pt x="81359" y="103942"/>
                </a:lnTo>
                <a:lnTo>
                  <a:pt x="82660" y="102608"/>
                </a:lnTo>
                <a:lnTo>
                  <a:pt x="82660" y="105410"/>
                </a:lnTo>
                <a:lnTo>
                  <a:pt x="84628" y="107378"/>
                </a:lnTo>
                <a:close/>
                <a:moveTo>
                  <a:pt x="102040" y="105410"/>
                </a:moveTo>
                <a:lnTo>
                  <a:pt x="102040" y="102608"/>
                </a:lnTo>
                <a:lnTo>
                  <a:pt x="103374" y="103942"/>
                </a:lnTo>
                <a:lnTo>
                  <a:pt x="103374" y="105943"/>
                </a:lnTo>
                <a:lnTo>
                  <a:pt x="101940" y="107378"/>
                </a:lnTo>
                <a:lnTo>
                  <a:pt x="100072" y="107378"/>
                </a:lnTo>
                <a:close/>
                <a:moveTo>
                  <a:pt x="101940" y="108178"/>
                </a:moveTo>
                <a:lnTo>
                  <a:pt x="103374" y="109579"/>
                </a:lnTo>
                <a:lnTo>
                  <a:pt x="103374" y="111614"/>
                </a:lnTo>
                <a:lnTo>
                  <a:pt x="102040" y="112915"/>
                </a:lnTo>
                <a:lnTo>
                  <a:pt x="102040" y="110146"/>
                </a:lnTo>
                <a:lnTo>
                  <a:pt x="100072" y="108178"/>
                </a:lnTo>
                <a:close/>
                <a:moveTo>
                  <a:pt x="103941" y="112148"/>
                </a:moveTo>
                <a:lnTo>
                  <a:pt x="105943" y="112148"/>
                </a:lnTo>
                <a:lnTo>
                  <a:pt x="107344" y="113582"/>
                </a:lnTo>
                <a:lnTo>
                  <a:pt x="107344" y="115450"/>
                </a:lnTo>
                <a:lnTo>
                  <a:pt x="105376" y="113482"/>
                </a:lnTo>
                <a:lnTo>
                  <a:pt x="102607" y="113482"/>
                </a:lnTo>
                <a:close/>
                <a:moveTo>
                  <a:pt x="108144" y="113582"/>
                </a:moveTo>
                <a:lnTo>
                  <a:pt x="109579" y="112148"/>
                </a:lnTo>
                <a:lnTo>
                  <a:pt x="111580" y="112148"/>
                </a:lnTo>
                <a:lnTo>
                  <a:pt x="112914" y="113482"/>
                </a:lnTo>
                <a:lnTo>
                  <a:pt x="110112" y="113482"/>
                </a:lnTo>
                <a:lnTo>
                  <a:pt x="108144" y="115450"/>
                </a:lnTo>
                <a:close/>
                <a:moveTo>
                  <a:pt x="113582" y="107378"/>
                </a:moveTo>
                <a:lnTo>
                  <a:pt x="112147" y="105943"/>
                </a:lnTo>
                <a:lnTo>
                  <a:pt x="112147" y="103942"/>
                </a:lnTo>
                <a:lnTo>
                  <a:pt x="113482" y="102608"/>
                </a:lnTo>
                <a:lnTo>
                  <a:pt x="113482" y="105410"/>
                </a:lnTo>
                <a:lnTo>
                  <a:pt x="115450" y="107378"/>
                </a:lnTo>
                <a:lnTo>
                  <a:pt x="113582" y="107378"/>
                </a:lnTo>
                <a:close/>
                <a:moveTo>
                  <a:pt x="132862" y="105410"/>
                </a:moveTo>
                <a:lnTo>
                  <a:pt x="132862" y="102608"/>
                </a:lnTo>
                <a:lnTo>
                  <a:pt x="134163" y="103942"/>
                </a:lnTo>
                <a:lnTo>
                  <a:pt x="134163" y="105943"/>
                </a:lnTo>
                <a:lnTo>
                  <a:pt x="132729" y="107378"/>
                </a:lnTo>
                <a:lnTo>
                  <a:pt x="130894" y="107378"/>
                </a:lnTo>
                <a:close/>
                <a:moveTo>
                  <a:pt x="132729" y="108178"/>
                </a:moveTo>
                <a:lnTo>
                  <a:pt x="134163" y="109579"/>
                </a:lnTo>
                <a:lnTo>
                  <a:pt x="134163" y="111614"/>
                </a:lnTo>
                <a:lnTo>
                  <a:pt x="132862" y="112915"/>
                </a:lnTo>
                <a:lnTo>
                  <a:pt x="132862" y="110146"/>
                </a:lnTo>
                <a:lnTo>
                  <a:pt x="130894" y="108178"/>
                </a:lnTo>
                <a:close/>
                <a:moveTo>
                  <a:pt x="134730" y="112148"/>
                </a:moveTo>
                <a:lnTo>
                  <a:pt x="136731" y="112148"/>
                </a:lnTo>
                <a:lnTo>
                  <a:pt x="138166" y="113582"/>
                </a:lnTo>
                <a:lnTo>
                  <a:pt x="138166" y="115450"/>
                </a:lnTo>
                <a:lnTo>
                  <a:pt x="136198" y="113482"/>
                </a:lnTo>
                <a:lnTo>
                  <a:pt x="133396" y="113482"/>
                </a:lnTo>
                <a:close/>
                <a:moveTo>
                  <a:pt x="138933" y="113582"/>
                </a:moveTo>
                <a:lnTo>
                  <a:pt x="140367" y="112148"/>
                </a:lnTo>
                <a:lnTo>
                  <a:pt x="142369" y="112148"/>
                </a:lnTo>
                <a:lnTo>
                  <a:pt x="143703" y="113482"/>
                </a:lnTo>
                <a:lnTo>
                  <a:pt x="140901" y="113482"/>
                </a:lnTo>
                <a:lnTo>
                  <a:pt x="138933" y="115450"/>
                </a:lnTo>
                <a:close/>
                <a:moveTo>
                  <a:pt x="144370" y="107378"/>
                </a:moveTo>
                <a:lnTo>
                  <a:pt x="142936" y="105943"/>
                </a:lnTo>
                <a:lnTo>
                  <a:pt x="142936" y="103942"/>
                </a:lnTo>
                <a:lnTo>
                  <a:pt x="144270" y="102608"/>
                </a:lnTo>
                <a:lnTo>
                  <a:pt x="144270" y="105410"/>
                </a:lnTo>
                <a:lnTo>
                  <a:pt x="146238" y="107378"/>
                </a:lnTo>
                <a:lnTo>
                  <a:pt x="144370" y="107378"/>
                </a:lnTo>
                <a:close/>
                <a:moveTo>
                  <a:pt x="163651" y="105410"/>
                </a:moveTo>
                <a:lnTo>
                  <a:pt x="163651" y="102608"/>
                </a:lnTo>
                <a:lnTo>
                  <a:pt x="164952" y="103942"/>
                </a:lnTo>
                <a:lnTo>
                  <a:pt x="164952" y="105943"/>
                </a:lnTo>
                <a:lnTo>
                  <a:pt x="163551" y="107378"/>
                </a:lnTo>
                <a:lnTo>
                  <a:pt x="161683" y="107378"/>
                </a:lnTo>
                <a:close/>
                <a:moveTo>
                  <a:pt x="163551" y="108178"/>
                </a:moveTo>
                <a:lnTo>
                  <a:pt x="164952" y="109579"/>
                </a:lnTo>
                <a:lnTo>
                  <a:pt x="164952" y="111614"/>
                </a:lnTo>
                <a:lnTo>
                  <a:pt x="163651" y="112915"/>
                </a:lnTo>
                <a:lnTo>
                  <a:pt x="163651" y="110146"/>
                </a:lnTo>
                <a:lnTo>
                  <a:pt x="161683" y="108178"/>
                </a:lnTo>
                <a:close/>
                <a:moveTo>
                  <a:pt x="165519" y="112148"/>
                </a:moveTo>
                <a:lnTo>
                  <a:pt x="167520" y="112148"/>
                </a:lnTo>
                <a:lnTo>
                  <a:pt x="168954" y="113582"/>
                </a:lnTo>
                <a:lnTo>
                  <a:pt x="168954" y="115450"/>
                </a:lnTo>
                <a:lnTo>
                  <a:pt x="166986" y="113482"/>
                </a:lnTo>
                <a:lnTo>
                  <a:pt x="164184" y="113482"/>
                </a:lnTo>
                <a:close/>
                <a:moveTo>
                  <a:pt x="169755" y="113582"/>
                </a:moveTo>
                <a:lnTo>
                  <a:pt x="171156" y="112148"/>
                </a:lnTo>
                <a:lnTo>
                  <a:pt x="173157" y="112148"/>
                </a:lnTo>
                <a:lnTo>
                  <a:pt x="174492" y="113482"/>
                </a:lnTo>
                <a:lnTo>
                  <a:pt x="171723" y="113482"/>
                </a:lnTo>
                <a:lnTo>
                  <a:pt x="169755" y="115450"/>
                </a:lnTo>
                <a:close/>
                <a:moveTo>
                  <a:pt x="175159" y="107378"/>
                </a:moveTo>
                <a:lnTo>
                  <a:pt x="173725" y="105943"/>
                </a:lnTo>
                <a:lnTo>
                  <a:pt x="173725" y="103942"/>
                </a:lnTo>
                <a:lnTo>
                  <a:pt x="175059" y="102608"/>
                </a:lnTo>
                <a:lnTo>
                  <a:pt x="175059" y="105410"/>
                </a:lnTo>
                <a:lnTo>
                  <a:pt x="177027" y="107378"/>
                </a:lnTo>
                <a:lnTo>
                  <a:pt x="175159" y="107378"/>
                </a:lnTo>
                <a:close/>
                <a:moveTo>
                  <a:pt x="194439" y="105410"/>
                </a:moveTo>
                <a:lnTo>
                  <a:pt x="194439" y="102608"/>
                </a:lnTo>
                <a:lnTo>
                  <a:pt x="195740" y="103942"/>
                </a:lnTo>
                <a:lnTo>
                  <a:pt x="195740" y="105943"/>
                </a:lnTo>
                <a:lnTo>
                  <a:pt x="194339" y="107378"/>
                </a:lnTo>
                <a:lnTo>
                  <a:pt x="192471" y="107378"/>
                </a:lnTo>
                <a:close/>
                <a:moveTo>
                  <a:pt x="194339" y="108178"/>
                </a:moveTo>
                <a:lnTo>
                  <a:pt x="195740" y="109579"/>
                </a:lnTo>
                <a:lnTo>
                  <a:pt x="195740" y="111614"/>
                </a:lnTo>
                <a:lnTo>
                  <a:pt x="194439" y="112915"/>
                </a:lnTo>
                <a:lnTo>
                  <a:pt x="194439" y="110146"/>
                </a:lnTo>
                <a:lnTo>
                  <a:pt x="192471" y="108178"/>
                </a:lnTo>
                <a:close/>
                <a:moveTo>
                  <a:pt x="196307" y="112148"/>
                </a:moveTo>
                <a:lnTo>
                  <a:pt x="198309" y="112148"/>
                </a:lnTo>
                <a:lnTo>
                  <a:pt x="199743" y="113582"/>
                </a:lnTo>
                <a:lnTo>
                  <a:pt x="199743" y="115450"/>
                </a:lnTo>
                <a:lnTo>
                  <a:pt x="197775" y="113482"/>
                </a:lnTo>
                <a:lnTo>
                  <a:pt x="195006" y="113482"/>
                </a:lnTo>
                <a:close/>
                <a:moveTo>
                  <a:pt x="200544" y="113582"/>
                </a:moveTo>
                <a:lnTo>
                  <a:pt x="201945" y="112148"/>
                </a:lnTo>
                <a:lnTo>
                  <a:pt x="203979" y="112148"/>
                </a:lnTo>
                <a:lnTo>
                  <a:pt x="205280" y="113482"/>
                </a:lnTo>
                <a:lnTo>
                  <a:pt x="202512" y="113482"/>
                </a:lnTo>
                <a:lnTo>
                  <a:pt x="200544" y="115450"/>
                </a:lnTo>
                <a:close/>
                <a:moveTo>
                  <a:pt x="205948" y="107378"/>
                </a:moveTo>
                <a:lnTo>
                  <a:pt x="204513" y="105943"/>
                </a:lnTo>
                <a:lnTo>
                  <a:pt x="204513" y="103942"/>
                </a:lnTo>
                <a:lnTo>
                  <a:pt x="205848" y="102608"/>
                </a:lnTo>
                <a:lnTo>
                  <a:pt x="205848" y="105410"/>
                </a:lnTo>
                <a:lnTo>
                  <a:pt x="207816" y="107378"/>
                </a:lnTo>
                <a:close/>
                <a:moveTo>
                  <a:pt x="225228" y="105410"/>
                </a:moveTo>
                <a:lnTo>
                  <a:pt x="225228" y="102608"/>
                </a:lnTo>
                <a:lnTo>
                  <a:pt x="226529" y="103942"/>
                </a:lnTo>
                <a:lnTo>
                  <a:pt x="226529" y="105943"/>
                </a:lnTo>
                <a:lnTo>
                  <a:pt x="225128" y="107378"/>
                </a:lnTo>
                <a:lnTo>
                  <a:pt x="223260" y="107378"/>
                </a:lnTo>
                <a:close/>
                <a:moveTo>
                  <a:pt x="225128" y="108178"/>
                </a:moveTo>
                <a:lnTo>
                  <a:pt x="226529" y="109579"/>
                </a:lnTo>
                <a:lnTo>
                  <a:pt x="226529" y="111614"/>
                </a:lnTo>
                <a:lnTo>
                  <a:pt x="225228" y="112915"/>
                </a:lnTo>
                <a:lnTo>
                  <a:pt x="225228" y="110146"/>
                </a:lnTo>
                <a:lnTo>
                  <a:pt x="223260" y="108178"/>
                </a:lnTo>
                <a:close/>
                <a:moveTo>
                  <a:pt x="227096" y="112148"/>
                </a:moveTo>
                <a:lnTo>
                  <a:pt x="229097" y="112148"/>
                </a:lnTo>
                <a:lnTo>
                  <a:pt x="230532" y="113582"/>
                </a:lnTo>
                <a:lnTo>
                  <a:pt x="230532" y="115450"/>
                </a:lnTo>
                <a:lnTo>
                  <a:pt x="228564" y="113482"/>
                </a:lnTo>
                <a:lnTo>
                  <a:pt x="225762" y="113482"/>
                </a:lnTo>
                <a:close/>
                <a:moveTo>
                  <a:pt x="231332" y="113582"/>
                </a:moveTo>
                <a:lnTo>
                  <a:pt x="232733" y="112148"/>
                </a:lnTo>
                <a:lnTo>
                  <a:pt x="234768" y="112148"/>
                </a:lnTo>
                <a:lnTo>
                  <a:pt x="236069" y="113482"/>
                </a:lnTo>
                <a:lnTo>
                  <a:pt x="233300" y="113482"/>
                </a:lnTo>
                <a:lnTo>
                  <a:pt x="231332" y="115450"/>
                </a:lnTo>
                <a:lnTo>
                  <a:pt x="231332" y="113582"/>
                </a:lnTo>
                <a:close/>
                <a:moveTo>
                  <a:pt x="236736" y="107378"/>
                </a:moveTo>
                <a:lnTo>
                  <a:pt x="235302" y="105943"/>
                </a:lnTo>
                <a:lnTo>
                  <a:pt x="235302" y="103942"/>
                </a:lnTo>
                <a:lnTo>
                  <a:pt x="236636" y="102608"/>
                </a:lnTo>
                <a:lnTo>
                  <a:pt x="236636" y="105410"/>
                </a:lnTo>
                <a:lnTo>
                  <a:pt x="238604" y="107378"/>
                </a:lnTo>
                <a:lnTo>
                  <a:pt x="236736" y="107378"/>
                </a:lnTo>
                <a:close/>
                <a:moveTo>
                  <a:pt x="234768" y="103375"/>
                </a:moveTo>
                <a:lnTo>
                  <a:pt x="232733" y="103375"/>
                </a:lnTo>
                <a:lnTo>
                  <a:pt x="231332" y="101941"/>
                </a:lnTo>
                <a:lnTo>
                  <a:pt x="231332" y="100106"/>
                </a:lnTo>
                <a:lnTo>
                  <a:pt x="233300" y="102074"/>
                </a:lnTo>
                <a:lnTo>
                  <a:pt x="236069" y="102074"/>
                </a:lnTo>
                <a:close/>
                <a:moveTo>
                  <a:pt x="231332" y="85762"/>
                </a:moveTo>
                <a:lnTo>
                  <a:pt x="233601" y="83461"/>
                </a:lnTo>
                <a:lnTo>
                  <a:pt x="236870" y="83461"/>
                </a:lnTo>
                <a:lnTo>
                  <a:pt x="238538" y="85162"/>
                </a:lnTo>
                <a:lnTo>
                  <a:pt x="234301" y="85162"/>
                </a:lnTo>
                <a:lnTo>
                  <a:pt x="231332" y="88131"/>
                </a:lnTo>
                <a:close/>
                <a:moveTo>
                  <a:pt x="236636" y="82126"/>
                </a:moveTo>
                <a:lnTo>
                  <a:pt x="235302" y="80792"/>
                </a:lnTo>
                <a:lnTo>
                  <a:pt x="235302" y="78791"/>
                </a:lnTo>
                <a:lnTo>
                  <a:pt x="236736" y="77356"/>
                </a:lnTo>
                <a:lnTo>
                  <a:pt x="238604" y="77356"/>
                </a:lnTo>
                <a:lnTo>
                  <a:pt x="236636" y="79324"/>
                </a:lnTo>
                <a:close/>
                <a:moveTo>
                  <a:pt x="236736" y="76589"/>
                </a:moveTo>
                <a:lnTo>
                  <a:pt x="235302" y="75155"/>
                </a:lnTo>
                <a:lnTo>
                  <a:pt x="235302" y="73153"/>
                </a:lnTo>
                <a:lnTo>
                  <a:pt x="236636" y="71819"/>
                </a:lnTo>
                <a:lnTo>
                  <a:pt x="236636" y="74621"/>
                </a:lnTo>
                <a:lnTo>
                  <a:pt x="238604" y="76589"/>
                </a:lnTo>
                <a:close/>
                <a:moveTo>
                  <a:pt x="234768" y="72586"/>
                </a:moveTo>
                <a:lnTo>
                  <a:pt x="232733" y="72586"/>
                </a:lnTo>
                <a:lnTo>
                  <a:pt x="231332" y="71152"/>
                </a:lnTo>
                <a:lnTo>
                  <a:pt x="231332" y="69317"/>
                </a:lnTo>
                <a:lnTo>
                  <a:pt x="233300" y="71285"/>
                </a:lnTo>
                <a:lnTo>
                  <a:pt x="236069" y="71285"/>
                </a:lnTo>
                <a:close/>
                <a:moveTo>
                  <a:pt x="231332" y="54974"/>
                </a:moveTo>
                <a:lnTo>
                  <a:pt x="233601" y="52672"/>
                </a:lnTo>
                <a:lnTo>
                  <a:pt x="236870" y="52672"/>
                </a:lnTo>
                <a:lnTo>
                  <a:pt x="238538" y="54373"/>
                </a:lnTo>
                <a:lnTo>
                  <a:pt x="234301" y="54373"/>
                </a:lnTo>
                <a:lnTo>
                  <a:pt x="231332" y="57342"/>
                </a:lnTo>
                <a:close/>
                <a:moveTo>
                  <a:pt x="236636" y="51338"/>
                </a:moveTo>
                <a:lnTo>
                  <a:pt x="235302" y="50003"/>
                </a:lnTo>
                <a:lnTo>
                  <a:pt x="235302" y="48002"/>
                </a:lnTo>
                <a:lnTo>
                  <a:pt x="236736" y="46568"/>
                </a:lnTo>
                <a:lnTo>
                  <a:pt x="238604" y="46568"/>
                </a:lnTo>
                <a:lnTo>
                  <a:pt x="236636" y="48536"/>
                </a:lnTo>
                <a:close/>
                <a:moveTo>
                  <a:pt x="236736" y="45800"/>
                </a:moveTo>
                <a:lnTo>
                  <a:pt x="235302" y="44366"/>
                </a:lnTo>
                <a:lnTo>
                  <a:pt x="235302" y="42365"/>
                </a:lnTo>
                <a:lnTo>
                  <a:pt x="236636" y="41030"/>
                </a:lnTo>
                <a:lnTo>
                  <a:pt x="236636" y="43832"/>
                </a:lnTo>
                <a:lnTo>
                  <a:pt x="238604" y="45800"/>
                </a:lnTo>
                <a:lnTo>
                  <a:pt x="236736" y="45800"/>
                </a:lnTo>
                <a:close/>
                <a:moveTo>
                  <a:pt x="234768" y="41797"/>
                </a:moveTo>
                <a:lnTo>
                  <a:pt x="232733" y="41797"/>
                </a:lnTo>
                <a:lnTo>
                  <a:pt x="231332" y="40363"/>
                </a:lnTo>
                <a:lnTo>
                  <a:pt x="231332" y="38495"/>
                </a:lnTo>
                <a:lnTo>
                  <a:pt x="233300" y="40463"/>
                </a:lnTo>
                <a:lnTo>
                  <a:pt x="236069" y="40463"/>
                </a:lnTo>
                <a:close/>
                <a:moveTo>
                  <a:pt x="231332" y="24185"/>
                </a:moveTo>
                <a:lnTo>
                  <a:pt x="233601" y="21883"/>
                </a:lnTo>
                <a:lnTo>
                  <a:pt x="236870" y="21883"/>
                </a:lnTo>
                <a:lnTo>
                  <a:pt x="238538" y="23551"/>
                </a:lnTo>
                <a:lnTo>
                  <a:pt x="234301" y="23551"/>
                </a:lnTo>
                <a:lnTo>
                  <a:pt x="231332" y="26553"/>
                </a:lnTo>
                <a:close/>
                <a:moveTo>
                  <a:pt x="236636" y="20549"/>
                </a:moveTo>
                <a:lnTo>
                  <a:pt x="235302" y="19215"/>
                </a:lnTo>
                <a:lnTo>
                  <a:pt x="235302" y="17213"/>
                </a:lnTo>
                <a:lnTo>
                  <a:pt x="236736" y="15779"/>
                </a:lnTo>
                <a:lnTo>
                  <a:pt x="238604" y="15779"/>
                </a:lnTo>
                <a:lnTo>
                  <a:pt x="236636" y="17747"/>
                </a:lnTo>
                <a:close/>
                <a:moveTo>
                  <a:pt x="236736" y="15012"/>
                </a:moveTo>
                <a:lnTo>
                  <a:pt x="235302" y="13577"/>
                </a:lnTo>
                <a:lnTo>
                  <a:pt x="235302" y="11576"/>
                </a:lnTo>
                <a:lnTo>
                  <a:pt x="236636" y="10242"/>
                </a:lnTo>
                <a:lnTo>
                  <a:pt x="236636" y="13010"/>
                </a:lnTo>
                <a:lnTo>
                  <a:pt x="238604" y="14978"/>
                </a:lnTo>
                <a:lnTo>
                  <a:pt x="236736" y="14978"/>
                </a:lnTo>
                <a:close/>
                <a:moveTo>
                  <a:pt x="234768" y="11009"/>
                </a:moveTo>
                <a:lnTo>
                  <a:pt x="232733" y="11009"/>
                </a:lnTo>
                <a:lnTo>
                  <a:pt x="231332" y="9574"/>
                </a:lnTo>
                <a:lnTo>
                  <a:pt x="231332" y="7706"/>
                </a:lnTo>
                <a:lnTo>
                  <a:pt x="233300" y="9675"/>
                </a:lnTo>
                <a:lnTo>
                  <a:pt x="236069" y="9675"/>
                </a:lnTo>
                <a:close/>
                <a:moveTo>
                  <a:pt x="230532" y="6606"/>
                </a:moveTo>
                <a:lnTo>
                  <a:pt x="228230" y="8874"/>
                </a:lnTo>
                <a:lnTo>
                  <a:pt x="224995" y="8874"/>
                </a:lnTo>
                <a:lnTo>
                  <a:pt x="223327" y="7206"/>
                </a:lnTo>
                <a:lnTo>
                  <a:pt x="227396" y="7206"/>
                </a:lnTo>
                <a:lnTo>
                  <a:pt x="227663" y="7106"/>
                </a:lnTo>
                <a:lnTo>
                  <a:pt x="230532" y="4237"/>
                </a:lnTo>
                <a:close/>
                <a:moveTo>
                  <a:pt x="224427" y="9441"/>
                </a:moveTo>
                <a:lnTo>
                  <a:pt x="224427" y="12710"/>
                </a:lnTo>
                <a:lnTo>
                  <a:pt x="222126" y="15012"/>
                </a:lnTo>
                <a:lnTo>
                  <a:pt x="219757" y="15012"/>
                </a:lnTo>
                <a:lnTo>
                  <a:pt x="222760" y="12010"/>
                </a:lnTo>
                <a:lnTo>
                  <a:pt x="222760" y="7773"/>
                </a:lnTo>
                <a:close/>
                <a:moveTo>
                  <a:pt x="211285" y="15012"/>
                </a:moveTo>
                <a:lnTo>
                  <a:pt x="208916" y="15012"/>
                </a:lnTo>
                <a:lnTo>
                  <a:pt x="206648" y="12710"/>
                </a:lnTo>
                <a:lnTo>
                  <a:pt x="206648" y="9441"/>
                </a:lnTo>
                <a:lnTo>
                  <a:pt x="208316" y="7773"/>
                </a:lnTo>
                <a:lnTo>
                  <a:pt x="208316" y="12010"/>
                </a:lnTo>
                <a:close/>
                <a:moveTo>
                  <a:pt x="206081" y="8907"/>
                </a:moveTo>
                <a:lnTo>
                  <a:pt x="202812" y="8907"/>
                </a:lnTo>
                <a:lnTo>
                  <a:pt x="200544" y="6606"/>
                </a:lnTo>
                <a:lnTo>
                  <a:pt x="200544" y="4237"/>
                </a:lnTo>
                <a:lnTo>
                  <a:pt x="203412" y="7106"/>
                </a:lnTo>
                <a:lnTo>
                  <a:pt x="203679" y="7206"/>
                </a:lnTo>
                <a:lnTo>
                  <a:pt x="207749" y="7206"/>
                </a:lnTo>
                <a:close/>
                <a:moveTo>
                  <a:pt x="199743" y="6606"/>
                </a:moveTo>
                <a:lnTo>
                  <a:pt x="197441" y="8874"/>
                </a:lnTo>
                <a:lnTo>
                  <a:pt x="194206" y="8874"/>
                </a:lnTo>
                <a:lnTo>
                  <a:pt x="192538" y="7206"/>
                </a:lnTo>
                <a:lnTo>
                  <a:pt x="196741" y="7206"/>
                </a:lnTo>
                <a:lnTo>
                  <a:pt x="199743" y="4237"/>
                </a:lnTo>
                <a:close/>
                <a:moveTo>
                  <a:pt x="193639" y="9441"/>
                </a:moveTo>
                <a:lnTo>
                  <a:pt x="193639" y="12710"/>
                </a:lnTo>
                <a:lnTo>
                  <a:pt x="191337" y="15012"/>
                </a:lnTo>
                <a:lnTo>
                  <a:pt x="188969" y="15012"/>
                </a:lnTo>
                <a:lnTo>
                  <a:pt x="191971" y="12010"/>
                </a:lnTo>
                <a:lnTo>
                  <a:pt x="191971" y="7773"/>
                </a:lnTo>
                <a:close/>
                <a:moveTo>
                  <a:pt x="180496" y="15012"/>
                </a:moveTo>
                <a:lnTo>
                  <a:pt x="178128" y="15012"/>
                </a:lnTo>
                <a:lnTo>
                  <a:pt x="175826" y="12710"/>
                </a:lnTo>
                <a:lnTo>
                  <a:pt x="175826" y="9441"/>
                </a:lnTo>
                <a:lnTo>
                  <a:pt x="177527" y="7773"/>
                </a:lnTo>
                <a:lnTo>
                  <a:pt x="177527" y="12010"/>
                </a:lnTo>
                <a:close/>
                <a:moveTo>
                  <a:pt x="175292" y="8907"/>
                </a:moveTo>
                <a:lnTo>
                  <a:pt x="172023" y="8907"/>
                </a:lnTo>
                <a:lnTo>
                  <a:pt x="169755" y="6606"/>
                </a:lnTo>
                <a:lnTo>
                  <a:pt x="169755" y="4237"/>
                </a:lnTo>
                <a:lnTo>
                  <a:pt x="172724" y="7206"/>
                </a:lnTo>
                <a:lnTo>
                  <a:pt x="176960" y="7206"/>
                </a:lnTo>
                <a:close/>
                <a:moveTo>
                  <a:pt x="168954" y="6606"/>
                </a:moveTo>
                <a:lnTo>
                  <a:pt x="166653" y="8874"/>
                </a:lnTo>
                <a:lnTo>
                  <a:pt x="163417" y="8874"/>
                </a:lnTo>
                <a:lnTo>
                  <a:pt x="161716" y="7206"/>
                </a:lnTo>
                <a:lnTo>
                  <a:pt x="165786" y="7206"/>
                </a:lnTo>
                <a:lnTo>
                  <a:pt x="166086" y="7106"/>
                </a:lnTo>
                <a:lnTo>
                  <a:pt x="168954" y="4237"/>
                </a:lnTo>
                <a:close/>
                <a:moveTo>
                  <a:pt x="162850" y="9441"/>
                </a:moveTo>
                <a:lnTo>
                  <a:pt x="162850" y="12710"/>
                </a:lnTo>
                <a:lnTo>
                  <a:pt x="160548" y="15012"/>
                </a:lnTo>
                <a:lnTo>
                  <a:pt x="158180" y="15012"/>
                </a:lnTo>
                <a:lnTo>
                  <a:pt x="161182" y="12010"/>
                </a:lnTo>
                <a:lnTo>
                  <a:pt x="161182" y="7773"/>
                </a:lnTo>
                <a:close/>
                <a:moveTo>
                  <a:pt x="149707" y="15012"/>
                </a:moveTo>
                <a:lnTo>
                  <a:pt x="147339" y="15012"/>
                </a:lnTo>
                <a:lnTo>
                  <a:pt x="145037" y="12710"/>
                </a:lnTo>
                <a:lnTo>
                  <a:pt x="145037" y="9441"/>
                </a:lnTo>
                <a:lnTo>
                  <a:pt x="146739" y="7773"/>
                </a:lnTo>
                <a:lnTo>
                  <a:pt x="146739" y="12010"/>
                </a:lnTo>
                <a:close/>
                <a:moveTo>
                  <a:pt x="144504" y="8907"/>
                </a:moveTo>
                <a:lnTo>
                  <a:pt x="141235" y="8907"/>
                </a:lnTo>
                <a:lnTo>
                  <a:pt x="138933" y="6606"/>
                </a:lnTo>
                <a:lnTo>
                  <a:pt x="138933" y="4237"/>
                </a:lnTo>
                <a:lnTo>
                  <a:pt x="141835" y="7106"/>
                </a:lnTo>
                <a:lnTo>
                  <a:pt x="142102" y="7206"/>
                </a:lnTo>
                <a:lnTo>
                  <a:pt x="146172" y="7206"/>
                </a:lnTo>
                <a:close/>
                <a:moveTo>
                  <a:pt x="138166" y="6606"/>
                </a:moveTo>
                <a:lnTo>
                  <a:pt x="135864" y="8874"/>
                </a:lnTo>
                <a:lnTo>
                  <a:pt x="132629" y="8874"/>
                </a:lnTo>
                <a:lnTo>
                  <a:pt x="130927" y="7206"/>
                </a:lnTo>
                <a:lnTo>
                  <a:pt x="135164" y="7206"/>
                </a:lnTo>
                <a:lnTo>
                  <a:pt x="138166" y="4237"/>
                </a:lnTo>
                <a:close/>
                <a:moveTo>
                  <a:pt x="132061" y="9441"/>
                </a:moveTo>
                <a:lnTo>
                  <a:pt x="132061" y="12710"/>
                </a:lnTo>
                <a:lnTo>
                  <a:pt x="129760" y="15012"/>
                </a:lnTo>
                <a:lnTo>
                  <a:pt x="127391" y="15012"/>
                </a:lnTo>
                <a:lnTo>
                  <a:pt x="130394" y="12010"/>
                </a:lnTo>
                <a:lnTo>
                  <a:pt x="130394" y="7773"/>
                </a:lnTo>
                <a:close/>
                <a:moveTo>
                  <a:pt x="118919" y="15012"/>
                </a:moveTo>
                <a:lnTo>
                  <a:pt x="116550" y="15012"/>
                </a:lnTo>
                <a:lnTo>
                  <a:pt x="114249" y="12710"/>
                </a:lnTo>
                <a:lnTo>
                  <a:pt x="114249" y="9441"/>
                </a:lnTo>
                <a:lnTo>
                  <a:pt x="115950" y="7773"/>
                </a:lnTo>
                <a:lnTo>
                  <a:pt x="115950" y="12010"/>
                </a:lnTo>
                <a:close/>
                <a:moveTo>
                  <a:pt x="113682" y="8907"/>
                </a:moveTo>
                <a:lnTo>
                  <a:pt x="110446" y="8907"/>
                </a:lnTo>
                <a:lnTo>
                  <a:pt x="108144" y="6606"/>
                </a:lnTo>
                <a:lnTo>
                  <a:pt x="108144" y="4237"/>
                </a:lnTo>
                <a:lnTo>
                  <a:pt x="111147" y="7206"/>
                </a:lnTo>
                <a:lnTo>
                  <a:pt x="115383" y="7206"/>
                </a:lnTo>
                <a:close/>
                <a:moveTo>
                  <a:pt x="107377" y="6606"/>
                </a:moveTo>
                <a:lnTo>
                  <a:pt x="105076" y="8874"/>
                </a:lnTo>
                <a:lnTo>
                  <a:pt x="101840" y="8874"/>
                </a:lnTo>
                <a:lnTo>
                  <a:pt x="100139" y="7206"/>
                </a:lnTo>
                <a:lnTo>
                  <a:pt x="104208" y="7206"/>
                </a:lnTo>
                <a:lnTo>
                  <a:pt x="104475" y="7106"/>
                </a:lnTo>
                <a:lnTo>
                  <a:pt x="107377" y="4237"/>
                </a:lnTo>
                <a:lnTo>
                  <a:pt x="107377" y="6606"/>
                </a:lnTo>
                <a:close/>
                <a:moveTo>
                  <a:pt x="101273" y="9441"/>
                </a:moveTo>
                <a:lnTo>
                  <a:pt x="101273" y="12710"/>
                </a:lnTo>
                <a:lnTo>
                  <a:pt x="98971" y="15012"/>
                </a:lnTo>
                <a:lnTo>
                  <a:pt x="96603" y="15012"/>
                </a:lnTo>
                <a:lnTo>
                  <a:pt x="99605" y="12010"/>
                </a:lnTo>
                <a:lnTo>
                  <a:pt x="99605" y="7773"/>
                </a:lnTo>
                <a:close/>
                <a:moveTo>
                  <a:pt x="88130" y="15012"/>
                </a:moveTo>
                <a:lnTo>
                  <a:pt x="85762" y="15012"/>
                </a:lnTo>
                <a:lnTo>
                  <a:pt x="83460" y="12710"/>
                </a:lnTo>
                <a:lnTo>
                  <a:pt x="83460" y="9441"/>
                </a:lnTo>
                <a:lnTo>
                  <a:pt x="85128" y="7773"/>
                </a:lnTo>
                <a:lnTo>
                  <a:pt x="85128" y="12010"/>
                </a:lnTo>
                <a:close/>
                <a:moveTo>
                  <a:pt x="82893" y="8907"/>
                </a:moveTo>
                <a:lnTo>
                  <a:pt x="79657" y="8907"/>
                </a:lnTo>
                <a:lnTo>
                  <a:pt x="77356" y="6606"/>
                </a:lnTo>
                <a:lnTo>
                  <a:pt x="77356" y="4237"/>
                </a:lnTo>
                <a:lnTo>
                  <a:pt x="80224" y="7106"/>
                </a:lnTo>
                <a:lnTo>
                  <a:pt x="80525" y="7206"/>
                </a:lnTo>
                <a:lnTo>
                  <a:pt x="84594" y="7206"/>
                </a:lnTo>
                <a:close/>
                <a:moveTo>
                  <a:pt x="76589" y="6606"/>
                </a:moveTo>
                <a:lnTo>
                  <a:pt x="74287" y="8874"/>
                </a:lnTo>
                <a:lnTo>
                  <a:pt x="71018" y="8874"/>
                </a:lnTo>
                <a:lnTo>
                  <a:pt x="69350" y="7206"/>
                </a:lnTo>
                <a:lnTo>
                  <a:pt x="73586" y="7206"/>
                </a:lnTo>
                <a:lnTo>
                  <a:pt x="76589" y="4237"/>
                </a:lnTo>
                <a:close/>
                <a:moveTo>
                  <a:pt x="70484" y="9441"/>
                </a:moveTo>
                <a:lnTo>
                  <a:pt x="70484" y="12710"/>
                </a:lnTo>
                <a:lnTo>
                  <a:pt x="68183" y="15012"/>
                </a:lnTo>
                <a:lnTo>
                  <a:pt x="65814" y="15012"/>
                </a:lnTo>
                <a:lnTo>
                  <a:pt x="68816" y="12010"/>
                </a:lnTo>
                <a:lnTo>
                  <a:pt x="68816" y="7773"/>
                </a:lnTo>
                <a:close/>
                <a:moveTo>
                  <a:pt x="57341" y="15012"/>
                </a:moveTo>
                <a:lnTo>
                  <a:pt x="54973" y="15012"/>
                </a:lnTo>
                <a:lnTo>
                  <a:pt x="52671" y="12710"/>
                </a:lnTo>
                <a:lnTo>
                  <a:pt x="52671" y="9441"/>
                </a:lnTo>
                <a:lnTo>
                  <a:pt x="54339" y="7773"/>
                </a:lnTo>
                <a:lnTo>
                  <a:pt x="54339" y="12010"/>
                </a:lnTo>
                <a:close/>
                <a:moveTo>
                  <a:pt x="52104" y="8907"/>
                </a:moveTo>
                <a:lnTo>
                  <a:pt x="48869" y="8907"/>
                </a:lnTo>
                <a:lnTo>
                  <a:pt x="46567" y="6606"/>
                </a:lnTo>
                <a:lnTo>
                  <a:pt x="46567" y="4237"/>
                </a:lnTo>
                <a:lnTo>
                  <a:pt x="49569" y="7206"/>
                </a:lnTo>
                <a:lnTo>
                  <a:pt x="53806" y="7206"/>
                </a:lnTo>
                <a:close/>
                <a:moveTo>
                  <a:pt x="45767" y="6606"/>
                </a:moveTo>
                <a:lnTo>
                  <a:pt x="43498" y="8874"/>
                </a:lnTo>
                <a:lnTo>
                  <a:pt x="40229" y="8874"/>
                </a:lnTo>
                <a:lnTo>
                  <a:pt x="38561" y="7206"/>
                </a:lnTo>
                <a:lnTo>
                  <a:pt x="42631" y="7206"/>
                </a:lnTo>
                <a:lnTo>
                  <a:pt x="42898" y="7106"/>
                </a:lnTo>
                <a:lnTo>
                  <a:pt x="45767" y="4237"/>
                </a:lnTo>
                <a:close/>
                <a:moveTo>
                  <a:pt x="39696" y="9441"/>
                </a:moveTo>
                <a:lnTo>
                  <a:pt x="39696" y="12710"/>
                </a:lnTo>
                <a:lnTo>
                  <a:pt x="37394" y="15012"/>
                </a:lnTo>
                <a:lnTo>
                  <a:pt x="35026" y="15012"/>
                </a:lnTo>
                <a:lnTo>
                  <a:pt x="37994" y="12010"/>
                </a:lnTo>
                <a:lnTo>
                  <a:pt x="37994" y="7773"/>
                </a:lnTo>
                <a:close/>
                <a:moveTo>
                  <a:pt x="26553" y="15012"/>
                </a:moveTo>
                <a:lnTo>
                  <a:pt x="24184" y="15012"/>
                </a:lnTo>
                <a:lnTo>
                  <a:pt x="21883" y="12710"/>
                </a:lnTo>
                <a:lnTo>
                  <a:pt x="21883" y="9441"/>
                </a:lnTo>
                <a:lnTo>
                  <a:pt x="23551" y="7773"/>
                </a:lnTo>
                <a:lnTo>
                  <a:pt x="23551" y="12010"/>
                </a:lnTo>
                <a:close/>
                <a:moveTo>
                  <a:pt x="21316" y="8907"/>
                </a:moveTo>
                <a:lnTo>
                  <a:pt x="18080" y="8907"/>
                </a:lnTo>
                <a:lnTo>
                  <a:pt x="15778" y="6606"/>
                </a:lnTo>
                <a:lnTo>
                  <a:pt x="15778" y="4237"/>
                </a:lnTo>
                <a:lnTo>
                  <a:pt x="18647" y="7106"/>
                </a:lnTo>
                <a:lnTo>
                  <a:pt x="18914" y="7206"/>
                </a:lnTo>
                <a:lnTo>
                  <a:pt x="22984" y="7206"/>
                </a:lnTo>
                <a:close/>
                <a:moveTo>
                  <a:pt x="14978" y="6606"/>
                </a:moveTo>
                <a:lnTo>
                  <a:pt x="12710" y="8874"/>
                </a:lnTo>
                <a:lnTo>
                  <a:pt x="9441" y="8874"/>
                </a:lnTo>
                <a:lnTo>
                  <a:pt x="7773" y="7206"/>
                </a:lnTo>
                <a:lnTo>
                  <a:pt x="12009" y="7206"/>
                </a:lnTo>
                <a:lnTo>
                  <a:pt x="14978" y="4237"/>
                </a:lnTo>
                <a:lnTo>
                  <a:pt x="14978" y="6606"/>
                </a:lnTo>
                <a:close/>
                <a:moveTo>
                  <a:pt x="9441" y="21883"/>
                </a:moveTo>
                <a:lnTo>
                  <a:pt x="12710" y="21883"/>
                </a:lnTo>
                <a:lnTo>
                  <a:pt x="14978" y="24185"/>
                </a:lnTo>
                <a:lnTo>
                  <a:pt x="14978" y="26553"/>
                </a:lnTo>
                <a:lnTo>
                  <a:pt x="12009" y="23551"/>
                </a:lnTo>
                <a:lnTo>
                  <a:pt x="7773" y="23551"/>
                </a:lnTo>
                <a:close/>
                <a:moveTo>
                  <a:pt x="14978" y="33892"/>
                </a:moveTo>
                <a:lnTo>
                  <a:pt x="11675" y="37228"/>
                </a:lnTo>
                <a:lnTo>
                  <a:pt x="6972" y="37228"/>
                </a:lnTo>
                <a:lnTo>
                  <a:pt x="5438" y="35693"/>
                </a:lnTo>
                <a:lnTo>
                  <a:pt x="11042" y="35693"/>
                </a:lnTo>
                <a:lnTo>
                  <a:pt x="14978" y="31757"/>
                </a:lnTo>
                <a:lnTo>
                  <a:pt x="14978" y="33892"/>
                </a:lnTo>
                <a:close/>
                <a:moveTo>
                  <a:pt x="7206" y="42631"/>
                </a:moveTo>
                <a:lnTo>
                  <a:pt x="7206" y="38562"/>
                </a:lnTo>
                <a:lnTo>
                  <a:pt x="8873" y="40230"/>
                </a:lnTo>
                <a:lnTo>
                  <a:pt x="8873" y="43499"/>
                </a:lnTo>
                <a:lnTo>
                  <a:pt x="6605" y="45800"/>
                </a:lnTo>
                <a:lnTo>
                  <a:pt x="4237" y="45800"/>
                </a:lnTo>
                <a:lnTo>
                  <a:pt x="7106" y="42932"/>
                </a:lnTo>
                <a:close/>
                <a:moveTo>
                  <a:pt x="6605" y="46568"/>
                </a:moveTo>
                <a:lnTo>
                  <a:pt x="8873" y="48869"/>
                </a:lnTo>
                <a:lnTo>
                  <a:pt x="8873" y="52105"/>
                </a:lnTo>
                <a:lnTo>
                  <a:pt x="7206" y="53806"/>
                </a:lnTo>
                <a:lnTo>
                  <a:pt x="7206" y="49570"/>
                </a:lnTo>
                <a:lnTo>
                  <a:pt x="4203" y="46568"/>
                </a:lnTo>
                <a:close/>
                <a:moveTo>
                  <a:pt x="9441" y="52672"/>
                </a:moveTo>
                <a:lnTo>
                  <a:pt x="12710" y="52672"/>
                </a:lnTo>
                <a:lnTo>
                  <a:pt x="14978" y="54974"/>
                </a:lnTo>
                <a:lnTo>
                  <a:pt x="14978" y="57342"/>
                </a:lnTo>
                <a:lnTo>
                  <a:pt x="12009" y="54340"/>
                </a:lnTo>
                <a:lnTo>
                  <a:pt x="7773" y="54340"/>
                </a:lnTo>
                <a:close/>
                <a:moveTo>
                  <a:pt x="14978" y="64714"/>
                </a:moveTo>
                <a:lnTo>
                  <a:pt x="11675" y="68016"/>
                </a:lnTo>
                <a:lnTo>
                  <a:pt x="6972" y="68016"/>
                </a:lnTo>
                <a:lnTo>
                  <a:pt x="5438" y="66482"/>
                </a:lnTo>
                <a:lnTo>
                  <a:pt x="11042" y="66482"/>
                </a:lnTo>
                <a:lnTo>
                  <a:pt x="14978" y="62546"/>
                </a:lnTo>
                <a:lnTo>
                  <a:pt x="14978" y="64714"/>
                </a:lnTo>
                <a:close/>
                <a:moveTo>
                  <a:pt x="7206" y="69351"/>
                </a:moveTo>
                <a:lnTo>
                  <a:pt x="8873" y="71052"/>
                </a:lnTo>
                <a:lnTo>
                  <a:pt x="8873" y="74287"/>
                </a:lnTo>
                <a:lnTo>
                  <a:pt x="6605" y="76589"/>
                </a:lnTo>
                <a:lnTo>
                  <a:pt x="4237" y="76589"/>
                </a:lnTo>
                <a:lnTo>
                  <a:pt x="7206" y="73587"/>
                </a:lnTo>
                <a:lnTo>
                  <a:pt x="7206" y="69351"/>
                </a:lnTo>
                <a:close/>
                <a:moveTo>
                  <a:pt x="9441" y="83461"/>
                </a:moveTo>
                <a:lnTo>
                  <a:pt x="12710" y="83461"/>
                </a:lnTo>
                <a:lnTo>
                  <a:pt x="14978" y="85762"/>
                </a:lnTo>
                <a:lnTo>
                  <a:pt x="14978" y="88131"/>
                </a:lnTo>
                <a:lnTo>
                  <a:pt x="12009" y="85129"/>
                </a:lnTo>
                <a:lnTo>
                  <a:pt x="7773" y="85129"/>
                </a:lnTo>
                <a:close/>
                <a:moveTo>
                  <a:pt x="14978" y="95503"/>
                </a:moveTo>
                <a:lnTo>
                  <a:pt x="11675" y="98805"/>
                </a:lnTo>
                <a:lnTo>
                  <a:pt x="6972" y="98805"/>
                </a:lnTo>
                <a:lnTo>
                  <a:pt x="5438" y="97271"/>
                </a:lnTo>
                <a:lnTo>
                  <a:pt x="11042" y="97271"/>
                </a:lnTo>
                <a:lnTo>
                  <a:pt x="14978" y="93334"/>
                </a:lnTo>
                <a:lnTo>
                  <a:pt x="14978" y="95503"/>
                </a:lnTo>
                <a:close/>
                <a:moveTo>
                  <a:pt x="7206" y="104209"/>
                </a:moveTo>
                <a:lnTo>
                  <a:pt x="7206" y="100139"/>
                </a:lnTo>
                <a:lnTo>
                  <a:pt x="8873" y="101840"/>
                </a:lnTo>
                <a:lnTo>
                  <a:pt x="8873" y="105076"/>
                </a:lnTo>
                <a:lnTo>
                  <a:pt x="6605" y="107378"/>
                </a:lnTo>
                <a:lnTo>
                  <a:pt x="4237" y="107378"/>
                </a:lnTo>
                <a:lnTo>
                  <a:pt x="7106" y="104509"/>
                </a:lnTo>
                <a:close/>
                <a:moveTo>
                  <a:pt x="6605" y="108178"/>
                </a:moveTo>
                <a:lnTo>
                  <a:pt x="8873" y="110447"/>
                </a:lnTo>
                <a:lnTo>
                  <a:pt x="8873" y="113716"/>
                </a:lnTo>
                <a:lnTo>
                  <a:pt x="7206" y="115384"/>
                </a:lnTo>
                <a:lnTo>
                  <a:pt x="7206" y="111147"/>
                </a:lnTo>
                <a:lnTo>
                  <a:pt x="4203" y="108145"/>
                </a:lnTo>
                <a:lnTo>
                  <a:pt x="6605" y="108145"/>
                </a:lnTo>
                <a:close/>
                <a:moveTo>
                  <a:pt x="9441" y="114249"/>
                </a:moveTo>
                <a:lnTo>
                  <a:pt x="12710" y="114249"/>
                </a:lnTo>
                <a:lnTo>
                  <a:pt x="14978" y="116551"/>
                </a:lnTo>
                <a:lnTo>
                  <a:pt x="14978" y="118919"/>
                </a:lnTo>
                <a:lnTo>
                  <a:pt x="12009" y="115951"/>
                </a:lnTo>
                <a:lnTo>
                  <a:pt x="7773" y="115951"/>
                </a:lnTo>
                <a:close/>
                <a:moveTo>
                  <a:pt x="15778" y="116551"/>
                </a:moveTo>
                <a:lnTo>
                  <a:pt x="18080" y="114249"/>
                </a:lnTo>
                <a:lnTo>
                  <a:pt x="21316" y="114249"/>
                </a:lnTo>
                <a:lnTo>
                  <a:pt x="22984" y="115951"/>
                </a:lnTo>
                <a:lnTo>
                  <a:pt x="18947" y="115951"/>
                </a:lnTo>
                <a:lnTo>
                  <a:pt x="18647" y="116051"/>
                </a:lnTo>
                <a:lnTo>
                  <a:pt x="15778" y="118919"/>
                </a:lnTo>
                <a:close/>
                <a:moveTo>
                  <a:pt x="21883" y="113716"/>
                </a:moveTo>
                <a:lnTo>
                  <a:pt x="21883" y="110447"/>
                </a:lnTo>
                <a:lnTo>
                  <a:pt x="24184" y="108178"/>
                </a:lnTo>
                <a:lnTo>
                  <a:pt x="26553" y="108178"/>
                </a:lnTo>
                <a:lnTo>
                  <a:pt x="23551" y="111147"/>
                </a:lnTo>
                <a:lnTo>
                  <a:pt x="23551" y="115384"/>
                </a:lnTo>
                <a:close/>
                <a:moveTo>
                  <a:pt x="35026" y="108178"/>
                </a:moveTo>
                <a:lnTo>
                  <a:pt x="37394" y="108178"/>
                </a:lnTo>
                <a:lnTo>
                  <a:pt x="39696" y="110447"/>
                </a:lnTo>
                <a:lnTo>
                  <a:pt x="39696" y="113716"/>
                </a:lnTo>
                <a:lnTo>
                  <a:pt x="37994" y="115384"/>
                </a:lnTo>
                <a:lnTo>
                  <a:pt x="37994" y="111147"/>
                </a:lnTo>
                <a:close/>
                <a:moveTo>
                  <a:pt x="40229" y="114249"/>
                </a:moveTo>
                <a:lnTo>
                  <a:pt x="43498" y="114249"/>
                </a:lnTo>
                <a:lnTo>
                  <a:pt x="45767" y="116551"/>
                </a:lnTo>
                <a:lnTo>
                  <a:pt x="45767" y="118919"/>
                </a:lnTo>
                <a:lnTo>
                  <a:pt x="42898" y="116051"/>
                </a:lnTo>
                <a:lnTo>
                  <a:pt x="42631" y="115951"/>
                </a:lnTo>
                <a:lnTo>
                  <a:pt x="38561" y="115951"/>
                </a:lnTo>
                <a:close/>
                <a:moveTo>
                  <a:pt x="46567" y="116551"/>
                </a:moveTo>
                <a:lnTo>
                  <a:pt x="48869" y="114249"/>
                </a:lnTo>
                <a:lnTo>
                  <a:pt x="52104" y="114249"/>
                </a:lnTo>
                <a:lnTo>
                  <a:pt x="53806" y="115951"/>
                </a:lnTo>
                <a:lnTo>
                  <a:pt x="49569" y="115951"/>
                </a:lnTo>
                <a:lnTo>
                  <a:pt x="46567" y="118919"/>
                </a:lnTo>
                <a:close/>
                <a:moveTo>
                  <a:pt x="52671" y="113716"/>
                </a:moveTo>
                <a:lnTo>
                  <a:pt x="52671" y="110447"/>
                </a:lnTo>
                <a:lnTo>
                  <a:pt x="54973" y="108178"/>
                </a:lnTo>
                <a:lnTo>
                  <a:pt x="57341" y="108178"/>
                </a:lnTo>
                <a:lnTo>
                  <a:pt x="54339" y="111147"/>
                </a:lnTo>
                <a:lnTo>
                  <a:pt x="54339" y="115384"/>
                </a:lnTo>
                <a:close/>
                <a:moveTo>
                  <a:pt x="65814" y="108178"/>
                </a:moveTo>
                <a:lnTo>
                  <a:pt x="68183" y="108178"/>
                </a:lnTo>
                <a:lnTo>
                  <a:pt x="70484" y="110447"/>
                </a:lnTo>
                <a:lnTo>
                  <a:pt x="70484" y="113716"/>
                </a:lnTo>
                <a:lnTo>
                  <a:pt x="68783" y="115384"/>
                </a:lnTo>
                <a:lnTo>
                  <a:pt x="68783" y="111147"/>
                </a:lnTo>
                <a:close/>
                <a:moveTo>
                  <a:pt x="71018" y="114249"/>
                </a:moveTo>
                <a:lnTo>
                  <a:pt x="74287" y="114249"/>
                </a:lnTo>
                <a:lnTo>
                  <a:pt x="76555" y="116551"/>
                </a:lnTo>
                <a:lnTo>
                  <a:pt x="76555" y="118919"/>
                </a:lnTo>
                <a:lnTo>
                  <a:pt x="73586" y="115951"/>
                </a:lnTo>
                <a:lnTo>
                  <a:pt x="69350" y="115951"/>
                </a:lnTo>
                <a:close/>
                <a:moveTo>
                  <a:pt x="77356" y="116551"/>
                </a:moveTo>
                <a:lnTo>
                  <a:pt x="79657" y="114249"/>
                </a:lnTo>
                <a:lnTo>
                  <a:pt x="82893" y="114249"/>
                </a:lnTo>
                <a:lnTo>
                  <a:pt x="84594" y="115951"/>
                </a:lnTo>
                <a:lnTo>
                  <a:pt x="80525" y="115951"/>
                </a:lnTo>
                <a:lnTo>
                  <a:pt x="80224" y="116051"/>
                </a:lnTo>
                <a:lnTo>
                  <a:pt x="77356" y="118919"/>
                </a:lnTo>
                <a:lnTo>
                  <a:pt x="77356" y="116551"/>
                </a:lnTo>
                <a:close/>
                <a:moveTo>
                  <a:pt x="83460" y="113716"/>
                </a:moveTo>
                <a:lnTo>
                  <a:pt x="83460" y="110447"/>
                </a:lnTo>
                <a:lnTo>
                  <a:pt x="85762" y="108178"/>
                </a:lnTo>
                <a:lnTo>
                  <a:pt x="88130" y="108178"/>
                </a:lnTo>
                <a:lnTo>
                  <a:pt x="85128" y="111147"/>
                </a:lnTo>
                <a:lnTo>
                  <a:pt x="85128" y="115384"/>
                </a:lnTo>
                <a:close/>
                <a:moveTo>
                  <a:pt x="96603" y="108178"/>
                </a:moveTo>
                <a:lnTo>
                  <a:pt x="98971" y="108178"/>
                </a:lnTo>
                <a:lnTo>
                  <a:pt x="101273" y="110447"/>
                </a:lnTo>
                <a:lnTo>
                  <a:pt x="101273" y="113716"/>
                </a:lnTo>
                <a:lnTo>
                  <a:pt x="99605" y="115384"/>
                </a:lnTo>
                <a:lnTo>
                  <a:pt x="99605" y="111147"/>
                </a:lnTo>
                <a:close/>
                <a:moveTo>
                  <a:pt x="101840" y="114249"/>
                </a:moveTo>
                <a:lnTo>
                  <a:pt x="105076" y="114249"/>
                </a:lnTo>
                <a:lnTo>
                  <a:pt x="107377" y="116551"/>
                </a:lnTo>
                <a:lnTo>
                  <a:pt x="107377" y="118919"/>
                </a:lnTo>
                <a:lnTo>
                  <a:pt x="104508" y="116051"/>
                </a:lnTo>
                <a:lnTo>
                  <a:pt x="104208" y="115951"/>
                </a:lnTo>
                <a:lnTo>
                  <a:pt x="100139" y="115951"/>
                </a:lnTo>
                <a:close/>
                <a:moveTo>
                  <a:pt x="108144" y="116551"/>
                </a:moveTo>
                <a:lnTo>
                  <a:pt x="110446" y="114249"/>
                </a:lnTo>
                <a:lnTo>
                  <a:pt x="113682" y="114249"/>
                </a:lnTo>
                <a:lnTo>
                  <a:pt x="115383" y="115951"/>
                </a:lnTo>
                <a:lnTo>
                  <a:pt x="111147" y="115951"/>
                </a:lnTo>
                <a:lnTo>
                  <a:pt x="108144" y="118919"/>
                </a:lnTo>
                <a:close/>
                <a:moveTo>
                  <a:pt x="114249" y="113716"/>
                </a:moveTo>
                <a:lnTo>
                  <a:pt x="114249" y="110447"/>
                </a:lnTo>
                <a:lnTo>
                  <a:pt x="116550" y="108178"/>
                </a:lnTo>
                <a:lnTo>
                  <a:pt x="118919" y="108178"/>
                </a:lnTo>
                <a:lnTo>
                  <a:pt x="115917" y="111147"/>
                </a:lnTo>
                <a:lnTo>
                  <a:pt x="115917" y="115384"/>
                </a:lnTo>
                <a:close/>
                <a:moveTo>
                  <a:pt x="127391" y="108178"/>
                </a:moveTo>
                <a:lnTo>
                  <a:pt x="129760" y="108178"/>
                </a:lnTo>
                <a:lnTo>
                  <a:pt x="132061" y="110447"/>
                </a:lnTo>
                <a:lnTo>
                  <a:pt x="132061" y="113716"/>
                </a:lnTo>
                <a:lnTo>
                  <a:pt x="130394" y="115384"/>
                </a:lnTo>
                <a:lnTo>
                  <a:pt x="130394" y="111147"/>
                </a:lnTo>
                <a:close/>
                <a:moveTo>
                  <a:pt x="132629" y="114249"/>
                </a:moveTo>
                <a:lnTo>
                  <a:pt x="135864" y="114249"/>
                </a:lnTo>
                <a:lnTo>
                  <a:pt x="138166" y="116551"/>
                </a:lnTo>
                <a:lnTo>
                  <a:pt x="138166" y="118919"/>
                </a:lnTo>
                <a:lnTo>
                  <a:pt x="135164" y="115951"/>
                </a:lnTo>
                <a:lnTo>
                  <a:pt x="130927" y="115951"/>
                </a:lnTo>
                <a:close/>
                <a:moveTo>
                  <a:pt x="138933" y="116551"/>
                </a:moveTo>
                <a:lnTo>
                  <a:pt x="141235" y="114249"/>
                </a:lnTo>
                <a:lnTo>
                  <a:pt x="144504" y="114249"/>
                </a:lnTo>
                <a:lnTo>
                  <a:pt x="146172" y="115951"/>
                </a:lnTo>
                <a:lnTo>
                  <a:pt x="142102" y="115951"/>
                </a:lnTo>
                <a:lnTo>
                  <a:pt x="141835" y="116051"/>
                </a:lnTo>
                <a:lnTo>
                  <a:pt x="138933" y="118919"/>
                </a:lnTo>
                <a:close/>
                <a:moveTo>
                  <a:pt x="145037" y="113716"/>
                </a:moveTo>
                <a:lnTo>
                  <a:pt x="145037" y="110447"/>
                </a:lnTo>
                <a:lnTo>
                  <a:pt x="147339" y="108178"/>
                </a:lnTo>
                <a:lnTo>
                  <a:pt x="149707" y="108178"/>
                </a:lnTo>
                <a:lnTo>
                  <a:pt x="146705" y="111147"/>
                </a:lnTo>
                <a:lnTo>
                  <a:pt x="146705" y="115384"/>
                </a:lnTo>
                <a:close/>
                <a:moveTo>
                  <a:pt x="158180" y="108178"/>
                </a:moveTo>
                <a:lnTo>
                  <a:pt x="160548" y="108178"/>
                </a:lnTo>
                <a:lnTo>
                  <a:pt x="162850" y="110447"/>
                </a:lnTo>
                <a:lnTo>
                  <a:pt x="162850" y="113716"/>
                </a:lnTo>
                <a:lnTo>
                  <a:pt x="161182" y="115384"/>
                </a:lnTo>
                <a:lnTo>
                  <a:pt x="161182" y="111147"/>
                </a:lnTo>
                <a:close/>
                <a:moveTo>
                  <a:pt x="163417" y="114249"/>
                </a:moveTo>
                <a:lnTo>
                  <a:pt x="166653" y="114249"/>
                </a:lnTo>
                <a:lnTo>
                  <a:pt x="168954" y="116551"/>
                </a:lnTo>
                <a:lnTo>
                  <a:pt x="168954" y="118919"/>
                </a:lnTo>
                <a:lnTo>
                  <a:pt x="166086" y="116051"/>
                </a:lnTo>
                <a:lnTo>
                  <a:pt x="165786" y="115951"/>
                </a:lnTo>
                <a:lnTo>
                  <a:pt x="161716" y="115951"/>
                </a:lnTo>
                <a:close/>
                <a:moveTo>
                  <a:pt x="169755" y="116551"/>
                </a:moveTo>
                <a:lnTo>
                  <a:pt x="172023" y="114249"/>
                </a:lnTo>
                <a:lnTo>
                  <a:pt x="175292" y="114249"/>
                </a:lnTo>
                <a:lnTo>
                  <a:pt x="176960" y="115951"/>
                </a:lnTo>
                <a:lnTo>
                  <a:pt x="172724" y="115951"/>
                </a:lnTo>
                <a:lnTo>
                  <a:pt x="169722" y="118919"/>
                </a:lnTo>
                <a:lnTo>
                  <a:pt x="169722" y="116551"/>
                </a:lnTo>
                <a:close/>
                <a:moveTo>
                  <a:pt x="175826" y="113716"/>
                </a:moveTo>
                <a:lnTo>
                  <a:pt x="175826" y="110447"/>
                </a:lnTo>
                <a:lnTo>
                  <a:pt x="178128" y="108178"/>
                </a:lnTo>
                <a:lnTo>
                  <a:pt x="180496" y="108178"/>
                </a:lnTo>
                <a:lnTo>
                  <a:pt x="177527" y="111147"/>
                </a:lnTo>
                <a:lnTo>
                  <a:pt x="177527" y="115384"/>
                </a:lnTo>
                <a:close/>
                <a:moveTo>
                  <a:pt x="188969" y="108178"/>
                </a:moveTo>
                <a:lnTo>
                  <a:pt x="191337" y="108178"/>
                </a:lnTo>
                <a:lnTo>
                  <a:pt x="193639" y="110447"/>
                </a:lnTo>
                <a:lnTo>
                  <a:pt x="193639" y="113716"/>
                </a:lnTo>
                <a:lnTo>
                  <a:pt x="191971" y="115384"/>
                </a:lnTo>
                <a:lnTo>
                  <a:pt x="191971" y="111147"/>
                </a:lnTo>
                <a:close/>
                <a:moveTo>
                  <a:pt x="194206" y="114249"/>
                </a:moveTo>
                <a:lnTo>
                  <a:pt x="197441" y="114249"/>
                </a:lnTo>
                <a:lnTo>
                  <a:pt x="199743" y="116551"/>
                </a:lnTo>
                <a:lnTo>
                  <a:pt x="199743" y="118919"/>
                </a:lnTo>
                <a:lnTo>
                  <a:pt x="196741" y="115951"/>
                </a:lnTo>
                <a:lnTo>
                  <a:pt x="192538" y="115951"/>
                </a:lnTo>
                <a:close/>
                <a:moveTo>
                  <a:pt x="200544" y="116551"/>
                </a:moveTo>
                <a:lnTo>
                  <a:pt x="202812" y="114249"/>
                </a:lnTo>
                <a:lnTo>
                  <a:pt x="206081" y="114249"/>
                </a:lnTo>
                <a:lnTo>
                  <a:pt x="207749" y="115951"/>
                </a:lnTo>
                <a:lnTo>
                  <a:pt x="203679" y="115951"/>
                </a:lnTo>
                <a:lnTo>
                  <a:pt x="203412" y="116051"/>
                </a:lnTo>
                <a:lnTo>
                  <a:pt x="200544" y="118919"/>
                </a:lnTo>
                <a:close/>
                <a:moveTo>
                  <a:pt x="206648" y="113716"/>
                </a:moveTo>
                <a:lnTo>
                  <a:pt x="206648" y="110447"/>
                </a:lnTo>
                <a:lnTo>
                  <a:pt x="208916" y="108178"/>
                </a:lnTo>
                <a:lnTo>
                  <a:pt x="211285" y="108178"/>
                </a:lnTo>
                <a:lnTo>
                  <a:pt x="208316" y="111147"/>
                </a:lnTo>
                <a:lnTo>
                  <a:pt x="208316" y="115384"/>
                </a:lnTo>
                <a:close/>
                <a:moveTo>
                  <a:pt x="219757" y="108178"/>
                </a:moveTo>
                <a:lnTo>
                  <a:pt x="222126" y="108178"/>
                </a:lnTo>
                <a:lnTo>
                  <a:pt x="224427" y="110447"/>
                </a:lnTo>
                <a:lnTo>
                  <a:pt x="224427" y="113716"/>
                </a:lnTo>
                <a:lnTo>
                  <a:pt x="222760" y="115384"/>
                </a:lnTo>
                <a:lnTo>
                  <a:pt x="222760" y="111147"/>
                </a:lnTo>
                <a:close/>
                <a:moveTo>
                  <a:pt x="224995" y="114249"/>
                </a:moveTo>
                <a:lnTo>
                  <a:pt x="228230" y="114249"/>
                </a:lnTo>
                <a:lnTo>
                  <a:pt x="230532" y="116551"/>
                </a:lnTo>
                <a:lnTo>
                  <a:pt x="230532" y="118919"/>
                </a:lnTo>
                <a:lnTo>
                  <a:pt x="227663" y="116051"/>
                </a:lnTo>
                <a:lnTo>
                  <a:pt x="227396" y="115951"/>
                </a:lnTo>
                <a:lnTo>
                  <a:pt x="223327" y="115951"/>
                </a:lnTo>
                <a:close/>
                <a:moveTo>
                  <a:pt x="231332" y="116551"/>
                </a:moveTo>
                <a:lnTo>
                  <a:pt x="233601" y="114249"/>
                </a:lnTo>
                <a:lnTo>
                  <a:pt x="236870" y="114249"/>
                </a:lnTo>
                <a:lnTo>
                  <a:pt x="238538" y="115951"/>
                </a:lnTo>
                <a:lnTo>
                  <a:pt x="234301" y="115951"/>
                </a:lnTo>
                <a:lnTo>
                  <a:pt x="231332" y="118919"/>
                </a:lnTo>
                <a:close/>
                <a:moveTo>
                  <a:pt x="236870" y="101273"/>
                </a:moveTo>
                <a:lnTo>
                  <a:pt x="233601" y="101273"/>
                </a:lnTo>
                <a:lnTo>
                  <a:pt x="231332" y="98972"/>
                </a:lnTo>
                <a:lnTo>
                  <a:pt x="231332" y="96603"/>
                </a:lnTo>
                <a:lnTo>
                  <a:pt x="234301" y="99606"/>
                </a:lnTo>
                <a:lnTo>
                  <a:pt x="238538" y="99606"/>
                </a:lnTo>
                <a:close/>
                <a:moveTo>
                  <a:pt x="231332" y="89265"/>
                </a:moveTo>
                <a:lnTo>
                  <a:pt x="234635" y="85929"/>
                </a:lnTo>
                <a:lnTo>
                  <a:pt x="239338" y="85929"/>
                </a:lnTo>
                <a:lnTo>
                  <a:pt x="240873" y="87464"/>
                </a:lnTo>
                <a:lnTo>
                  <a:pt x="235269" y="87464"/>
                </a:lnTo>
                <a:lnTo>
                  <a:pt x="231332" y="91400"/>
                </a:lnTo>
                <a:lnTo>
                  <a:pt x="231332" y="89265"/>
                </a:lnTo>
                <a:close/>
                <a:moveTo>
                  <a:pt x="239105" y="80525"/>
                </a:moveTo>
                <a:lnTo>
                  <a:pt x="239105" y="84595"/>
                </a:lnTo>
                <a:lnTo>
                  <a:pt x="237437" y="82927"/>
                </a:lnTo>
                <a:lnTo>
                  <a:pt x="237437" y="79658"/>
                </a:lnTo>
                <a:lnTo>
                  <a:pt x="239705" y="77356"/>
                </a:lnTo>
                <a:lnTo>
                  <a:pt x="242073" y="77356"/>
                </a:lnTo>
                <a:lnTo>
                  <a:pt x="239205" y="80225"/>
                </a:lnTo>
                <a:close/>
                <a:moveTo>
                  <a:pt x="239705" y="76589"/>
                </a:moveTo>
                <a:lnTo>
                  <a:pt x="237437" y="74287"/>
                </a:lnTo>
                <a:lnTo>
                  <a:pt x="237437" y="71052"/>
                </a:lnTo>
                <a:lnTo>
                  <a:pt x="239105" y="69351"/>
                </a:lnTo>
                <a:lnTo>
                  <a:pt x="239105" y="73587"/>
                </a:lnTo>
                <a:lnTo>
                  <a:pt x="242073" y="76589"/>
                </a:lnTo>
                <a:lnTo>
                  <a:pt x="239705" y="76589"/>
                </a:lnTo>
                <a:close/>
                <a:moveTo>
                  <a:pt x="236870" y="70485"/>
                </a:moveTo>
                <a:lnTo>
                  <a:pt x="233601" y="70485"/>
                </a:lnTo>
                <a:lnTo>
                  <a:pt x="231332" y="68183"/>
                </a:lnTo>
                <a:lnTo>
                  <a:pt x="231332" y="65815"/>
                </a:lnTo>
                <a:lnTo>
                  <a:pt x="234301" y="68817"/>
                </a:lnTo>
                <a:lnTo>
                  <a:pt x="238538" y="68817"/>
                </a:lnTo>
                <a:close/>
                <a:moveTo>
                  <a:pt x="231332" y="58476"/>
                </a:moveTo>
                <a:lnTo>
                  <a:pt x="234635" y="55140"/>
                </a:lnTo>
                <a:lnTo>
                  <a:pt x="239338" y="55140"/>
                </a:lnTo>
                <a:lnTo>
                  <a:pt x="240873" y="56675"/>
                </a:lnTo>
                <a:lnTo>
                  <a:pt x="235269" y="56675"/>
                </a:lnTo>
                <a:lnTo>
                  <a:pt x="231332" y="60611"/>
                </a:lnTo>
                <a:lnTo>
                  <a:pt x="231332" y="58476"/>
                </a:lnTo>
                <a:close/>
                <a:moveTo>
                  <a:pt x="239105" y="53806"/>
                </a:moveTo>
                <a:lnTo>
                  <a:pt x="237437" y="52105"/>
                </a:lnTo>
                <a:lnTo>
                  <a:pt x="237437" y="48869"/>
                </a:lnTo>
                <a:lnTo>
                  <a:pt x="239705" y="46568"/>
                </a:lnTo>
                <a:lnTo>
                  <a:pt x="242073" y="46568"/>
                </a:lnTo>
                <a:lnTo>
                  <a:pt x="239105" y="49570"/>
                </a:lnTo>
                <a:lnTo>
                  <a:pt x="239105" y="53806"/>
                </a:lnTo>
                <a:close/>
                <a:moveTo>
                  <a:pt x="236870" y="39696"/>
                </a:moveTo>
                <a:lnTo>
                  <a:pt x="233601" y="39696"/>
                </a:lnTo>
                <a:lnTo>
                  <a:pt x="231332" y="37394"/>
                </a:lnTo>
                <a:lnTo>
                  <a:pt x="231332" y="35026"/>
                </a:lnTo>
                <a:lnTo>
                  <a:pt x="234301" y="38028"/>
                </a:lnTo>
                <a:lnTo>
                  <a:pt x="238538" y="38028"/>
                </a:lnTo>
                <a:close/>
                <a:moveTo>
                  <a:pt x="231332" y="27654"/>
                </a:moveTo>
                <a:lnTo>
                  <a:pt x="234635" y="24352"/>
                </a:lnTo>
                <a:lnTo>
                  <a:pt x="239338" y="24352"/>
                </a:lnTo>
                <a:lnTo>
                  <a:pt x="240873" y="25886"/>
                </a:lnTo>
                <a:lnTo>
                  <a:pt x="235269" y="25886"/>
                </a:lnTo>
                <a:lnTo>
                  <a:pt x="231332" y="29822"/>
                </a:lnTo>
                <a:lnTo>
                  <a:pt x="231332" y="27654"/>
                </a:lnTo>
                <a:close/>
                <a:moveTo>
                  <a:pt x="239105" y="18948"/>
                </a:moveTo>
                <a:lnTo>
                  <a:pt x="239105" y="23017"/>
                </a:lnTo>
                <a:lnTo>
                  <a:pt x="237437" y="21316"/>
                </a:lnTo>
                <a:lnTo>
                  <a:pt x="237437" y="18081"/>
                </a:lnTo>
                <a:lnTo>
                  <a:pt x="239705" y="15779"/>
                </a:lnTo>
                <a:lnTo>
                  <a:pt x="242073" y="15779"/>
                </a:lnTo>
                <a:lnTo>
                  <a:pt x="239205" y="18648"/>
                </a:lnTo>
                <a:close/>
                <a:moveTo>
                  <a:pt x="239705" y="15012"/>
                </a:moveTo>
                <a:lnTo>
                  <a:pt x="237437" y="12710"/>
                </a:lnTo>
                <a:lnTo>
                  <a:pt x="237437" y="9441"/>
                </a:lnTo>
                <a:lnTo>
                  <a:pt x="239105" y="7773"/>
                </a:lnTo>
                <a:lnTo>
                  <a:pt x="239105" y="12010"/>
                </a:lnTo>
                <a:lnTo>
                  <a:pt x="242073" y="15012"/>
                </a:lnTo>
                <a:close/>
                <a:moveTo>
                  <a:pt x="236870" y="8907"/>
                </a:moveTo>
                <a:lnTo>
                  <a:pt x="233601" y="8907"/>
                </a:lnTo>
                <a:lnTo>
                  <a:pt x="231332" y="6606"/>
                </a:lnTo>
                <a:lnTo>
                  <a:pt x="231332" y="4237"/>
                </a:lnTo>
                <a:lnTo>
                  <a:pt x="234301" y="7206"/>
                </a:lnTo>
                <a:lnTo>
                  <a:pt x="238538" y="7206"/>
                </a:lnTo>
                <a:close/>
                <a:moveTo>
                  <a:pt x="230532" y="3103"/>
                </a:moveTo>
                <a:lnTo>
                  <a:pt x="227229" y="6439"/>
                </a:lnTo>
                <a:lnTo>
                  <a:pt x="222526" y="6439"/>
                </a:lnTo>
                <a:lnTo>
                  <a:pt x="220992" y="4904"/>
                </a:lnTo>
                <a:lnTo>
                  <a:pt x="226596" y="4904"/>
                </a:lnTo>
                <a:lnTo>
                  <a:pt x="230532" y="935"/>
                </a:lnTo>
                <a:close/>
                <a:moveTo>
                  <a:pt x="219657" y="10709"/>
                </a:moveTo>
                <a:lnTo>
                  <a:pt x="215921" y="14445"/>
                </a:lnTo>
                <a:lnTo>
                  <a:pt x="215921" y="6672"/>
                </a:lnTo>
                <a:lnTo>
                  <a:pt x="217623" y="5004"/>
                </a:lnTo>
                <a:lnTo>
                  <a:pt x="219657" y="5004"/>
                </a:lnTo>
                <a:lnTo>
                  <a:pt x="219657" y="10709"/>
                </a:lnTo>
                <a:close/>
                <a:moveTo>
                  <a:pt x="215121" y="14445"/>
                </a:moveTo>
                <a:lnTo>
                  <a:pt x="211418" y="10709"/>
                </a:lnTo>
                <a:lnTo>
                  <a:pt x="211418" y="5004"/>
                </a:lnTo>
                <a:lnTo>
                  <a:pt x="213453" y="5004"/>
                </a:lnTo>
                <a:lnTo>
                  <a:pt x="215121" y="6672"/>
                </a:lnTo>
                <a:lnTo>
                  <a:pt x="215121" y="14445"/>
                </a:lnTo>
                <a:close/>
                <a:moveTo>
                  <a:pt x="208549" y="6439"/>
                </a:moveTo>
                <a:lnTo>
                  <a:pt x="203846" y="6439"/>
                </a:lnTo>
                <a:lnTo>
                  <a:pt x="200544" y="3103"/>
                </a:lnTo>
                <a:lnTo>
                  <a:pt x="200544" y="935"/>
                </a:lnTo>
                <a:lnTo>
                  <a:pt x="204480" y="4904"/>
                </a:lnTo>
                <a:lnTo>
                  <a:pt x="210084" y="4904"/>
                </a:lnTo>
                <a:close/>
                <a:moveTo>
                  <a:pt x="199743" y="3103"/>
                </a:moveTo>
                <a:lnTo>
                  <a:pt x="196441" y="6439"/>
                </a:lnTo>
                <a:lnTo>
                  <a:pt x="191737" y="6439"/>
                </a:lnTo>
                <a:lnTo>
                  <a:pt x="190203" y="4904"/>
                </a:lnTo>
                <a:lnTo>
                  <a:pt x="195807" y="4904"/>
                </a:lnTo>
                <a:lnTo>
                  <a:pt x="199743" y="935"/>
                </a:lnTo>
                <a:close/>
                <a:moveTo>
                  <a:pt x="188869" y="10709"/>
                </a:moveTo>
                <a:lnTo>
                  <a:pt x="185133" y="14445"/>
                </a:lnTo>
                <a:lnTo>
                  <a:pt x="185133" y="6672"/>
                </a:lnTo>
                <a:lnTo>
                  <a:pt x="186801" y="5004"/>
                </a:lnTo>
                <a:lnTo>
                  <a:pt x="188835" y="5004"/>
                </a:lnTo>
                <a:lnTo>
                  <a:pt x="188835" y="10709"/>
                </a:lnTo>
                <a:close/>
                <a:moveTo>
                  <a:pt x="184332" y="14445"/>
                </a:moveTo>
                <a:lnTo>
                  <a:pt x="180629" y="10709"/>
                </a:lnTo>
                <a:lnTo>
                  <a:pt x="180629" y="5004"/>
                </a:lnTo>
                <a:lnTo>
                  <a:pt x="182664" y="5004"/>
                </a:lnTo>
                <a:lnTo>
                  <a:pt x="184332" y="6672"/>
                </a:lnTo>
                <a:lnTo>
                  <a:pt x="184332" y="14445"/>
                </a:lnTo>
                <a:close/>
                <a:moveTo>
                  <a:pt x="177761" y="6439"/>
                </a:moveTo>
                <a:lnTo>
                  <a:pt x="173057" y="6439"/>
                </a:lnTo>
                <a:lnTo>
                  <a:pt x="169755" y="3103"/>
                </a:lnTo>
                <a:lnTo>
                  <a:pt x="169755" y="935"/>
                </a:lnTo>
                <a:lnTo>
                  <a:pt x="173691" y="4904"/>
                </a:lnTo>
                <a:lnTo>
                  <a:pt x="179262" y="4904"/>
                </a:lnTo>
                <a:close/>
                <a:moveTo>
                  <a:pt x="168954" y="3103"/>
                </a:moveTo>
                <a:lnTo>
                  <a:pt x="165619" y="6439"/>
                </a:lnTo>
                <a:lnTo>
                  <a:pt x="160949" y="6439"/>
                </a:lnTo>
                <a:lnTo>
                  <a:pt x="159414" y="4904"/>
                </a:lnTo>
                <a:lnTo>
                  <a:pt x="164985" y="4904"/>
                </a:lnTo>
                <a:lnTo>
                  <a:pt x="168954" y="935"/>
                </a:lnTo>
                <a:close/>
                <a:moveTo>
                  <a:pt x="158047" y="10709"/>
                </a:moveTo>
                <a:lnTo>
                  <a:pt x="154344" y="14445"/>
                </a:lnTo>
                <a:lnTo>
                  <a:pt x="154344" y="6672"/>
                </a:lnTo>
                <a:lnTo>
                  <a:pt x="156012" y="5004"/>
                </a:lnTo>
                <a:lnTo>
                  <a:pt x="158047" y="5004"/>
                </a:lnTo>
                <a:lnTo>
                  <a:pt x="158047" y="10709"/>
                </a:lnTo>
                <a:close/>
                <a:moveTo>
                  <a:pt x="153543" y="14445"/>
                </a:moveTo>
                <a:lnTo>
                  <a:pt x="149841" y="10709"/>
                </a:lnTo>
                <a:lnTo>
                  <a:pt x="149841" y="5004"/>
                </a:lnTo>
                <a:lnTo>
                  <a:pt x="151876" y="5004"/>
                </a:lnTo>
                <a:lnTo>
                  <a:pt x="153543" y="6672"/>
                </a:lnTo>
                <a:lnTo>
                  <a:pt x="153543" y="14445"/>
                </a:lnTo>
                <a:close/>
                <a:moveTo>
                  <a:pt x="146939" y="6439"/>
                </a:moveTo>
                <a:lnTo>
                  <a:pt x="142269" y="6439"/>
                </a:lnTo>
                <a:lnTo>
                  <a:pt x="138933" y="3103"/>
                </a:lnTo>
                <a:lnTo>
                  <a:pt x="138933" y="935"/>
                </a:lnTo>
                <a:lnTo>
                  <a:pt x="142903" y="4904"/>
                </a:lnTo>
                <a:lnTo>
                  <a:pt x="148473" y="4904"/>
                </a:lnTo>
                <a:close/>
                <a:moveTo>
                  <a:pt x="138166" y="3103"/>
                </a:moveTo>
                <a:lnTo>
                  <a:pt x="134830" y="6439"/>
                </a:lnTo>
                <a:lnTo>
                  <a:pt x="130160" y="6439"/>
                </a:lnTo>
                <a:lnTo>
                  <a:pt x="128626" y="4904"/>
                </a:lnTo>
                <a:lnTo>
                  <a:pt x="134196" y="4904"/>
                </a:lnTo>
                <a:lnTo>
                  <a:pt x="138166" y="935"/>
                </a:lnTo>
                <a:close/>
                <a:moveTo>
                  <a:pt x="127258" y="10709"/>
                </a:moveTo>
                <a:lnTo>
                  <a:pt x="123555" y="14445"/>
                </a:lnTo>
                <a:lnTo>
                  <a:pt x="123555" y="6672"/>
                </a:lnTo>
                <a:lnTo>
                  <a:pt x="125223" y="5004"/>
                </a:lnTo>
                <a:lnTo>
                  <a:pt x="127258" y="5004"/>
                </a:lnTo>
                <a:close/>
                <a:moveTo>
                  <a:pt x="122755" y="14445"/>
                </a:moveTo>
                <a:lnTo>
                  <a:pt x="119052" y="10709"/>
                </a:lnTo>
                <a:lnTo>
                  <a:pt x="119052" y="5004"/>
                </a:lnTo>
                <a:lnTo>
                  <a:pt x="121087" y="5004"/>
                </a:lnTo>
                <a:lnTo>
                  <a:pt x="122755" y="6672"/>
                </a:lnTo>
                <a:close/>
                <a:moveTo>
                  <a:pt x="116150" y="6439"/>
                </a:moveTo>
                <a:lnTo>
                  <a:pt x="111480" y="6439"/>
                </a:lnTo>
                <a:lnTo>
                  <a:pt x="108144" y="3103"/>
                </a:lnTo>
                <a:lnTo>
                  <a:pt x="108144" y="935"/>
                </a:lnTo>
                <a:lnTo>
                  <a:pt x="112114" y="4904"/>
                </a:lnTo>
                <a:lnTo>
                  <a:pt x="117685" y="4904"/>
                </a:lnTo>
                <a:close/>
                <a:moveTo>
                  <a:pt x="107377" y="3103"/>
                </a:moveTo>
                <a:lnTo>
                  <a:pt x="104041" y="6439"/>
                </a:lnTo>
                <a:lnTo>
                  <a:pt x="99371" y="6439"/>
                </a:lnTo>
                <a:lnTo>
                  <a:pt x="97837" y="4904"/>
                </a:lnTo>
                <a:lnTo>
                  <a:pt x="103408" y="4904"/>
                </a:lnTo>
                <a:lnTo>
                  <a:pt x="107377" y="935"/>
                </a:lnTo>
                <a:lnTo>
                  <a:pt x="107377" y="3103"/>
                </a:lnTo>
                <a:close/>
                <a:moveTo>
                  <a:pt x="96469" y="10709"/>
                </a:moveTo>
                <a:lnTo>
                  <a:pt x="92767" y="14445"/>
                </a:lnTo>
                <a:lnTo>
                  <a:pt x="92767" y="6672"/>
                </a:lnTo>
                <a:lnTo>
                  <a:pt x="94435" y="5004"/>
                </a:lnTo>
                <a:lnTo>
                  <a:pt x="96469" y="5004"/>
                </a:lnTo>
                <a:close/>
                <a:moveTo>
                  <a:pt x="91966" y="14445"/>
                </a:moveTo>
                <a:lnTo>
                  <a:pt x="88264" y="10709"/>
                </a:lnTo>
                <a:lnTo>
                  <a:pt x="88264" y="5004"/>
                </a:lnTo>
                <a:lnTo>
                  <a:pt x="90298" y="5004"/>
                </a:lnTo>
                <a:lnTo>
                  <a:pt x="91966" y="6672"/>
                </a:lnTo>
                <a:close/>
                <a:moveTo>
                  <a:pt x="85361" y="6439"/>
                </a:moveTo>
                <a:lnTo>
                  <a:pt x="80691" y="6439"/>
                </a:lnTo>
                <a:lnTo>
                  <a:pt x="77356" y="3103"/>
                </a:lnTo>
                <a:lnTo>
                  <a:pt x="77356" y="935"/>
                </a:lnTo>
                <a:lnTo>
                  <a:pt x="81325" y="4904"/>
                </a:lnTo>
                <a:lnTo>
                  <a:pt x="86896" y="4904"/>
                </a:lnTo>
                <a:close/>
                <a:moveTo>
                  <a:pt x="76589" y="3103"/>
                </a:moveTo>
                <a:lnTo>
                  <a:pt x="73253" y="6439"/>
                </a:lnTo>
                <a:lnTo>
                  <a:pt x="68583" y="6439"/>
                </a:lnTo>
                <a:lnTo>
                  <a:pt x="67048" y="4904"/>
                </a:lnTo>
                <a:lnTo>
                  <a:pt x="72619" y="4904"/>
                </a:lnTo>
                <a:lnTo>
                  <a:pt x="76589" y="935"/>
                </a:lnTo>
                <a:close/>
                <a:moveTo>
                  <a:pt x="65681" y="10709"/>
                </a:moveTo>
                <a:lnTo>
                  <a:pt x="61978" y="14445"/>
                </a:lnTo>
                <a:lnTo>
                  <a:pt x="61978" y="6672"/>
                </a:lnTo>
                <a:lnTo>
                  <a:pt x="63646" y="5004"/>
                </a:lnTo>
                <a:lnTo>
                  <a:pt x="65681" y="5004"/>
                </a:lnTo>
                <a:close/>
                <a:moveTo>
                  <a:pt x="61178" y="14445"/>
                </a:moveTo>
                <a:lnTo>
                  <a:pt x="57475" y="10709"/>
                </a:lnTo>
                <a:lnTo>
                  <a:pt x="57475" y="5004"/>
                </a:lnTo>
                <a:lnTo>
                  <a:pt x="59510" y="5004"/>
                </a:lnTo>
                <a:lnTo>
                  <a:pt x="61178" y="6672"/>
                </a:lnTo>
                <a:close/>
                <a:moveTo>
                  <a:pt x="54573" y="6439"/>
                </a:moveTo>
                <a:lnTo>
                  <a:pt x="49903" y="6439"/>
                </a:lnTo>
                <a:lnTo>
                  <a:pt x="46567" y="3103"/>
                </a:lnTo>
                <a:lnTo>
                  <a:pt x="46567" y="935"/>
                </a:lnTo>
                <a:lnTo>
                  <a:pt x="50537" y="4904"/>
                </a:lnTo>
                <a:lnTo>
                  <a:pt x="56107" y="4904"/>
                </a:lnTo>
                <a:close/>
                <a:moveTo>
                  <a:pt x="45767" y="3103"/>
                </a:moveTo>
                <a:lnTo>
                  <a:pt x="42464" y="6439"/>
                </a:lnTo>
                <a:lnTo>
                  <a:pt x="37761" y="6439"/>
                </a:lnTo>
                <a:lnTo>
                  <a:pt x="36226" y="4904"/>
                </a:lnTo>
                <a:lnTo>
                  <a:pt x="41830" y="4904"/>
                </a:lnTo>
                <a:lnTo>
                  <a:pt x="45767" y="935"/>
                </a:lnTo>
                <a:lnTo>
                  <a:pt x="45767" y="3103"/>
                </a:lnTo>
                <a:close/>
                <a:moveTo>
                  <a:pt x="34892" y="10709"/>
                </a:moveTo>
                <a:lnTo>
                  <a:pt x="31189" y="14445"/>
                </a:lnTo>
                <a:lnTo>
                  <a:pt x="31189" y="6672"/>
                </a:lnTo>
                <a:lnTo>
                  <a:pt x="32857" y="5004"/>
                </a:lnTo>
                <a:lnTo>
                  <a:pt x="34892" y="5004"/>
                </a:lnTo>
                <a:close/>
                <a:moveTo>
                  <a:pt x="30389" y="14445"/>
                </a:moveTo>
                <a:lnTo>
                  <a:pt x="26653" y="10709"/>
                </a:lnTo>
                <a:lnTo>
                  <a:pt x="26653" y="5004"/>
                </a:lnTo>
                <a:lnTo>
                  <a:pt x="28721" y="5004"/>
                </a:lnTo>
                <a:lnTo>
                  <a:pt x="30389" y="6672"/>
                </a:lnTo>
                <a:lnTo>
                  <a:pt x="30389" y="14445"/>
                </a:lnTo>
                <a:close/>
                <a:moveTo>
                  <a:pt x="23784" y="6439"/>
                </a:moveTo>
                <a:lnTo>
                  <a:pt x="19081" y="6439"/>
                </a:lnTo>
                <a:lnTo>
                  <a:pt x="15778" y="3103"/>
                </a:lnTo>
                <a:lnTo>
                  <a:pt x="15778" y="935"/>
                </a:lnTo>
                <a:lnTo>
                  <a:pt x="19715" y="4904"/>
                </a:lnTo>
                <a:lnTo>
                  <a:pt x="25319" y="4904"/>
                </a:lnTo>
                <a:close/>
                <a:moveTo>
                  <a:pt x="14978" y="3103"/>
                </a:moveTo>
                <a:lnTo>
                  <a:pt x="11675" y="6439"/>
                </a:lnTo>
                <a:lnTo>
                  <a:pt x="6972" y="6439"/>
                </a:lnTo>
                <a:lnTo>
                  <a:pt x="5438" y="4904"/>
                </a:lnTo>
                <a:lnTo>
                  <a:pt x="11042" y="4904"/>
                </a:lnTo>
                <a:lnTo>
                  <a:pt x="14978" y="935"/>
                </a:lnTo>
                <a:lnTo>
                  <a:pt x="14978" y="3103"/>
                </a:lnTo>
                <a:close/>
                <a:moveTo>
                  <a:pt x="4904" y="5471"/>
                </a:moveTo>
                <a:lnTo>
                  <a:pt x="6405" y="6973"/>
                </a:lnTo>
                <a:lnTo>
                  <a:pt x="6405" y="11676"/>
                </a:lnTo>
                <a:lnTo>
                  <a:pt x="3103" y="15012"/>
                </a:lnTo>
                <a:lnTo>
                  <a:pt x="934" y="15012"/>
                </a:lnTo>
                <a:lnTo>
                  <a:pt x="4904" y="11042"/>
                </a:lnTo>
                <a:close/>
                <a:moveTo>
                  <a:pt x="3103" y="15779"/>
                </a:moveTo>
                <a:lnTo>
                  <a:pt x="6438" y="19115"/>
                </a:lnTo>
                <a:lnTo>
                  <a:pt x="6438" y="23785"/>
                </a:lnTo>
                <a:lnTo>
                  <a:pt x="4904" y="25319"/>
                </a:lnTo>
                <a:lnTo>
                  <a:pt x="4904" y="19748"/>
                </a:lnTo>
                <a:lnTo>
                  <a:pt x="934" y="15779"/>
                </a:lnTo>
                <a:lnTo>
                  <a:pt x="3103" y="15779"/>
                </a:lnTo>
                <a:close/>
                <a:moveTo>
                  <a:pt x="5004" y="26687"/>
                </a:moveTo>
                <a:lnTo>
                  <a:pt x="10708" y="26687"/>
                </a:lnTo>
                <a:lnTo>
                  <a:pt x="14444" y="30389"/>
                </a:lnTo>
                <a:lnTo>
                  <a:pt x="6672" y="30389"/>
                </a:lnTo>
                <a:lnTo>
                  <a:pt x="5004" y="28721"/>
                </a:lnTo>
                <a:close/>
                <a:moveTo>
                  <a:pt x="14444" y="31190"/>
                </a:moveTo>
                <a:lnTo>
                  <a:pt x="10708" y="34893"/>
                </a:lnTo>
                <a:lnTo>
                  <a:pt x="5004" y="34893"/>
                </a:lnTo>
                <a:lnTo>
                  <a:pt x="5004" y="32858"/>
                </a:lnTo>
                <a:lnTo>
                  <a:pt x="6672" y="31190"/>
                </a:lnTo>
                <a:close/>
                <a:moveTo>
                  <a:pt x="4904" y="36260"/>
                </a:moveTo>
                <a:lnTo>
                  <a:pt x="6405" y="37795"/>
                </a:lnTo>
                <a:lnTo>
                  <a:pt x="6405" y="42465"/>
                </a:lnTo>
                <a:lnTo>
                  <a:pt x="3103" y="45800"/>
                </a:lnTo>
                <a:lnTo>
                  <a:pt x="934" y="45800"/>
                </a:lnTo>
                <a:lnTo>
                  <a:pt x="4904" y="41831"/>
                </a:lnTo>
                <a:close/>
                <a:moveTo>
                  <a:pt x="3103" y="46568"/>
                </a:moveTo>
                <a:lnTo>
                  <a:pt x="6438" y="49903"/>
                </a:lnTo>
                <a:lnTo>
                  <a:pt x="6438" y="54573"/>
                </a:lnTo>
                <a:lnTo>
                  <a:pt x="4904" y="56108"/>
                </a:lnTo>
                <a:lnTo>
                  <a:pt x="4904" y="50537"/>
                </a:lnTo>
                <a:lnTo>
                  <a:pt x="934" y="46568"/>
                </a:lnTo>
                <a:close/>
                <a:moveTo>
                  <a:pt x="5004" y="57475"/>
                </a:moveTo>
                <a:lnTo>
                  <a:pt x="10708" y="57475"/>
                </a:lnTo>
                <a:lnTo>
                  <a:pt x="14444" y="61178"/>
                </a:lnTo>
                <a:lnTo>
                  <a:pt x="6672" y="61178"/>
                </a:lnTo>
                <a:lnTo>
                  <a:pt x="5004" y="59510"/>
                </a:lnTo>
                <a:close/>
                <a:moveTo>
                  <a:pt x="14444" y="61979"/>
                </a:moveTo>
                <a:lnTo>
                  <a:pt x="10708" y="65681"/>
                </a:lnTo>
                <a:lnTo>
                  <a:pt x="5004" y="65681"/>
                </a:lnTo>
                <a:lnTo>
                  <a:pt x="5004" y="63646"/>
                </a:lnTo>
                <a:lnTo>
                  <a:pt x="6672" y="61979"/>
                </a:lnTo>
                <a:close/>
                <a:moveTo>
                  <a:pt x="4904" y="67049"/>
                </a:moveTo>
                <a:lnTo>
                  <a:pt x="6405" y="68583"/>
                </a:lnTo>
                <a:lnTo>
                  <a:pt x="6405" y="73253"/>
                </a:lnTo>
                <a:lnTo>
                  <a:pt x="3103" y="76589"/>
                </a:lnTo>
                <a:lnTo>
                  <a:pt x="934" y="76589"/>
                </a:lnTo>
                <a:lnTo>
                  <a:pt x="4904" y="72620"/>
                </a:lnTo>
                <a:close/>
                <a:moveTo>
                  <a:pt x="3103" y="77356"/>
                </a:moveTo>
                <a:lnTo>
                  <a:pt x="6438" y="80692"/>
                </a:lnTo>
                <a:lnTo>
                  <a:pt x="6438" y="85362"/>
                </a:lnTo>
                <a:lnTo>
                  <a:pt x="4904" y="86896"/>
                </a:lnTo>
                <a:lnTo>
                  <a:pt x="4904" y="81326"/>
                </a:lnTo>
                <a:lnTo>
                  <a:pt x="934" y="77356"/>
                </a:lnTo>
                <a:lnTo>
                  <a:pt x="3103" y="77356"/>
                </a:lnTo>
                <a:close/>
                <a:moveTo>
                  <a:pt x="5004" y="88264"/>
                </a:moveTo>
                <a:lnTo>
                  <a:pt x="10708" y="88264"/>
                </a:lnTo>
                <a:lnTo>
                  <a:pt x="14444" y="91967"/>
                </a:lnTo>
                <a:lnTo>
                  <a:pt x="6672" y="91967"/>
                </a:lnTo>
                <a:lnTo>
                  <a:pt x="5004" y="90299"/>
                </a:lnTo>
                <a:close/>
                <a:moveTo>
                  <a:pt x="14444" y="92767"/>
                </a:moveTo>
                <a:lnTo>
                  <a:pt x="10708" y="96470"/>
                </a:lnTo>
                <a:lnTo>
                  <a:pt x="5004" y="96470"/>
                </a:lnTo>
                <a:lnTo>
                  <a:pt x="5004" y="94435"/>
                </a:lnTo>
                <a:lnTo>
                  <a:pt x="6672" y="92767"/>
                </a:lnTo>
                <a:close/>
                <a:moveTo>
                  <a:pt x="4904" y="97838"/>
                </a:moveTo>
                <a:lnTo>
                  <a:pt x="6405" y="99372"/>
                </a:lnTo>
                <a:lnTo>
                  <a:pt x="6405" y="104042"/>
                </a:lnTo>
                <a:lnTo>
                  <a:pt x="3103" y="107378"/>
                </a:lnTo>
                <a:lnTo>
                  <a:pt x="934" y="107378"/>
                </a:lnTo>
                <a:lnTo>
                  <a:pt x="4904" y="103408"/>
                </a:lnTo>
                <a:close/>
                <a:moveTo>
                  <a:pt x="3103" y="108178"/>
                </a:moveTo>
                <a:lnTo>
                  <a:pt x="6438" y="111481"/>
                </a:lnTo>
                <a:lnTo>
                  <a:pt x="6438" y="116151"/>
                </a:lnTo>
                <a:lnTo>
                  <a:pt x="4904" y="117685"/>
                </a:lnTo>
                <a:lnTo>
                  <a:pt x="4904" y="112114"/>
                </a:lnTo>
                <a:lnTo>
                  <a:pt x="934" y="108178"/>
                </a:lnTo>
                <a:close/>
                <a:moveTo>
                  <a:pt x="6972" y="116718"/>
                </a:moveTo>
                <a:lnTo>
                  <a:pt x="11675" y="116718"/>
                </a:lnTo>
                <a:lnTo>
                  <a:pt x="14978" y="120054"/>
                </a:lnTo>
                <a:lnTo>
                  <a:pt x="14978" y="122222"/>
                </a:lnTo>
                <a:lnTo>
                  <a:pt x="11042" y="118252"/>
                </a:lnTo>
                <a:lnTo>
                  <a:pt x="5438" y="118252"/>
                </a:lnTo>
                <a:close/>
                <a:moveTo>
                  <a:pt x="15778" y="120054"/>
                </a:moveTo>
                <a:lnTo>
                  <a:pt x="19081" y="116718"/>
                </a:lnTo>
                <a:lnTo>
                  <a:pt x="23784" y="116718"/>
                </a:lnTo>
                <a:lnTo>
                  <a:pt x="25319" y="118252"/>
                </a:lnTo>
                <a:lnTo>
                  <a:pt x="19748" y="118252"/>
                </a:lnTo>
                <a:lnTo>
                  <a:pt x="15778" y="122222"/>
                </a:lnTo>
                <a:lnTo>
                  <a:pt x="15778" y="120054"/>
                </a:lnTo>
                <a:close/>
                <a:moveTo>
                  <a:pt x="26653" y="112448"/>
                </a:moveTo>
                <a:lnTo>
                  <a:pt x="30389" y="108712"/>
                </a:lnTo>
                <a:lnTo>
                  <a:pt x="30389" y="116484"/>
                </a:lnTo>
                <a:lnTo>
                  <a:pt x="28688" y="118152"/>
                </a:lnTo>
                <a:lnTo>
                  <a:pt x="26653" y="118152"/>
                </a:lnTo>
                <a:lnTo>
                  <a:pt x="26653" y="112448"/>
                </a:lnTo>
                <a:close/>
                <a:moveTo>
                  <a:pt x="31189" y="108712"/>
                </a:moveTo>
                <a:lnTo>
                  <a:pt x="34892" y="112448"/>
                </a:lnTo>
                <a:lnTo>
                  <a:pt x="34892" y="118152"/>
                </a:lnTo>
                <a:lnTo>
                  <a:pt x="32857" y="118152"/>
                </a:lnTo>
                <a:lnTo>
                  <a:pt x="31189" y="116484"/>
                </a:lnTo>
                <a:close/>
                <a:moveTo>
                  <a:pt x="37761" y="116718"/>
                </a:moveTo>
                <a:lnTo>
                  <a:pt x="42464" y="116718"/>
                </a:lnTo>
                <a:lnTo>
                  <a:pt x="45767" y="120054"/>
                </a:lnTo>
                <a:lnTo>
                  <a:pt x="45767" y="122222"/>
                </a:lnTo>
                <a:lnTo>
                  <a:pt x="41830" y="118252"/>
                </a:lnTo>
                <a:lnTo>
                  <a:pt x="36226" y="118252"/>
                </a:lnTo>
                <a:close/>
                <a:moveTo>
                  <a:pt x="46567" y="120054"/>
                </a:moveTo>
                <a:lnTo>
                  <a:pt x="49903" y="116718"/>
                </a:lnTo>
                <a:lnTo>
                  <a:pt x="54573" y="116718"/>
                </a:lnTo>
                <a:lnTo>
                  <a:pt x="56107" y="118252"/>
                </a:lnTo>
                <a:lnTo>
                  <a:pt x="50537" y="118252"/>
                </a:lnTo>
                <a:lnTo>
                  <a:pt x="46567" y="122222"/>
                </a:lnTo>
                <a:close/>
                <a:moveTo>
                  <a:pt x="57475" y="112448"/>
                </a:moveTo>
                <a:lnTo>
                  <a:pt x="61178" y="108712"/>
                </a:lnTo>
                <a:lnTo>
                  <a:pt x="61178" y="116484"/>
                </a:lnTo>
                <a:lnTo>
                  <a:pt x="59510" y="118152"/>
                </a:lnTo>
                <a:lnTo>
                  <a:pt x="57475" y="118152"/>
                </a:lnTo>
                <a:close/>
                <a:moveTo>
                  <a:pt x="61978" y="108712"/>
                </a:moveTo>
                <a:lnTo>
                  <a:pt x="65681" y="112448"/>
                </a:lnTo>
                <a:lnTo>
                  <a:pt x="65681" y="118152"/>
                </a:lnTo>
                <a:lnTo>
                  <a:pt x="63646" y="118152"/>
                </a:lnTo>
                <a:lnTo>
                  <a:pt x="61978" y="116484"/>
                </a:lnTo>
                <a:close/>
                <a:moveTo>
                  <a:pt x="68583" y="116718"/>
                </a:moveTo>
                <a:lnTo>
                  <a:pt x="73253" y="116718"/>
                </a:lnTo>
                <a:lnTo>
                  <a:pt x="76555" y="120054"/>
                </a:lnTo>
                <a:lnTo>
                  <a:pt x="76555" y="122222"/>
                </a:lnTo>
                <a:lnTo>
                  <a:pt x="72619" y="118252"/>
                </a:lnTo>
                <a:lnTo>
                  <a:pt x="67048" y="118252"/>
                </a:lnTo>
                <a:close/>
                <a:moveTo>
                  <a:pt x="77356" y="120054"/>
                </a:moveTo>
                <a:lnTo>
                  <a:pt x="80691" y="116718"/>
                </a:lnTo>
                <a:lnTo>
                  <a:pt x="85361" y="116718"/>
                </a:lnTo>
                <a:lnTo>
                  <a:pt x="86896" y="118252"/>
                </a:lnTo>
                <a:lnTo>
                  <a:pt x="81325" y="118252"/>
                </a:lnTo>
                <a:lnTo>
                  <a:pt x="77356" y="122222"/>
                </a:lnTo>
                <a:lnTo>
                  <a:pt x="77356" y="120054"/>
                </a:lnTo>
                <a:close/>
                <a:moveTo>
                  <a:pt x="88264" y="112448"/>
                </a:moveTo>
                <a:lnTo>
                  <a:pt x="91966" y="108712"/>
                </a:lnTo>
                <a:lnTo>
                  <a:pt x="91966" y="116484"/>
                </a:lnTo>
                <a:lnTo>
                  <a:pt x="90298" y="118152"/>
                </a:lnTo>
                <a:lnTo>
                  <a:pt x="88264" y="118152"/>
                </a:lnTo>
                <a:close/>
                <a:moveTo>
                  <a:pt x="92767" y="108712"/>
                </a:moveTo>
                <a:lnTo>
                  <a:pt x="96469" y="112448"/>
                </a:lnTo>
                <a:lnTo>
                  <a:pt x="96469" y="118152"/>
                </a:lnTo>
                <a:lnTo>
                  <a:pt x="94435" y="118152"/>
                </a:lnTo>
                <a:lnTo>
                  <a:pt x="92767" y="116484"/>
                </a:lnTo>
                <a:close/>
                <a:moveTo>
                  <a:pt x="99371" y="116718"/>
                </a:moveTo>
                <a:lnTo>
                  <a:pt x="104041" y="116718"/>
                </a:lnTo>
                <a:lnTo>
                  <a:pt x="107377" y="120054"/>
                </a:lnTo>
                <a:lnTo>
                  <a:pt x="107377" y="122222"/>
                </a:lnTo>
                <a:lnTo>
                  <a:pt x="103408" y="118252"/>
                </a:lnTo>
                <a:lnTo>
                  <a:pt x="97837" y="118252"/>
                </a:lnTo>
                <a:close/>
                <a:moveTo>
                  <a:pt x="108144" y="120054"/>
                </a:moveTo>
                <a:lnTo>
                  <a:pt x="111480" y="116718"/>
                </a:lnTo>
                <a:lnTo>
                  <a:pt x="116150" y="116718"/>
                </a:lnTo>
                <a:lnTo>
                  <a:pt x="117685" y="118252"/>
                </a:lnTo>
                <a:lnTo>
                  <a:pt x="112114" y="118252"/>
                </a:lnTo>
                <a:lnTo>
                  <a:pt x="108144" y="122222"/>
                </a:lnTo>
                <a:lnTo>
                  <a:pt x="108144" y="120054"/>
                </a:lnTo>
                <a:close/>
                <a:moveTo>
                  <a:pt x="119052" y="112448"/>
                </a:moveTo>
                <a:lnTo>
                  <a:pt x="122755" y="108712"/>
                </a:lnTo>
                <a:lnTo>
                  <a:pt x="122755" y="116484"/>
                </a:lnTo>
                <a:lnTo>
                  <a:pt x="121087" y="118152"/>
                </a:lnTo>
                <a:lnTo>
                  <a:pt x="119052" y="118152"/>
                </a:lnTo>
                <a:close/>
                <a:moveTo>
                  <a:pt x="123555" y="108712"/>
                </a:moveTo>
                <a:lnTo>
                  <a:pt x="127258" y="112448"/>
                </a:lnTo>
                <a:lnTo>
                  <a:pt x="127258" y="118152"/>
                </a:lnTo>
                <a:lnTo>
                  <a:pt x="125223" y="118152"/>
                </a:lnTo>
                <a:lnTo>
                  <a:pt x="123555" y="116484"/>
                </a:lnTo>
                <a:lnTo>
                  <a:pt x="123555" y="108712"/>
                </a:lnTo>
                <a:close/>
                <a:moveTo>
                  <a:pt x="130160" y="116718"/>
                </a:moveTo>
                <a:lnTo>
                  <a:pt x="134830" y="116718"/>
                </a:lnTo>
                <a:lnTo>
                  <a:pt x="138166" y="120054"/>
                </a:lnTo>
                <a:lnTo>
                  <a:pt x="138166" y="122222"/>
                </a:lnTo>
                <a:lnTo>
                  <a:pt x="134196" y="118252"/>
                </a:lnTo>
                <a:lnTo>
                  <a:pt x="128626" y="118252"/>
                </a:lnTo>
                <a:close/>
                <a:moveTo>
                  <a:pt x="138933" y="120054"/>
                </a:moveTo>
                <a:lnTo>
                  <a:pt x="142269" y="116718"/>
                </a:lnTo>
                <a:lnTo>
                  <a:pt x="146939" y="116718"/>
                </a:lnTo>
                <a:lnTo>
                  <a:pt x="148473" y="118252"/>
                </a:lnTo>
                <a:lnTo>
                  <a:pt x="142903" y="118252"/>
                </a:lnTo>
                <a:lnTo>
                  <a:pt x="138933" y="122222"/>
                </a:lnTo>
                <a:close/>
                <a:moveTo>
                  <a:pt x="149841" y="112448"/>
                </a:moveTo>
                <a:lnTo>
                  <a:pt x="153543" y="108712"/>
                </a:lnTo>
                <a:lnTo>
                  <a:pt x="153543" y="116484"/>
                </a:lnTo>
                <a:lnTo>
                  <a:pt x="151876" y="118152"/>
                </a:lnTo>
                <a:lnTo>
                  <a:pt x="149841" y="118152"/>
                </a:lnTo>
                <a:lnTo>
                  <a:pt x="149841" y="112448"/>
                </a:lnTo>
                <a:close/>
                <a:moveTo>
                  <a:pt x="154344" y="108712"/>
                </a:moveTo>
                <a:lnTo>
                  <a:pt x="158047" y="112448"/>
                </a:lnTo>
                <a:lnTo>
                  <a:pt x="158047" y="118152"/>
                </a:lnTo>
                <a:lnTo>
                  <a:pt x="156012" y="118152"/>
                </a:lnTo>
                <a:lnTo>
                  <a:pt x="154344" y="116484"/>
                </a:lnTo>
                <a:lnTo>
                  <a:pt x="154344" y="108712"/>
                </a:lnTo>
                <a:close/>
                <a:moveTo>
                  <a:pt x="160949" y="116718"/>
                </a:moveTo>
                <a:lnTo>
                  <a:pt x="165619" y="116718"/>
                </a:lnTo>
                <a:lnTo>
                  <a:pt x="168954" y="120054"/>
                </a:lnTo>
                <a:lnTo>
                  <a:pt x="168954" y="122222"/>
                </a:lnTo>
                <a:lnTo>
                  <a:pt x="164985" y="118252"/>
                </a:lnTo>
                <a:lnTo>
                  <a:pt x="159414" y="118252"/>
                </a:lnTo>
                <a:close/>
                <a:moveTo>
                  <a:pt x="169755" y="120054"/>
                </a:moveTo>
                <a:lnTo>
                  <a:pt x="173057" y="116718"/>
                </a:lnTo>
                <a:lnTo>
                  <a:pt x="177761" y="116718"/>
                </a:lnTo>
                <a:lnTo>
                  <a:pt x="179262" y="118252"/>
                </a:lnTo>
                <a:lnTo>
                  <a:pt x="173691" y="118252"/>
                </a:lnTo>
                <a:lnTo>
                  <a:pt x="169755" y="122222"/>
                </a:lnTo>
                <a:close/>
                <a:moveTo>
                  <a:pt x="180629" y="112448"/>
                </a:moveTo>
                <a:lnTo>
                  <a:pt x="184332" y="108712"/>
                </a:lnTo>
                <a:lnTo>
                  <a:pt x="184332" y="116484"/>
                </a:lnTo>
                <a:lnTo>
                  <a:pt x="182664" y="118152"/>
                </a:lnTo>
                <a:lnTo>
                  <a:pt x="180629" y="118152"/>
                </a:lnTo>
                <a:lnTo>
                  <a:pt x="180629" y="112448"/>
                </a:lnTo>
                <a:close/>
                <a:moveTo>
                  <a:pt x="185133" y="108712"/>
                </a:moveTo>
                <a:lnTo>
                  <a:pt x="188869" y="112448"/>
                </a:lnTo>
                <a:lnTo>
                  <a:pt x="188869" y="118152"/>
                </a:lnTo>
                <a:lnTo>
                  <a:pt x="186801" y="118152"/>
                </a:lnTo>
                <a:lnTo>
                  <a:pt x="185133" y="116484"/>
                </a:lnTo>
                <a:lnTo>
                  <a:pt x="185133" y="108712"/>
                </a:lnTo>
                <a:close/>
                <a:moveTo>
                  <a:pt x="191737" y="116718"/>
                </a:moveTo>
                <a:lnTo>
                  <a:pt x="196441" y="116718"/>
                </a:lnTo>
                <a:lnTo>
                  <a:pt x="199743" y="120054"/>
                </a:lnTo>
                <a:lnTo>
                  <a:pt x="199743" y="122222"/>
                </a:lnTo>
                <a:lnTo>
                  <a:pt x="195807" y="118252"/>
                </a:lnTo>
                <a:lnTo>
                  <a:pt x="190203" y="118252"/>
                </a:lnTo>
                <a:close/>
                <a:moveTo>
                  <a:pt x="200544" y="120054"/>
                </a:moveTo>
                <a:lnTo>
                  <a:pt x="203846" y="116718"/>
                </a:lnTo>
                <a:lnTo>
                  <a:pt x="208549" y="116718"/>
                </a:lnTo>
                <a:lnTo>
                  <a:pt x="210084" y="118252"/>
                </a:lnTo>
                <a:lnTo>
                  <a:pt x="204480" y="118252"/>
                </a:lnTo>
                <a:lnTo>
                  <a:pt x="200544" y="122222"/>
                </a:lnTo>
                <a:close/>
                <a:moveTo>
                  <a:pt x="211418" y="112448"/>
                </a:moveTo>
                <a:lnTo>
                  <a:pt x="215154" y="108712"/>
                </a:lnTo>
                <a:lnTo>
                  <a:pt x="215154" y="116484"/>
                </a:lnTo>
                <a:lnTo>
                  <a:pt x="213453" y="118152"/>
                </a:lnTo>
                <a:lnTo>
                  <a:pt x="211418" y="118152"/>
                </a:lnTo>
                <a:lnTo>
                  <a:pt x="211418" y="112448"/>
                </a:lnTo>
                <a:close/>
                <a:moveTo>
                  <a:pt x="215921" y="108712"/>
                </a:moveTo>
                <a:lnTo>
                  <a:pt x="219657" y="112448"/>
                </a:lnTo>
                <a:lnTo>
                  <a:pt x="219657" y="118152"/>
                </a:lnTo>
                <a:lnTo>
                  <a:pt x="217623" y="118152"/>
                </a:lnTo>
                <a:lnTo>
                  <a:pt x="215921" y="116484"/>
                </a:lnTo>
                <a:lnTo>
                  <a:pt x="215921" y="108712"/>
                </a:lnTo>
                <a:close/>
                <a:moveTo>
                  <a:pt x="222526" y="116718"/>
                </a:moveTo>
                <a:lnTo>
                  <a:pt x="227229" y="116718"/>
                </a:lnTo>
                <a:lnTo>
                  <a:pt x="230532" y="120054"/>
                </a:lnTo>
                <a:lnTo>
                  <a:pt x="230532" y="122222"/>
                </a:lnTo>
                <a:lnTo>
                  <a:pt x="226596" y="118252"/>
                </a:lnTo>
                <a:lnTo>
                  <a:pt x="220992" y="118252"/>
                </a:lnTo>
                <a:close/>
                <a:moveTo>
                  <a:pt x="231332" y="120054"/>
                </a:moveTo>
                <a:lnTo>
                  <a:pt x="234635" y="116718"/>
                </a:lnTo>
                <a:lnTo>
                  <a:pt x="239338" y="116718"/>
                </a:lnTo>
                <a:lnTo>
                  <a:pt x="240873" y="118252"/>
                </a:lnTo>
                <a:lnTo>
                  <a:pt x="235269" y="118252"/>
                </a:lnTo>
                <a:lnTo>
                  <a:pt x="231332" y="122222"/>
                </a:lnTo>
                <a:lnTo>
                  <a:pt x="231332" y="120054"/>
                </a:lnTo>
                <a:close/>
                <a:moveTo>
                  <a:pt x="241406" y="117685"/>
                </a:moveTo>
                <a:lnTo>
                  <a:pt x="239905" y="116184"/>
                </a:lnTo>
                <a:lnTo>
                  <a:pt x="239905" y="111481"/>
                </a:lnTo>
                <a:lnTo>
                  <a:pt x="243208" y="108178"/>
                </a:lnTo>
                <a:lnTo>
                  <a:pt x="245376" y="108178"/>
                </a:lnTo>
                <a:lnTo>
                  <a:pt x="241406" y="112114"/>
                </a:lnTo>
                <a:lnTo>
                  <a:pt x="241406" y="117685"/>
                </a:lnTo>
                <a:close/>
                <a:moveTo>
                  <a:pt x="243208" y="107378"/>
                </a:moveTo>
                <a:lnTo>
                  <a:pt x="239872" y="104042"/>
                </a:lnTo>
                <a:lnTo>
                  <a:pt x="239872" y="99372"/>
                </a:lnTo>
                <a:lnTo>
                  <a:pt x="241406" y="97838"/>
                </a:lnTo>
                <a:lnTo>
                  <a:pt x="241406" y="103408"/>
                </a:lnTo>
                <a:lnTo>
                  <a:pt x="245376" y="107378"/>
                </a:lnTo>
                <a:lnTo>
                  <a:pt x="243208" y="107378"/>
                </a:lnTo>
                <a:close/>
                <a:moveTo>
                  <a:pt x="241306" y="96470"/>
                </a:moveTo>
                <a:lnTo>
                  <a:pt x="235602" y="96470"/>
                </a:lnTo>
                <a:lnTo>
                  <a:pt x="231866" y="92767"/>
                </a:lnTo>
                <a:lnTo>
                  <a:pt x="239638" y="92767"/>
                </a:lnTo>
                <a:lnTo>
                  <a:pt x="241306" y="94435"/>
                </a:lnTo>
                <a:lnTo>
                  <a:pt x="241306" y="96470"/>
                </a:lnTo>
                <a:close/>
                <a:moveTo>
                  <a:pt x="231866" y="91967"/>
                </a:moveTo>
                <a:lnTo>
                  <a:pt x="235602" y="88264"/>
                </a:lnTo>
                <a:lnTo>
                  <a:pt x="241306" y="88264"/>
                </a:lnTo>
                <a:lnTo>
                  <a:pt x="241306" y="90299"/>
                </a:lnTo>
                <a:lnTo>
                  <a:pt x="239638" y="91967"/>
                </a:lnTo>
                <a:close/>
                <a:moveTo>
                  <a:pt x="241406" y="86896"/>
                </a:moveTo>
                <a:lnTo>
                  <a:pt x="239905" y="85362"/>
                </a:lnTo>
                <a:lnTo>
                  <a:pt x="239905" y="80692"/>
                </a:lnTo>
                <a:lnTo>
                  <a:pt x="243208" y="77356"/>
                </a:lnTo>
                <a:lnTo>
                  <a:pt x="245376" y="77356"/>
                </a:lnTo>
                <a:lnTo>
                  <a:pt x="241406" y="81326"/>
                </a:lnTo>
                <a:lnTo>
                  <a:pt x="241406" y="86896"/>
                </a:lnTo>
                <a:close/>
                <a:moveTo>
                  <a:pt x="243208" y="76589"/>
                </a:moveTo>
                <a:lnTo>
                  <a:pt x="239872" y="73253"/>
                </a:lnTo>
                <a:lnTo>
                  <a:pt x="239872" y="68583"/>
                </a:lnTo>
                <a:lnTo>
                  <a:pt x="241406" y="67049"/>
                </a:lnTo>
                <a:lnTo>
                  <a:pt x="241406" y="72620"/>
                </a:lnTo>
                <a:lnTo>
                  <a:pt x="245376" y="76589"/>
                </a:lnTo>
                <a:lnTo>
                  <a:pt x="243208" y="76589"/>
                </a:lnTo>
                <a:close/>
                <a:moveTo>
                  <a:pt x="241306" y="65681"/>
                </a:moveTo>
                <a:lnTo>
                  <a:pt x="235602" y="65681"/>
                </a:lnTo>
                <a:lnTo>
                  <a:pt x="231866" y="61979"/>
                </a:lnTo>
                <a:lnTo>
                  <a:pt x="239638" y="61979"/>
                </a:lnTo>
                <a:lnTo>
                  <a:pt x="241306" y="63646"/>
                </a:lnTo>
                <a:lnTo>
                  <a:pt x="241306" y="65681"/>
                </a:lnTo>
                <a:close/>
                <a:moveTo>
                  <a:pt x="231866" y="61178"/>
                </a:moveTo>
                <a:lnTo>
                  <a:pt x="235602" y="57475"/>
                </a:lnTo>
                <a:lnTo>
                  <a:pt x="241306" y="57475"/>
                </a:lnTo>
                <a:lnTo>
                  <a:pt x="241306" y="59510"/>
                </a:lnTo>
                <a:lnTo>
                  <a:pt x="239638" y="61178"/>
                </a:lnTo>
                <a:close/>
                <a:moveTo>
                  <a:pt x="241406" y="56108"/>
                </a:moveTo>
                <a:lnTo>
                  <a:pt x="239905" y="54573"/>
                </a:lnTo>
                <a:lnTo>
                  <a:pt x="239905" y="49903"/>
                </a:lnTo>
                <a:lnTo>
                  <a:pt x="243208" y="46568"/>
                </a:lnTo>
                <a:lnTo>
                  <a:pt x="245376" y="46568"/>
                </a:lnTo>
                <a:lnTo>
                  <a:pt x="241406" y="50537"/>
                </a:lnTo>
                <a:lnTo>
                  <a:pt x="241406" y="56108"/>
                </a:lnTo>
                <a:close/>
                <a:moveTo>
                  <a:pt x="243208" y="45800"/>
                </a:moveTo>
                <a:lnTo>
                  <a:pt x="239872" y="42465"/>
                </a:lnTo>
                <a:lnTo>
                  <a:pt x="239872" y="37795"/>
                </a:lnTo>
                <a:lnTo>
                  <a:pt x="241406" y="36260"/>
                </a:lnTo>
                <a:lnTo>
                  <a:pt x="241406" y="41831"/>
                </a:lnTo>
                <a:lnTo>
                  <a:pt x="245376" y="45800"/>
                </a:lnTo>
                <a:close/>
                <a:moveTo>
                  <a:pt x="241306" y="34893"/>
                </a:moveTo>
                <a:lnTo>
                  <a:pt x="235602" y="34893"/>
                </a:lnTo>
                <a:lnTo>
                  <a:pt x="231866" y="31190"/>
                </a:lnTo>
                <a:lnTo>
                  <a:pt x="239638" y="31190"/>
                </a:lnTo>
                <a:lnTo>
                  <a:pt x="241306" y="32858"/>
                </a:lnTo>
                <a:lnTo>
                  <a:pt x="241306" y="34893"/>
                </a:lnTo>
                <a:close/>
                <a:moveTo>
                  <a:pt x="231866" y="30389"/>
                </a:moveTo>
                <a:lnTo>
                  <a:pt x="235602" y="26653"/>
                </a:lnTo>
                <a:lnTo>
                  <a:pt x="241306" y="26653"/>
                </a:lnTo>
                <a:lnTo>
                  <a:pt x="241306" y="28721"/>
                </a:lnTo>
                <a:lnTo>
                  <a:pt x="239638" y="30389"/>
                </a:lnTo>
                <a:close/>
                <a:moveTo>
                  <a:pt x="241406" y="25319"/>
                </a:moveTo>
                <a:lnTo>
                  <a:pt x="239905" y="23785"/>
                </a:lnTo>
                <a:lnTo>
                  <a:pt x="239905" y="19115"/>
                </a:lnTo>
                <a:lnTo>
                  <a:pt x="243208" y="15779"/>
                </a:lnTo>
                <a:lnTo>
                  <a:pt x="245376" y="15779"/>
                </a:lnTo>
                <a:lnTo>
                  <a:pt x="241406" y="19748"/>
                </a:lnTo>
                <a:lnTo>
                  <a:pt x="241406" y="25319"/>
                </a:lnTo>
                <a:close/>
                <a:moveTo>
                  <a:pt x="243208" y="15012"/>
                </a:moveTo>
                <a:lnTo>
                  <a:pt x="239872" y="11676"/>
                </a:lnTo>
                <a:lnTo>
                  <a:pt x="239872" y="6973"/>
                </a:lnTo>
                <a:lnTo>
                  <a:pt x="241406" y="5471"/>
                </a:lnTo>
                <a:lnTo>
                  <a:pt x="241406" y="11042"/>
                </a:lnTo>
                <a:lnTo>
                  <a:pt x="245376" y="15012"/>
                </a:lnTo>
                <a:lnTo>
                  <a:pt x="243208" y="15012"/>
                </a:lnTo>
                <a:close/>
                <a:moveTo>
                  <a:pt x="239638" y="401"/>
                </a:moveTo>
                <a:lnTo>
                  <a:pt x="241306" y="2069"/>
                </a:lnTo>
                <a:lnTo>
                  <a:pt x="241306" y="4104"/>
                </a:lnTo>
                <a:lnTo>
                  <a:pt x="235602" y="4104"/>
                </a:lnTo>
                <a:lnTo>
                  <a:pt x="231866" y="401"/>
                </a:lnTo>
                <a:close/>
                <a:moveTo>
                  <a:pt x="229965" y="401"/>
                </a:moveTo>
                <a:lnTo>
                  <a:pt x="226262" y="4104"/>
                </a:lnTo>
                <a:lnTo>
                  <a:pt x="220558" y="4104"/>
                </a:lnTo>
                <a:lnTo>
                  <a:pt x="220558" y="2069"/>
                </a:lnTo>
                <a:lnTo>
                  <a:pt x="222226" y="401"/>
                </a:lnTo>
                <a:close/>
                <a:moveTo>
                  <a:pt x="219290" y="401"/>
                </a:moveTo>
                <a:lnTo>
                  <a:pt x="221092" y="401"/>
                </a:lnTo>
                <a:lnTo>
                  <a:pt x="219757" y="1735"/>
                </a:lnTo>
                <a:lnTo>
                  <a:pt x="219757" y="3804"/>
                </a:lnTo>
                <a:lnTo>
                  <a:pt x="218457" y="2503"/>
                </a:lnTo>
                <a:lnTo>
                  <a:pt x="218457" y="1202"/>
                </a:lnTo>
                <a:close/>
                <a:moveTo>
                  <a:pt x="216755" y="2936"/>
                </a:moveTo>
                <a:lnTo>
                  <a:pt x="218056" y="2936"/>
                </a:lnTo>
                <a:lnTo>
                  <a:pt x="219324" y="4204"/>
                </a:lnTo>
                <a:lnTo>
                  <a:pt x="217456" y="4204"/>
                </a:lnTo>
                <a:lnTo>
                  <a:pt x="217156" y="4337"/>
                </a:lnTo>
                <a:lnTo>
                  <a:pt x="215921" y="5572"/>
                </a:lnTo>
                <a:lnTo>
                  <a:pt x="215921" y="3770"/>
                </a:lnTo>
                <a:close/>
                <a:moveTo>
                  <a:pt x="214320" y="2936"/>
                </a:moveTo>
                <a:lnTo>
                  <a:pt x="215154" y="3737"/>
                </a:lnTo>
                <a:lnTo>
                  <a:pt x="215154" y="5572"/>
                </a:lnTo>
                <a:lnTo>
                  <a:pt x="213887" y="4337"/>
                </a:lnTo>
                <a:lnTo>
                  <a:pt x="213620" y="4204"/>
                </a:lnTo>
                <a:lnTo>
                  <a:pt x="211718" y="4204"/>
                </a:lnTo>
                <a:lnTo>
                  <a:pt x="213019" y="2936"/>
                </a:lnTo>
                <a:lnTo>
                  <a:pt x="214320" y="2936"/>
                </a:lnTo>
                <a:close/>
                <a:moveTo>
                  <a:pt x="211785" y="401"/>
                </a:moveTo>
                <a:lnTo>
                  <a:pt x="212586" y="1202"/>
                </a:lnTo>
                <a:lnTo>
                  <a:pt x="212586" y="2503"/>
                </a:lnTo>
                <a:lnTo>
                  <a:pt x="211318" y="3804"/>
                </a:lnTo>
                <a:lnTo>
                  <a:pt x="211318" y="1735"/>
                </a:lnTo>
                <a:lnTo>
                  <a:pt x="209950" y="401"/>
                </a:lnTo>
                <a:lnTo>
                  <a:pt x="211785" y="401"/>
                </a:lnTo>
                <a:close/>
                <a:moveTo>
                  <a:pt x="208850" y="401"/>
                </a:moveTo>
                <a:lnTo>
                  <a:pt x="210518" y="2069"/>
                </a:lnTo>
                <a:lnTo>
                  <a:pt x="210518" y="4104"/>
                </a:lnTo>
                <a:lnTo>
                  <a:pt x="204813" y="4104"/>
                </a:lnTo>
                <a:lnTo>
                  <a:pt x="201077" y="401"/>
                </a:lnTo>
                <a:close/>
                <a:moveTo>
                  <a:pt x="199176" y="401"/>
                </a:moveTo>
                <a:lnTo>
                  <a:pt x="195473" y="4104"/>
                </a:lnTo>
                <a:lnTo>
                  <a:pt x="189736" y="4104"/>
                </a:lnTo>
                <a:lnTo>
                  <a:pt x="189736" y="2069"/>
                </a:lnTo>
                <a:lnTo>
                  <a:pt x="191437" y="401"/>
                </a:lnTo>
                <a:close/>
                <a:moveTo>
                  <a:pt x="188502" y="401"/>
                </a:moveTo>
                <a:lnTo>
                  <a:pt x="190303" y="401"/>
                </a:lnTo>
                <a:lnTo>
                  <a:pt x="188969" y="1735"/>
                </a:lnTo>
                <a:lnTo>
                  <a:pt x="188969" y="3804"/>
                </a:lnTo>
                <a:lnTo>
                  <a:pt x="187668" y="2503"/>
                </a:lnTo>
                <a:lnTo>
                  <a:pt x="187668" y="1202"/>
                </a:lnTo>
                <a:close/>
                <a:moveTo>
                  <a:pt x="185967" y="2936"/>
                </a:moveTo>
                <a:lnTo>
                  <a:pt x="187268" y="2936"/>
                </a:lnTo>
                <a:lnTo>
                  <a:pt x="188535" y="4204"/>
                </a:lnTo>
                <a:lnTo>
                  <a:pt x="186667" y="4204"/>
                </a:lnTo>
                <a:lnTo>
                  <a:pt x="186367" y="4337"/>
                </a:lnTo>
                <a:lnTo>
                  <a:pt x="185133" y="5572"/>
                </a:lnTo>
                <a:lnTo>
                  <a:pt x="185133" y="3770"/>
                </a:lnTo>
                <a:close/>
                <a:moveTo>
                  <a:pt x="183532" y="2936"/>
                </a:moveTo>
                <a:lnTo>
                  <a:pt x="184332" y="3737"/>
                </a:lnTo>
                <a:lnTo>
                  <a:pt x="184332" y="5572"/>
                </a:lnTo>
                <a:lnTo>
                  <a:pt x="183098" y="4337"/>
                </a:lnTo>
                <a:lnTo>
                  <a:pt x="182831" y="4204"/>
                </a:lnTo>
                <a:lnTo>
                  <a:pt x="180930" y="4204"/>
                </a:lnTo>
                <a:lnTo>
                  <a:pt x="182231" y="2936"/>
                </a:lnTo>
                <a:lnTo>
                  <a:pt x="183532" y="2936"/>
                </a:lnTo>
                <a:close/>
                <a:moveTo>
                  <a:pt x="180996" y="401"/>
                </a:moveTo>
                <a:lnTo>
                  <a:pt x="181797" y="1202"/>
                </a:lnTo>
                <a:lnTo>
                  <a:pt x="181797" y="2503"/>
                </a:lnTo>
                <a:lnTo>
                  <a:pt x="180529" y="3804"/>
                </a:lnTo>
                <a:lnTo>
                  <a:pt x="180529" y="1735"/>
                </a:lnTo>
                <a:lnTo>
                  <a:pt x="179162" y="401"/>
                </a:lnTo>
                <a:lnTo>
                  <a:pt x="180996" y="401"/>
                </a:lnTo>
                <a:close/>
                <a:moveTo>
                  <a:pt x="178061" y="401"/>
                </a:moveTo>
                <a:lnTo>
                  <a:pt x="179729" y="2069"/>
                </a:lnTo>
                <a:lnTo>
                  <a:pt x="179729" y="4104"/>
                </a:lnTo>
                <a:lnTo>
                  <a:pt x="174025" y="4104"/>
                </a:lnTo>
                <a:lnTo>
                  <a:pt x="170289" y="401"/>
                </a:lnTo>
                <a:close/>
                <a:moveTo>
                  <a:pt x="168387" y="401"/>
                </a:moveTo>
                <a:lnTo>
                  <a:pt x="164685" y="4104"/>
                </a:lnTo>
                <a:lnTo>
                  <a:pt x="158947" y="4104"/>
                </a:lnTo>
                <a:lnTo>
                  <a:pt x="158947" y="2069"/>
                </a:lnTo>
                <a:lnTo>
                  <a:pt x="160649" y="401"/>
                </a:lnTo>
                <a:close/>
                <a:moveTo>
                  <a:pt x="157713" y="401"/>
                </a:moveTo>
                <a:lnTo>
                  <a:pt x="159514" y="401"/>
                </a:lnTo>
                <a:lnTo>
                  <a:pt x="158180" y="1735"/>
                </a:lnTo>
                <a:lnTo>
                  <a:pt x="158180" y="3804"/>
                </a:lnTo>
                <a:lnTo>
                  <a:pt x="156879" y="2503"/>
                </a:lnTo>
                <a:lnTo>
                  <a:pt x="156879" y="1202"/>
                </a:lnTo>
                <a:close/>
                <a:moveTo>
                  <a:pt x="155178" y="2936"/>
                </a:moveTo>
                <a:lnTo>
                  <a:pt x="156479" y="2936"/>
                </a:lnTo>
                <a:lnTo>
                  <a:pt x="157746" y="4204"/>
                </a:lnTo>
                <a:lnTo>
                  <a:pt x="155845" y="4204"/>
                </a:lnTo>
                <a:lnTo>
                  <a:pt x="155578" y="4337"/>
                </a:lnTo>
                <a:lnTo>
                  <a:pt x="154344" y="5572"/>
                </a:lnTo>
                <a:lnTo>
                  <a:pt x="154344" y="3770"/>
                </a:lnTo>
                <a:close/>
                <a:moveTo>
                  <a:pt x="152743" y="2936"/>
                </a:moveTo>
                <a:lnTo>
                  <a:pt x="153543" y="3737"/>
                </a:lnTo>
                <a:lnTo>
                  <a:pt x="153543" y="5572"/>
                </a:lnTo>
                <a:lnTo>
                  <a:pt x="152309" y="4337"/>
                </a:lnTo>
                <a:lnTo>
                  <a:pt x="152042" y="4204"/>
                </a:lnTo>
                <a:lnTo>
                  <a:pt x="150141" y="4204"/>
                </a:lnTo>
                <a:lnTo>
                  <a:pt x="151442" y="2936"/>
                </a:lnTo>
                <a:lnTo>
                  <a:pt x="152743" y="2936"/>
                </a:lnTo>
                <a:close/>
                <a:moveTo>
                  <a:pt x="150174" y="401"/>
                </a:moveTo>
                <a:lnTo>
                  <a:pt x="151008" y="1202"/>
                </a:lnTo>
                <a:lnTo>
                  <a:pt x="151008" y="2503"/>
                </a:lnTo>
                <a:lnTo>
                  <a:pt x="149741" y="3804"/>
                </a:lnTo>
                <a:lnTo>
                  <a:pt x="149741" y="1735"/>
                </a:lnTo>
                <a:lnTo>
                  <a:pt x="148373" y="401"/>
                </a:lnTo>
                <a:lnTo>
                  <a:pt x="150174" y="401"/>
                </a:lnTo>
                <a:close/>
                <a:moveTo>
                  <a:pt x="147272" y="401"/>
                </a:moveTo>
                <a:lnTo>
                  <a:pt x="148940" y="2069"/>
                </a:lnTo>
                <a:lnTo>
                  <a:pt x="148940" y="4104"/>
                </a:lnTo>
                <a:lnTo>
                  <a:pt x="143236" y="4104"/>
                </a:lnTo>
                <a:lnTo>
                  <a:pt x="139500" y="401"/>
                </a:lnTo>
                <a:close/>
                <a:moveTo>
                  <a:pt x="137599" y="401"/>
                </a:moveTo>
                <a:lnTo>
                  <a:pt x="133863" y="4104"/>
                </a:lnTo>
                <a:lnTo>
                  <a:pt x="128159" y="4104"/>
                </a:lnTo>
                <a:lnTo>
                  <a:pt x="128159" y="2069"/>
                </a:lnTo>
                <a:lnTo>
                  <a:pt x="129860" y="401"/>
                </a:lnTo>
                <a:close/>
                <a:moveTo>
                  <a:pt x="126924" y="401"/>
                </a:moveTo>
                <a:lnTo>
                  <a:pt x="128726" y="401"/>
                </a:lnTo>
                <a:lnTo>
                  <a:pt x="127391" y="1735"/>
                </a:lnTo>
                <a:lnTo>
                  <a:pt x="127391" y="3804"/>
                </a:lnTo>
                <a:lnTo>
                  <a:pt x="126091" y="2503"/>
                </a:lnTo>
                <a:lnTo>
                  <a:pt x="126091" y="1202"/>
                </a:lnTo>
                <a:close/>
                <a:moveTo>
                  <a:pt x="124389" y="2936"/>
                </a:moveTo>
                <a:lnTo>
                  <a:pt x="125657" y="2936"/>
                </a:lnTo>
                <a:lnTo>
                  <a:pt x="126958" y="4204"/>
                </a:lnTo>
                <a:lnTo>
                  <a:pt x="125056" y="4204"/>
                </a:lnTo>
                <a:lnTo>
                  <a:pt x="124790" y="4337"/>
                </a:lnTo>
                <a:lnTo>
                  <a:pt x="123555" y="5572"/>
                </a:lnTo>
                <a:lnTo>
                  <a:pt x="123555" y="3770"/>
                </a:lnTo>
                <a:close/>
                <a:moveTo>
                  <a:pt x="121954" y="2936"/>
                </a:moveTo>
                <a:lnTo>
                  <a:pt x="122755" y="3737"/>
                </a:lnTo>
                <a:lnTo>
                  <a:pt x="122755" y="5572"/>
                </a:lnTo>
                <a:lnTo>
                  <a:pt x="121521" y="4337"/>
                </a:lnTo>
                <a:lnTo>
                  <a:pt x="121254" y="4204"/>
                </a:lnTo>
                <a:lnTo>
                  <a:pt x="119352" y="4204"/>
                </a:lnTo>
                <a:lnTo>
                  <a:pt x="120653" y="2936"/>
                </a:lnTo>
                <a:lnTo>
                  <a:pt x="121954" y="2936"/>
                </a:lnTo>
                <a:close/>
                <a:moveTo>
                  <a:pt x="119386" y="401"/>
                </a:moveTo>
                <a:lnTo>
                  <a:pt x="120220" y="1202"/>
                </a:lnTo>
                <a:lnTo>
                  <a:pt x="120220" y="2503"/>
                </a:lnTo>
                <a:lnTo>
                  <a:pt x="118952" y="3804"/>
                </a:lnTo>
                <a:lnTo>
                  <a:pt x="118952" y="1735"/>
                </a:lnTo>
                <a:lnTo>
                  <a:pt x="117584" y="401"/>
                </a:lnTo>
                <a:lnTo>
                  <a:pt x="119386" y="401"/>
                </a:lnTo>
                <a:close/>
                <a:moveTo>
                  <a:pt x="116450" y="401"/>
                </a:moveTo>
                <a:lnTo>
                  <a:pt x="118152" y="2069"/>
                </a:lnTo>
                <a:lnTo>
                  <a:pt x="118152" y="4104"/>
                </a:lnTo>
                <a:lnTo>
                  <a:pt x="112447" y="4104"/>
                </a:lnTo>
                <a:lnTo>
                  <a:pt x="108711" y="401"/>
                </a:lnTo>
                <a:close/>
                <a:moveTo>
                  <a:pt x="106810" y="401"/>
                </a:moveTo>
                <a:lnTo>
                  <a:pt x="103074" y="4104"/>
                </a:lnTo>
                <a:lnTo>
                  <a:pt x="97370" y="4104"/>
                </a:lnTo>
                <a:lnTo>
                  <a:pt x="97370" y="2069"/>
                </a:lnTo>
                <a:lnTo>
                  <a:pt x="99071" y="401"/>
                </a:lnTo>
                <a:close/>
                <a:moveTo>
                  <a:pt x="96136" y="401"/>
                </a:moveTo>
                <a:lnTo>
                  <a:pt x="97937" y="401"/>
                </a:lnTo>
                <a:lnTo>
                  <a:pt x="96569" y="1735"/>
                </a:lnTo>
                <a:lnTo>
                  <a:pt x="96569" y="3804"/>
                </a:lnTo>
                <a:lnTo>
                  <a:pt x="95302" y="2503"/>
                </a:lnTo>
                <a:lnTo>
                  <a:pt x="95302" y="1202"/>
                </a:lnTo>
                <a:close/>
                <a:moveTo>
                  <a:pt x="93567" y="2936"/>
                </a:moveTo>
                <a:lnTo>
                  <a:pt x="94868" y="2936"/>
                </a:lnTo>
                <a:lnTo>
                  <a:pt x="96169" y="4204"/>
                </a:lnTo>
                <a:lnTo>
                  <a:pt x="94268" y="4204"/>
                </a:lnTo>
                <a:lnTo>
                  <a:pt x="94001" y="4337"/>
                </a:lnTo>
                <a:lnTo>
                  <a:pt x="92767" y="5572"/>
                </a:lnTo>
                <a:lnTo>
                  <a:pt x="92767" y="3770"/>
                </a:lnTo>
                <a:close/>
                <a:moveTo>
                  <a:pt x="91166" y="2936"/>
                </a:moveTo>
                <a:lnTo>
                  <a:pt x="91966" y="3737"/>
                </a:lnTo>
                <a:lnTo>
                  <a:pt x="91966" y="5572"/>
                </a:lnTo>
                <a:lnTo>
                  <a:pt x="90732" y="4337"/>
                </a:lnTo>
                <a:lnTo>
                  <a:pt x="90465" y="4204"/>
                </a:lnTo>
                <a:lnTo>
                  <a:pt x="88564" y="4204"/>
                </a:lnTo>
                <a:lnTo>
                  <a:pt x="89865" y="2936"/>
                </a:lnTo>
                <a:lnTo>
                  <a:pt x="91166" y="2936"/>
                </a:lnTo>
                <a:close/>
                <a:moveTo>
                  <a:pt x="88597" y="401"/>
                </a:moveTo>
                <a:lnTo>
                  <a:pt x="89431" y="1202"/>
                </a:lnTo>
                <a:lnTo>
                  <a:pt x="89431" y="2503"/>
                </a:lnTo>
                <a:lnTo>
                  <a:pt x="88130" y="3804"/>
                </a:lnTo>
                <a:lnTo>
                  <a:pt x="88130" y="1735"/>
                </a:lnTo>
                <a:lnTo>
                  <a:pt x="86796" y="401"/>
                </a:lnTo>
                <a:lnTo>
                  <a:pt x="88597" y="401"/>
                </a:lnTo>
                <a:close/>
                <a:moveTo>
                  <a:pt x="85662" y="401"/>
                </a:moveTo>
                <a:lnTo>
                  <a:pt x="87363" y="2069"/>
                </a:lnTo>
                <a:lnTo>
                  <a:pt x="87363" y="4104"/>
                </a:lnTo>
                <a:lnTo>
                  <a:pt x="81659" y="4104"/>
                </a:lnTo>
                <a:lnTo>
                  <a:pt x="77923" y="401"/>
                </a:lnTo>
                <a:close/>
                <a:moveTo>
                  <a:pt x="76021" y="401"/>
                </a:moveTo>
                <a:lnTo>
                  <a:pt x="72285" y="4104"/>
                </a:lnTo>
                <a:lnTo>
                  <a:pt x="66581" y="4104"/>
                </a:lnTo>
                <a:lnTo>
                  <a:pt x="66581" y="2069"/>
                </a:lnTo>
                <a:lnTo>
                  <a:pt x="68249" y="401"/>
                </a:lnTo>
                <a:close/>
                <a:moveTo>
                  <a:pt x="65347" y="401"/>
                </a:moveTo>
                <a:lnTo>
                  <a:pt x="67148" y="401"/>
                </a:lnTo>
                <a:lnTo>
                  <a:pt x="65781" y="1735"/>
                </a:lnTo>
                <a:lnTo>
                  <a:pt x="65781" y="3804"/>
                </a:lnTo>
                <a:lnTo>
                  <a:pt x="64513" y="2503"/>
                </a:lnTo>
                <a:lnTo>
                  <a:pt x="64513" y="1202"/>
                </a:lnTo>
                <a:close/>
                <a:moveTo>
                  <a:pt x="62779" y="2936"/>
                </a:moveTo>
                <a:lnTo>
                  <a:pt x="64080" y="2936"/>
                </a:lnTo>
                <a:lnTo>
                  <a:pt x="65381" y="4204"/>
                </a:lnTo>
                <a:lnTo>
                  <a:pt x="63479" y="4204"/>
                </a:lnTo>
                <a:lnTo>
                  <a:pt x="63212" y="4337"/>
                </a:lnTo>
                <a:lnTo>
                  <a:pt x="61978" y="5572"/>
                </a:lnTo>
                <a:lnTo>
                  <a:pt x="61978" y="3770"/>
                </a:lnTo>
                <a:close/>
                <a:moveTo>
                  <a:pt x="60344" y="2936"/>
                </a:moveTo>
                <a:lnTo>
                  <a:pt x="61178" y="3737"/>
                </a:lnTo>
                <a:lnTo>
                  <a:pt x="61178" y="5572"/>
                </a:lnTo>
                <a:lnTo>
                  <a:pt x="59943" y="4337"/>
                </a:lnTo>
                <a:lnTo>
                  <a:pt x="59676" y="4204"/>
                </a:lnTo>
                <a:lnTo>
                  <a:pt x="57775" y="4204"/>
                </a:lnTo>
                <a:lnTo>
                  <a:pt x="59043" y="2936"/>
                </a:lnTo>
                <a:lnTo>
                  <a:pt x="60344" y="2936"/>
                </a:lnTo>
                <a:close/>
                <a:moveTo>
                  <a:pt x="57808" y="401"/>
                </a:moveTo>
                <a:lnTo>
                  <a:pt x="58642" y="1202"/>
                </a:lnTo>
                <a:lnTo>
                  <a:pt x="58642" y="2503"/>
                </a:lnTo>
                <a:lnTo>
                  <a:pt x="57341" y="3804"/>
                </a:lnTo>
                <a:lnTo>
                  <a:pt x="57341" y="1735"/>
                </a:lnTo>
                <a:lnTo>
                  <a:pt x="56007" y="401"/>
                </a:lnTo>
                <a:lnTo>
                  <a:pt x="57808" y="401"/>
                </a:lnTo>
                <a:close/>
                <a:moveTo>
                  <a:pt x="54873" y="401"/>
                </a:moveTo>
                <a:lnTo>
                  <a:pt x="56574" y="2069"/>
                </a:lnTo>
                <a:lnTo>
                  <a:pt x="56574" y="4104"/>
                </a:lnTo>
                <a:lnTo>
                  <a:pt x="50837" y="4104"/>
                </a:lnTo>
                <a:lnTo>
                  <a:pt x="47134" y="401"/>
                </a:lnTo>
                <a:close/>
                <a:moveTo>
                  <a:pt x="45233" y="401"/>
                </a:moveTo>
                <a:lnTo>
                  <a:pt x="41497" y="4104"/>
                </a:lnTo>
                <a:lnTo>
                  <a:pt x="35793" y="4104"/>
                </a:lnTo>
                <a:lnTo>
                  <a:pt x="35793" y="2069"/>
                </a:lnTo>
                <a:lnTo>
                  <a:pt x="37461" y="401"/>
                </a:lnTo>
                <a:close/>
                <a:moveTo>
                  <a:pt x="34525" y="401"/>
                </a:moveTo>
                <a:lnTo>
                  <a:pt x="36360" y="401"/>
                </a:lnTo>
                <a:lnTo>
                  <a:pt x="34992" y="1735"/>
                </a:lnTo>
                <a:lnTo>
                  <a:pt x="34992" y="3804"/>
                </a:lnTo>
                <a:lnTo>
                  <a:pt x="33725" y="2503"/>
                </a:lnTo>
                <a:lnTo>
                  <a:pt x="33725" y="1202"/>
                </a:lnTo>
                <a:close/>
                <a:moveTo>
                  <a:pt x="31990" y="2936"/>
                </a:moveTo>
                <a:lnTo>
                  <a:pt x="33291" y="2936"/>
                </a:lnTo>
                <a:lnTo>
                  <a:pt x="34592" y="4204"/>
                </a:lnTo>
                <a:lnTo>
                  <a:pt x="32691" y="4204"/>
                </a:lnTo>
                <a:lnTo>
                  <a:pt x="32424" y="4337"/>
                </a:lnTo>
                <a:lnTo>
                  <a:pt x="31189" y="5572"/>
                </a:lnTo>
                <a:lnTo>
                  <a:pt x="31189" y="3770"/>
                </a:lnTo>
                <a:close/>
                <a:moveTo>
                  <a:pt x="29555" y="2936"/>
                </a:moveTo>
                <a:lnTo>
                  <a:pt x="30389" y="3737"/>
                </a:lnTo>
                <a:lnTo>
                  <a:pt x="30389" y="5572"/>
                </a:lnTo>
                <a:lnTo>
                  <a:pt x="29155" y="4337"/>
                </a:lnTo>
                <a:lnTo>
                  <a:pt x="28854" y="4204"/>
                </a:lnTo>
                <a:lnTo>
                  <a:pt x="26986" y="4204"/>
                </a:lnTo>
                <a:lnTo>
                  <a:pt x="28254" y="2936"/>
                </a:lnTo>
                <a:lnTo>
                  <a:pt x="29555" y="2936"/>
                </a:lnTo>
                <a:close/>
                <a:moveTo>
                  <a:pt x="27020" y="401"/>
                </a:moveTo>
                <a:lnTo>
                  <a:pt x="27854" y="1202"/>
                </a:lnTo>
                <a:lnTo>
                  <a:pt x="27854" y="2503"/>
                </a:lnTo>
                <a:lnTo>
                  <a:pt x="26553" y="3804"/>
                </a:lnTo>
                <a:lnTo>
                  <a:pt x="26553" y="1735"/>
                </a:lnTo>
                <a:lnTo>
                  <a:pt x="25219" y="401"/>
                </a:lnTo>
                <a:lnTo>
                  <a:pt x="27020" y="401"/>
                </a:lnTo>
                <a:close/>
                <a:moveTo>
                  <a:pt x="24084" y="401"/>
                </a:moveTo>
                <a:lnTo>
                  <a:pt x="25786" y="2069"/>
                </a:lnTo>
                <a:lnTo>
                  <a:pt x="25786" y="4104"/>
                </a:lnTo>
                <a:lnTo>
                  <a:pt x="20048" y="4104"/>
                </a:lnTo>
                <a:lnTo>
                  <a:pt x="16346" y="401"/>
                </a:lnTo>
                <a:close/>
                <a:moveTo>
                  <a:pt x="14444" y="401"/>
                </a:moveTo>
                <a:lnTo>
                  <a:pt x="10708" y="4104"/>
                </a:lnTo>
                <a:lnTo>
                  <a:pt x="5004" y="4104"/>
                </a:lnTo>
                <a:lnTo>
                  <a:pt x="5004" y="2069"/>
                </a:lnTo>
                <a:lnTo>
                  <a:pt x="6672" y="401"/>
                </a:lnTo>
                <a:close/>
                <a:moveTo>
                  <a:pt x="3736" y="401"/>
                </a:moveTo>
                <a:lnTo>
                  <a:pt x="5571" y="401"/>
                </a:lnTo>
                <a:lnTo>
                  <a:pt x="4203" y="1735"/>
                </a:lnTo>
                <a:lnTo>
                  <a:pt x="4203" y="3804"/>
                </a:lnTo>
                <a:lnTo>
                  <a:pt x="2936" y="2503"/>
                </a:lnTo>
                <a:lnTo>
                  <a:pt x="2936" y="1202"/>
                </a:lnTo>
                <a:close/>
                <a:moveTo>
                  <a:pt x="367" y="3737"/>
                </a:moveTo>
                <a:lnTo>
                  <a:pt x="1201" y="2936"/>
                </a:lnTo>
                <a:lnTo>
                  <a:pt x="2502" y="2936"/>
                </a:lnTo>
                <a:lnTo>
                  <a:pt x="3803" y="4204"/>
                </a:lnTo>
                <a:lnTo>
                  <a:pt x="1902" y="4204"/>
                </a:lnTo>
                <a:lnTo>
                  <a:pt x="1635" y="4337"/>
                </a:lnTo>
                <a:lnTo>
                  <a:pt x="367" y="5572"/>
                </a:lnTo>
                <a:lnTo>
                  <a:pt x="367" y="3737"/>
                </a:lnTo>
                <a:close/>
                <a:moveTo>
                  <a:pt x="367" y="6672"/>
                </a:moveTo>
                <a:lnTo>
                  <a:pt x="2069" y="5004"/>
                </a:lnTo>
                <a:lnTo>
                  <a:pt x="4103" y="5004"/>
                </a:lnTo>
                <a:lnTo>
                  <a:pt x="4103" y="10709"/>
                </a:lnTo>
                <a:lnTo>
                  <a:pt x="367" y="14445"/>
                </a:lnTo>
                <a:close/>
                <a:moveTo>
                  <a:pt x="367" y="16346"/>
                </a:moveTo>
                <a:lnTo>
                  <a:pt x="4103" y="20082"/>
                </a:lnTo>
                <a:lnTo>
                  <a:pt x="4103" y="25786"/>
                </a:lnTo>
                <a:lnTo>
                  <a:pt x="2069" y="25786"/>
                </a:lnTo>
                <a:lnTo>
                  <a:pt x="367" y="24085"/>
                </a:lnTo>
                <a:close/>
                <a:moveTo>
                  <a:pt x="1201" y="27854"/>
                </a:moveTo>
                <a:lnTo>
                  <a:pt x="367" y="27020"/>
                </a:lnTo>
                <a:lnTo>
                  <a:pt x="367" y="25219"/>
                </a:lnTo>
                <a:lnTo>
                  <a:pt x="1635" y="26453"/>
                </a:lnTo>
                <a:lnTo>
                  <a:pt x="1902" y="26587"/>
                </a:lnTo>
                <a:lnTo>
                  <a:pt x="3803" y="26587"/>
                </a:lnTo>
                <a:lnTo>
                  <a:pt x="2502" y="27854"/>
                </a:lnTo>
                <a:lnTo>
                  <a:pt x="1201" y="27854"/>
                </a:lnTo>
                <a:close/>
                <a:moveTo>
                  <a:pt x="2936" y="29555"/>
                </a:moveTo>
                <a:lnTo>
                  <a:pt x="2936" y="28254"/>
                </a:lnTo>
                <a:lnTo>
                  <a:pt x="4203" y="26987"/>
                </a:lnTo>
                <a:lnTo>
                  <a:pt x="4203" y="29022"/>
                </a:lnTo>
                <a:lnTo>
                  <a:pt x="5571" y="30389"/>
                </a:lnTo>
                <a:lnTo>
                  <a:pt x="3736" y="30389"/>
                </a:lnTo>
                <a:close/>
                <a:moveTo>
                  <a:pt x="3736" y="31190"/>
                </a:moveTo>
                <a:lnTo>
                  <a:pt x="5571" y="31190"/>
                </a:lnTo>
                <a:lnTo>
                  <a:pt x="4203" y="32524"/>
                </a:lnTo>
                <a:lnTo>
                  <a:pt x="4203" y="34592"/>
                </a:lnTo>
                <a:lnTo>
                  <a:pt x="2936" y="33291"/>
                </a:lnTo>
                <a:lnTo>
                  <a:pt x="2936" y="31990"/>
                </a:lnTo>
                <a:close/>
                <a:moveTo>
                  <a:pt x="367" y="34559"/>
                </a:moveTo>
                <a:lnTo>
                  <a:pt x="1201" y="33725"/>
                </a:lnTo>
                <a:lnTo>
                  <a:pt x="2502" y="33725"/>
                </a:lnTo>
                <a:lnTo>
                  <a:pt x="3803" y="34993"/>
                </a:lnTo>
                <a:lnTo>
                  <a:pt x="1902" y="34993"/>
                </a:lnTo>
                <a:lnTo>
                  <a:pt x="1635" y="35126"/>
                </a:lnTo>
                <a:lnTo>
                  <a:pt x="367" y="36360"/>
                </a:lnTo>
                <a:lnTo>
                  <a:pt x="367" y="34559"/>
                </a:lnTo>
                <a:close/>
                <a:moveTo>
                  <a:pt x="367" y="37494"/>
                </a:moveTo>
                <a:lnTo>
                  <a:pt x="2069" y="35793"/>
                </a:lnTo>
                <a:lnTo>
                  <a:pt x="4103" y="35793"/>
                </a:lnTo>
                <a:lnTo>
                  <a:pt x="4103" y="41497"/>
                </a:lnTo>
                <a:lnTo>
                  <a:pt x="367" y="45233"/>
                </a:lnTo>
                <a:close/>
                <a:moveTo>
                  <a:pt x="367" y="47135"/>
                </a:moveTo>
                <a:lnTo>
                  <a:pt x="4103" y="50871"/>
                </a:lnTo>
                <a:lnTo>
                  <a:pt x="4103" y="56575"/>
                </a:lnTo>
                <a:lnTo>
                  <a:pt x="2069" y="56575"/>
                </a:lnTo>
                <a:lnTo>
                  <a:pt x="367" y="54874"/>
                </a:lnTo>
                <a:close/>
                <a:moveTo>
                  <a:pt x="1201" y="58643"/>
                </a:moveTo>
                <a:lnTo>
                  <a:pt x="367" y="57809"/>
                </a:lnTo>
                <a:lnTo>
                  <a:pt x="367" y="56008"/>
                </a:lnTo>
                <a:lnTo>
                  <a:pt x="1635" y="57242"/>
                </a:lnTo>
                <a:lnTo>
                  <a:pt x="1902" y="57375"/>
                </a:lnTo>
                <a:lnTo>
                  <a:pt x="3803" y="57375"/>
                </a:lnTo>
                <a:lnTo>
                  <a:pt x="2502" y="58643"/>
                </a:lnTo>
                <a:lnTo>
                  <a:pt x="1201" y="58643"/>
                </a:lnTo>
                <a:close/>
                <a:moveTo>
                  <a:pt x="2936" y="60377"/>
                </a:moveTo>
                <a:lnTo>
                  <a:pt x="2936" y="59077"/>
                </a:lnTo>
                <a:lnTo>
                  <a:pt x="4203" y="57776"/>
                </a:lnTo>
                <a:lnTo>
                  <a:pt x="4203" y="59844"/>
                </a:lnTo>
                <a:lnTo>
                  <a:pt x="5571" y="61178"/>
                </a:lnTo>
                <a:lnTo>
                  <a:pt x="3736" y="61178"/>
                </a:lnTo>
                <a:close/>
                <a:moveTo>
                  <a:pt x="3736" y="61979"/>
                </a:moveTo>
                <a:lnTo>
                  <a:pt x="5571" y="61979"/>
                </a:lnTo>
                <a:lnTo>
                  <a:pt x="4203" y="63313"/>
                </a:lnTo>
                <a:lnTo>
                  <a:pt x="4203" y="65381"/>
                </a:lnTo>
                <a:lnTo>
                  <a:pt x="2903" y="64080"/>
                </a:lnTo>
                <a:lnTo>
                  <a:pt x="2903" y="62779"/>
                </a:lnTo>
                <a:close/>
                <a:moveTo>
                  <a:pt x="367" y="65348"/>
                </a:moveTo>
                <a:lnTo>
                  <a:pt x="1201" y="64514"/>
                </a:lnTo>
                <a:lnTo>
                  <a:pt x="2502" y="64514"/>
                </a:lnTo>
                <a:lnTo>
                  <a:pt x="3803" y="65815"/>
                </a:lnTo>
                <a:lnTo>
                  <a:pt x="1902" y="65815"/>
                </a:lnTo>
                <a:lnTo>
                  <a:pt x="1635" y="65915"/>
                </a:lnTo>
                <a:lnTo>
                  <a:pt x="367" y="67149"/>
                </a:lnTo>
                <a:lnTo>
                  <a:pt x="367" y="65348"/>
                </a:lnTo>
                <a:close/>
                <a:moveTo>
                  <a:pt x="367" y="68283"/>
                </a:moveTo>
                <a:lnTo>
                  <a:pt x="2069" y="66582"/>
                </a:lnTo>
                <a:lnTo>
                  <a:pt x="4103" y="66582"/>
                </a:lnTo>
                <a:lnTo>
                  <a:pt x="4103" y="72286"/>
                </a:lnTo>
                <a:lnTo>
                  <a:pt x="367" y="76022"/>
                </a:lnTo>
                <a:close/>
                <a:moveTo>
                  <a:pt x="367" y="77923"/>
                </a:moveTo>
                <a:lnTo>
                  <a:pt x="4103" y="81659"/>
                </a:lnTo>
                <a:lnTo>
                  <a:pt x="4103" y="87363"/>
                </a:lnTo>
                <a:lnTo>
                  <a:pt x="2069" y="87363"/>
                </a:lnTo>
                <a:lnTo>
                  <a:pt x="367" y="85662"/>
                </a:lnTo>
                <a:close/>
                <a:moveTo>
                  <a:pt x="1201" y="89432"/>
                </a:moveTo>
                <a:lnTo>
                  <a:pt x="367" y="88598"/>
                </a:lnTo>
                <a:lnTo>
                  <a:pt x="367" y="86796"/>
                </a:lnTo>
                <a:lnTo>
                  <a:pt x="1635" y="88031"/>
                </a:lnTo>
                <a:lnTo>
                  <a:pt x="1902" y="88164"/>
                </a:lnTo>
                <a:lnTo>
                  <a:pt x="3803" y="88164"/>
                </a:lnTo>
                <a:lnTo>
                  <a:pt x="2502" y="89432"/>
                </a:lnTo>
                <a:lnTo>
                  <a:pt x="1201" y="89432"/>
                </a:lnTo>
                <a:close/>
                <a:moveTo>
                  <a:pt x="2936" y="91166"/>
                </a:moveTo>
                <a:lnTo>
                  <a:pt x="2936" y="89865"/>
                </a:lnTo>
                <a:lnTo>
                  <a:pt x="4203" y="88564"/>
                </a:lnTo>
                <a:lnTo>
                  <a:pt x="4203" y="90632"/>
                </a:lnTo>
                <a:lnTo>
                  <a:pt x="5571" y="91967"/>
                </a:lnTo>
                <a:lnTo>
                  <a:pt x="3736" y="91967"/>
                </a:lnTo>
                <a:close/>
                <a:moveTo>
                  <a:pt x="3736" y="92767"/>
                </a:moveTo>
                <a:lnTo>
                  <a:pt x="5571" y="92767"/>
                </a:lnTo>
                <a:lnTo>
                  <a:pt x="4203" y="94102"/>
                </a:lnTo>
                <a:lnTo>
                  <a:pt x="4203" y="96170"/>
                </a:lnTo>
                <a:lnTo>
                  <a:pt x="2936" y="94869"/>
                </a:lnTo>
                <a:lnTo>
                  <a:pt x="2936" y="93568"/>
                </a:lnTo>
                <a:close/>
                <a:moveTo>
                  <a:pt x="367" y="96136"/>
                </a:moveTo>
                <a:lnTo>
                  <a:pt x="1201" y="95302"/>
                </a:lnTo>
                <a:lnTo>
                  <a:pt x="2502" y="95302"/>
                </a:lnTo>
                <a:lnTo>
                  <a:pt x="3803" y="96603"/>
                </a:lnTo>
                <a:lnTo>
                  <a:pt x="1902" y="96603"/>
                </a:lnTo>
                <a:lnTo>
                  <a:pt x="1635" y="96703"/>
                </a:lnTo>
                <a:lnTo>
                  <a:pt x="367" y="97938"/>
                </a:lnTo>
                <a:lnTo>
                  <a:pt x="367" y="96136"/>
                </a:lnTo>
                <a:close/>
                <a:moveTo>
                  <a:pt x="367" y="99072"/>
                </a:moveTo>
                <a:lnTo>
                  <a:pt x="2069" y="97371"/>
                </a:lnTo>
                <a:lnTo>
                  <a:pt x="4103" y="97371"/>
                </a:lnTo>
                <a:lnTo>
                  <a:pt x="4103" y="103108"/>
                </a:lnTo>
                <a:lnTo>
                  <a:pt x="367" y="106811"/>
                </a:lnTo>
                <a:close/>
                <a:moveTo>
                  <a:pt x="367" y="108712"/>
                </a:moveTo>
                <a:lnTo>
                  <a:pt x="4103" y="112448"/>
                </a:lnTo>
                <a:lnTo>
                  <a:pt x="4103" y="118152"/>
                </a:lnTo>
                <a:lnTo>
                  <a:pt x="2069" y="118152"/>
                </a:lnTo>
                <a:lnTo>
                  <a:pt x="367" y="116484"/>
                </a:lnTo>
                <a:close/>
                <a:moveTo>
                  <a:pt x="1201" y="120220"/>
                </a:moveTo>
                <a:lnTo>
                  <a:pt x="367" y="119386"/>
                </a:lnTo>
                <a:lnTo>
                  <a:pt x="367" y="117585"/>
                </a:lnTo>
                <a:lnTo>
                  <a:pt x="1635" y="118819"/>
                </a:lnTo>
                <a:lnTo>
                  <a:pt x="1902" y="118953"/>
                </a:lnTo>
                <a:lnTo>
                  <a:pt x="3803" y="118953"/>
                </a:lnTo>
                <a:lnTo>
                  <a:pt x="2502" y="120220"/>
                </a:lnTo>
                <a:lnTo>
                  <a:pt x="1201" y="120220"/>
                </a:lnTo>
                <a:close/>
                <a:moveTo>
                  <a:pt x="3736" y="122755"/>
                </a:moveTo>
                <a:lnTo>
                  <a:pt x="2936" y="121955"/>
                </a:lnTo>
                <a:lnTo>
                  <a:pt x="2936" y="120654"/>
                </a:lnTo>
                <a:lnTo>
                  <a:pt x="4203" y="119353"/>
                </a:lnTo>
                <a:lnTo>
                  <a:pt x="4203" y="121421"/>
                </a:lnTo>
                <a:lnTo>
                  <a:pt x="5571" y="122755"/>
                </a:lnTo>
                <a:lnTo>
                  <a:pt x="3736" y="122755"/>
                </a:lnTo>
                <a:close/>
                <a:moveTo>
                  <a:pt x="6672" y="122755"/>
                </a:moveTo>
                <a:lnTo>
                  <a:pt x="5004" y="121088"/>
                </a:lnTo>
                <a:lnTo>
                  <a:pt x="5004" y="119053"/>
                </a:lnTo>
                <a:lnTo>
                  <a:pt x="10708" y="119053"/>
                </a:lnTo>
                <a:lnTo>
                  <a:pt x="14444" y="122755"/>
                </a:lnTo>
                <a:lnTo>
                  <a:pt x="6672" y="122755"/>
                </a:lnTo>
                <a:close/>
                <a:moveTo>
                  <a:pt x="16346" y="122755"/>
                </a:moveTo>
                <a:lnTo>
                  <a:pt x="20048" y="119053"/>
                </a:lnTo>
                <a:lnTo>
                  <a:pt x="25752" y="119053"/>
                </a:lnTo>
                <a:lnTo>
                  <a:pt x="25752" y="121088"/>
                </a:lnTo>
                <a:lnTo>
                  <a:pt x="24084" y="122755"/>
                </a:lnTo>
                <a:lnTo>
                  <a:pt x="16346" y="122755"/>
                </a:lnTo>
                <a:close/>
                <a:moveTo>
                  <a:pt x="27020" y="122755"/>
                </a:moveTo>
                <a:lnTo>
                  <a:pt x="25219" y="122755"/>
                </a:lnTo>
                <a:lnTo>
                  <a:pt x="26553" y="121421"/>
                </a:lnTo>
                <a:lnTo>
                  <a:pt x="26553" y="119353"/>
                </a:lnTo>
                <a:lnTo>
                  <a:pt x="27854" y="120654"/>
                </a:lnTo>
                <a:lnTo>
                  <a:pt x="27854" y="121955"/>
                </a:lnTo>
                <a:close/>
                <a:moveTo>
                  <a:pt x="29555" y="120220"/>
                </a:moveTo>
                <a:lnTo>
                  <a:pt x="28254" y="120220"/>
                </a:lnTo>
                <a:lnTo>
                  <a:pt x="26986" y="118953"/>
                </a:lnTo>
                <a:lnTo>
                  <a:pt x="28854" y="118953"/>
                </a:lnTo>
                <a:lnTo>
                  <a:pt x="29155" y="118819"/>
                </a:lnTo>
                <a:lnTo>
                  <a:pt x="30389" y="117585"/>
                </a:lnTo>
                <a:lnTo>
                  <a:pt x="30389" y="119386"/>
                </a:lnTo>
                <a:close/>
                <a:moveTo>
                  <a:pt x="31990" y="120220"/>
                </a:moveTo>
                <a:lnTo>
                  <a:pt x="31189" y="119386"/>
                </a:lnTo>
                <a:lnTo>
                  <a:pt x="31189" y="117585"/>
                </a:lnTo>
                <a:lnTo>
                  <a:pt x="32424" y="118819"/>
                </a:lnTo>
                <a:lnTo>
                  <a:pt x="32691" y="118953"/>
                </a:lnTo>
                <a:lnTo>
                  <a:pt x="34592" y="118953"/>
                </a:lnTo>
                <a:lnTo>
                  <a:pt x="33291" y="120220"/>
                </a:lnTo>
                <a:lnTo>
                  <a:pt x="31990" y="120220"/>
                </a:lnTo>
                <a:close/>
                <a:moveTo>
                  <a:pt x="34525" y="122755"/>
                </a:moveTo>
                <a:lnTo>
                  <a:pt x="33725" y="121955"/>
                </a:lnTo>
                <a:lnTo>
                  <a:pt x="33725" y="120654"/>
                </a:lnTo>
                <a:lnTo>
                  <a:pt x="34992" y="119353"/>
                </a:lnTo>
                <a:lnTo>
                  <a:pt x="34992" y="121421"/>
                </a:lnTo>
                <a:lnTo>
                  <a:pt x="36360" y="122755"/>
                </a:lnTo>
                <a:lnTo>
                  <a:pt x="34525" y="122755"/>
                </a:lnTo>
                <a:close/>
                <a:moveTo>
                  <a:pt x="37461" y="122755"/>
                </a:moveTo>
                <a:lnTo>
                  <a:pt x="35793" y="121088"/>
                </a:lnTo>
                <a:lnTo>
                  <a:pt x="35793" y="119053"/>
                </a:lnTo>
                <a:lnTo>
                  <a:pt x="41497" y="119053"/>
                </a:lnTo>
                <a:lnTo>
                  <a:pt x="45233" y="122755"/>
                </a:lnTo>
                <a:lnTo>
                  <a:pt x="37461" y="122755"/>
                </a:lnTo>
                <a:close/>
                <a:moveTo>
                  <a:pt x="47134" y="122755"/>
                </a:moveTo>
                <a:lnTo>
                  <a:pt x="50837" y="119053"/>
                </a:lnTo>
                <a:lnTo>
                  <a:pt x="56574" y="119053"/>
                </a:lnTo>
                <a:lnTo>
                  <a:pt x="56574" y="121088"/>
                </a:lnTo>
                <a:lnTo>
                  <a:pt x="54873" y="122755"/>
                </a:lnTo>
                <a:lnTo>
                  <a:pt x="47134" y="122755"/>
                </a:lnTo>
                <a:close/>
                <a:moveTo>
                  <a:pt x="57808" y="122755"/>
                </a:moveTo>
                <a:lnTo>
                  <a:pt x="56007" y="122755"/>
                </a:lnTo>
                <a:lnTo>
                  <a:pt x="57341" y="121421"/>
                </a:lnTo>
                <a:lnTo>
                  <a:pt x="57341" y="119353"/>
                </a:lnTo>
                <a:lnTo>
                  <a:pt x="58642" y="120654"/>
                </a:lnTo>
                <a:lnTo>
                  <a:pt x="58642" y="121955"/>
                </a:lnTo>
                <a:close/>
                <a:moveTo>
                  <a:pt x="60344" y="120220"/>
                </a:moveTo>
                <a:lnTo>
                  <a:pt x="59043" y="120220"/>
                </a:lnTo>
                <a:lnTo>
                  <a:pt x="57775" y="118953"/>
                </a:lnTo>
                <a:lnTo>
                  <a:pt x="59676" y="118953"/>
                </a:lnTo>
                <a:lnTo>
                  <a:pt x="59943" y="118819"/>
                </a:lnTo>
                <a:lnTo>
                  <a:pt x="61178" y="117585"/>
                </a:lnTo>
                <a:lnTo>
                  <a:pt x="61178" y="119386"/>
                </a:lnTo>
                <a:close/>
                <a:moveTo>
                  <a:pt x="62779" y="120220"/>
                </a:moveTo>
                <a:lnTo>
                  <a:pt x="61978" y="119386"/>
                </a:lnTo>
                <a:lnTo>
                  <a:pt x="61978" y="117585"/>
                </a:lnTo>
                <a:lnTo>
                  <a:pt x="63212" y="118819"/>
                </a:lnTo>
                <a:lnTo>
                  <a:pt x="63479" y="118953"/>
                </a:lnTo>
                <a:lnTo>
                  <a:pt x="65381" y="118953"/>
                </a:lnTo>
                <a:lnTo>
                  <a:pt x="64080" y="120220"/>
                </a:lnTo>
                <a:lnTo>
                  <a:pt x="62779" y="120220"/>
                </a:lnTo>
                <a:close/>
                <a:moveTo>
                  <a:pt x="65347" y="122755"/>
                </a:moveTo>
                <a:lnTo>
                  <a:pt x="64513" y="121955"/>
                </a:lnTo>
                <a:lnTo>
                  <a:pt x="64513" y="120654"/>
                </a:lnTo>
                <a:lnTo>
                  <a:pt x="65781" y="119353"/>
                </a:lnTo>
                <a:lnTo>
                  <a:pt x="65781" y="121421"/>
                </a:lnTo>
                <a:lnTo>
                  <a:pt x="67148" y="122755"/>
                </a:lnTo>
                <a:lnTo>
                  <a:pt x="65347" y="122755"/>
                </a:lnTo>
                <a:close/>
                <a:moveTo>
                  <a:pt x="68249" y="122755"/>
                </a:moveTo>
                <a:lnTo>
                  <a:pt x="66581" y="121088"/>
                </a:lnTo>
                <a:lnTo>
                  <a:pt x="66581" y="119053"/>
                </a:lnTo>
                <a:lnTo>
                  <a:pt x="72285" y="119053"/>
                </a:lnTo>
                <a:lnTo>
                  <a:pt x="76021" y="122755"/>
                </a:lnTo>
                <a:lnTo>
                  <a:pt x="68249" y="122755"/>
                </a:lnTo>
                <a:close/>
                <a:moveTo>
                  <a:pt x="77923" y="122755"/>
                </a:moveTo>
                <a:lnTo>
                  <a:pt x="81659" y="119053"/>
                </a:lnTo>
                <a:lnTo>
                  <a:pt x="87363" y="119053"/>
                </a:lnTo>
                <a:lnTo>
                  <a:pt x="87363" y="121088"/>
                </a:lnTo>
                <a:lnTo>
                  <a:pt x="85662" y="122755"/>
                </a:lnTo>
                <a:lnTo>
                  <a:pt x="77923" y="122755"/>
                </a:lnTo>
                <a:close/>
                <a:moveTo>
                  <a:pt x="88597" y="122755"/>
                </a:moveTo>
                <a:lnTo>
                  <a:pt x="86796" y="122755"/>
                </a:lnTo>
                <a:lnTo>
                  <a:pt x="88163" y="121421"/>
                </a:lnTo>
                <a:lnTo>
                  <a:pt x="88163" y="119353"/>
                </a:lnTo>
                <a:lnTo>
                  <a:pt x="89431" y="120654"/>
                </a:lnTo>
                <a:lnTo>
                  <a:pt x="89431" y="121955"/>
                </a:lnTo>
                <a:close/>
                <a:moveTo>
                  <a:pt x="91166" y="120220"/>
                </a:moveTo>
                <a:lnTo>
                  <a:pt x="89865" y="120220"/>
                </a:lnTo>
                <a:lnTo>
                  <a:pt x="88564" y="118953"/>
                </a:lnTo>
                <a:lnTo>
                  <a:pt x="90465" y="118953"/>
                </a:lnTo>
                <a:lnTo>
                  <a:pt x="90732" y="118819"/>
                </a:lnTo>
                <a:lnTo>
                  <a:pt x="91966" y="117585"/>
                </a:lnTo>
                <a:lnTo>
                  <a:pt x="91966" y="119386"/>
                </a:lnTo>
                <a:close/>
                <a:moveTo>
                  <a:pt x="93567" y="120220"/>
                </a:moveTo>
                <a:lnTo>
                  <a:pt x="92767" y="119386"/>
                </a:lnTo>
                <a:lnTo>
                  <a:pt x="92767" y="117585"/>
                </a:lnTo>
                <a:lnTo>
                  <a:pt x="94001" y="118819"/>
                </a:lnTo>
                <a:lnTo>
                  <a:pt x="94268" y="118953"/>
                </a:lnTo>
                <a:lnTo>
                  <a:pt x="96169" y="118953"/>
                </a:lnTo>
                <a:lnTo>
                  <a:pt x="94868" y="120220"/>
                </a:lnTo>
                <a:lnTo>
                  <a:pt x="93567" y="120220"/>
                </a:lnTo>
                <a:close/>
                <a:moveTo>
                  <a:pt x="96136" y="122755"/>
                </a:moveTo>
                <a:lnTo>
                  <a:pt x="95302" y="121955"/>
                </a:lnTo>
                <a:lnTo>
                  <a:pt x="95302" y="120654"/>
                </a:lnTo>
                <a:lnTo>
                  <a:pt x="96569" y="119353"/>
                </a:lnTo>
                <a:lnTo>
                  <a:pt x="96569" y="121421"/>
                </a:lnTo>
                <a:lnTo>
                  <a:pt x="97937" y="122755"/>
                </a:lnTo>
                <a:lnTo>
                  <a:pt x="96136" y="122755"/>
                </a:lnTo>
                <a:close/>
                <a:moveTo>
                  <a:pt x="99071" y="122755"/>
                </a:moveTo>
                <a:lnTo>
                  <a:pt x="97370" y="121088"/>
                </a:lnTo>
                <a:lnTo>
                  <a:pt x="97370" y="119053"/>
                </a:lnTo>
                <a:lnTo>
                  <a:pt x="103074" y="119053"/>
                </a:lnTo>
                <a:lnTo>
                  <a:pt x="106810" y="122755"/>
                </a:lnTo>
                <a:lnTo>
                  <a:pt x="99071" y="122755"/>
                </a:lnTo>
                <a:close/>
                <a:moveTo>
                  <a:pt x="108711" y="122755"/>
                </a:moveTo>
                <a:lnTo>
                  <a:pt x="112447" y="119053"/>
                </a:lnTo>
                <a:lnTo>
                  <a:pt x="118152" y="119053"/>
                </a:lnTo>
                <a:lnTo>
                  <a:pt x="118152" y="121088"/>
                </a:lnTo>
                <a:lnTo>
                  <a:pt x="116450" y="122755"/>
                </a:lnTo>
                <a:lnTo>
                  <a:pt x="108711" y="122755"/>
                </a:lnTo>
                <a:close/>
                <a:moveTo>
                  <a:pt x="119386" y="122755"/>
                </a:moveTo>
                <a:lnTo>
                  <a:pt x="117584" y="122755"/>
                </a:lnTo>
                <a:lnTo>
                  <a:pt x="118952" y="121421"/>
                </a:lnTo>
                <a:lnTo>
                  <a:pt x="118952" y="119353"/>
                </a:lnTo>
                <a:lnTo>
                  <a:pt x="120220" y="120654"/>
                </a:lnTo>
                <a:lnTo>
                  <a:pt x="120220" y="121955"/>
                </a:lnTo>
                <a:close/>
                <a:moveTo>
                  <a:pt x="121954" y="120220"/>
                </a:moveTo>
                <a:lnTo>
                  <a:pt x="120653" y="120220"/>
                </a:lnTo>
                <a:lnTo>
                  <a:pt x="119352" y="118953"/>
                </a:lnTo>
                <a:lnTo>
                  <a:pt x="121254" y="118953"/>
                </a:lnTo>
                <a:lnTo>
                  <a:pt x="121521" y="118819"/>
                </a:lnTo>
                <a:lnTo>
                  <a:pt x="122755" y="117585"/>
                </a:lnTo>
                <a:lnTo>
                  <a:pt x="122755" y="119386"/>
                </a:lnTo>
                <a:close/>
                <a:moveTo>
                  <a:pt x="124389" y="120220"/>
                </a:moveTo>
                <a:lnTo>
                  <a:pt x="123555" y="119386"/>
                </a:lnTo>
                <a:lnTo>
                  <a:pt x="123555" y="117585"/>
                </a:lnTo>
                <a:lnTo>
                  <a:pt x="124790" y="118819"/>
                </a:lnTo>
                <a:lnTo>
                  <a:pt x="125056" y="118953"/>
                </a:lnTo>
                <a:lnTo>
                  <a:pt x="126958" y="118953"/>
                </a:lnTo>
                <a:lnTo>
                  <a:pt x="125657" y="120220"/>
                </a:lnTo>
                <a:lnTo>
                  <a:pt x="124389" y="120220"/>
                </a:lnTo>
                <a:close/>
                <a:moveTo>
                  <a:pt x="126924" y="122755"/>
                </a:moveTo>
                <a:lnTo>
                  <a:pt x="126091" y="121955"/>
                </a:lnTo>
                <a:lnTo>
                  <a:pt x="126091" y="120654"/>
                </a:lnTo>
                <a:lnTo>
                  <a:pt x="127358" y="119353"/>
                </a:lnTo>
                <a:lnTo>
                  <a:pt x="127358" y="121421"/>
                </a:lnTo>
                <a:lnTo>
                  <a:pt x="128726" y="122755"/>
                </a:lnTo>
                <a:lnTo>
                  <a:pt x="126924" y="122755"/>
                </a:lnTo>
                <a:close/>
                <a:moveTo>
                  <a:pt x="129860" y="122755"/>
                </a:moveTo>
                <a:lnTo>
                  <a:pt x="128159" y="121088"/>
                </a:lnTo>
                <a:lnTo>
                  <a:pt x="128159" y="119053"/>
                </a:lnTo>
                <a:lnTo>
                  <a:pt x="133896" y="119053"/>
                </a:lnTo>
                <a:lnTo>
                  <a:pt x="137599" y="122755"/>
                </a:lnTo>
                <a:lnTo>
                  <a:pt x="129860" y="122755"/>
                </a:lnTo>
                <a:close/>
                <a:moveTo>
                  <a:pt x="139500" y="122755"/>
                </a:moveTo>
                <a:lnTo>
                  <a:pt x="143236" y="119053"/>
                </a:lnTo>
                <a:lnTo>
                  <a:pt x="148940" y="119053"/>
                </a:lnTo>
                <a:lnTo>
                  <a:pt x="148940" y="121088"/>
                </a:lnTo>
                <a:lnTo>
                  <a:pt x="147272" y="122755"/>
                </a:lnTo>
                <a:lnTo>
                  <a:pt x="139500" y="122755"/>
                </a:lnTo>
                <a:close/>
                <a:moveTo>
                  <a:pt x="150174" y="122755"/>
                </a:moveTo>
                <a:lnTo>
                  <a:pt x="148373" y="122755"/>
                </a:lnTo>
                <a:lnTo>
                  <a:pt x="149741" y="121421"/>
                </a:lnTo>
                <a:lnTo>
                  <a:pt x="149741" y="119353"/>
                </a:lnTo>
                <a:lnTo>
                  <a:pt x="151008" y="120654"/>
                </a:lnTo>
                <a:lnTo>
                  <a:pt x="151008" y="121955"/>
                </a:lnTo>
                <a:close/>
                <a:moveTo>
                  <a:pt x="152743" y="120220"/>
                </a:moveTo>
                <a:lnTo>
                  <a:pt x="151442" y="120220"/>
                </a:lnTo>
                <a:lnTo>
                  <a:pt x="150141" y="118953"/>
                </a:lnTo>
                <a:lnTo>
                  <a:pt x="152042" y="118953"/>
                </a:lnTo>
                <a:lnTo>
                  <a:pt x="152309" y="118819"/>
                </a:lnTo>
                <a:lnTo>
                  <a:pt x="153543" y="117585"/>
                </a:lnTo>
                <a:lnTo>
                  <a:pt x="153543" y="119386"/>
                </a:lnTo>
                <a:close/>
                <a:moveTo>
                  <a:pt x="155178" y="120220"/>
                </a:moveTo>
                <a:lnTo>
                  <a:pt x="154344" y="119386"/>
                </a:lnTo>
                <a:lnTo>
                  <a:pt x="154344" y="117585"/>
                </a:lnTo>
                <a:lnTo>
                  <a:pt x="155578" y="118819"/>
                </a:lnTo>
                <a:lnTo>
                  <a:pt x="155845" y="118953"/>
                </a:lnTo>
                <a:lnTo>
                  <a:pt x="157746" y="118953"/>
                </a:lnTo>
                <a:lnTo>
                  <a:pt x="156479" y="120220"/>
                </a:lnTo>
                <a:lnTo>
                  <a:pt x="155178" y="120220"/>
                </a:lnTo>
                <a:close/>
                <a:moveTo>
                  <a:pt x="157713" y="122755"/>
                </a:moveTo>
                <a:lnTo>
                  <a:pt x="156879" y="121955"/>
                </a:lnTo>
                <a:lnTo>
                  <a:pt x="156879" y="120654"/>
                </a:lnTo>
                <a:lnTo>
                  <a:pt x="158180" y="119353"/>
                </a:lnTo>
                <a:lnTo>
                  <a:pt x="158180" y="121421"/>
                </a:lnTo>
                <a:lnTo>
                  <a:pt x="159514" y="122755"/>
                </a:lnTo>
                <a:lnTo>
                  <a:pt x="157713" y="122755"/>
                </a:lnTo>
                <a:close/>
                <a:moveTo>
                  <a:pt x="160649" y="122755"/>
                </a:moveTo>
                <a:lnTo>
                  <a:pt x="158947" y="121088"/>
                </a:lnTo>
                <a:lnTo>
                  <a:pt x="158947" y="119053"/>
                </a:lnTo>
                <a:lnTo>
                  <a:pt x="164685" y="119053"/>
                </a:lnTo>
                <a:lnTo>
                  <a:pt x="168387" y="122755"/>
                </a:lnTo>
                <a:lnTo>
                  <a:pt x="160649" y="122755"/>
                </a:lnTo>
                <a:close/>
                <a:moveTo>
                  <a:pt x="170289" y="122755"/>
                </a:moveTo>
                <a:lnTo>
                  <a:pt x="174025" y="119053"/>
                </a:lnTo>
                <a:lnTo>
                  <a:pt x="179729" y="119053"/>
                </a:lnTo>
                <a:lnTo>
                  <a:pt x="179729" y="121088"/>
                </a:lnTo>
                <a:lnTo>
                  <a:pt x="178061" y="122755"/>
                </a:lnTo>
                <a:lnTo>
                  <a:pt x="170289" y="122755"/>
                </a:lnTo>
                <a:close/>
                <a:moveTo>
                  <a:pt x="180996" y="122755"/>
                </a:moveTo>
                <a:lnTo>
                  <a:pt x="179162" y="122755"/>
                </a:lnTo>
                <a:lnTo>
                  <a:pt x="180529" y="121421"/>
                </a:lnTo>
                <a:lnTo>
                  <a:pt x="180529" y="119353"/>
                </a:lnTo>
                <a:lnTo>
                  <a:pt x="181797" y="120654"/>
                </a:lnTo>
                <a:lnTo>
                  <a:pt x="181797" y="121955"/>
                </a:lnTo>
                <a:close/>
                <a:moveTo>
                  <a:pt x="183532" y="120220"/>
                </a:moveTo>
                <a:lnTo>
                  <a:pt x="182231" y="120220"/>
                </a:lnTo>
                <a:lnTo>
                  <a:pt x="180930" y="118953"/>
                </a:lnTo>
                <a:lnTo>
                  <a:pt x="182831" y="118953"/>
                </a:lnTo>
                <a:lnTo>
                  <a:pt x="183098" y="118819"/>
                </a:lnTo>
                <a:lnTo>
                  <a:pt x="184332" y="117585"/>
                </a:lnTo>
                <a:lnTo>
                  <a:pt x="184332" y="119386"/>
                </a:lnTo>
                <a:close/>
                <a:moveTo>
                  <a:pt x="185967" y="120220"/>
                </a:moveTo>
                <a:lnTo>
                  <a:pt x="185133" y="119386"/>
                </a:lnTo>
                <a:lnTo>
                  <a:pt x="185133" y="117585"/>
                </a:lnTo>
                <a:lnTo>
                  <a:pt x="186367" y="118819"/>
                </a:lnTo>
                <a:lnTo>
                  <a:pt x="186667" y="118953"/>
                </a:lnTo>
                <a:lnTo>
                  <a:pt x="188535" y="118953"/>
                </a:lnTo>
                <a:lnTo>
                  <a:pt x="187268" y="120220"/>
                </a:lnTo>
                <a:lnTo>
                  <a:pt x="185967" y="120220"/>
                </a:lnTo>
                <a:close/>
                <a:moveTo>
                  <a:pt x="188502" y="122755"/>
                </a:moveTo>
                <a:lnTo>
                  <a:pt x="187668" y="121955"/>
                </a:lnTo>
                <a:lnTo>
                  <a:pt x="187668" y="120654"/>
                </a:lnTo>
                <a:lnTo>
                  <a:pt x="188969" y="119353"/>
                </a:lnTo>
                <a:lnTo>
                  <a:pt x="188969" y="121421"/>
                </a:lnTo>
                <a:lnTo>
                  <a:pt x="190303" y="122755"/>
                </a:lnTo>
                <a:lnTo>
                  <a:pt x="188502" y="122755"/>
                </a:lnTo>
                <a:close/>
                <a:moveTo>
                  <a:pt x="191437" y="122755"/>
                </a:moveTo>
                <a:lnTo>
                  <a:pt x="189736" y="121088"/>
                </a:lnTo>
                <a:lnTo>
                  <a:pt x="189736" y="119053"/>
                </a:lnTo>
                <a:lnTo>
                  <a:pt x="195473" y="119053"/>
                </a:lnTo>
                <a:lnTo>
                  <a:pt x="199176" y="122755"/>
                </a:lnTo>
                <a:lnTo>
                  <a:pt x="191437" y="122755"/>
                </a:lnTo>
                <a:close/>
                <a:moveTo>
                  <a:pt x="201077" y="122755"/>
                </a:moveTo>
                <a:lnTo>
                  <a:pt x="204813" y="119053"/>
                </a:lnTo>
                <a:lnTo>
                  <a:pt x="210518" y="119053"/>
                </a:lnTo>
                <a:lnTo>
                  <a:pt x="210518" y="121088"/>
                </a:lnTo>
                <a:lnTo>
                  <a:pt x="208850" y="122755"/>
                </a:lnTo>
                <a:lnTo>
                  <a:pt x="201077" y="122755"/>
                </a:lnTo>
                <a:close/>
                <a:moveTo>
                  <a:pt x="211785" y="122755"/>
                </a:moveTo>
                <a:lnTo>
                  <a:pt x="209950" y="122755"/>
                </a:lnTo>
                <a:lnTo>
                  <a:pt x="211318" y="121421"/>
                </a:lnTo>
                <a:lnTo>
                  <a:pt x="211318" y="119353"/>
                </a:lnTo>
                <a:lnTo>
                  <a:pt x="212586" y="120654"/>
                </a:lnTo>
                <a:lnTo>
                  <a:pt x="212586" y="121955"/>
                </a:lnTo>
                <a:close/>
                <a:moveTo>
                  <a:pt x="214320" y="120220"/>
                </a:moveTo>
                <a:lnTo>
                  <a:pt x="213019" y="120220"/>
                </a:lnTo>
                <a:lnTo>
                  <a:pt x="211718" y="118953"/>
                </a:lnTo>
                <a:lnTo>
                  <a:pt x="213620" y="118953"/>
                </a:lnTo>
                <a:lnTo>
                  <a:pt x="213887" y="118819"/>
                </a:lnTo>
                <a:lnTo>
                  <a:pt x="215154" y="117585"/>
                </a:lnTo>
                <a:lnTo>
                  <a:pt x="215154" y="119386"/>
                </a:lnTo>
                <a:close/>
                <a:moveTo>
                  <a:pt x="216755" y="120220"/>
                </a:moveTo>
                <a:lnTo>
                  <a:pt x="215921" y="119386"/>
                </a:lnTo>
                <a:lnTo>
                  <a:pt x="215921" y="117585"/>
                </a:lnTo>
                <a:lnTo>
                  <a:pt x="217156" y="118819"/>
                </a:lnTo>
                <a:lnTo>
                  <a:pt x="217456" y="118953"/>
                </a:lnTo>
                <a:lnTo>
                  <a:pt x="219324" y="118953"/>
                </a:lnTo>
                <a:lnTo>
                  <a:pt x="218056" y="120220"/>
                </a:lnTo>
                <a:lnTo>
                  <a:pt x="216755" y="120220"/>
                </a:lnTo>
                <a:close/>
                <a:moveTo>
                  <a:pt x="219290" y="122755"/>
                </a:moveTo>
                <a:lnTo>
                  <a:pt x="218457" y="121955"/>
                </a:lnTo>
                <a:lnTo>
                  <a:pt x="218457" y="120654"/>
                </a:lnTo>
                <a:lnTo>
                  <a:pt x="219757" y="119353"/>
                </a:lnTo>
                <a:lnTo>
                  <a:pt x="219757" y="121421"/>
                </a:lnTo>
                <a:lnTo>
                  <a:pt x="221092" y="122755"/>
                </a:lnTo>
                <a:lnTo>
                  <a:pt x="219290" y="122755"/>
                </a:lnTo>
                <a:close/>
                <a:moveTo>
                  <a:pt x="222226" y="122755"/>
                </a:moveTo>
                <a:lnTo>
                  <a:pt x="220558" y="121088"/>
                </a:lnTo>
                <a:lnTo>
                  <a:pt x="220558" y="119053"/>
                </a:lnTo>
                <a:lnTo>
                  <a:pt x="226262" y="119053"/>
                </a:lnTo>
                <a:lnTo>
                  <a:pt x="229965" y="122755"/>
                </a:lnTo>
                <a:lnTo>
                  <a:pt x="222226" y="122755"/>
                </a:lnTo>
                <a:close/>
                <a:moveTo>
                  <a:pt x="231866" y="122755"/>
                </a:moveTo>
                <a:lnTo>
                  <a:pt x="235602" y="119053"/>
                </a:lnTo>
                <a:lnTo>
                  <a:pt x="241306" y="119053"/>
                </a:lnTo>
                <a:lnTo>
                  <a:pt x="241306" y="121088"/>
                </a:lnTo>
                <a:lnTo>
                  <a:pt x="239638" y="122755"/>
                </a:lnTo>
                <a:lnTo>
                  <a:pt x="231866" y="122755"/>
                </a:lnTo>
                <a:close/>
                <a:moveTo>
                  <a:pt x="242574" y="122755"/>
                </a:moveTo>
                <a:lnTo>
                  <a:pt x="240739" y="122755"/>
                </a:lnTo>
                <a:lnTo>
                  <a:pt x="242107" y="121421"/>
                </a:lnTo>
                <a:lnTo>
                  <a:pt x="242107" y="119353"/>
                </a:lnTo>
                <a:lnTo>
                  <a:pt x="243408" y="120654"/>
                </a:lnTo>
                <a:lnTo>
                  <a:pt x="243408" y="121955"/>
                </a:lnTo>
                <a:close/>
                <a:moveTo>
                  <a:pt x="245943" y="119420"/>
                </a:moveTo>
                <a:lnTo>
                  <a:pt x="245109" y="120220"/>
                </a:lnTo>
                <a:lnTo>
                  <a:pt x="243808" y="120220"/>
                </a:lnTo>
                <a:lnTo>
                  <a:pt x="242507" y="118953"/>
                </a:lnTo>
                <a:lnTo>
                  <a:pt x="244408" y="118953"/>
                </a:lnTo>
                <a:lnTo>
                  <a:pt x="244675" y="118819"/>
                </a:lnTo>
                <a:lnTo>
                  <a:pt x="245909" y="117585"/>
                </a:lnTo>
                <a:lnTo>
                  <a:pt x="245909" y="119420"/>
                </a:lnTo>
                <a:close/>
                <a:moveTo>
                  <a:pt x="245943" y="116484"/>
                </a:moveTo>
                <a:lnTo>
                  <a:pt x="244242" y="118152"/>
                </a:lnTo>
                <a:lnTo>
                  <a:pt x="242207" y="118152"/>
                </a:lnTo>
                <a:lnTo>
                  <a:pt x="242207" y="112448"/>
                </a:lnTo>
                <a:lnTo>
                  <a:pt x="245943" y="108712"/>
                </a:lnTo>
                <a:close/>
                <a:moveTo>
                  <a:pt x="245943" y="106811"/>
                </a:moveTo>
                <a:lnTo>
                  <a:pt x="242207" y="103108"/>
                </a:lnTo>
                <a:lnTo>
                  <a:pt x="242207" y="97371"/>
                </a:lnTo>
                <a:lnTo>
                  <a:pt x="244242" y="97371"/>
                </a:lnTo>
                <a:lnTo>
                  <a:pt x="245943" y="99072"/>
                </a:lnTo>
                <a:close/>
                <a:moveTo>
                  <a:pt x="245109" y="95302"/>
                </a:moveTo>
                <a:lnTo>
                  <a:pt x="245943" y="96136"/>
                </a:lnTo>
                <a:lnTo>
                  <a:pt x="245943" y="97938"/>
                </a:lnTo>
                <a:lnTo>
                  <a:pt x="244675" y="96703"/>
                </a:lnTo>
                <a:lnTo>
                  <a:pt x="244408" y="96603"/>
                </a:lnTo>
                <a:lnTo>
                  <a:pt x="242507" y="96603"/>
                </a:lnTo>
                <a:lnTo>
                  <a:pt x="243808" y="95302"/>
                </a:lnTo>
                <a:lnTo>
                  <a:pt x="245109" y="95302"/>
                </a:lnTo>
                <a:close/>
                <a:moveTo>
                  <a:pt x="243374" y="93601"/>
                </a:moveTo>
                <a:lnTo>
                  <a:pt x="243374" y="94902"/>
                </a:lnTo>
                <a:lnTo>
                  <a:pt x="242107" y="96170"/>
                </a:lnTo>
                <a:lnTo>
                  <a:pt x="242107" y="94135"/>
                </a:lnTo>
                <a:lnTo>
                  <a:pt x="240739" y="92767"/>
                </a:lnTo>
                <a:lnTo>
                  <a:pt x="242574" y="92767"/>
                </a:lnTo>
                <a:close/>
                <a:moveTo>
                  <a:pt x="242574" y="91967"/>
                </a:moveTo>
                <a:lnTo>
                  <a:pt x="240739" y="91967"/>
                </a:lnTo>
                <a:lnTo>
                  <a:pt x="242107" y="90632"/>
                </a:lnTo>
                <a:lnTo>
                  <a:pt x="242107" y="88564"/>
                </a:lnTo>
                <a:lnTo>
                  <a:pt x="243374" y="89865"/>
                </a:lnTo>
                <a:lnTo>
                  <a:pt x="243374" y="91166"/>
                </a:lnTo>
                <a:close/>
                <a:moveTo>
                  <a:pt x="245943" y="88598"/>
                </a:moveTo>
                <a:lnTo>
                  <a:pt x="245109" y="89432"/>
                </a:lnTo>
                <a:lnTo>
                  <a:pt x="243808" y="89432"/>
                </a:lnTo>
                <a:lnTo>
                  <a:pt x="242507" y="88164"/>
                </a:lnTo>
                <a:lnTo>
                  <a:pt x="244408" y="88164"/>
                </a:lnTo>
                <a:lnTo>
                  <a:pt x="244675" y="88031"/>
                </a:lnTo>
                <a:lnTo>
                  <a:pt x="245909" y="86796"/>
                </a:lnTo>
                <a:lnTo>
                  <a:pt x="245909" y="88598"/>
                </a:lnTo>
                <a:close/>
                <a:moveTo>
                  <a:pt x="245943" y="85696"/>
                </a:moveTo>
                <a:lnTo>
                  <a:pt x="244242" y="87363"/>
                </a:lnTo>
                <a:lnTo>
                  <a:pt x="242207" y="87363"/>
                </a:lnTo>
                <a:lnTo>
                  <a:pt x="242207" y="81659"/>
                </a:lnTo>
                <a:lnTo>
                  <a:pt x="245943" y="77923"/>
                </a:lnTo>
                <a:close/>
                <a:moveTo>
                  <a:pt x="245943" y="76022"/>
                </a:moveTo>
                <a:lnTo>
                  <a:pt x="242207" y="72286"/>
                </a:lnTo>
                <a:lnTo>
                  <a:pt x="242207" y="66582"/>
                </a:lnTo>
                <a:lnTo>
                  <a:pt x="244242" y="66582"/>
                </a:lnTo>
                <a:lnTo>
                  <a:pt x="245943" y="68283"/>
                </a:lnTo>
                <a:close/>
                <a:moveTo>
                  <a:pt x="245109" y="64514"/>
                </a:moveTo>
                <a:lnTo>
                  <a:pt x="245943" y="65348"/>
                </a:lnTo>
                <a:lnTo>
                  <a:pt x="245943" y="67149"/>
                </a:lnTo>
                <a:lnTo>
                  <a:pt x="244675" y="65915"/>
                </a:lnTo>
                <a:lnTo>
                  <a:pt x="244408" y="65781"/>
                </a:lnTo>
                <a:lnTo>
                  <a:pt x="242507" y="65781"/>
                </a:lnTo>
                <a:lnTo>
                  <a:pt x="243808" y="64514"/>
                </a:lnTo>
                <a:lnTo>
                  <a:pt x="245109" y="64514"/>
                </a:lnTo>
                <a:close/>
                <a:moveTo>
                  <a:pt x="243374" y="62779"/>
                </a:moveTo>
                <a:lnTo>
                  <a:pt x="243374" y="64080"/>
                </a:lnTo>
                <a:lnTo>
                  <a:pt x="242107" y="65381"/>
                </a:lnTo>
                <a:lnTo>
                  <a:pt x="242107" y="63313"/>
                </a:lnTo>
                <a:lnTo>
                  <a:pt x="240739" y="61979"/>
                </a:lnTo>
                <a:lnTo>
                  <a:pt x="242574" y="61979"/>
                </a:lnTo>
                <a:close/>
                <a:moveTo>
                  <a:pt x="242574" y="61178"/>
                </a:moveTo>
                <a:lnTo>
                  <a:pt x="240739" y="61178"/>
                </a:lnTo>
                <a:lnTo>
                  <a:pt x="242107" y="59844"/>
                </a:lnTo>
                <a:lnTo>
                  <a:pt x="242107" y="57776"/>
                </a:lnTo>
                <a:lnTo>
                  <a:pt x="243374" y="59077"/>
                </a:lnTo>
                <a:lnTo>
                  <a:pt x="243374" y="60377"/>
                </a:lnTo>
                <a:close/>
                <a:moveTo>
                  <a:pt x="245943" y="57809"/>
                </a:moveTo>
                <a:lnTo>
                  <a:pt x="245109" y="58643"/>
                </a:lnTo>
                <a:lnTo>
                  <a:pt x="243808" y="58643"/>
                </a:lnTo>
                <a:lnTo>
                  <a:pt x="242507" y="57375"/>
                </a:lnTo>
                <a:lnTo>
                  <a:pt x="244408" y="57375"/>
                </a:lnTo>
                <a:lnTo>
                  <a:pt x="244675" y="57242"/>
                </a:lnTo>
                <a:lnTo>
                  <a:pt x="245909" y="56008"/>
                </a:lnTo>
                <a:lnTo>
                  <a:pt x="245909" y="57809"/>
                </a:lnTo>
                <a:close/>
                <a:moveTo>
                  <a:pt x="245943" y="54874"/>
                </a:moveTo>
                <a:lnTo>
                  <a:pt x="244242" y="56575"/>
                </a:lnTo>
                <a:lnTo>
                  <a:pt x="242207" y="56575"/>
                </a:lnTo>
                <a:lnTo>
                  <a:pt x="242207" y="50871"/>
                </a:lnTo>
                <a:lnTo>
                  <a:pt x="245943" y="47135"/>
                </a:lnTo>
                <a:close/>
                <a:moveTo>
                  <a:pt x="245943" y="45233"/>
                </a:moveTo>
                <a:lnTo>
                  <a:pt x="242207" y="41497"/>
                </a:lnTo>
                <a:lnTo>
                  <a:pt x="242207" y="35793"/>
                </a:lnTo>
                <a:lnTo>
                  <a:pt x="244242" y="35793"/>
                </a:lnTo>
                <a:lnTo>
                  <a:pt x="245943" y="37461"/>
                </a:lnTo>
                <a:close/>
                <a:moveTo>
                  <a:pt x="245109" y="33725"/>
                </a:moveTo>
                <a:lnTo>
                  <a:pt x="245943" y="34559"/>
                </a:lnTo>
                <a:lnTo>
                  <a:pt x="245943" y="36360"/>
                </a:lnTo>
                <a:lnTo>
                  <a:pt x="244675" y="35126"/>
                </a:lnTo>
                <a:lnTo>
                  <a:pt x="244408" y="34993"/>
                </a:lnTo>
                <a:lnTo>
                  <a:pt x="242507" y="34993"/>
                </a:lnTo>
                <a:lnTo>
                  <a:pt x="243808" y="33725"/>
                </a:lnTo>
                <a:lnTo>
                  <a:pt x="245109" y="33725"/>
                </a:lnTo>
                <a:close/>
                <a:moveTo>
                  <a:pt x="243374" y="31990"/>
                </a:moveTo>
                <a:lnTo>
                  <a:pt x="243374" y="33291"/>
                </a:lnTo>
                <a:lnTo>
                  <a:pt x="242107" y="34592"/>
                </a:lnTo>
                <a:lnTo>
                  <a:pt x="242107" y="32524"/>
                </a:lnTo>
                <a:lnTo>
                  <a:pt x="240739" y="31190"/>
                </a:lnTo>
                <a:lnTo>
                  <a:pt x="242574" y="31190"/>
                </a:lnTo>
                <a:close/>
                <a:moveTo>
                  <a:pt x="242574" y="30389"/>
                </a:moveTo>
                <a:lnTo>
                  <a:pt x="240739" y="30389"/>
                </a:lnTo>
                <a:lnTo>
                  <a:pt x="242107" y="29055"/>
                </a:lnTo>
                <a:lnTo>
                  <a:pt x="242107" y="26987"/>
                </a:lnTo>
                <a:lnTo>
                  <a:pt x="243374" y="28254"/>
                </a:lnTo>
                <a:lnTo>
                  <a:pt x="243374" y="29555"/>
                </a:lnTo>
                <a:close/>
                <a:moveTo>
                  <a:pt x="245943" y="27020"/>
                </a:moveTo>
                <a:lnTo>
                  <a:pt x="245109" y="27854"/>
                </a:lnTo>
                <a:lnTo>
                  <a:pt x="243808" y="27854"/>
                </a:lnTo>
                <a:lnTo>
                  <a:pt x="242507" y="26553"/>
                </a:lnTo>
                <a:lnTo>
                  <a:pt x="244408" y="26553"/>
                </a:lnTo>
                <a:lnTo>
                  <a:pt x="244675" y="26453"/>
                </a:lnTo>
                <a:lnTo>
                  <a:pt x="245909" y="25219"/>
                </a:lnTo>
                <a:lnTo>
                  <a:pt x="245909" y="27020"/>
                </a:lnTo>
                <a:close/>
                <a:moveTo>
                  <a:pt x="245943" y="24085"/>
                </a:moveTo>
                <a:lnTo>
                  <a:pt x="244242" y="25786"/>
                </a:lnTo>
                <a:lnTo>
                  <a:pt x="242207" y="25786"/>
                </a:lnTo>
                <a:lnTo>
                  <a:pt x="242207" y="20049"/>
                </a:lnTo>
                <a:lnTo>
                  <a:pt x="245943" y="16346"/>
                </a:lnTo>
                <a:close/>
                <a:moveTo>
                  <a:pt x="245943" y="14445"/>
                </a:moveTo>
                <a:lnTo>
                  <a:pt x="242207" y="10709"/>
                </a:lnTo>
                <a:lnTo>
                  <a:pt x="242207" y="5004"/>
                </a:lnTo>
                <a:lnTo>
                  <a:pt x="244242" y="5004"/>
                </a:lnTo>
                <a:lnTo>
                  <a:pt x="245943" y="6672"/>
                </a:lnTo>
                <a:close/>
                <a:moveTo>
                  <a:pt x="245943" y="5572"/>
                </a:moveTo>
                <a:lnTo>
                  <a:pt x="244675" y="4337"/>
                </a:lnTo>
                <a:lnTo>
                  <a:pt x="244408" y="4204"/>
                </a:lnTo>
                <a:lnTo>
                  <a:pt x="242507" y="4204"/>
                </a:lnTo>
                <a:lnTo>
                  <a:pt x="243808" y="2936"/>
                </a:lnTo>
                <a:lnTo>
                  <a:pt x="245109" y="2936"/>
                </a:lnTo>
                <a:lnTo>
                  <a:pt x="245943" y="3737"/>
                </a:lnTo>
                <a:lnTo>
                  <a:pt x="245943" y="5572"/>
                </a:lnTo>
                <a:close/>
              </a:path>
            </a:pathLst>
          </a:custGeom>
          <a:solidFill>
            <a:srgbClr val="594129">
              <a:alpha val="5137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7" name="Google Shape;117;p10"/>
          <p:cNvGrpSpPr/>
          <p:nvPr/>
        </p:nvGrpSpPr>
        <p:grpSpPr>
          <a:xfrm>
            <a:off x="7839776" y="-1"/>
            <a:ext cx="1304277" cy="1306311"/>
            <a:chOff x="7839776" y="-1"/>
            <a:chExt cx="1304277" cy="1306311"/>
          </a:xfrm>
        </p:grpSpPr>
        <p:sp>
          <p:nvSpPr>
            <p:cNvPr id="118" name="Google Shape;118;p10"/>
            <p:cNvSpPr/>
            <p:nvPr/>
          </p:nvSpPr>
          <p:spPr>
            <a:xfrm>
              <a:off x="8491926" y="-1"/>
              <a:ext cx="652127" cy="653161"/>
            </a:xfrm>
            <a:custGeom>
              <a:rect b="b" l="l" r="r" t="t"/>
              <a:pathLst>
                <a:path extrusionOk="0" h="147774" w="147540">
                  <a:moveTo>
                    <a:pt x="146839" y="72352"/>
                  </a:moveTo>
                  <a:lnTo>
                    <a:pt x="126624" y="52105"/>
                  </a:lnTo>
                  <a:lnTo>
                    <a:pt x="126624" y="23517"/>
                  </a:lnTo>
                  <a:cubicBezTo>
                    <a:pt x="126624" y="22217"/>
                    <a:pt x="125557" y="21149"/>
                    <a:pt x="124256" y="21149"/>
                  </a:cubicBezTo>
                  <a:lnTo>
                    <a:pt x="95669" y="21149"/>
                  </a:lnTo>
                  <a:lnTo>
                    <a:pt x="75454" y="935"/>
                  </a:lnTo>
                  <a:cubicBezTo>
                    <a:pt x="74520" y="1"/>
                    <a:pt x="73019" y="1"/>
                    <a:pt x="72119" y="935"/>
                  </a:cubicBezTo>
                  <a:lnTo>
                    <a:pt x="51871" y="21149"/>
                  </a:lnTo>
                  <a:lnTo>
                    <a:pt x="23284" y="21149"/>
                  </a:lnTo>
                  <a:cubicBezTo>
                    <a:pt x="21983" y="21149"/>
                    <a:pt x="20915" y="22217"/>
                    <a:pt x="20915" y="23517"/>
                  </a:cubicBezTo>
                  <a:lnTo>
                    <a:pt x="20915" y="52105"/>
                  </a:lnTo>
                  <a:lnTo>
                    <a:pt x="701" y="72319"/>
                  </a:lnTo>
                  <a:cubicBezTo>
                    <a:pt x="267" y="72786"/>
                    <a:pt x="0" y="73386"/>
                    <a:pt x="0" y="73987"/>
                  </a:cubicBezTo>
                  <a:cubicBezTo>
                    <a:pt x="0" y="74621"/>
                    <a:pt x="267" y="75221"/>
                    <a:pt x="701" y="75655"/>
                  </a:cubicBezTo>
                  <a:lnTo>
                    <a:pt x="20915" y="95903"/>
                  </a:lnTo>
                  <a:lnTo>
                    <a:pt x="20915" y="124490"/>
                  </a:lnTo>
                  <a:cubicBezTo>
                    <a:pt x="20915" y="125791"/>
                    <a:pt x="21983" y="126858"/>
                    <a:pt x="23284" y="126858"/>
                  </a:cubicBezTo>
                  <a:lnTo>
                    <a:pt x="51871" y="126858"/>
                  </a:lnTo>
                  <a:lnTo>
                    <a:pt x="72119" y="147073"/>
                  </a:lnTo>
                  <a:cubicBezTo>
                    <a:pt x="72552" y="147506"/>
                    <a:pt x="73153" y="147773"/>
                    <a:pt x="73786" y="147773"/>
                  </a:cubicBezTo>
                  <a:cubicBezTo>
                    <a:pt x="74387" y="147773"/>
                    <a:pt x="74987" y="147506"/>
                    <a:pt x="75421" y="147073"/>
                  </a:cubicBezTo>
                  <a:lnTo>
                    <a:pt x="95669" y="126858"/>
                  </a:lnTo>
                  <a:lnTo>
                    <a:pt x="124256" y="126858"/>
                  </a:lnTo>
                  <a:cubicBezTo>
                    <a:pt x="125557" y="126858"/>
                    <a:pt x="126624" y="125791"/>
                    <a:pt x="126624" y="124490"/>
                  </a:cubicBezTo>
                  <a:lnTo>
                    <a:pt x="126624" y="95903"/>
                  </a:lnTo>
                  <a:lnTo>
                    <a:pt x="146839" y="75655"/>
                  </a:lnTo>
                  <a:cubicBezTo>
                    <a:pt x="147272" y="75221"/>
                    <a:pt x="147539" y="74621"/>
                    <a:pt x="147539" y="73987"/>
                  </a:cubicBezTo>
                  <a:cubicBezTo>
                    <a:pt x="147539" y="73386"/>
                    <a:pt x="147306" y="72786"/>
                    <a:pt x="146839" y="72352"/>
                  </a:cubicBezTo>
                  <a:close/>
                  <a:moveTo>
                    <a:pt x="122621" y="93267"/>
                  </a:moveTo>
                  <a:cubicBezTo>
                    <a:pt x="122154" y="93701"/>
                    <a:pt x="121921" y="94301"/>
                    <a:pt x="121921" y="94935"/>
                  </a:cubicBezTo>
                  <a:lnTo>
                    <a:pt x="121921" y="122155"/>
                  </a:lnTo>
                  <a:lnTo>
                    <a:pt x="94701" y="122155"/>
                  </a:lnTo>
                  <a:cubicBezTo>
                    <a:pt x="94068" y="122155"/>
                    <a:pt x="93467" y="122388"/>
                    <a:pt x="93034" y="122822"/>
                  </a:cubicBezTo>
                  <a:lnTo>
                    <a:pt x="73786" y="142102"/>
                  </a:lnTo>
                  <a:lnTo>
                    <a:pt x="54506" y="122855"/>
                  </a:lnTo>
                  <a:cubicBezTo>
                    <a:pt x="54072" y="122388"/>
                    <a:pt x="53472" y="122155"/>
                    <a:pt x="52838" y="122155"/>
                  </a:cubicBezTo>
                  <a:lnTo>
                    <a:pt x="25619" y="122155"/>
                  </a:lnTo>
                  <a:lnTo>
                    <a:pt x="25619" y="94935"/>
                  </a:lnTo>
                  <a:cubicBezTo>
                    <a:pt x="25619" y="94301"/>
                    <a:pt x="25385" y="93701"/>
                    <a:pt x="24952" y="93267"/>
                  </a:cubicBezTo>
                  <a:lnTo>
                    <a:pt x="5671" y="74020"/>
                  </a:lnTo>
                  <a:lnTo>
                    <a:pt x="24952" y="54740"/>
                  </a:lnTo>
                  <a:cubicBezTo>
                    <a:pt x="25385" y="54306"/>
                    <a:pt x="25619" y="53706"/>
                    <a:pt x="25619" y="53105"/>
                  </a:cubicBezTo>
                  <a:lnTo>
                    <a:pt x="25619" y="25852"/>
                  </a:lnTo>
                  <a:lnTo>
                    <a:pt x="52838" y="25852"/>
                  </a:lnTo>
                  <a:cubicBezTo>
                    <a:pt x="53472" y="25852"/>
                    <a:pt x="54072" y="25619"/>
                    <a:pt x="54506" y="25185"/>
                  </a:cubicBezTo>
                  <a:lnTo>
                    <a:pt x="73786" y="5905"/>
                  </a:lnTo>
                  <a:lnTo>
                    <a:pt x="93034" y="25185"/>
                  </a:lnTo>
                  <a:cubicBezTo>
                    <a:pt x="93467" y="25619"/>
                    <a:pt x="94068" y="25852"/>
                    <a:pt x="94701" y="25852"/>
                  </a:cubicBezTo>
                  <a:lnTo>
                    <a:pt x="121921" y="25852"/>
                  </a:lnTo>
                  <a:lnTo>
                    <a:pt x="121921" y="53072"/>
                  </a:lnTo>
                  <a:cubicBezTo>
                    <a:pt x="121921" y="53706"/>
                    <a:pt x="122154" y="54306"/>
                    <a:pt x="122588" y="54740"/>
                  </a:cubicBezTo>
                  <a:lnTo>
                    <a:pt x="141868" y="73987"/>
                  </a:lnTo>
                  <a:close/>
                </a:path>
              </a:pathLst>
            </a:custGeom>
            <a:solidFill>
              <a:srgbClr val="9575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10"/>
            <p:cNvSpPr/>
            <p:nvPr/>
          </p:nvSpPr>
          <p:spPr>
            <a:xfrm>
              <a:off x="7839776" y="-1"/>
              <a:ext cx="652127" cy="653161"/>
            </a:xfrm>
            <a:custGeom>
              <a:rect b="b" l="l" r="r" t="t"/>
              <a:pathLst>
                <a:path extrusionOk="0" h="147774" w="147540">
                  <a:moveTo>
                    <a:pt x="146839" y="72352"/>
                  </a:moveTo>
                  <a:lnTo>
                    <a:pt x="126624" y="52105"/>
                  </a:lnTo>
                  <a:lnTo>
                    <a:pt x="126624" y="23517"/>
                  </a:lnTo>
                  <a:cubicBezTo>
                    <a:pt x="126624" y="22217"/>
                    <a:pt x="125557" y="21149"/>
                    <a:pt x="124256" y="21149"/>
                  </a:cubicBezTo>
                  <a:lnTo>
                    <a:pt x="95669" y="21149"/>
                  </a:lnTo>
                  <a:lnTo>
                    <a:pt x="75454" y="935"/>
                  </a:lnTo>
                  <a:cubicBezTo>
                    <a:pt x="74520" y="1"/>
                    <a:pt x="73019" y="1"/>
                    <a:pt x="72119" y="935"/>
                  </a:cubicBezTo>
                  <a:lnTo>
                    <a:pt x="51871" y="21149"/>
                  </a:lnTo>
                  <a:lnTo>
                    <a:pt x="23284" y="21149"/>
                  </a:lnTo>
                  <a:cubicBezTo>
                    <a:pt x="21983" y="21149"/>
                    <a:pt x="20915" y="22217"/>
                    <a:pt x="20915" y="23517"/>
                  </a:cubicBezTo>
                  <a:lnTo>
                    <a:pt x="20915" y="52105"/>
                  </a:lnTo>
                  <a:lnTo>
                    <a:pt x="701" y="72319"/>
                  </a:lnTo>
                  <a:cubicBezTo>
                    <a:pt x="267" y="72786"/>
                    <a:pt x="0" y="73386"/>
                    <a:pt x="0" y="73987"/>
                  </a:cubicBezTo>
                  <a:cubicBezTo>
                    <a:pt x="0" y="74621"/>
                    <a:pt x="267" y="75221"/>
                    <a:pt x="701" y="75655"/>
                  </a:cubicBezTo>
                  <a:lnTo>
                    <a:pt x="20915" y="95903"/>
                  </a:lnTo>
                  <a:lnTo>
                    <a:pt x="20915" y="124490"/>
                  </a:lnTo>
                  <a:cubicBezTo>
                    <a:pt x="20915" y="125791"/>
                    <a:pt x="21983" y="126858"/>
                    <a:pt x="23284" y="126858"/>
                  </a:cubicBezTo>
                  <a:lnTo>
                    <a:pt x="51871" y="126858"/>
                  </a:lnTo>
                  <a:lnTo>
                    <a:pt x="72119" y="147073"/>
                  </a:lnTo>
                  <a:cubicBezTo>
                    <a:pt x="72552" y="147506"/>
                    <a:pt x="73153" y="147773"/>
                    <a:pt x="73786" y="147773"/>
                  </a:cubicBezTo>
                  <a:cubicBezTo>
                    <a:pt x="74387" y="147773"/>
                    <a:pt x="74987" y="147506"/>
                    <a:pt x="75421" y="147073"/>
                  </a:cubicBezTo>
                  <a:lnTo>
                    <a:pt x="95669" y="126858"/>
                  </a:lnTo>
                  <a:lnTo>
                    <a:pt x="124256" y="126858"/>
                  </a:lnTo>
                  <a:cubicBezTo>
                    <a:pt x="125557" y="126858"/>
                    <a:pt x="126624" y="125791"/>
                    <a:pt x="126624" y="124490"/>
                  </a:cubicBezTo>
                  <a:lnTo>
                    <a:pt x="126624" y="95903"/>
                  </a:lnTo>
                  <a:lnTo>
                    <a:pt x="146839" y="75655"/>
                  </a:lnTo>
                  <a:cubicBezTo>
                    <a:pt x="147272" y="75221"/>
                    <a:pt x="147539" y="74621"/>
                    <a:pt x="147539" y="73987"/>
                  </a:cubicBezTo>
                  <a:cubicBezTo>
                    <a:pt x="147539" y="73386"/>
                    <a:pt x="147306" y="72786"/>
                    <a:pt x="146839" y="72352"/>
                  </a:cubicBezTo>
                  <a:close/>
                  <a:moveTo>
                    <a:pt x="122621" y="93267"/>
                  </a:moveTo>
                  <a:cubicBezTo>
                    <a:pt x="122154" y="93701"/>
                    <a:pt x="121921" y="94301"/>
                    <a:pt x="121921" y="94935"/>
                  </a:cubicBezTo>
                  <a:lnTo>
                    <a:pt x="121921" y="122155"/>
                  </a:lnTo>
                  <a:lnTo>
                    <a:pt x="94701" y="122155"/>
                  </a:lnTo>
                  <a:cubicBezTo>
                    <a:pt x="94068" y="122155"/>
                    <a:pt x="93467" y="122388"/>
                    <a:pt x="93034" y="122822"/>
                  </a:cubicBezTo>
                  <a:lnTo>
                    <a:pt x="73786" y="142102"/>
                  </a:lnTo>
                  <a:lnTo>
                    <a:pt x="54506" y="122855"/>
                  </a:lnTo>
                  <a:cubicBezTo>
                    <a:pt x="54072" y="122388"/>
                    <a:pt x="53472" y="122155"/>
                    <a:pt x="52838" y="122155"/>
                  </a:cubicBezTo>
                  <a:lnTo>
                    <a:pt x="25619" y="122155"/>
                  </a:lnTo>
                  <a:lnTo>
                    <a:pt x="25619" y="94935"/>
                  </a:lnTo>
                  <a:cubicBezTo>
                    <a:pt x="25619" y="94301"/>
                    <a:pt x="25385" y="93701"/>
                    <a:pt x="24952" y="93267"/>
                  </a:cubicBezTo>
                  <a:lnTo>
                    <a:pt x="5671" y="74020"/>
                  </a:lnTo>
                  <a:lnTo>
                    <a:pt x="24952" y="54740"/>
                  </a:lnTo>
                  <a:cubicBezTo>
                    <a:pt x="25385" y="54306"/>
                    <a:pt x="25619" y="53706"/>
                    <a:pt x="25619" y="53105"/>
                  </a:cubicBezTo>
                  <a:lnTo>
                    <a:pt x="25619" y="25852"/>
                  </a:lnTo>
                  <a:lnTo>
                    <a:pt x="52838" y="25852"/>
                  </a:lnTo>
                  <a:cubicBezTo>
                    <a:pt x="53472" y="25852"/>
                    <a:pt x="54072" y="25619"/>
                    <a:pt x="54506" y="25185"/>
                  </a:cubicBezTo>
                  <a:lnTo>
                    <a:pt x="73786" y="5905"/>
                  </a:lnTo>
                  <a:lnTo>
                    <a:pt x="93034" y="25185"/>
                  </a:lnTo>
                  <a:cubicBezTo>
                    <a:pt x="93467" y="25619"/>
                    <a:pt x="94068" y="25852"/>
                    <a:pt x="94701" y="25852"/>
                  </a:cubicBezTo>
                  <a:lnTo>
                    <a:pt x="121921" y="25852"/>
                  </a:lnTo>
                  <a:lnTo>
                    <a:pt x="121921" y="53072"/>
                  </a:lnTo>
                  <a:cubicBezTo>
                    <a:pt x="121921" y="53706"/>
                    <a:pt x="122154" y="54306"/>
                    <a:pt x="122588" y="54740"/>
                  </a:cubicBezTo>
                  <a:lnTo>
                    <a:pt x="141868" y="73987"/>
                  </a:lnTo>
                  <a:close/>
                </a:path>
              </a:pathLst>
            </a:custGeom>
            <a:solidFill>
              <a:srgbClr val="9575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10"/>
            <p:cNvSpPr/>
            <p:nvPr/>
          </p:nvSpPr>
          <p:spPr>
            <a:xfrm>
              <a:off x="8491926" y="653149"/>
              <a:ext cx="652127" cy="653161"/>
            </a:xfrm>
            <a:custGeom>
              <a:rect b="b" l="l" r="r" t="t"/>
              <a:pathLst>
                <a:path extrusionOk="0" h="147774" w="147540">
                  <a:moveTo>
                    <a:pt x="146839" y="72352"/>
                  </a:moveTo>
                  <a:lnTo>
                    <a:pt x="126624" y="52105"/>
                  </a:lnTo>
                  <a:lnTo>
                    <a:pt x="126624" y="23517"/>
                  </a:lnTo>
                  <a:cubicBezTo>
                    <a:pt x="126624" y="22217"/>
                    <a:pt x="125557" y="21149"/>
                    <a:pt x="124256" y="21149"/>
                  </a:cubicBezTo>
                  <a:lnTo>
                    <a:pt x="95669" y="21149"/>
                  </a:lnTo>
                  <a:lnTo>
                    <a:pt x="75454" y="935"/>
                  </a:lnTo>
                  <a:cubicBezTo>
                    <a:pt x="74520" y="1"/>
                    <a:pt x="73019" y="1"/>
                    <a:pt x="72119" y="935"/>
                  </a:cubicBezTo>
                  <a:lnTo>
                    <a:pt x="51871" y="21149"/>
                  </a:lnTo>
                  <a:lnTo>
                    <a:pt x="23284" y="21149"/>
                  </a:lnTo>
                  <a:cubicBezTo>
                    <a:pt x="21983" y="21149"/>
                    <a:pt x="20915" y="22217"/>
                    <a:pt x="20915" y="23517"/>
                  </a:cubicBezTo>
                  <a:lnTo>
                    <a:pt x="20915" y="52105"/>
                  </a:lnTo>
                  <a:lnTo>
                    <a:pt x="701" y="72319"/>
                  </a:lnTo>
                  <a:cubicBezTo>
                    <a:pt x="267" y="72786"/>
                    <a:pt x="0" y="73386"/>
                    <a:pt x="0" y="73987"/>
                  </a:cubicBezTo>
                  <a:cubicBezTo>
                    <a:pt x="0" y="74621"/>
                    <a:pt x="267" y="75221"/>
                    <a:pt x="701" y="75655"/>
                  </a:cubicBezTo>
                  <a:lnTo>
                    <a:pt x="20915" y="95903"/>
                  </a:lnTo>
                  <a:lnTo>
                    <a:pt x="20915" y="124490"/>
                  </a:lnTo>
                  <a:cubicBezTo>
                    <a:pt x="20915" y="125791"/>
                    <a:pt x="21983" y="126858"/>
                    <a:pt x="23284" y="126858"/>
                  </a:cubicBezTo>
                  <a:lnTo>
                    <a:pt x="51871" y="126858"/>
                  </a:lnTo>
                  <a:lnTo>
                    <a:pt x="72119" y="147073"/>
                  </a:lnTo>
                  <a:cubicBezTo>
                    <a:pt x="72552" y="147506"/>
                    <a:pt x="73153" y="147773"/>
                    <a:pt x="73786" y="147773"/>
                  </a:cubicBezTo>
                  <a:cubicBezTo>
                    <a:pt x="74387" y="147773"/>
                    <a:pt x="74987" y="147506"/>
                    <a:pt x="75421" y="147073"/>
                  </a:cubicBezTo>
                  <a:lnTo>
                    <a:pt x="95669" y="126858"/>
                  </a:lnTo>
                  <a:lnTo>
                    <a:pt x="124256" y="126858"/>
                  </a:lnTo>
                  <a:cubicBezTo>
                    <a:pt x="125557" y="126858"/>
                    <a:pt x="126624" y="125791"/>
                    <a:pt x="126624" y="124490"/>
                  </a:cubicBezTo>
                  <a:lnTo>
                    <a:pt x="126624" y="95903"/>
                  </a:lnTo>
                  <a:lnTo>
                    <a:pt x="146839" y="75655"/>
                  </a:lnTo>
                  <a:cubicBezTo>
                    <a:pt x="147272" y="75221"/>
                    <a:pt x="147539" y="74621"/>
                    <a:pt x="147539" y="73987"/>
                  </a:cubicBezTo>
                  <a:cubicBezTo>
                    <a:pt x="147539" y="73386"/>
                    <a:pt x="147306" y="72786"/>
                    <a:pt x="146839" y="72352"/>
                  </a:cubicBezTo>
                  <a:close/>
                  <a:moveTo>
                    <a:pt x="122621" y="93267"/>
                  </a:moveTo>
                  <a:cubicBezTo>
                    <a:pt x="122154" y="93701"/>
                    <a:pt x="121921" y="94301"/>
                    <a:pt x="121921" y="94935"/>
                  </a:cubicBezTo>
                  <a:lnTo>
                    <a:pt x="121921" y="122155"/>
                  </a:lnTo>
                  <a:lnTo>
                    <a:pt x="94701" y="122155"/>
                  </a:lnTo>
                  <a:cubicBezTo>
                    <a:pt x="94068" y="122155"/>
                    <a:pt x="93467" y="122388"/>
                    <a:pt x="93034" y="122822"/>
                  </a:cubicBezTo>
                  <a:lnTo>
                    <a:pt x="73786" y="142102"/>
                  </a:lnTo>
                  <a:lnTo>
                    <a:pt x="54506" y="122855"/>
                  </a:lnTo>
                  <a:cubicBezTo>
                    <a:pt x="54072" y="122388"/>
                    <a:pt x="53472" y="122155"/>
                    <a:pt x="52838" y="122155"/>
                  </a:cubicBezTo>
                  <a:lnTo>
                    <a:pt x="25619" y="122155"/>
                  </a:lnTo>
                  <a:lnTo>
                    <a:pt x="25619" y="94935"/>
                  </a:lnTo>
                  <a:cubicBezTo>
                    <a:pt x="25619" y="94301"/>
                    <a:pt x="25385" y="93701"/>
                    <a:pt x="24952" y="93267"/>
                  </a:cubicBezTo>
                  <a:lnTo>
                    <a:pt x="5671" y="74020"/>
                  </a:lnTo>
                  <a:lnTo>
                    <a:pt x="24952" y="54740"/>
                  </a:lnTo>
                  <a:cubicBezTo>
                    <a:pt x="25385" y="54306"/>
                    <a:pt x="25619" y="53706"/>
                    <a:pt x="25619" y="53105"/>
                  </a:cubicBezTo>
                  <a:lnTo>
                    <a:pt x="25619" y="25852"/>
                  </a:lnTo>
                  <a:lnTo>
                    <a:pt x="52838" y="25852"/>
                  </a:lnTo>
                  <a:cubicBezTo>
                    <a:pt x="53472" y="25852"/>
                    <a:pt x="54072" y="25619"/>
                    <a:pt x="54506" y="25185"/>
                  </a:cubicBezTo>
                  <a:lnTo>
                    <a:pt x="73786" y="5905"/>
                  </a:lnTo>
                  <a:lnTo>
                    <a:pt x="93034" y="25185"/>
                  </a:lnTo>
                  <a:cubicBezTo>
                    <a:pt x="93467" y="25619"/>
                    <a:pt x="94068" y="25852"/>
                    <a:pt x="94701" y="25852"/>
                  </a:cubicBezTo>
                  <a:lnTo>
                    <a:pt x="121921" y="25852"/>
                  </a:lnTo>
                  <a:lnTo>
                    <a:pt x="121921" y="53072"/>
                  </a:lnTo>
                  <a:cubicBezTo>
                    <a:pt x="121921" y="53706"/>
                    <a:pt x="122154" y="54306"/>
                    <a:pt x="122588" y="54740"/>
                  </a:cubicBezTo>
                  <a:lnTo>
                    <a:pt x="141868" y="73987"/>
                  </a:lnTo>
                  <a:close/>
                </a:path>
              </a:pathLst>
            </a:custGeom>
            <a:solidFill>
              <a:srgbClr val="9575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1" name="Google Shape;121;p10"/>
          <p:cNvGrpSpPr/>
          <p:nvPr/>
        </p:nvGrpSpPr>
        <p:grpSpPr>
          <a:xfrm>
            <a:off x="1" y="3837199"/>
            <a:ext cx="1304277" cy="1306311"/>
            <a:chOff x="1" y="3837199"/>
            <a:chExt cx="1304277" cy="1306311"/>
          </a:xfrm>
        </p:grpSpPr>
        <p:sp>
          <p:nvSpPr>
            <p:cNvPr id="122" name="Google Shape;122;p10"/>
            <p:cNvSpPr/>
            <p:nvPr/>
          </p:nvSpPr>
          <p:spPr>
            <a:xfrm rot="10800000">
              <a:off x="1" y="4490349"/>
              <a:ext cx="652127" cy="653161"/>
            </a:xfrm>
            <a:custGeom>
              <a:rect b="b" l="l" r="r" t="t"/>
              <a:pathLst>
                <a:path extrusionOk="0" h="147774" w="147540">
                  <a:moveTo>
                    <a:pt x="146839" y="72352"/>
                  </a:moveTo>
                  <a:lnTo>
                    <a:pt x="126624" y="52105"/>
                  </a:lnTo>
                  <a:lnTo>
                    <a:pt x="126624" y="23517"/>
                  </a:lnTo>
                  <a:cubicBezTo>
                    <a:pt x="126624" y="22217"/>
                    <a:pt x="125557" y="21149"/>
                    <a:pt x="124256" y="21149"/>
                  </a:cubicBezTo>
                  <a:lnTo>
                    <a:pt x="95669" y="21149"/>
                  </a:lnTo>
                  <a:lnTo>
                    <a:pt x="75454" y="935"/>
                  </a:lnTo>
                  <a:cubicBezTo>
                    <a:pt x="74520" y="1"/>
                    <a:pt x="73019" y="1"/>
                    <a:pt x="72119" y="935"/>
                  </a:cubicBezTo>
                  <a:lnTo>
                    <a:pt x="51871" y="21149"/>
                  </a:lnTo>
                  <a:lnTo>
                    <a:pt x="23284" y="21149"/>
                  </a:lnTo>
                  <a:cubicBezTo>
                    <a:pt x="21983" y="21149"/>
                    <a:pt x="20915" y="22217"/>
                    <a:pt x="20915" y="23517"/>
                  </a:cubicBezTo>
                  <a:lnTo>
                    <a:pt x="20915" y="52105"/>
                  </a:lnTo>
                  <a:lnTo>
                    <a:pt x="701" y="72319"/>
                  </a:lnTo>
                  <a:cubicBezTo>
                    <a:pt x="267" y="72786"/>
                    <a:pt x="0" y="73386"/>
                    <a:pt x="0" y="73987"/>
                  </a:cubicBezTo>
                  <a:cubicBezTo>
                    <a:pt x="0" y="74621"/>
                    <a:pt x="267" y="75221"/>
                    <a:pt x="701" y="75655"/>
                  </a:cubicBezTo>
                  <a:lnTo>
                    <a:pt x="20915" y="95903"/>
                  </a:lnTo>
                  <a:lnTo>
                    <a:pt x="20915" y="124490"/>
                  </a:lnTo>
                  <a:cubicBezTo>
                    <a:pt x="20915" y="125791"/>
                    <a:pt x="21983" y="126858"/>
                    <a:pt x="23284" y="126858"/>
                  </a:cubicBezTo>
                  <a:lnTo>
                    <a:pt x="51871" y="126858"/>
                  </a:lnTo>
                  <a:lnTo>
                    <a:pt x="72119" y="147073"/>
                  </a:lnTo>
                  <a:cubicBezTo>
                    <a:pt x="72552" y="147506"/>
                    <a:pt x="73153" y="147773"/>
                    <a:pt x="73786" y="147773"/>
                  </a:cubicBezTo>
                  <a:cubicBezTo>
                    <a:pt x="74387" y="147773"/>
                    <a:pt x="74987" y="147506"/>
                    <a:pt x="75421" y="147073"/>
                  </a:cubicBezTo>
                  <a:lnTo>
                    <a:pt x="95669" y="126858"/>
                  </a:lnTo>
                  <a:lnTo>
                    <a:pt x="124256" y="126858"/>
                  </a:lnTo>
                  <a:cubicBezTo>
                    <a:pt x="125557" y="126858"/>
                    <a:pt x="126624" y="125791"/>
                    <a:pt x="126624" y="124490"/>
                  </a:cubicBezTo>
                  <a:lnTo>
                    <a:pt x="126624" y="95903"/>
                  </a:lnTo>
                  <a:lnTo>
                    <a:pt x="146839" y="75655"/>
                  </a:lnTo>
                  <a:cubicBezTo>
                    <a:pt x="147272" y="75221"/>
                    <a:pt x="147539" y="74621"/>
                    <a:pt x="147539" y="73987"/>
                  </a:cubicBezTo>
                  <a:cubicBezTo>
                    <a:pt x="147539" y="73386"/>
                    <a:pt x="147306" y="72786"/>
                    <a:pt x="146839" y="72352"/>
                  </a:cubicBezTo>
                  <a:close/>
                  <a:moveTo>
                    <a:pt x="122621" y="93267"/>
                  </a:moveTo>
                  <a:cubicBezTo>
                    <a:pt x="122154" y="93701"/>
                    <a:pt x="121921" y="94301"/>
                    <a:pt x="121921" y="94935"/>
                  </a:cubicBezTo>
                  <a:lnTo>
                    <a:pt x="121921" y="122155"/>
                  </a:lnTo>
                  <a:lnTo>
                    <a:pt x="94701" y="122155"/>
                  </a:lnTo>
                  <a:cubicBezTo>
                    <a:pt x="94068" y="122155"/>
                    <a:pt x="93467" y="122388"/>
                    <a:pt x="93034" y="122822"/>
                  </a:cubicBezTo>
                  <a:lnTo>
                    <a:pt x="73786" y="142102"/>
                  </a:lnTo>
                  <a:lnTo>
                    <a:pt x="54506" y="122855"/>
                  </a:lnTo>
                  <a:cubicBezTo>
                    <a:pt x="54072" y="122388"/>
                    <a:pt x="53472" y="122155"/>
                    <a:pt x="52838" y="122155"/>
                  </a:cubicBezTo>
                  <a:lnTo>
                    <a:pt x="25619" y="122155"/>
                  </a:lnTo>
                  <a:lnTo>
                    <a:pt x="25619" y="94935"/>
                  </a:lnTo>
                  <a:cubicBezTo>
                    <a:pt x="25619" y="94301"/>
                    <a:pt x="25385" y="93701"/>
                    <a:pt x="24952" y="93267"/>
                  </a:cubicBezTo>
                  <a:lnTo>
                    <a:pt x="5671" y="74020"/>
                  </a:lnTo>
                  <a:lnTo>
                    <a:pt x="24952" y="54740"/>
                  </a:lnTo>
                  <a:cubicBezTo>
                    <a:pt x="25385" y="54306"/>
                    <a:pt x="25619" y="53706"/>
                    <a:pt x="25619" y="53105"/>
                  </a:cubicBezTo>
                  <a:lnTo>
                    <a:pt x="25619" y="25852"/>
                  </a:lnTo>
                  <a:lnTo>
                    <a:pt x="52838" y="25852"/>
                  </a:lnTo>
                  <a:cubicBezTo>
                    <a:pt x="53472" y="25852"/>
                    <a:pt x="54072" y="25619"/>
                    <a:pt x="54506" y="25185"/>
                  </a:cubicBezTo>
                  <a:lnTo>
                    <a:pt x="73786" y="5905"/>
                  </a:lnTo>
                  <a:lnTo>
                    <a:pt x="93034" y="25185"/>
                  </a:lnTo>
                  <a:cubicBezTo>
                    <a:pt x="93467" y="25619"/>
                    <a:pt x="94068" y="25852"/>
                    <a:pt x="94701" y="25852"/>
                  </a:cubicBezTo>
                  <a:lnTo>
                    <a:pt x="121921" y="25852"/>
                  </a:lnTo>
                  <a:lnTo>
                    <a:pt x="121921" y="53072"/>
                  </a:lnTo>
                  <a:cubicBezTo>
                    <a:pt x="121921" y="53706"/>
                    <a:pt x="122154" y="54306"/>
                    <a:pt x="122588" y="54740"/>
                  </a:cubicBezTo>
                  <a:lnTo>
                    <a:pt x="141868" y="73987"/>
                  </a:lnTo>
                  <a:close/>
                </a:path>
              </a:pathLst>
            </a:custGeom>
            <a:solidFill>
              <a:srgbClr val="9575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10"/>
            <p:cNvSpPr/>
            <p:nvPr/>
          </p:nvSpPr>
          <p:spPr>
            <a:xfrm rot="10800000">
              <a:off x="652151" y="4490349"/>
              <a:ext cx="652127" cy="653161"/>
            </a:xfrm>
            <a:custGeom>
              <a:rect b="b" l="l" r="r" t="t"/>
              <a:pathLst>
                <a:path extrusionOk="0" h="147774" w="147540">
                  <a:moveTo>
                    <a:pt x="146839" y="72352"/>
                  </a:moveTo>
                  <a:lnTo>
                    <a:pt x="126624" y="52105"/>
                  </a:lnTo>
                  <a:lnTo>
                    <a:pt x="126624" y="23517"/>
                  </a:lnTo>
                  <a:cubicBezTo>
                    <a:pt x="126624" y="22217"/>
                    <a:pt x="125557" y="21149"/>
                    <a:pt x="124256" y="21149"/>
                  </a:cubicBezTo>
                  <a:lnTo>
                    <a:pt x="95669" y="21149"/>
                  </a:lnTo>
                  <a:lnTo>
                    <a:pt x="75454" y="935"/>
                  </a:lnTo>
                  <a:cubicBezTo>
                    <a:pt x="74520" y="1"/>
                    <a:pt x="73019" y="1"/>
                    <a:pt x="72119" y="935"/>
                  </a:cubicBezTo>
                  <a:lnTo>
                    <a:pt x="51871" y="21149"/>
                  </a:lnTo>
                  <a:lnTo>
                    <a:pt x="23284" y="21149"/>
                  </a:lnTo>
                  <a:cubicBezTo>
                    <a:pt x="21983" y="21149"/>
                    <a:pt x="20915" y="22217"/>
                    <a:pt x="20915" y="23517"/>
                  </a:cubicBezTo>
                  <a:lnTo>
                    <a:pt x="20915" y="52105"/>
                  </a:lnTo>
                  <a:lnTo>
                    <a:pt x="701" y="72319"/>
                  </a:lnTo>
                  <a:cubicBezTo>
                    <a:pt x="267" y="72786"/>
                    <a:pt x="0" y="73386"/>
                    <a:pt x="0" y="73987"/>
                  </a:cubicBezTo>
                  <a:cubicBezTo>
                    <a:pt x="0" y="74621"/>
                    <a:pt x="267" y="75221"/>
                    <a:pt x="701" y="75655"/>
                  </a:cubicBezTo>
                  <a:lnTo>
                    <a:pt x="20915" y="95903"/>
                  </a:lnTo>
                  <a:lnTo>
                    <a:pt x="20915" y="124490"/>
                  </a:lnTo>
                  <a:cubicBezTo>
                    <a:pt x="20915" y="125791"/>
                    <a:pt x="21983" y="126858"/>
                    <a:pt x="23284" y="126858"/>
                  </a:cubicBezTo>
                  <a:lnTo>
                    <a:pt x="51871" y="126858"/>
                  </a:lnTo>
                  <a:lnTo>
                    <a:pt x="72119" y="147073"/>
                  </a:lnTo>
                  <a:cubicBezTo>
                    <a:pt x="72552" y="147506"/>
                    <a:pt x="73153" y="147773"/>
                    <a:pt x="73786" y="147773"/>
                  </a:cubicBezTo>
                  <a:cubicBezTo>
                    <a:pt x="74387" y="147773"/>
                    <a:pt x="74987" y="147506"/>
                    <a:pt x="75421" y="147073"/>
                  </a:cubicBezTo>
                  <a:lnTo>
                    <a:pt x="95669" y="126858"/>
                  </a:lnTo>
                  <a:lnTo>
                    <a:pt x="124256" y="126858"/>
                  </a:lnTo>
                  <a:cubicBezTo>
                    <a:pt x="125557" y="126858"/>
                    <a:pt x="126624" y="125791"/>
                    <a:pt x="126624" y="124490"/>
                  </a:cubicBezTo>
                  <a:lnTo>
                    <a:pt x="126624" y="95903"/>
                  </a:lnTo>
                  <a:lnTo>
                    <a:pt x="146839" y="75655"/>
                  </a:lnTo>
                  <a:cubicBezTo>
                    <a:pt x="147272" y="75221"/>
                    <a:pt x="147539" y="74621"/>
                    <a:pt x="147539" y="73987"/>
                  </a:cubicBezTo>
                  <a:cubicBezTo>
                    <a:pt x="147539" y="73386"/>
                    <a:pt x="147306" y="72786"/>
                    <a:pt x="146839" y="72352"/>
                  </a:cubicBezTo>
                  <a:close/>
                  <a:moveTo>
                    <a:pt x="122621" y="93267"/>
                  </a:moveTo>
                  <a:cubicBezTo>
                    <a:pt x="122154" y="93701"/>
                    <a:pt x="121921" y="94301"/>
                    <a:pt x="121921" y="94935"/>
                  </a:cubicBezTo>
                  <a:lnTo>
                    <a:pt x="121921" y="122155"/>
                  </a:lnTo>
                  <a:lnTo>
                    <a:pt x="94701" y="122155"/>
                  </a:lnTo>
                  <a:cubicBezTo>
                    <a:pt x="94068" y="122155"/>
                    <a:pt x="93467" y="122388"/>
                    <a:pt x="93034" y="122822"/>
                  </a:cubicBezTo>
                  <a:lnTo>
                    <a:pt x="73786" y="142102"/>
                  </a:lnTo>
                  <a:lnTo>
                    <a:pt x="54506" y="122855"/>
                  </a:lnTo>
                  <a:cubicBezTo>
                    <a:pt x="54072" y="122388"/>
                    <a:pt x="53472" y="122155"/>
                    <a:pt x="52838" y="122155"/>
                  </a:cubicBezTo>
                  <a:lnTo>
                    <a:pt x="25619" y="122155"/>
                  </a:lnTo>
                  <a:lnTo>
                    <a:pt x="25619" y="94935"/>
                  </a:lnTo>
                  <a:cubicBezTo>
                    <a:pt x="25619" y="94301"/>
                    <a:pt x="25385" y="93701"/>
                    <a:pt x="24952" y="93267"/>
                  </a:cubicBezTo>
                  <a:lnTo>
                    <a:pt x="5671" y="74020"/>
                  </a:lnTo>
                  <a:lnTo>
                    <a:pt x="24952" y="54740"/>
                  </a:lnTo>
                  <a:cubicBezTo>
                    <a:pt x="25385" y="54306"/>
                    <a:pt x="25619" y="53706"/>
                    <a:pt x="25619" y="53105"/>
                  </a:cubicBezTo>
                  <a:lnTo>
                    <a:pt x="25619" y="25852"/>
                  </a:lnTo>
                  <a:lnTo>
                    <a:pt x="52838" y="25852"/>
                  </a:lnTo>
                  <a:cubicBezTo>
                    <a:pt x="53472" y="25852"/>
                    <a:pt x="54072" y="25619"/>
                    <a:pt x="54506" y="25185"/>
                  </a:cubicBezTo>
                  <a:lnTo>
                    <a:pt x="73786" y="5905"/>
                  </a:lnTo>
                  <a:lnTo>
                    <a:pt x="93034" y="25185"/>
                  </a:lnTo>
                  <a:cubicBezTo>
                    <a:pt x="93467" y="25619"/>
                    <a:pt x="94068" y="25852"/>
                    <a:pt x="94701" y="25852"/>
                  </a:cubicBezTo>
                  <a:lnTo>
                    <a:pt x="121921" y="25852"/>
                  </a:lnTo>
                  <a:lnTo>
                    <a:pt x="121921" y="53072"/>
                  </a:lnTo>
                  <a:cubicBezTo>
                    <a:pt x="121921" y="53706"/>
                    <a:pt x="122154" y="54306"/>
                    <a:pt x="122588" y="54740"/>
                  </a:cubicBezTo>
                  <a:lnTo>
                    <a:pt x="141868" y="73987"/>
                  </a:lnTo>
                  <a:close/>
                </a:path>
              </a:pathLst>
            </a:custGeom>
            <a:solidFill>
              <a:srgbClr val="9575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10"/>
            <p:cNvSpPr/>
            <p:nvPr/>
          </p:nvSpPr>
          <p:spPr>
            <a:xfrm rot="10800000">
              <a:off x="1" y="3837199"/>
              <a:ext cx="652127" cy="653161"/>
            </a:xfrm>
            <a:custGeom>
              <a:rect b="b" l="l" r="r" t="t"/>
              <a:pathLst>
                <a:path extrusionOk="0" h="147774" w="147540">
                  <a:moveTo>
                    <a:pt x="146839" y="72352"/>
                  </a:moveTo>
                  <a:lnTo>
                    <a:pt x="126624" y="52105"/>
                  </a:lnTo>
                  <a:lnTo>
                    <a:pt x="126624" y="23517"/>
                  </a:lnTo>
                  <a:cubicBezTo>
                    <a:pt x="126624" y="22217"/>
                    <a:pt x="125557" y="21149"/>
                    <a:pt x="124256" y="21149"/>
                  </a:cubicBezTo>
                  <a:lnTo>
                    <a:pt x="95669" y="21149"/>
                  </a:lnTo>
                  <a:lnTo>
                    <a:pt x="75454" y="935"/>
                  </a:lnTo>
                  <a:cubicBezTo>
                    <a:pt x="74520" y="1"/>
                    <a:pt x="73019" y="1"/>
                    <a:pt x="72119" y="935"/>
                  </a:cubicBezTo>
                  <a:lnTo>
                    <a:pt x="51871" y="21149"/>
                  </a:lnTo>
                  <a:lnTo>
                    <a:pt x="23284" y="21149"/>
                  </a:lnTo>
                  <a:cubicBezTo>
                    <a:pt x="21983" y="21149"/>
                    <a:pt x="20915" y="22217"/>
                    <a:pt x="20915" y="23517"/>
                  </a:cubicBezTo>
                  <a:lnTo>
                    <a:pt x="20915" y="52105"/>
                  </a:lnTo>
                  <a:lnTo>
                    <a:pt x="701" y="72319"/>
                  </a:lnTo>
                  <a:cubicBezTo>
                    <a:pt x="267" y="72786"/>
                    <a:pt x="0" y="73386"/>
                    <a:pt x="0" y="73987"/>
                  </a:cubicBezTo>
                  <a:cubicBezTo>
                    <a:pt x="0" y="74621"/>
                    <a:pt x="267" y="75221"/>
                    <a:pt x="701" y="75655"/>
                  </a:cubicBezTo>
                  <a:lnTo>
                    <a:pt x="20915" y="95903"/>
                  </a:lnTo>
                  <a:lnTo>
                    <a:pt x="20915" y="124490"/>
                  </a:lnTo>
                  <a:cubicBezTo>
                    <a:pt x="20915" y="125791"/>
                    <a:pt x="21983" y="126858"/>
                    <a:pt x="23284" y="126858"/>
                  </a:cubicBezTo>
                  <a:lnTo>
                    <a:pt x="51871" y="126858"/>
                  </a:lnTo>
                  <a:lnTo>
                    <a:pt x="72119" y="147073"/>
                  </a:lnTo>
                  <a:cubicBezTo>
                    <a:pt x="72552" y="147506"/>
                    <a:pt x="73153" y="147773"/>
                    <a:pt x="73786" y="147773"/>
                  </a:cubicBezTo>
                  <a:cubicBezTo>
                    <a:pt x="74387" y="147773"/>
                    <a:pt x="74987" y="147506"/>
                    <a:pt x="75421" y="147073"/>
                  </a:cubicBezTo>
                  <a:lnTo>
                    <a:pt x="95669" y="126858"/>
                  </a:lnTo>
                  <a:lnTo>
                    <a:pt x="124256" y="126858"/>
                  </a:lnTo>
                  <a:cubicBezTo>
                    <a:pt x="125557" y="126858"/>
                    <a:pt x="126624" y="125791"/>
                    <a:pt x="126624" y="124490"/>
                  </a:cubicBezTo>
                  <a:lnTo>
                    <a:pt x="126624" y="95903"/>
                  </a:lnTo>
                  <a:lnTo>
                    <a:pt x="146839" y="75655"/>
                  </a:lnTo>
                  <a:cubicBezTo>
                    <a:pt x="147272" y="75221"/>
                    <a:pt x="147539" y="74621"/>
                    <a:pt x="147539" y="73987"/>
                  </a:cubicBezTo>
                  <a:cubicBezTo>
                    <a:pt x="147539" y="73386"/>
                    <a:pt x="147306" y="72786"/>
                    <a:pt x="146839" y="72352"/>
                  </a:cubicBezTo>
                  <a:close/>
                  <a:moveTo>
                    <a:pt x="122621" y="93267"/>
                  </a:moveTo>
                  <a:cubicBezTo>
                    <a:pt x="122154" y="93701"/>
                    <a:pt x="121921" y="94301"/>
                    <a:pt x="121921" y="94935"/>
                  </a:cubicBezTo>
                  <a:lnTo>
                    <a:pt x="121921" y="122155"/>
                  </a:lnTo>
                  <a:lnTo>
                    <a:pt x="94701" y="122155"/>
                  </a:lnTo>
                  <a:cubicBezTo>
                    <a:pt x="94068" y="122155"/>
                    <a:pt x="93467" y="122388"/>
                    <a:pt x="93034" y="122822"/>
                  </a:cubicBezTo>
                  <a:lnTo>
                    <a:pt x="73786" y="142102"/>
                  </a:lnTo>
                  <a:lnTo>
                    <a:pt x="54506" y="122855"/>
                  </a:lnTo>
                  <a:cubicBezTo>
                    <a:pt x="54072" y="122388"/>
                    <a:pt x="53472" y="122155"/>
                    <a:pt x="52838" y="122155"/>
                  </a:cubicBezTo>
                  <a:lnTo>
                    <a:pt x="25619" y="122155"/>
                  </a:lnTo>
                  <a:lnTo>
                    <a:pt x="25619" y="94935"/>
                  </a:lnTo>
                  <a:cubicBezTo>
                    <a:pt x="25619" y="94301"/>
                    <a:pt x="25385" y="93701"/>
                    <a:pt x="24952" y="93267"/>
                  </a:cubicBezTo>
                  <a:lnTo>
                    <a:pt x="5671" y="74020"/>
                  </a:lnTo>
                  <a:lnTo>
                    <a:pt x="24952" y="54740"/>
                  </a:lnTo>
                  <a:cubicBezTo>
                    <a:pt x="25385" y="54306"/>
                    <a:pt x="25619" y="53706"/>
                    <a:pt x="25619" y="53105"/>
                  </a:cubicBezTo>
                  <a:lnTo>
                    <a:pt x="25619" y="25852"/>
                  </a:lnTo>
                  <a:lnTo>
                    <a:pt x="52838" y="25852"/>
                  </a:lnTo>
                  <a:cubicBezTo>
                    <a:pt x="53472" y="25852"/>
                    <a:pt x="54072" y="25619"/>
                    <a:pt x="54506" y="25185"/>
                  </a:cubicBezTo>
                  <a:lnTo>
                    <a:pt x="73786" y="5905"/>
                  </a:lnTo>
                  <a:lnTo>
                    <a:pt x="93034" y="25185"/>
                  </a:lnTo>
                  <a:cubicBezTo>
                    <a:pt x="93467" y="25619"/>
                    <a:pt x="94068" y="25852"/>
                    <a:pt x="94701" y="25852"/>
                  </a:cubicBezTo>
                  <a:lnTo>
                    <a:pt x="121921" y="25852"/>
                  </a:lnTo>
                  <a:lnTo>
                    <a:pt x="121921" y="53072"/>
                  </a:lnTo>
                  <a:cubicBezTo>
                    <a:pt x="121921" y="53706"/>
                    <a:pt x="122154" y="54306"/>
                    <a:pt x="122588" y="54740"/>
                  </a:cubicBezTo>
                  <a:lnTo>
                    <a:pt x="141868" y="73987"/>
                  </a:lnTo>
                  <a:close/>
                </a:path>
              </a:pathLst>
            </a:custGeom>
            <a:solidFill>
              <a:srgbClr val="9575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5" name="Google Shape;125;p10"/>
          <p:cNvSpPr txBox="1"/>
          <p:nvPr>
            <p:ph idx="1" type="subTitle"/>
          </p:nvPr>
        </p:nvSpPr>
        <p:spPr>
          <a:xfrm>
            <a:off x="1676620" y="1459822"/>
            <a:ext cx="2437500" cy="448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Font typeface="Open Sans"/>
              <a:buNone/>
              <a:defRPr sz="2500">
                <a:solidFill>
                  <a:schemeClr val="lt2"/>
                </a:solidFill>
                <a:latin typeface="Redressed"/>
                <a:ea typeface="Redressed"/>
                <a:cs typeface="Redressed"/>
                <a:sym typeface="Redressed"/>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sp>
        <p:nvSpPr>
          <p:cNvPr id="126" name="Google Shape;126;p10"/>
          <p:cNvSpPr txBox="1"/>
          <p:nvPr>
            <p:ph idx="2" type="subTitle"/>
          </p:nvPr>
        </p:nvSpPr>
        <p:spPr>
          <a:xfrm>
            <a:off x="1683355" y="1811275"/>
            <a:ext cx="2633100" cy="574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500"/>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sp>
        <p:nvSpPr>
          <p:cNvPr id="127" name="Google Shape;127;p10"/>
          <p:cNvSpPr txBox="1"/>
          <p:nvPr>
            <p:ph idx="3" type="subTitle"/>
          </p:nvPr>
        </p:nvSpPr>
        <p:spPr>
          <a:xfrm>
            <a:off x="1676620" y="2777222"/>
            <a:ext cx="2437500" cy="448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Font typeface="Open Sans"/>
              <a:buNone/>
              <a:defRPr sz="2500">
                <a:solidFill>
                  <a:schemeClr val="lt2"/>
                </a:solidFill>
                <a:latin typeface="Redressed"/>
                <a:ea typeface="Redressed"/>
                <a:cs typeface="Redressed"/>
                <a:sym typeface="Redressed"/>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sp>
        <p:nvSpPr>
          <p:cNvPr id="128" name="Google Shape;128;p10"/>
          <p:cNvSpPr txBox="1"/>
          <p:nvPr>
            <p:ph idx="4" type="subTitle"/>
          </p:nvPr>
        </p:nvSpPr>
        <p:spPr>
          <a:xfrm>
            <a:off x="1683282" y="3128675"/>
            <a:ext cx="2633100" cy="574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500"/>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sp>
        <p:nvSpPr>
          <p:cNvPr id="129" name="Google Shape;129;p10"/>
          <p:cNvSpPr txBox="1"/>
          <p:nvPr>
            <p:ph idx="5" type="subTitle"/>
          </p:nvPr>
        </p:nvSpPr>
        <p:spPr>
          <a:xfrm>
            <a:off x="5648220" y="1459822"/>
            <a:ext cx="2394600" cy="448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Font typeface="Open Sans"/>
              <a:buNone/>
              <a:defRPr sz="2500">
                <a:solidFill>
                  <a:schemeClr val="lt2"/>
                </a:solidFill>
                <a:latin typeface="Redressed"/>
                <a:ea typeface="Redressed"/>
                <a:cs typeface="Redressed"/>
                <a:sym typeface="Redresse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0" name="Google Shape;130;p10"/>
          <p:cNvSpPr txBox="1"/>
          <p:nvPr>
            <p:ph idx="6" type="subTitle"/>
          </p:nvPr>
        </p:nvSpPr>
        <p:spPr>
          <a:xfrm>
            <a:off x="5648220" y="1811272"/>
            <a:ext cx="2633400" cy="601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1" name="Google Shape;131;p10"/>
          <p:cNvSpPr txBox="1"/>
          <p:nvPr>
            <p:ph idx="7" type="subTitle"/>
          </p:nvPr>
        </p:nvSpPr>
        <p:spPr>
          <a:xfrm>
            <a:off x="5648220" y="2777222"/>
            <a:ext cx="2394600" cy="448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Font typeface="Open Sans"/>
              <a:buNone/>
              <a:defRPr sz="2500">
                <a:solidFill>
                  <a:schemeClr val="lt2"/>
                </a:solidFill>
                <a:latin typeface="Redressed"/>
                <a:ea typeface="Redressed"/>
                <a:cs typeface="Redressed"/>
                <a:sym typeface="Redresse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2" name="Google Shape;132;p10"/>
          <p:cNvSpPr txBox="1"/>
          <p:nvPr>
            <p:ph idx="8" type="subTitle"/>
          </p:nvPr>
        </p:nvSpPr>
        <p:spPr>
          <a:xfrm>
            <a:off x="5648220" y="3128672"/>
            <a:ext cx="2633400" cy="601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3" name="Google Shape;133;p10"/>
          <p:cNvSpPr txBox="1"/>
          <p:nvPr>
            <p:ph type="title"/>
          </p:nvPr>
        </p:nvSpPr>
        <p:spPr>
          <a:xfrm>
            <a:off x="720000" y="541975"/>
            <a:ext cx="7704000" cy="314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b="0" sz="3500"/>
            </a:lvl1pPr>
            <a:lvl2pPr lvl="1" algn="ctr">
              <a:lnSpc>
                <a:spcPct val="100000"/>
              </a:lnSpc>
              <a:spcBef>
                <a:spcPts val="0"/>
              </a:spcBef>
              <a:spcAft>
                <a:spcPts val="0"/>
              </a:spcAft>
              <a:buClr>
                <a:schemeClr val="dk1"/>
              </a:buClr>
              <a:buSzPts val="3500"/>
              <a:buNone/>
              <a:defRPr sz="3500">
                <a:solidFill>
                  <a:schemeClr val="dk1"/>
                </a:solidFill>
              </a:defRPr>
            </a:lvl2pPr>
            <a:lvl3pPr lvl="2" algn="ctr">
              <a:lnSpc>
                <a:spcPct val="100000"/>
              </a:lnSpc>
              <a:spcBef>
                <a:spcPts val="0"/>
              </a:spcBef>
              <a:spcAft>
                <a:spcPts val="0"/>
              </a:spcAft>
              <a:buClr>
                <a:schemeClr val="dk1"/>
              </a:buClr>
              <a:buSzPts val="3500"/>
              <a:buNone/>
              <a:defRPr sz="3500">
                <a:solidFill>
                  <a:schemeClr val="dk1"/>
                </a:solidFill>
              </a:defRPr>
            </a:lvl3pPr>
            <a:lvl4pPr lvl="3" algn="ctr">
              <a:lnSpc>
                <a:spcPct val="100000"/>
              </a:lnSpc>
              <a:spcBef>
                <a:spcPts val="0"/>
              </a:spcBef>
              <a:spcAft>
                <a:spcPts val="0"/>
              </a:spcAft>
              <a:buClr>
                <a:schemeClr val="dk1"/>
              </a:buClr>
              <a:buSzPts val="3500"/>
              <a:buNone/>
              <a:defRPr sz="3500">
                <a:solidFill>
                  <a:schemeClr val="dk1"/>
                </a:solidFill>
              </a:defRPr>
            </a:lvl4pPr>
            <a:lvl5pPr lvl="4" algn="ctr">
              <a:lnSpc>
                <a:spcPct val="100000"/>
              </a:lnSpc>
              <a:spcBef>
                <a:spcPts val="0"/>
              </a:spcBef>
              <a:spcAft>
                <a:spcPts val="0"/>
              </a:spcAft>
              <a:buClr>
                <a:schemeClr val="dk1"/>
              </a:buClr>
              <a:buSzPts val="3500"/>
              <a:buNone/>
              <a:defRPr sz="3500">
                <a:solidFill>
                  <a:schemeClr val="dk1"/>
                </a:solidFill>
              </a:defRPr>
            </a:lvl5pPr>
            <a:lvl6pPr lvl="5" algn="ctr">
              <a:lnSpc>
                <a:spcPct val="100000"/>
              </a:lnSpc>
              <a:spcBef>
                <a:spcPts val="0"/>
              </a:spcBef>
              <a:spcAft>
                <a:spcPts val="0"/>
              </a:spcAft>
              <a:buClr>
                <a:schemeClr val="dk1"/>
              </a:buClr>
              <a:buSzPts val="3500"/>
              <a:buNone/>
              <a:defRPr sz="3500">
                <a:solidFill>
                  <a:schemeClr val="dk1"/>
                </a:solidFill>
              </a:defRPr>
            </a:lvl6pPr>
            <a:lvl7pPr lvl="6" algn="ctr">
              <a:lnSpc>
                <a:spcPct val="100000"/>
              </a:lnSpc>
              <a:spcBef>
                <a:spcPts val="0"/>
              </a:spcBef>
              <a:spcAft>
                <a:spcPts val="0"/>
              </a:spcAft>
              <a:buClr>
                <a:schemeClr val="dk1"/>
              </a:buClr>
              <a:buSzPts val="3500"/>
              <a:buNone/>
              <a:defRPr sz="3500">
                <a:solidFill>
                  <a:schemeClr val="dk1"/>
                </a:solidFill>
              </a:defRPr>
            </a:lvl7pPr>
            <a:lvl8pPr lvl="7" algn="ctr">
              <a:lnSpc>
                <a:spcPct val="100000"/>
              </a:lnSpc>
              <a:spcBef>
                <a:spcPts val="0"/>
              </a:spcBef>
              <a:spcAft>
                <a:spcPts val="0"/>
              </a:spcAft>
              <a:buClr>
                <a:schemeClr val="dk1"/>
              </a:buClr>
              <a:buSzPts val="3500"/>
              <a:buNone/>
              <a:defRPr sz="3500">
                <a:solidFill>
                  <a:schemeClr val="dk1"/>
                </a:solidFill>
              </a:defRPr>
            </a:lvl8pPr>
            <a:lvl9pPr lvl="8" algn="ctr">
              <a:lnSpc>
                <a:spcPct val="100000"/>
              </a:lnSpc>
              <a:spcBef>
                <a:spcPts val="0"/>
              </a:spcBef>
              <a:spcAft>
                <a:spcPts val="0"/>
              </a:spcAft>
              <a:buClr>
                <a:schemeClr val="dk1"/>
              </a:buClr>
              <a:buSzPts val="3500"/>
              <a:buNone/>
              <a:defRPr sz="3500">
                <a:solidFill>
                  <a:schemeClr val="dk1"/>
                </a:solidFill>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ist">
  <p:cSld name="CUSTOM_3">
    <p:spTree>
      <p:nvGrpSpPr>
        <p:cNvPr id="134" name="Shape 134"/>
        <p:cNvGrpSpPr/>
        <p:nvPr/>
      </p:nvGrpSpPr>
      <p:grpSpPr>
        <a:xfrm>
          <a:off x="0" y="0"/>
          <a:ext cx="0" cy="0"/>
          <a:chOff x="0" y="0"/>
          <a:chExt cx="0" cy="0"/>
        </a:xfrm>
      </p:grpSpPr>
      <p:sp>
        <p:nvSpPr>
          <p:cNvPr id="135" name="Google Shape;135;p11"/>
          <p:cNvSpPr/>
          <p:nvPr/>
        </p:nvSpPr>
        <p:spPr>
          <a:xfrm>
            <a:off x="0" y="0"/>
            <a:ext cx="9144259" cy="5143463"/>
          </a:xfrm>
          <a:custGeom>
            <a:rect b="b" l="l" r="r" t="t"/>
            <a:pathLst>
              <a:path extrusionOk="0" h="123123" w="246310">
                <a:moveTo>
                  <a:pt x="245442" y="2136"/>
                </a:moveTo>
                <a:lnTo>
                  <a:pt x="244175" y="2136"/>
                </a:lnTo>
                <a:lnTo>
                  <a:pt x="244175" y="1035"/>
                </a:lnTo>
                <a:lnTo>
                  <a:pt x="244075" y="768"/>
                </a:lnTo>
                <a:lnTo>
                  <a:pt x="243274" y="1"/>
                </a:lnTo>
                <a:lnTo>
                  <a:pt x="243141" y="1"/>
                </a:lnTo>
                <a:lnTo>
                  <a:pt x="242173" y="1"/>
                </a:lnTo>
                <a:lnTo>
                  <a:pt x="240372" y="1"/>
                </a:lnTo>
                <a:lnTo>
                  <a:pt x="239238" y="1"/>
                </a:lnTo>
                <a:lnTo>
                  <a:pt x="231499" y="1"/>
                </a:lnTo>
                <a:lnTo>
                  <a:pt x="231332" y="1"/>
                </a:lnTo>
                <a:lnTo>
                  <a:pt x="230532" y="1"/>
                </a:lnTo>
                <a:lnTo>
                  <a:pt x="230365" y="1"/>
                </a:lnTo>
                <a:lnTo>
                  <a:pt x="222626" y="1"/>
                </a:lnTo>
                <a:lnTo>
                  <a:pt x="222626" y="1"/>
                </a:lnTo>
                <a:lnTo>
                  <a:pt x="221492" y="1"/>
                </a:lnTo>
                <a:lnTo>
                  <a:pt x="219691" y="1"/>
                </a:lnTo>
                <a:lnTo>
                  <a:pt x="218723" y="1"/>
                </a:lnTo>
                <a:lnTo>
                  <a:pt x="218557" y="1"/>
                </a:lnTo>
                <a:lnTo>
                  <a:pt x="217789" y="768"/>
                </a:lnTo>
                <a:lnTo>
                  <a:pt x="217689" y="1035"/>
                </a:lnTo>
                <a:lnTo>
                  <a:pt x="217689" y="2136"/>
                </a:lnTo>
                <a:lnTo>
                  <a:pt x="216422" y="2136"/>
                </a:lnTo>
                <a:lnTo>
                  <a:pt x="215521" y="3036"/>
                </a:lnTo>
                <a:lnTo>
                  <a:pt x="214654" y="2136"/>
                </a:lnTo>
                <a:lnTo>
                  <a:pt x="213386" y="2136"/>
                </a:lnTo>
                <a:lnTo>
                  <a:pt x="213386" y="1035"/>
                </a:lnTo>
                <a:lnTo>
                  <a:pt x="213286" y="768"/>
                </a:lnTo>
                <a:lnTo>
                  <a:pt x="212519" y="1"/>
                </a:lnTo>
                <a:lnTo>
                  <a:pt x="212352" y="1"/>
                </a:lnTo>
                <a:lnTo>
                  <a:pt x="211385" y="1"/>
                </a:lnTo>
                <a:lnTo>
                  <a:pt x="209584" y="1"/>
                </a:lnTo>
                <a:lnTo>
                  <a:pt x="208449" y="1"/>
                </a:lnTo>
                <a:lnTo>
                  <a:pt x="200710" y="1"/>
                </a:lnTo>
                <a:lnTo>
                  <a:pt x="200544" y="1"/>
                </a:lnTo>
                <a:lnTo>
                  <a:pt x="199743" y="1"/>
                </a:lnTo>
                <a:lnTo>
                  <a:pt x="199576" y="1"/>
                </a:lnTo>
                <a:lnTo>
                  <a:pt x="191837" y="1"/>
                </a:lnTo>
                <a:lnTo>
                  <a:pt x="190703" y="1"/>
                </a:lnTo>
                <a:lnTo>
                  <a:pt x="188902" y="1"/>
                </a:lnTo>
                <a:lnTo>
                  <a:pt x="187935" y="1"/>
                </a:lnTo>
                <a:lnTo>
                  <a:pt x="187801" y="1"/>
                </a:lnTo>
                <a:lnTo>
                  <a:pt x="187001" y="768"/>
                </a:lnTo>
                <a:lnTo>
                  <a:pt x="186901" y="1035"/>
                </a:lnTo>
                <a:lnTo>
                  <a:pt x="186901" y="2136"/>
                </a:lnTo>
                <a:lnTo>
                  <a:pt x="185633" y="2136"/>
                </a:lnTo>
                <a:lnTo>
                  <a:pt x="184766" y="3036"/>
                </a:lnTo>
                <a:lnTo>
                  <a:pt x="183865" y="2136"/>
                </a:lnTo>
                <a:lnTo>
                  <a:pt x="182598" y="2136"/>
                </a:lnTo>
                <a:lnTo>
                  <a:pt x="182598" y="1035"/>
                </a:lnTo>
                <a:lnTo>
                  <a:pt x="182497" y="768"/>
                </a:lnTo>
                <a:lnTo>
                  <a:pt x="181730" y="1"/>
                </a:lnTo>
                <a:lnTo>
                  <a:pt x="181563" y="1"/>
                </a:lnTo>
                <a:lnTo>
                  <a:pt x="180596" y="1"/>
                </a:lnTo>
                <a:lnTo>
                  <a:pt x="178795" y="1"/>
                </a:lnTo>
                <a:lnTo>
                  <a:pt x="177661" y="1"/>
                </a:lnTo>
                <a:lnTo>
                  <a:pt x="169922" y="1"/>
                </a:lnTo>
                <a:lnTo>
                  <a:pt x="169755" y="1"/>
                </a:lnTo>
                <a:lnTo>
                  <a:pt x="168954" y="1"/>
                </a:lnTo>
                <a:lnTo>
                  <a:pt x="168788" y="1"/>
                </a:lnTo>
                <a:lnTo>
                  <a:pt x="161049" y="1"/>
                </a:lnTo>
                <a:lnTo>
                  <a:pt x="159948" y="1"/>
                </a:lnTo>
                <a:lnTo>
                  <a:pt x="158113" y="1"/>
                </a:lnTo>
                <a:lnTo>
                  <a:pt x="157179" y="1"/>
                </a:lnTo>
                <a:lnTo>
                  <a:pt x="157013" y="1"/>
                </a:lnTo>
                <a:lnTo>
                  <a:pt x="156245" y="768"/>
                </a:lnTo>
                <a:lnTo>
                  <a:pt x="156112" y="1035"/>
                </a:lnTo>
                <a:lnTo>
                  <a:pt x="156112" y="2136"/>
                </a:lnTo>
                <a:lnTo>
                  <a:pt x="154844" y="2136"/>
                </a:lnTo>
                <a:lnTo>
                  <a:pt x="153944" y="3036"/>
                </a:lnTo>
                <a:lnTo>
                  <a:pt x="153076" y="2136"/>
                </a:lnTo>
                <a:lnTo>
                  <a:pt x="151809" y="2136"/>
                </a:lnTo>
                <a:lnTo>
                  <a:pt x="151809" y="1035"/>
                </a:lnTo>
                <a:lnTo>
                  <a:pt x="151675" y="768"/>
                </a:lnTo>
                <a:lnTo>
                  <a:pt x="150908" y="1"/>
                </a:lnTo>
                <a:lnTo>
                  <a:pt x="150741" y="1"/>
                </a:lnTo>
                <a:lnTo>
                  <a:pt x="149807" y="1"/>
                </a:lnTo>
                <a:lnTo>
                  <a:pt x="147973" y="1"/>
                </a:lnTo>
                <a:lnTo>
                  <a:pt x="146872" y="1"/>
                </a:lnTo>
                <a:lnTo>
                  <a:pt x="139133" y="1"/>
                </a:lnTo>
                <a:lnTo>
                  <a:pt x="138966" y="1"/>
                </a:lnTo>
                <a:lnTo>
                  <a:pt x="138166" y="1"/>
                </a:lnTo>
                <a:lnTo>
                  <a:pt x="137999" y="1"/>
                </a:lnTo>
                <a:lnTo>
                  <a:pt x="130260" y="1"/>
                </a:lnTo>
                <a:lnTo>
                  <a:pt x="129126" y="1"/>
                </a:lnTo>
                <a:lnTo>
                  <a:pt x="127325" y="1"/>
                </a:lnTo>
                <a:lnTo>
                  <a:pt x="126357" y="1"/>
                </a:lnTo>
                <a:lnTo>
                  <a:pt x="126191" y="1"/>
                </a:lnTo>
                <a:lnTo>
                  <a:pt x="125423" y="768"/>
                </a:lnTo>
                <a:lnTo>
                  <a:pt x="125323" y="1035"/>
                </a:lnTo>
                <a:lnTo>
                  <a:pt x="125323" y="2136"/>
                </a:lnTo>
                <a:lnTo>
                  <a:pt x="124056" y="2136"/>
                </a:lnTo>
                <a:lnTo>
                  <a:pt x="123155" y="3036"/>
                </a:lnTo>
                <a:lnTo>
                  <a:pt x="122254" y="2136"/>
                </a:lnTo>
                <a:lnTo>
                  <a:pt x="121020" y="2136"/>
                </a:lnTo>
                <a:lnTo>
                  <a:pt x="121020" y="1035"/>
                </a:lnTo>
                <a:lnTo>
                  <a:pt x="120887" y="768"/>
                </a:lnTo>
                <a:lnTo>
                  <a:pt x="120120" y="1"/>
                </a:lnTo>
                <a:lnTo>
                  <a:pt x="119953" y="1"/>
                </a:lnTo>
                <a:lnTo>
                  <a:pt x="119019" y="1"/>
                </a:lnTo>
                <a:lnTo>
                  <a:pt x="117184" y="1"/>
                </a:lnTo>
                <a:lnTo>
                  <a:pt x="116083" y="1"/>
                </a:lnTo>
                <a:lnTo>
                  <a:pt x="108311" y="1"/>
                </a:lnTo>
                <a:lnTo>
                  <a:pt x="108144" y="1"/>
                </a:lnTo>
                <a:lnTo>
                  <a:pt x="107377" y="1"/>
                </a:lnTo>
                <a:lnTo>
                  <a:pt x="107210" y="1"/>
                </a:lnTo>
                <a:lnTo>
                  <a:pt x="99472" y="1"/>
                </a:lnTo>
                <a:lnTo>
                  <a:pt x="98337" y="1"/>
                </a:lnTo>
                <a:lnTo>
                  <a:pt x="96536" y="1"/>
                </a:lnTo>
                <a:lnTo>
                  <a:pt x="95569" y="1"/>
                </a:lnTo>
                <a:lnTo>
                  <a:pt x="95402" y="1"/>
                </a:lnTo>
                <a:lnTo>
                  <a:pt x="94635" y="768"/>
                </a:lnTo>
                <a:lnTo>
                  <a:pt x="94535" y="1035"/>
                </a:lnTo>
                <a:lnTo>
                  <a:pt x="94535" y="2136"/>
                </a:lnTo>
                <a:lnTo>
                  <a:pt x="93267" y="2136"/>
                </a:lnTo>
                <a:lnTo>
                  <a:pt x="92366" y="3036"/>
                </a:lnTo>
                <a:lnTo>
                  <a:pt x="91499" y="2136"/>
                </a:lnTo>
                <a:lnTo>
                  <a:pt x="90232" y="2136"/>
                </a:lnTo>
                <a:lnTo>
                  <a:pt x="90232" y="1035"/>
                </a:lnTo>
                <a:lnTo>
                  <a:pt x="90098" y="768"/>
                </a:lnTo>
                <a:lnTo>
                  <a:pt x="89331" y="1"/>
                </a:lnTo>
                <a:lnTo>
                  <a:pt x="89164" y="1"/>
                </a:lnTo>
                <a:lnTo>
                  <a:pt x="88197" y="1"/>
                </a:lnTo>
                <a:lnTo>
                  <a:pt x="86396" y="1"/>
                </a:lnTo>
                <a:lnTo>
                  <a:pt x="85295" y="1"/>
                </a:lnTo>
                <a:lnTo>
                  <a:pt x="77523" y="1"/>
                </a:lnTo>
                <a:lnTo>
                  <a:pt x="77356" y="1"/>
                </a:lnTo>
                <a:lnTo>
                  <a:pt x="76589" y="1"/>
                </a:lnTo>
                <a:lnTo>
                  <a:pt x="76422" y="1"/>
                </a:lnTo>
                <a:lnTo>
                  <a:pt x="68650" y="1"/>
                </a:lnTo>
                <a:lnTo>
                  <a:pt x="67549" y="1"/>
                </a:lnTo>
                <a:lnTo>
                  <a:pt x="65714" y="1"/>
                </a:lnTo>
                <a:lnTo>
                  <a:pt x="64780" y="1"/>
                </a:lnTo>
                <a:lnTo>
                  <a:pt x="64613" y="1"/>
                </a:lnTo>
                <a:lnTo>
                  <a:pt x="63846" y="768"/>
                </a:lnTo>
                <a:lnTo>
                  <a:pt x="63713" y="1035"/>
                </a:lnTo>
                <a:lnTo>
                  <a:pt x="63713" y="2136"/>
                </a:lnTo>
                <a:lnTo>
                  <a:pt x="62478" y="2136"/>
                </a:lnTo>
                <a:lnTo>
                  <a:pt x="61578" y="3036"/>
                </a:lnTo>
                <a:lnTo>
                  <a:pt x="60677" y="2136"/>
                </a:lnTo>
                <a:lnTo>
                  <a:pt x="59443" y="2136"/>
                </a:lnTo>
                <a:lnTo>
                  <a:pt x="59443" y="1035"/>
                </a:lnTo>
                <a:lnTo>
                  <a:pt x="59310" y="768"/>
                </a:lnTo>
                <a:lnTo>
                  <a:pt x="58542" y="1"/>
                </a:lnTo>
                <a:lnTo>
                  <a:pt x="58376" y="1"/>
                </a:lnTo>
                <a:lnTo>
                  <a:pt x="57408" y="1"/>
                </a:lnTo>
                <a:lnTo>
                  <a:pt x="55607" y="1"/>
                </a:lnTo>
                <a:lnTo>
                  <a:pt x="54506" y="1"/>
                </a:lnTo>
                <a:lnTo>
                  <a:pt x="46734" y="1"/>
                </a:lnTo>
                <a:lnTo>
                  <a:pt x="46567" y="1"/>
                </a:lnTo>
                <a:lnTo>
                  <a:pt x="45767" y="1"/>
                </a:lnTo>
                <a:lnTo>
                  <a:pt x="45600" y="1"/>
                </a:lnTo>
                <a:lnTo>
                  <a:pt x="37861" y="1"/>
                </a:lnTo>
                <a:lnTo>
                  <a:pt x="36760" y="1"/>
                </a:lnTo>
                <a:lnTo>
                  <a:pt x="34925" y="1"/>
                </a:lnTo>
                <a:lnTo>
                  <a:pt x="33991" y="1"/>
                </a:lnTo>
                <a:lnTo>
                  <a:pt x="33825" y="1"/>
                </a:lnTo>
                <a:lnTo>
                  <a:pt x="33057" y="768"/>
                </a:lnTo>
                <a:lnTo>
                  <a:pt x="32924" y="1035"/>
                </a:lnTo>
                <a:lnTo>
                  <a:pt x="32924" y="2136"/>
                </a:lnTo>
                <a:lnTo>
                  <a:pt x="31690" y="2136"/>
                </a:lnTo>
                <a:lnTo>
                  <a:pt x="30789" y="3036"/>
                </a:lnTo>
                <a:lnTo>
                  <a:pt x="29889" y="2136"/>
                </a:lnTo>
                <a:lnTo>
                  <a:pt x="28654" y="2136"/>
                </a:lnTo>
                <a:lnTo>
                  <a:pt x="28654" y="1035"/>
                </a:lnTo>
                <a:lnTo>
                  <a:pt x="28521" y="768"/>
                </a:lnTo>
                <a:lnTo>
                  <a:pt x="27754" y="1"/>
                </a:lnTo>
                <a:lnTo>
                  <a:pt x="27587" y="1"/>
                </a:lnTo>
                <a:lnTo>
                  <a:pt x="26620" y="1"/>
                </a:lnTo>
                <a:lnTo>
                  <a:pt x="24818" y="1"/>
                </a:lnTo>
                <a:lnTo>
                  <a:pt x="23684" y="1"/>
                </a:lnTo>
                <a:lnTo>
                  <a:pt x="23684" y="1"/>
                </a:lnTo>
                <a:lnTo>
                  <a:pt x="15945" y="1"/>
                </a:lnTo>
                <a:lnTo>
                  <a:pt x="15778" y="1"/>
                </a:lnTo>
                <a:lnTo>
                  <a:pt x="14978" y="1"/>
                </a:lnTo>
                <a:lnTo>
                  <a:pt x="14811" y="1"/>
                </a:lnTo>
                <a:lnTo>
                  <a:pt x="7072" y="1"/>
                </a:lnTo>
                <a:lnTo>
                  <a:pt x="5938" y="1"/>
                </a:lnTo>
                <a:lnTo>
                  <a:pt x="4137" y="1"/>
                </a:lnTo>
                <a:lnTo>
                  <a:pt x="3169" y="1"/>
                </a:lnTo>
                <a:lnTo>
                  <a:pt x="3036" y="1"/>
                </a:lnTo>
                <a:lnTo>
                  <a:pt x="2235" y="768"/>
                </a:lnTo>
                <a:lnTo>
                  <a:pt x="2135" y="1035"/>
                </a:lnTo>
                <a:lnTo>
                  <a:pt x="2135" y="2136"/>
                </a:lnTo>
                <a:lnTo>
                  <a:pt x="868" y="2136"/>
                </a:lnTo>
                <a:lnTo>
                  <a:pt x="0" y="3036"/>
                </a:lnTo>
                <a:lnTo>
                  <a:pt x="0" y="3203"/>
                </a:lnTo>
                <a:lnTo>
                  <a:pt x="0" y="4137"/>
                </a:lnTo>
                <a:lnTo>
                  <a:pt x="0" y="5972"/>
                </a:lnTo>
                <a:lnTo>
                  <a:pt x="0" y="7073"/>
                </a:lnTo>
                <a:lnTo>
                  <a:pt x="0" y="14845"/>
                </a:lnTo>
                <a:lnTo>
                  <a:pt x="0" y="14978"/>
                </a:lnTo>
                <a:lnTo>
                  <a:pt x="0" y="15779"/>
                </a:lnTo>
                <a:lnTo>
                  <a:pt x="0" y="15946"/>
                </a:lnTo>
                <a:lnTo>
                  <a:pt x="0" y="23685"/>
                </a:lnTo>
                <a:lnTo>
                  <a:pt x="0" y="24819"/>
                </a:lnTo>
                <a:lnTo>
                  <a:pt x="0" y="26620"/>
                </a:lnTo>
                <a:lnTo>
                  <a:pt x="0" y="27587"/>
                </a:lnTo>
                <a:lnTo>
                  <a:pt x="0" y="27754"/>
                </a:lnTo>
                <a:lnTo>
                  <a:pt x="868" y="28621"/>
                </a:lnTo>
                <a:lnTo>
                  <a:pt x="2135" y="28621"/>
                </a:lnTo>
                <a:lnTo>
                  <a:pt x="2135" y="29722"/>
                </a:lnTo>
                <a:lnTo>
                  <a:pt x="2235" y="30022"/>
                </a:lnTo>
                <a:lnTo>
                  <a:pt x="3036" y="30790"/>
                </a:lnTo>
                <a:lnTo>
                  <a:pt x="2235" y="31557"/>
                </a:lnTo>
                <a:lnTo>
                  <a:pt x="2135" y="31824"/>
                </a:lnTo>
                <a:lnTo>
                  <a:pt x="2135" y="32924"/>
                </a:lnTo>
                <a:lnTo>
                  <a:pt x="868" y="32924"/>
                </a:lnTo>
                <a:lnTo>
                  <a:pt x="0" y="33825"/>
                </a:lnTo>
                <a:lnTo>
                  <a:pt x="0" y="33959"/>
                </a:lnTo>
                <a:lnTo>
                  <a:pt x="0" y="34926"/>
                </a:lnTo>
                <a:lnTo>
                  <a:pt x="0" y="36727"/>
                </a:lnTo>
                <a:lnTo>
                  <a:pt x="0" y="37861"/>
                </a:lnTo>
                <a:lnTo>
                  <a:pt x="0" y="45600"/>
                </a:lnTo>
                <a:lnTo>
                  <a:pt x="0" y="45767"/>
                </a:lnTo>
                <a:lnTo>
                  <a:pt x="0" y="46568"/>
                </a:lnTo>
                <a:lnTo>
                  <a:pt x="0" y="46734"/>
                </a:lnTo>
                <a:lnTo>
                  <a:pt x="0" y="54473"/>
                </a:lnTo>
                <a:lnTo>
                  <a:pt x="0" y="55607"/>
                </a:lnTo>
                <a:lnTo>
                  <a:pt x="0" y="57409"/>
                </a:lnTo>
                <a:lnTo>
                  <a:pt x="0" y="58376"/>
                </a:lnTo>
                <a:lnTo>
                  <a:pt x="0" y="58509"/>
                </a:lnTo>
                <a:lnTo>
                  <a:pt x="868" y="59410"/>
                </a:lnTo>
                <a:lnTo>
                  <a:pt x="2135" y="59410"/>
                </a:lnTo>
                <a:lnTo>
                  <a:pt x="2135" y="60511"/>
                </a:lnTo>
                <a:lnTo>
                  <a:pt x="2235" y="60778"/>
                </a:lnTo>
                <a:lnTo>
                  <a:pt x="3036" y="61545"/>
                </a:lnTo>
                <a:lnTo>
                  <a:pt x="2235" y="62312"/>
                </a:lnTo>
                <a:lnTo>
                  <a:pt x="2135" y="62612"/>
                </a:lnTo>
                <a:lnTo>
                  <a:pt x="2135" y="63713"/>
                </a:lnTo>
                <a:lnTo>
                  <a:pt x="868" y="63713"/>
                </a:lnTo>
                <a:lnTo>
                  <a:pt x="0" y="64580"/>
                </a:lnTo>
                <a:lnTo>
                  <a:pt x="0" y="64747"/>
                </a:lnTo>
                <a:lnTo>
                  <a:pt x="0" y="65715"/>
                </a:lnTo>
                <a:lnTo>
                  <a:pt x="0" y="67516"/>
                </a:lnTo>
                <a:lnTo>
                  <a:pt x="0" y="68650"/>
                </a:lnTo>
                <a:lnTo>
                  <a:pt x="0" y="76389"/>
                </a:lnTo>
                <a:lnTo>
                  <a:pt x="0" y="76556"/>
                </a:lnTo>
                <a:lnTo>
                  <a:pt x="0" y="77356"/>
                </a:lnTo>
                <a:lnTo>
                  <a:pt x="0" y="77490"/>
                </a:lnTo>
                <a:lnTo>
                  <a:pt x="0" y="85262"/>
                </a:lnTo>
                <a:lnTo>
                  <a:pt x="0" y="86363"/>
                </a:lnTo>
                <a:lnTo>
                  <a:pt x="0" y="88197"/>
                </a:lnTo>
                <a:lnTo>
                  <a:pt x="0" y="89131"/>
                </a:lnTo>
                <a:lnTo>
                  <a:pt x="0" y="89298"/>
                </a:lnTo>
                <a:lnTo>
                  <a:pt x="868" y="90199"/>
                </a:lnTo>
                <a:lnTo>
                  <a:pt x="2135" y="90199"/>
                </a:lnTo>
                <a:lnTo>
                  <a:pt x="2135" y="91266"/>
                </a:lnTo>
                <a:lnTo>
                  <a:pt x="2235" y="91566"/>
                </a:lnTo>
                <a:lnTo>
                  <a:pt x="3036" y="92334"/>
                </a:lnTo>
                <a:lnTo>
                  <a:pt x="2235" y="93101"/>
                </a:lnTo>
                <a:lnTo>
                  <a:pt x="2135" y="93368"/>
                </a:lnTo>
                <a:lnTo>
                  <a:pt x="2135" y="94469"/>
                </a:lnTo>
                <a:lnTo>
                  <a:pt x="868" y="94469"/>
                </a:lnTo>
                <a:lnTo>
                  <a:pt x="0" y="95369"/>
                </a:lnTo>
                <a:lnTo>
                  <a:pt x="0" y="95536"/>
                </a:lnTo>
                <a:lnTo>
                  <a:pt x="0" y="96470"/>
                </a:lnTo>
                <a:lnTo>
                  <a:pt x="0" y="98305"/>
                </a:lnTo>
                <a:lnTo>
                  <a:pt x="0" y="99405"/>
                </a:lnTo>
                <a:lnTo>
                  <a:pt x="0" y="107178"/>
                </a:lnTo>
                <a:lnTo>
                  <a:pt x="0" y="107311"/>
                </a:lnTo>
                <a:lnTo>
                  <a:pt x="0" y="108112"/>
                </a:lnTo>
                <a:lnTo>
                  <a:pt x="0" y="108278"/>
                </a:lnTo>
                <a:lnTo>
                  <a:pt x="0" y="116017"/>
                </a:lnTo>
                <a:lnTo>
                  <a:pt x="0" y="117151"/>
                </a:lnTo>
                <a:lnTo>
                  <a:pt x="0" y="118953"/>
                </a:lnTo>
                <a:lnTo>
                  <a:pt x="0" y="119920"/>
                </a:lnTo>
                <a:lnTo>
                  <a:pt x="0" y="120087"/>
                </a:lnTo>
                <a:lnTo>
                  <a:pt x="868" y="120954"/>
                </a:lnTo>
                <a:lnTo>
                  <a:pt x="2135" y="120954"/>
                </a:lnTo>
                <a:lnTo>
                  <a:pt x="2135" y="122055"/>
                </a:lnTo>
                <a:lnTo>
                  <a:pt x="2235" y="122355"/>
                </a:lnTo>
                <a:lnTo>
                  <a:pt x="3036" y="123122"/>
                </a:lnTo>
                <a:lnTo>
                  <a:pt x="3169" y="123122"/>
                </a:lnTo>
                <a:lnTo>
                  <a:pt x="4137" y="123122"/>
                </a:lnTo>
                <a:lnTo>
                  <a:pt x="5938" y="123122"/>
                </a:lnTo>
                <a:lnTo>
                  <a:pt x="7072" y="123122"/>
                </a:lnTo>
                <a:lnTo>
                  <a:pt x="14811" y="123122"/>
                </a:lnTo>
                <a:lnTo>
                  <a:pt x="14978" y="123122"/>
                </a:lnTo>
                <a:lnTo>
                  <a:pt x="15778" y="123122"/>
                </a:lnTo>
                <a:lnTo>
                  <a:pt x="15945" y="123122"/>
                </a:lnTo>
                <a:lnTo>
                  <a:pt x="23684" y="123122"/>
                </a:lnTo>
                <a:lnTo>
                  <a:pt x="23684" y="123122"/>
                </a:lnTo>
                <a:lnTo>
                  <a:pt x="24818" y="123122"/>
                </a:lnTo>
                <a:lnTo>
                  <a:pt x="26620" y="123122"/>
                </a:lnTo>
                <a:lnTo>
                  <a:pt x="27587" y="123122"/>
                </a:lnTo>
                <a:lnTo>
                  <a:pt x="27754" y="123122"/>
                </a:lnTo>
                <a:lnTo>
                  <a:pt x="28521" y="122355"/>
                </a:lnTo>
                <a:lnTo>
                  <a:pt x="28621" y="122055"/>
                </a:lnTo>
                <a:lnTo>
                  <a:pt x="28621" y="120954"/>
                </a:lnTo>
                <a:lnTo>
                  <a:pt x="29889" y="120954"/>
                </a:lnTo>
                <a:lnTo>
                  <a:pt x="30789" y="120087"/>
                </a:lnTo>
                <a:lnTo>
                  <a:pt x="31656" y="120954"/>
                </a:lnTo>
                <a:lnTo>
                  <a:pt x="32924" y="120954"/>
                </a:lnTo>
                <a:lnTo>
                  <a:pt x="32924" y="122055"/>
                </a:lnTo>
                <a:lnTo>
                  <a:pt x="33024" y="122355"/>
                </a:lnTo>
                <a:lnTo>
                  <a:pt x="33825" y="123122"/>
                </a:lnTo>
                <a:lnTo>
                  <a:pt x="33958" y="123122"/>
                </a:lnTo>
                <a:lnTo>
                  <a:pt x="34925" y="123122"/>
                </a:lnTo>
                <a:lnTo>
                  <a:pt x="36727" y="123122"/>
                </a:lnTo>
                <a:lnTo>
                  <a:pt x="37861" y="123122"/>
                </a:lnTo>
                <a:lnTo>
                  <a:pt x="45600" y="123122"/>
                </a:lnTo>
                <a:lnTo>
                  <a:pt x="45767" y="123122"/>
                </a:lnTo>
                <a:lnTo>
                  <a:pt x="46567" y="123122"/>
                </a:lnTo>
                <a:lnTo>
                  <a:pt x="46734" y="123122"/>
                </a:lnTo>
                <a:lnTo>
                  <a:pt x="54473" y="123122"/>
                </a:lnTo>
                <a:lnTo>
                  <a:pt x="55607" y="123122"/>
                </a:lnTo>
                <a:lnTo>
                  <a:pt x="57408" y="123122"/>
                </a:lnTo>
                <a:lnTo>
                  <a:pt x="58376" y="123122"/>
                </a:lnTo>
                <a:lnTo>
                  <a:pt x="58542" y="123122"/>
                </a:lnTo>
                <a:lnTo>
                  <a:pt x="59310" y="122355"/>
                </a:lnTo>
                <a:lnTo>
                  <a:pt x="59410" y="122055"/>
                </a:lnTo>
                <a:lnTo>
                  <a:pt x="59410" y="120954"/>
                </a:lnTo>
                <a:lnTo>
                  <a:pt x="60677" y="120954"/>
                </a:lnTo>
                <a:lnTo>
                  <a:pt x="61578" y="120087"/>
                </a:lnTo>
                <a:lnTo>
                  <a:pt x="62445" y="120954"/>
                </a:lnTo>
                <a:lnTo>
                  <a:pt x="63713" y="120954"/>
                </a:lnTo>
                <a:lnTo>
                  <a:pt x="63713" y="122055"/>
                </a:lnTo>
                <a:lnTo>
                  <a:pt x="63813" y="122355"/>
                </a:lnTo>
                <a:lnTo>
                  <a:pt x="64613" y="123122"/>
                </a:lnTo>
                <a:lnTo>
                  <a:pt x="64747" y="123122"/>
                </a:lnTo>
                <a:lnTo>
                  <a:pt x="65714" y="123122"/>
                </a:lnTo>
                <a:lnTo>
                  <a:pt x="67515" y="123122"/>
                </a:lnTo>
                <a:lnTo>
                  <a:pt x="68650" y="123122"/>
                </a:lnTo>
                <a:lnTo>
                  <a:pt x="76388" y="123122"/>
                </a:lnTo>
                <a:lnTo>
                  <a:pt x="76555" y="123122"/>
                </a:lnTo>
                <a:lnTo>
                  <a:pt x="77356" y="123122"/>
                </a:lnTo>
                <a:lnTo>
                  <a:pt x="77523" y="123122"/>
                </a:lnTo>
                <a:lnTo>
                  <a:pt x="85261" y="123122"/>
                </a:lnTo>
                <a:lnTo>
                  <a:pt x="86362" y="123122"/>
                </a:lnTo>
                <a:lnTo>
                  <a:pt x="88197" y="123122"/>
                </a:lnTo>
                <a:lnTo>
                  <a:pt x="89131" y="123122"/>
                </a:lnTo>
                <a:lnTo>
                  <a:pt x="89298" y="123122"/>
                </a:lnTo>
                <a:lnTo>
                  <a:pt x="90065" y="122355"/>
                </a:lnTo>
                <a:lnTo>
                  <a:pt x="90198" y="122055"/>
                </a:lnTo>
                <a:lnTo>
                  <a:pt x="90198" y="120954"/>
                </a:lnTo>
                <a:lnTo>
                  <a:pt x="91466" y="120954"/>
                </a:lnTo>
                <a:lnTo>
                  <a:pt x="92333" y="120087"/>
                </a:lnTo>
                <a:lnTo>
                  <a:pt x="93234" y="120954"/>
                </a:lnTo>
                <a:lnTo>
                  <a:pt x="94501" y="120954"/>
                </a:lnTo>
                <a:lnTo>
                  <a:pt x="94501" y="122055"/>
                </a:lnTo>
                <a:lnTo>
                  <a:pt x="94601" y="122355"/>
                </a:lnTo>
                <a:lnTo>
                  <a:pt x="95369" y="123122"/>
                </a:lnTo>
                <a:lnTo>
                  <a:pt x="95535" y="123122"/>
                </a:lnTo>
                <a:lnTo>
                  <a:pt x="96503" y="123122"/>
                </a:lnTo>
                <a:lnTo>
                  <a:pt x="98304" y="123122"/>
                </a:lnTo>
                <a:lnTo>
                  <a:pt x="99438" y="123122"/>
                </a:lnTo>
                <a:lnTo>
                  <a:pt x="107177" y="123122"/>
                </a:lnTo>
                <a:lnTo>
                  <a:pt x="107344" y="123122"/>
                </a:lnTo>
                <a:lnTo>
                  <a:pt x="108111" y="123122"/>
                </a:lnTo>
                <a:lnTo>
                  <a:pt x="108278" y="123122"/>
                </a:lnTo>
                <a:lnTo>
                  <a:pt x="116050" y="123122"/>
                </a:lnTo>
                <a:lnTo>
                  <a:pt x="117151" y="123122"/>
                </a:lnTo>
                <a:lnTo>
                  <a:pt x="118985" y="123122"/>
                </a:lnTo>
                <a:lnTo>
                  <a:pt x="119919" y="123122"/>
                </a:lnTo>
                <a:lnTo>
                  <a:pt x="120086" y="123122"/>
                </a:lnTo>
                <a:lnTo>
                  <a:pt x="120853" y="122355"/>
                </a:lnTo>
                <a:lnTo>
                  <a:pt x="120987" y="122055"/>
                </a:lnTo>
                <a:lnTo>
                  <a:pt x="120987" y="120954"/>
                </a:lnTo>
                <a:lnTo>
                  <a:pt x="122221" y="120954"/>
                </a:lnTo>
                <a:lnTo>
                  <a:pt x="123122" y="120087"/>
                </a:lnTo>
                <a:lnTo>
                  <a:pt x="124022" y="120954"/>
                </a:lnTo>
                <a:lnTo>
                  <a:pt x="125257" y="120954"/>
                </a:lnTo>
                <a:lnTo>
                  <a:pt x="125257" y="122055"/>
                </a:lnTo>
                <a:lnTo>
                  <a:pt x="125390" y="122355"/>
                </a:lnTo>
                <a:lnTo>
                  <a:pt x="126157" y="123122"/>
                </a:lnTo>
                <a:lnTo>
                  <a:pt x="126324" y="123122"/>
                </a:lnTo>
                <a:lnTo>
                  <a:pt x="127291" y="123122"/>
                </a:lnTo>
                <a:lnTo>
                  <a:pt x="129093" y="123122"/>
                </a:lnTo>
                <a:lnTo>
                  <a:pt x="130193" y="123122"/>
                </a:lnTo>
                <a:lnTo>
                  <a:pt x="137966" y="123122"/>
                </a:lnTo>
                <a:lnTo>
                  <a:pt x="138132" y="123122"/>
                </a:lnTo>
                <a:lnTo>
                  <a:pt x="138900" y="123122"/>
                </a:lnTo>
                <a:lnTo>
                  <a:pt x="139066" y="123122"/>
                </a:lnTo>
                <a:lnTo>
                  <a:pt x="146839" y="123122"/>
                </a:lnTo>
                <a:lnTo>
                  <a:pt x="147939" y="123122"/>
                </a:lnTo>
                <a:lnTo>
                  <a:pt x="149741" y="123122"/>
                </a:lnTo>
                <a:lnTo>
                  <a:pt x="150708" y="123122"/>
                </a:lnTo>
                <a:lnTo>
                  <a:pt x="150875" y="123122"/>
                </a:lnTo>
                <a:lnTo>
                  <a:pt x="151642" y="122355"/>
                </a:lnTo>
                <a:lnTo>
                  <a:pt x="151776" y="122055"/>
                </a:lnTo>
                <a:lnTo>
                  <a:pt x="151776" y="120954"/>
                </a:lnTo>
                <a:lnTo>
                  <a:pt x="153010" y="120954"/>
                </a:lnTo>
                <a:lnTo>
                  <a:pt x="153910" y="120087"/>
                </a:lnTo>
                <a:lnTo>
                  <a:pt x="154778" y="120954"/>
                </a:lnTo>
                <a:lnTo>
                  <a:pt x="156112" y="120954"/>
                </a:lnTo>
                <a:lnTo>
                  <a:pt x="156112" y="122055"/>
                </a:lnTo>
                <a:lnTo>
                  <a:pt x="156212" y="122355"/>
                </a:lnTo>
                <a:lnTo>
                  <a:pt x="156979" y="123122"/>
                </a:lnTo>
                <a:lnTo>
                  <a:pt x="157146" y="123122"/>
                </a:lnTo>
                <a:lnTo>
                  <a:pt x="158113" y="123122"/>
                </a:lnTo>
                <a:lnTo>
                  <a:pt x="159915" y="123122"/>
                </a:lnTo>
                <a:lnTo>
                  <a:pt x="161049" y="123122"/>
                </a:lnTo>
                <a:lnTo>
                  <a:pt x="168788" y="123122"/>
                </a:lnTo>
                <a:lnTo>
                  <a:pt x="168954" y="123122"/>
                </a:lnTo>
                <a:lnTo>
                  <a:pt x="169722" y="123122"/>
                </a:lnTo>
                <a:lnTo>
                  <a:pt x="169888" y="123122"/>
                </a:lnTo>
                <a:lnTo>
                  <a:pt x="177661" y="123122"/>
                </a:lnTo>
                <a:lnTo>
                  <a:pt x="178761" y="123122"/>
                </a:lnTo>
                <a:lnTo>
                  <a:pt x="180596" y="123122"/>
                </a:lnTo>
                <a:lnTo>
                  <a:pt x="181530" y="123122"/>
                </a:lnTo>
                <a:lnTo>
                  <a:pt x="181697" y="123122"/>
                </a:lnTo>
                <a:lnTo>
                  <a:pt x="182464" y="122355"/>
                </a:lnTo>
                <a:lnTo>
                  <a:pt x="182598" y="122055"/>
                </a:lnTo>
                <a:lnTo>
                  <a:pt x="182598" y="120954"/>
                </a:lnTo>
                <a:lnTo>
                  <a:pt x="183832" y="120954"/>
                </a:lnTo>
                <a:lnTo>
                  <a:pt x="184732" y="120087"/>
                </a:lnTo>
                <a:lnTo>
                  <a:pt x="185633" y="120954"/>
                </a:lnTo>
                <a:lnTo>
                  <a:pt x="186867" y="120954"/>
                </a:lnTo>
                <a:lnTo>
                  <a:pt x="186867" y="122055"/>
                </a:lnTo>
                <a:lnTo>
                  <a:pt x="187001" y="122355"/>
                </a:lnTo>
                <a:lnTo>
                  <a:pt x="187768" y="123122"/>
                </a:lnTo>
                <a:lnTo>
                  <a:pt x="187935" y="123122"/>
                </a:lnTo>
                <a:lnTo>
                  <a:pt x="188869" y="123122"/>
                </a:lnTo>
                <a:lnTo>
                  <a:pt x="190703" y="123122"/>
                </a:lnTo>
                <a:lnTo>
                  <a:pt x="191804" y="123122"/>
                </a:lnTo>
                <a:lnTo>
                  <a:pt x="199576" y="123122"/>
                </a:lnTo>
                <a:lnTo>
                  <a:pt x="199743" y="123122"/>
                </a:lnTo>
                <a:lnTo>
                  <a:pt x="200510" y="123122"/>
                </a:lnTo>
                <a:lnTo>
                  <a:pt x="200677" y="123122"/>
                </a:lnTo>
                <a:lnTo>
                  <a:pt x="208449" y="123122"/>
                </a:lnTo>
                <a:lnTo>
                  <a:pt x="209550" y="123122"/>
                </a:lnTo>
                <a:lnTo>
                  <a:pt x="211351" y="123122"/>
                </a:lnTo>
                <a:lnTo>
                  <a:pt x="212319" y="123122"/>
                </a:lnTo>
                <a:lnTo>
                  <a:pt x="212486" y="123122"/>
                </a:lnTo>
                <a:lnTo>
                  <a:pt x="213253" y="122355"/>
                </a:lnTo>
                <a:lnTo>
                  <a:pt x="213386" y="122055"/>
                </a:lnTo>
                <a:lnTo>
                  <a:pt x="213386" y="120954"/>
                </a:lnTo>
                <a:lnTo>
                  <a:pt x="214620" y="120954"/>
                </a:lnTo>
                <a:lnTo>
                  <a:pt x="215521" y="120087"/>
                </a:lnTo>
                <a:lnTo>
                  <a:pt x="216388" y="120954"/>
                </a:lnTo>
                <a:lnTo>
                  <a:pt x="217656" y="120954"/>
                </a:lnTo>
                <a:lnTo>
                  <a:pt x="217656" y="122055"/>
                </a:lnTo>
                <a:lnTo>
                  <a:pt x="217789" y="122355"/>
                </a:lnTo>
                <a:lnTo>
                  <a:pt x="218557" y="123122"/>
                </a:lnTo>
                <a:lnTo>
                  <a:pt x="218723" y="123122"/>
                </a:lnTo>
                <a:lnTo>
                  <a:pt x="219657" y="123122"/>
                </a:lnTo>
                <a:lnTo>
                  <a:pt x="221492" y="123122"/>
                </a:lnTo>
                <a:lnTo>
                  <a:pt x="222593" y="123122"/>
                </a:lnTo>
                <a:lnTo>
                  <a:pt x="222593" y="123122"/>
                </a:lnTo>
                <a:lnTo>
                  <a:pt x="230365" y="123122"/>
                </a:lnTo>
                <a:lnTo>
                  <a:pt x="230498" y="123122"/>
                </a:lnTo>
                <a:lnTo>
                  <a:pt x="231299" y="123122"/>
                </a:lnTo>
                <a:lnTo>
                  <a:pt x="231466" y="123122"/>
                </a:lnTo>
                <a:lnTo>
                  <a:pt x="239205" y="123122"/>
                </a:lnTo>
                <a:lnTo>
                  <a:pt x="240339" y="123122"/>
                </a:lnTo>
                <a:lnTo>
                  <a:pt x="242140" y="123122"/>
                </a:lnTo>
                <a:lnTo>
                  <a:pt x="243107" y="123122"/>
                </a:lnTo>
                <a:lnTo>
                  <a:pt x="243274" y="123122"/>
                </a:lnTo>
                <a:lnTo>
                  <a:pt x="244041" y="122355"/>
                </a:lnTo>
                <a:lnTo>
                  <a:pt x="244142" y="122055"/>
                </a:lnTo>
                <a:lnTo>
                  <a:pt x="244142" y="120954"/>
                </a:lnTo>
                <a:lnTo>
                  <a:pt x="245409" y="120954"/>
                </a:lnTo>
                <a:lnTo>
                  <a:pt x="246310" y="120087"/>
                </a:lnTo>
                <a:lnTo>
                  <a:pt x="246310" y="119920"/>
                </a:lnTo>
                <a:lnTo>
                  <a:pt x="246310" y="118953"/>
                </a:lnTo>
                <a:lnTo>
                  <a:pt x="246310" y="117151"/>
                </a:lnTo>
                <a:lnTo>
                  <a:pt x="246310" y="116017"/>
                </a:lnTo>
                <a:lnTo>
                  <a:pt x="246310" y="108278"/>
                </a:lnTo>
                <a:lnTo>
                  <a:pt x="246310" y="108112"/>
                </a:lnTo>
                <a:lnTo>
                  <a:pt x="246310" y="107311"/>
                </a:lnTo>
                <a:lnTo>
                  <a:pt x="246310" y="107178"/>
                </a:lnTo>
                <a:lnTo>
                  <a:pt x="246310" y="99405"/>
                </a:lnTo>
                <a:lnTo>
                  <a:pt x="246310" y="98305"/>
                </a:lnTo>
                <a:lnTo>
                  <a:pt x="246310" y="96470"/>
                </a:lnTo>
                <a:lnTo>
                  <a:pt x="246310" y="95536"/>
                </a:lnTo>
                <a:lnTo>
                  <a:pt x="246310" y="95369"/>
                </a:lnTo>
                <a:lnTo>
                  <a:pt x="245409" y="94469"/>
                </a:lnTo>
                <a:lnTo>
                  <a:pt x="244142" y="94469"/>
                </a:lnTo>
                <a:lnTo>
                  <a:pt x="244142" y="93368"/>
                </a:lnTo>
                <a:lnTo>
                  <a:pt x="244041" y="93101"/>
                </a:lnTo>
                <a:lnTo>
                  <a:pt x="243274" y="92334"/>
                </a:lnTo>
                <a:lnTo>
                  <a:pt x="244041" y="91566"/>
                </a:lnTo>
                <a:lnTo>
                  <a:pt x="244142" y="91266"/>
                </a:lnTo>
                <a:lnTo>
                  <a:pt x="244142" y="90199"/>
                </a:lnTo>
                <a:lnTo>
                  <a:pt x="245409" y="90199"/>
                </a:lnTo>
                <a:lnTo>
                  <a:pt x="246310" y="89298"/>
                </a:lnTo>
                <a:lnTo>
                  <a:pt x="246310" y="89131"/>
                </a:lnTo>
                <a:lnTo>
                  <a:pt x="246310" y="88197"/>
                </a:lnTo>
                <a:lnTo>
                  <a:pt x="246310" y="86363"/>
                </a:lnTo>
                <a:lnTo>
                  <a:pt x="246310" y="85262"/>
                </a:lnTo>
                <a:lnTo>
                  <a:pt x="246310" y="77490"/>
                </a:lnTo>
                <a:lnTo>
                  <a:pt x="246310" y="77323"/>
                </a:lnTo>
                <a:lnTo>
                  <a:pt x="246310" y="76556"/>
                </a:lnTo>
                <a:lnTo>
                  <a:pt x="246310" y="76389"/>
                </a:lnTo>
                <a:lnTo>
                  <a:pt x="246310" y="68617"/>
                </a:lnTo>
                <a:lnTo>
                  <a:pt x="246310" y="67516"/>
                </a:lnTo>
                <a:lnTo>
                  <a:pt x="246310" y="65715"/>
                </a:lnTo>
                <a:lnTo>
                  <a:pt x="246310" y="64747"/>
                </a:lnTo>
                <a:lnTo>
                  <a:pt x="246310" y="64580"/>
                </a:lnTo>
                <a:lnTo>
                  <a:pt x="245409" y="63713"/>
                </a:lnTo>
                <a:lnTo>
                  <a:pt x="244142" y="63713"/>
                </a:lnTo>
                <a:lnTo>
                  <a:pt x="244142" y="62612"/>
                </a:lnTo>
                <a:lnTo>
                  <a:pt x="244041" y="62312"/>
                </a:lnTo>
                <a:lnTo>
                  <a:pt x="243274" y="61545"/>
                </a:lnTo>
                <a:lnTo>
                  <a:pt x="244041" y="60778"/>
                </a:lnTo>
                <a:lnTo>
                  <a:pt x="244142" y="60511"/>
                </a:lnTo>
                <a:lnTo>
                  <a:pt x="244142" y="59410"/>
                </a:lnTo>
                <a:lnTo>
                  <a:pt x="245409" y="59410"/>
                </a:lnTo>
                <a:lnTo>
                  <a:pt x="246310" y="58509"/>
                </a:lnTo>
                <a:lnTo>
                  <a:pt x="246310" y="58376"/>
                </a:lnTo>
                <a:lnTo>
                  <a:pt x="246310" y="57409"/>
                </a:lnTo>
                <a:lnTo>
                  <a:pt x="246310" y="55607"/>
                </a:lnTo>
                <a:lnTo>
                  <a:pt x="246310" y="54473"/>
                </a:lnTo>
                <a:lnTo>
                  <a:pt x="246310" y="46734"/>
                </a:lnTo>
                <a:lnTo>
                  <a:pt x="246310" y="46568"/>
                </a:lnTo>
                <a:lnTo>
                  <a:pt x="246310" y="45800"/>
                </a:lnTo>
                <a:lnTo>
                  <a:pt x="246310" y="45634"/>
                </a:lnTo>
                <a:lnTo>
                  <a:pt x="246310" y="37861"/>
                </a:lnTo>
                <a:lnTo>
                  <a:pt x="246310" y="36761"/>
                </a:lnTo>
                <a:lnTo>
                  <a:pt x="246310" y="34926"/>
                </a:lnTo>
                <a:lnTo>
                  <a:pt x="246310" y="33992"/>
                </a:lnTo>
                <a:lnTo>
                  <a:pt x="246310" y="33825"/>
                </a:lnTo>
                <a:lnTo>
                  <a:pt x="245409" y="32924"/>
                </a:lnTo>
                <a:lnTo>
                  <a:pt x="244142" y="32924"/>
                </a:lnTo>
                <a:lnTo>
                  <a:pt x="244142" y="31824"/>
                </a:lnTo>
                <a:lnTo>
                  <a:pt x="244041" y="31557"/>
                </a:lnTo>
                <a:lnTo>
                  <a:pt x="243274" y="30790"/>
                </a:lnTo>
                <a:lnTo>
                  <a:pt x="244041" y="30022"/>
                </a:lnTo>
                <a:lnTo>
                  <a:pt x="244142" y="29722"/>
                </a:lnTo>
                <a:lnTo>
                  <a:pt x="244142" y="28655"/>
                </a:lnTo>
                <a:lnTo>
                  <a:pt x="245409" y="28655"/>
                </a:lnTo>
                <a:lnTo>
                  <a:pt x="246310" y="27754"/>
                </a:lnTo>
                <a:lnTo>
                  <a:pt x="246310" y="27587"/>
                </a:lnTo>
                <a:lnTo>
                  <a:pt x="246310" y="26620"/>
                </a:lnTo>
                <a:lnTo>
                  <a:pt x="246310" y="24819"/>
                </a:lnTo>
                <a:lnTo>
                  <a:pt x="246310" y="23718"/>
                </a:lnTo>
                <a:lnTo>
                  <a:pt x="246310" y="15946"/>
                </a:lnTo>
                <a:lnTo>
                  <a:pt x="246310" y="15779"/>
                </a:lnTo>
                <a:lnTo>
                  <a:pt x="246310" y="15012"/>
                </a:lnTo>
                <a:lnTo>
                  <a:pt x="246310" y="14845"/>
                </a:lnTo>
                <a:lnTo>
                  <a:pt x="246310" y="7073"/>
                </a:lnTo>
                <a:lnTo>
                  <a:pt x="246310" y="5972"/>
                </a:lnTo>
                <a:lnTo>
                  <a:pt x="246310" y="4137"/>
                </a:lnTo>
                <a:lnTo>
                  <a:pt x="246310" y="3203"/>
                </a:lnTo>
                <a:lnTo>
                  <a:pt x="246310" y="3036"/>
                </a:lnTo>
                <a:close/>
                <a:moveTo>
                  <a:pt x="242574" y="401"/>
                </a:moveTo>
                <a:lnTo>
                  <a:pt x="243374" y="1202"/>
                </a:lnTo>
                <a:lnTo>
                  <a:pt x="243374" y="2503"/>
                </a:lnTo>
                <a:lnTo>
                  <a:pt x="242107" y="3804"/>
                </a:lnTo>
                <a:lnTo>
                  <a:pt x="242107" y="1735"/>
                </a:lnTo>
                <a:lnTo>
                  <a:pt x="240739" y="401"/>
                </a:lnTo>
                <a:lnTo>
                  <a:pt x="242574" y="401"/>
                </a:lnTo>
                <a:close/>
                <a:moveTo>
                  <a:pt x="239338" y="6439"/>
                </a:moveTo>
                <a:lnTo>
                  <a:pt x="234635" y="6439"/>
                </a:lnTo>
                <a:lnTo>
                  <a:pt x="231332" y="3103"/>
                </a:lnTo>
                <a:lnTo>
                  <a:pt x="231332" y="935"/>
                </a:lnTo>
                <a:lnTo>
                  <a:pt x="235269" y="4904"/>
                </a:lnTo>
                <a:lnTo>
                  <a:pt x="240873" y="4904"/>
                </a:lnTo>
                <a:close/>
                <a:moveTo>
                  <a:pt x="239338" y="37228"/>
                </a:moveTo>
                <a:lnTo>
                  <a:pt x="234635" y="37228"/>
                </a:lnTo>
                <a:lnTo>
                  <a:pt x="231332" y="33892"/>
                </a:lnTo>
                <a:lnTo>
                  <a:pt x="231332" y="31757"/>
                </a:lnTo>
                <a:lnTo>
                  <a:pt x="235269" y="35693"/>
                </a:lnTo>
                <a:lnTo>
                  <a:pt x="240873" y="35693"/>
                </a:lnTo>
                <a:close/>
                <a:moveTo>
                  <a:pt x="239205" y="42932"/>
                </a:moveTo>
                <a:lnTo>
                  <a:pt x="242073" y="45800"/>
                </a:lnTo>
                <a:lnTo>
                  <a:pt x="239705" y="45800"/>
                </a:lnTo>
                <a:lnTo>
                  <a:pt x="237437" y="43499"/>
                </a:lnTo>
                <a:lnTo>
                  <a:pt x="237437" y="40230"/>
                </a:lnTo>
                <a:lnTo>
                  <a:pt x="239105" y="38562"/>
                </a:lnTo>
                <a:lnTo>
                  <a:pt x="239105" y="42631"/>
                </a:lnTo>
                <a:close/>
                <a:moveTo>
                  <a:pt x="239338" y="68016"/>
                </a:moveTo>
                <a:lnTo>
                  <a:pt x="234635" y="68016"/>
                </a:lnTo>
                <a:lnTo>
                  <a:pt x="231332" y="64714"/>
                </a:lnTo>
                <a:lnTo>
                  <a:pt x="231332" y="62546"/>
                </a:lnTo>
                <a:lnTo>
                  <a:pt x="235269" y="66482"/>
                </a:lnTo>
                <a:lnTo>
                  <a:pt x="240873" y="66482"/>
                </a:lnTo>
                <a:close/>
                <a:moveTo>
                  <a:pt x="239338" y="98805"/>
                </a:moveTo>
                <a:lnTo>
                  <a:pt x="234635" y="98805"/>
                </a:lnTo>
                <a:lnTo>
                  <a:pt x="231332" y="95503"/>
                </a:lnTo>
                <a:lnTo>
                  <a:pt x="231332" y="93334"/>
                </a:lnTo>
                <a:lnTo>
                  <a:pt x="235269" y="97271"/>
                </a:lnTo>
                <a:lnTo>
                  <a:pt x="240873" y="97271"/>
                </a:lnTo>
                <a:close/>
                <a:moveTo>
                  <a:pt x="239205" y="104509"/>
                </a:moveTo>
                <a:lnTo>
                  <a:pt x="242073" y="107378"/>
                </a:lnTo>
                <a:lnTo>
                  <a:pt x="239705" y="107378"/>
                </a:lnTo>
                <a:lnTo>
                  <a:pt x="237437" y="105076"/>
                </a:lnTo>
                <a:lnTo>
                  <a:pt x="237437" y="101840"/>
                </a:lnTo>
                <a:lnTo>
                  <a:pt x="239105" y="100139"/>
                </a:lnTo>
                <a:lnTo>
                  <a:pt x="239105" y="104209"/>
                </a:lnTo>
                <a:close/>
                <a:moveTo>
                  <a:pt x="239105" y="115384"/>
                </a:moveTo>
                <a:lnTo>
                  <a:pt x="237437" y="113716"/>
                </a:lnTo>
                <a:lnTo>
                  <a:pt x="237437" y="110447"/>
                </a:lnTo>
                <a:lnTo>
                  <a:pt x="239705" y="108145"/>
                </a:lnTo>
                <a:lnTo>
                  <a:pt x="242073" y="108145"/>
                </a:lnTo>
                <a:lnTo>
                  <a:pt x="239105" y="111147"/>
                </a:lnTo>
                <a:lnTo>
                  <a:pt x="239105" y="115384"/>
                </a:lnTo>
                <a:close/>
                <a:moveTo>
                  <a:pt x="220425" y="117685"/>
                </a:moveTo>
                <a:lnTo>
                  <a:pt x="220425" y="112114"/>
                </a:lnTo>
                <a:lnTo>
                  <a:pt x="216488" y="108178"/>
                </a:lnTo>
                <a:lnTo>
                  <a:pt x="218657" y="108178"/>
                </a:lnTo>
                <a:lnTo>
                  <a:pt x="221959" y="111481"/>
                </a:lnTo>
                <a:lnTo>
                  <a:pt x="221959" y="116151"/>
                </a:lnTo>
                <a:close/>
                <a:moveTo>
                  <a:pt x="210618" y="117685"/>
                </a:moveTo>
                <a:lnTo>
                  <a:pt x="209083" y="116184"/>
                </a:lnTo>
                <a:lnTo>
                  <a:pt x="209083" y="111481"/>
                </a:lnTo>
                <a:lnTo>
                  <a:pt x="212419" y="108178"/>
                </a:lnTo>
                <a:lnTo>
                  <a:pt x="214587" y="108178"/>
                </a:lnTo>
                <a:lnTo>
                  <a:pt x="210618" y="112114"/>
                </a:lnTo>
                <a:lnTo>
                  <a:pt x="210618" y="117685"/>
                </a:lnTo>
                <a:close/>
                <a:moveTo>
                  <a:pt x="189636" y="117685"/>
                </a:moveTo>
                <a:lnTo>
                  <a:pt x="189636" y="112114"/>
                </a:lnTo>
                <a:lnTo>
                  <a:pt x="185700" y="108178"/>
                </a:lnTo>
                <a:lnTo>
                  <a:pt x="187868" y="108178"/>
                </a:lnTo>
                <a:lnTo>
                  <a:pt x="191170" y="111481"/>
                </a:lnTo>
                <a:lnTo>
                  <a:pt x="191170" y="116151"/>
                </a:lnTo>
                <a:close/>
                <a:moveTo>
                  <a:pt x="179829" y="117685"/>
                </a:moveTo>
                <a:lnTo>
                  <a:pt x="178294" y="116184"/>
                </a:lnTo>
                <a:lnTo>
                  <a:pt x="178294" y="111481"/>
                </a:lnTo>
                <a:lnTo>
                  <a:pt x="181630" y="108178"/>
                </a:lnTo>
                <a:lnTo>
                  <a:pt x="183798" y="108178"/>
                </a:lnTo>
                <a:lnTo>
                  <a:pt x="179829" y="112114"/>
                </a:lnTo>
                <a:lnTo>
                  <a:pt x="179829" y="117685"/>
                </a:lnTo>
                <a:close/>
                <a:moveTo>
                  <a:pt x="158847" y="117685"/>
                </a:moveTo>
                <a:lnTo>
                  <a:pt x="158847" y="112114"/>
                </a:lnTo>
                <a:lnTo>
                  <a:pt x="154911" y="108178"/>
                </a:lnTo>
                <a:lnTo>
                  <a:pt x="157079" y="108178"/>
                </a:lnTo>
                <a:lnTo>
                  <a:pt x="160382" y="111481"/>
                </a:lnTo>
                <a:lnTo>
                  <a:pt x="160382" y="116151"/>
                </a:lnTo>
                <a:close/>
                <a:moveTo>
                  <a:pt x="149040" y="117685"/>
                </a:moveTo>
                <a:lnTo>
                  <a:pt x="147506" y="116184"/>
                </a:lnTo>
                <a:lnTo>
                  <a:pt x="147506" y="111481"/>
                </a:lnTo>
                <a:lnTo>
                  <a:pt x="150842" y="108178"/>
                </a:lnTo>
                <a:lnTo>
                  <a:pt x="152976" y="108178"/>
                </a:lnTo>
                <a:lnTo>
                  <a:pt x="149040" y="112114"/>
                </a:lnTo>
                <a:lnTo>
                  <a:pt x="149040" y="117685"/>
                </a:lnTo>
                <a:close/>
                <a:moveTo>
                  <a:pt x="128059" y="117685"/>
                </a:moveTo>
                <a:lnTo>
                  <a:pt x="128059" y="112114"/>
                </a:lnTo>
                <a:lnTo>
                  <a:pt x="124122" y="108178"/>
                </a:lnTo>
                <a:lnTo>
                  <a:pt x="126291" y="108178"/>
                </a:lnTo>
                <a:lnTo>
                  <a:pt x="129593" y="111481"/>
                </a:lnTo>
                <a:lnTo>
                  <a:pt x="129593" y="116151"/>
                </a:lnTo>
                <a:close/>
                <a:moveTo>
                  <a:pt x="118252" y="117685"/>
                </a:moveTo>
                <a:lnTo>
                  <a:pt x="116717" y="116184"/>
                </a:lnTo>
                <a:lnTo>
                  <a:pt x="116717" y="111481"/>
                </a:lnTo>
                <a:lnTo>
                  <a:pt x="120053" y="108178"/>
                </a:lnTo>
                <a:lnTo>
                  <a:pt x="122188" y="108178"/>
                </a:lnTo>
                <a:lnTo>
                  <a:pt x="118252" y="112114"/>
                </a:lnTo>
                <a:close/>
                <a:moveTo>
                  <a:pt x="97270" y="117685"/>
                </a:moveTo>
                <a:lnTo>
                  <a:pt x="97270" y="112114"/>
                </a:lnTo>
                <a:lnTo>
                  <a:pt x="93334" y="108178"/>
                </a:lnTo>
                <a:lnTo>
                  <a:pt x="95469" y="108178"/>
                </a:lnTo>
                <a:lnTo>
                  <a:pt x="98804" y="111481"/>
                </a:lnTo>
                <a:lnTo>
                  <a:pt x="98804" y="116151"/>
                </a:lnTo>
                <a:close/>
                <a:moveTo>
                  <a:pt x="87463" y="117685"/>
                </a:moveTo>
                <a:lnTo>
                  <a:pt x="85929" y="116184"/>
                </a:lnTo>
                <a:lnTo>
                  <a:pt x="85929" y="111481"/>
                </a:lnTo>
                <a:lnTo>
                  <a:pt x="89231" y="108178"/>
                </a:lnTo>
                <a:lnTo>
                  <a:pt x="91399" y="108178"/>
                </a:lnTo>
                <a:lnTo>
                  <a:pt x="87463" y="112114"/>
                </a:lnTo>
                <a:close/>
                <a:moveTo>
                  <a:pt x="66481" y="117685"/>
                </a:moveTo>
                <a:lnTo>
                  <a:pt x="66481" y="112114"/>
                </a:lnTo>
                <a:lnTo>
                  <a:pt x="62545" y="108178"/>
                </a:lnTo>
                <a:lnTo>
                  <a:pt x="64680" y="108178"/>
                </a:lnTo>
                <a:lnTo>
                  <a:pt x="68016" y="111481"/>
                </a:lnTo>
                <a:lnTo>
                  <a:pt x="68016" y="116151"/>
                </a:lnTo>
                <a:close/>
                <a:moveTo>
                  <a:pt x="56674" y="117685"/>
                </a:moveTo>
                <a:lnTo>
                  <a:pt x="55140" y="116184"/>
                </a:lnTo>
                <a:lnTo>
                  <a:pt x="55140" y="111481"/>
                </a:lnTo>
                <a:lnTo>
                  <a:pt x="58442" y="108178"/>
                </a:lnTo>
                <a:lnTo>
                  <a:pt x="60610" y="108178"/>
                </a:lnTo>
                <a:lnTo>
                  <a:pt x="56674" y="112114"/>
                </a:lnTo>
                <a:close/>
                <a:moveTo>
                  <a:pt x="35693" y="117685"/>
                </a:moveTo>
                <a:lnTo>
                  <a:pt x="35693" y="112114"/>
                </a:lnTo>
                <a:lnTo>
                  <a:pt x="31723" y="108178"/>
                </a:lnTo>
                <a:lnTo>
                  <a:pt x="33891" y="108178"/>
                </a:lnTo>
                <a:lnTo>
                  <a:pt x="37227" y="111481"/>
                </a:lnTo>
                <a:lnTo>
                  <a:pt x="37227" y="116151"/>
                </a:lnTo>
                <a:close/>
                <a:moveTo>
                  <a:pt x="25886" y="117685"/>
                </a:moveTo>
                <a:lnTo>
                  <a:pt x="24351" y="116184"/>
                </a:lnTo>
                <a:lnTo>
                  <a:pt x="24351" y="111481"/>
                </a:lnTo>
                <a:lnTo>
                  <a:pt x="27654" y="108178"/>
                </a:lnTo>
                <a:lnTo>
                  <a:pt x="29822" y="108178"/>
                </a:lnTo>
                <a:lnTo>
                  <a:pt x="25886" y="112114"/>
                </a:lnTo>
                <a:lnTo>
                  <a:pt x="25886" y="117685"/>
                </a:lnTo>
                <a:close/>
                <a:moveTo>
                  <a:pt x="6972" y="85929"/>
                </a:moveTo>
                <a:lnTo>
                  <a:pt x="11675" y="85929"/>
                </a:lnTo>
                <a:lnTo>
                  <a:pt x="14978" y="89265"/>
                </a:lnTo>
                <a:lnTo>
                  <a:pt x="14978" y="91400"/>
                </a:lnTo>
                <a:lnTo>
                  <a:pt x="11042" y="87464"/>
                </a:lnTo>
                <a:lnTo>
                  <a:pt x="5438" y="87464"/>
                </a:lnTo>
                <a:close/>
                <a:moveTo>
                  <a:pt x="7106" y="80258"/>
                </a:moveTo>
                <a:lnTo>
                  <a:pt x="4237" y="77356"/>
                </a:lnTo>
                <a:lnTo>
                  <a:pt x="6605" y="77356"/>
                </a:lnTo>
                <a:lnTo>
                  <a:pt x="8873" y="79658"/>
                </a:lnTo>
                <a:lnTo>
                  <a:pt x="8873" y="82927"/>
                </a:lnTo>
                <a:lnTo>
                  <a:pt x="7206" y="84595"/>
                </a:lnTo>
                <a:lnTo>
                  <a:pt x="7206" y="80525"/>
                </a:lnTo>
                <a:close/>
                <a:moveTo>
                  <a:pt x="6972" y="55140"/>
                </a:moveTo>
                <a:lnTo>
                  <a:pt x="11675" y="55140"/>
                </a:lnTo>
                <a:lnTo>
                  <a:pt x="14978" y="58443"/>
                </a:lnTo>
                <a:lnTo>
                  <a:pt x="14978" y="60611"/>
                </a:lnTo>
                <a:lnTo>
                  <a:pt x="11042" y="56675"/>
                </a:lnTo>
                <a:lnTo>
                  <a:pt x="5438" y="56675"/>
                </a:lnTo>
                <a:close/>
                <a:moveTo>
                  <a:pt x="6972" y="24352"/>
                </a:moveTo>
                <a:lnTo>
                  <a:pt x="11675" y="24352"/>
                </a:lnTo>
                <a:lnTo>
                  <a:pt x="14978" y="27654"/>
                </a:lnTo>
                <a:lnTo>
                  <a:pt x="14978" y="29822"/>
                </a:lnTo>
                <a:lnTo>
                  <a:pt x="11042" y="25886"/>
                </a:lnTo>
                <a:lnTo>
                  <a:pt x="5438" y="25886"/>
                </a:lnTo>
                <a:close/>
                <a:moveTo>
                  <a:pt x="7106" y="18648"/>
                </a:moveTo>
                <a:lnTo>
                  <a:pt x="4237" y="15779"/>
                </a:lnTo>
                <a:lnTo>
                  <a:pt x="6605" y="15779"/>
                </a:lnTo>
                <a:lnTo>
                  <a:pt x="8873" y="18081"/>
                </a:lnTo>
                <a:lnTo>
                  <a:pt x="8873" y="21316"/>
                </a:lnTo>
                <a:lnTo>
                  <a:pt x="7206" y="23017"/>
                </a:lnTo>
                <a:lnTo>
                  <a:pt x="7206" y="18948"/>
                </a:lnTo>
                <a:close/>
                <a:moveTo>
                  <a:pt x="7206" y="7773"/>
                </a:moveTo>
                <a:lnTo>
                  <a:pt x="8873" y="9441"/>
                </a:lnTo>
                <a:lnTo>
                  <a:pt x="8873" y="12710"/>
                </a:lnTo>
                <a:lnTo>
                  <a:pt x="6605" y="15012"/>
                </a:lnTo>
                <a:lnTo>
                  <a:pt x="4237" y="15012"/>
                </a:lnTo>
                <a:lnTo>
                  <a:pt x="7206" y="12010"/>
                </a:lnTo>
                <a:lnTo>
                  <a:pt x="7206" y="7773"/>
                </a:lnTo>
                <a:close/>
                <a:moveTo>
                  <a:pt x="25886" y="5471"/>
                </a:moveTo>
                <a:lnTo>
                  <a:pt x="25886" y="11042"/>
                </a:lnTo>
                <a:lnTo>
                  <a:pt x="29822" y="15012"/>
                </a:lnTo>
                <a:lnTo>
                  <a:pt x="27654" y="15012"/>
                </a:lnTo>
                <a:lnTo>
                  <a:pt x="24351" y="11676"/>
                </a:lnTo>
                <a:lnTo>
                  <a:pt x="24351" y="6973"/>
                </a:lnTo>
                <a:close/>
                <a:moveTo>
                  <a:pt x="35693" y="5471"/>
                </a:moveTo>
                <a:lnTo>
                  <a:pt x="37227" y="6973"/>
                </a:lnTo>
                <a:lnTo>
                  <a:pt x="37227" y="11676"/>
                </a:lnTo>
                <a:lnTo>
                  <a:pt x="33891" y="15012"/>
                </a:lnTo>
                <a:lnTo>
                  <a:pt x="31723" y="15012"/>
                </a:lnTo>
                <a:lnTo>
                  <a:pt x="35693" y="11042"/>
                </a:lnTo>
                <a:lnTo>
                  <a:pt x="35693" y="5471"/>
                </a:lnTo>
                <a:close/>
                <a:moveTo>
                  <a:pt x="56674" y="5471"/>
                </a:moveTo>
                <a:lnTo>
                  <a:pt x="56674" y="11042"/>
                </a:lnTo>
                <a:lnTo>
                  <a:pt x="60610" y="15012"/>
                </a:lnTo>
                <a:lnTo>
                  <a:pt x="58442" y="15012"/>
                </a:lnTo>
                <a:lnTo>
                  <a:pt x="55140" y="11676"/>
                </a:lnTo>
                <a:lnTo>
                  <a:pt x="55140" y="6973"/>
                </a:lnTo>
                <a:close/>
                <a:moveTo>
                  <a:pt x="66481" y="5471"/>
                </a:moveTo>
                <a:lnTo>
                  <a:pt x="68016" y="6973"/>
                </a:lnTo>
                <a:lnTo>
                  <a:pt x="68016" y="11676"/>
                </a:lnTo>
                <a:lnTo>
                  <a:pt x="64680" y="15012"/>
                </a:lnTo>
                <a:lnTo>
                  <a:pt x="62512" y="15012"/>
                </a:lnTo>
                <a:lnTo>
                  <a:pt x="66481" y="11042"/>
                </a:lnTo>
                <a:lnTo>
                  <a:pt x="66481" y="5471"/>
                </a:lnTo>
                <a:close/>
                <a:moveTo>
                  <a:pt x="87463" y="5471"/>
                </a:moveTo>
                <a:lnTo>
                  <a:pt x="87463" y="11042"/>
                </a:lnTo>
                <a:lnTo>
                  <a:pt x="91399" y="15012"/>
                </a:lnTo>
                <a:lnTo>
                  <a:pt x="89231" y="15012"/>
                </a:lnTo>
                <a:lnTo>
                  <a:pt x="85929" y="11676"/>
                </a:lnTo>
                <a:lnTo>
                  <a:pt x="85929" y="6973"/>
                </a:lnTo>
                <a:close/>
                <a:moveTo>
                  <a:pt x="97270" y="5471"/>
                </a:moveTo>
                <a:lnTo>
                  <a:pt x="98804" y="6973"/>
                </a:lnTo>
                <a:lnTo>
                  <a:pt x="98804" y="11676"/>
                </a:lnTo>
                <a:lnTo>
                  <a:pt x="95502" y="15012"/>
                </a:lnTo>
                <a:lnTo>
                  <a:pt x="93334" y="15012"/>
                </a:lnTo>
                <a:lnTo>
                  <a:pt x="97270" y="11042"/>
                </a:lnTo>
                <a:lnTo>
                  <a:pt x="97270" y="5471"/>
                </a:lnTo>
                <a:close/>
                <a:moveTo>
                  <a:pt x="118252" y="5471"/>
                </a:moveTo>
                <a:lnTo>
                  <a:pt x="118252" y="11042"/>
                </a:lnTo>
                <a:lnTo>
                  <a:pt x="122188" y="15012"/>
                </a:lnTo>
                <a:lnTo>
                  <a:pt x="120053" y="15012"/>
                </a:lnTo>
                <a:lnTo>
                  <a:pt x="116717" y="11676"/>
                </a:lnTo>
                <a:lnTo>
                  <a:pt x="116717" y="6973"/>
                </a:lnTo>
                <a:close/>
                <a:moveTo>
                  <a:pt x="128059" y="5471"/>
                </a:moveTo>
                <a:lnTo>
                  <a:pt x="129593" y="6973"/>
                </a:lnTo>
                <a:lnTo>
                  <a:pt x="129593" y="11676"/>
                </a:lnTo>
                <a:lnTo>
                  <a:pt x="126291" y="15012"/>
                </a:lnTo>
                <a:lnTo>
                  <a:pt x="124122" y="15012"/>
                </a:lnTo>
                <a:lnTo>
                  <a:pt x="128059" y="11042"/>
                </a:lnTo>
                <a:lnTo>
                  <a:pt x="128059" y="5471"/>
                </a:lnTo>
                <a:close/>
                <a:moveTo>
                  <a:pt x="149040" y="5471"/>
                </a:moveTo>
                <a:lnTo>
                  <a:pt x="149040" y="11042"/>
                </a:lnTo>
                <a:lnTo>
                  <a:pt x="153010" y="15012"/>
                </a:lnTo>
                <a:lnTo>
                  <a:pt x="150842" y="15012"/>
                </a:lnTo>
                <a:lnTo>
                  <a:pt x="147506" y="11676"/>
                </a:lnTo>
                <a:lnTo>
                  <a:pt x="147506" y="6973"/>
                </a:lnTo>
                <a:close/>
                <a:moveTo>
                  <a:pt x="158847" y="5471"/>
                </a:moveTo>
                <a:lnTo>
                  <a:pt x="160382" y="6973"/>
                </a:lnTo>
                <a:lnTo>
                  <a:pt x="160382" y="11676"/>
                </a:lnTo>
                <a:lnTo>
                  <a:pt x="157079" y="15012"/>
                </a:lnTo>
                <a:lnTo>
                  <a:pt x="154911" y="15012"/>
                </a:lnTo>
                <a:lnTo>
                  <a:pt x="158847" y="11042"/>
                </a:lnTo>
                <a:close/>
                <a:moveTo>
                  <a:pt x="179829" y="5471"/>
                </a:moveTo>
                <a:lnTo>
                  <a:pt x="179829" y="11042"/>
                </a:lnTo>
                <a:lnTo>
                  <a:pt x="183798" y="15012"/>
                </a:lnTo>
                <a:lnTo>
                  <a:pt x="181630" y="15012"/>
                </a:lnTo>
                <a:lnTo>
                  <a:pt x="178294" y="11676"/>
                </a:lnTo>
                <a:lnTo>
                  <a:pt x="178294" y="6973"/>
                </a:lnTo>
                <a:close/>
                <a:moveTo>
                  <a:pt x="189636" y="5471"/>
                </a:moveTo>
                <a:lnTo>
                  <a:pt x="191170" y="6973"/>
                </a:lnTo>
                <a:lnTo>
                  <a:pt x="191170" y="11676"/>
                </a:lnTo>
                <a:lnTo>
                  <a:pt x="187868" y="15012"/>
                </a:lnTo>
                <a:lnTo>
                  <a:pt x="185700" y="15012"/>
                </a:lnTo>
                <a:lnTo>
                  <a:pt x="189636" y="11042"/>
                </a:lnTo>
                <a:lnTo>
                  <a:pt x="189636" y="5471"/>
                </a:lnTo>
                <a:close/>
                <a:moveTo>
                  <a:pt x="210618" y="5471"/>
                </a:moveTo>
                <a:lnTo>
                  <a:pt x="210618" y="11042"/>
                </a:lnTo>
                <a:lnTo>
                  <a:pt x="214587" y="15012"/>
                </a:lnTo>
                <a:lnTo>
                  <a:pt x="212419" y="15012"/>
                </a:lnTo>
                <a:lnTo>
                  <a:pt x="209083" y="11676"/>
                </a:lnTo>
                <a:lnTo>
                  <a:pt x="209083" y="6973"/>
                </a:lnTo>
                <a:close/>
                <a:moveTo>
                  <a:pt x="220425" y="5471"/>
                </a:moveTo>
                <a:lnTo>
                  <a:pt x="221959" y="6973"/>
                </a:lnTo>
                <a:lnTo>
                  <a:pt x="221959" y="11676"/>
                </a:lnTo>
                <a:lnTo>
                  <a:pt x="218657" y="15012"/>
                </a:lnTo>
                <a:lnTo>
                  <a:pt x="216488" y="15012"/>
                </a:lnTo>
                <a:lnTo>
                  <a:pt x="220425" y="11042"/>
                </a:lnTo>
                <a:lnTo>
                  <a:pt x="220425" y="5471"/>
                </a:lnTo>
                <a:close/>
                <a:moveTo>
                  <a:pt x="236636" y="112915"/>
                </a:moveTo>
                <a:lnTo>
                  <a:pt x="235302" y="111581"/>
                </a:lnTo>
                <a:lnTo>
                  <a:pt x="235302" y="109579"/>
                </a:lnTo>
                <a:lnTo>
                  <a:pt x="236736" y="108145"/>
                </a:lnTo>
                <a:lnTo>
                  <a:pt x="238604" y="108145"/>
                </a:lnTo>
                <a:lnTo>
                  <a:pt x="236636" y="110113"/>
                </a:lnTo>
                <a:close/>
                <a:moveTo>
                  <a:pt x="219757" y="107378"/>
                </a:moveTo>
                <a:lnTo>
                  <a:pt x="222760" y="104376"/>
                </a:lnTo>
                <a:lnTo>
                  <a:pt x="222760" y="100139"/>
                </a:lnTo>
                <a:lnTo>
                  <a:pt x="224427" y="101840"/>
                </a:lnTo>
                <a:lnTo>
                  <a:pt x="224427" y="105076"/>
                </a:lnTo>
                <a:lnTo>
                  <a:pt x="222159" y="107378"/>
                </a:lnTo>
                <a:close/>
                <a:moveTo>
                  <a:pt x="216488" y="107378"/>
                </a:moveTo>
                <a:lnTo>
                  <a:pt x="220425" y="103408"/>
                </a:lnTo>
                <a:lnTo>
                  <a:pt x="220425" y="97838"/>
                </a:lnTo>
                <a:lnTo>
                  <a:pt x="221959" y="99372"/>
                </a:lnTo>
                <a:lnTo>
                  <a:pt x="221959" y="104042"/>
                </a:lnTo>
                <a:lnTo>
                  <a:pt x="218657" y="107378"/>
                </a:lnTo>
                <a:lnTo>
                  <a:pt x="216488" y="107378"/>
                </a:lnTo>
                <a:close/>
                <a:moveTo>
                  <a:pt x="212419" y="107378"/>
                </a:moveTo>
                <a:lnTo>
                  <a:pt x="209083" y="104042"/>
                </a:lnTo>
                <a:lnTo>
                  <a:pt x="209083" y="99372"/>
                </a:lnTo>
                <a:lnTo>
                  <a:pt x="210618" y="97838"/>
                </a:lnTo>
                <a:lnTo>
                  <a:pt x="210618" y="103408"/>
                </a:lnTo>
                <a:lnTo>
                  <a:pt x="214587" y="107378"/>
                </a:lnTo>
                <a:lnTo>
                  <a:pt x="212419" y="107378"/>
                </a:lnTo>
                <a:close/>
                <a:moveTo>
                  <a:pt x="208916" y="107378"/>
                </a:moveTo>
                <a:lnTo>
                  <a:pt x="206648" y="105076"/>
                </a:lnTo>
                <a:lnTo>
                  <a:pt x="206648" y="101840"/>
                </a:lnTo>
                <a:lnTo>
                  <a:pt x="208316" y="100139"/>
                </a:lnTo>
                <a:lnTo>
                  <a:pt x="208316" y="104376"/>
                </a:lnTo>
                <a:lnTo>
                  <a:pt x="211285" y="107378"/>
                </a:lnTo>
                <a:lnTo>
                  <a:pt x="208916" y="107378"/>
                </a:lnTo>
                <a:close/>
                <a:moveTo>
                  <a:pt x="205848" y="112915"/>
                </a:moveTo>
                <a:lnTo>
                  <a:pt x="204513" y="111581"/>
                </a:lnTo>
                <a:lnTo>
                  <a:pt x="204513" y="109579"/>
                </a:lnTo>
                <a:lnTo>
                  <a:pt x="205948" y="108145"/>
                </a:lnTo>
                <a:lnTo>
                  <a:pt x="207816" y="108145"/>
                </a:lnTo>
                <a:lnTo>
                  <a:pt x="205848" y="110113"/>
                </a:lnTo>
                <a:close/>
                <a:moveTo>
                  <a:pt x="188969" y="107378"/>
                </a:moveTo>
                <a:lnTo>
                  <a:pt x="191837" y="104509"/>
                </a:lnTo>
                <a:lnTo>
                  <a:pt x="191971" y="104209"/>
                </a:lnTo>
                <a:lnTo>
                  <a:pt x="191971" y="100139"/>
                </a:lnTo>
                <a:lnTo>
                  <a:pt x="193639" y="101840"/>
                </a:lnTo>
                <a:lnTo>
                  <a:pt x="193639" y="105076"/>
                </a:lnTo>
                <a:lnTo>
                  <a:pt x="191337" y="107378"/>
                </a:lnTo>
                <a:lnTo>
                  <a:pt x="188969" y="107378"/>
                </a:lnTo>
                <a:close/>
                <a:moveTo>
                  <a:pt x="185700" y="107378"/>
                </a:moveTo>
                <a:lnTo>
                  <a:pt x="189636" y="103408"/>
                </a:lnTo>
                <a:lnTo>
                  <a:pt x="189636" y="97838"/>
                </a:lnTo>
                <a:lnTo>
                  <a:pt x="191170" y="99372"/>
                </a:lnTo>
                <a:lnTo>
                  <a:pt x="191170" y="104042"/>
                </a:lnTo>
                <a:lnTo>
                  <a:pt x="187868" y="107378"/>
                </a:lnTo>
                <a:lnTo>
                  <a:pt x="185700" y="107378"/>
                </a:lnTo>
                <a:close/>
                <a:moveTo>
                  <a:pt x="181630" y="107378"/>
                </a:moveTo>
                <a:lnTo>
                  <a:pt x="178294" y="104042"/>
                </a:lnTo>
                <a:lnTo>
                  <a:pt x="178294" y="99372"/>
                </a:lnTo>
                <a:lnTo>
                  <a:pt x="179829" y="97838"/>
                </a:lnTo>
                <a:lnTo>
                  <a:pt x="179829" y="103408"/>
                </a:lnTo>
                <a:lnTo>
                  <a:pt x="183798" y="107378"/>
                </a:lnTo>
                <a:lnTo>
                  <a:pt x="181630" y="107378"/>
                </a:lnTo>
                <a:close/>
                <a:moveTo>
                  <a:pt x="178128" y="107378"/>
                </a:moveTo>
                <a:lnTo>
                  <a:pt x="175826" y="105076"/>
                </a:lnTo>
                <a:lnTo>
                  <a:pt x="175826" y="101840"/>
                </a:lnTo>
                <a:lnTo>
                  <a:pt x="177527" y="100139"/>
                </a:lnTo>
                <a:lnTo>
                  <a:pt x="177527" y="104209"/>
                </a:lnTo>
                <a:lnTo>
                  <a:pt x="177627" y="104509"/>
                </a:lnTo>
                <a:lnTo>
                  <a:pt x="180496" y="107378"/>
                </a:lnTo>
                <a:lnTo>
                  <a:pt x="178128" y="107378"/>
                </a:lnTo>
                <a:close/>
                <a:moveTo>
                  <a:pt x="175059" y="112915"/>
                </a:moveTo>
                <a:lnTo>
                  <a:pt x="173725" y="111581"/>
                </a:lnTo>
                <a:lnTo>
                  <a:pt x="173725" y="109579"/>
                </a:lnTo>
                <a:lnTo>
                  <a:pt x="175159" y="108145"/>
                </a:lnTo>
                <a:lnTo>
                  <a:pt x="177027" y="108145"/>
                </a:lnTo>
                <a:lnTo>
                  <a:pt x="175059" y="110113"/>
                </a:lnTo>
                <a:close/>
                <a:moveTo>
                  <a:pt x="158180" y="107378"/>
                </a:moveTo>
                <a:lnTo>
                  <a:pt x="161182" y="104376"/>
                </a:lnTo>
                <a:lnTo>
                  <a:pt x="161182" y="100139"/>
                </a:lnTo>
                <a:lnTo>
                  <a:pt x="162850" y="101840"/>
                </a:lnTo>
                <a:lnTo>
                  <a:pt x="162850" y="105076"/>
                </a:lnTo>
                <a:lnTo>
                  <a:pt x="160548" y="107378"/>
                </a:lnTo>
                <a:close/>
                <a:moveTo>
                  <a:pt x="154911" y="107378"/>
                </a:moveTo>
                <a:lnTo>
                  <a:pt x="158847" y="103408"/>
                </a:lnTo>
                <a:lnTo>
                  <a:pt x="158847" y="97838"/>
                </a:lnTo>
                <a:lnTo>
                  <a:pt x="160382" y="99372"/>
                </a:lnTo>
                <a:lnTo>
                  <a:pt x="160382" y="104042"/>
                </a:lnTo>
                <a:lnTo>
                  <a:pt x="157079" y="107378"/>
                </a:lnTo>
                <a:lnTo>
                  <a:pt x="154911" y="107378"/>
                </a:lnTo>
                <a:close/>
                <a:moveTo>
                  <a:pt x="150842" y="107378"/>
                </a:moveTo>
                <a:lnTo>
                  <a:pt x="147506" y="104042"/>
                </a:lnTo>
                <a:lnTo>
                  <a:pt x="147506" y="99372"/>
                </a:lnTo>
                <a:lnTo>
                  <a:pt x="149040" y="97838"/>
                </a:lnTo>
                <a:lnTo>
                  <a:pt x="149040" y="103408"/>
                </a:lnTo>
                <a:lnTo>
                  <a:pt x="153010" y="107378"/>
                </a:lnTo>
                <a:lnTo>
                  <a:pt x="150842" y="107378"/>
                </a:lnTo>
                <a:close/>
                <a:moveTo>
                  <a:pt x="147339" y="107378"/>
                </a:moveTo>
                <a:lnTo>
                  <a:pt x="145037" y="105076"/>
                </a:lnTo>
                <a:lnTo>
                  <a:pt x="145037" y="101840"/>
                </a:lnTo>
                <a:lnTo>
                  <a:pt x="146739" y="100139"/>
                </a:lnTo>
                <a:lnTo>
                  <a:pt x="146739" y="104376"/>
                </a:lnTo>
                <a:lnTo>
                  <a:pt x="149707" y="107378"/>
                </a:lnTo>
                <a:lnTo>
                  <a:pt x="147339" y="107378"/>
                </a:lnTo>
                <a:close/>
                <a:moveTo>
                  <a:pt x="144270" y="112915"/>
                </a:moveTo>
                <a:lnTo>
                  <a:pt x="142936" y="111581"/>
                </a:lnTo>
                <a:lnTo>
                  <a:pt x="142936" y="109579"/>
                </a:lnTo>
                <a:lnTo>
                  <a:pt x="144370" y="108145"/>
                </a:lnTo>
                <a:lnTo>
                  <a:pt x="146238" y="108145"/>
                </a:lnTo>
                <a:lnTo>
                  <a:pt x="144270" y="110113"/>
                </a:lnTo>
                <a:close/>
                <a:moveTo>
                  <a:pt x="127391" y="107378"/>
                </a:moveTo>
                <a:lnTo>
                  <a:pt x="130260" y="104509"/>
                </a:lnTo>
                <a:lnTo>
                  <a:pt x="130394" y="104209"/>
                </a:lnTo>
                <a:lnTo>
                  <a:pt x="130394" y="100139"/>
                </a:lnTo>
                <a:lnTo>
                  <a:pt x="132061" y="101840"/>
                </a:lnTo>
                <a:lnTo>
                  <a:pt x="132061" y="105076"/>
                </a:lnTo>
                <a:lnTo>
                  <a:pt x="129760" y="107378"/>
                </a:lnTo>
                <a:lnTo>
                  <a:pt x="127391" y="107378"/>
                </a:lnTo>
                <a:close/>
                <a:moveTo>
                  <a:pt x="124122" y="107378"/>
                </a:moveTo>
                <a:lnTo>
                  <a:pt x="128059" y="103408"/>
                </a:lnTo>
                <a:lnTo>
                  <a:pt x="128059" y="97838"/>
                </a:lnTo>
                <a:lnTo>
                  <a:pt x="129593" y="99372"/>
                </a:lnTo>
                <a:lnTo>
                  <a:pt x="129593" y="104042"/>
                </a:lnTo>
                <a:lnTo>
                  <a:pt x="126291" y="107378"/>
                </a:lnTo>
                <a:lnTo>
                  <a:pt x="124122" y="107378"/>
                </a:lnTo>
                <a:close/>
                <a:moveTo>
                  <a:pt x="120053" y="107378"/>
                </a:moveTo>
                <a:lnTo>
                  <a:pt x="116717" y="104042"/>
                </a:lnTo>
                <a:lnTo>
                  <a:pt x="116717" y="99372"/>
                </a:lnTo>
                <a:lnTo>
                  <a:pt x="118252" y="97838"/>
                </a:lnTo>
                <a:lnTo>
                  <a:pt x="118252" y="103408"/>
                </a:lnTo>
                <a:lnTo>
                  <a:pt x="122188" y="107378"/>
                </a:lnTo>
                <a:lnTo>
                  <a:pt x="120053" y="107378"/>
                </a:lnTo>
                <a:close/>
                <a:moveTo>
                  <a:pt x="116550" y="107378"/>
                </a:moveTo>
                <a:lnTo>
                  <a:pt x="114249" y="105076"/>
                </a:lnTo>
                <a:lnTo>
                  <a:pt x="114249" y="101840"/>
                </a:lnTo>
                <a:lnTo>
                  <a:pt x="115950" y="100139"/>
                </a:lnTo>
                <a:lnTo>
                  <a:pt x="115950" y="104209"/>
                </a:lnTo>
                <a:lnTo>
                  <a:pt x="116050" y="104509"/>
                </a:lnTo>
                <a:lnTo>
                  <a:pt x="118919" y="107378"/>
                </a:lnTo>
                <a:lnTo>
                  <a:pt x="116550" y="107378"/>
                </a:lnTo>
                <a:close/>
                <a:moveTo>
                  <a:pt x="113482" y="112915"/>
                </a:moveTo>
                <a:lnTo>
                  <a:pt x="112147" y="111581"/>
                </a:lnTo>
                <a:lnTo>
                  <a:pt x="112147" y="109579"/>
                </a:lnTo>
                <a:lnTo>
                  <a:pt x="113582" y="108145"/>
                </a:lnTo>
                <a:lnTo>
                  <a:pt x="115450" y="108145"/>
                </a:lnTo>
                <a:lnTo>
                  <a:pt x="113482" y="110113"/>
                </a:lnTo>
                <a:close/>
                <a:moveTo>
                  <a:pt x="96603" y="107378"/>
                </a:moveTo>
                <a:lnTo>
                  <a:pt x="99605" y="104376"/>
                </a:lnTo>
                <a:lnTo>
                  <a:pt x="99605" y="100139"/>
                </a:lnTo>
                <a:lnTo>
                  <a:pt x="101273" y="101840"/>
                </a:lnTo>
                <a:lnTo>
                  <a:pt x="101273" y="105076"/>
                </a:lnTo>
                <a:lnTo>
                  <a:pt x="98971" y="107378"/>
                </a:lnTo>
                <a:close/>
                <a:moveTo>
                  <a:pt x="93334" y="107378"/>
                </a:moveTo>
                <a:lnTo>
                  <a:pt x="97270" y="103408"/>
                </a:lnTo>
                <a:lnTo>
                  <a:pt x="97270" y="97838"/>
                </a:lnTo>
                <a:lnTo>
                  <a:pt x="98804" y="99372"/>
                </a:lnTo>
                <a:lnTo>
                  <a:pt x="98804" y="104042"/>
                </a:lnTo>
                <a:lnTo>
                  <a:pt x="95469" y="107378"/>
                </a:lnTo>
                <a:lnTo>
                  <a:pt x="93334" y="107378"/>
                </a:lnTo>
                <a:close/>
                <a:moveTo>
                  <a:pt x="89231" y="107378"/>
                </a:moveTo>
                <a:lnTo>
                  <a:pt x="85929" y="104042"/>
                </a:lnTo>
                <a:lnTo>
                  <a:pt x="85929" y="99372"/>
                </a:lnTo>
                <a:lnTo>
                  <a:pt x="87463" y="97838"/>
                </a:lnTo>
                <a:lnTo>
                  <a:pt x="87463" y="103408"/>
                </a:lnTo>
                <a:lnTo>
                  <a:pt x="91399" y="107378"/>
                </a:lnTo>
                <a:lnTo>
                  <a:pt x="89231" y="107378"/>
                </a:lnTo>
                <a:close/>
                <a:moveTo>
                  <a:pt x="85762" y="107378"/>
                </a:moveTo>
                <a:lnTo>
                  <a:pt x="83460" y="105076"/>
                </a:lnTo>
                <a:lnTo>
                  <a:pt x="83460" y="101840"/>
                </a:lnTo>
                <a:lnTo>
                  <a:pt x="85128" y="100139"/>
                </a:lnTo>
                <a:lnTo>
                  <a:pt x="85128" y="104376"/>
                </a:lnTo>
                <a:lnTo>
                  <a:pt x="88130" y="107378"/>
                </a:lnTo>
                <a:lnTo>
                  <a:pt x="85762" y="107378"/>
                </a:lnTo>
                <a:close/>
                <a:moveTo>
                  <a:pt x="82660" y="112915"/>
                </a:moveTo>
                <a:lnTo>
                  <a:pt x="81359" y="111581"/>
                </a:lnTo>
                <a:lnTo>
                  <a:pt x="81359" y="109579"/>
                </a:lnTo>
                <a:lnTo>
                  <a:pt x="82793" y="108145"/>
                </a:lnTo>
                <a:lnTo>
                  <a:pt x="84628" y="108145"/>
                </a:lnTo>
                <a:lnTo>
                  <a:pt x="82660" y="110113"/>
                </a:lnTo>
                <a:close/>
                <a:moveTo>
                  <a:pt x="65814" y="107378"/>
                </a:moveTo>
                <a:lnTo>
                  <a:pt x="68683" y="104509"/>
                </a:lnTo>
                <a:lnTo>
                  <a:pt x="68816" y="104209"/>
                </a:lnTo>
                <a:lnTo>
                  <a:pt x="68816" y="100139"/>
                </a:lnTo>
                <a:lnTo>
                  <a:pt x="70484" y="101840"/>
                </a:lnTo>
                <a:lnTo>
                  <a:pt x="70484" y="105076"/>
                </a:lnTo>
                <a:lnTo>
                  <a:pt x="68183" y="107378"/>
                </a:lnTo>
                <a:lnTo>
                  <a:pt x="65814" y="107378"/>
                </a:lnTo>
                <a:close/>
                <a:moveTo>
                  <a:pt x="62512" y="107378"/>
                </a:moveTo>
                <a:lnTo>
                  <a:pt x="66481" y="103408"/>
                </a:lnTo>
                <a:lnTo>
                  <a:pt x="66481" y="97838"/>
                </a:lnTo>
                <a:lnTo>
                  <a:pt x="68016" y="99372"/>
                </a:lnTo>
                <a:lnTo>
                  <a:pt x="68016" y="104042"/>
                </a:lnTo>
                <a:lnTo>
                  <a:pt x="64680" y="107378"/>
                </a:lnTo>
                <a:lnTo>
                  <a:pt x="62512" y="107378"/>
                </a:lnTo>
                <a:close/>
                <a:moveTo>
                  <a:pt x="58442" y="107378"/>
                </a:moveTo>
                <a:lnTo>
                  <a:pt x="55140" y="104042"/>
                </a:lnTo>
                <a:lnTo>
                  <a:pt x="55140" y="99372"/>
                </a:lnTo>
                <a:lnTo>
                  <a:pt x="56674" y="97838"/>
                </a:lnTo>
                <a:lnTo>
                  <a:pt x="56674" y="103408"/>
                </a:lnTo>
                <a:lnTo>
                  <a:pt x="60610" y="107378"/>
                </a:lnTo>
                <a:lnTo>
                  <a:pt x="58442" y="107378"/>
                </a:lnTo>
                <a:close/>
                <a:moveTo>
                  <a:pt x="54973" y="107378"/>
                </a:moveTo>
                <a:lnTo>
                  <a:pt x="52671" y="105076"/>
                </a:lnTo>
                <a:lnTo>
                  <a:pt x="52671" y="101840"/>
                </a:lnTo>
                <a:lnTo>
                  <a:pt x="54339" y="100139"/>
                </a:lnTo>
                <a:lnTo>
                  <a:pt x="54339" y="104209"/>
                </a:lnTo>
                <a:lnTo>
                  <a:pt x="54473" y="104509"/>
                </a:lnTo>
                <a:lnTo>
                  <a:pt x="57341" y="107378"/>
                </a:lnTo>
                <a:lnTo>
                  <a:pt x="54973" y="107378"/>
                </a:lnTo>
                <a:close/>
                <a:moveTo>
                  <a:pt x="51871" y="112915"/>
                </a:moveTo>
                <a:lnTo>
                  <a:pt x="50570" y="111581"/>
                </a:lnTo>
                <a:lnTo>
                  <a:pt x="50570" y="109579"/>
                </a:lnTo>
                <a:lnTo>
                  <a:pt x="51971" y="108145"/>
                </a:lnTo>
                <a:lnTo>
                  <a:pt x="53839" y="108145"/>
                </a:lnTo>
                <a:lnTo>
                  <a:pt x="51871" y="110113"/>
                </a:lnTo>
                <a:close/>
                <a:moveTo>
                  <a:pt x="35026" y="107378"/>
                </a:moveTo>
                <a:lnTo>
                  <a:pt x="37994" y="104376"/>
                </a:lnTo>
                <a:lnTo>
                  <a:pt x="37994" y="100139"/>
                </a:lnTo>
                <a:lnTo>
                  <a:pt x="39696" y="101840"/>
                </a:lnTo>
                <a:lnTo>
                  <a:pt x="39696" y="105076"/>
                </a:lnTo>
                <a:lnTo>
                  <a:pt x="37394" y="107378"/>
                </a:lnTo>
                <a:close/>
                <a:moveTo>
                  <a:pt x="31723" y="107378"/>
                </a:moveTo>
                <a:lnTo>
                  <a:pt x="35693" y="103408"/>
                </a:lnTo>
                <a:lnTo>
                  <a:pt x="35693" y="97838"/>
                </a:lnTo>
                <a:lnTo>
                  <a:pt x="37227" y="99372"/>
                </a:lnTo>
                <a:lnTo>
                  <a:pt x="37227" y="104042"/>
                </a:lnTo>
                <a:lnTo>
                  <a:pt x="33891" y="107378"/>
                </a:lnTo>
                <a:lnTo>
                  <a:pt x="31723" y="107378"/>
                </a:lnTo>
                <a:close/>
                <a:moveTo>
                  <a:pt x="27654" y="107378"/>
                </a:moveTo>
                <a:lnTo>
                  <a:pt x="24351" y="104042"/>
                </a:lnTo>
                <a:lnTo>
                  <a:pt x="24351" y="99372"/>
                </a:lnTo>
                <a:lnTo>
                  <a:pt x="25886" y="97838"/>
                </a:lnTo>
                <a:lnTo>
                  <a:pt x="25886" y="103408"/>
                </a:lnTo>
                <a:lnTo>
                  <a:pt x="29822" y="107378"/>
                </a:lnTo>
                <a:lnTo>
                  <a:pt x="27654" y="107378"/>
                </a:lnTo>
                <a:close/>
                <a:moveTo>
                  <a:pt x="24184" y="107378"/>
                </a:moveTo>
                <a:lnTo>
                  <a:pt x="21883" y="105076"/>
                </a:lnTo>
                <a:lnTo>
                  <a:pt x="21883" y="101840"/>
                </a:lnTo>
                <a:lnTo>
                  <a:pt x="23551" y="100139"/>
                </a:lnTo>
                <a:lnTo>
                  <a:pt x="23551" y="104376"/>
                </a:lnTo>
                <a:lnTo>
                  <a:pt x="26553" y="107378"/>
                </a:lnTo>
                <a:lnTo>
                  <a:pt x="24184" y="107378"/>
                </a:lnTo>
                <a:close/>
                <a:moveTo>
                  <a:pt x="21082" y="112915"/>
                </a:moveTo>
                <a:lnTo>
                  <a:pt x="19781" y="111581"/>
                </a:lnTo>
                <a:lnTo>
                  <a:pt x="19781" y="109579"/>
                </a:lnTo>
                <a:lnTo>
                  <a:pt x="21182" y="108145"/>
                </a:lnTo>
                <a:lnTo>
                  <a:pt x="23050" y="108145"/>
                </a:lnTo>
                <a:lnTo>
                  <a:pt x="21082" y="110113"/>
                </a:lnTo>
                <a:close/>
                <a:moveTo>
                  <a:pt x="9674" y="10242"/>
                </a:moveTo>
                <a:lnTo>
                  <a:pt x="11008" y="11576"/>
                </a:lnTo>
                <a:lnTo>
                  <a:pt x="11008" y="13577"/>
                </a:lnTo>
                <a:lnTo>
                  <a:pt x="9574" y="15012"/>
                </a:lnTo>
                <a:lnTo>
                  <a:pt x="7706" y="15012"/>
                </a:lnTo>
                <a:lnTo>
                  <a:pt x="9674" y="13044"/>
                </a:lnTo>
                <a:close/>
                <a:moveTo>
                  <a:pt x="26553" y="15779"/>
                </a:moveTo>
                <a:lnTo>
                  <a:pt x="23551" y="18781"/>
                </a:lnTo>
                <a:lnTo>
                  <a:pt x="23551" y="23017"/>
                </a:lnTo>
                <a:lnTo>
                  <a:pt x="21883" y="21316"/>
                </a:lnTo>
                <a:lnTo>
                  <a:pt x="21883" y="18081"/>
                </a:lnTo>
                <a:lnTo>
                  <a:pt x="24184" y="15779"/>
                </a:lnTo>
                <a:lnTo>
                  <a:pt x="26553" y="15779"/>
                </a:lnTo>
                <a:close/>
                <a:moveTo>
                  <a:pt x="29822" y="15779"/>
                </a:moveTo>
                <a:lnTo>
                  <a:pt x="25886" y="19748"/>
                </a:lnTo>
                <a:lnTo>
                  <a:pt x="25886" y="25319"/>
                </a:lnTo>
                <a:lnTo>
                  <a:pt x="24351" y="23785"/>
                </a:lnTo>
                <a:lnTo>
                  <a:pt x="24351" y="19115"/>
                </a:lnTo>
                <a:lnTo>
                  <a:pt x="27654" y="15779"/>
                </a:lnTo>
                <a:lnTo>
                  <a:pt x="29822" y="15779"/>
                </a:lnTo>
                <a:close/>
                <a:moveTo>
                  <a:pt x="33891" y="15779"/>
                </a:moveTo>
                <a:lnTo>
                  <a:pt x="37227" y="19115"/>
                </a:lnTo>
                <a:lnTo>
                  <a:pt x="37227" y="23785"/>
                </a:lnTo>
                <a:lnTo>
                  <a:pt x="35693" y="25319"/>
                </a:lnTo>
                <a:lnTo>
                  <a:pt x="35693" y="19748"/>
                </a:lnTo>
                <a:lnTo>
                  <a:pt x="31723" y="15779"/>
                </a:lnTo>
                <a:lnTo>
                  <a:pt x="33891" y="15779"/>
                </a:lnTo>
                <a:close/>
                <a:moveTo>
                  <a:pt x="37394" y="15779"/>
                </a:moveTo>
                <a:lnTo>
                  <a:pt x="39696" y="18081"/>
                </a:lnTo>
                <a:lnTo>
                  <a:pt x="39696" y="21316"/>
                </a:lnTo>
                <a:lnTo>
                  <a:pt x="37994" y="23017"/>
                </a:lnTo>
                <a:lnTo>
                  <a:pt x="37994" y="18781"/>
                </a:lnTo>
                <a:lnTo>
                  <a:pt x="35026" y="15779"/>
                </a:lnTo>
                <a:lnTo>
                  <a:pt x="37394" y="15779"/>
                </a:lnTo>
                <a:close/>
                <a:moveTo>
                  <a:pt x="40463" y="10242"/>
                </a:moveTo>
                <a:lnTo>
                  <a:pt x="41797" y="11576"/>
                </a:lnTo>
                <a:lnTo>
                  <a:pt x="41797" y="13577"/>
                </a:lnTo>
                <a:lnTo>
                  <a:pt x="40363" y="15012"/>
                </a:lnTo>
                <a:lnTo>
                  <a:pt x="38495" y="15012"/>
                </a:lnTo>
                <a:lnTo>
                  <a:pt x="40463" y="13044"/>
                </a:lnTo>
                <a:close/>
                <a:moveTo>
                  <a:pt x="57341" y="15779"/>
                </a:moveTo>
                <a:lnTo>
                  <a:pt x="54473" y="18648"/>
                </a:lnTo>
                <a:lnTo>
                  <a:pt x="54339" y="18948"/>
                </a:lnTo>
                <a:lnTo>
                  <a:pt x="54339" y="23017"/>
                </a:lnTo>
                <a:lnTo>
                  <a:pt x="52671" y="21316"/>
                </a:lnTo>
                <a:lnTo>
                  <a:pt x="52671" y="18081"/>
                </a:lnTo>
                <a:lnTo>
                  <a:pt x="54973" y="15779"/>
                </a:lnTo>
                <a:lnTo>
                  <a:pt x="57341" y="15779"/>
                </a:lnTo>
                <a:close/>
                <a:moveTo>
                  <a:pt x="60610" y="15779"/>
                </a:moveTo>
                <a:lnTo>
                  <a:pt x="56674" y="19748"/>
                </a:lnTo>
                <a:lnTo>
                  <a:pt x="56674" y="25319"/>
                </a:lnTo>
                <a:lnTo>
                  <a:pt x="55140" y="23785"/>
                </a:lnTo>
                <a:lnTo>
                  <a:pt x="55140" y="19115"/>
                </a:lnTo>
                <a:lnTo>
                  <a:pt x="58442" y="15779"/>
                </a:lnTo>
                <a:lnTo>
                  <a:pt x="60610" y="15779"/>
                </a:lnTo>
                <a:close/>
                <a:moveTo>
                  <a:pt x="64680" y="15779"/>
                </a:moveTo>
                <a:lnTo>
                  <a:pt x="68016" y="19115"/>
                </a:lnTo>
                <a:lnTo>
                  <a:pt x="68016" y="23785"/>
                </a:lnTo>
                <a:lnTo>
                  <a:pt x="66481" y="25319"/>
                </a:lnTo>
                <a:lnTo>
                  <a:pt x="66481" y="19748"/>
                </a:lnTo>
                <a:lnTo>
                  <a:pt x="62545" y="15779"/>
                </a:lnTo>
                <a:lnTo>
                  <a:pt x="64680" y="15779"/>
                </a:lnTo>
                <a:close/>
                <a:moveTo>
                  <a:pt x="68183" y="15779"/>
                </a:moveTo>
                <a:lnTo>
                  <a:pt x="70484" y="18081"/>
                </a:lnTo>
                <a:lnTo>
                  <a:pt x="70484" y="21316"/>
                </a:lnTo>
                <a:lnTo>
                  <a:pt x="68783" y="23017"/>
                </a:lnTo>
                <a:lnTo>
                  <a:pt x="68783" y="18948"/>
                </a:lnTo>
                <a:lnTo>
                  <a:pt x="68683" y="18648"/>
                </a:lnTo>
                <a:lnTo>
                  <a:pt x="65814" y="15779"/>
                </a:lnTo>
                <a:lnTo>
                  <a:pt x="68183" y="15779"/>
                </a:lnTo>
                <a:close/>
                <a:moveTo>
                  <a:pt x="71251" y="10242"/>
                </a:moveTo>
                <a:lnTo>
                  <a:pt x="72586" y="11576"/>
                </a:lnTo>
                <a:lnTo>
                  <a:pt x="72586" y="13577"/>
                </a:lnTo>
                <a:lnTo>
                  <a:pt x="71151" y="15012"/>
                </a:lnTo>
                <a:lnTo>
                  <a:pt x="69283" y="15012"/>
                </a:lnTo>
                <a:lnTo>
                  <a:pt x="71251" y="13044"/>
                </a:lnTo>
                <a:lnTo>
                  <a:pt x="71251" y="10242"/>
                </a:lnTo>
                <a:close/>
                <a:moveTo>
                  <a:pt x="88130" y="15779"/>
                </a:moveTo>
                <a:lnTo>
                  <a:pt x="85128" y="18781"/>
                </a:lnTo>
                <a:lnTo>
                  <a:pt x="85128" y="23017"/>
                </a:lnTo>
                <a:lnTo>
                  <a:pt x="83460" y="21316"/>
                </a:lnTo>
                <a:lnTo>
                  <a:pt x="83460" y="18081"/>
                </a:lnTo>
                <a:lnTo>
                  <a:pt x="85762" y="15779"/>
                </a:lnTo>
                <a:lnTo>
                  <a:pt x="88130" y="15779"/>
                </a:lnTo>
                <a:close/>
                <a:moveTo>
                  <a:pt x="91399" y="15779"/>
                </a:moveTo>
                <a:lnTo>
                  <a:pt x="87463" y="19748"/>
                </a:lnTo>
                <a:lnTo>
                  <a:pt x="87463" y="25319"/>
                </a:lnTo>
                <a:lnTo>
                  <a:pt x="85929" y="23785"/>
                </a:lnTo>
                <a:lnTo>
                  <a:pt x="85929" y="19115"/>
                </a:lnTo>
                <a:lnTo>
                  <a:pt x="89231" y="15779"/>
                </a:lnTo>
                <a:lnTo>
                  <a:pt x="91399" y="15779"/>
                </a:lnTo>
                <a:close/>
                <a:moveTo>
                  <a:pt x="95469" y="15779"/>
                </a:moveTo>
                <a:lnTo>
                  <a:pt x="98804" y="19115"/>
                </a:lnTo>
                <a:lnTo>
                  <a:pt x="98804" y="23785"/>
                </a:lnTo>
                <a:lnTo>
                  <a:pt x="97270" y="25319"/>
                </a:lnTo>
                <a:lnTo>
                  <a:pt x="97270" y="19748"/>
                </a:lnTo>
                <a:lnTo>
                  <a:pt x="93334" y="15779"/>
                </a:lnTo>
                <a:lnTo>
                  <a:pt x="95469" y="15779"/>
                </a:lnTo>
                <a:close/>
                <a:moveTo>
                  <a:pt x="98971" y="15779"/>
                </a:moveTo>
                <a:lnTo>
                  <a:pt x="101273" y="18081"/>
                </a:lnTo>
                <a:lnTo>
                  <a:pt x="101273" y="21316"/>
                </a:lnTo>
                <a:lnTo>
                  <a:pt x="99572" y="23017"/>
                </a:lnTo>
                <a:lnTo>
                  <a:pt x="99572" y="18781"/>
                </a:lnTo>
                <a:lnTo>
                  <a:pt x="96603" y="15779"/>
                </a:lnTo>
                <a:lnTo>
                  <a:pt x="98971" y="15779"/>
                </a:lnTo>
                <a:close/>
                <a:moveTo>
                  <a:pt x="102040" y="10242"/>
                </a:moveTo>
                <a:lnTo>
                  <a:pt x="103374" y="11576"/>
                </a:lnTo>
                <a:lnTo>
                  <a:pt x="103374" y="13577"/>
                </a:lnTo>
                <a:lnTo>
                  <a:pt x="101940" y="15012"/>
                </a:lnTo>
                <a:lnTo>
                  <a:pt x="100072" y="15012"/>
                </a:lnTo>
                <a:lnTo>
                  <a:pt x="102040" y="13044"/>
                </a:lnTo>
                <a:close/>
                <a:moveTo>
                  <a:pt x="118919" y="15779"/>
                </a:moveTo>
                <a:lnTo>
                  <a:pt x="116050" y="18648"/>
                </a:lnTo>
                <a:lnTo>
                  <a:pt x="115917" y="18948"/>
                </a:lnTo>
                <a:lnTo>
                  <a:pt x="115917" y="23017"/>
                </a:lnTo>
                <a:lnTo>
                  <a:pt x="114249" y="21316"/>
                </a:lnTo>
                <a:lnTo>
                  <a:pt x="114249" y="18081"/>
                </a:lnTo>
                <a:lnTo>
                  <a:pt x="116550" y="15779"/>
                </a:lnTo>
                <a:lnTo>
                  <a:pt x="118919" y="15779"/>
                </a:lnTo>
                <a:close/>
                <a:moveTo>
                  <a:pt x="122188" y="15779"/>
                </a:moveTo>
                <a:lnTo>
                  <a:pt x="118252" y="19748"/>
                </a:lnTo>
                <a:lnTo>
                  <a:pt x="118252" y="25319"/>
                </a:lnTo>
                <a:lnTo>
                  <a:pt x="116717" y="23785"/>
                </a:lnTo>
                <a:lnTo>
                  <a:pt x="116717" y="19115"/>
                </a:lnTo>
                <a:lnTo>
                  <a:pt x="120053" y="15779"/>
                </a:lnTo>
                <a:lnTo>
                  <a:pt x="122188" y="15779"/>
                </a:lnTo>
                <a:close/>
                <a:moveTo>
                  <a:pt x="126291" y="15779"/>
                </a:moveTo>
                <a:lnTo>
                  <a:pt x="129593" y="19115"/>
                </a:lnTo>
                <a:lnTo>
                  <a:pt x="129593" y="23785"/>
                </a:lnTo>
                <a:lnTo>
                  <a:pt x="128059" y="25319"/>
                </a:lnTo>
                <a:lnTo>
                  <a:pt x="128059" y="19748"/>
                </a:lnTo>
                <a:lnTo>
                  <a:pt x="124122" y="15779"/>
                </a:lnTo>
                <a:lnTo>
                  <a:pt x="126291" y="15779"/>
                </a:lnTo>
                <a:close/>
                <a:moveTo>
                  <a:pt x="129760" y="15779"/>
                </a:moveTo>
                <a:lnTo>
                  <a:pt x="132061" y="18081"/>
                </a:lnTo>
                <a:lnTo>
                  <a:pt x="132061" y="21316"/>
                </a:lnTo>
                <a:lnTo>
                  <a:pt x="130394" y="23017"/>
                </a:lnTo>
                <a:lnTo>
                  <a:pt x="130394" y="18948"/>
                </a:lnTo>
                <a:lnTo>
                  <a:pt x="130260" y="18648"/>
                </a:lnTo>
                <a:lnTo>
                  <a:pt x="127391" y="15779"/>
                </a:lnTo>
                <a:lnTo>
                  <a:pt x="129760" y="15779"/>
                </a:lnTo>
                <a:close/>
                <a:moveTo>
                  <a:pt x="132862" y="10242"/>
                </a:moveTo>
                <a:lnTo>
                  <a:pt x="134163" y="11576"/>
                </a:lnTo>
                <a:lnTo>
                  <a:pt x="134163" y="13577"/>
                </a:lnTo>
                <a:lnTo>
                  <a:pt x="132729" y="15012"/>
                </a:lnTo>
                <a:lnTo>
                  <a:pt x="130894" y="15012"/>
                </a:lnTo>
                <a:lnTo>
                  <a:pt x="132862" y="13044"/>
                </a:lnTo>
                <a:close/>
                <a:moveTo>
                  <a:pt x="149707" y="15779"/>
                </a:moveTo>
                <a:lnTo>
                  <a:pt x="146739" y="18781"/>
                </a:lnTo>
                <a:lnTo>
                  <a:pt x="146739" y="23017"/>
                </a:lnTo>
                <a:lnTo>
                  <a:pt x="145037" y="21316"/>
                </a:lnTo>
                <a:lnTo>
                  <a:pt x="145037" y="18081"/>
                </a:lnTo>
                <a:lnTo>
                  <a:pt x="147339" y="15779"/>
                </a:lnTo>
                <a:lnTo>
                  <a:pt x="149707" y="15779"/>
                </a:lnTo>
                <a:close/>
                <a:moveTo>
                  <a:pt x="153010" y="15779"/>
                </a:moveTo>
                <a:lnTo>
                  <a:pt x="149040" y="19748"/>
                </a:lnTo>
                <a:lnTo>
                  <a:pt x="149040" y="25319"/>
                </a:lnTo>
                <a:lnTo>
                  <a:pt x="147506" y="23785"/>
                </a:lnTo>
                <a:lnTo>
                  <a:pt x="147506" y="19115"/>
                </a:lnTo>
                <a:lnTo>
                  <a:pt x="150842" y="15779"/>
                </a:lnTo>
                <a:lnTo>
                  <a:pt x="153010" y="15779"/>
                </a:lnTo>
                <a:close/>
                <a:moveTo>
                  <a:pt x="157079" y="15779"/>
                </a:moveTo>
                <a:lnTo>
                  <a:pt x="160382" y="19115"/>
                </a:lnTo>
                <a:lnTo>
                  <a:pt x="160382" y="23785"/>
                </a:lnTo>
                <a:lnTo>
                  <a:pt x="158847" y="25319"/>
                </a:lnTo>
                <a:lnTo>
                  <a:pt x="158847" y="19748"/>
                </a:lnTo>
                <a:lnTo>
                  <a:pt x="154911" y="15779"/>
                </a:lnTo>
                <a:lnTo>
                  <a:pt x="157079" y="15779"/>
                </a:lnTo>
                <a:close/>
                <a:moveTo>
                  <a:pt x="160548" y="15779"/>
                </a:moveTo>
                <a:lnTo>
                  <a:pt x="162850" y="18081"/>
                </a:lnTo>
                <a:lnTo>
                  <a:pt x="162850" y="21316"/>
                </a:lnTo>
                <a:lnTo>
                  <a:pt x="161182" y="23017"/>
                </a:lnTo>
                <a:lnTo>
                  <a:pt x="161182" y="18781"/>
                </a:lnTo>
                <a:lnTo>
                  <a:pt x="158180" y="15779"/>
                </a:lnTo>
                <a:lnTo>
                  <a:pt x="160548" y="15779"/>
                </a:lnTo>
                <a:close/>
                <a:moveTo>
                  <a:pt x="163651" y="10242"/>
                </a:moveTo>
                <a:lnTo>
                  <a:pt x="164952" y="11576"/>
                </a:lnTo>
                <a:lnTo>
                  <a:pt x="164952" y="13577"/>
                </a:lnTo>
                <a:lnTo>
                  <a:pt x="163551" y="15012"/>
                </a:lnTo>
                <a:lnTo>
                  <a:pt x="161683" y="15012"/>
                </a:lnTo>
                <a:lnTo>
                  <a:pt x="163651" y="13044"/>
                </a:lnTo>
                <a:close/>
                <a:moveTo>
                  <a:pt x="180496" y="15779"/>
                </a:moveTo>
                <a:lnTo>
                  <a:pt x="177627" y="18648"/>
                </a:lnTo>
                <a:lnTo>
                  <a:pt x="177527" y="18948"/>
                </a:lnTo>
                <a:lnTo>
                  <a:pt x="177527" y="23017"/>
                </a:lnTo>
                <a:lnTo>
                  <a:pt x="175826" y="21316"/>
                </a:lnTo>
                <a:lnTo>
                  <a:pt x="175826" y="18081"/>
                </a:lnTo>
                <a:lnTo>
                  <a:pt x="178128" y="15779"/>
                </a:lnTo>
                <a:lnTo>
                  <a:pt x="180496" y="15779"/>
                </a:lnTo>
                <a:close/>
                <a:moveTo>
                  <a:pt x="183798" y="15779"/>
                </a:moveTo>
                <a:lnTo>
                  <a:pt x="179829" y="19748"/>
                </a:lnTo>
                <a:lnTo>
                  <a:pt x="179829" y="25319"/>
                </a:lnTo>
                <a:lnTo>
                  <a:pt x="178294" y="23785"/>
                </a:lnTo>
                <a:lnTo>
                  <a:pt x="178294" y="19115"/>
                </a:lnTo>
                <a:lnTo>
                  <a:pt x="181630" y="15779"/>
                </a:lnTo>
                <a:lnTo>
                  <a:pt x="183798" y="15779"/>
                </a:lnTo>
                <a:close/>
                <a:moveTo>
                  <a:pt x="187868" y="15779"/>
                </a:moveTo>
                <a:lnTo>
                  <a:pt x="191170" y="19115"/>
                </a:lnTo>
                <a:lnTo>
                  <a:pt x="191170" y="23785"/>
                </a:lnTo>
                <a:lnTo>
                  <a:pt x="189636" y="25319"/>
                </a:lnTo>
                <a:lnTo>
                  <a:pt x="189636" y="19748"/>
                </a:lnTo>
                <a:lnTo>
                  <a:pt x="185700" y="15779"/>
                </a:lnTo>
                <a:lnTo>
                  <a:pt x="187868" y="15779"/>
                </a:lnTo>
                <a:close/>
                <a:moveTo>
                  <a:pt x="191337" y="15779"/>
                </a:moveTo>
                <a:lnTo>
                  <a:pt x="193639" y="18081"/>
                </a:lnTo>
                <a:lnTo>
                  <a:pt x="193639" y="21316"/>
                </a:lnTo>
                <a:lnTo>
                  <a:pt x="191971" y="23017"/>
                </a:lnTo>
                <a:lnTo>
                  <a:pt x="191971" y="18948"/>
                </a:lnTo>
                <a:lnTo>
                  <a:pt x="191837" y="18648"/>
                </a:lnTo>
                <a:lnTo>
                  <a:pt x="188969" y="15779"/>
                </a:lnTo>
                <a:lnTo>
                  <a:pt x="191337" y="15779"/>
                </a:lnTo>
                <a:close/>
                <a:moveTo>
                  <a:pt x="194439" y="10242"/>
                </a:moveTo>
                <a:lnTo>
                  <a:pt x="195740" y="11576"/>
                </a:lnTo>
                <a:lnTo>
                  <a:pt x="195740" y="13577"/>
                </a:lnTo>
                <a:lnTo>
                  <a:pt x="194339" y="15012"/>
                </a:lnTo>
                <a:lnTo>
                  <a:pt x="192471" y="15012"/>
                </a:lnTo>
                <a:lnTo>
                  <a:pt x="194439" y="13044"/>
                </a:lnTo>
                <a:close/>
                <a:moveTo>
                  <a:pt x="211285" y="15779"/>
                </a:moveTo>
                <a:lnTo>
                  <a:pt x="208316" y="18781"/>
                </a:lnTo>
                <a:lnTo>
                  <a:pt x="208316" y="23017"/>
                </a:lnTo>
                <a:lnTo>
                  <a:pt x="206615" y="21316"/>
                </a:lnTo>
                <a:lnTo>
                  <a:pt x="206615" y="18081"/>
                </a:lnTo>
                <a:lnTo>
                  <a:pt x="208916" y="15779"/>
                </a:lnTo>
                <a:lnTo>
                  <a:pt x="211285" y="15779"/>
                </a:lnTo>
                <a:close/>
                <a:moveTo>
                  <a:pt x="214587" y="15779"/>
                </a:moveTo>
                <a:lnTo>
                  <a:pt x="210618" y="19748"/>
                </a:lnTo>
                <a:lnTo>
                  <a:pt x="210618" y="25319"/>
                </a:lnTo>
                <a:lnTo>
                  <a:pt x="209083" y="23785"/>
                </a:lnTo>
                <a:lnTo>
                  <a:pt x="209083" y="19115"/>
                </a:lnTo>
                <a:lnTo>
                  <a:pt x="212419" y="15779"/>
                </a:lnTo>
                <a:lnTo>
                  <a:pt x="214587" y="15779"/>
                </a:lnTo>
                <a:close/>
                <a:moveTo>
                  <a:pt x="218657" y="15779"/>
                </a:moveTo>
                <a:lnTo>
                  <a:pt x="221959" y="19115"/>
                </a:lnTo>
                <a:lnTo>
                  <a:pt x="221959" y="23785"/>
                </a:lnTo>
                <a:lnTo>
                  <a:pt x="220425" y="25319"/>
                </a:lnTo>
                <a:lnTo>
                  <a:pt x="220425" y="19748"/>
                </a:lnTo>
                <a:lnTo>
                  <a:pt x="216488" y="15779"/>
                </a:lnTo>
                <a:lnTo>
                  <a:pt x="218657" y="15779"/>
                </a:lnTo>
                <a:close/>
                <a:moveTo>
                  <a:pt x="222126" y="15779"/>
                </a:moveTo>
                <a:lnTo>
                  <a:pt x="224427" y="18081"/>
                </a:lnTo>
                <a:lnTo>
                  <a:pt x="224427" y="21316"/>
                </a:lnTo>
                <a:lnTo>
                  <a:pt x="222760" y="23017"/>
                </a:lnTo>
                <a:lnTo>
                  <a:pt x="222760" y="18781"/>
                </a:lnTo>
                <a:lnTo>
                  <a:pt x="219757" y="15779"/>
                </a:lnTo>
                <a:lnTo>
                  <a:pt x="222126" y="15779"/>
                </a:lnTo>
                <a:close/>
                <a:moveTo>
                  <a:pt x="225228" y="10242"/>
                </a:moveTo>
                <a:lnTo>
                  <a:pt x="226529" y="11576"/>
                </a:lnTo>
                <a:lnTo>
                  <a:pt x="226529" y="13577"/>
                </a:lnTo>
                <a:lnTo>
                  <a:pt x="225128" y="15012"/>
                </a:lnTo>
                <a:lnTo>
                  <a:pt x="223260" y="15012"/>
                </a:lnTo>
                <a:lnTo>
                  <a:pt x="225228" y="13044"/>
                </a:lnTo>
                <a:close/>
                <a:moveTo>
                  <a:pt x="234635" y="14011"/>
                </a:moveTo>
                <a:lnTo>
                  <a:pt x="235635" y="15012"/>
                </a:lnTo>
                <a:lnTo>
                  <a:pt x="231866" y="15012"/>
                </a:lnTo>
                <a:lnTo>
                  <a:pt x="234535" y="12343"/>
                </a:lnTo>
                <a:lnTo>
                  <a:pt x="234535" y="13744"/>
                </a:lnTo>
                <a:close/>
                <a:moveTo>
                  <a:pt x="234635" y="75588"/>
                </a:moveTo>
                <a:lnTo>
                  <a:pt x="235635" y="76589"/>
                </a:lnTo>
                <a:lnTo>
                  <a:pt x="231866" y="76589"/>
                </a:lnTo>
                <a:lnTo>
                  <a:pt x="234535" y="73920"/>
                </a:lnTo>
                <a:lnTo>
                  <a:pt x="234535" y="75321"/>
                </a:lnTo>
                <a:close/>
                <a:moveTo>
                  <a:pt x="234535" y="109413"/>
                </a:moveTo>
                <a:lnTo>
                  <a:pt x="234535" y="110814"/>
                </a:lnTo>
                <a:lnTo>
                  <a:pt x="231899" y="108178"/>
                </a:lnTo>
                <a:lnTo>
                  <a:pt x="235635" y="108178"/>
                </a:lnTo>
                <a:lnTo>
                  <a:pt x="234635" y="109146"/>
                </a:lnTo>
                <a:close/>
                <a:moveTo>
                  <a:pt x="227229" y="109146"/>
                </a:moveTo>
                <a:lnTo>
                  <a:pt x="226229" y="108178"/>
                </a:lnTo>
                <a:lnTo>
                  <a:pt x="229965" y="108178"/>
                </a:lnTo>
                <a:lnTo>
                  <a:pt x="227330" y="110814"/>
                </a:lnTo>
                <a:lnTo>
                  <a:pt x="227330" y="109413"/>
                </a:lnTo>
                <a:close/>
                <a:moveTo>
                  <a:pt x="227330" y="104743"/>
                </a:moveTo>
                <a:lnTo>
                  <a:pt x="229965" y="107378"/>
                </a:lnTo>
                <a:lnTo>
                  <a:pt x="226229" y="107378"/>
                </a:lnTo>
                <a:lnTo>
                  <a:pt x="227330" y="106277"/>
                </a:lnTo>
                <a:lnTo>
                  <a:pt x="227330" y="104743"/>
                </a:lnTo>
                <a:close/>
                <a:moveTo>
                  <a:pt x="227897" y="104175"/>
                </a:moveTo>
                <a:lnTo>
                  <a:pt x="229264" y="104175"/>
                </a:lnTo>
                <a:lnTo>
                  <a:pt x="229431" y="104175"/>
                </a:lnTo>
                <a:lnTo>
                  <a:pt x="230532" y="103075"/>
                </a:lnTo>
                <a:lnTo>
                  <a:pt x="230532" y="106811"/>
                </a:lnTo>
                <a:close/>
                <a:moveTo>
                  <a:pt x="230532" y="108712"/>
                </a:moveTo>
                <a:lnTo>
                  <a:pt x="230532" y="112448"/>
                </a:lnTo>
                <a:lnTo>
                  <a:pt x="229431" y="111381"/>
                </a:lnTo>
                <a:lnTo>
                  <a:pt x="227897" y="111381"/>
                </a:lnTo>
                <a:close/>
                <a:moveTo>
                  <a:pt x="231332" y="108712"/>
                </a:moveTo>
                <a:lnTo>
                  <a:pt x="233968" y="111381"/>
                </a:lnTo>
                <a:lnTo>
                  <a:pt x="232567" y="111381"/>
                </a:lnTo>
                <a:lnTo>
                  <a:pt x="232300" y="111481"/>
                </a:lnTo>
                <a:lnTo>
                  <a:pt x="231332" y="112448"/>
                </a:lnTo>
                <a:lnTo>
                  <a:pt x="231332" y="108712"/>
                </a:lnTo>
                <a:close/>
                <a:moveTo>
                  <a:pt x="231866" y="107378"/>
                </a:moveTo>
                <a:lnTo>
                  <a:pt x="234535" y="104743"/>
                </a:lnTo>
                <a:lnTo>
                  <a:pt x="234535" y="106277"/>
                </a:lnTo>
                <a:lnTo>
                  <a:pt x="235635" y="107378"/>
                </a:lnTo>
                <a:close/>
                <a:moveTo>
                  <a:pt x="231332" y="106811"/>
                </a:moveTo>
                <a:lnTo>
                  <a:pt x="231332" y="103075"/>
                </a:lnTo>
                <a:lnTo>
                  <a:pt x="232300" y="104042"/>
                </a:lnTo>
                <a:lnTo>
                  <a:pt x="232567" y="104175"/>
                </a:lnTo>
                <a:lnTo>
                  <a:pt x="233968" y="104175"/>
                </a:lnTo>
                <a:close/>
                <a:moveTo>
                  <a:pt x="230532" y="101941"/>
                </a:moveTo>
                <a:lnTo>
                  <a:pt x="229097" y="103375"/>
                </a:lnTo>
                <a:lnTo>
                  <a:pt x="227096" y="103375"/>
                </a:lnTo>
                <a:lnTo>
                  <a:pt x="225762" y="102074"/>
                </a:lnTo>
                <a:lnTo>
                  <a:pt x="228397" y="102074"/>
                </a:lnTo>
                <a:lnTo>
                  <a:pt x="228564" y="102074"/>
                </a:lnTo>
                <a:lnTo>
                  <a:pt x="230532" y="100106"/>
                </a:lnTo>
                <a:lnTo>
                  <a:pt x="230532" y="101941"/>
                </a:lnTo>
                <a:close/>
                <a:moveTo>
                  <a:pt x="228230" y="101273"/>
                </a:moveTo>
                <a:lnTo>
                  <a:pt x="224995" y="101273"/>
                </a:lnTo>
                <a:lnTo>
                  <a:pt x="223327" y="99606"/>
                </a:lnTo>
                <a:lnTo>
                  <a:pt x="227363" y="99606"/>
                </a:lnTo>
                <a:lnTo>
                  <a:pt x="227530" y="99606"/>
                </a:lnTo>
                <a:lnTo>
                  <a:pt x="230532" y="96603"/>
                </a:lnTo>
                <a:lnTo>
                  <a:pt x="230532" y="98972"/>
                </a:lnTo>
                <a:close/>
                <a:moveTo>
                  <a:pt x="227229" y="98805"/>
                </a:moveTo>
                <a:lnTo>
                  <a:pt x="222526" y="98805"/>
                </a:lnTo>
                <a:lnTo>
                  <a:pt x="220992" y="97271"/>
                </a:lnTo>
                <a:lnTo>
                  <a:pt x="226429" y="97271"/>
                </a:lnTo>
                <a:lnTo>
                  <a:pt x="226596" y="97271"/>
                </a:lnTo>
                <a:lnTo>
                  <a:pt x="230532" y="93334"/>
                </a:lnTo>
                <a:lnTo>
                  <a:pt x="230532" y="95503"/>
                </a:lnTo>
                <a:close/>
                <a:moveTo>
                  <a:pt x="203746" y="109413"/>
                </a:moveTo>
                <a:lnTo>
                  <a:pt x="203746" y="110814"/>
                </a:lnTo>
                <a:lnTo>
                  <a:pt x="201077" y="108178"/>
                </a:lnTo>
                <a:lnTo>
                  <a:pt x="204847" y="108178"/>
                </a:lnTo>
                <a:lnTo>
                  <a:pt x="203846" y="109146"/>
                </a:lnTo>
                <a:close/>
                <a:moveTo>
                  <a:pt x="196407" y="109146"/>
                </a:moveTo>
                <a:lnTo>
                  <a:pt x="195440" y="108178"/>
                </a:lnTo>
                <a:lnTo>
                  <a:pt x="199176" y="108178"/>
                </a:lnTo>
                <a:lnTo>
                  <a:pt x="196541" y="110814"/>
                </a:lnTo>
                <a:lnTo>
                  <a:pt x="196541" y="109413"/>
                </a:lnTo>
                <a:close/>
                <a:moveTo>
                  <a:pt x="192538" y="99606"/>
                </a:moveTo>
                <a:lnTo>
                  <a:pt x="196741" y="99606"/>
                </a:lnTo>
                <a:lnTo>
                  <a:pt x="199743" y="96603"/>
                </a:lnTo>
                <a:lnTo>
                  <a:pt x="199743" y="98972"/>
                </a:lnTo>
                <a:lnTo>
                  <a:pt x="197441" y="101273"/>
                </a:lnTo>
                <a:lnTo>
                  <a:pt x="194206" y="101273"/>
                </a:lnTo>
                <a:close/>
                <a:moveTo>
                  <a:pt x="190203" y="97271"/>
                </a:moveTo>
                <a:lnTo>
                  <a:pt x="195807" y="97271"/>
                </a:lnTo>
                <a:lnTo>
                  <a:pt x="199743" y="93334"/>
                </a:lnTo>
                <a:lnTo>
                  <a:pt x="199743" y="95503"/>
                </a:lnTo>
                <a:lnTo>
                  <a:pt x="196441" y="98805"/>
                </a:lnTo>
                <a:lnTo>
                  <a:pt x="191737" y="98805"/>
                </a:lnTo>
                <a:close/>
                <a:moveTo>
                  <a:pt x="177761" y="98805"/>
                </a:moveTo>
                <a:lnTo>
                  <a:pt x="173057" y="98805"/>
                </a:lnTo>
                <a:lnTo>
                  <a:pt x="169755" y="95503"/>
                </a:lnTo>
                <a:lnTo>
                  <a:pt x="169755" y="93334"/>
                </a:lnTo>
                <a:lnTo>
                  <a:pt x="173691" y="97271"/>
                </a:lnTo>
                <a:lnTo>
                  <a:pt x="179262" y="97271"/>
                </a:lnTo>
                <a:close/>
                <a:moveTo>
                  <a:pt x="175292" y="101273"/>
                </a:moveTo>
                <a:lnTo>
                  <a:pt x="172023" y="101273"/>
                </a:lnTo>
                <a:lnTo>
                  <a:pt x="169755" y="98972"/>
                </a:lnTo>
                <a:lnTo>
                  <a:pt x="169755" y="96603"/>
                </a:lnTo>
                <a:lnTo>
                  <a:pt x="172724" y="99606"/>
                </a:lnTo>
                <a:lnTo>
                  <a:pt x="176960" y="99606"/>
                </a:lnTo>
                <a:close/>
                <a:moveTo>
                  <a:pt x="173191" y="103375"/>
                </a:moveTo>
                <a:lnTo>
                  <a:pt x="171156" y="103375"/>
                </a:lnTo>
                <a:lnTo>
                  <a:pt x="169755" y="101941"/>
                </a:lnTo>
                <a:lnTo>
                  <a:pt x="169755" y="100106"/>
                </a:lnTo>
                <a:lnTo>
                  <a:pt x="171723" y="102074"/>
                </a:lnTo>
                <a:lnTo>
                  <a:pt x="174492" y="102074"/>
                </a:lnTo>
                <a:close/>
                <a:moveTo>
                  <a:pt x="172957" y="109413"/>
                </a:moveTo>
                <a:lnTo>
                  <a:pt x="172957" y="110814"/>
                </a:lnTo>
                <a:lnTo>
                  <a:pt x="170289" y="108178"/>
                </a:lnTo>
                <a:lnTo>
                  <a:pt x="174025" y="108178"/>
                </a:lnTo>
                <a:lnTo>
                  <a:pt x="173057" y="109146"/>
                </a:lnTo>
                <a:close/>
                <a:moveTo>
                  <a:pt x="165619" y="109146"/>
                </a:moveTo>
                <a:lnTo>
                  <a:pt x="164651" y="108178"/>
                </a:lnTo>
                <a:lnTo>
                  <a:pt x="168387" y="108178"/>
                </a:lnTo>
                <a:lnTo>
                  <a:pt x="165752" y="110814"/>
                </a:lnTo>
                <a:lnTo>
                  <a:pt x="165752" y="109413"/>
                </a:lnTo>
                <a:close/>
                <a:moveTo>
                  <a:pt x="161749" y="99606"/>
                </a:moveTo>
                <a:lnTo>
                  <a:pt x="165786" y="99606"/>
                </a:lnTo>
                <a:lnTo>
                  <a:pt x="165952" y="99606"/>
                </a:lnTo>
                <a:lnTo>
                  <a:pt x="168954" y="96603"/>
                </a:lnTo>
                <a:lnTo>
                  <a:pt x="168954" y="98972"/>
                </a:lnTo>
                <a:lnTo>
                  <a:pt x="166653" y="101273"/>
                </a:lnTo>
                <a:lnTo>
                  <a:pt x="163417" y="101273"/>
                </a:lnTo>
                <a:close/>
                <a:moveTo>
                  <a:pt x="159414" y="97271"/>
                </a:moveTo>
                <a:lnTo>
                  <a:pt x="164852" y="97271"/>
                </a:lnTo>
                <a:lnTo>
                  <a:pt x="164985" y="97271"/>
                </a:lnTo>
                <a:lnTo>
                  <a:pt x="168954" y="93334"/>
                </a:lnTo>
                <a:lnTo>
                  <a:pt x="168954" y="95503"/>
                </a:lnTo>
                <a:lnTo>
                  <a:pt x="165619" y="98805"/>
                </a:lnTo>
                <a:lnTo>
                  <a:pt x="160949" y="98805"/>
                </a:lnTo>
                <a:close/>
                <a:moveTo>
                  <a:pt x="142135" y="109413"/>
                </a:moveTo>
                <a:lnTo>
                  <a:pt x="142135" y="110814"/>
                </a:lnTo>
                <a:lnTo>
                  <a:pt x="139500" y="108178"/>
                </a:lnTo>
                <a:lnTo>
                  <a:pt x="143236" y="108178"/>
                </a:lnTo>
                <a:lnTo>
                  <a:pt x="142269" y="109146"/>
                </a:lnTo>
                <a:close/>
                <a:moveTo>
                  <a:pt x="134830" y="109146"/>
                </a:moveTo>
                <a:lnTo>
                  <a:pt x="133863" y="108178"/>
                </a:lnTo>
                <a:lnTo>
                  <a:pt x="137599" y="108178"/>
                </a:lnTo>
                <a:lnTo>
                  <a:pt x="134964" y="110814"/>
                </a:lnTo>
                <a:lnTo>
                  <a:pt x="134964" y="109413"/>
                </a:lnTo>
                <a:close/>
                <a:moveTo>
                  <a:pt x="130927" y="99606"/>
                </a:moveTo>
                <a:lnTo>
                  <a:pt x="135164" y="99606"/>
                </a:lnTo>
                <a:lnTo>
                  <a:pt x="138166" y="96603"/>
                </a:lnTo>
                <a:lnTo>
                  <a:pt x="138166" y="98972"/>
                </a:lnTo>
                <a:lnTo>
                  <a:pt x="135864" y="101273"/>
                </a:lnTo>
                <a:lnTo>
                  <a:pt x="132629" y="101273"/>
                </a:lnTo>
                <a:close/>
                <a:moveTo>
                  <a:pt x="128626" y="97271"/>
                </a:moveTo>
                <a:lnTo>
                  <a:pt x="134196" y="97271"/>
                </a:lnTo>
                <a:lnTo>
                  <a:pt x="138166" y="93334"/>
                </a:lnTo>
                <a:lnTo>
                  <a:pt x="138166" y="95503"/>
                </a:lnTo>
                <a:lnTo>
                  <a:pt x="134830" y="98805"/>
                </a:lnTo>
                <a:lnTo>
                  <a:pt x="130160" y="98805"/>
                </a:lnTo>
                <a:close/>
                <a:moveTo>
                  <a:pt x="116150" y="98805"/>
                </a:moveTo>
                <a:lnTo>
                  <a:pt x="111480" y="98805"/>
                </a:lnTo>
                <a:lnTo>
                  <a:pt x="108144" y="95503"/>
                </a:lnTo>
                <a:lnTo>
                  <a:pt x="108144" y="93334"/>
                </a:lnTo>
                <a:lnTo>
                  <a:pt x="112114" y="97271"/>
                </a:lnTo>
                <a:lnTo>
                  <a:pt x="117685" y="97271"/>
                </a:lnTo>
                <a:close/>
                <a:moveTo>
                  <a:pt x="113682" y="101273"/>
                </a:moveTo>
                <a:lnTo>
                  <a:pt x="110446" y="101273"/>
                </a:lnTo>
                <a:lnTo>
                  <a:pt x="108144" y="98972"/>
                </a:lnTo>
                <a:lnTo>
                  <a:pt x="108144" y="96603"/>
                </a:lnTo>
                <a:lnTo>
                  <a:pt x="111147" y="99606"/>
                </a:lnTo>
                <a:lnTo>
                  <a:pt x="115383" y="99606"/>
                </a:lnTo>
                <a:close/>
                <a:moveTo>
                  <a:pt x="111580" y="103375"/>
                </a:moveTo>
                <a:lnTo>
                  <a:pt x="109579" y="103375"/>
                </a:lnTo>
                <a:lnTo>
                  <a:pt x="108144" y="101941"/>
                </a:lnTo>
                <a:lnTo>
                  <a:pt x="108144" y="100106"/>
                </a:lnTo>
                <a:lnTo>
                  <a:pt x="110112" y="102074"/>
                </a:lnTo>
                <a:lnTo>
                  <a:pt x="112914" y="102074"/>
                </a:lnTo>
                <a:close/>
                <a:moveTo>
                  <a:pt x="111347" y="109413"/>
                </a:moveTo>
                <a:lnTo>
                  <a:pt x="111347" y="110814"/>
                </a:lnTo>
                <a:lnTo>
                  <a:pt x="108711" y="108178"/>
                </a:lnTo>
                <a:lnTo>
                  <a:pt x="112447" y="108178"/>
                </a:lnTo>
                <a:lnTo>
                  <a:pt x="111480" y="109146"/>
                </a:lnTo>
                <a:close/>
                <a:moveTo>
                  <a:pt x="104041" y="109146"/>
                </a:moveTo>
                <a:lnTo>
                  <a:pt x="103074" y="108178"/>
                </a:lnTo>
                <a:lnTo>
                  <a:pt x="106810" y="108178"/>
                </a:lnTo>
                <a:lnTo>
                  <a:pt x="104175" y="110814"/>
                </a:lnTo>
                <a:lnTo>
                  <a:pt x="104175" y="109413"/>
                </a:lnTo>
                <a:close/>
                <a:moveTo>
                  <a:pt x="100139" y="99606"/>
                </a:moveTo>
                <a:lnTo>
                  <a:pt x="104208" y="99606"/>
                </a:lnTo>
                <a:lnTo>
                  <a:pt x="104375" y="99606"/>
                </a:lnTo>
                <a:lnTo>
                  <a:pt x="107377" y="96603"/>
                </a:lnTo>
                <a:lnTo>
                  <a:pt x="107377" y="98972"/>
                </a:lnTo>
                <a:lnTo>
                  <a:pt x="105076" y="101273"/>
                </a:lnTo>
                <a:lnTo>
                  <a:pt x="101807" y="101273"/>
                </a:lnTo>
                <a:close/>
                <a:moveTo>
                  <a:pt x="97837" y="97271"/>
                </a:moveTo>
                <a:lnTo>
                  <a:pt x="103241" y="97271"/>
                </a:lnTo>
                <a:lnTo>
                  <a:pt x="103408" y="97271"/>
                </a:lnTo>
                <a:lnTo>
                  <a:pt x="107344" y="93334"/>
                </a:lnTo>
                <a:lnTo>
                  <a:pt x="107344" y="95503"/>
                </a:lnTo>
                <a:lnTo>
                  <a:pt x="104041" y="98805"/>
                </a:lnTo>
                <a:lnTo>
                  <a:pt x="99371" y="98805"/>
                </a:lnTo>
                <a:close/>
                <a:moveTo>
                  <a:pt x="80558" y="109413"/>
                </a:moveTo>
                <a:lnTo>
                  <a:pt x="80558" y="110814"/>
                </a:lnTo>
                <a:lnTo>
                  <a:pt x="77923" y="108178"/>
                </a:lnTo>
                <a:lnTo>
                  <a:pt x="81659" y="108178"/>
                </a:lnTo>
                <a:lnTo>
                  <a:pt x="80691" y="109146"/>
                </a:lnTo>
                <a:close/>
                <a:moveTo>
                  <a:pt x="73253" y="109146"/>
                </a:moveTo>
                <a:lnTo>
                  <a:pt x="72285" y="108178"/>
                </a:lnTo>
                <a:lnTo>
                  <a:pt x="76021" y="108178"/>
                </a:lnTo>
                <a:lnTo>
                  <a:pt x="73386" y="110814"/>
                </a:lnTo>
                <a:lnTo>
                  <a:pt x="73386" y="109413"/>
                </a:lnTo>
                <a:close/>
                <a:moveTo>
                  <a:pt x="69350" y="99606"/>
                </a:moveTo>
                <a:lnTo>
                  <a:pt x="73586" y="99606"/>
                </a:lnTo>
                <a:lnTo>
                  <a:pt x="76589" y="96603"/>
                </a:lnTo>
                <a:lnTo>
                  <a:pt x="76589" y="98972"/>
                </a:lnTo>
                <a:lnTo>
                  <a:pt x="74287" y="101273"/>
                </a:lnTo>
                <a:lnTo>
                  <a:pt x="71018" y="101273"/>
                </a:lnTo>
                <a:close/>
                <a:moveTo>
                  <a:pt x="67048" y="97271"/>
                </a:moveTo>
                <a:lnTo>
                  <a:pt x="72619" y="97271"/>
                </a:lnTo>
                <a:lnTo>
                  <a:pt x="76589" y="93334"/>
                </a:lnTo>
                <a:lnTo>
                  <a:pt x="76589" y="95503"/>
                </a:lnTo>
                <a:lnTo>
                  <a:pt x="73253" y="98805"/>
                </a:lnTo>
                <a:lnTo>
                  <a:pt x="68583" y="98805"/>
                </a:lnTo>
                <a:close/>
                <a:moveTo>
                  <a:pt x="54573" y="98805"/>
                </a:moveTo>
                <a:lnTo>
                  <a:pt x="49903" y="98805"/>
                </a:lnTo>
                <a:lnTo>
                  <a:pt x="46567" y="95503"/>
                </a:lnTo>
                <a:lnTo>
                  <a:pt x="46567" y="93334"/>
                </a:lnTo>
                <a:lnTo>
                  <a:pt x="50537" y="97271"/>
                </a:lnTo>
                <a:lnTo>
                  <a:pt x="56107" y="97271"/>
                </a:lnTo>
                <a:close/>
                <a:moveTo>
                  <a:pt x="52104" y="101273"/>
                </a:moveTo>
                <a:lnTo>
                  <a:pt x="48869" y="101273"/>
                </a:lnTo>
                <a:lnTo>
                  <a:pt x="46567" y="98972"/>
                </a:lnTo>
                <a:lnTo>
                  <a:pt x="46567" y="96603"/>
                </a:lnTo>
                <a:lnTo>
                  <a:pt x="49569" y="99606"/>
                </a:lnTo>
                <a:lnTo>
                  <a:pt x="53806" y="99606"/>
                </a:lnTo>
                <a:close/>
                <a:moveTo>
                  <a:pt x="50003" y="103375"/>
                </a:moveTo>
                <a:lnTo>
                  <a:pt x="48001" y="103375"/>
                </a:lnTo>
                <a:lnTo>
                  <a:pt x="46567" y="101941"/>
                </a:lnTo>
                <a:lnTo>
                  <a:pt x="46567" y="100106"/>
                </a:lnTo>
                <a:lnTo>
                  <a:pt x="48535" y="102074"/>
                </a:lnTo>
                <a:lnTo>
                  <a:pt x="51337" y="102074"/>
                </a:lnTo>
                <a:close/>
                <a:moveTo>
                  <a:pt x="49769" y="109413"/>
                </a:moveTo>
                <a:lnTo>
                  <a:pt x="49769" y="110814"/>
                </a:lnTo>
                <a:lnTo>
                  <a:pt x="47134" y="108178"/>
                </a:lnTo>
                <a:lnTo>
                  <a:pt x="50870" y="108178"/>
                </a:lnTo>
                <a:lnTo>
                  <a:pt x="49903" y="109146"/>
                </a:lnTo>
                <a:close/>
                <a:moveTo>
                  <a:pt x="42464" y="109146"/>
                </a:moveTo>
                <a:lnTo>
                  <a:pt x="41497" y="108178"/>
                </a:lnTo>
                <a:lnTo>
                  <a:pt x="45233" y="108178"/>
                </a:lnTo>
                <a:lnTo>
                  <a:pt x="42564" y="110814"/>
                </a:lnTo>
                <a:lnTo>
                  <a:pt x="42564" y="109413"/>
                </a:lnTo>
                <a:close/>
                <a:moveTo>
                  <a:pt x="38561" y="99606"/>
                </a:moveTo>
                <a:lnTo>
                  <a:pt x="42631" y="99606"/>
                </a:lnTo>
                <a:lnTo>
                  <a:pt x="42798" y="99606"/>
                </a:lnTo>
                <a:lnTo>
                  <a:pt x="45800" y="96603"/>
                </a:lnTo>
                <a:lnTo>
                  <a:pt x="45800" y="98972"/>
                </a:lnTo>
                <a:lnTo>
                  <a:pt x="43498" y="101273"/>
                </a:lnTo>
                <a:lnTo>
                  <a:pt x="40229" y="101273"/>
                </a:lnTo>
                <a:close/>
                <a:moveTo>
                  <a:pt x="36260" y="97271"/>
                </a:moveTo>
                <a:lnTo>
                  <a:pt x="41664" y="97271"/>
                </a:lnTo>
                <a:lnTo>
                  <a:pt x="41830" y="97271"/>
                </a:lnTo>
                <a:lnTo>
                  <a:pt x="45767" y="93334"/>
                </a:lnTo>
                <a:lnTo>
                  <a:pt x="45767" y="95503"/>
                </a:lnTo>
                <a:lnTo>
                  <a:pt x="42464" y="98805"/>
                </a:lnTo>
                <a:lnTo>
                  <a:pt x="37761" y="98805"/>
                </a:lnTo>
                <a:close/>
                <a:moveTo>
                  <a:pt x="18981" y="109413"/>
                </a:moveTo>
                <a:lnTo>
                  <a:pt x="18981" y="110814"/>
                </a:lnTo>
                <a:lnTo>
                  <a:pt x="16346" y="108178"/>
                </a:lnTo>
                <a:lnTo>
                  <a:pt x="20082" y="108178"/>
                </a:lnTo>
                <a:lnTo>
                  <a:pt x="19114" y="109146"/>
                </a:lnTo>
                <a:close/>
                <a:moveTo>
                  <a:pt x="11675" y="109146"/>
                </a:moveTo>
                <a:lnTo>
                  <a:pt x="10675" y="108178"/>
                </a:lnTo>
                <a:lnTo>
                  <a:pt x="14444" y="108178"/>
                </a:lnTo>
                <a:lnTo>
                  <a:pt x="11776" y="110814"/>
                </a:lnTo>
                <a:lnTo>
                  <a:pt x="11776" y="109413"/>
                </a:lnTo>
                <a:close/>
                <a:moveTo>
                  <a:pt x="15778" y="103075"/>
                </a:moveTo>
                <a:lnTo>
                  <a:pt x="16879" y="104175"/>
                </a:lnTo>
                <a:lnTo>
                  <a:pt x="17046" y="104175"/>
                </a:lnTo>
                <a:lnTo>
                  <a:pt x="18414" y="104175"/>
                </a:lnTo>
                <a:lnTo>
                  <a:pt x="15778" y="106811"/>
                </a:lnTo>
                <a:close/>
                <a:moveTo>
                  <a:pt x="14978" y="106811"/>
                </a:moveTo>
                <a:lnTo>
                  <a:pt x="12343" y="104175"/>
                </a:lnTo>
                <a:lnTo>
                  <a:pt x="13744" y="104175"/>
                </a:lnTo>
                <a:lnTo>
                  <a:pt x="14011" y="104042"/>
                </a:lnTo>
                <a:lnTo>
                  <a:pt x="14978" y="103075"/>
                </a:lnTo>
                <a:close/>
                <a:moveTo>
                  <a:pt x="14978" y="101941"/>
                </a:moveTo>
                <a:lnTo>
                  <a:pt x="13577" y="103375"/>
                </a:lnTo>
                <a:lnTo>
                  <a:pt x="11542" y="103375"/>
                </a:lnTo>
                <a:lnTo>
                  <a:pt x="10241" y="102074"/>
                </a:lnTo>
                <a:lnTo>
                  <a:pt x="13010" y="102074"/>
                </a:lnTo>
                <a:lnTo>
                  <a:pt x="14978" y="100106"/>
                </a:lnTo>
                <a:lnTo>
                  <a:pt x="14978" y="101941"/>
                </a:lnTo>
                <a:close/>
                <a:moveTo>
                  <a:pt x="11776" y="104743"/>
                </a:moveTo>
                <a:lnTo>
                  <a:pt x="14411" y="107378"/>
                </a:lnTo>
                <a:lnTo>
                  <a:pt x="10675" y="107378"/>
                </a:lnTo>
                <a:lnTo>
                  <a:pt x="11776" y="106277"/>
                </a:lnTo>
                <a:lnTo>
                  <a:pt x="11776" y="104743"/>
                </a:lnTo>
                <a:close/>
                <a:moveTo>
                  <a:pt x="14978" y="108712"/>
                </a:moveTo>
                <a:lnTo>
                  <a:pt x="14978" y="112448"/>
                </a:lnTo>
                <a:lnTo>
                  <a:pt x="14011" y="111481"/>
                </a:lnTo>
                <a:lnTo>
                  <a:pt x="13744" y="111381"/>
                </a:lnTo>
                <a:lnTo>
                  <a:pt x="12343" y="111381"/>
                </a:lnTo>
                <a:close/>
                <a:moveTo>
                  <a:pt x="15778" y="108712"/>
                </a:moveTo>
                <a:lnTo>
                  <a:pt x="18414" y="111381"/>
                </a:lnTo>
                <a:lnTo>
                  <a:pt x="16879" y="111381"/>
                </a:lnTo>
                <a:lnTo>
                  <a:pt x="15778" y="112448"/>
                </a:lnTo>
                <a:close/>
                <a:moveTo>
                  <a:pt x="16346" y="107378"/>
                </a:moveTo>
                <a:lnTo>
                  <a:pt x="18981" y="104743"/>
                </a:lnTo>
                <a:lnTo>
                  <a:pt x="18981" y="106277"/>
                </a:lnTo>
                <a:lnTo>
                  <a:pt x="20082" y="107378"/>
                </a:lnTo>
                <a:close/>
                <a:moveTo>
                  <a:pt x="19214" y="103375"/>
                </a:moveTo>
                <a:lnTo>
                  <a:pt x="17213" y="103375"/>
                </a:lnTo>
                <a:lnTo>
                  <a:pt x="15778" y="101941"/>
                </a:lnTo>
                <a:lnTo>
                  <a:pt x="15778" y="100106"/>
                </a:lnTo>
                <a:lnTo>
                  <a:pt x="17747" y="102074"/>
                </a:lnTo>
                <a:lnTo>
                  <a:pt x="17913" y="102074"/>
                </a:lnTo>
                <a:lnTo>
                  <a:pt x="20515" y="102074"/>
                </a:lnTo>
                <a:close/>
                <a:moveTo>
                  <a:pt x="21316" y="101273"/>
                </a:moveTo>
                <a:lnTo>
                  <a:pt x="18080" y="101273"/>
                </a:lnTo>
                <a:lnTo>
                  <a:pt x="15778" y="98972"/>
                </a:lnTo>
                <a:lnTo>
                  <a:pt x="15778" y="96603"/>
                </a:lnTo>
                <a:lnTo>
                  <a:pt x="18781" y="99606"/>
                </a:lnTo>
                <a:lnTo>
                  <a:pt x="18914" y="99606"/>
                </a:lnTo>
                <a:lnTo>
                  <a:pt x="22984" y="99606"/>
                </a:lnTo>
                <a:close/>
                <a:moveTo>
                  <a:pt x="23784" y="98805"/>
                </a:moveTo>
                <a:lnTo>
                  <a:pt x="19081" y="98805"/>
                </a:lnTo>
                <a:lnTo>
                  <a:pt x="15778" y="95503"/>
                </a:lnTo>
                <a:lnTo>
                  <a:pt x="15778" y="93334"/>
                </a:lnTo>
                <a:lnTo>
                  <a:pt x="19715" y="97271"/>
                </a:lnTo>
                <a:lnTo>
                  <a:pt x="19881" y="97271"/>
                </a:lnTo>
                <a:lnTo>
                  <a:pt x="25319" y="97271"/>
                </a:lnTo>
                <a:close/>
                <a:moveTo>
                  <a:pt x="11675" y="47568"/>
                </a:moveTo>
                <a:lnTo>
                  <a:pt x="10675" y="46568"/>
                </a:lnTo>
                <a:lnTo>
                  <a:pt x="14444" y="46568"/>
                </a:lnTo>
                <a:lnTo>
                  <a:pt x="11776" y="49236"/>
                </a:lnTo>
                <a:lnTo>
                  <a:pt x="11776" y="47835"/>
                </a:lnTo>
                <a:close/>
                <a:moveTo>
                  <a:pt x="11776" y="13744"/>
                </a:moveTo>
                <a:lnTo>
                  <a:pt x="11776" y="12343"/>
                </a:lnTo>
                <a:lnTo>
                  <a:pt x="14411" y="15012"/>
                </a:lnTo>
                <a:lnTo>
                  <a:pt x="10675" y="15012"/>
                </a:lnTo>
                <a:lnTo>
                  <a:pt x="11675" y="14011"/>
                </a:lnTo>
                <a:close/>
                <a:moveTo>
                  <a:pt x="19114" y="14011"/>
                </a:moveTo>
                <a:lnTo>
                  <a:pt x="20082" y="15012"/>
                </a:lnTo>
                <a:lnTo>
                  <a:pt x="16346" y="15012"/>
                </a:lnTo>
                <a:lnTo>
                  <a:pt x="18981" y="12343"/>
                </a:lnTo>
                <a:lnTo>
                  <a:pt x="18981" y="13744"/>
                </a:lnTo>
                <a:close/>
                <a:moveTo>
                  <a:pt x="18981" y="18447"/>
                </a:moveTo>
                <a:lnTo>
                  <a:pt x="16346" y="15779"/>
                </a:lnTo>
                <a:lnTo>
                  <a:pt x="20082" y="15779"/>
                </a:lnTo>
                <a:lnTo>
                  <a:pt x="18981" y="16880"/>
                </a:lnTo>
                <a:lnTo>
                  <a:pt x="18981" y="18447"/>
                </a:lnTo>
                <a:close/>
                <a:moveTo>
                  <a:pt x="18414" y="18981"/>
                </a:moveTo>
                <a:lnTo>
                  <a:pt x="17046" y="18981"/>
                </a:lnTo>
                <a:lnTo>
                  <a:pt x="16879" y="18981"/>
                </a:lnTo>
                <a:lnTo>
                  <a:pt x="15778" y="20082"/>
                </a:lnTo>
                <a:lnTo>
                  <a:pt x="15778" y="16346"/>
                </a:lnTo>
                <a:close/>
                <a:moveTo>
                  <a:pt x="15778" y="14445"/>
                </a:moveTo>
                <a:lnTo>
                  <a:pt x="15778" y="10709"/>
                </a:lnTo>
                <a:lnTo>
                  <a:pt x="16879" y="11776"/>
                </a:lnTo>
                <a:lnTo>
                  <a:pt x="18414" y="11776"/>
                </a:lnTo>
                <a:close/>
                <a:moveTo>
                  <a:pt x="14978" y="14445"/>
                </a:moveTo>
                <a:lnTo>
                  <a:pt x="12343" y="11776"/>
                </a:lnTo>
                <a:lnTo>
                  <a:pt x="13744" y="11776"/>
                </a:lnTo>
                <a:lnTo>
                  <a:pt x="14011" y="11676"/>
                </a:lnTo>
                <a:lnTo>
                  <a:pt x="14978" y="10709"/>
                </a:lnTo>
                <a:close/>
                <a:moveTo>
                  <a:pt x="14444" y="15779"/>
                </a:moveTo>
                <a:lnTo>
                  <a:pt x="11776" y="18414"/>
                </a:lnTo>
                <a:lnTo>
                  <a:pt x="11776" y="16880"/>
                </a:lnTo>
                <a:lnTo>
                  <a:pt x="10675" y="15779"/>
                </a:lnTo>
                <a:close/>
                <a:moveTo>
                  <a:pt x="14978" y="16346"/>
                </a:moveTo>
                <a:lnTo>
                  <a:pt x="14978" y="20082"/>
                </a:lnTo>
                <a:lnTo>
                  <a:pt x="14011" y="19115"/>
                </a:lnTo>
                <a:lnTo>
                  <a:pt x="13744" y="18981"/>
                </a:lnTo>
                <a:lnTo>
                  <a:pt x="12343" y="18981"/>
                </a:lnTo>
                <a:close/>
                <a:moveTo>
                  <a:pt x="15778" y="21216"/>
                </a:moveTo>
                <a:lnTo>
                  <a:pt x="17213" y="19782"/>
                </a:lnTo>
                <a:lnTo>
                  <a:pt x="19214" y="19782"/>
                </a:lnTo>
                <a:lnTo>
                  <a:pt x="20515" y="21083"/>
                </a:lnTo>
                <a:lnTo>
                  <a:pt x="17913" y="21083"/>
                </a:lnTo>
                <a:lnTo>
                  <a:pt x="17747" y="21083"/>
                </a:lnTo>
                <a:lnTo>
                  <a:pt x="15778" y="23051"/>
                </a:lnTo>
                <a:close/>
                <a:moveTo>
                  <a:pt x="18080" y="21883"/>
                </a:moveTo>
                <a:lnTo>
                  <a:pt x="21316" y="21883"/>
                </a:lnTo>
                <a:lnTo>
                  <a:pt x="23017" y="23551"/>
                </a:lnTo>
                <a:lnTo>
                  <a:pt x="18947" y="23551"/>
                </a:lnTo>
                <a:lnTo>
                  <a:pt x="18781" y="23551"/>
                </a:lnTo>
                <a:lnTo>
                  <a:pt x="15778" y="26553"/>
                </a:lnTo>
                <a:lnTo>
                  <a:pt x="15778" y="24185"/>
                </a:lnTo>
                <a:close/>
                <a:moveTo>
                  <a:pt x="19081" y="24352"/>
                </a:moveTo>
                <a:lnTo>
                  <a:pt x="23784" y="24352"/>
                </a:lnTo>
                <a:lnTo>
                  <a:pt x="25319" y="25886"/>
                </a:lnTo>
                <a:lnTo>
                  <a:pt x="19881" y="25886"/>
                </a:lnTo>
                <a:lnTo>
                  <a:pt x="19748" y="25886"/>
                </a:lnTo>
                <a:lnTo>
                  <a:pt x="15778" y="29822"/>
                </a:lnTo>
                <a:lnTo>
                  <a:pt x="15778" y="27654"/>
                </a:lnTo>
                <a:close/>
                <a:moveTo>
                  <a:pt x="42564" y="13744"/>
                </a:moveTo>
                <a:lnTo>
                  <a:pt x="42564" y="12343"/>
                </a:lnTo>
                <a:lnTo>
                  <a:pt x="45233" y="15012"/>
                </a:lnTo>
                <a:lnTo>
                  <a:pt x="41497" y="15012"/>
                </a:lnTo>
                <a:lnTo>
                  <a:pt x="42464" y="14011"/>
                </a:lnTo>
                <a:close/>
                <a:moveTo>
                  <a:pt x="49903" y="14011"/>
                </a:moveTo>
                <a:lnTo>
                  <a:pt x="50870" y="15012"/>
                </a:lnTo>
                <a:lnTo>
                  <a:pt x="47134" y="15012"/>
                </a:lnTo>
                <a:lnTo>
                  <a:pt x="49769" y="12343"/>
                </a:lnTo>
                <a:lnTo>
                  <a:pt x="49769" y="13744"/>
                </a:lnTo>
                <a:close/>
                <a:moveTo>
                  <a:pt x="53772" y="23551"/>
                </a:moveTo>
                <a:lnTo>
                  <a:pt x="49569" y="23551"/>
                </a:lnTo>
                <a:lnTo>
                  <a:pt x="46567" y="26553"/>
                </a:lnTo>
                <a:lnTo>
                  <a:pt x="46567" y="24185"/>
                </a:lnTo>
                <a:lnTo>
                  <a:pt x="48869" y="21883"/>
                </a:lnTo>
                <a:lnTo>
                  <a:pt x="52104" y="21883"/>
                </a:lnTo>
                <a:close/>
                <a:moveTo>
                  <a:pt x="56107" y="25886"/>
                </a:moveTo>
                <a:lnTo>
                  <a:pt x="50537" y="25886"/>
                </a:lnTo>
                <a:lnTo>
                  <a:pt x="46567" y="29822"/>
                </a:lnTo>
                <a:lnTo>
                  <a:pt x="46567" y="27654"/>
                </a:lnTo>
                <a:lnTo>
                  <a:pt x="49903" y="24352"/>
                </a:lnTo>
                <a:lnTo>
                  <a:pt x="54573" y="24352"/>
                </a:lnTo>
                <a:close/>
                <a:moveTo>
                  <a:pt x="68583" y="24352"/>
                </a:moveTo>
                <a:lnTo>
                  <a:pt x="73253" y="24352"/>
                </a:lnTo>
                <a:lnTo>
                  <a:pt x="76555" y="27654"/>
                </a:lnTo>
                <a:lnTo>
                  <a:pt x="76555" y="29822"/>
                </a:lnTo>
                <a:lnTo>
                  <a:pt x="72619" y="25886"/>
                </a:lnTo>
                <a:lnTo>
                  <a:pt x="67048" y="25886"/>
                </a:lnTo>
                <a:close/>
                <a:moveTo>
                  <a:pt x="71018" y="21883"/>
                </a:moveTo>
                <a:lnTo>
                  <a:pt x="74287" y="21883"/>
                </a:lnTo>
                <a:lnTo>
                  <a:pt x="76589" y="24185"/>
                </a:lnTo>
                <a:lnTo>
                  <a:pt x="76589" y="26553"/>
                </a:lnTo>
                <a:lnTo>
                  <a:pt x="73586" y="23551"/>
                </a:lnTo>
                <a:lnTo>
                  <a:pt x="69350" y="23551"/>
                </a:lnTo>
                <a:close/>
                <a:moveTo>
                  <a:pt x="73153" y="19782"/>
                </a:moveTo>
                <a:lnTo>
                  <a:pt x="75154" y="19782"/>
                </a:lnTo>
                <a:lnTo>
                  <a:pt x="76555" y="21216"/>
                </a:lnTo>
                <a:lnTo>
                  <a:pt x="76555" y="23051"/>
                </a:lnTo>
                <a:lnTo>
                  <a:pt x="74587" y="21083"/>
                </a:lnTo>
                <a:lnTo>
                  <a:pt x="71818" y="21083"/>
                </a:lnTo>
                <a:close/>
                <a:moveTo>
                  <a:pt x="73386" y="13744"/>
                </a:moveTo>
                <a:lnTo>
                  <a:pt x="73386" y="12343"/>
                </a:lnTo>
                <a:lnTo>
                  <a:pt x="76021" y="15012"/>
                </a:lnTo>
                <a:lnTo>
                  <a:pt x="72285" y="15012"/>
                </a:lnTo>
                <a:lnTo>
                  <a:pt x="73253" y="14011"/>
                </a:lnTo>
                <a:close/>
                <a:moveTo>
                  <a:pt x="80691" y="14011"/>
                </a:moveTo>
                <a:lnTo>
                  <a:pt x="81659" y="15012"/>
                </a:lnTo>
                <a:lnTo>
                  <a:pt x="77923" y="15012"/>
                </a:lnTo>
                <a:lnTo>
                  <a:pt x="80558" y="12343"/>
                </a:lnTo>
                <a:lnTo>
                  <a:pt x="80558" y="13744"/>
                </a:lnTo>
                <a:close/>
                <a:moveTo>
                  <a:pt x="84561" y="23551"/>
                </a:moveTo>
                <a:lnTo>
                  <a:pt x="80525" y="23551"/>
                </a:lnTo>
                <a:lnTo>
                  <a:pt x="80358" y="23551"/>
                </a:lnTo>
                <a:lnTo>
                  <a:pt x="77356" y="26553"/>
                </a:lnTo>
                <a:lnTo>
                  <a:pt x="77356" y="24185"/>
                </a:lnTo>
                <a:lnTo>
                  <a:pt x="79657" y="21883"/>
                </a:lnTo>
                <a:lnTo>
                  <a:pt x="82893" y="21883"/>
                </a:lnTo>
                <a:close/>
                <a:moveTo>
                  <a:pt x="86896" y="25886"/>
                </a:moveTo>
                <a:lnTo>
                  <a:pt x="81492" y="25886"/>
                </a:lnTo>
                <a:lnTo>
                  <a:pt x="81325" y="25886"/>
                </a:lnTo>
                <a:lnTo>
                  <a:pt x="77356" y="29822"/>
                </a:lnTo>
                <a:lnTo>
                  <a:pt x="77356" y="27654"/>
                </a:lnTo>
                <a:lnTo>
                  <a:pt x="80691" y="24352"/>
                </a:lnTo>
                <a:lnTo>
                  <a:pt x="85361" y="24352"/>
                </a:lnTo>
                <a:close/>
                <a:moveTo>
                  <a:pt x="104175" y="13744"/>
                </a:moveTo>
                <a:lnTo>
                  <a:pt x="104175" y="12343"/>
                </a:lnTo>
                <a:lnTo>
                  <a:pt x="106810" y="15012"/>
                </a:lnTo>
                <a:lnTo>
                  <a:pt x="103074" y="15012"/>
                </a:lnTo>
                <a:lnTo>
                  <a:pt x="104041" y="14011"/>
                </a:lnTo>
                <a:close/>
                <a:moveTo>
                  <a:pt x="111480" y="14011"/>
                </a:moveTo>
                <a:lnTo>
                  <a:pt x="112447" y="15012"/>
                </a:lnTo>
                <a:lnTo>
                  <a:pt x="108711" y="15012"/>
                </a:lnTo>
                <a:lnTo>
                  <a:pt x="111347" y="12343"/>
                </a:lnTo>
                <a:lnTo>
                  <a:pt x="111347" y="13744"/>
                </a:lnTo>
                <a:close/>
                <a:moveTo>
                  <a:pt x="115383" y="23551"/>
                </a:moveTo>
                <a:lnTo>
                  <a:pt x="111147" y="23551"/>
                </a:lnTo>
                <a:lnTo>
                  <a:pt x="108144" y="26553"/>
                </a:lnTo>
                <a:lnTo>
                  <a:pt x="108144" y="24185"/>
                </a:lnTo>
                <a:lnTo>
                  <a:pt x="110446" y="21883"/>
                </a:lnTo>
                <a:lnTo>
                  <a:pt x="113682" y="21883"/>
                </a:lnTo>
                <a:close/>
                <a:moveTo>
                  <a:pt x="117685" y="25886"/>
                </a:moveTo>
                <a:lnTo>
                  <a:pt x="112114" y="25886"/>
                </a:lnTo>
                <a:lnTo>
                  <a:pt x="108144" y="29822"/>
                </a:lnTo>
                <a:lnTo>
                  <a:pt x="108144" y="27654"/>
                </a:lnTo>
                <a:lnTo>
                  <a:pt x="111480" y="24352"/>
                </a:lnTo>
                <a:lnTo>
                  <a:pt x="116150" y="24352"/>
                </a:lnTo>
                <a:close/>
                <a:moveTo>
                  <a:pt x="130160" y="24352"/>
                </a:moveTo>
                <a:lnTo>
                  <a:pt x="134830" y="24352"/>
                </a:lnTo>
                <a:lnTo>
                  <a:pt x="138166" y="27654"/>
                </a:lnTo>
                <a:lnTo>
                  <a:pt x="138166" y="29822"/>
                </a:lnTo>
                <a:lnTo>
                  <a:pt x="134196" y="25886"/>
                </a:lnTo>
                <a:lnTo>
                  <a:pt x="128626" y="25886"/>
                </a:lnTo>
                <a:close/>
                <a:moveTo>
                  <a:pt x="132629" y="21883"/>
                </a:moveTo>
                <a:lnTo>
                  <a:pt x="135864" y="21883"/>
                </a:lnTo>
                <a:lnTo>
                  <a:pt x="138166" y="24185"/>
                </a:lnTo>
                <a:lnTo>
                  <a:pt x="138166" y="26553"/>
                </a:lnTo>
                <a:lnTo>
                  <a:pt x="135164" y="23551"/>
                </a:lnTo>
                <a:lnTo>
                  <a:pt x="130927" y="23551"/>
                </a:lnTo>
                <a:close/>
                <a:moveTo>
                  <a:pt x="134730" y="19782"/>
                </a:moveTo>
                <a:lnTo>
                  <a:pt x="136731" y="19782"/>
                </a:lnTo>
                <a:lnTo>
                  <a:pt x="138166" y="21216"/>
                </a:lnTo>
                <a:lnTo>
                  <a:pt x="138166" y="23051"/>
                </a:lnTo>
                <a:lnTo>
                  <a:pt x="136198" y="21083"/>
                </a:lnTo>
                <a:lnTo>
                  <a:pt x="133396" y="21083"/>
                </a:lnTo>
                <a:close/>
                <a:moveTo>
                  <a:pt x="134964" y="13744"/>
                </a:moveTo>
                <a:lnTo>
                  <a:pt x="134964" y="12343"/>
                </a:lnTo>
                <a:lnTo>
                  <a:pt x="137599" y="15012"/>
                </a:lnTo>
                <a:lnTo>
                  <a:pt x="133863" y="15012"/>
                </a:lnTo>
                <a:lnTo>
                  <a:pt x="134830" y="14011"/>
                </a:lnTo>
                <a:close/>
                <a:moveTo>
                  <a:pt x="142269" y="14011"/>
                </a:moveTo>
                <a:lnTo>
                  <a:pt x="143236" y="15012"/>
                </a:lnTo>
                <a:lnTo>
                  <a:pt x="139500" y="15012"/>
                </a:lnTo>
                <a:lnTo>
                  <a:pt x="142135" y="12343"/>
                </a:lnTo>
                <a:lnTo>
                  <a:pt x="142135" y="13744"/>
                </a:lnTo>
                <a:close/>
                <a:moveTo>
                  <a:pt x="146172" y="23551"/>
                </a:moveTo>
                <a:lnTo>
                  <a:pt x="142102" y="23551"/>
                </a:lnTo>
                <a:lnTo>
                  <a:pt x="141935" y="23551"/>
                </a:lnTo>
                <a:lnTo>
                  <a:pt x="138933" y="26553"/>
                </a:lnTo>
                <a:lnTo>
                  <a:pt x="138933" y="24185"/>
                </a:lnTo>
                <a:lnTo>
                  <a:pt x="141235" y="21883"/>
                </a:lnTo>
                <a:lnTo>
                  <a:pt x="144504" y="21883"/>
                </a:lnTo>
                <a:close/>
                <a:moveTo>
                  <a:pt x="148473" y="25886"/>
                </a:moveTo>
                <a:lnTo>
                  <a:pt x="143069" y="25886"/>
                </a:lnTo>
                <a:lnTo>
                  <a:pt x="142903" y="25886"/>
                </a:lnTo>
                <a:lnTo>
                  <a:pt x="138966" y="29822"/>
                </a:lnTo>
                <a:lnTo>
                  <a:pt x="138966" y="27654"/>
                </a:lnTo>
                <a:lnTo>
                  <a:pt x="142269" y="24352"/>
                </a:lnTo>
                <a:lnTo>
                  <a:pt x="146972" y="24352"/>
                </a:lnTo>
                <a:close/>
                <a:moveTo>
                  <a:pt x="165752" y="13744"/>
                </a:moveTo>
                <a:lnTo>
                  <a:pt x="165752" y="12343"/>
                </a:lnTo>
                <a:lnTo>
                  <a:pt x="168387" y="15012"/>
                </a:lnTo>
                <a:lnTo>
                  <a:pt x="164651" y="15012"/>
                </a:lnTo>
                <a:lnTo>
                  <a:pt x="165619" y="14011"/>
                </a:lnTo>
                <a:close/>
                <a:moveTo>
                  <a:pt x="173057" y="14011"/>
                </a:moveTo>
                <a:lnTo>
                  <a:pt x="174025" y="15012"/>
                </a:lnTo>
                <a:lnTo>
                  <a:pt x="170289" y="15012"/>
                </a:lnTo>
                <a:lnTo>
                  <a:pt x="172957" y="12343"/>
                </a:lnTo>
                <a:lnTo>
                  <a:pt x="172957" y="13744"/>
                </a:lnTo>
                <a:close/>
                <a:moveTo>
                  <a:pt x="176960" y="23551"/>
                </a:moveTo>
                <a:lnTo>
                  <a:pt x="172724" y="23551"/>
                </a:lnTo>
                <a:lnTo>
                  <a:pt x="169722" y="26553"/>
                </a:lnTo>
                <a:lnTo>
                  <a:pt x="169722" y="24185"/>
                </a:lnTo>
                <a:lnTo>
                  <a:pt x="172023" y="21883"/>
                </a:lnTo>
                <a:lnTo>
                  <a:pt x="175292" y="21883"/>
                </a:lnTo>
                <a:close/>
                <a:moveTo>
                  <a:pt x="179262" y="25886"/>
                </a:moveTo>
                <a:lnTo>
                  <a:pt x="173691" y="25886"/>
                </a:lnTo>
                <a:lnTo>
                  <a:pt x="169755" y="29822"/>
                </a:lnTo>
                <a:lnTo>
                  <a:pt x="169755" y="27654"/>
                </a:lnTo>
                <a:lnTo>
                  <a:pt x="173057" y="24352"/>
                </a:lnTo>
                <a:lnTo>
                  <a:pt x="177727" y="24352"/>
                </a:lnTo>
                <a:close/>
                <a:moveTo>
                  <a:pt x="191737" y="24352"/>
                </a:moveTo>
                <a:lnTo>
                  <a:pt x="196441" y="24352"/>
                </a:lnTo>
                <a:lnTo>
                  <a:pt x="199743" y="27654"/>
                </a:lnTo>
                <a:lnTo>
                  <a:pt x="199743" y="29822"/>
                </a:lnTo>
                <a:lnTo>
                  <a:pt x="195807" y="25886"/>
                </a:lnTo>
                <a:lnTo>
                  <a:pt x="190203" y="25886"/>
                </a:lnTo>
                <a:close/>
                <a:moveTo>
                  <a:pt x="194206" y="21883"/>
                </a:moveTo>
                <a:lnTo>
                  <a:pt x="197441" y="21883"/>
                </a:lnTo>
                <a:lnTo>
                  <a:pt x="199743" y="24185"/>
                </a:lnTo>
                <a:lnTo>
                  <a:pt x="199743" y="26553"/>
                </a:lnTo>
                <a:lnTo>
                  <a:pt x="196741" y="23551"/>
                </a:lnTo>
                <a:lnTo>
                  <a:pt x="192538" y="23551"/>
                </a:lnTo>
                <a:close/>
                <a:moveTo>
                  <a:pt x="196307" y="19782"/>
                </a:moveTo>
                <a:lnTo>
                  <a:pt x="198309" y="19782"/>
                </a:lnTo>
                <a:lnTo>
                  <a:pt x="199743" y="21216"/>
                </a:lnTo>
                <a:lnTo>
                  <a:pt x="199743" y="23051"/>
                </a:lnTo>
                <a:lnTo>
                  <a:pt x="197775" y="21083"/>
                </a:lnTo>
                <a:lnTo>
                  <a:pt x="195006" y="21083"/>
                </a:lnTo>
                <a:close/>
                <a:moveTo>
                  <a:pt x="196541" y="13744"/>
                </a:moveTo>
                <a:lnTo>
                  <a:pt x="196541" y="12343"/>
                </a:lnTo>
                <a:lnTo>
                  <a:pt x="199176" y="15012"/>
                </a:lnTo>
                <a:lnTo>
                  <a:pt x="195440" y="15012"/>
                </a:lnTo>
                <a:lnTo>
                  <a:pt x="196407" y="14011"/>
                </a:lnTo>
                <a:close/>
                <a:moveTo>
                  <a:pt x="203846" y="14011"/>
                </a:moveTo>
                <a:lnTo>
                  <a:pt x="204847" y="15012"/>
                </a:lnTo>
                <a:lnTo>
                  <a:pt x="201077" y="15012"/>
                </a:lnTo>
                <a:lnTo>
                  <a:pt x="203746" y="12343"/>
                </a:lnTo>
                <a:lnTo>
                  <a:pt x="203746" y="13744"/>
                </a:lnTo>
                <a:close/>
                <a:moveTo>
                  <a:pt x="207749" y="23551"/>
                </a:moveTo>
                <a:lnTo>
                  <a:pt x="203679" y="23551"/>
                </a:lnTo>
                <a:lnTo>
                  <a:pt x="203512" y="23551"/>
                </a:lnTo>
                <a:lnTo>
                  <a:pt x="200544" y="26553"/>
                </a:lnTo>
                <a:lnTo>
                  <a:pt x="200544" y="24185"/>
                </a:lnTo>
                <a:lnTo>
                  <a:pt x="202812" y="21883"/>
                </a:lnTo>
                <a:lnTo>
                  <a:pt x="206081" y="21883"/>
                </a:lnTo>
                <a:close/>
                <a:moveTo>
                  <a:pt x="210084" y="25886"/>
                </a:moveTo>
                <a:lnTo>
                  <a:pt x="204647" y="25886"/>
                </a:lnTo>
                <a:lnTo>
                  <a:pt x="204480" y="25886"/>
                </a:lnTo>
                <a:lnTo>
                  <a:pt x="200544" y="29822"/>
                </a:lnTo>
                <a:lnTo>
                  <a:pt x="200544" y="27654"/>
                </a:lnTo>
                <a:lnTo>
                  <a:pt x="203846" y="24352"/>
                </a:lnTo>
                <a:lnTo>
                  <a:pt x="208549" y="24352"/>
                </a:lnTo>
                <a:close/>
                <a:moveTo>
                  <a:pt x="224427" y="40263"/>
                </a:moveTo>
                <a:lnTo>
                  <a:pt x="224427" y="43499"/>
                </a:lnTo>
                <a:lnTo>
                  <a:pt x="222126" y="45800"/>
                </a:lnTo>
                <a:lnTo>
                  <a:pt x="219757" y="45800"/>
                </a:lnTo>
                <a:lnTo>
                  <a:pt x="222760" y="42798"/>
                </a:lnTo>
                <a:lnTo>
                  <a:pt x="222760" y="38562"/>
                </a:lnTo>
                <a:close/>
                <a:moveTo>
                  <a:pt x="226529" y="42365"/>
                </a:moveTo>
                <a:lnTo>
                  <a:pt x="226529" y="44366"/>
                </a:lnTo>
                <a:lnTo>
                  <a:pt x="225128" y="45800"/>
                </a:lnTo>
                <a:lnTo>
                  <a:pt x="223260" y="45800"/>
                </a:lnTo>
                <a:lnTo>
                  <a:pt x="225228" y="43832"/>
                </a:lnTo>
                <a:lnTo>
                  <a:pt x="225228" y="41030"/>
                </a:lnTo>
                <a:close/>
                <a:moveTo>
                  <a:pt x="222760" y="53806"/>
                </a:moveTo>
                <a:lnTo>
                  <a:pt x="222760" y="49570"/>
                </a:lnTo>
                <a:lnTo>
                  <a:pt x="219757" y="46568"/>
                </a:lnTo>
                <a:lnTo>
                  <a:pt x="222126" y="46568"/>
                </a:lnTo>
                <a:lnTo>
                  <a:pt x="224427" y="48869"/>
                </a:lnTo>
                <a:lnTo>
                  <a:pt x="224427" y="52105"/>
                </a:lnTo>
                <a:close/>
                <a:moveTo>
                  <a:pt x="220425" y="56108"/>
                </a:moveTo>
                <a:lnTo>
                  <a:pt x="220425" y="50537"/>
                </a:lnTo>
                <a:lnTo>
                  <a:pt x="216488" y="46568"/>
                </a:lnTo>
                <a:lnTo>
                  <a:pt x="218657" y="46568"/>
                </a:lnTo>
                <a:lnTo>
                  <a:pt x="221959" y="49903"/>
                </a:lnTo>
                <a:lnTo>
                  <a:pt x="221959" y="54573"/>
                </a:lnTo>
                <a:close/>
                <a:moveTo>
                  <a:pt x="224427" y="71052"/>
                </a:moveTo>
                <a:lnTo>
                  <a:pt x="224427" y="74287"/>
                </a:lnTo>
                <a:lnTo>
                  <a:pt x="222126" y="76589"/>
                </a:lnTo>
                <a:lnTo>
                  <a:pt x="219757" y="76589"/>
                </a:lnTo>
                <a:lnTo>
                  <a:pt x="222760" y="73587"/>
                </a:lnTo>
                <a:lnTo>
                  <a:pt x="222760" y="69351"/>
                </a:lnTo>
                <a:close/>
                <a:moveTo>
                  <a:pt x="226529" y="73153"/>
                </a:moveTo>
                <a:lnTo>
                  <a:pt x="226529" y="75155"/>
                </a:lnTo>
                <a:lnTo>
                  <a:pt x="225128" y="76589"/>
                </a:lnTo>
                <a:lnTo>
                  <a:pt x="223260" y="76589"/>
                </a:lnTo>
                <a:lnTo>
                  <a:pt x="225228" y="74621"/>
                </a:lnTo>
                <a:lnTo>
                  <a:pt x="225228" y="71819"/>
                </a:lnTo>
                <a:close/>
                <a:moveTo>
                  <a:pt x="222760" y="84595"/>
                </a:moveTo>
                <a:lnTo>
                  <a:pt x="222760" y="80358"/>
                </a:lnTo>
                <a:lnTo>
                  <a:pt x="219757" y="77356"/>
                </a:lnTo>
                <a:lnTo>
                  <a:pt x="222126" y="77356"/>
                </a:lnTo>
                <a:lnTo>
                  <a:pt x="224427" y="79658"/>
                </a:lnTo>
                <a:lnTo>
                  <a:pt x="224427" y="82894"/>
                </a:lnTo>
                <a:close/>
                <a:moveTo>
                  <a:pt x="220425" y="86896"/>
                </a:moveTo>
                <a:lnTo>
                  <a:pt x="220425" y="81326"/>
                </a:lnTo>
                <a:lnTo>
                  <a:pt x="216488" y="77356"/>
                </a:lnTo>
                <a:lnTo>
                  <a:pt x="218657" y="77356"/>
                </a:lnTo>
                <a:lnTo>
                  <a:pt x="221959" y="80692"/>
                </a:lnTo>
                <a:lnTo>
                  <a:pt x="221959" y="85362"/>
                </a:lnTo>
                <a:close/>
                <a:moveTo>
                  <a:pt x="200544" y="103075"/>
                </a:moveTo>
                <a:lnTo>
                  <a:pt x="201644" y="104175"/>
                </a:lnTo>
                <a:lnTo>
                  <a:pt x="201778" y="104175"/>
                </a:lnTo>
                <a:lnTo>
                  <a:pt x="203179" y="104175"/>
                </a:lnTo>
                <a:lnTo>
                  <a:pt x="200544" y="106811"/>
                </a:lnTo>
                <a:close/>
                <a:moveTo>
                  <a:pt x="199743" y="106811"/>
                </a:moveTo>
                <a:lnTo>
                  <a:pt x="197108" y="104175"/>
                </a:lnTo>
                <a:lnTo>
                  <a:pt x="198476" y="104175"/>
                </a:lnTo>
                <a:lnTo>
                  <a:pt x="198776" y="104042"/>
                </a:lnTo>
                <a:lnTo>
                  <a:pt x="199743" y="103075"/>
                </a:lnTo>
                <a:lnTo>
                  <a:pt x="199743" y="106811"/>
                </a:lnTo>
                <a:close/>
                <a:moveTo>
                  <a:pt x="168954" y="106811"/>
                </a:moveTo>
                <a:lnTo>
                  <a:pt x="166319" y="104175"/>
                </a:lnTo>
                <a:lnTo>
                  <a:pt x="167687" y="104175"/>
                </a:lnTo>
                <a:lnTo>
                  <a:pt x="167854" y="104175"/>
                </a:lnTo>
                <a:lnTo>
                  <a:pt x="168954" y="103075"/>
                </a:lnTo>
                <a:close/>
                <a:moveTo>
                  <a:pt x="138933" y="103075"/>
                </a:moveTo>
                <a:lnTo>
                  <a:pt x="140034" y="104175"/>
                </a:lnTo>
                <a:lnTo>
                  <a:pt x="140201" y="104175"/>
                </a:lnTo>
                <a:lnTo>
                  <a:pt x="141602" y="104175"/>
                </a:lnTo>
                <a:lnTo>
                  <a:pt x="138933" y="106811"/>
                </a:lnTo>
                <a:close/>
                <a:moveTo>
                  <a:pt x="138166" y="106811"/>
                </a:moveTo>
                <a:lnTo>
                  <a:pt x="135531" y="104175"/>
                </a:lnTo>
                <a:lnTo>
                  <a:pt x="136898" y="104175"/>
                </a:lnTo>
                <a:lnTo>
                  <a:pt x="137165" y="104042"/>
                </a:lnTo>
                <a:lnTo>
                  <a:pt x="138166" y="103075"/>
                </a:lnTo>
                <a:lnTo>
                  <a:pt x="138166" y="106811"/>
                </a:lnTo>
                <a:close/>
                <a:moveTo>
                  <a:pt x="107377" y="106811"/>
                </a:moveTo>
                <a:lnTo>
                  <a:pt x="104709" y="104175"/>
                </a:lnTo>
                <a:lnTo>
                  <a:pt x="106110" y="104175"/>
                </a:lnTo>
                <a:lnTo>
                  <a:pt x="106276" y="104175"/>
                </a:lnTo>
                <a:lnTo>
                  <a:pt x="107377" y="103075"/>
                </a:lnTo>
                <a:lnTo>
                  <a:pt x="107377" y="106811"/>
                </a:lnTo>
                <a:close/>
                <a:moveTo>
                  <a:pt x="77356" y="103075"/>
                </a:moveTo>
                <a:lnTo>
                  <a:pt x="78457" y="104175"/>
                </a:lnTo>
                <a:lnTo>
                  <a:pt x="78623" y="104175"/>
                </a:lnTo>
                <a:lnTo>
                  <a:pt x="79991" y="104175"/>
                </a:lnTo>
                <a:lnTo>
                  <a:pt x="77356" y="106811"/>
                </a:lnTo>
                <a:lnTo>
                  <a:pt x="77356" y="103075"/>
                </a:lnTo>
                <a:close/>
                <a:moveTo>
                  <a:pt x="76589" y="106811"/>
                </a:moveTo>
                <a:lnTo>
                  <a:pt x="73920" y="104175"/>
                </a:lnTo>
                <a:lnTo>
                  <a:pt x="75321" y="104175"/>
                </a:lnTo>
                <a:lnTo>
                  <a:pt x="75588" y="104042"/>
                </a:lnTo>
                <a:lnTo>
                  <a:pt x="76555" y="103075"/>
                </a:lnTo>
                <a:lnTo>
                  <a:pt x="76555" y="106811"/>
                </a:lnTo>
                <a:close/>
                <a:moveTo>
                  <a:pt x="45767" y="106811"/>
                </a:moveTo>
                <a:lnTo>
                  <a:pt x="43131" y="104175"/>
                </a:lnTo>
                <a:lnTo>
                  <a:pt x="44532" y="104175"/>
                </a:lnTo>
                <a:lnTo>
                  <a:pt x="44699" y="104175"/>
                </a:lnTo>
                <a:lnTo>
                  <a:pt x="45767" y="103075"/>
                </a:lnTo>
                <a:close/>
                <a:moveTo>
                  <a:pt x="21883" y="82927"/>
                </a:moveTo>
                <a:lnTo>
                  <a:pt x="21883" y="79658"/>
                </a:lnTo>
                <a:lnTo>
                  <a:pt x="24184" y="77356"/>
                </a:lnTo>
                <a:lnTo>
                  <a:pt x="26553" y="77356"/>
                </a:lnTo>
                <a:lnTo>
                  <a:pt x="23551" y="80358"/>
                </a:lnTo>
                <a:lnTo>
                  <a:pt x="23551" y="84595"/>
                </a:lnTo>
                <a:close/>
                <a:moveTo>
                  <a:pt x="19781" y="80792"/>
                </a:moveTo>
                <a:lnTo>
                  <a:pt x="19781" y="78791"/>
                </a:lnTo>
                <a:lnTo>
                  <a:pt x="21182" y="77356"/>
                </a:lnTo>
                <a:lnTo>
                  <a:pt x="23050" y="77356"/>
                </a:lnTo>
                <a:lnTo>
                  <a:pt x="21082" y="79324"/>
                </a:lnTo>
                <a:lnTo>
                  <a:pt x="21082" y="82126"/>
                </a:lnTo>
                <a:close/>
                <a:moveTo>
                  <a:pt x="23551" y="69351"/>
                </a:moveTo>
                <a:lnTo>
                  <a:pt x="23551" y="73587"/>
                </a:lnTo>
                <a:lnTo>
                  <a:pt x="26553" y="76589"/>
                </a:lnTo>
                <a:lnTo>
                  <a:pt x="24184" y="76589"/>
                </a:lnTo>
                <a:lnTo>
                  <a:pt x="21883" y="74287"/>
                </a:lnTo>
                <a:lnTo>
                  <a:pt x="21883" y="71052"/>
                </a:lnTo>
                <a:close/>
                <a:moveTo>
                  <a:pt x="25886" y="67049"/>
                </a:moveTo>
                <a:lnTo>
                  <a:pt x="25886" y="72620"/>
                </a:lnTo>
                <a:lnTo>
                  <a:pt x="29822" y="76589"/>
                </a:lnTo>
                <a:lnTo>
                  <a:pt x="27654" y="76589"/>
                </a:lnTo>
                <a:lnTo>
                  <a:pt x="24351" y="73253"/>
                </a:lnTo>
                <a:lnTo>
                  <a:pt x="24351" y="68583"/>
                </a:lnTo>
                <a:close/>
                <a:moveTo>
                  <a:pt x="21883" y="52105"/>
                </a:moveTo>
                <a:lnTo>
                  <a:pt x="21883" y="48869"/>
                </a:lnTo>
                <a:lnTo>
                  <a:pt x="24184" y="46568"/>
                </a:lnTo>
                <a:lnTo>
                  <a:pt x="26553" y="46568"/>
                </a:lnTo>
                <a:lnTo>
                  <a:pt x="23551" y="49570"/>
                </a:lnTo>
                <a:lnTo>
                  <a:pt x="23551" y="53806"/>
                </a:lnTo>
                <a:close/>
                <a:moveTo>
                  <a:pt x="19781" y="50003"/>
                </a:moveTo>
                <a:lnTo>
                  <a:pt x="19781" y="48002"/>
                </a:lnTo>
                <a:lnTo>
                  <a:pt x="21182" y="46568"/>
                </a:lnTo>
                <a:lnTo>
                  <a:pt x="23050" y="46568"/>
                </a:lnTo>
                <a:lnTo>
                  <a:pt x="21082" y="48536"/>
                </a:lnTo>
                <a:lnTo>
                  <a:pt x="21082" y="51338"/>
                </a:lnTo>
                <a:close/>
                <a:moveTo>
                  <a:pt x="23551" y="38562"/>
                </a:moveTo>
                <a:lnTo>
                  <a:pt x="23551" y="42798"/>
                </a:lnTo>
                <a:lnTo>
                  <a:pt x="26553" y="45800"/>
                </a:lnTo>
                <a:lnTo>
                  <a:pt x="24184" y="45800"/>
                </a:lnTo>
                <a:lnTo>
                  <a:pt x="21883" y="43499"/>
                </a:lnTo>
                <a:lnTo>
                  <a:pt x="21883" y="40230"/>
                </a:lnTo>
                <a:close/>
                <a:moveTo>
                  <a:pt x="25886" y="36260"/>
                </a:moveTo>
                <a:lnTo>
                  <a:pt x="25886" y="41831"/>
                </a:lnTo>
                <a:lnTo>
                  <a:pt x="29822" y="45800"/>
                </a:lnTo>
                <a:lnTo>
                  <a:pt x="27654" y="45800"/>
                </a:lnTo>
                <a:lnTo>
                  <a:pt x="24351" y="42465"/>
                </a:lnTo>
                <a:lnTo>
                  <a:pt x="24351" y="37795"/>
                </a:lnTo>
                <a:close/>
                <a:moveTo>
                  <a:pt x="45767" y="20082"/>
                </a:moveTo>
                <a:lnTo>
                  <a:pt x="44699" y="18981"/>
                </a:lnTo>
                <a:lnTo>
                  <a:pt x="44532" y="18981"/>
                </a:lnTo>
                <a:lnTo>
                  <a:pt x="43131" y="18981"/>
                </a:lnTo>
                <a:lnTo>
                  <a:pt x="45767" y="16346"/>
                </a:lnTo>
                <a:close/>
                <a:moveTo>
                  <a:pt x="46567" y="16346"/>
                </a:moveTo>
                <a:lnTo>
                  <a:pt x="49202" y="18981"/>
                </a:lnTo>
                <a:lnTo>
                  <a:pt x="47835" y="18981"/>
                </a:lnTo>
                <a:lnTo>
                  <a:pt x="47568" y="19115"/>
                </a:lnTo>
                <a:lnTo>
                  <a:pt x="46567" y="20082"/>
                </a:lnTo>
                <a:lnTo>
                  <a:pt x="46567" y="16346"/>
                </a:lnTo>
                <a:close/>
                <a:moveTo>
                  <a:pt x="77356" y="16346"/>
                </a:moveTo>
                <a:lnTo>
                  <a:pt x="80024" y="18981"/>
                </a:lnTo>
                <a:lnTo>
                  <a:pt x="78623" y="18981"/>
                </a:lnTo>
                <a:lnTo>
                  <a:pt x="78457" y="18981"/>
                </a:lnTo>
                <a:lnTo>
                  <a:pt x="77356" y="20082"/>
                </a:lnTo>
                <a:lnTo>
                  <a:pt x="77356" y="16346"/>
                </a:lnTo>
                <a:close/>
                <a:moveTo>
                  <a:pt x="107377" y="20082"/>
                </a:moveTo>
                <a:lnTo>
                  <a:pt x="106276" y="18981"/>
                </a:lnTo>
                <a:lnTo>
                  <a:pt x="106110" y="18981"/>
                </a:lnTo>
                <a:lnTo>
                  <a:pt x="104709" y="18981"/>
                </a:lnTo>
                <a:lnTo>
                  <a:pt x="107377" y="16346"/>
                </a:lnTo>
                <a:lnTo>
                  <a:pt x="107377" y="20082"/>
                </a:lnTo>
                <a:close/>
                <a:moveTo>
                  <a:pt x="108144" y="16346"/>
                </a:moveTo>
                <a:lnTo>
                  <a:pt x="110813" y="18981"/>
                </a:lnTo>
                <a:lnTo>
                  <a:pt x="109412" y="18981"/>
                </a:lnTo>
                <a:lnTo>
                  <a:pt x="109145" y="19115"/>
                </a:lnTo>
                <a:lnTo>
                  <a:pt x="108144" y="20082"/>
                </a:lnTo>
                <a:lnTo>
                  <a:pt x="108144" y="16346"/>
                </a:lnTo>
                <a:close/>
                <a:moveTo>
                  <a:pt x="138933" y="16346"/>
                </a:moveTo>
                <a:lnTo>
                  <a:pt x="141602" y="18981"/>
                </a:lnTo>
                <a:lnTo>
                  <a:pt x="140201" y="18981"/>
                </a:lnTo>
                <a:lnTo>
                  <a:pt x="140034" y="18981"/>
                </a:lnTo>
                <a:lnTo>
                  <a:pt x="138933" y="20082"/>
                </a:lnTo>
                <a:close/>
                <a:moveTo>
                  <a:pt x="168954" y="20082"/>
                </a:moveTo>
                <a:lnTo>
                  <a:pt x="167854" y="18981"/>
                </a:lnTo>
                <a:lnTo>
                  <a:pt x="167687" y="18981"/>
                </a:lnTo>
                <a:lnTo>
                  <a:pt x="166319" y="18981"/>
                </a:lnTo>
                <a:lnTo>
                  <a:pt x="168954" y="16346"/>
                </a:lnTo>
                <a:close/>
                <a:moveTo>
                  <a:pt x="169755" y="16346"/>
                </a:moveTo>
                <a:lnTo>
                  <a:pt x="172390" y="18981"/>
                </a:lnTo>
                <a:lnTo>
                  <a:pt x="170989" y="18981"/>
                </a:lnTo>
                <a:lnTo>
                  <a:pt x="170722" y="19115"/>
                </a:lnTo>
                <a:lnTo>
                  <a:pt x="169755" y="20082"/>
                </a:lnTo>
                <a:lnTo>
                  <a:pt x="169755" y="16346"/>
                </a:lnTo>
                <a:close/>
                <a:moveTo>
                  <a:pt x="200544" y="16346"/>
                </a:moveTo>
                <a:lnTo>
                  <a:pt x="203179" y="18981"/>
                </a:lnTo>
                <a:lnTo>
                  <a:pt x="201778" y="18981"/>
                </a:lnTo>
                <a:lnTo>
                  <a:pt x="201644" y="18981"/>
                </a:lnTo>
                <a:lnTo>
                  <a:pt x="200544" y="20082"/>
                </a:lnTo>
                <a:close/>
                <a:moveTo>
                  <a:pt x="219757" y="96170"/>
                </a:moveTo>
                <a:lnTo>
                  <a:pt x="218457" y="94902"/>
                </a:lnTo>
                <a:lnTo>
                  <a:pt x="218457" y="93568"/>
                </a:lnTo>
                <a:lnTo>
                  <a:pt x="219290" y="92767"/>
                </a:lnTo>
                <a:lnTo>
                  <a:pt x="221092" y="92767"/>
                </a:lnTo>
                <a:lnTo>
                  <a:pt x="219757" y="94102"/>
                </a:lnTo>
                <a:lnTo>
                  <a:pt x="219757" y="96170"/>
                </a:lnTo>
                <a:close/>
                <a:moveTo>
                  <a:pt x="215521" y="95403"/>
                </a:moveTo>
                <a:lnTo>
                  <a:pt x="214654" y="94502"/>
                </a:lnTo>
                <a:lnTo>
                  <a:pt x="213386" y="94502"/>
                </a:lnTo>
                <a:lnTo>
                  <a:pt x="213386" y="93434"/>
                </a:lnTo>
                <a:lnTo>
                  <a:pt x="213286" y="93134"/>
                </a:lnTo>
                <a:lnTo>
                  <a:pt x="212486" y="92367"/>
                </a:lnTo>
                <a:lnTo>
                  <a:pt x="213286" y="91600"/>
                </a:lnTo>
                <a:lnTo>
                  <a:pt x="213386" y="91333"/>
                </a:lnTo>
                <a:lnTo>
                  <a:pt x="213386" y="90232"/>
                </a:lnTo>
                <a:lnTo>
                  <a:pt x="214654" y="90232"/>
                </a:lnTo>
                <a:lnTo>
                  <a:pt x="215521" y="89332"/>
                </a:lnTo>
                <a:lnTo>
                  <a:pt x="216422" y="90232"/>
                </a:lnTo>
                <a:lnTo>
                  <a:pt x="217689" y="90232"/>
                </a:lnTo>
                <a:lnTo>
                  <a:pt x="217689" y="91333"/>
                </a:lnTo>
                <a:lnTo>
                  <a:pt x="217789" y="91600"/>
                </a:lnTo>
                <a:lnTo>
                  <a:pt x="218557" y="92367"/>
                </a:lnTo>
                <a:lnTo>
                  <a:pt x="217789" y="93134"/>
                </a:lnTo>
                <a:lnTo>
                  <a:pt x="217689" y="93434"/>
                </a:lnTo>
                <a:lnTo>
                  <a:pt x="217689" y="94502"/>
                </a:lnTo>
                <a:lnTo>
                  <a:pt x="216422" y="94502"/>
                </a:lnTo>
                <a:close/>
                <a:moveTo>
                  <a:pt x="211318" y="96170"/>
                </a:moveTo>
                <a:lnTo>
                  <a:pt x="211318" y="94135"/>
                </a:lnTo>
                <a:lnTo>
                  <a:pt x="209950" y="92767"/>
                </a:lnTo>
                <a:lnTo>
                  <a:pt x="211785" y="92767"/>
                </a:lnTo>
                <a:lnTo>
                  <a:pt x="212586" y="93601"/>
                </a:lnTo>
                <a:lnTo>
                  <a:pt x="212586" y="94902"/>
                </a:lnTo>
                <a:close/>
                <a:moveTo>
                  <a:pt x="188969" y="96170"/>
                </a:moveTo>
                <a:lnTo>
                  <a:pt x="187668" y="94902"/>
                </a:lnTo>
                <a:lnTo>
                  <a:pt x="187668" y="93568"/>
                </a:lnTo>
                <a:lnTo>
                  <a:pt x="188502" y="92767"/>
                </a:lnTo>
                <a:lnTo>
                  <a:pt x="190303" y="92767"/>
                </a:lnTo>
                <a:lnTo>
                  <a:pt x="188969" y="94102"/>
                </a:lnTo>
                <a:lnTo>
                  <a:pt x="188969" y="96170"/>
                </a:lnTo>
                <a:close/>
                <a:moveTo>
                  <a:pt x="184732" y="95403"/>
                </a:moveTo>
                <a:lnTo>
                  <a:pt x="183865" y="94502"/>
                </a:lnTo>
                <a:lnTo>
                  <a:pt x="182598" y="94502"/>
                </a:lnTo>
                <a:lnTo>
                  <a:pt x="182598" y="93434"/>
                </a:lnTo>
                <a:lnTo>
                  <a:pt x="182464" y="93134"/>
                </a:lnTo>
                <a:lnTo>
                  <a:pt x="181697" y="92367"/>
                </a:lnTo>
                <a:lnTo>
                  <a:pt x="182464" y="91600"/>
                </a:lnTo>
                <a:lnTo>
                  <a:pt x="182598" y="91333"/>
                </a:lnTo>
                <a:lnTo>
                  <a:pt x="182598" y="90232"/>
                </a:lnTo>
                <a:lnTo>
                  <a:pt x="183865" y="90232"/>
                </a:lnTo>
                <a:lnTo>
                  <a:pt x="184732" y="89332"/>
                </a:lnTo>
                <a:lnTo>
                  <a:pt x="185633" y="90232"/>
                </a:lnTo>
                <a:lnTo>
                  <a:pt x="186901" y="90232"/>
                </a:lnTo>
                <a:lnTo>
                  <a:pt x="186901" y="91333"/>
                </a:lnTo>
                <a:lnTo>
                  <a:pt x="187001" y="91600"/>
                </a:lnTo>
                <a:lnTo>
                  <a:pt x="187768" y="92367"/>
                </a:lnTo>
                <a:lnTo>
                  <a:pt x="187001" y="93134"/>
                </a:lnTo>
                <a:lnTo>
                  <a:pt x="186901" y="93434"/>
                </a:lnTo>
                <a:lnTo>
                  <a:pt x="186901" y="94502"/>
                </a:lnTo>
                <a:lnTo>
                  <a:pt x="185633" y="94502"/>
                </a:lnTo>
                <a:close/>
                <a:moveTo>
                  <a:pt x="180529" y="96170"/>
                </a:moveTo>
                <a:lnTo>
                  <a:pt x="180529" y="94135"/>
                </a:lnTo>
                <a:lnTo>
                  <a:pt x="179162" y="92767"/>
                </a:lnTo>
                <a:lnTo>
                  <a:pt x="180996" y="92767"/>
                </a:lnTo>
                <a:lnTo>
                  <a:pt x="181797" y="93601"/>
                </a:lnTo>
                <a:lnTo>
                  <a:pt x="181797" y="94902"/>
                </a:lnTo>
                <a:close/>
                <a:moveTo>
                  <a:pt x="158180" y="96170"/>
                </a:moveTo>
                <a:lnTo>
                  <a:pt x="156879" y="94902"/>
                </a:lnTo>
                <a:lnTo>
                  <a:pt x="156879" y="93568"/>
                </a:lnTo>
                <a:lnTo>
                  <a:pt x="157713" y="92767"/>
                </a:lnTo>
                <a:lnTo>
                  <a:pt x="159514" y="92767"/>
                </a:lnTo>
                <a:lnTo>
                  <a:pt x="158180" y="94102"/>
                </a:lnTo>
                <a:lnTo>
                  <a:pt x="158180" y="96170"/>
                </a:lnTo>
                <a:close/>
                <a:moveTo>
                  <a:pt x="153944" y="95403"/>
                </a:moveTo>
                <a:lnTo>
                  <a:pt x="153076" y="94502"/>
                </a:lnTo>
                <a:lnTo>
                  <a:pt x="151809" y="94502"/>
                </a:lnTo>
                <a:lnTo>
                  <a:pt x="151809" y="93434"/>
                </a:lnTo>
                <a:lnTo>
                  <a:pt x="151675" y="93134"/>
                </a:lnTo>
                <a:lnTo>
                  <a:pt x="150908" y="92367"/>
                </a:lnTo>
                <a:lnTo>
                  <a:pt x="151675" y="91600"/>
                </a:lnTo>
                <a:lnTo>
                  <a:pt x="151809" y="91333"/>
                </a:lnTo>
                <a:lnTo>
                  <a:pt x="151809" y="90232"/>
                </a:lnTo>
                <a:lnTo>
                  <a:pt x="153076" y="90232"/>
                </a:lnTo>
                <a:lnTo>
                  <a:pt x="153944" y="89332"/>
                </a:lnTo>
                <a:lnTo>
                  <a:pt x="154844" y="90232"/>
                </a:lnTo>
                <a:lnTo>
                  <a:pt x="156112" y="90232"/>
                </a:lnTo>
                <a:lnTo>
                  <a:pt x="156112" y="91333"/>
                </a:lnTo>
                <a:lnTo>
                  <a:pt x="156212" y="91600"/>
                </a:lnTo>
                <a:lnTo>
                  <a:pt x="156979" y="92367"/>
                </a:lnTo>
                <a:lnTo>
                  <a:pt x="156212" y="93134"/>
                </a:lnTo>
                <a:lnTo>
                  <a:pt x="156112" y="93434"/>
                </a:lnTo>
                <a:lnTo>
                  <a:pt x="156112" y="94502"/>
                </a:lnTo>
                <a:lnTo>
                  <a:pt x="154844" y="94502"/>
                </a:lnTo>
                <a:close/>
                <a:moveTo>
                  <a:pt x="149741" y="96170"/>
                </a:moveTo>
                <a:lnTo>
                  <a:pt x="149741" y="94135"/>
                </a:lnTo>
                <a:lnTo>
                  <a:pt x="148373" y="92767"/>
                </a:lnTo>
                <a:lnTo>
                  <a:pt x="150208" y="92767"/>
                </a:lnTo>
                <a:lnTo>
                  <a:pt x="151008" y="93601"/>
                </a:lnTo>
                <a:lnTo>
                  <a:pt x="151008" y="94902"/>
                </a:lnTo>
                <a:close/>
                <a:moveTo>
                  <a:pt x="127391" y="96170"/>
                </a:moveTo>
                <a:lnTo>
                  <a:pt x="126091" y="94902"/>
                </a:lnTo>
                <a:lnTo>
                  <a:pt x="126091" y="93568"/>
                </a:lnTo>
                <a:lnTo>
                  <a:pt x="126924" y="92767"/>
                </a:lnTo>
                <a:lnTo>
                  <a:pt x="128726" y="92767"/>
                </a:lnTo>
                <a:lnTo>
                  <a:pt x="127391" y="94102"/>
                </a:lnTo>
                <a:lnTo>
                  <a:pt x="127391" y="96170"/>
                </a:lnTo>
                <a:close/>
                <a:moveTo>
                  <a:pt x="123155" y="95403"/>
                </a:moveTo>
                <a:lnTo>
                  <a:pt x="122254" y="94502"/>
                </a:lnTo>
                <a:lnTo>
                  <a:pt x="121020" y="94502"/>
                </a:lnTo>
                <a:lnTo>
                  <a:pt x="121020" y="93434"/>
                </a:lnTo>
                <a:lnTo>
                  <a:pt x="120887" y="93134"/>
                </a:lnTo>
                <a:lnTo>
                  <a:pt x="120120" y="92367"/>
                </a:lnTo>
                <a:lnTo>
                  <a:pt x="120887" y="91600"/>
                </a:lnTo>
                <a:lnTo>
                  <a:pt x="121020" y="91333"/>
                </a:lnTo>
                <a:lnTo>
                  <a:pt x="121020" y="90232"/>
                </a:lnTo>
                <a:lnTo>
                  <a:pt x="122254" y="90232"/>
                </a:lnTo>
                <a:lnTo>
                  <a:pt x="123155" y="89332"/>
                </a:lnTo>
                <a:lnTo>
                  <a:pt x="124056" y="90232"/>
                </a:lnTo>
                <a:lnTo>
                  <a:pt x="125290" y="90232"/>
                </a:lnTo>
                <a:lnTo>
                  <a:pt x="125290" y="91333"/>
                </a:lnTo>
                <a:lnTo>
                  <a:pt x="125423" y="91600"/>
                </a:lnTo>
                <a:lnTo>
                  <a:pt x="126191" y="92367"/>
                </a:lnTo>
                <a:lnTo>
                  <a:pt x="125423" y="93134"/>
                </a:lnTo>
                <a:lnTo>
                  <a:pt x="125290" y="93434"/>
                </a:lnTo>
                <a:lnTo>
                  <a:pt x="125290" y="94502"/>
                </a:lnTo>
                <a:lnTo>
                  <a:pt x="124056" y="94502"/>
                </a:lnTo>
                <a:close/>
                <a:moveTo>
                  <a:pt x="118952" y="96170"/>
                </a:moveTo>
                <a:lnTo>
                  <a:pt x="118952" y="94135"/>
                </a:lnTo>
                <a:lnTo>
                  <a:pt x="117584" y="92767"/>
                </a:lnTo>
                <a:lnTo>
                  <a:pt x="119386" y="92767"/>
                </a:lnTo>
                <a:lnTo>
                  <a:pt x="120220" y="93601"/>
                </a:lnTo>
                <a:lnTo>
                  <a:pt x="120220" y="94902"/>
                </a:lnTo>
                <a:close/>
                <a:moveTo>
                  <a:pt x="96569" y="96170"/>
                </a:moveTo>
                <a:lnTo>
                  <a:pt x="95302" y="94902"/>
                </a:lnTo>
                <a:lnTo>
                  <a:pt x="95302" y="93568"/>
                </a:lnTo>
                <a:lnTo>
                  <a:pt x="96136" y="92767"/>
                </a:lnTo>
                <a:lnTo>
                  <a:pt x="97937" y="92767"/>
                </a:lnTo>
                <a:lnTo>
                  <a:pt x="96569" y="94102"/>
                </a:lnTo>
                <a:lnTo>
                  <a:pt x="96569" y="96170"/>
                </a:lnTo>
                <a:close/>
                <a:moveTo>
                  <a:pt x="92366" y="95403"/>
                </a:moveTo>
                <a:lnTo>
                  <a:pt x="91466" y="94502"/>
                </a:lnTo>
                <a:lnTo>
                  <a:pt x="90232" y="94502"/>
                </a:lnTo>
                <a:lnTo>
                  <a:pt x="90232" y="93434"/>
                </a:lnTo>
                <a:lnTo>
                  <a:pt x="90098" y="93134"/>
                </a:lnTo>
                <a:lnTo>
                  <a:pt x="89331" y="92367"/>
                </a:lnTo>
                <a:lnTo>
                  <a:pt x="90098" y="91600"/>
                </a:lnTo>
                <a:lnTo>
                  <a:pt x="90232" y="91333"/>
                </a:lnTo>
                <a:lnTo>
                  <a:pt x="90232" y="90232"/>
                </a:lnTo>
                <a:lnTo>
                  <a:pt x="91466" y="90232"/>
                </a:lnTo>
                <a:lnTo>
                  <a:pt x="92366" y="89332"/>
                </a:lnTo>
                <a:lnTo>
                  <a:pt x="93267" y="90232"/>
                </a:lnTo>
                <a:lnTo>
                  <a:pt x="94501" y="90232"/>
                </a:lnTo>
                <a:lnTo>
                  <a:pt x="94501" y="91333"/>
                </a:lnTo>
                <a:lnTo>
                  <a:pt x="94635" y="91600"/>
                </a:lnTo>
                <a:lnTo>
                  <a:pt x="95402" y="92367"/>
                </a:lnTo>
                <a:lnTo>
                  <a:pt x="94635" y="93134"/>
                </a:lnTo>
                <a:lnTo>
                  <a:pt x="94501" y="93434"/>
                </a:lnTo>
                <a:lnTo>
                  <a:pt x="94501" y="94502"/>
                </a:lnTo>
                <a:lnTo>
                  <a:pt x="93267" y="94502"/>
                </a:lnTo>
                <a:close/>
                <a:moveTo>
                  <a:pt x="88130" y="96170"/>
                </a:moveTo>
                <a:lnTo>
                  <a:pt x="88130" y="94135"/>
                </a:lnTo>
                <a:lnTo>
                  <a:pt x="86796" y="92767"/>
                </a:lnTo>
                <a:lnTo>
                  <a:pt x="88597" y="92767"/>
                </a:lnTo>
                <a:lnTo>
                  <a:pt x="89431" y="93601"/>
                </a:lnTo>
                <a:lnTo>
                  <a:pt x="89431" y="94902"/>
                </a:lnTo>
                <a:close/>
                <a:moveTo>
                  <a:pt x="65781" y="96170"/>
                </a:moveTo>
                <a:lnTo>
                  <a:pt x="64513" y="94902"/>
                </a:lnTo>
                <a:lnTo>
                  <a:pt x="64513" y="93568"/>
                </a:lnTo>
                <a:lnTo>
                  <a:pt x="65347" y="92767"/>
                </a:lnTo>
                <a:lnTo>
                  <a:pt x="67148" y="92767"/>
                </a:lnTo>
                <a:lnTo>
                  <a:pt x="65781" y="94102"/>
                </a:lnTo>
                <a:close/>
                <a:moveTo>
                  <a:pt x="61578" y="95403"/>
                </a:moveTo>
                <a:lnTo>
                  <a:pt x="60677" y="94502"/>
                </a:lnTo>
                <a:lnTo>
                  <a:pt x="59410" y="94502"/>
                </a:lnTo>
                <a:lnTo>
                  <a:pt x="59410" y="93434"/>
                </a:lnTo>
                <a:lnTo>
                  <a:pt x="59310" y="93134"/>
                </a:lnTo>
                <a:lnTo>
                  <a:pt x="58542" y="92367"/>
                </a:lnTo>
                <a:lnTo>
                  <a:pt x="59310" y="91600"/>
                </a:lnTo>
                <a:lnTo>
                  <a:pt x="59410" y="91333"/>
                </a:lnTo>
                <a:lnTo>
                  <a:pt x="59410" y="90232"/>
                </a:lnTo>
                <a:lnTo>
                  <a:pt x="60677" y="90232"/>
                </a:lnTo>
                <a:lnTo>
                  <a:pt x="61578" y="89332"/>
                </a:lnTo>
                <a:lnTo>
                  <a:pt x="62445" y="90232"/>
                </a:lnTo>
                <a:lnTo>
                  <a:pt x="63713" y="90232"/>
                </a:lnTo>
                <a:lnTo>
                  <a:pt x="63713" y="91333"/>
                </a:lnTo>
                <a:lnTo>
                  <a:pt x="63846" y="91600"/>
                </a:lnTo>
                <a:lnTo>
                  <a:pt x="64613" y="92367"/>
                </a:lnTo>
                <a:lnTo>
                  <a:pt x="63846" y="93134"/>
                </a:lnTo>
                <a:lnTo>
                  <a:pt x="63713" y="93434"/>
                </a:lnTo>
                <a:lnTo>
                  <a:pt x="63713" y="94502"/>
                </a:lnTo>
                <a:lnTo>
                  <a:pt x="62445" y="94502"/>
                </a:lnTo>
                <a:close/>
                <a:moveTo>
                  <a:pt x="57341" y="96170"/>
                </a:moveTo>
                <a:lnTo>
                  <a:pt x="57341" y="94135"/>
                </a:lnTo>
                <a:lnTo>
                  <a:pt x="56007" y="92767"/>
                </a:lnTo>
                <a:lnTo>
                  <a:pt x="57808" y="92767"/>
                </a:lnTo>
                <a:lnTo>
                  <a:pt x="58642" y="93601"/>
                </a:lnTo>
                <a:lnTo>
                  <a:pt x="58642" y="94902"/>
                </a:lnTo>
                <a:close/>
                <a:moveTo>
                  <a:pt x="34992" y="96170"/>
                </a:moveTo>
                <a:lnTo>
                  <a:pt x="33725" y="94902"/>
                </a:lnTo>
                <a:lnTo>
                  <a:pt x="33725" y="93568"/>
                </a:lnTo>
                <a:lnTo>
                  <a:pt x="34525" y="92767"/>
                </a:lnTo>
                <a:lnTo>
                  <a:pt x="36360" y="92767"/>
                </a:lnTo>
                <a:lnTo>
                  <a:pt x="34992" y="94102"/>
                </a:lnTo>
                <a:close/>
                <a:moveTo>
                  <a:pt x="30789" y="95403"/>
                </a:moveTo>
                <a:lnTo>
                  <a:pt x="29889" y="94502"/>
                </a:lnTo>
                <a:lnTo>
                  <a:pt x="28621" y="94502"/>
                </a:lnTo>
                <a:lnTo>
                  <a:pt x="28621" y="93434"/>
                </a:lnTo>
                <a:lnTo>
                  <a:pt x="28521" y="93134"/>
                </a:lnTo>
                <a:lnTo>
                  <a:pt x="27754" y="92367"/>
                </a:lnTo>
                <a:lnTo>
                  <a:pt x="28521" y="91600"/>
                </a:lnTo>
                <a:lnTo>
                  <a:pt x="28621" y="91333"/>
                </a:lnTo>
                <a:lnTo>
                  <a:pt x="28621" y="90232"/>
                </a:lnTo>
                <a:lnTo>
                  <a:pt x="29889" y="90232"/>
                </a:lnTo>
                <a:lnTo>
                  <a:pt x="30789" y="89332"/>
                </a:lnTo>
                <a:lnTo>
                  <a:pt x="31656" y="90232"/>
                </a:lnTo>
                <a:lnTo>
                  <a:pt x="32924" y="90232"/>
                </a:lnTo>
                <a:lnTo>
                  <a:pt x="32924" y="91333"/>
                </a:lnTo>
                <a:lnTo>
                  <a:pt x="33057" y="91600"/>
                </a:lnTo>
                <a:lnTo>
                  <a:pt x="33825" y="92367"/>
                </a:lnTo>
                <a:lnTo>
                  <a:pt x="33057" y="93134"/>
                </a:lnTo>
                <a:lnTo>
                  <a:pt x="32924" y="93434"/>
                </a:lnTo>
                <a:lnTo>
                  <a:pt x="32924" y="94502"/>
                </a:lnTo>
                <a:lnTo>
                  <a:pt x="31656" y="94502"/>
                </a:lnTo>
                <a:close/>
                <a:moveTo>
                  <a:pt x="26553" y="96170"/>
                </a:moveTo>
                <a:lnTo>
                  <a:pt x="26553" y="94135"/>
                </a:lnTo>
                <a:lnTo>
                  <a:pt x="25219" y="92767"/>
                </a:lnTo>
                <a:lnTo>
                  <a:pt x="27020" y="92767"/>
                </a:lnTo>
                <a:lnTo>
                  <a:pt x="27854" y="93601"/>
                </a:lnTo>
                <a:lnTo>
                  <a:pt x="27854" y="94902"/>
                </a:lnTo>
                <a:close/>
                <a:moveTo>
                  <a:pt x="26553" y="26987"/>
                </a:moveTo>
                <a:lnTo>
                  <a:pt x="27854" y="28254"/>
                </a:lnTo>
                <a:lnTo>
                  <a:pt x="27854" y="29555"/>
                </a:lnTo>
                <a:lnTo>
                  <a:pt x="27020" y="30389"/>
                </a:lnTo>
                <a:lnTo>
                  <a:pt x="25219" y="30389"/>
                </a:lnTo>
                <a:lnTo>
                  <a:pt x="26553" y="29055"/>
                </a:lnTo>
                <a:lnTo>
                  <a:pt x="26553" y="26987"/>
                </a:lnTo>
                <a:close/>
                <a:moveTo>
                  <a:pt x="30789" y="27754"/>
                </a:moveTo>
                <a:lnTo>
                  <a:pt x="31656" y="28655"/>
                </a:lnTo>
                <a:lnTo>
                  <a:pt x="32924" y="28655"/>
                </a:lnTo>
                <a:lnTo>
                  <a:pt x="32924" y="29722"/>
                </a:lnTo>
                <a:lnTo>
                  <a:pt x="33057" y="30022"/>
                </a:lnTo>
                <a:lnTo>
                  <a:pt x="33825" y="30790"/>
                </a:lnTo>
                <a:lnTo>
                  <a:pt x="33057" y="31557"/>
                </a:lnTo>
                <a:lnTo>
                  <a:pt x="32924" y="31824"/>
                </a:lnTo>
                <a:lnTo>
                  <a:pt x="32924" y="32924"/>
                </a:lnTo>
                <a:lnTo>
                  <a:pt x="31656" y="32924"/>
                </a:lnTo>
                <a:lnTo>
                  <a:pt x="30789" y="33825"/>
                </a:lnTo>
                <a:lnTo>
                  <a:pt x="29889" y="32924"/>
                </a:lnTo>
                <a:lnTo>
                  <a:pt x="28621" y="32924"/>
                </a:lnTo>
                <a:lnTo>
                  <a:pt x="28621" y="31824"/>
                </a:lnTo>
                <a:lnTo>
                  <a:pt x="28521" y="31557"/>
                </a:lnTo>
                <a:lnTo>
                  <a:pt x="27754" y="30790"/>
                </a:lnTo>
                <a:lnTo>
                  <a:pt x="28521" y="30022"/>
                </a:lnTo>
                <a:lnTo>
                  <a:pt x="28621" y="29722"/>
                </a:lnTo>
                <a:lnTo>
                  <a:pt x="28621" y="28655"/>
                </a:lnTo>
                <a:lnTo>
                  <a:pt x="29889" y="28655"/>
                </a:lnTo>
                <a:close/>
                <a:moveTo>
                  <a:pt x="34992" y="26987"/>
                </a:moveTo>
                <a:lnTo>
                  <a:pt x="34992" y="29022"/>
                </a:lnTo>
                <a:lnTo>
                  <a:pt x="36360" y="30389"/>
                </a:lnTo>
                <a:lnTo>
                  <a:pt x="34525" y="30389"/>
                </a:lnTo>
                <a:lnTo>
                  <a:pt x="33725" y="29555"/>
                </a:lnTo>
                <a:lnTo>
                  <a:pt x="33725" y="28254"/>
                </a:lnTo>
                <a:close/>
                <a:moveTo>
                  <a:pt x="57341" y="26987"/>
                </a:moveTo>
                <a:lnTo>
                  <a:pt x="58642" y="28254"/>
                </a:lnTo>
                <a:lnTo>
                  <a:pt x="58642" y="29555"/>
                </a:lnTo>
                <a:lnTo>
                  <a:pt x="57808" y="30389"/>
                </a:lnTo>
                <a:lnTo>
                  <a:pt x="56007" y="30389"/>
                </a:lnTo>
                <a:lnTo>
                  <a:pt x="57341" y="29055"/>
                </a:lnTo>
                <a:close/>
                <a:moveTo>
                  <a:pt x="61578" y="27754"/>
                </a:moveTo>
                <a:lnTo>
                  <a:pt x="62445" y="28655"/>
                </a:lnTo>
                <a:lnTo>
                  <a:pt x="63713" y="28655"/>
                </a:lnTo>
                <a:lnTo>
                  <a:pt x="63713" y="29722"/>
                </a:lnTo>
                <a:lnTo>
                  <a:pt x="63846" y="30022"/>
                </a:lnTo>
                <a:lnTo>
                  <a:pt x="64613" y="30790"/>
                </a:lnTo>
                <a:lnTo>
                  <a:pt x="63846" y="31557"/>
                </a:lnTo>
                <a:lnTo>
                  <a:pt x="63713" y="31824"/>
                </a:lnTo>
                <a:lnTo>
                  <a:pt x="63713" y="32924"/>
                </a:lnTo>
                <a:lnTo>
                  <a:pt x="62445" y="32924"/>
                </a:lnTo>
                <a:lnTo>
                  <a:pt x="61578" y="33825"/>
                </a:lnTo>
                <a:lnTo>
                  <a:pt x="60677" y="32924"/>
                </a:lnTo>
                <a:lnTo>
                  <a:pt x="59410" y="32924"/>
                </a:lnTo>
                <a:lnTo>
                  <a:pt x="59410" y="31824"/>
                </a:lnTo>
                <a:lnTo>
                  <a:pt x="59310" y="31557"/>
                </a:lnTo>
                <a:lnTo>
                  <a:pt x="58542" y="30790"/>
                </a:lnTo>
                <a:lnTo>
                  <a:pt x="59310" y="30022"/>
                </a:lnTo>
                <a:lnTo>
                  <a:pt x="59410" y="29722"/>
                </a:lnTo>
                <a:lnTo>
                  <a:pt x="59410" y="28655"/>
                </a:lnTo>
                <a:lnTo>
                  <a:pt x="60677" y="28655"/>
                </a:lnTo>
                <a:close/>
                <a:moveTo>
                  <a:pt x="65781" y="26987"/>
                </a:moveTo>
                <a:lnTo>
                  <a:pt x="65781" y="29022"/>
                </a:lnTo>
                <a:lnTo>
                  <a:pt x="67148" y="30389"/>
                </a:lnTo>
                <a:lnTo>
                  <a:pt x="65347" y="30389"/>
                </a:lnTo>
                <a:lnTo>
                  <a:pt x="64513" y="29555"/>
                </a:lnTo>
                <a:lnTo>
                  <a:pt x="64513" y="28254"/>
                </a:lnTo>
                <a:close/>
                <a:moveTo>
                  <a:pt x="88130" y="26987"/>
                </a:moveTo>
                <a:lnTo>
                  <a:pt x="89431" y="28254"/>
                </a:lnTo>
                <a:lnTo>
                  <a:pt x="89431" y="29555"/>
                </a:lnTo>
                <a:lnTo>
                  <a:pt x="88597" y="30389"/>
                </a:lnTo>
                <a:lnTo>
                  <a:pt x="86796" y="30389"/>
                </a:lnTo>
                <a:lnTo>
                  <a:pt x="88130" y="29055"/>
                </a:lnTo>
                <a:lnTo>
                  <a:pt x="88130" y="26987"/>
                </a:lnTo>
                <a:close/>
                <a:moveTo>
                  <a:pt x="92366" y="27754"/>
                </a:moveTo>
                <a:lnTo>
                  <a:pt x="93267" y="28655"/>
                </a:lnTo>
                <a:lnTo>
                  <a:pt x="94501" y="28655"/>
                </a:lnTo>
                <a:lnTo>
                  <a:pt x="94501" y="29722"/>
                </a:lnTo>
                <a:lnTo>
                  <a:pt x="94635" y="30022"/>
                </a:lnTo>
                <a:lnTo>
                  <a:pt x="95402" y="30790"/>
                </a:lnTo>
                <a:lnTo>
                  <a:pt x="94635" y="31557"/>
                </a:lnTo>
                <a:lnTo>
                  <a:pt x="94501" y="31824"/>
                </a:lnTo>
                <a:lnTo>
                  <a:pt x="94501" y="32924"/>
                </a:lnTo>
                <a:lnTo>
                  <a:pt x="93267" y="32924"/>
                </a:lnTo>
                <a:lnTo>
                  <a:pt x="92366" y="33825"/>
                </a:lnTo>
                <a:lnTo>
                  <a:pt x="91466" y="32924"/>
                </a:lnTo>
                <a:lnTo>
                  <a:pt x="90232" y="32924"/>
                </a:lnTo>
                <a:lnTo>
                  <a:pt x="90232" y="31824"/>
                </a:lnTo>
                <a:lnTo>
                  <a:pt x="90098" y="31557"/>
                </a:lnTo>
                <a:lnTo>
                  <a:pt x="89331" y="30790"/>
                </a:lnTo>
                <a:lnTo>
                  <a:pt x="90098" y="30022"/>
                </a:lnTo>
                <a:lnTo>
                  <a:pt x="90232" y="29722"/>
                </a:lnTo>
                <a:lnTo>
                  <a:pt x="90232" y="28655"/>
                </a:lnTo>
                <a:lnTo>
                  <a:pt x="91466" y="28655"/>
                </a:lnTo>
                <a:close/>
                <a:moveTo>
                  <a:pt x="96569" y="26987"/>
                </a:moveTo>
                <a:lnTo>
                  <a:pt x="96569" y="29022"/>
                </a:lnTo>
                <a:lnTo>
                  <a:pt x="97937" y="30389"/>
                </a:lnTo>
                <a:lnTo>
                  <a:pt x="96136" y="30389"/>
                </a:lnTo>
                <a:lnTo>
                  <a:pt x="95302" y="29555"/>
                </a:lnTo>
                <a:lnTo>
                  <a:pt x="95302" y="28254"/>
                </a:lnTo>
                <a:close/>
                <a:moveTo>
                  <a:pt x="118952" y="26987"/>
                </a:moveTo>
                <a:lnTo>
                  <a:pt x="120220" y="28254"/>
                </a:lnTo>
                <a:lnTo>
                  <a:pt x="120220" y="29555"/>
                </a:lnTo>
                <a:lnTo>
                  <a:pt x="119386" y="30389"/>
                </a:lnTo>
                <a:lnTo>
                  <a:pt x="117584" y="30389"/>
                </a:lnTo>
                <a:lnTo>
                  <a:pt x="118952" y="29055"/>
                </a:lnTo>
                <a:lnTo>
                  <a:pt x="118952" y="26987"/>
                </a:lnTo>
                <a:close/>
                <a:moveTo>
                  <a:pt x="123155" y="27754"/>
                </a:moveTo>
                <a:lnTo>
                  <a:pt x="124056" y="28655"/>
                </a:lnTo>
                <a:lnTo>
                  <a:pt x="125290" y="28655"/>
                </a:lnTo>
                <a:lnTo>
                  <a:pt x="125290" y="29722"/>
                </a:lnTo>
                <a:lnTo>
                  <a:pt x="125423" y="30022"/>
                </a:lnTo>
                <a:lnTo>
                  <a:pt x="126191" y="30790"/>
                </a:lnTo>
                <a:lnTo>
                  <a:pt x="125423" y="31557"/>
                </a:lnTo>
                <a:lnTo>
                  <a:pt x="125290" y="31824"/>
                </a:lnTo>
                <a:lnTo>
                  <a:pt x="125290" y="32924"/>
                </a:lnTo>
                <a:lnTo>
                  <a:pt x="124056" y="32924"/>
                </a:lnTo>
                <a:lnTo>
                  <a:pt x="123155" y="33825"/>
                </a:lnTo>
                <a:lnTo>
                  <a:pt x="122254" y="32924"/>
                </a:lnTo>
                <a:lnTo>
                  <a:pt x="121020" y="32924"/>
                </a:lnTo>
                <a:lnTo>
                  <a:pt x="121020" y="31857"/>
                </a:lnTo>
                <a:lnTo>
                  <a:pt x="120887" y="31557"/>
                </a:lnTo>
                <a:lnTo>
                  <a:pt x="120120" y="30790"/>
                </a:lnTo>
                <a:lnTo>
                  <a:pt x="120887" y="30022"/>
                </a:lnTo>
                <a:lnTo>
                  <a:pt x="121020" y="29722"/>
                </a:lnTo>
                <a:lnTo>
                  <a:pt x="121020" y="28655"/>
                </a:lnTo>
                <a:lnTo>
                  <a:pt x="122254" y="28655"/>
                </a:lnTo>
                <a:close/>
                <a:moveTo>
                  <a:pt x="127391" y="26987"/>
                </a:moveTo>
                <a:lnTo>
                  <a:pt x="127391" y="29022"/>
                </a:lnTo>
                <a:lnTo>
                  <a:pt x="128726" y="30389"/>
                </a:lnTo>
                <a:lnTo>
                  <a:pt x="126924" y="30389"/>
                </a:lnTo>
                <a:lnTo>
                  <a:pt x="126091" y="29555"/>
                </a:lnTo>
                <a:lnTo>
                  <a:pt x="126091" y="28254"/>
                </a:lnTo>
                <a:close/>
                <a:moveTo>
                  <a:pt x="149741" y="26987"/>
                </a:moveTo>
                <a:lnTo>
                  <a:pt x="151008" y="28254"/>
                </a:lnTo>
                <a:lnTo>
                  <a:pt x="151008" y="29555"/>
                </a:lnTo>
                <a:lnTo>
                  <a:pt x="150174" y="30389"/>
                </a:lnTo>
                <a:lnTo>
                  <a:pt x="148373" y="30389"/>
                </a:lnTo>
                <a:lnTo>
                  <a:pt x="149741" y="29055"/>
                </a:lnTo>
                <a:lnTo>
                  <a:pt x="149741" y="26987"/>
                </a:lnTo>
                <a:close/>
                <a:moveTo>
                  <a:pt x="153944" y="27754"/>
                </a:moveTo>
                <a:lnTo>
                  <a:pt x="154844" y="28655"/>
                </a:lnTo>
                <a:lnTo>
                  <a:pt x="156112" y="28655"/>
                </a:lnTo>
                <a:lnTo>
                  <a:pt x="156112" y="29722"/>
                </a:lnTo>
                <a:lnTo>
                  <a:pt x="156212" y="30022"/>
                </a:lnTo>
                <a:lnTo>
                  <a:pt x="156979" y="30790"/>
                </a:lnTo>
                <a:lnTo>
                  <a:pt x="156212" y="31557"/>
                </a:lnTo>
                <a:lnTo>
                  <a:pt x="156112" y="31824"/>
                </a:lnTo>
                <a:lnTo>
                  <a:pt x="156112" y="32924"/>
                </a:lnTo>
                <a:lnTo>
                  <a:pt x="154844" y="32924"/>
                </a:lnTo>
                <a:lnTo>
                  <a:pt x="153944" y="33825"/>
                </a:lnTo>
                <a:lnTo>
                  <a:pt x="153076" y="32924"/>
                </a:lnTo>
                <a:lnTo>
                  <a:pt x="151809" y="32924"/>
                </a:lnTo>
                <a:lnTo>
                  <a:pt x="151809" y="31824"/>
                </a:lnTo>
                <a:lnTo>
                  <a:pt x="151675" y="31557"/>
                </a:lnTo>
                <a:lnTo>
                  <a:pt x="150908" y="30790"/>
                </a:lnTo>
                <a:lnTo>
                  <a:pt x="151675" y="30022"/>
                </a:lnTo>
                <a:lnTo>
                  <a:pt x="151809" y="29722"/>
                </a:lnTo>
                <a:lnTo>
                  <a:pt x="151809" y="28655"/>
                </a:lnTo>
                <a:lnTo>
                  <a:pt x="153076" y="28655"/>
                </a:lnTo>
                <a:close/>
                <a:moveTo>
                  <a:pt x="158180" y="26987"/>
                </a:moveTo>
                <a:lnTo>
                  <a:pt x="158180" y="29022"/>
                </a:lnTo>
                <a:lnTo>
                  <a:pt x="159514" y="30389"/>
                </a:lnTo>
                <a:lnTo>
                  <a:pt x="157713" y="30389"/>
                </a:lnTo>
                <a:lnTo>
                  <a:pt x="156879" y="29555"/>
                </a:lnTo>
                <a:lnTo>
                  <a:pt x="156879" y="28254"/>
                </a:lnTo>
                <a:close/>
                <a:moveTo>
                  <a:pt x="180529" y="26987"/>
                </a:moveTo>
                <a:lnTo>
                  <a:pt x="181797" y="28254"/>
                </a:lnTo>
                <a:lnTo>
                  <a:pt x="181797" y="29555"/>
                </a:lnTo>
                <a:lnTo>
                  <a:pt x="180963" y="30389"/>
                </a:lnTo>
                <a:lnTo>
                  <a:pt x="179162" y="30389"/>
                </a:lnTo>
                <a:lnTo>
                  <a:pt x="180529" y="29055"/>
                </a:lnTo>
                <a:lnTo>
                  <a:pt x="180529" y="26987"/>
                </a:lnTo>
                <a:close/>
                <a:moveTo>
                  <a:pt x="184732" y="27754"/>
                </a:moveTo>
                <a:lnTo>
                  <a:pt x="185633" y="28655"/>
                </a:lnTo>
                <a:lnTo>
                  <a:pt x="186901" y="28655"/>
                </a:lnTo>
                <a:lnTo>
                  <a:pt x="186901" y="29722"/>
                </a:lnTo>
                <a:lnTo>
                  <a:pt x="187001" y="30022"/>
                </a:lnTo>
                <a:lnTo>
                  <a:pt x="187768" y="30790"/>
                </a:lnTo>
                <a:lnTo>
                  <a:pt x="187001" y="31557"/>
                </a:lnTo>
                <a:lnTo>
                  <a:pt x="186901" y="31824"/>
                </a:lnTo>
                <a:lnTo>
                  <a:pt x="186901" y="32924"/>
                </a:lnTo>
                <a:lnTo>
                  <a:pt x="185633" y="32924"/>
                </a:lnTo>
                <a:lnTo>
                  <a:pt x="184732" y="33825"/>
                </a:lnTo>
                <a:lnTo>
                  <a:pt x="183865" y="32924"/>
                </a:lnTo>
                <a:lnTo>
                  <a:pt x="182598" y="32924"/>
                </a:lnTo>
                <a:lnTo>
                  <a:pt x="182598" y="31824"/>
                </a:lnTo>
                <a:lnTo>
                  <a:pt x="182464" y="31557"/>
                </a:lnTo>
                <a:lnTo>
                  <a:pt x="181697" y="30790"/>
                </a:lnTo>
                <a:lnTo>
                  <a:pt x="182464" y="30022"/>
                </a:lnTo>
                <a:lnTo>
                  <a:pt x="182598" y="29722"/>
                </a:lnTo>
                <a:lnTo>
                  <a:pt x="182598" y="28655"/>
                </a:lnTo>
                <a:lnTo>
                  <a:pt x="183865" y="28655"/>
                </a:lnTo>
                <a:close/>
                <a:moveTo>
                  <a:pt x="188969" y="26987"/>
                </a:moveTo>
                <a:lnTo>
                  <a:pt x="188969" y="29022"/>
                </a:lnTo>
                <a:lnTo>
                  <a:pt x="190303" y="30389"/>
                </a:lnTo>
                <a:lnTo>
                  <a:pt x="188502" y="30389"/>
                </a:lnTo>
                <a:lnTo>
                  <a:pt x="187668" y="29555"/>
                </a:lnTo>
                <a:lnTo>
                  <a:pt x="187668" y="28254"/>
                </a:lnTo>
                <a:close/>
                <a:moveTo>
                  <a:pt x="211318" y="26987"/>
                </a:moveTo>
                <a:lnTo>
                  <a:pt x="212586" y="28254"/>
                </a:lnTo>
                <a:lnTo>
                  <a:pt x="212586" y="29555"/>
                </a:lnTo>
                <a:lnTo>
                  <a:pt x="211785" y="30389"/>
                </a:lnTo>
                <a:lnTo>
                  <a:pt x="209950" y="30389"/>
                </a:lnTo>
                <a:lnTo>
                  <a:pt x="211318" y="29055"/>
                </a:lnTo>
                <a:lnTo>
                  <a:pt x="211318" y="26987"/>
                </a:lnTo>
                <a:close/>
                <a:moveTo>
                  <a:pt x="215521" y="27754"/>
                </a:moveTo>
                <a:lnTo>
                  <a:pt x="216422" y="28655"/>
                </a:lnTo>
                <a:lnTo>
                  <a:pt x="217689" y="28655"/>
                </a:lnTo>
                <a:lnTo>
                  <a:pt x="217689" y="29722"/>
                </a:lnTo>
                <a:lnTo>
                  <a:pt x="217789" y="30022"/>
                </a:lnTo>
                <a:lnTo>
                  <a:pt x="218557" y="30790"/>
                </a:lnTo>
                <a:lnTo>
                  <a:pt x="217789" y="31557"/>
                </a:lnTo>
                <a:lnTo>
                  <a:pt x="217689" y="31824"/>
                </a:lnTo>
                <a:lnTo>
                  <a:pt x="217689" y="32924"/>
                </a:lnTo>
                <a:lnTo>
                  <a:pt x="216422" y="32924"/>
                </a:lnTo>
                <a:lnTo>
                  <a:pt x="215521" y="33825"/>
                </a:lnTo>
                <a:lnTo>
                  <a:pt x="214654" y="32924"/>
                </a:lnTo>
                <a:lnTo>
                  <a:pt x="213386" y="32924"/>
                </a:lnTo>
                <a:lnTo>
                  <a:pt x="213386" y="31824"/>
                </a:lnTo>
                <a:lnTo>
                  <a:pt x="213286" y="31557"/>
                </a:lnTo>
                <a:lnTo>
                  <a:pt x="212486" y="30790"/>
                </a:lnTo>
                <a:lnTo>
                  <a:pt x="213286" y="30022"/>
                </a:lnTo>
                <a:lnTo>
                  <a:pt x="213386" y="29722"/>
                </a:lnTo>
                <a:lnTo>
                  <a:pt x="213386" y="28655"/>
                </a:lnTo>
                <a:lnTo>
                  <a:pt x="214654" y="28655"/>
                </a:lnTo>
                <a:close/>
                <a:moveTo>
                  <a:pt x="218056" y="89432"/>
                </a:moveTo>
                <a:lnTo>
                  <a:pt x="216755" y="89432"/>
                </a:lnTo>
                <a:lnTo>
                  <a:pt x="215921" y="88598"/>
                </a:lnTo>
                <a:lnTo>
                  <a:pt x="215921" y="86796"/>
                </a:lnTo>
                <a:lnTo>
                  <a:pt x="217156" y="88031"/>
                </a:lnTo>
                <a:lnTo>
                  <a:pt x="217456" y="88164"/>
                </a:lnTo>
                <a:lnTo>
                  <a:pt x="219324" y="88164"/>
                </a:lnTo>
                <a:close/>
                <a:moveTo>
                  <a:pt x="211785" y="91967"/>
                </a:moveTo>
                <a:lnTo>
                  <a:pt x="209950" y="91967"/>
                </a:lnTo>
                <a:lnTo>
                  <a:pt x="211318" y="90632"/>
                </a:lnTo>
                <a:lnTo>
                  <a:pt x="211318" y="88564"/>
                </a:lnTo>
                <a:lnTo>
                  <a:pt x="212586" y="89865"/>
                </a:lnTo>
                <a:lnTo>
                  <a:pt x="212586" y="91166"/>
                </a:lnTo>
                <a:close/>
                <a:moveTo>
                  <a:pt x="188502" y="91967"/>
                </a:moveTo>
                <a:lnTo>
                  <a:pt x="187668" y="91166"/>
                </a:lnTo>
                <a:lnTo>
                  <a:pt x="187668" y="89865"/>
                </a:lnTo>
                <a:lnTo>
                  <a:pt x="188969" y="88564"/>
                </a:lnTo>
                <a:lnTo>
                  <a:pt x="188969" y="90632"/>
                </a:lnTo>
                <a:lnTo>
                  <a:pt x="190303" y="91967"/>
                </a:lnTo>
                <a:lnTo>
                  <a:pt x="188502" y="91967"/>
                </a:lnTo>
                <a:close/>
                <a:moveTo>
                  <a:pt x="180996" y="91967"/>
                </a:moveTo>
                <a:lnTo>
                  <a:pt x="179162" y="91967"/>
                </a:lnTo>
                <a:lnTo>
                  <a:pt x="180529" y="90632"/>
                </a:lnTo>
                <a:lnTo>
                  <a:pt x="180529" y="88564"/>
                </a:lnTo>
                <a:lnTo>
                  <a:pt x="181797" y="89865"/>
                </a:lnTo>
                <a:lnTo>
                  <a:pt x="181797" y="91166"/>
                </a:lnTo>
                <a:close/>
                <a:moveTo>
                  <a:pt x="157713" y="91967"/>
                </a:moveTo>
                <a:lnTo>
                  <a:pt x="156879" y="91166"/>
                </a:lnTo>
                <a:lnTo>
                  <a:pt x="156879" y="89865"/>
                </a:lnTo>
                <a:lnTo>
                  <a:pt x="158180" y="88564"/>
                </a:lnTo>
                <a:lnTo>
                  <a:pt x="158180" y="90632"/>
                </a:lnTo>
                <a:lnTo>
                  <a:pt x="159514" y="91967"/>
                </a:lnTo>
                <a:lnTo>
                  <a:pt x="157713" y="91967"/>
                </a:lnTo>
                <a:close/>
                <a:moveTo>
                  <a:pt x="150174" y="91967"/>
                </a:moveTo>
                <a:lnTo>
                  <a:pt x="148373" y="91967"/>
                </a:lnTo>
                <a:lnTo>
                  <a:pt x="149741" y="90632"/>
                </a:lnTo>
                <a:lnTo>
                  <a:pt x="149741" y="88564"/>
                </a:lnTo>
                <a:lnTo>
                  <a:pt x="151008" y="89865"/>
                </a:lnTo>
                <a:lnTo>
                  <a:pt x="151008" y="91166"/>
                </a:lnTo>
                <a:close/>
                <a:moveTo>
                  <a:pt x="126924" y="91967"/>
                </a:moveTo>
                <a:lnTo>
                  <a:pt x="126091" y="91166"/>
                </a:lnTo>
                <a:lnTo>
                  <a:pt x="126091" y="89865"/>
                </a:lnTo>
                <a:lnTo>
                  <a:pt x="127358" y="88564"/>
                </a:lnTo>
                <a:lnTo>
                  <a:pt x="127358" y="90632"/>
                </a:lnTo>
                <a:lnTo>
                  <a:pt x="128726" y="91967"/>
                </a:lnTo>
                <a:lnTo>
                  <a:pt x="126924" y="91967"/>
                </a:lnTo>
                <a:close/>
                <a:moveTo>
                  <a:pt x="119386" y="91967"/>
                </a:moveTo>
                <a:lnTo>
                  <a:pt x="117584" y="91967"/>
                </a:lnTo>
                <a:lnTo>
                  <a:pt x="118952" y="90632"/>
                </a:lnTo>
                <a:lnTo>
                  <a:pt x="118952" y="88564"/>
                </a:lnTo>
                <a:lnTo>
                  <a:pt x="120220" y="89865"/>
                </a:lnTo>
                <a:lnTo>
                  <a:pt x="120220" y="91166"/>
                </a:lnTo>
                <a:close/>
                <a:moveTo>
                  <a:pt x="96136" y="91967"/>
                </a:moveTo>
                <a:lnTo>
                  <a:pt x="95302" y="91166"/>
                </a:lnTo>
                <a:lnTo>
                  <a:pt x="95302" y="89865"/>
                </a:lnTo>
                <a:lnTo>
                  <a:pt x="96569" y="88564"/>
                </a:lnTo>
                <a:lnTo>
                  <a:pt x="96569" y="90632"/>
                </a:lnTo>
                <a:lnTo>
                  <a:pt x="97937" y="91967"/>
                </a:lnTo>
                <a:lnTo>
                  <a:pt x="96136" y="91967"/>
                </a:lnTo>
                <a:close/>
                <a:moveTo>
                  <a:pt x="88597" y="91967"/>
                </a:moveTo>
                <a:lnTo>
                  <a:pt x="86796" y="91967"/>
                </a:lnTo>
                <a:lnTo>
                  <a:pt x="88130" y="90632"/>
                </a:lnTo>
                <a:lnTo>
                  <a:pt x="88130" y="88564"/>
                </a:lnTo>
                <a:lnTo>
                  <a:pt x="89431" y="89865"/>
                </a:lnTo>
                <a:lnTo>
                  <a:pt x="89431" y="91166"/>
                </a:lnTo>
                <a:close/>
                <a:moveTo>
                  <a:pt x="65347" y="91967"/>
                </a:moveTo>
                <a:lnTo>
                  <a:pt x="64513" y="91166"/>
                </a:lnTo>
                <a:lnTo>
                  <a:pt x="64513" y="89865"/>
                </a:lnTo>
                <a:lnTo>
                  <a:pt x="65781" y="88564"/>
                </a:lnTo>
                <a:lnTo>
                  <a:pt x="65781" y="90632"/>
                </a:lnTo>
                <a:lnTo>
                  <a:pt x="67148" y="91967"/>
                </a:lnTo>
                <a:lnTo>
                  <a:pt x="65347" y="91967"/>
                </a:lnTo>
                <a:close/>
                <a:moveTo>
                  <a:pt x="57808" y="91967"/>
                </a:moveTo>
                <a:lnTo>
                  <a:pt x="56007" y="91967"/>
                </a:lnTo>
                <a:lnTo>
                  <a:pt x="57341" y="90632"/>
                </a:lnTo>
                <a:lnTo>
                  <a:pt x="57341" y="88564"/>
                </a:lnTo>
                <a:lnTo>
                  <a:pt x="58642" y="89865"/>
                </a:lnTo>
                <a:lnTo>
                  <a:pt x="58642" y="91166"/>
                </a:lnTo>
                <a:close/>
                <a:moveTo>
                  <a:pt x="34525" y="91967"/>
                </a:moveTo>
                <a:lnTo>
                  <a:pt x="33725" y="91166"/>
                </a:lnTo>
                <a:lnTo>
                  <a:pt x="33725" y="89865"/>
                </a:lnTo>
                <a:lnTo>
                  <a:pt x="34992" y="88564"/>
                </a:lnTo>
                <a:lnTo>
                  <a:pt x="34992" y="90632"/>
                </a:lnTo>
                <a:lnTo>
                  <a:pt x="36360" y="91967"/>
                </a:lnTo>
                <a:lnTo>
                  <a:pt x="34525" y="91967"/>
                </a:lnTo>
                <a:close/>
                <a:moveTo>
                  <a:pt x="28254" y="89432"/>
                </a:moveTo>
                <a:lnTo>
                  <a:pt x="26986" y="88164"/>
                </a:lnTo>
                <a:lnTo>
                  <a:pt x="28854" y="88164"/>
                </a:lnTo>
                <a:lnTo>
                  <a:pt x="29155" y="88031"/>
                </a:lnTo>
                <a:lnTo>
                  <a:pt x="30389" y="86796"/>
                </a:lnTo>
                <a:lnTo>
                  <a:pt x="30389" y="88598"/>
                </a:lnTo>
                <a:lnTo>
                  <a:pt x="29555" y="89432"/>
                </a:lnTo>
                <a:lnTo>
                  <a:pt x="28254" y="89432"/>
                </a:lnTo>
                <a:close/>
                <a:moveTo>
                  <a:pt x="28254" y="33725"/>
                </a:moveTo>
                <a:lnTo>
                  <a:pt x="29555" y="33725"/>
                </a:lnTo>
                <a:lnTo>
                  <a:pt x="30389" y="34559"/>
                </a:lnTo>
                <a:lnTo>
                  <a:pt x="30389" y="36360"/>
                </a:lnTo>
                <a:lnTo>
                  <a:pt x="29155" y="35126"/>
                </a:lnTo>
                <a:lnTo>
                  <a:pt x="28854" y="34993"/>
                </a:lnTo>
                <a:lnTo>
                  <a:pt x="26986" y="34993"/>
                </a:lnTo>
                <a:close/>
                <a:moveTo>
                  <a:pt x="34525" y="31190"/>
                </a:moveTo>
                <a:lnTo>
                  <a:pt x="36360" y="31190"/>
                </a:lnTo>
                <a:lnTo>
                  <a:pt x="34992" y="32524"/>
                </a:lnTo>
                <a:lnTo>
                  <a:pt x="34992" y="34592"/>
                </a:lnTo>
                <a:lnTo>
                  <a:pt x="33725" y="33291"/>
                </a:lnTo>
                <a:lnTo>
                  <a:pt x="33725" y="31990"/>
                </a:lnTo>
                <a:close/>
                <a:moveTo>
                  <a:pt x="57808" y="31190"/>
                </a:moveTo>
                <a:lnTo>
                  <a:pt x="58642" y="31990"/>
                </a:lnTo>
                <a:lnTo>
                  <a:pt x="58642" y="33291"/>
                </a:lnTo>
                <a:lnTo>
                  <a:pt x="57341" y="34592"/>
                </a:lnTo>
                <a:lnTo>
                  <a:pt x="57341" y="32524"/>
                </a:lnTo>
                <a:lnTo>
                  <a:pt x="56007" y="31190"/>
                </a:lnTo>
                <a:lnTo>
                  <a:pt x="57808" y="31190"/>
                </a:lnTo>
                <a:close/>
                <a:moveTo>
                  <a:pt x="65347" y="31190"/>
                </a:moveTo>
                <a:lnTo>
                  <a:pt x="67148" y="31190"/>
                </a:lnTo>
                <a:lnTo>
                  <a:pt x="65781" y="32524"/>
                </a:lnTo>
                <a:lnTo>
                  <a:pt x="65781" y="34592"/>
                </a:lnTo>
                <a:lnTo>
                  <a:pt x="64513" y="33291"/>
                </a:lnTo>
                <a:lnTo>
                  <a:pt x="64513" y="31990"/>
                </a:lnTo>
                <a:close/>
                <a:moveTo>
                  <a:pt x="88597" y="31190"/>
                </a:moveTo>
                <a:lnTo>
                  <a:pt x="89431" y="31990"/>
                </a:lnTo>
                <a:lnTo>
                  <a:pt x="89431" y="33291"/>
                </a:lnTo>
                <a:lnTo>
                  <a:pt x="88130" y="34592"/>
                </a:lnTo>
                <a:lnTo>
                  <a:pt x="88130" y="32524"/>
                </a:lnTo>
                <a:lnTo>
                  <a:pt x="86796" y="31190"/>
                </a:lnTo>
                <a:lnTo>
                  <a:pt x="88597" y="31190"/>
                </a:lnTo>
                <a:close/>
                <a:moveTo>
                  <a:pt x="96136" y="31190"/>
                </a:moveTo>
                <a:lnTo>
                  <a:pt x="97937" y="31190"/>
                </a:lnTo>
                <a:lnTo>
                  <a:pt x="96569" y="32524"/>
                </a:lnTo>
                <a:lnTo>
                  <a:pt x="96569" y="34592"/>
                </a:lnTo>
                <a:lnTo>
                  <a:pt x="95302" y="33291"/>
                </a:lnTo>
                <a:lnTo>
                  <a:pt x="95302" y="31990"/>
                </a:lnTo>
                <a:close/>
                <a:moveTo>
                  <a:pt x="119386" y="31190"/>
                </a:moveTo>
                <a:lnTo>
                  <a:pt x="120220" y="31990"/>
                </a:lnTo>
                <a:lnTo>
                  <a:pt x="120220" y="33291"/>
                </a:lnTo>
                <a:lnTo>
                  <a:pt x="118952" y="34592"/>
                </a:lnTo>
                <a:lnTo>
                  <a:pt x="118952" y="32524"/>
                </a:lnTo>
                <a:lnTo>
                  <a:pt x="117584" y="31190"/>
                </a:lnTo>
                <a:lnTo>
                  <a:pt x="119386" y="31190"/>
                </a:lnTo>
                <a:close/>
                <a:moveTo>
                  <a:pt x="126924" y="31190"/>
                </a:moveTo>
                <a:lnTo>
                  <a:pt x="128726" y="31190"/>
                </a:lnTo>
                <a:lnTo>
                  <a:pt x="127391" y="32524"/>
                </a:lnTo>
                <a:lnTo>
                  <a:pt x="127391" y="34592"/>
                </a:lnTo>
                <a:lnTo>
                  <a:pt x="126091" y="33291"/>
                </a:lnTo>
                <a:lnTo>
                  <a:pt x="126091" y="31990"/>
                </a:lnTo>
                <a:close/>
                <a:moveTo>
                  <a:pt x="150174" y="31190"/>
                </a:moveTo>
                <a:lnTo>
                  <a:pt x="151008" y="31990"/>
                </a:lnTo>
                <a:lnTo>
                  <a:pt x="151008" y="33291"/>
                </a:lnTo>
                <a:lnTo>
                  <a:pt x="149741" y="34592"/>
                </a:lnTo>
                <a:lnTo>
                  <a:pt x="149741" y="32524"/>
                </a:lnTo>
                <a:lnTo>
                  <a:pt x="148373" y="31190"/>
                </a:lnTo>
                <a:lnTo>
                  <a:pt x="150174" y="31190"/>
                </a:lnTo>
                <a:close/>
                <a:moveTo>
                  <a:pt x="157713" y="31190"/>
                </a:moveTo>
                <a:lnTo>
                  <a:pt x="159514" y="31190"/>
                </a:lnTo>
                <a:lnTo>
                  <a:pt x="158180" y="32524"/>
                </a:lnTo>
                <a:lnTo>
                  <a:pt x="158180" y="34592"/>
                </a:lnTo>
                <a:lnTo>
                  <a:pt x="156879" y="33291"/>
                </a:lnTo>
                <a:lnTo>
                  <a:pt x="156879" y="31990"/>
                </a:lnTo>
                <a:close/>
                <a:moveTo>
                  <a:pt x="180996" y="31190"/>
                </a:moveTo>
                <a:lnTo>
                  <a:pt x="181797" y="31990"/>
                </a:lnTo>
                <a:lnTo>
                  <a:pt x="181797" y="33291"/>
                </a:lnTo>
                <a:lnTo>
                  <a:pt x="180529" y="34592"/>
                </a:lnTo>
                <a:lnTo>
                  <a:pt x="180529" y="32524"/>
                </a:lnTo>
                <a:lnTo>
                  <a:pt x="179162" y="31190"/>
                </a:lnTo>
                <a:lnTo>
                  <a:pt x="180996" y="31190"/>
                </a:lnTo>
                <a:close/>
                <a:moveTo>
                  <a:pt x="188502" y="31190"/>
                </a:moveTo>
                <a:lnTo>
                  <a:pt x="190303" y="31190"/>
                </a:lnTo>
                <a:lnTo>
                  <a:pt x="188969" y="32524"/>
                </a:lnTo>
                <a:lnTo>
                  <a:pt x="188969" y="34592"/>
                </a:lnTo>
                <a:lnTo>
                  <a:pt x="187668" y="33291"/>
                </a:lnTo>
                <a:lnTo>
                  <a:pt x="187668" y="31990"/>
                </a:lnTo>
                <a:close/>
                <a:moveTo>
                  <a:pt x="211785" y="31190"/>
                </a:moveTo>
                <a:lnTo>
                  <a:pt x="212586" y="31990"/>
                </a:lnTo>
                <a:lnTo>
                  <a:pt x="212586" y="33291"/>
                </a:lnTo>
                <a:lnTo>
                  <a:pt x="211318" y="34592"/>
                </a:lnTo>
                <a:lnTo>
                  <a:pt x="211318" y="32524"/>
                </a:lnTo>
                <a:lnTo>
                  <a:pt x="209950" y="31190"/>
                </a:lnTo>
                <a:lnTo>
                  <a:pt x="211785" y="31190"/>
                </a:lnTo>
                <a:close/>
                <a:moveTo>
                  <a:pt x="215121" y="57809"/>
                </a:moveTo>
                <a:lnTo>
                  <a:pt x="214320" y="58643"/>
                </a:lnTo>
                <a:lnTo>
                  <a:pt x="213019" y="58643"/>
                </a:lnTo>
                <a:lnTo>
                  <a:pt x="211718" y="57375"/>
                </a:lnTo>
                <a:lnTo>
                  <a:pt x="213620" y="57375"/>
                </a:lnTo>
                <a:lnTo>
                  <a:pt x="213887" y="57242"/>
                </a:lnTo>
                <a:lnTo>
                  <a:pt x="215121" y="56008"/>
                </a:lnTo>
                <a:close/>
                <a:moveTo>
                  <a:pt x="31189" y="65348"/>
                </a:moveTo>
                <a:lnTo>
                  <a:pt x="31990" y="64514"/>
                </a:lnTo>
                <a:lnTo>
                  <a:pt x="33291" y="64514"/>
                </a:lnTo>
                <a:lnTo>
                  <a:pt x="34592" y="65815"/>
                </a:lnTo>
                <a:lnTo>
                  <a:pt x="32691" y="65815"/>
                </a:lnTo>
                <a:lnTo>
                  <a:pt x="32424" y="65915"/>
                </a:lnTo>
                <a:lnTo>
                  <a:pt x="31156" y="67149"/>
                </a:lnTo>
                <a:lnTo>
                  <a:pt x="31156" y="65348"/>
                </a:lnTo>
                <a:close/>
                <a:moveTo>
                  <a:pt x="210618" y="86896"/>
                </a:moveTo>
                <a:lnTo>
                  <a:pt x="209083" y="85362"/>
                </a:lnTo>
                <a:lnTo>
                  <a:pt x="209083" y="80692"/>
                </a:lnTo>
                <a:lnTo>
                  <a:pt x="212419" y="77356"/>
                </a:lnTo>
                <a:lnTo>
                  <a:pt x="214587" y="77356"/>
                </a:lnTo>
                <a:lnTo>
                  <a:pt x="210618" y="81326"/>
                </a:lnTo>
                <a:lnTo>
                  <a:pt x="210618" y="86896"/>
                </a:lnTo>
                <a:close/>
                <a:moveTo>
                  <a:pt x="189636" y="86896"/>
                </a:moveTo>
                <a:lnTo>
                  <a:pt x="189636" y="81326"/>
                </a:lnTo>
                <a:lnTo>
                  <a:pt x="185700" y="77356"/>
                </a:lnTo>
                <a:lnTo>
                  <a:pt x="187868" y="77356"/>
                </a:lnTo>
                <a:lnTo>
                  <a:pt x="191170" y="80692"/>
                </a:lnTo>
                <a:lnTo>
                  <a:pt x="191170" y="85362"/>
                </a:lnTo>
                <a:close/>
                <a:moveTo>
                  <a:pt x="179829" y="86896"/>
                </a:moveTo>
                <a:lnTo>
                  <a:pt x="178294" y="85362"/>
                </a:lnTo>
                <a:lnTo>
                  <a:pt x="178294" y="80692"/>
                </a:lnTo>
                <a:lnTo>
                  <a:pt x="181630" y="77356"/>
                </a:lnTo>
                <a:lnTo>
                  <a:pt x="183798" y="77356"/>
                </a:lnTo>
                <a:lnTo>
                  <a:pt x="179829" y="81326"/>
                </a:lnTo>
                <a:lnTo>
                  <a:pt x="179829" y="86896"/>
                </a:lnTo>
                <a:close/>
                <a:moveTo>
                  <a:pt x="158847" y="86896"/>
                </a:moveTo>
                <a:lnTo>
                  <a:pt x="158847" y="81326"/>
                </a:lnTo>
                <a:lnTo>
                  <a:pt x="154911" y="77356"/>
                </a:lnTo>
                <a:lnTo>
                  <a:pt x="157079" y="77356"/>
                </a:lnTo>
                <a:lnTo>
                  <a:pt x="160382" y="80692"/>
                </a:lnTo>
                <a:lnTo>
                  <a:pt x="160382" y="85362"/>
                </a:lnTo>
                <a:close/>
                <a:moveTo>
                  <a:pt x="149040" y="86896"/>
                </a:moveTo>
                <a:lnTo>
                  <a:pt x="147506" y="85362"/>
                </a:lnTo>
                <a:lnTo>
                  <a:pt x="147506" y="80692"/>
                </a:lnTo>
                <a:lnTo>
                  <a:pt x="150842" y="77356"/>
                </a:lnTo>
                <a:lnTo>
                  <a:pt x="152976" y="77356"/>
                </a:lnTo>
                <a:lnTo>
                  <a:pt x="149040" y="81326"/>
                </a:lnTo>
                <a:lnTo>
                  <a:pt x="149040" y="86896"/>
                </a:lnTo>
                <a:close/>
                <a:moveTo>
                  <a:pt x="128059" y="86896"/>
                </a:moveTo>
                <a:lnTo>
                  <a:pt x="128059" y="81326"/>
                </a:lnTo>
                <a:lnTo>
                  <a:pt x="124122" y="77356"/>
                </a:lnTo>
                <a:lnTo>
                  <a:pt x="126291" y="77356"/>
                </a:lnTo>
                <a:lnTo>
                  <a:pt x="129593" y="80692"/>
                </a:lnTo>
                <a:lnTo>
                  <a:pt x="129593" y="85362"/>
                </a:lnTo>
                <a:close/>
                <a:moveTo>
                  <a:pt x="118252" y="86896"/>
                </a:moveTo>
                <a:lnTo>
                  <a:pt x="116717" y="85362"/>
                </a:lnTo>
                <a:lnTo>
                  <a:pt x="116717" y="80692"/>
                </a:lnTo>
                <a:lnTo>
                  <a:pt x="120053" y="77356"/>
                </a:lnTo>
                <a:lnTo>
                  <a:pt x="122188" y="77356"/>
                </a:lnTo>
                <a:lnTo>
                  <a:pt x="118252" y="81326"/>
                </a:lnTo>
                <a:close/>
                <a:moveTo>
                  <a:pt x="97270" y="86896"/>
                </a:moveTo>
                <a:lnTo>
                  <a:pt x="97270" y="81326"/>
                </a:lnTo>
                <a:lnTo>
                  <a:pt x="93334" y="77356"/>
                </a:lnTo>
                <a:lnTo>
                  <a:pt x="95469" y="77356"/>
                </a:lnTo>
                <a:lnTo>
                  <a:pt x="98804" y="80692"/>
                </a:lnTo>
                <a:lnTo>
                  <a:pt x="98804" y="85362"/>
                </a:lnTo>
                <a:close/>
                <a:moveTo>
                  <a:pt x="87463" y="86896"/>
                </a:moveTo>
                <a:lnTo>
                  <a:pt x="85929" y="85362"/>
                </a:lnTo>
                <a:lnTo>
                  <a:pt x="85929" y="80692"/>
                </a:lnTo>
                <a:lnTo>
                  <a:pt x="89231" y="77356"/>
                </a:lnTo>
                <a:lnTo>
                  <a:pt x="91399" y="77356"/>
                </a:lnTo>
                <a:lnTo>
                  <a:pt x="87463" y="81326"/>
                </a:lnTo>
                <a:close/>
                <a:moveTo>
                  <a:pt x="66481" y="86896"/>
                </a:moveTo>
                <a:lnTo>
                  <a:pt x="66481" y="81326"/>
                </a:lnTo>
                <a:lnTo>
                  <a:pt x="62545" y="77356"/>
                </a:lnTo>
                <a:lnTo>
                  <a:pt x="64713" y="77356"/>
                </a:lnTo>
                <a:lnTo>
                  <a:pt x="68016" y="80692"/>
                </a:lnTo>
                <a:lnTo>
                  <a:pt x="68016" y="85362"/>
                </a:lnTo>
                <a:close/>
                <a:moveTo>
                  <a:pt x="56674" y="86896"/>
                </a:moveTo>
                <a:lnTo>
                  <a:pt x="55140" y="85362"/>
                </a:lnTo>
                <a:lnTo>
                  <a:pt x="55140" y="80692"/>
                </a:lnTo>
                <a:lnTo>
                  <a:pt x="58442" y="77356"/>
                </a:lnTo>
                <a:lnTo>
                  <a:pt x="60610" y="77356"/>
                </a:lnTo>
                <a:lnTo>
                  <a:pt x="56674" y="81326"/>
                </a:lnTo>
                <a:close/>
                <a:moveTo>
                  <a:pt x="35693" y="86896"/>
                </a:moveTo>
                <a:lnTo>
                  <a:pt x="35693" y="81326"/>
                </a:lnTo>
                <a:lnTo>
                  <a:pt x="31723" y="77356"/>
                </a:lnTo>
                <a:lnTo>
                  <a:pt x="33891" y="77356"/>
                </a:lnTo>
                <a:lnTo>
                  <a:pt x="37227" y="80692"/>
                </a:lnTo>
                <a:lnTo>
                  <a:pt x="37227" y="85362"/>
                </a:lnTo>
                <a:close/>
                <a:moveTo>
                  <a:pt x="35693" y="36260"/>
                </a:moveTo>
                <a:lnTo>
                  <a:pt x="37227" y="37795"/>
                </a:lnTo>
                <a:lnTo>
                  <a:pt x="37227" y="42465"/>
                </a:lnTo>
                <a:lnTo>
                  <a:pt x="33891" y="45800"/>
                </a:lnTo>
                <a:lnTo>
                  <a:pt x="31723" y="45800"/>
                </a:lnTo>
                <a:lnTo>
                  <a:pt x="35693" y="41831"/>
                </a:lnTo>
                <a:lnTo>
                  <a:pt x="35693" y="36260"/>
                </a:lnTo>
                <a:close/>
                <a:moveTo>
                  <a:pt x="56674" y="36260"/>
                </a:moveTo>
                <a:lnTo>
                  <a:pt x="56674" y="41831"/>
                </a:lnTo>
                <a:lnTo>
                  <a:pt x="60610" y="45800"/>
                </a:lnTo>
                <a:lnTo>
                  <a:pt x="58442" y="45800"/>
                </a:lnTo>
                <a:lnTo>
                  <a:pt x="55140" y="42465"/>
                </a:lnTo>
                <a:lnTo>
                  <a:pt x="55140" y="37795"/>
                </a:lnTo>
                <a:close/>
                <a:moveTo>
                  <a:pt x="66481" y="36260"/>
                </a:moveTo>
                <a:lnTo>
                  <a:pt x="68016" y="37795"/>
                </a:lnTo>
                <a:lnTo>
                  <a:pt x="68016" y="42465"/>
                </a:lnTo>
                <a:lnTo>
                  <a:pt x="64680" y="45800"/>
                </a:lnTo>
                <a:lnTo>
                  <a:pt x="62512" y="45800"/>
                </a:lnTo>
                <a:lnTo>
                  <a:pt x="66481" y="41831"/>
                </a:lnTo>
                <a:lnTo>
                  <a:pt x="66481" y="36260"/>
                </a:lnTo>
                <a:close/>
                <a:moveTo>
                  <a:pt x="87463" y="36260"/>
                </a:moveTo>
                <a:lnTo>
                  <a:pt x="87463" y="41831"/>
                </a:lnTo>
                <a:lnTo>
                  <a:pt x="91399" y="45800"/>
                </a:lnTo>
                <a:lnTo>
                  <a:pt x="89231" y="45800"/>
                </a:lnTo>
                <a:lnTo>
                  <a:pt x="85929" y="42465"/>
                </a:lnTo>
                <a:lnTo>
                  <a:pt x="85929" y="37795"/>
                </a:lnTo>
                <a:close/>
                <a:moveTo>
                  <a:pt x="97270" y="36260"/>
                </a:moveTo>
                <a:lnTo>
                  <a:pt x="98804" y="37795"/>
                </a:lnTo>
                <a:lnTo>
                  <a:pt x="98804" y="42465"/>
                </a:lnTo>
                <a:lnTo>
                  <a:pt x="95469" y="45800"/>
                </a:lnTo>
                <a:lnTo>
                  <a:pt x="93334" y="45800"/>
                </a:lnTo>
                <a:lnTo>
                  <a:pt x="97270" y="41831"/>
                </a:lnTo>
                <a:close/>
                <a:moveTo>
                  <a:pt x="118252" y="36260"/>
                </a:moveTo>
                <a:lnTo>
                  <a:pt x="118252" y="41831"/>
                </a:lnTo>
                <a:lnTo>
                  <a:pt x="122188" y="45800"/>
                </a:lnTo>
                <a:lnTo>
                  <a:pt x="120053" y="45800"/>
                </a:lnTo>
                <a:lnTo>
                  <a:pt x="116717" y="42465"/>
                </a:lnTo>
                <a:lnTo>
                  <a:pt x="116717" y="37795"/>
                </a:lnTo>
                <a:close/>
                <a:moveTo>
                  <a:pt x="128059" y="36260"/>
                </a:moveTo>
                <a:lnTo>
                  <a:pt x="129593" y="37795"/>
                </a:lnTo>
                <a:lnTo>
                  <a:pt x="129593" y="42465"/>
                </a:lnTo>
                <a:lnTo>
                  <a:pt x="126291" y="45800"/>
                </a:lnTo>
                <a:lnTo>
                  <a:pt x="124122" y="45800"/>
                </a:lnTo>
                <a:lnTo>
                  <a:pt x="128059" y="41831"/>
                </a:lnTo>
                <a:lnTo>
                  <a:pt x="128059" y="36260"/>
                </a:lnTo>
                <a:close/>
                <a:moveTo>
                  <a:pt x="149040" y="36260"/>
                </a:moveTo>
                <a:lnTo>
                  <a:pt x="149040" y="41831"/>
                </a:lnTo>
                <a:lnTo>
                  <a:pt x="153010" y="45800"/>
                </a:lnTo>
                <a:lnTo>
                  <a:pt x="150842" y="45800"/>
                </a:lnTo>
                <a:lnTo>
                  <a:pt x="147506" y="42465"/>
                </a:lnTo>
                <a:lnTo>
                  <a:pt x="147506" y="37795"/>
                </a:lnTo>
                <a:close/>
                <a:moveTo>
                  <a:pt x="158847" y="36260"/>
                </a:moveTo>
                <a:lnTo>
                  <a:pt x="160382" y="37795"/>
                </a:lnTo>
                <a:lnTo>
                  <a:pt x="160382" y="42465"/>
                </a:lnTo>
                <a:lnTo>
                  <a:pt x="157079" y="45800"/>
                </a:lnTo>
                <a:lnTo>
                  <a:pt x="154911" y="45800"/>
                </a:lnTo>
                <a:lnTo>
                  <a:pt x="158847" y="41831"/>
                </a:lnTo>
                <a:lnTo>
                  <a:pt x="158847" y="36260"/>
                </a:lnTo>
                <a:close/>
                <a:moveTo>
                  <a:pt x="179829" y="36260"/>
                </a:moveTo>
                <a:lnTo>
                  <a:pt x="179829" y="41831"/>
                </a:lnTo>
                <a:lnTo>
                  <a:pt x="183798" y="45800"/>
                </a:lnTo>
                <a:lnTo>
                  <a:pt x="181630" y="45800"/>
                </a:lnTo>
                <a:lnTo>
                  <a:pt x="178294" y="42465"/>
                </a:lnTo>
                <a:lnTo>
                  <a:pt x="178294" y="37795"/>
                </a:lnTo>
                <a:close/>
                <a:moveTo>
                  <a:pt x="189636" y="36260"/>
                </a:moveTo>
                <a:lnTo>
                  <a:pt x="191170" y="37795"/>
                </a:lnTo>
                <a:lnTo>
                  <a:pt x="191170" y="42465"/>
                </a:lnTo>
                <a:lnTo>
                  <a:pt x="187868" y="45800"/>
                </a:lnTo>
                <a:lnTo>
                  <a:pt x="185700" y="45800"/>
                </a:lnTo>
                <a:lnTo>
                  <a:pt x="189636" y="41831"/>
                </a:lnTo>
                <a:lnTo>
                  <a:pt x="189636" y="36260"/>
                </a:lnTo>
                <a:close/>
                <a:moveTo>
                  <a:pt x="208549" y="68016"/>
                </a:moveTo>
                <a:lnTo>
                  <a:pt x="203846" y="68016"/>
                </a:lnTo>
                <a:lnTo>
                  <a:pt x="200544" y="64714"/>
                </a:lnTo>
                <a:lnTo>
                  <a:pt x="200544" y="62546"/>
                </a:lnTo>
                <a:lnTo>
                  <a:pt x="204480" y="66482"/>
                </a:lnTo>
                <a:lnTo>
                  <a:pt x="210084" y="66482"/>
                </a:lnTo>
                <a:close/>
                <a:moveTo>
                  <a:pt x="208916" y="76589"/>
                </a:moveTo>
                <a:lnTo>
                  <a:pt x="206648" y="74287"/>
                </a:lnTo>
                <a:lnTo>
                  <a:pt x="206648" y="71052"/>
                </a:lnTo>
                <a:lnTo>
                  <a:pt x="208316" y="69351"/>
                </a:lnTo>
                <a:lnTo>
                  <a:pt x="208316" y="73587"/>
                </a:lnTo>
                <a:lnTo>
                  <a:pt x="211285" y="76589"/>
                </a:lnTo>
                <a:lnTo>
                  <a:pt x="208916" y="76589"/>
                </a:lnTo>
                <a:close/>
                <a:moveTo>
                  <a:pt x="205848" y="82126"/>
                </a:moveTo>
                <a:lnTo>
                  <a:pt x="204513" y="80792"/>
                </a:lnTo>
                <a:lnTo>
                  <a:pt x="204513" y="78791"/>
                </a:lnTo>
                <a:lnTo>
                  <a:pt x="205948" y="77356"/>
                </a:lnTo>
                <a:lnTo>
                  <a:pt x="207816" y="77356"/>
                </a:lnTo>
                <a:lnTo>
                  <a:pt x="205848" y="79324"/>
                </a:lnTo>
                <a:close/>
                <a:moveTo>
                  <a:pt x="188969" y="76589"/>
                </a:moveTo>
                <a:lnTo>
                  <a:pt x="191971" y="73587"/>
                </a:lnTo>
                <a:lnTo>
                  <a:pt x="191971" y="69351"/>
                </a:lnTo>
                <a:lnTo>
                  <a:pt x="193639" y="71052"/>
                </a:lnTo>
                <a:lnTo>
                  <a:pt x="193639" y="74287"/>
                </a:lnTo>
                <a:lnTo>
                  <a:pt x="191337" y="76589"/>
                </a:lnTo>
                <a:close/>
                <a:moveTo>
                  <a:pt x="185700" y="76589"/>
                </a:moveTo>
                <a:lnTo>
                  <a:pt x="189636" y="72620"/>
                </a:lnTo>
                <a:lnTo>
                  <a:pt x="189636" y="67049"/>
                </a:lnTo>
                <a:lnTo>
                  <a:pt x="191170" y="68583"/>
                </a:lnTo>
                <a:lnTo>
                  <a:pt x="191170" y="73253"/>
                </a:lnTo>
                <a:lnTo>
                  <a:pt x="187868" y="76589"/>
                </a:lnTo>
                <a:lnTo>
                  <a:pt x="185700" y="76589"/>
                </a:lnTo>
                <a:close/>
                <a:moveTo>
                  <a:pt x="181630" y="76589"/>
                </a:moveTo>
                <a:lnTo>
                  <a:pt x="178294" y="73253"/>
                </a:lnTo>
                <a:lnTo>
                  <a:pt x="178294" y="68583"/>
                </a:lnTo>
                <a:lnTo>
                  <a:pt x="179829" y="67049"/>
                </a:lnTo>
                <a:lnTo>
                  <a:pt x="179829" y="72620"/>
                </a:lnTo>
                <a:lnTo>
                  <a:pt x="183798" y="76589"/>
                </a:lnTo>
                <a:lnTo>
                  <a:pt x="181630" y="76589"/>
                </a:lnTo>
                <a:close/>
                <a:moveTo>
                  <a:pt x="178128" y="76589"/>
                </a:moveTo>
                <a:lnTo>
                  <a:pt x="175826" y="74287"/>
                </a:lnTo>
                <a:lnTo>
                  <a:pt x="175826" y="71052"/>
                </a:lnTo>
                <a:lnTo>
                  <a:pt x="177527" y="69351"/>
                </a:lnTo>
                <a:lnTo>
                  <a:pt x="177527" y="73587"/>
                </a:lnTo>
                <a:lnTo>
                  <a:pt x="180496" y="76589"/>
                </a:lnTo>
                <a:lnTo>
                  <a:pt x="178128" y="76589"/>
                </a:lnTo>
                <a:close/>
                <a:moveTo>
                  <a:pt x="175059" y="82126"/>
                </a:moveTo>
                <a:lnTo>
                  <a:pt x="173725" y="80792"/>
                </a:lnTo>
                <a:lnTo>
                  <a:pt x="173725" y="78791"/>
                </a:lnTo>
                <a:lnTo>
                  <a:pt x="175159" y="77356"/>
                </a:lnTo>
                <a:lnTo>
                  <a:pt x="177027" y="77356"/>
                </a:lnTo>
                <a:lnTo>
                  <a:pt x="175059" y="79324"/>
                </a:lnTo>
                <a:close/>
                <a:moveTo>
                  <a:pt x="158180" y="76589"/>
                </a:moveTo>
                <a:lnTo>
                  <a:pt x="161182" y="73587"/>
                </a:lnTo>
                <a:lnTo>
                  <a:pt x="161182" y="69351"/>
                </a:lnTo>
                <a:lnTo>
                  <a:pt x="162850" y="71052"/>
                </a:lnTo>
                <a:lnTo>
                  <a:pt x="162850" y="74287"/>
                </a:lnTo>
                <a:lnTo>
                  <a:pt x="160548" y="76589"/>
                </a:lnTo>
                <a:close/>
                <a:moveTo>
                  <a:pt x="154911" y="76589"/>
                </a:moveTo>
                <a:lnTo>
                  <a:pt x="158847" y="72620"/>
                </a:lnTo>
                <a:lnTo>
                  <a:pt x="158847" y="67049"/>
                </a:lnTo>
                <a:lnTo>
                  <a:pt x="160382" y="68583"/>
                </a:lnTo>
                <a:lnTo>
                  <a:pt x="160382" y="73253"/>
                </a:lnTo>
                <a:lnTo>
                  <a:pt x="157079" y="76589"/>
                </a:lnTo>
                <a:lnTo>
                  <a:pt x="154911" y="76589"/>
                </a:lnTo>
                <a:close/>
                <a:moveTo>
                  <a:pt x="150842" y="76589"/>
                </a:moveTo>
                <a:lnTo>
                  <a:pt x="147506" y="73253"/>
                </a:lnTo>
                <a:lnTo>
                  <a:pt x="147506" y="68583"/>
                </a:lnTo>
                <a:lnTo>
                  <a:pt x="149040" y="67049"/>
                </a:lnTo>
                <a:lnTo>
                  <a:pt x="149040" y="72620"/>
                </a:lnTo>
                <a:lnTo>
                  <a:pt x="153010" y="76589"/>
                </a:lnTo>
                <a:lnTo>
                  <a:pt x="150842" y="76589"/>
                </a:lnTo>
                <a:close/>
                <a:moveTo>
                  <a:pt x="147339" y="76589"/>
                </a:moveTo>
                <a:lnTo>
                  <a:pt x="145037" y="74287"/>
                </a:lnTo>
                <a:lnTo>
                  <a:pt x="145037" y="71052"/>
                </a:lnTo>
                <a:lnTo>
                  <a:pt x="146739" y="69351"/>
                </a:lnTo>
                <a:lnTo>
                  <a:pt x="146739" y="73587"/>
                </a:lnTo>
                <a:lnTo>
                  <a:pt x="149707" y="76589"/>
                </a:lnTo>
                <a:lnTo>
                  <a:pt x="147339" y="76589"/>
                </a:lnTo>
                <a:close/>
                <a:moveTo>
                  <a:pt x="144270" y="82126"/>
                </a:moveTo>
                <a:lnTo>
                  <a:pt x="142936" y="80792"/>
                </a:lnTo>
                <a:lnTo>
                  <a:pt x="142936" y="78791"/>
                </a:lnTo>
                <a:lnTo>
                  <a:pt x="144370" y="77356"/>
                </a:lnTo>
                <a:lnTo>
                  <a:pt x="146238" y="77356"/>
                </a:lnTo>
                <a:lnTo>
                  <a:pt x="144270" y="79324"/>
                </a:lnTo>
                <a:close/>
                <a:moveTo>
                  <a:pt x="127391" y="76589"/>
                </a:moveTo>
                <a:lnTo>
                  <a:pt x="130394" y="73587"/>
                </a:lnTo>
                <a:lnTo>
                  <a:pt x="130394" y="69351"/>
                </a:lnTo>
                <a:lnTo>
                  <a:pt x="132061" y="71052"/>
                </a:lnTo>
                <a:lnTo>
                  <a:pt x="132061" y="74287"/>
                </a:lnTo>
                <a:lnTo>
                  <a:pt x="129760" y="76589"/>
                </a:lnTo>
                <a:close/>
                <a:moveTo>
                  <a:pt x="124122" y="76589"/>
                </a:moveTo>
                <a:lnTo>
                  <a:pt x="128059" y="72620"/>
                </a:lnTo>
                <a:lnTo>
                  <a:pt x="128059" y="67049"/>
                </a:lnTo>
                <a:lnTo>
                  <a:pt x="129593" y="68583"/>
                </a:lnTo>
                <a:lnTo>
                  <a:pt x="129593" y="73253"/>
                </a:lnTo>
                <a:lnTo>
                  <a:pt x="126291" y="76589"/>
                </a:lnTo>
                <a:lnTo>
                  <a:pt x="124122" y="76589"/>
                </a:lnTo>
                <a:close/>
                <a:moveTo>
                  <a:pt x="120053" y="76589"/>
                </a:moveTo>
                <a:lnTo>
                  <a:pt x="116717" y="73253"/>
                </a:lnTo>
                <a:lnTo>
                  <a:pt x="116717" y="68583"/>
                </a:lnTo>
                <a:lnTo>
                  <a:pt x="118252" y="67049"/>
                </a:lnTo>
                <a:lnTo>
                  <a:pt x="118252" y="72620"/>
                </a:lnTo>
                <a:lnTo>
                  <a:pt x="122188" y="76589"/>
                </a:lnTo>
                <a:lnTo>
                  <a:pt x="120053" y="76589"/>
                </a:lnTo>
                <a:close/>
                <a:moveTo>
                  <a:pt x="116550" y="76589"/>
                </a:moveTo>
                <a:lnTo>
                  <a:pt x="114249" y="74287"/>
                </a:lnTo>
                <a:lnTo>
                  <a:pt x="114249" y="71052"/>
                </a:lnTo>
                <a:lnTo>
                  <a:pt x="115950" y="69351"/>
                </a:lnTo>
                <a:lnTo>
                  <a:pt x="115950" y="73587"/>
                </a:lnTo>
                <a:lnTo>
                  <a:pt x="118919" y="76589"/>
                </a:lnTo>
                <a:lnTo>
                  <a:pt x="116550" y="76589"/>
                </a:lnTo>
                <a:close/>
                <a:moveTo>
                  <a:pt x="113482" y="82126"/>
                </a:moveTo>
                <a:lnTo>
                  <a:pt x="112147" y="80792"/>
                </a:lnTo>
                <a:lnTo>
                  <a:pt x="112147" y="78791"/>
                </a:lnTo>
                <a:lnTo>
                  <a:pt x="113582" y="77356"/>
                </a:lnTo>
                <a:lnTo>
                  <a:pt x="115450" y="77356"/>
                </a:lnTo>
                <a:lnTo>
                  <a:pt x="113482" y="79324"/>
                </a:lnTo>
                <a:close/>
                <a:moveTo>
                  <a:pt x="96603" y="76589"/>
                </a:moveTo>
                <a:lnTo>
                  <a:pt x="99605" y="73587"/>
                </a:lnTo>
                <a:lnTo>
                  <a:pt x="99605" y="69351"/>
                </a:lnTo>
                <a:lnTo>
                  <a:pt x="101273" y="71052"/>
                </a:lnTo>
                <a:lnTo>
                  <a:pt x="101273" y="74287"/>
                </a:lnTo>
                <a:lnTo>
                  <a:pt x="98971" y="76589"/>
                </a:lnTo>
                <a:close/>
                <a:moveTo>
                  <a:pt x="93334" y="76589"/>
                </a:moveTo>
                <a:lnTo>
                  <a:pt x="97270" y="72620"/>
                </a:lnTo>
                <a:lnTo>
                  <a:pt x="97270" y="67049"/>
                </a:lnTo>
                <a:lnTo>
                  <a:pt x="98804" y="68583"/>
                </a:lnTo>
                <a:lnTo>
                  <a:pt x="98804" y="73253"/>
                </a:lnTo>
                <a:lnTo>
                  <a:pt x="95469" y="76589"/>
                </a:lnTo>
                <a:lnTo>
                  <a:pt x="93334" y="76589"/>
                </a:lnTo>
                <a:close/>
                <a:moveTo>
                  <a:pt x="89231" y="76589"/>
                </a:moveTo>
                <a:lnTo>
                  <a:pt x="85929" y="73253"/>
                </a:lnTo>
                <a:lnTo>
                  <a:pt x="85929" y="68583"/>
                </a:lnTo>
                <a:lnTo>
                  <a:pt x="87463" y="67049"/>
                </a:lnTo>
                <a:lnTo>
                  <a:pt x="87463" y="72620"/>
                </a:lnTo>
                <a:lnTo>
                  <a:pt x="91399" y="76589"/>
                </a:lnTo>
                <a:lnTo>
                  <a:pt x="89231" y="76589"/>
                </a:lnTo>
                <a:close/>
                <a:moveTo>
                  <a:pt x="85762" y="76589"/>
                </a:moveTo>
                <a:lnTo>
                  <a:pt x="83460" y="74287"/>
                </a:lnTo>
                <a:lnTo>
                  <a:pt x="83460" y="71052"/>
                </a:lnTo>
                <a:lnTo>
                  <a:pt x="85128" y="69351"/>
                </a:lnTo>
                <a:lnTo>
                  <a:pt x="85128" y="73587"/>
                </a:lnTo>
                <a:lnTo>
                  <a:pt x="88130" y="76589"/>
                </a:lnTo>
                <a:lnTo>
                  <a:pt x="85762" y="76589"/>
                </a:lnTo>
                <a:close/>
                <a:moveTo>
                  <a:pt x="82660" y="82126"/>
                </a:moveTo>
                <a:lnTo>
                  <a:pt x="81359" y="80792"/>
                </a:lnTo>
                <a:lnTo>
                  <a:pt x="81359" y="78791"/>
                </a:lnTo>
                <a:lnTo>
                  <a:pt x="82793" y="77356"/>
                </a:lnTo>
                <a:lnTo>
                  <a:pt x="84628" y="77356"/>
                </a:lnTo>
                <a:lnTo>
                  <a:pt x="82660" y="79324"/>
                </a:lnTo>
                <a:close/>
                <a:moveTo>
                  <a:pt x="65814" y="76589"/>
                </a:moveTo>
                <a:lnTo>
                  <a:pt x="68816" y="73587"/>
                </a:lnTo>
                <a:lnTo>
                  <a:pt x="68816" y="69351"/>
                </a:lnTo>
                <a:lnTo>
                  <a:pt x="70484" y="71052"/>
                </a:lnTo>
                <a:lnTo>
                  <a:pt x="70484" y="74287"/>
                </a:lnTo>
                <a:lnTo>
                  <a:pt x="68183" y="76589"/>
                </a:lnTo>
                <a:close/>
                <a:moveTo>
                  <a:pt x="62512" y="76589"/>
                </a:moveTo>
                <a:lnTo>
                  <a:pt x="66481" y="72620"/>
                </a:lnTo>
                <a:lnTo>
                  <a:pt x="66481" y="67049"/>
                </a:lnTo>
                <a:lnTo>
                  <a:pt x="68016" y="68583"/>
                </a:lnTo>
                <a:lnTo>
                  <a:pt x="68016" y="73253"/>
                </a:lnTo>
                <a:lnTo>
                  <a:pt x="64680" y="76589"/>
                </a:lnTo>
                <a:lnTo>
                  <a:pt x="62512" y="76589"/>
                </a:lnTo>
                <a:close/>
                <a:moveTo>
                  <a:pt x="58442" y="76589"/>
                </a:moveTo>
                <a:lnTo>
                  <a:pt x="55140" y="73253"/>
                </a:lnTo>
                <a:lnTo>
                  <a:pt x="55140" y="68583"/>
                </a:lnTo>
                <a:lnTo>
                  <a:pt x="56674" y="67049"/>
                </a:lnTo>
                <a:lnTo>
                  <a:pt x="56674" y="72620"/>
                </a:lnTo>
                <a:lnTo>
                  <a:pt x="60610" y="76589"/>
                </a:lnTo>
                <a:lnTo>
                  <a:pt x="58442" y="76589"/>
                </a:lnTo>
                <a:close/>
                <a:moveTo>
                  <a:pt x="54973" y="76589"/>
                </a:moveTo>
                <a:lnTo>
                  <a:pt x="52671" y="74287"/>
                </a:lnTo>
                <a:lnTo>
                  <a:pt x="52671" y="71052"/>
                </a:lnTo>
                <a:lnTo>
                  <a:pt x="54339" y="69351"/>
                </a:lnTo>
                <a:lnTo>
                  <a:pt x="54339" y="73587"/>
                </a:lnTo>
                <a:lnTo>
                  <a:pt x="57341" y="76589"/>
                </a:lnTo>
                <a:lnTo>
                  <a:pt x="54973" y="76589"/>
                </a:lnTo>
                <a:close/>
                <a:moveTo>
                  <a:pt x="51871" y="82126"/>
                </a:moveTo>
                <a:lnTo>
                  <a:pt x="50570" y="80792"/>
                </a:lnTo>
                <a:lnTo>
                  <a:pt x="50570" y="78791"/>
                </a:lnTo>
                <a:lnTo>
                  <a:pt x="51971" y="77356"/>
                </a:lnTo>
                <a:lnTo>
                  <a:pt x="53839" y="77356"/>
                </a:lnTo>
                <a:lnTo>
                  <a:pt x="51871" y="79324"/>
                </a:lnTo>
                <a:close/>
                <a:moveTo>
                  <a:pt x="35026" y="76589"/>
                </a:moveTo>
                <a:lnTo>
                  <a:pt x="37994" y="73587"/>
                </a:lnTo>
                <a:lnTo>
                  <a:pt x="37994" y="69351"/>
                </a:lnTo>
                <a:lnTo>
                  <a:pt x="39696" y="71052"/>
                </a:lnTo>
                <a:lnTo>
                  <a:pt x="39696" y="74287"/>
                </a:lnTo>
                <a:lnTo>
                  <a:pt x="37394" y="76589"/>
                </a:lnTo>
                <a:close/>
                <a:moveTo>
                  <a:pt x="37761" y="55140"/>
                </a:moveTo>
                <a:lnTo>
                  <a:pt x="42464" y="55140"/>
                </a:lnTo>
                <a:lnTo>
                  <a:pt x="45767" y="58443"/>
                </a:lnTo>
                <a:lnTo>
                  <a:pt x="45767" y="60611"/>
                </a:lnTo>
                <a:lnTo>
                  <a:pt x="41830" y="56675"/>
                </a:lnTo>
                <a:lnTo>
                  <a:pt x="36226" y="56675"/>
                </a:lnTo>
                <a:close/>
                <a:moveTo>
                  <a:pt x="37394" y="46568"/>
                </a:moveTo>
                <a:lnTo>
                  <a:pt x="39696" y="48869"/>
                </a:lnTo>
                <a:lnTo>
                  <a:pt x="39696" y="52105"/>
                </a:lnTo>
                <a:lnTo>
                  <a:pt x="37994" y="53806"/>
                </a:lnTo>
                <a:lnTo>
                  <a:pt x="37994" y="49570"/>
                </a:lnTo>
                <a:lnTo>
                  <a:pt x="35026" y="46568"/>
                </a:lnTo>
                <a:close/>
                <a:moveTo>
                  <a:pt x="40463" y="41030"/>
                </a:moveTo>
                <a:lnTo>
                  <a:pt x="41797" y="42365"/>
                </a:lnTo>
                <a:lnTo>
                  <a:pt x="41797" y="44366"/>
                </a:lnTo>
                <a:lnTo>
                  <a:pt x="40363" y="45800"/>
                </a:lnTo>
                <a:lnTo>
                  <a:pt x="38495" y="45800"/>
                </a:lnTo>
                <a:lnTo>
                  <a:pt x="40463" y="43832"/>
                </a:lnTo>
                <a:close/>
                <a:moveTo>
                  <a:pt x="57341" y="46568"/>
                </a:moveTo>
                <a:lnTo>
                  <a:pt x="54339" y="49570"/>
                </a:lnTo>
                <a:lnTo>
                  <a:pt x="54339" y="53806"/>
                </a:lnTo>
                <a:lnTo>
                  <a:pt x="52671" y="52105"/>
                </a:lnTo>
                <a:lnTo>
                  <a:pt x="52671" y="48869"/>
                </a:lnTo>
                <a:lnTo>
                  <a:pt x="54973" y="46568"/>
                </a:lnTo>
                <a:close/>
                <a:moveTo>
                  <a:pt x="60610" y="46568"/>
                </a:moveTo>
                <a:lnTo>
                  <a:pt x="56674" y="50537"/>
                </a:lnTo>
                <a:lnTo>
                  <a:pt x="56674" y="56108"/>
                </a:lnTo>
                <a:lnTo>
                  <a:pt x="55140" y="54573"/>
                </a:lnTo>
                <a:lnTo>
                  <a:pt x="55140" y="49903"/>
                </a:lnTo>
                <a:lnTo>
                  <a:pt x="58442" y="46568"/>
                </a:lnTo>
                <a:close/>
                <a:moveTo>
                  <a:pt x="64680" y="46568"/>
                </a:moveTo>
                <a:lnTo>
                  <a:pt x="68016" y="49903"/>
                </a:lnTo>
                <a:lnTo>
                  <a:pt x="68016" y="54573"/>
                </a:lnTo>
                <a:lnTo>
                  <a:pt x="66481" y="56108"/>
                </a:lnTo>
                <a:lnTo>
                  <a:pt x="66481" y="50537"/>
                </a:lnTo>
                <a:lnTo>
                  <a:pt x="62545" y="46568"/>
                </a:lnTo>
                <a:close/>
                <a:moveTo>
                  <a:pt x="68183" y="46568"/>
                </a:moveTo>
                <a:lnTo>
                  <a:pt x="70484" y="48869"/>
                </a:lnTo>
                <a:lnTo>
                  <a:pt x="70484" y="52105"/>
                </a:lnTo>
                <a:lnTo>
                  <a:pt x="68783" y="53806"/>
                </a:lnTo>
                <a:lnTo>
                  <a:pt x="68783" y="49570"/>
                </a:lnTo>
                <a:lnTo>
                  <a:pt x="65814" y="46568"/>
                </a:lnTo>
                <a:close/>
                <a:moveTo>
                  <a:pt x="71251" y="41030"/>
                </a:moveTo>
                <a:lnTo>
                  <a:pt x="72586" y="42365"/>
                </a:lnTo>
                <a:lnTo>
                  <a:pt x="72586" y="44366"/>
                </a:lnTo>
                <a:lnTo>
                  <a:pt x="71151" y="45800"/>
                </a:lnTo>
                <a:lnTo>
                  <a:pt x="69283" y="45800"/>
                </a:lnTo>
                <a:lnTo>
                  <a:pt x="71251" y="43832"/>
                </a:lnTo>
                <a:lnTo>
                  <a:pt x="71251" y="41030"/>
                </a:lnTo>
                <a:close/>
                <a:moveTo>
                  <a:pt x="88130" y="46568"/>
                </a:moveTo>
                <a:lnTo>
                  <a:pt x="85128" y="49570"/>
                </a:lnTo>
                <a:lnTo>
                  <a:pt x="85128" y="53806"/>
                </a:lnTo>
                <a:lnTo>
                  <a:pt x="83460" y="52105"/>
                </a:lnTo>
                <a:lnTo>
                  <a:pt x="83460" y="48869"/>
                </a:lnTo>
                <a:lnTo>
                  <a:pt x="85762" y="46568"/>
                </a:lnTo>
                <a:close/>
                <a:moveTo>
                  <a:pt x="91399" y="46568"/>
                </a:moveTo>
                <a:lnTo>
                  <a:pt x="87463" y="50537"/>
                </a:lnTo>
                <a:lnTo>
                  <a:pt x="87463" y="56108"/>
                </a:lnTo>
                <a:lnTo>
                  <a:pt x="85929" y="54573"/>
                </a:lnTo>
                <a:lnTo>
                  <a:pt x="85929" y="49903"/>
                </a:lnTo>
                <a:lnTo>
                  <a:pt x="89231" y="46568"/>
                </a:lnTo>
                <a:close/>
                <a:moveTo>
                  <a:pt x="95469" y="46568"/>
                </a:moveTo>
                <a:lnTo>
                  <a:pt x="98804" y="49903"/>
                </a:lnTo>
                <a:lnTo>
                  <a:pt x="98804" y="54573"/>
                </a:lnTo>
                <a:lnTo>
                  <a:pt x="97270" y="56108"/>
                </a:lnTo>
                <a:lnTo>
                  <a:pt x="97270" y="50537"/>
                </a:lnTo>
                <a:lnTo>
                  <a:pt x="93334" y="46568"/>
                </a:lnTo>
                <a:close/>
                <a:moveTo>
                  <a:pt x="98971" y="46568"/>
                </a:moveTo>
                <a:lnTo>
                  <a:pt x="101273" y="48869"/>
                </a:lnTo>
                <a:lnTo>
                  <a:pt x="101273" y="52105"/>
                </a:lnTo>
                <a:lnTo>
                  <a:pt x="99572" y="53806"/>
                </a:lnTo>
                <a:lnTo>
                  <a:pt x="99572" y="49570"/>
                </a:lnTo>
                <a:lnTo>
                  <a:pt x="96603" y="46568"/>
                </a:lnTo>
                <a:close/>
                <a:moveTo>
                  <a:pt x="102040" y="41030"/>
                </a:moveTo>
                <a:lnTo>
                  <a:pt x="103374" y="42365"/>
                </a:lnTo>
                <a:lnTo>
                  <a:pt x="103374" y="44366"/>
                </a:lnTo>
                <a:lnTo>
                  <a:pt x="101940" y="45800"/>
                </a:lnTo>
                <a:lnTo>
                  <a:pt x="100072" y="45800"/>
                </a:lnTo>
                <a:lnTo>
                  <a:pt x="102040" y="43832"/>
                </a:lnTo>
                <a:close/>
                <a:moveTo>
                  <a:pt x="118919" y="46568"/>
                </a:moveTo>
                <a:lnTo>
                  <a:pt x="115917" y="49570"/>
                </a:lnTo>
                <a:lnTo>
                  <a:pt x="115917" y="53806"/>
                </a:lnTo>
                <a:lnTo>
                  <a:pt x="114249" y="52105"/>
                </a:lnTo>
                <a:lnTo>
                  <a:pt x="114249" y="48869"/>
                </a:lnTo>
                <a:lnTo>
                  <a:pt x="116550" y="46568"/>
                </a:lnTo>
                <a:close/>
                <a:moveTo>
                  <a:pt x="122188" y="46568"/>
                </a:moveTo>
                <a:lnTo>
                  <a:pt x="118252" y="50537"/>
                </a:lnTo>
                <a:lnTo>
                  <a:pt x="118252" y="56108"/>
                </a:lnTo>
                <a:lnTo>
                  <a:pt x="116717" y="54573"/>
                </a:lnTo>
                <a:lnTo>
                  <a:pt x="116717" y="49903"/>
                </a:lnTo>
                <a:lnTo>
                  <a:pt x="120053" y="46568"/>
                </a:lnTo>
                <a:close/>
                <a:moveTo>
                  <a:pt x="126291" y="46568"/>
                </a:moveTo>
                <a:lnTo>
                  <a:pt x="129593" y="49903"/>
                </a:lnTo>
                <a:lnTo>
                  <a:pt x="129593" y="54573"/>
                </a:lnTo>
                <a:lnTo>
                  <a:pt x="128059" y="56108"/>
                </a:lnTo>
                <a:lnTo>
                  <a:pt x="128059" y="50537"/>
                </a:lnTo>
                <a:lnTo>
                  <a:pt x="124122" y="46568"/>
                </a:lnTo>
                <a:close/>
                <a:moveTo>
                  <a:pt x="129760" y="46568"/>
                </a:moveTo>
                <a:lnTo>
                  <a:pt x="132061" y="48869"/>
                </a:lnTo>
                <a:lnTo>
                  <a:pt x="132061" y="52105"/>
                </a:lnTo>
                <a:lnTo>
                  <a:pt x="130394" y="53806"/>
                </a:lnTo>
                <a:lnTo>
                  <a:pt x="130394" y="49570"/>
                </a:lnTo>
                <a:lnTo>
                  <a:pt x="127391" y="46568"/>
                </a:lnTo>
                <a:close/>
                <a:moveTo>
                  <a:pt x="132862" y="41030"/>
                </a:moveTo>
                <a:lnTo>
                  <a:pt x="134163" y="42365"/>
                </a:lnTo>
                <a:lnTo>
                  <a:pt x="134163" y="44366"/>
                </a:lnTo>
                <a:lnTo>
                  <a:pt x="132729" y="45800"/>
                </a:lnTo>
                <a:lnTo>
                  <a:pt x="130894" y="45800"/>
                </a:lnTo>
                <a:lnTo>
                  <a:pt x="132862" y="43832"/>
                </a:lnTo>
                <a:close/>
                <a:moveTo>
                  <a:pt x="149707" y="46568"/>
                </a:moveTo>
                <a:lnTo>
                  <a:pt x="146739" y="49570"/>
                </a:lnTo>
                <a:lnTo>
                  <a:pt x="146739" y="53806"/>
                </a:lnTo>
                <a:lnTo>
                  <a:pt x="145037" y="52105"/>
                </a:lnTo>
                <a:lnTo>
                  <a:pt x="145037" y="48869"/>
                </a:lnTo>
                <a:lnTo>
                  <a:pt x="147339" y="46568"/>
                </a:lnTo>
                <a:close/>
                <a:moveTo>
                  <a:pt x="153010" y="46568"/>
                </a:moveTo>
                <a:lnTo>
                  <a:pt x="149040" y="50537"/>
                </a:lnTo>
                <a:lnTo>
                  <a:pt x="149040" y="56108"/>
                </a:lnTo>
                <a:lnTo>
                  <a:pt x="147506" y="54573"/>
                </a:lnTo>
                <a:lnTo>
                  <a:pt x="147506" y="49903"/>
                </a:lnTo>
                <a:lnTo>
                  <a:pt x="150842" y="46568"/>
                </a:lnTo>
                <a:close/>
                <a:moveTo>
                  <a:pt x="157079" y="46568"/>
                </a:moveTo>
                <a:lnTo>
                  <a:pt x="160382" y="49903"/>
                </a:lnTo>
                <a:lnTo>
                  <a:pt x="160382" y="54573"/>
                </a:lnTo>
                <a:lnTo>
                  <a:pt x="158847" y="56108"/>
                </a:lnTo>
                <a:lnTo>
                  <a:pt x="158847" y="50537"/>
                </a:lnTo>
                <a:lnTo>
                  <a:pt x="154911" y="46568"/>
                </a:lnTo>
                <a:close/>
                <a:moveTo>
                  <a:pt x="160548" y="46568"/>
                </a:moveTo>
                <a:lnTo>
                  <a:pt x="162850" y="48869"/>
                </a:lnTo>
                <a:lnTo>
                  <a:pt x="162850" y="52105"/>
                </a:lnTo>
                <a:lnTo>
                  <a:pt x="161182" y="53806"/>
                </a:lnTo>
                <a:lnTo>
                  <a:pt x="161182" y="49570"/>
                </a:lnTo>
                <a:lnTo>
                  <a:pt x="158180" y="46568"/>
                </a:lnTo>
                <a:close/>
                <a:moveTo>
                  <a:pt x="163651" y="41030"/>
                </a:moveTo>
                <a:lnTo>
                  <a:pt x="164952" y="42365"/>
                </a:lnTo>
                <a:lnTo>
                  <a:pt x="164952" y="44366"/>
                </a:lnTo>
                <a:lnTo>
                  <a:pt x="163551" y="45800"/>
                </a:lnTo>
                <a:lnTo>
                  <a:pt x="161683" y="45800"/>
                </a:lnTo>
                <a:lnTo>
                  <a:pt x="163651" y="43832"/>
                </a:lnTo>
                <a:close/>
                <a:moveTo>
                  <a:pt x="180496" y="46568"/>
                </a:moveTo>
                <a:lnTo>
                  <a:pt x="177494" y="49570"/>
                </a:lnTo>
                <a:lnTo>
                  <a:pt x="177494" y="53806"/>
                </a:lnTo>
                <a:lnTo>
                  <a:pt x="175826" y="52105"/>
                </a:lnTo>
                <a:lnTo>
                  <a:pt x="175826" y="48869"/>
                </a:lnTo>
                <a:lnTo>
                  <a:pt x="178128" y="46568"/>
                </a:lnTo>
                <a:close/>
                <a:moveTo>
                  <a:pt x="183798" y="46568"/>
                </a:moveTo>
                <a:lnTo>
                  <a:pt x="179829" y="50537"/>
                </a:lnTo>
                <a:lnTo>
                  <a:pt x="179829" y="56108"/>
                </a:lnTo>
                <a:lnTo>
                  <a:pt x="178294" y="54573"/>
                </a:lnTo>
                <a:lnTo>
                  <a:pt x="178294" y="49903"/>
                </a:lnTo>
                <a:lnTo>
                  <a:pt x="181630" y="46568"/>
                </a:lnTo>
                <a:close/>
                <a:moveTo>
                  <a:pt x="187868" y="46568"/>
                </a:moveTo>
                <a:lnTo>
                  <a:pt x="191170" y="49903"/>
                </a:lnTo>
                <a:lnTo>
                  <a:pt x="191170" y="54573"/>
                </a:lnTo>
                <a:lnTo>
                  <a:pt x="189636" y="56108"/>
                </a:lnTo>
                <a:lnTo>
                  <a:pt x="189636" y="50537"/>
                </a:lnTo>
                <a:lnTo>
                  <a:pt x="185700" y="46568"/>
                </a:lnTo>
                <a:close/>
                <a:moveTo>
                  <a:pt x="191337" y="46568"/>
                </a:moveTo>
                <a:lnTo>
                  <a:pt x="193639" y="48869"/>
                </a:lnTo>
                <a:lnTo>
                  <a:pt x="193639" y="52105"/>
                </a:lnTo>
                <a:lnTo>
                  <a:pt x="191971" y="53806"/>
                </a:lnTo>
                <a:lnTo>
                  <a:pt x="191971" y="49570"/>
                </a:lnTo>
                <a:lnTo>
                  <a:pt x="188969" y="46568"/>
                </a:lnTo>
                <a:close/>
                <a:moveTo>
                  <a:pt x="194439" y="41030"/>
                </a:moveTo>
                <a:lnTo>
                  <a:pt x="195740" y="42365"/>
                </a:lnTo>
                <a:lnTo>
                  <a:pt x="195740" y="44366"/>
                </a:lnTo>
                <a:lnTo>
                  <a:pt x="194339" y="45800"/>
                </a:lnTo>
                <a:lnTo>
                  <a:pt x="192471" y="45800"/>
                </a:lnTo>
                <a:lnTo>
                  <a:pt x="194439" y="43832"/>
                </a:lnTo>
                <a:close/>
                <a:moveTo>
                  <a:pt x="203979" y="72586"/>
                </a:moveTo>
                <a:lnTo>
                  <a:pt x="201945" y="72586"/>
                </a:lnTo>
                <a:lnTo>
                  <a:pt x="200544" y="71152"/>
                </a:lnTo>
                <a:lnTo>
                  <a:pt x="200544" y="69317"/>
                </a:lnTo>
                <a:lnTo>
                  <a:pt x="202512" y="71285"/>
                </a:lnTo>
                <a:lnTo>
                  <a:pt x="205280" y="71285"/>
                </a:lnTo>
                <a:close/>
                <a:moveTo>
                  <a:pt x="203846" y="75588"/>
                </a:moveTo>
                <a:lnTo>
                  <a:pt x="204847" y="76589"/>
                </a:lnTo>
                <a:lnTo>
                  <a:pt x="201077" y="76589"/>
                </a:lnTo>
                <a:lnTo>
                  <a:pt x="203746" y="73920"/>
                </a:lnTo>
                <a:lnTo>
                  <a:pt x="203746" y="75321"/>
                </a:lnTo>
                <a:close/>
                <a:moveTo>
                  <a:pt x="203746" y="80025"/>
                </a:moveTo>
                <a:lnTo>
                  <a:pt x="201077" y="77356"/>
                </a:lnTo>
                <a:lnTo>
                  <a:pt x="204847" y="77356"/>
                </a:lnTo>
                <a:lnTo>
                  <a:pt x="203746" y="78457"/>
                </a:lnTo>
                <a:lnTo>
                  <a:pt x="203746" y="80025"/>
                </a:lnTo>
                <a:close/>
                <a:moveTo>
                  <a:pt x="192538" y="68817"/>
                </a:moveTo>
                <a:lnTo>
                  <a:pt x="196741" y="68817"/>
                </a:lnTo>
                <a:lnTo>
                  <a:pt x="199743" y="65815"/>
                </a:lnTo>
                <a:lnTo>
                  <a:pt x="199743" y="68183"/>
                </a:lnTo>
                <a:lnTo>
                  <a:pt x="197441" y="70485"/>
                </a:lnTo>
                <a:lnTo>
                  <a:pt x="194206" y="70485"/>
                </a:lnTo>
                <a:close/>
                <a:moveTo>
                  <a:pt x="190203" y="66482"/>
                </a:moveTo>
                <a:lnTo>
                  <a:pt x="195807" y="66482"/>
                </a:lnTo>
                <a:lnTo>
                  <a:pt x="199743" y="62546"/>
                </a:lnTo>
                <a:lnTo>
                  <a:pt x="199743" y="64714"/>
                </a:lnTo>
                <a:lnTo>
                  <a:pt x="196441" y="68016"/>
                </a:lnTo>
                <a:lnTo>
                  <a:pt x="191737" y="68016"/>
                </a:lnTo>
                <a:close/>
                <a:moveTo>
                  <a:pt x="177761" y="68016"/>
                </a:moveTo>
                <a:lnTo>
                  <a:pt x="173057" y="68016"/>
                </a:lnTo>
                <a:lnTo>
                  <a:pt x="169755" y="64714"/>
                </a:lnTo>
                <a:lnTo>
                  <a:pt x="169755" y="62546"/>
                </a:lnTo>
                <a:lnTo>
                  <a:pt x="173691" y="66482"/>
                </a:lnTo>
                <a:lnTo>
                  <a:pt x="179262" y="66482"/>
                </a:lnTo>
                <a:close/>
                <a:moveTo>
                  <a:pt x="175292" y="70485"/>
                </a:moveTo>
                <a:lnTo>
                  <a:pt x="172023" y="70485"/>
                </a:lnTo>
                <a:lnTo>
                  <a:pt x="169755" y="68183"/>
                </a:lnTo>
                <a:lnTo>
                  <a:pt x="169755" y="65815"/>
                </a:lnTo>
                <a:lnTo>
                  <a:pt x="172724" y="68817"/>
                </a:lnTo>
                <a:lnTo>
                  <a:pt x="176960" y="68817"/>
                </a:lnTo>
                <a:close/>
                <a:moveTo>
                  <a:pt x="173191" y="72586"/>
                </a:moveTo>
                <a:lnTo>
                  <a:pt x="171156" y="72586"/>
                </a:lnTo>
                <a:lnTo>
                  <a:pt x="169755" y="71152"/>
                </a:lnTo>
                <a:lnTo>
                  <a:pt x="169755" y="69317"/>
                </a:lnTo>
                <a:lnTo>
                  <a:pt x="171723" y="71285"/>
                </a:lnTo>
                <a:lnTo>
                  <a:pt x="174492" y="71285"/>
                </a:lnTo>
                <a:close/>
                <a:moveTo>
                  <a:pt x="173057" y="75588"/>
                </a:moveTo>
                <a:lnTo>
                  <a:pt x="174025" y="76589"/>
                </a:lnTo>
                <a:lnTo>
                  <a:pt x="170289" y="76589"/>
                </a:lnTo>
                <a:lnTo>
                  <a:pt x="172957" y="73920"/>
                </a:lnTo>
                <a:lnTo>
                  <a:pt x="172957" y="75321"/>
                </a:lnTo>
                <a:close/>
                <a:moveTo>
                  <a:pt x="172957" y="80025"/>
                </a:moveTo>
                <a:lnTo>
                  <a:pt x="170289" y="77356"/>
                </a:lnTo>
                <a:lnTo>
                  <a:pt x="174025" y="77356"/>
                </a:lnTo>
                <a:lnTo>
                  <a:pt x="172957" y="78457"/>
                </a:lnTo>
                <a:lnTo>
                  <a:pt x="172957" y="80025"/>
                </a:lnTo>
                <a:close/>
                <a:moveTo>
                  <a:pt x="161749" y="68817"/>
                </a:moveTo>
                <a:lnTo>
                  <a:pt x="165786" y="68817"/>
                </a:lnTo>
                <a:lnTo>
                  <a:pt x="166086" y="68683"/>
                </a:lnTo>
                <a:lnTo>
                  <a:pt x="168954" y="65815"/>
                </a:lnTo>
                <a:lnTo>
                  <a:pt x="168954" y="68183"/>
                </a:lnTo>
                <a:lnTo>
                  <a:pt x="166653" y="70485"/>
                </a:lnTo>
                <a:lnTo>
                  <a:pt x="163417" y="70485"/>
                </a:lnTo>
                <a:close/>
                <a:moveTo>
                  <a:pt x="159414" y="66482"/>
                </a:moveTo>
                <a:lnTo>
                  <a:pt x="164985" y="66482"/>
                </a:lnTo>
                <a:lnTo>
                  <a:pt x="168954" y="62546"/>
                </a:lnTo>
                <a:lnTo>
                  <a:pt x="168954" y="64714"/>
                </a:lnTo>
                <a:lnTo>
                  <a:pt x="165619" y="68016"/>
                </a:lnTo>
                <a:lnTo>
                  <a:pt x="160949" y="68016"/>
                </a:lnTo>
                <a:close/>
                <a:moveTo>
                  <a:pt x="146939" y="68016"/>
                </a:moveTo>
                <a:lnTo>
                  <a:pt x="142269" y="68016"/>
                </a:lnTo>
                <a:lnTo>
                  <a:pt x="138933" y="64714"/>
                </a:lnTo>
                <a:lnTo>
                  <a:pt x="138933" y="62546"/>
                </a:lnTo>
                <a:lnTo>
                  <a:pt x="142903" y="66482"/>
                </a:lnTo>
                <a:lnTo>
                  <a:pt x="148473" y="66482"/>
                </a:lnTo>
                <a:close/>
                <a:moveTo>
                  <a:pt x="144504" y="70485"/>
                </a:moveTo>
                <a:lnTo>
                  <a:pt x="141235" y="70485"/>
                </a:lnTo>
                <a:lnTo>
                  <a:pt x="138933" y="68183"/>
                </a:lnTo>
                <a:lnTo>
                  <a:pt x="138933" y="65815"/>
                </a:lnTo>
                <a:lnTo>
                  <a:pt x="141835" y="68683"/>
                </a:lnTo>
                <a:lnTo>
                  <a:pt x="142102" y="68817"/>
                </a:lnTo>
                <a:lnTo>
                  <a:pt x="146172" y="68817"/>
                </a:lnTo>
                <a:close/>
                <a:moveTo>
                  <a:pt x="142369" y="72586"/>
                </a:moveTo>
                <a:lnTo>
                  <a:pt x="140367" y="72586"/>
                </a:lnTo>
                <a:lnTo>
                  <a:pt x="138933" y="71152"/>
                </a:lnTo>
                <a:lnTo>
                  <a:pt x="138933" y="69317"/>
                </a:lnTo>
                <a:lnTo>
                  <a:pt x="140901" y="71285"/>
                </a:lnTo>
                <a:lnTo>
                  <a:pt x="143703" y="71285"/>
                </a:lnTo>
                <a:close/>
                <a:moveTo>
                  <a:pt x="142269" y="75588"/>
                </a:moveTo>
                <a:lnTo>
                  <a:pt x="143236" y="76589"/>
                </a:lnTo>
                <a:lnTo>
                  <a:pt x="139500" y="76589"/>
                </a:lnTo>
                <a:lnTo>
                  <a:pt x="142135" y="73920"/>
                </a:lnTo>
                <a:lnTo>
                  <a:pt x="142135" y="75321"/>
                </a:lnTo>
                <a:close/>
                <a:moveTo>
                  <a:pt x="142135" y="80025"/>
                </a:moveTo>
                <a:lnTo>
                  <a:pt x="139500" y="77356"/>
                </a:lnTo>
                <a:lnTo>
                  <a:pt x="143236" y="77356"/>
                </a:lnTo>
                <a:lnTo>
                  <a:pt x="142135" y="78457"/>
                </a:lnTo>
                <a:lnTo>
                  <a:pt x="142135" y="80025"/>
                </a:lnTo>
                <a:close/>
                <a:moveTo>
                  <a:pt x="130927" y="68817"/>
                </a:moveTo>
                <a:lnTo>
                  <a:pt x="135164" y="68817"/>
                </a:lnTo>
                <a:lnTo>
                  <a:pt x="138166" y="65815"/>
                </a:lnTo>
                <a:lnTo>
                  <a:pt x="138166" y="68183"/>
                </a:lnTo>
                <a:lnTo>
                  <a:pt x="135864" y="70485"/>
                </a:lnTo>
                <a:lnTo>
                  <a:pt x="132629" y="70485"/>
                </a:lnTo>
                <a:close/>
                <a:moveTo>
                  <a:pt x="128626" y="66482"/>
                </a:moveTo>
                <a:lnTo>
                  <a:pt x="134196" y="66482"/>
                </a:lnTo>
                <a:lnTo>
                  <a:pt x="138166" y="62546"/>
                </a:lnTo>
                <a:lnTo>
                  <a:pt x="138166" y="64714"/>
                </a:lnTo>
                <a:lnTo>
                  <a:pt x="134830" y="68016"/>
                </a:lnTo>
                <a:lnTo>
                  <a:pt x="130160" y="68016"/>
                </a:lnTo>
                <a:close/>
                <a:moveTo>
                  <a:pt x="116150" y="68016"/>
                </a:moveTo>
                <a:lnTo>
                  <a:pt x="111480" y="68016"/>
                </a:lnTo>
                <a:lnTo>
                  <a:pt x="108144" y="64714"/>
                </a:lnTo>
                <a:lnTo>
                  <a:pt x="108144" y="62546"/>
                </a:lnTo>
                <a:lnTo>
                  <a:pt x="112114" y="66482"/>
                </a:lnTo>
                <a:lnTo>
                  <a:pt x="117685" y="66482"/>
                </a:lnTo>
                <a:close/>
                <a:moveTo>
                  <a:pt x="113682" y="70485"/>
                </a:moveTo>
                <a:lnTo>
                  <a:pt x="110446" y="70485"/>
                </a:lnTo>
                <a:lnTo>
                  <a:pt x="108144" y="68183"/>
                </a:lnTo>
                <a:lnTo>
                  <a:pt x="108144" y="65815"/>
                </a:lnTo>
                <a:lnTo>
                  <a:pt x="111147" y="68817"/>
                </a:lnTo>
                <a:lnTo>
                  <a:pt x="115383" y="68817"/>
                </a:lnTo>
                <a:close/>
                <a:moveTo>
                  <a:pt x="111580" y="72586"/>
                </a:moveTo>
                <a:lnTo>
                  <a:pt x="109579" y="72586"/>
                </a:lnTo>
                <a:lnTo>
                  <a:pt x="108144" y="71152"/>
                </a:lnTo>
                <a:lnTo>
                  <a:pt x="108144" y="69317"/>
                </a:lnTo>
                <a:lnTo>
                  <a:pt x="110112" y="71285"/>
                </a:lnTo>
                <a:lnTo>
                  <a:pt x="112914" y="71285"/>
                </a:lnTo>
                <a:close/>
                <a:moveTo>
                  <a:pt x="111480" y="75588"/>
                </a:moveTo>
                <a:lnTo>
                  <a:pt x="112447" y="76589"/>
                </a:lnTo>
                <a:lnTo>
                  <a:pt x="108711" y="76589"/>
                </a:lnTo>
                <a:lnTo>
                  <a:pt x="111347" y="73920"/>
                </a:lnTo>
                <a:lnTo>
                  <a:pt x="111347" y="75321"/>
                </a:lnTo>
                <a:close/>
                <a:moveTo>
                  <a:pt x="111347" y="80025"/>
                </a:moveTo>
                <a:lnTo>
                  <a:pt x="108711" y="77356"/>
                </a:lnTo>
                <a:lnTo>
                  <a:pt x="112447" y="77356"/>
                </a:lnTo>
                <a:lnTo>
                  <a:pt x="111347" y="78457"/>
                </a:lnTo>
                <a:close/>
                <a:moveTo>
                  <a:pt x="100139" y="68817"/>
                </a:moveTo>
                <a:lnTo>
                  <a:pt x="104208" y="68817"/>
                </a:lnTo>
                <a:lnTo>
                  <a:pt x="104475" y="68683"/>
                </a:lnTo>
                <a:lnTo>
                  <a:pt x="107377" y="65815"/>
                </a:lnTo>
                <a:lnTo>
                  <a:pt x="107377" y="68183"/>
                </a:lnTo>
                <a:lnTo>
                  <a:pt x="105076" y="70485"/>
                </a:lnTo>
                <a:lnTo>
                  <a:pt x="101807" y="70485"/>
                </a:lnTo>
                <a:close/>
                <a:moveTo>
                  <a:pt x="97837" y="66482"/>
                </a:moveTo>
                <a:lnTo>
                  <a:pt x="103408" y="66482"/>
                </a:lnTo>
                <a:lnTo>
                  <a:pt x="107377" y="62546"/>
                </a:lnTo>
                <a:lnTo>
                  <a:pt x="107377" y="64714"/>
                </a:lnTo>
                <a:lnTo>
                  <a:pt x="104041" y="68016"/>
                </a:lnTo>
                <a:lnTo>
                  <a:pt x="99371" y="68016"/>
                </a:lnTo>
                <a:close/>
                <a:moveTo>
                  <a:pt x="85361" y="68016"/>
                </a:moveTo>
                <a:lnTo>
                  <a:pt x="80691" y="68016"/>
                </a:lnTo>
                <a:lnTo>
                  <a:pt x="77356" y="64714"/>
                </a:lnTo>
                <a:lnTo>
                  <a:pt x="77356" y="62546"/>
                </a:lnTo>
                <a:lnTo>
                  <a:pt x="81325" y="66482"/>
                </a:lnTo>
                <a:lnTo>
                  <a:pt x="86896" y="66482"/>
                </a:lnTo>
                <a:close/>
                <a:moveTo>
                  <a:pt x="82893" y="70485"/>
                </a:moveTo>
                <a:lnTo>
                  <a:pt x="79657" y="70485"/>
                </a:lnTo>
                <a:lnTo>
                  <a:pt x="77356" y="68183"/>
                </a:lnTo>
                <a:lnTo>
                  <a:pt x="77356" y="65815"/>
                </a:lnTo>
                <a:lnTo>
                  <a:pt x="80224" y="68683"/>
                </a:lnTo>
                <a:lnTo>
                  <a:pt x="80525" y="68817"/>
                </a:lnTo>
                <a:lnTo>
                  <a:pt x="84594" y="68817"/>
                </a:lnTo>
                <a:close/>
                <a:moveTo>
                  <a:pt x="80792" y="72586"/>
                </a:moveTo>
                <a:lnTo>
                  <a:pt x="78790" y="72586"/>
                </a:lnTo>
                <a:lnTo>
                  <a:pt x="77356" y="71152"/>
                </a:lnTo>
                <a:lnTo>
                  <a:pt x="77356" y="69317"/>
                </a:lnTo>
                <a:lnTo>
                  <a:pt x="79324" y="71285"/>
                </a:lnTo>
                <a:lnTo>
                  <a:pt x="82126" y="71285"/>
                </a:lnTo>
                <a:close/>
                <a:moveTo>
                  <a:pt x="80691" y="75588"/>
                </a:moveTo>
                <a:lnTo>
                  <a:pt x="81659" y="76589"/>
                </a:lnTo>
                <a:lnTo>
                  <a:pt x="77923" y="76589"/>
                </a:lnTo>
                <a:lnTo>
                  <a:pt x="80558" y="73920"/>
                </a:lnTo>
                <a:lnTo>
                  <a:pt x="80558" y="75321"/>
                </a:lnTo>
                <a:close/>
                <a:moveTo>
                  <a:pt x="80558" y="80025"/>
                </a:moveTo>
                <a:lnTo>
                  <a:pt x="77923" y="77356"/>
                </a:lnTo>
                <a:lnTo>
                  <a:pt x="81659" y="77356"/>
                </a:lnTo>
                <a:lnTo>
                  <a:pt x="80558" y="78457"/>
                </a:lnTo>
                <a:close/>
                <a:moveTo>
                  <a:pt x="69350" y="68817"/>
                </a:moveTo>
                <a:lnTo>
                  <a:pt x="73586" y="68817"/>
                </a:lnTo>
                <a:lnTo>
                  <a:pt x="76589" y="65815"/>
                </a:lnTo>
                <a:lnTo>
                  <a:pt x="76589" y="68183"/>
                </a:lnTo>
                <a:lnTo>
                  <a:pt x="74287" y="70485"/>
                </a:lnTo>
                <a:lnTo>
                  <a:pt x="71018" y="70485"/>
                </a:lnTo>
                <a:close/>
                <a:moveTo>
                  <a:pt x="67048" y="66482"/>
                </a:moveTo>
                <a:lnTo>
                  <a:pt x="72619" y="66482"/>
                </a:lnTo>
                <a:lnTo>
                  <a:pt x="76589" y="62546"/>
                </a:lnTo>
                <a:lnTo>
                  <a:pt x="76589" y="64714"/>
                </a:lnTo>
                <a:lnTo>
                  <a:pt x="73253" y="68016"/>
                </a:lnTo>
                <a:lnTo>
                  <a:pt x="68583" y="68016"/>
                </a:lnTo>
                <a:close/>
                <a:moveTo>
                  <a:pt x="54573" y="68016"/>
                </a:moveTo>
                <a:lnTo>
                  <a:pt x="49903" y="68016"/>
                </a:lnTo>
                <a:lnTo>
                  <a:pt x="46567" y="64714"/>
                </a:lnTo>
                <a:lnTo>
                  <a:pt x="46567" y="62546"/>
                </a:lnTo>
                <a:lnTo>
                  <a:pt x="50537" y="66482"/>
                </a:lnTo>
                <a:lnTo>
                  <a:pt x="56107" y="66482"/>
                </a:lnTo>
                <a:close/>
                <a:moveTo>
                  <a:pt x="52104" y="70485"/>
                </a:moveTo>
                <a:lnTo>
                  <a:pt x="48869" y="70485"/>
                </a:lnTo>
                <a:lnTo>
                  <a:pt x="46567" y="68183"/>
                </a:lnTo>
                <a:lnTo>
                  <a:pt x="46567" y="65815"/>
                </a:lnTo>
                <a:lnTo>
                  <a:pt x="49569" y="68817"/>
                </a:lnTo>
                <a:lnTo>
                  <a:pt x="53806" y="68817"/>
                </a:lnTo>
                <a:close/>
                <a:moveTo>
                  <a:pt x="50003" y="72586"/>
                </a:moveTo>
                <a:lnTo>
                  <a:pt x="48001" y="72586"/>
                </a:lnTo>
                <a:lnTo>
                  <a:pt x="46567" y="71152"/>
                </a:lnTo>
                <a:lnTo>
                  <a:pt x="46567" y="69317"/>
                </a:lnTo>
                <a:lnTo>
                  <a:pt x="48535" y="71285"/>
                </a:lnTo>
                <a:lnTo>
                  <a:pt x="51337" y="71285"/>
                </a:lnTo>
                <a:close/>
                <a:moveTo>
                  <a:pt x="49903" y="75588"/>
                </a:moveTo>
                <a:lnTo>
                  <a:pt x="50870" y="76589"/>
                </a:lnTo>
                <a:lnTo>
                  <a:pt x="47134" y="76589"/>
                </a:lnTo>
                <a:lnTo>
                  <a:pt x="49769" y="73920"/>
                </a:lnTo>
                <a:lnTo>
                  <a:pt x="49769" y="75321"/>
                </a:lnTo>
                <a:close/>
                <a:moveTo>
                  <a:pt x="49769" y="80025"/>
                </a:moveTo>
                <a:lnTo>
                  <a:pt x="47134" y="77356"/>
                </a:lnTo>
                <a:lnTo>
                  <a:pt x="50870" y="77356"/>
                </a:lnTo>
                <a:lnTo>
                  <a:pt x="49769" y="78457"/>
                </a:lnTo>
                <a:close/>
                <a:moveTo>
                  <a:pt x="38561" y="68817"/>
                </a:moveTo>
                <a:lnTo>
                  <a:pt x="42631" y="68817"/>
                </a:lnTo>
                <a:lnTo>
                  <a:pt x="42898" y="68683"/>
                </a:lnTo>
                <a:lnTo>
                  <a:pt x="45800" y="65815"/>
                </a:lnTo>
                <a:lnTo>
                  <a:pt x="45800" y="68183"/>
                </a:lnTo>
                <a:lnTo>
                  <a:pt x="43498" y="70485"/>
                </a:lnTo>
                <a:lnTo>
                  <a:pt x="40229" y="70485"/>
                </a:lnTo>
                <a:close/>
                <a:moveTo>
                  <a:pt x="42364" y="50570"/>
                </a:moveTo>
                <a:lnTo>
                  <a:pt x="44366" y="50570"/>
                </a:lnTo>
                <a:lnTo>
                  <a:pt x="45767" y="52005"/>
                </a:lnTo>
                <a:lnTo>
                  <a:pt x="45767" y="53873"/>
                </a:lnTo>
                <a:lnTo>
                  <a:pt x="43798" y="51905"/>
                </a:lnTo>
                <a:lnTo>
                  <a:pt x="41030" y="51905"/>
                </a:lnTo>
                <a:close/>
                <a:moveTo>
                  <a:pt x="42464" y="47568"/>
                </a:moveTo>
                <a:lnTo>
                  <a:pt x="41497" y="46568"/>
                </a:lnTo>
                <a:lnTo>
                  <a:pt x="45233" y="46568"/>
                </a:lnTo>
                <a:lnTo>
                  <a:pt x="42564" y="49236"/>
                </a:lnTo>
                <a:lnTo>
                  <a:pt x="42564" y="47835"/>
                </a:lnTo>
                <a:close/>
                <a:moveTo>
                  <a:pt x="42564" y="43132"/>
                </a:moveTo>
                <a:lnTo>
                  <a:pt x="45233" y="45800"/>
                </a:lnTo>
                <a:lnTo>
                  <a:pt x="41497" y="45800"/>
                </a:lnTo>
                <a:lnTo>
                  <a:pt x="42564" y="44700"/>
                </a:lnTo>
                <a:lnTo>
                  <a:pt x="42564" y="43132"/>
                </a:lnTo>
                <a:close/>
                <a:moveTo>
                  <a:pt x="53806" y="54340"/>
                </a:moveTo>
                <a:lnTo>
                  <a:pt x="49569" y="54340"/>
                </a:lnTo>
                <a:lnTo>
                  <a:pt x="46567" y="57342"/>
                </a:lnTo>
                <a:lnTo>
                  <a:pt x="46567" y="54974"/>
                </a:lnTo>
                <a:lnTo>
                  <a:pt x="48869" y="52672"/>
                </a:lnTo>
                <a:lnTo>
                  <a:pt x="52104" y="52672"/>
                </a:lnTo>
                <a:close/>
                <a:moveTo>
                  <a:pt x="56107" y="56675"/>
                </a:moveTo>
                <a:lnTo>
                  <a:pt x="50537" y="56675"/>
                </a:lnTo>
                <a:lnTo>
                  <a:pt x="46567" y="60611"/>
                </a:lnTo>
                <a:lnTo>
                  <a:pt x="46567" y="58476"/>
                </a:lnTo>
                <a:lnTo>
                  <a:pt x="49903" y="55140"/>
                </a:lnTo>
                <a:lnTo>
                  <a:pt x="54573" y="55140"/>
                </a:lnTo>
                <a:close/>
                <a:moveTo>
                  <a:pt x="68583" y="55140"/>
                </a:moveTo>
                <a:lnTo>
                  <a:pt x="73253" y="55140"/>
                </a:lnTo>
                <a:lnTo>
                  <a:pt x="76555" y="58443"/>
                </a:lnTo>
                <a:lnTo>
                  <a:pt x="76555" y="60611"/>
                </a:lnTo>
                <a:lnTo>
                  <a:pt x="72619" y="56675"/>
                </a:lnTo>
                <a:lnTo>
                  <a:pt x="67048" y="56675"/>
                </a:lnTo>
                <a:close/>
                <a:moveTo>
                  <a:pt x="71018" y="52672"/>
                </a:moveTo>
                <a:lnTo>
                  <a:pt x="74287" y="52672"/>
                </a:lnTo>
                <a:lnTo>
                  <a:pt x="76589" y="54974"/>
                </a:lnTo>
                <a:lnTo>
                  <a:pt x="76589" y="57342"/>
                </a:lnTo>
                <a:lnTo>
                  <a:pt x="73586" y="54340"/>
                </a:lnTo>
                <a:lnTo>
                  <a:pt x="69350" y="54340"/>
                </a:lnTo>
                <a:close/>
                <a:moveTo>
                  <a:pt x="73153" y="50570"/>
                </a:moveTo>
                <a:lnTo>
                  <a:pt x="75154" y="50570"/>
                </a:lnTo>
                <a:lnTo>
                  <a:pt x="76555" y="52005"/>
                </a:lnTo>
                <a:lnTo>
                  <a:pt x="76555" y="53873"/>
                </a:lnTo>
                <a:lnTo>
                  <a:pt x="74587" y="51905"/>
                </a:lnTo>
                <a:lnTo>
                  <a:pt x="71818" y="51905"/>
                </a:lnTo>
                <a:close/>
                <a:moveTo>
                  <a:pt x="73253" y="47568"/>
                </a:moveTo>
                <a:lnTo>
                  <a:pt x="72285" y="46568"/>
                </a:lnTo>
                <a:lnTo>
                  <a:pt x="76021" y="46568"/>
                </a:lnTo>
                <a:lnTo>
                  <a:pt x="73386" y="49236"/>
                </a:lnTo>
                <a:lnTo>
                  <a:pt x="73386" y="47835"/>
                </a:lnTo>
                <a:close/>
                <a:moveTo>
                  <a:pt x="73386" y="43132"/>
                </a:moveTo>
                <a:lnTo>
                  <a:pt x="76021" y="45800"/>
                </a:lnTo>
                <a:lnTo>
                  <a:pt x="72285" y="45800"/>
                </a:lnTo>
                <a:lnTo>
                  <a:pt x="73386" y="44700"/>
                </a:lnTo>
                <a:close/>
                <a:moveTo>
                  <a:pt x="84561" y="54340"/>
                </a:moveTo>
                <a:lnTo>
                  <a:pt x="80525" y="54340"/>
                </a:lnTo>
                <a:lnTo>
                  <a:pt x="80224" y="54473"/>
                </a:lnTo>
                <a:lnTo>
                  <a:pt x="77356" y="57342"/>
                </a:lnTo>
                <a:lnTo>
                  <a:pt x="77356" y="54974"/>
                </a:lnTo>
                <a:lnTo>
                  <a:pt x="79657" y="52672"/>
                </a:lnTo>
                <a:lnTo>
                  <a:pt x="82893" y="52672"/>
                </a:lnTo>
                <a:close/>
                <a:moveTo>
                  <a:pt x="86896" y="56675"/>
                </a:moveTo>
                <a:lnTo>
                  <a:pt x="81325" y="56675"/>
                </a:lnTo>
                <a:lnTo>
                  <a:pt x="77356" y="60611"/>
                </a:lnTo>
                <a:lnTo>
                  <a:pt x="77356" y="58476"/>
                </a:lnTo>
                <a:lnTo>
                  <a:pt x="80691" y="55140"/>
                </a:lnTo>
                <a:lnTo>
                  <a:pt x="85361" y="55140"/>
                </a:lnTo>
                <a:close/>
                <a:moveTo>
                  <a:pt x="99371" y="55140"/>
                </a:moveTo>
                <a:lnTo>
                  <a:pt x="104041" y="55140"/>
                </a:lnTo>
                <a:lnTo>
                  <a:pt x="107377" y="58443"/>
                </a:lnTo>
                <a:lnTo>
                  <a:pt x="107377" y="60611"/>
                </a:lnTo>
                <a:lnTo>
                  <a:pt x="103408" y="56675"/>
                </a:lnTo>
                <a:lnTo>
                  <a:pt x="97837" y="56675"/>
                </a:lnTo>
                <a:close/>
                <a:moveTo>
                  <a:pt x="101840" y="52672"/>
                </a:moveTo>
                <a:lnTo>
                  <a:pt x="105076" y="52672"/>
                </a:lnTo>
                <a:lnTo>
                  <a:pt x="107377" y="54974"/>
                </a:lnTo>
                <a:lnTo>
                  <a:pt x="107377" y="57342"/>
                </a:lnTo>
                <a:lnTo>
                  <a:pt x="104508" y="54473"/>
                </a:lnTo>
                <a:lnTo>
                  <a:pt x="104208" y="54340"/>
                </a:lnTo>
                <a:lnTo>
                  <a:pt x="100139" y="54340"/>
                </a:lnTo>
                <a:close/>
                <a:moveTo>
                  <a:pt x="103941" y="50570"/>
                </a:moveTo>
                <a:lnTo>
                  <a:pt x="105943" y="50570"/>
                </a:lnTo>
                <a:lnTo>
                  <a:pt x="107377" y="52005"/>
                </a:lnTo>
                <a:lnTo>
                  <a:pt x="107377" y="53873"/>
                </a:lnTo>
                <a:lnTo>
                  <a:pt x="105409" y="51905"/>
                </a:lnTo>
                <a:lnTo>
                  <a:pt x="102607" y="51905"/>
                </a:lnTo>
                <a:close/>
                <a:moveTo>
                  <a:pt x="104041" y="47568"/>
                </a:moveTo>
                <a:lnTo>
                  <a:pt x="103074" y="46568"/>
                </a:lnTo>
                <a:lnTo>
                  <a:pt x="106810" y="46568"/>
                </a:lnTo>
                <a:lnTo>
                  <a:pt x="104175" y="49236"/>
                </a:lnTo>
                <a:lnTo>
                  <a:pt x="104175" y="47835"/>
                </a:lnTo>
                <a:close/>
                <a:moveTo>
                  <a:pt x="104175" y="43132"/>
                </a:moveTo>
                <a:lnTo>
                  <a:pt x="106810" y="45800"/>
                </a:lnTo>
                <a:lnTo>
                  <a:pt x="103074" y="45800"/>
                </a:lnTo>
                <a:lnTo>
                  <a:pt x="104175" y="44700"/>
                </a:lnTo>
                <a:close/>
                <a:moveTo>
                  <a:pt x="115383" y="54340"/>
                </a:moveTo>
                <a:lnTo>
                  <a:pt x="111147" y="54340"/>
                </a:lnTo>
                <a:lnTo>
                  <a:pt x="108144" y="57342"/>
                </a:lnTo>
                <a:lnTo>
                  <a:pt x="108144" y="54974"/>
                </a:lnTo>
                <a:lnTo>
                  <a:pt x="110446" y="52672"/>
                </a:lnTo>
                <a:lnTo>
                  <a:pt x="113682" y="52672"/>
                </a:lnTo>
                <a:close/>
                <a:moveTo>
                  <a:pt x="117685" y="56675"/>
                </a:moveTo>
                <a:lnTo>
                  <a:pt x="112114" y="56675"/>
                </a:lnTo>
                <a:lnTo>
                  <a:pt x="108144" y="60611"/>
                </a:lnTo>
                <a:lnTo>
                  <a:pt x="108144" y="58476"/>
                </a:lnTo>
                <a:lnTo>
                  <a:pt x="111480" y="55140"/>
                </a:lnTo>
                <a:lnTo>
                  <a:pt x="116150" y="55140"/>
                </a:lnTo>
                <a:close/>
                <a:moveTo>
                  <a:pt x="130160" y="55140"/>
                </a:moveTo>
                <a:lnTo>
                  <a:pt x="134830" y="55140"/>
                </a:lnTo>
                <a:lnTo>
                  <a:pt x="138166" y="58443"/>
                </a:lnTo>
                <a:lnTo>
                  <a:pt x="138166" y="60611"/>
                </a:lnTo>
                <a:lnTo>
                  <a:pt x="134196" y="56675"/>
                </a:lnTo>
                <a:lnTo>
                  <a:pt x="128626" y="56675"/>
                </a:lnTo>
                <a:close/>
                <a:moveTo>
                  <a:pt x="132629" y="52672"/>
                </a:moveTo>
                <a:lnTo>
                  <a:pt x="135864" y="52672"/>
                </a:lnTo>
                <a:lnTo>
                  <a:pt x="138166" y="54974"/>
                </a:lnTo>
                <a:lnTo>
                  <a:pt x="138166" y="57342"/>
                </a:lnTo>
                <a:lnTo>
                  <a:pt x="135164" y="54340"/>
                </a:lnTo>
                <a:lnTo>
                  <a:pt x="130927" y="54340"/>
                </a:lnTo>
                <a:close/>
                <a:moveTo>
                  <a:pt x="134730" y="50570"/>
                </a:moveTo>
                <a:lnTo>
                  <a:pt x="136731" y="50570"/>
                </a:lnTo>
                <a:lnTo>
                  <a:pt x="138166" y="52005"/>
                </a:lnTo>
                <a:lnTo>
                  <a:pt x="138166" y="53873"/>
                </a:lnTo>
                <a:lnTo>
                  <a:pt x="136198" y="51905"/>
                </a:lnTo>
                <a:lnTo>
                  <a:pt x="133396" y="51905"/>
                </a:lnTo>
                <a:close/>
                <a:moveTo>
                  <a:pt x="134830" y="47568"/>
                </a:moveTo>
                <a:lnTo>
                  <a:pt x="133863" y="46568"/>
                </a:lnTo>
                <a:lnTo>
                  <a:pt x="137599" y="46568"/>
                </a:lnTo>
                <a:lnTo>
                  <a:pt x="134964" y="49236"/>
                </a:lnTo>
                <a:lnTo>
                  <a:pt x="134964" y="47835"/>
                </a:lnTo>
                <a:close/>
                <a:moveTo>
                  <a:pt x="134964" y="43132"/>
                </a:moveTo>
                <a:lnTo>
                  <a:pt x="137599" y="45800"/>
                </a:lnTo>
                <a:lnTo>
                  <a:pt x="133863" y="45800"/>
                </a:lnTo>
                <a:lnTo>
                  <a:pt x="134964" y="44700"/>
                </a:lnTo>
                <a:lnTo>
                  <a:pt x="134964" y="43132"/>
                </a:lnTo>
                <a:close/>
                <a:moveTo>
                  <a:pt x="146172" y="54340"/>
                </a:moveTo>
                <a:lnTo>
                  <a:pt x="142102" y="54340"/>
                </a:lnTo>
                <a:lnTo>
                  <a:pt x="141835" y="54473"/>
                </a:lnTo>
                <a:lnTo>
                  <a:pt x="138933" y="57342"/>
                </a:lnTo>
                <a:lnTo>
                  <a:pt x="138933" y="54974"/>
                </a:lnTo>
                <a:lnTo>
                  <a:pt x="141235" y="52672"/>
                </a:lnTo>
                <a:lnTo>
                  <a:pt x="144504" y="52672"/>
                </a:lnTo>
                <a:close/>
                <a:moveTo>
                  <a:pt x="148473" y="56675"/>
                </a:moveTo>
                <a:lnTo>
                  <a:pt x="142903" y="56675"/>
                </a:lnTo>
                <a:lnTo>
                  <a:pt x="138966" y="60611"/>
                </a:lnTo>
                <a:lnTo>
                  <a:pt x="138966" y="58476"/>
                </a:lnTo>
                <a:lnTo>
                  <a:pt x="142269" y="55140"/>
                </a:lnTo>
                <a:lnTo>
                  <a:pt x="146972" y="55140"/>
                </a:lnTo>
                <a:close/>
                <a:moveTo>
                  <a:pt x="160949" y="55140"/>
                </a:moveTo>
                <a:lnTo>
                  <a:pt x="165619" y="55140"/>
                </a:lnTo>
                <a:lnTo>
                  <a:pt x="168954" y="58443"/>
                </a:lnTo>
                <a:lnTo>
                  <a:pt x="168954" y="60611"/>
                </a:lnTo>
                <a:lnTo>
                  <a:pt x="164985" y="56675"/>
                </a:lnTo>
                <a:lnTo>
                  <a:pt x="159414" y="56675"/>
                </a:lnTo>
                <a:close/>
                <a:moveTo>
                  <a:pt x="163417" y="52672"/>
                </a:moveTo>
                <a:lnTo>
                  <a:pt x="166653" y="52672"/>
                </a:lnTo>
                <a:lnTo>
                  <a:pt x="168954" y="54974"/>
                </a:lnTo>
                <a:lnTo>
                  <a:pt x="168954" y="57342"/>
                </a:lnTo>
                <a:lnTo>
                  <a:pt x="166086" y="54473"/>
                </a:lnTo>
                <a:lnTo>
                  <a:pt x="165786" y="54340"/>
                </a:lnTo>
                <a:lnTo>
                  <a:pt x="161716" y="54340"/>
                </a:lnTo>
                <a:close/>
                <a:moveTo>
                  <a:pt x="165519" y="50570"/>
                </a:moveTo>
                <a:lnTo>
                  <a:pt x="167520" y="50570"/>
                </a:lnTo>
                <a:lnTo>
                  <a:pt x="168954" y="52005"/>
                </a:lnTo>
                <a:lnTo>
                  <a:pt x="168954" y="53873"/>
                </a:lnTo>
                <a:lnTo>
                  <a:pt x="166986" y="51905"/>
                </a:lnTo>
                <a:lnTo>
                  <a:pt x="164184" y="51905"/>
                </a:lnTo>
                <a:close/>
                <a:moveTo>
                  <a:pt x="165619" y="47568"/>
                </a:moveTo>
                <a:lnTo>
                  <a:pt x="164651" y="46568"/>
                </a:lnTo>
                <a:lnTo>
                  <a:pt x="168387" y="46568"/>
                </a:lnTo>
                <a:lnTo>
                  <a:pt x="165752" y="49236"/>
                </a:lnTo>
                <a:lnTo>
                  <a:pt x="165752" y="47835"/>
                </a:lnTo>
                <a:close/>
                <a:moveTo>
                  <a:pt x="165752" y="43132"/>
                </a:moveTo>
                <a:lnTo>
                  <a:pt x="168387" y="45800"/>
                </a:lnTo>
                <a:lnTo>
                  <a:pt x="164651" y="45800"/>
                </a:lnTo>
                <a:lnTo>
                  <a:pt x="165752" y="44700"/>
                </a:lnTo>
                <a:lnTo>
                  <a:pt x="165752" y="43132"/>
                </a:lnTo>
                <a:close/>
                <a:moveTo>
                  <a:pt x="176960" y="54340"/>
                </a:moveTo>
                <a:lnTo>
                  <a:pt x="172724" y="54340"/>
                </a:lnTo>
                <a:lnTo>
                  <a:pt x="169755" y="57342"/>
                </a:lnTo>
                <a:lnTo>
                  <a:pt x="169755" y="54974"/>
                </a:lnTo>
                <a:lnTo>
                  <a:pt x="172023" y="52672"/>
                </a:lnTo>
                <a:lnTo>
                  <a:pt x="175292" y="52672"/>
                </a:lnTo>
                <a:close/>
                <a:moveTo>
                  <a:pt x="179262" y="56675"/>
                </a:moveTo>
                <a:lnTo>
                  <a:pt x="173691" y="56675"/>
                </a:lnTo>
                <a:lnTo>
                  <a:pt x="169755" y="60611"/>
                </a:lnTo>
                <a:lnTo>
                  <a:pt x="169755" y="58476"/>
                </a:lnTo>
                <a:lnTo>
                  <a:pt x="173057" y="55140"/>
                </a:lnTo>
                <a:lnTo>
                  <a:pt x="177727" y="55140"/>
                </a:lnTo>
                <a:close/>
                <a:moveTo>
                  <a:pt x="191737" y="55140"/>
                </a:moveTo>
                <a:lnTo>
                  <a:pt x="196441" y="55140"/>
                </a:lnTo>
                <a:lnTo>
                  <a:pt x="199743" y="58443"/>
                </a:lnTo>
                <a:lnTo>
                  <a:pt x="199743" y="60611"/>
                </a:lnTo>
                <a:lnTo>
                  <a:pt x="195807" y="56675"/>
                </a:lnTo>
                <a:lnTo>
                  <a:pt x="190203" y="56675"/>
                </a:lnTo>
                <a:close/>
                <a:moveTo>
                  <a:pt x="194206" y="52672"/>
                </a:moveTo>
                <a:lnTo>
                  <a:pt x="197441" y="52672"/>
                </a:lnTo>
                <a:lnTo>
                  <a:pt x="199743" y="54974"/>
                </a:lnTo>
                <a:lnTo>
                  <a:pt x="199743" y="57342"/>
                </a:lnTo>
                <a:lnTo>
                  <a:pt x="196741" y="54340"/>
                </a:lnTo>
                <a:lnTo>
                  <a:pt x="192538" y="54340"/>
                </a:lnTo>
                <a:close/>
                <a:moveTo>
                  <a:pt x="196307" y="50570"/>
                </a:moveTo>
                <a:lnTo>
                  <a:pt x="198309" y="50570"/>
                </a:lnTo>
                <a:lnTo>
                  <a:pt x="199743" y="52005"/>
                </a:lnTo>
                <a:lnTo>
                  <a:pt x="199743" y="53873"/>
                </a:lnTo>
                <a:lnTo>
                  <a:pt x="197775" y="51905"/>
                </a:lnTo>
                <a:lnTo>
                  <a:pt x="195006" y="51905"/>
                </a:lnTo>
                <a:close/>
                <a:moveTo>
                  <a:pt x="196407" y="47568"/>
                </a:moveTo>
                <a:lnTo>
                  <a:pt x="195440" y="46568"/>
                </a:lnTo>
                <a:lnTo>
                  <a:pt x="199176" y="46568"/>
                </a:lnTo>
                <a:lnTo>
                  <a:pt x="196541" y="49236"/>
                </a:lnTo>
                <a:lnTo>
                  <a:pt x="196541" y="47835"/>
                </a:lnTo>
                <a:close/>
                <a:moveTo>
                  <a:pt x="196541" y="43132"/>
                </a:moveTo>
                <a:lnTo>
                  <a:pt x="199176" y="45800"/>
                </a:lnTo>
                <a:lnTo>
                  <a:pt x="195440" y="45800"/>
                </a:lnTo>
                <a:lnTo>
                  <a:pt x="196541" y="44700"/>
                </a:lnTo>
                <a:lnTo>
                  <a:pt x="196541" y="43132"/>
                </a:lnTo>
                <a:close/>
                <a:moveTo>
                  <a:pt x="200544" y="47135"/>
                </a:moveTo>
                <a:lnTo>
                  <a:pt x="203179" y="49770"/>
                </a:lnTo>
                <a:lnTo>
                  <a:pt x="201644" y="49770"/>
                </a:lnTo>
                <a:lnTo>
                  <a:pt x="200544" y="50871"/>
                </a:lnTo>
                <a:close/>
                <a:moveTo>
                  <a:pt x="200544" y="52005"/>
                </a:moveTo>
                <a:lnTo>
                  <a:pt x="201945" y="50570"/>
                </a:lnTo>
                <a:lnTo>
                  <a:pt x="203979" y="50570"/>
                </a:lnTo>
                <a:lnTo>
                  <a:pt x="205280" y="51905"/>
                </a:lnTo>
                <a:lnTo>
                  <a:pt x="202512" y="51905"/>
                </a:lnTo>
                <a:lnTo>
                  <a:pt x="200544" y="53873"/>
                </a:lnTo>
                <a:close/>
                <a:moveTo>
                  <a:pt x="203746" y="47835"/>
                </a:moveTo>
                <a:lnTo>
                  <a:pt x="203746" y="49203"/>
                </a:lnTo>
                <a:lnTo>
                  <a:pt x="201077" y="46568"/>
                </a:lnTo>
                <a:lnTo>
                  <a:pt x="204847" y="46568"/>
                </a:lnTo>
                <a:lnTo>
                  <a:pt x="203846" y="47568"/>
                </a:lnTo>
                <a:close/>
                <a:moveTo>
                  <a:pt x="201077" y="45800"/>
                </a:moveTo>
                <a:lnTo>
                  <a:pt x="203746" y="43132"/>
                </a:lnTo>
                <a:lnTo>
                  <a:pt x="203746" y="44700"/>
                </a:lnTo>
                <a:lnTo>
                  <a:pt x="204847" y="45800"/>
                </a:lnTo>
                <a:lnTo>
                  <a:pt x="201077" y="45800"/>
                </a:lnTo>
                <a:close/>
                <a:moveTo>
                  <a:pt x="200544" y="45233"/>
                </a:moveTo>
                <a:lnTo>
                  <a:pt x="200544" y="41497"/>
                </a:lnTo>
                <a:lnTo>
                  <a:pt x="201644" y="42598"/>
                </a:lnTo>
                <a:lnTo>
                  <a:pt x="201778" y="42598"/>
                </a:lnTo>
                <a:lnTo>
                  <a:pt x="203179" y="42598"/>
                </a:lnTo>
                <a:close/>
                <a:moveTo>
                  <a:pt x="199743" y="45233"/>
                </a:moveTo>
                <a:lnTo>
                  <a:pt x="197108" y="42598"/>
                </a:lnTo>
                <a:lnTo>
                  <a:pt x="198476" y="42598"/>
                </a:lnTo>
                <a:lnTo>
                  <a:pt x="198776" y="42465"/>
                </a:lnTo>
                <a:lnTo>
                  <a:pt x="199743" y="41497"/>
                </a:lnTo>
                <a:lnTo>
                  <a:pt x="199743" y="45233"/>
                </a:lnTo>
                <a:close/>
                <a:moveTo>
                  <a:pt x="199743" y="47135"/>
                </a:moveTo>
                <a:lnTo>
                  <a:pt x="199743" y="50871"/>
                </a:lnTo>
                <a:lnTo>
                  <a:pt x="198776" y="49903"/>
                </a:lnTo>
                <a:lnTo>
                  <a:pt x="198476" y="49770"/>
                </a:lnTo>
                <a:lnTo>
                  <a:pt x="197108" y="49770"/>
                </a:lnTo>
                <a:close/>
                <a:moveTo>
                  <a:pt x="168954" y="76022"/>
                </a:moveTo>
                <a:lnTo>
                  <a:pt x="166319" y="73387"/>
                </a:lnTo>
                <a:lnTo>
                  <a:pt x="167854" y="73387"/>
                </a:lnTo>
                <a:lnTo>
                  <a:pt x="168954" y="72286"/>
                </a:lnTo>
                <a:close/>
                <a:moveTo>
                  <a:pt x="138166" y="76022"/>
                </a:moveTo>
                <a:lnTo>
                  <a:pt x="135531" y="73387"/>
                </a:lnTo>
                <a:lnTo>
                  <a:pt x="136898" y="73387"/>
                </a:lnTo>
                <a:lnTo>
                  <a:pt x="137165" y="73253"/>
                </a:lnTo>
                <a:lnTo>
                  <a:pt x="138166" y="72286"/>
                </a:lnTo>
                <a:lnTo>
                  <a:pt x="138166" y="76022"/>
                </a:lnTo>
                <a:close/>
                <a:moveTo>
                  <a:pt x="107377" y="76022"/>
                </a:moveTo>
                <a:lnTo>
                  <a:pt x="104709" y="73387"/>
                </a:lnTo>
                <a:lnTo>
                  <a:pt x="106276" y="73387"/>
                </a:lnTo>
                <a:lnTo>
                  <a:pt x="107377" y="72286"/>
                </a:lnTo>
                <a:close/>
                <a:moveTo>
                  <a:pt x="76589" y="76022"/>
                </a:moveTo>
                <a:lnTo>
                  <a:pt x="73920" y="73387"/>
                </a:lnTo>
                <a:lnTo>
                  <a:pt x="75321" y="73387"/>
                </a:lnTo>
                <a:lnTo>
                  <a:pt x="75588" y="73253"/>
                </a:lnTo>
                <a:lnTo>
                  <a:pt x="76555" y="72286"/>
                </a:lnTo>
                <a:lnTo>
                  <a:pt x="76555" y="76022"/>
                </a:lnTo>
                <a:close/>
                <a:moveTo>
                  <a:pt x="77356" y="47135"/>
                </a:moveTo>
                <a:lnTo>
                  <a:pt x="80024" y="49770"/>
                </a:lnTo>
                <a:lnTo>
                  <a:pt x="78457" y="49770"/>
                </a:lnTo>
                <a:lnTo>
                  <a:pt x="77356" y="50871"/>
                </a:lnTo>
                <a:close/>
                <a:moveTo>
                  <a:pt x="108144" y="47135"/>
                </a:moveTo>
                <a:lnTo>
                  <a:pt x="110813" y="49770"/>
                </a:lnTo>
                <a:lnTo>
                  <a:pt x="109412" y="49770"/>
                </a:lnTo>
                <a:lnTo>
                  <a:pt x="109145" y="49903"/>
                </a:lnTo>
                <a:lnTo>
                  <a:pt x="108144" y="50871"/>
                </a:lnTo>
                <a:lnTo>
                  <a:pt x="108144" y="47135"/>
                </a:lnTo>
                <a:close/>
                <a:moveTo>
                  <a:pt x="138933" y="47135"/>
                </a:moveTo>
                <a:lnTo>
                  <a:pt x="141602" y="49770"/>
                </a:lnTo>
                <a:lnTo>
                  <a:pt x="140034" y="49770"/>
                </a:lnTo>
                <a:lnTo>
                  <a:pt x="138933" y="50871"/>
                </a:lnTo>
                <a:close/>
                <a:moveTo>
                  <a:pt x="169755" y="47135"/>
                </a:moveTo>
                <a:lnTo>
                  <a:pt x="172390" y="49770"/>
                </a:lnTo>
                <a:lnTo>
                  <a:pt x="170989" y="49770"/>
                </a:lnTo>
                <a:lnTo>
                  <a:pt x="170722" y="49903"/>
                </a:lnTo>
                <a:lnTo>
                  <a:pt x="169755" y="50871"/>
                </a:lnTo>
                <a:lnTo>
                  <a:pt x="169755" y="47135"/>
                </a:lnTo>
                <a:close/>
                <a:moveTo>
                  <a:pt x="188969" y="65381"/>
                </a:moveTo>
                <a:lnTo>
                  <a:pt x="187668" y="64080"/>
                </a:lnTo>
                <a:lnTo>
                  <a:pt x="187668" y="62779"/>
                </a:lnTo>
                <a:lnTo>
                  <a:pt x="188502" y="61979"/>
                </a:lnTo>
                <a:lnTo>
                  <a:pt x="190303" y="61979"/>
                </a:lnTo>
                <a:lnTo>
                  <a:pt x="188969" y="63313"/>
                </a:lnTo>
                <a:lnTo>
                  <a:pt x="188969" y="65381"/>
                </a:lnTo>
                <a:close/>
                <a:moveTo>
                  <a:pt x="184732" y="64614"/>
                </a:moveTo>
                <a:lnTo>
                  <a:pt x="183865" y="63713"/>
                </a:lnTo>
                <a:lnTo>
                  <a:pt x="182598" y="63713"/>
                </a:lnTo>
                <a:lnTo>
                  <a:pt x="182598" y="62646"/>
                </a:lnTo>
                <a:lnTo>
                  <a:pt x="182464" y="62346"/>
                </a:lnTo>
                <a:lnTo>
                  <a:pt x="181697" y="61578"/>
                </a:lnTo>
                <a:lnTo>
                  <a:pt x="182464" y="60811"/>
                </a:lnTo>
                <a:lnTo>
                  <a:pt x="182598" y="60544"/>
                </a:lnTo>
                <a:lnTo>
                  <a:pt x="182598" y="59443"/>
                </a:lnTo>
                <a:lnTo>
                  <a:pt x="183865" y="59443"/>
                </a:lnTo>
                <a:lnTo>
                  <a:pt x="184732" y="58543"/>
                </a:lnTo>
                <a:lnTo>
                  <a:pt x="185633" y="59443"/>
                </a:lnTo>
                <a:lnTo>
                  <a:pt x="186901" y="59443"/>
                </a:lnTo>
                <a:lnTo>
                  <a:pt x="186901" y="60544"/>
                </a:lnTo>
                <a:lnTo>
                  <a:pt x="187001" y="60811"/>
                </a:lnTo>
                <a:lnTo>
                  <a:pt x="187768" y="61578"/>
                </a:lnTo>
                <a:lnTo>
                  <a:pt x="187001" y="62346"/>
                </a:lnTo>
                <a:lnTo>
                  <a:pt x="186901" y="62646"/>
                </a:lnTo>
                <a:lnTo>
                  <a:pt x="186901" y="63713"/>
                </a:lnTo>
                <a:lnTo>
                  <a:pt x="185633" y="63713"/>
                </a:lnTo>
                <a:close/>
                <a:moveTo>
                  <a:pt x="180529" y="65381"/>
                </a:moveTo>
                <a:lnTo>
                  <a:pt x="180529" y="63313"/>
                </a:lnTo>
                <a:lnTo>
                  <a:pt x="179162" y="61979"/>
                </a:lnTo>
                <a:lnTo>
                  <a:pt x="180963" y="61979"/>
                </a:lnTo>
                <a:lnTo>
                  <a:pt x="181797" y="62813"/>
                </a:lnTo>
                <a:lnTo>
                  <a:pt x="181797" y="64113"/>
                </a:lnTo>
                <a:close/>
                <a:moveTo>
                  <a:pt x="158180" y="65381"/>
                </a:moveTo>
                <a:lnTo>
                  <a:pt x="156879" y="64080"/>
                </a:lnTo>
                <a:lnTo>
                  <a:pt x="156879" y="62779"/>
                </a:lnTo>
                <a:lnTo>
                  <a:pt x="157713" y="61979"/>
                </a:lnTo>
                <a:lnTo>
                  <a:pt x="159514" y="61979"/>
                </a:lnTo>
                <a:lnTo>
                  <a:pt x="158180" y="63313"/>
                </a:lnTo>
                <a:lnTo>
                  <a:pt x="158180" y="65381"/>
                </a:lnTo>
                <a:close/>
                <a:moveTo>
                  <a:pt x="153944" y="64614"/>
                </a:moveTo>
                <a:lnTo>
                  <a:pt x="153076" y="63713"/>
                </a:lnTo>
                <a:lnTo>
                  <a:pt x="151809" y="63713"/>
                </a:lnTo>
                <a:lnTo>
                  <a:pt x="151809" y="62646"/>
                </a:lnTo>
                <a:lnTo>
                  <a:pt x="151675" y="62346"/>
                </a:lnTo>
                <a:lnTo>
                  <a:pt x="150908" y="61578"/>
                </a:lnTo>
                <a:lnTo>
                  <a:pt x="151675" y="60811"/>
                </a:lnTo>
                <a:lnTo>
                  <a:pt x="151809" y="60544"/>
                </a:lnTo>
                <a:lnTo>
                  <a:pt x="151809" y="59443"/>
                </a:lnTo>
                <a:lnTo>
                  <a:pt x="153076" y="59443"/>
                </a:lnTo>
                <a:lnTo>
                  <a:pt x="153944" y="58543"/>
                </a:lnTo>
                <a:lnTo>
                  <a:pt x="154844" y="59443"/>
                </a:lnTo>
                <a:lnTo>
                  <a:pt x="156112" y="59443"/>
                </a:lnTo>
                <a:lnTo>
                  <a:pt x="156112" y="60544"/>
                </a:lnTo>
                <a:lnTo>
                  <a:pt x="156212" y="60811"/>
                </a:lnTo>
                <a:lnTo>
                  <a:pt x="156979" y="61578"/>
                </a:lnTo>
                <a:lnTo>
                  <a:pt x="156212" y="62346"/>
                </a:lnTo>
                <a:lnTo>
                  <a:pt x="156112" y="62646"/>
                </a:lnTo>
                <a:lnTo>
                  <a:pt x="156112" y="63713"/>
                </a:lnTo>
                <a:lnTo>
                  <a:pt x="154844" y="63713"/>
                </a:lnTo>
                <a:close/>
                <a:moveTo>
                  <a:pt x="149741" y="65381"/>
                </a:moveTo>
                <a:lnTo>
                  <a:pt x="149741" y="63313"/>
                </a:lnTo>
                <a:lnTo>
                  <a:pt x="148373" y="61979"/>
                </a:lnTo>
                <a:lnTo>
                  <a:pt x="150174" y="61979"/>
                </a:lnTo>
                <a:lnTo>
                  <a:pt x="151008" y="62813"/>
                </a:lnTo>
                <a:lnTo>
                  <a:pt x="151008" y="64113"/>
                </a:lnTo>
                <a:close/>
                <a:moveTo>
                  <a:pt x="127391" y="65381"/>
                </a:moveTo>
                <a:lnTo>
                  <a:pt x="126091" y="64080"/>
                </a:lnTo>
                <a:lnTo>
                  <a:pt x="126091" y="62779"/>
                </a:lnTo>
                <a:lnTo>
                  <a:pt x="126924" y="61979"/>
                </a:lnTo>
                <a:lnTo>
                  <a:pt x="128726" y="61979"/>
                </a:lnTo>
                <a:lnTo>
                  <a:pt x="127358" y="63313"/>
                </a:lnTo>
                <a:lnTo>
                  <a:pt x="127358" y="65381"/>
                </a:lnTo>
                <a:close/>
                <a:moveTo>
                  <a:pt x="123155" y="64614"/>
                </a:moveTo>
                <a:lnTo>
                  <a:pt x="122254" y="63713"/>
                </a:lnTo>
                <a:lnTo>
                  <a:pt x="121020" y="63713"/>
                </a:lnTo>
                <a:lnTo>
                  <a:pt x="121020" y="62646"/>
                </a:lnTo>
                <a:lnTo>
                  <a:pt x="120887" y="62346"/>
                </a:lnTo>
                <a:lnTo>
                  <a:pt x="120120" y="61578"/>
                </a:lnTo>
                <a:lnTo>
                  <a:pt x="120887" y="60811"/>
                </a:lnTo>
                <a:lnTo>
                  <a:pt x="121020" y="60544"/>
                </a:lnTo>
                <a:lnTo>
                  <a:pt x="121020" y="59443"/>
                </a:lnTo>
                <a:lnTo>
                  <a:pt x="122254" y="59443"/>
                </a:lnTo>
                <a:lnTo>
                  <a:pt x="123155" y="58543"/>
                </a:lnTo>
                <a:lnTo>
                  <a:pt x="124056" y="59443"/>
                </a:lnTo>
                <a:lnTo>
                  <a:pt x="125290" y="59443"/>
                </a:lnTo>
                <a:lnTo>
                  <a:pt x="125290" y="60544"/>
                </a:lnTo>
                <a:lnTo>
                  <a:pt x="125423" y="60811"/>
                </a:lnTo>
                <a:lnTo>
                  <a:pt x="126191" y="61578"/>
                </a:lnTo>
                <a:lnTo>
                  <a:pt x="125423" y="62346"/>
                </a:lnTo>
                <a:lnTo>
                  <a:pt x="125290" y="62646"/>
                </a:lnTo>
                <a:lnTo>
                  <a:pt x="125290" y="63713"/>
                </a:lnTo>
                <a:lnTo>
                  <a:pt x="124056" y="63713"/>
                </a:lnTo>
                <a:close/>
                <a:moveTo>
                  <a:pt x="118952" y="65381"/>
                </a:moveTo>
                <a:lnTo>
                  <a:pt x="118952" y="63313"/>
                </a:lnTo>
                <a:lnTo>
                  <a:pt x="117584" y="61979"/>
                </a:lnTo>
                <a:lnTo>
                  <a:pt x="119386" y="61979"/>
                </a:lnTo>
                <a:lnTo>
                  <a:pt x="120220" y="62813"/>
                </a:lnTo>
                <a:lnTo>
                  <a:pt x="120220" y="64113"/>
                </a:lnTo>
                <a:close/>
                <a:moveTo>
                  <a:pt x="96569" y="65381"/>
                </a:moveTo>
                <a:lnTo>
                  <a:pt x="95302" y="64080"/>
                </a:lnTo>
                <a:lnTo>
                  <a:pt x="95302" y="62779"/>
                </a:lnTo>
                <a:lnTo>
                  <a:pt x="96136" y="61979"/>
                </a:lnTo>
                <a:lnTo>
                  <a:pt x="97937" y="61979"/>
                </a:lnTo>
                <a:lnTo>
                  <a:pt x="96569" y="63313"/>
                </a:lnTo>
                <a:lnTo>
                  <a:pt x="96569" y="65381"/>
                </a:lnTo>
                <a:close/>
                <a:moveTo>
                  <a:pt x="92366" y="64614"/>
                </a:moveTo>
                <a:lnTo>
                  <a:pt x="91466" y="63713"/>
                </a:lnTo>
                <a:lnTo>
                  <a:pt x="90232" y="63713"/>
                </a:lnTo>
                <a:lnTo>
                  <a:pt x="90232" y="62646"/>
                </a:lnTo>
                <a:lnTo>
                  <a:pt x="90098" y="62346"/>
                </a:lnTo>
                <a:lnTo>
                  <a:pt x="89331" y="61578"/>
                </a:lnTo>
                <a:lnTo>
                  <a:pt x="90098" y="60811"/>
                </a:lnTo>
                <a:lnTo>
                  <a:pt x="90232" y="60544"/>
                </a:lnTo>
                <a:lnTo>
                  <a:pt x="90232" y="59443"/>
                </a:lnTo>
                <a:lnTo>
                  <a:pt x="91466" y="59443"/>
                </a:lnTo>
                <a:lnTo>
                  <a:pt x="92366" y="58543"/>
                </a:lnTo>
                <a:lnTo>
                  <a:pt x="93267" y="59443"/>
                </a:lnTo>
                <a:lnTo>
                  <a:pt x="94501" y="59443"/>
                </a:lnTo>
                <a:lnTo>
                  <a:pt x="94501" y="60544"/>
                </a:lnTo>
                <a:lnTo>
                  <a:pt x="94635" y="60811"/>
                </a:lnTo>
                <a:lnTo>
                  <a:pt x="95402" y="61578"/>
                </a:lnTo>
                <a:lnTo>
                  <a:pt x="94635" y="62346"/>
                </a:lnTo>
                <a:lnTo>
                  <a:pt x="94501" y="62646"/>
                </a:lnTo>
                <a:lnTo>
                  <a:pt x="94501" y="63713"/>
                </a:lnTo>
                <a:lnTo>
                  <a:pt x="93267" y="63713"/>
                </a:lnTo>
                <a:close/>
                <a:moveTo>
                  <a:pt x="88130" y="65381"/>
                </a:moveTo>
                <a:lnTo>
                  <a:pt x="88130" y="63313"/>
                </a:lnTo>
                <a:lnTo>
                  <a:pt x="86796" y="61979"/>
                </a:lnTo>
                <a:lnTo>
                  <a:pt x="88597" y="61979"/>
                </a:lnTo>
                <a:lnTo>
                  <a:pt x="89431" y="62813"/>
                </a:lnTo>
                <a:lnTo>
                  <a:pt x="89431" y="64113"/>
                </a:lnTo>
                <a:close/>
                <a:moveTo>
                  <a:pt x="65781" y="65381"/>
                </a:moveTo>
                <a:lnTo>
                  <a:pt x="64513" y="64080"/>
                </a:lnTo>
                <a:lnTo>
                  <a:pt x="64513" y="62779"/>
                </a:lnTo>
                <a:lnTo>
                  <a:pt x="65347" y="61979"/>
                </a:lnTo>
                <a:lnTo>
                  <a:pt x="67148" y="61979"/>
                </a:lnTo>
                <a:lnTo>
                  <a:pt x="65781" y="63313"/>
                </a:lnTo>
                <a:lnTo>
                  <a:pt x="65781" y="65381"/>
                </a:lnTo>
                <a:close/>
                <a:moveTo>
                  <a:pt x="61578" y="64614"/>
                </a:moveTo>
                <a:lnTo>
                  <a:pt x="60677" y="63713"/>
                </a:lnTo>
                <a:lnTo>
                  <a:pt x="59410" y="63713"/>
                </a:lnTo>
                <a:lnTo>
                  <a:pt x="59410" y="62646"/>
                </a:lnTo>
                <a:lnTo>
                  <a:pt x="59310" y="62346"/>
                </a:lnTo>
                <a:lnTo>
                  <a:pt x="58542" y="61578"/>
                </a:lnTo>
                <a:lnTo>
                  <a:pt x="59310" y="60811"/>
                </a:lnTo>
                <a:lnTo>
                  <a:pt x="59410" y="60544"/>
                </a:lnTo>
                <a:lnTo>
                  <a:pt x="59410" y="59443"/>
                </a:lnTo>
                <a:lnTo>
                  <a:pt x="60677" y="59443"/>
                </a:lnTo>
                <a:lnTo>
                  <a:pt x="61578" y="58543"/>
                </a:lnTo>
                <a:lnTo>
                  <a:pt x="62445" y="59443"/>
                </a:lnTo>
                <a:lnTo>
                  <a:pt x="63713" y="59443"/>
                </a:lnTo>
                <a:lnTo>
                  <a:pt x="63713" y="60544"/>
                </a:lnTo>
                <a:lnTo>
                  <a:pt x="63846" y="60811"/>
                </a:lnTo>
                <a:lnTo>
                  <a:pt x="64613" y="61578"/>
                </a:lnTo>
                <a:lnTo>
                  <a:pt x="63846" y="62346"/>
                </a:lnTo>
                <a:lnTo>
                  <a:pt x="63713" y="62646"/>
                </a:lnTo>
                <a:lnTo>
                  <a:pt x="63713" y="63713"/>
                </a:lnTo>
                <a:lnTo>
                  <a:pt x="62445" y="63713"/>
                </a:lnTo>
                <a:close/>
                <a:moveTo>
                  <a:pt x="57341" y="65381"/>
                </a:moveTo>
                <a:lnTo>
                  <a:pt x="57341" y="63313"/>
                </a:lnTo>
                <a:lnTo>
                  <a:pt x="56007" y="61979"/>
                </a:lnTo>
                <a:lnTo>
                  <a:pt x="57808" y="61979"/>
                </a:lnTo>
                <a:lnTo>
                  <a:pt x="58642" y="62813"/>
                </a:lnTo>
                <a:lnTo>
                  <a:pt x="58642" y="64113"/>
                </a:lnTo>
                <a:close/>
                <a:moveTo>
                  <a:pt x="57341" y="57776"/>
                </a:moveTo>
                <a:lnTo>
                  <a:pt x="58642" y="59077"/>
                </a:lnTo>
                <a:lnTo>
                  <a:pt x="58642" y="60377"/>
                </a:lnTo>
                <a:lnTo>
                  <a:pt x="57808" y="61178"/>
                </a:lnTo>
                <a:lnTo>
                  <a:pt x="56007" y="61178"/>
                </a:lnTo>
                <a:lnTo>
                  <a:pt x="57341" y="59844"/>
                </a:lnTo>
                <a:close/>
                <a:moveTo>
                  <a:pt x="65781" y="57776"/>
                </a:moveTo>
                <a:lnTo>
                  <a:pt x="65781" y="59844"/>
                </a:lnTo>
                <a:lnTo>
                  <a:pt x="67148" y="61178"/>
                </a:lnTo>
                <a:lnTo>
                  <a:pt x="65347" y="61178"/>
                </a:lnTo>
                <a:lnTo>
                  <a:pt x="64513" y="60344"/>
                </a:lnTo>
                <a:lnTo>
                  <a:pt x="64513" y="59043"/>
                </a:lnTo>
                <a:close/>
                <a:moveTo>
                  <a:pt x="88130" y="57776"/>
                </a:moveTo>
                <a:lnTo>
                  <a:pt x="89431" y="59077"/>
                </a:lnTo>
                <a:lnTo>
                  <a:pt x="89431" y="60377"/>
                </a:lnTo>
                <a:lnTo>
                  <a:pt x="88597" y="61178"/>
                </a:lnTo>
                <a:lnTo>
                  <a:pt x="86796" y="61178"/>
                </a:lnTo>
                <a:lnTo>
                  <a:pt x="88130" y="59844"/>
                </a:lnTo>
                <a:lnTo>
                  <a:pt x="88130" y="57776"/>
                </a:lnTo>
                <a:close/>
                <a:moveTo>
                  <a:pt x="96569" y="57776"/>
                </a:moveTo>
                <a:lnTo>
                  <a:pt x="96569" y="59844"/>
                </a:lnTo>
                <a:lnTo>
                  <a:pt x="97937" y="61178"/>
                </a:lnTo>
                <a:lnTo>
                  <a:pt x="96136" y="61178"/>
                </a:lnTo>
                <a:lnTo>
                  <a:pt x="95302" y="60377"/>
                </a:lnTo>
                <a:lnTo>
                  <a:pt x="95302" y="59077"/>
                </a:lnTo>
                <a:close/>
                <a:moveTo>
                  <a:pt x="118952" y="57776"/>
                </a:moveTo>
                <a:lnTo>
                  <a:pt x="120220" y="59077"/>
                </a:lnTo>
                <a:lnTo>
                  <a:pt x="120220" y="60377"/>
                </a:lnTo>
                <a:lnTo>
                  <a:pt x="119386" y="61178"/>
                </a:lnTo>
                <a:lnTo>
                  <a:pt x="117584" y="61178"/>
                </a:lnTo>
                <a:lnTo>
                  <a:pt x="118952" y="59844"/>
                </a:lnTo>
                <a:lnTo>
                  <a:pt x="118952" y="57776"/>
                </a:lnTo>
                <a:close/>
                <a:moveTo>
                  <a:pt x="127391" y="57776"/>
                </a:moveTo>
                <a:lnTo>
                  <a:pt x="127391" y="59844"/>
                </a:lnTo>
                <a:lnTo>
                  <a:pt x="128726" y="61178"/>
                </a:lnTo>
                <a:lnTo>
                  <a:pt x="126924" y="61178"/>
                </a:lnTo>
                <a:lnTo>
                  <a:pt x="126091" y="60344"/>
                </a:lnTo>
                <a:lnTo>
                  <a:pt x="126091" y="59043"/>
                </a:lnTo>
                <a:close/>
                <a:moveTo>
                  <a:pt x="149741" y="57776"/>
                </a:moveTo>
                <a:lnTo>
                  <a:pt x="151008" y="59077"/>
                </a:lnTo>
                <a:lnTo>
                  <a:pt x="151008" y="60377"/>
                </a:lnTo>
                <a:lnTo>
                  <a:pt x="150174" y="61178"/>
                </a:lnTo>
                <a:lnTo>
                  <a:pt x="148373" y="61178"/>
                </a:lnTo>
                <a:lnTo>
                  <a:pt x="149741" y="59844"/>
                </a:lnTo>
                <a:lnTo>
                  <a:pt x="149741" y="57776"/>
                </a:lnTo>
                <a:close/>
                <a:moveTo>
                  <a:pt x="158180" y="57776"/>
                </a:moveTo>
                <a:lnTo>
                  <a:pt x="158180" y="59844"/>
                </a:lnTo>
                <a:lnTo>
                  <a:pt x="159514" y="61178"/>
                </a:lnTo>
                <a:lnTo>
                  <a:pt x="157713" y="61178"/>
                </a:lnTo>
                <a:lnTo>
                  <a:pt x="156879" y="60344"/>
                </a:lnTo>
                <a:lnTo>
                  <a:pt x="156879" y="59043"/>
                </a:lnTo>
                <a:close/>
                <a:moveTo>
                  <a:pt x="180529" y="57776"/>
                </a:moveTo>
                <a:lnTo>
                  <a:pt x="181797" y="59077"/>
                </a:lnTo>
                <a:lnTo>
                  <a:pt x="181797" y="60377"/>
                </a:lnTo>
                <a:lnTo>
                  <a:pt x="180963" y="61178"/>
                </a:lnTo>
                <a:lnTo>
                  <a:pt x="179162" y="61178"/>
                </a:lnTo>
                <a:lnTo>
                  <a:pt x="180529" y="59844"/>
                </a:lnTo>
                <a:lnTo>
                  <a:pt x="180529" y="57776"/>
                </a:lnTo>
                <a:close/>
                <a:moveTo>
                  <a:pt x="188969" y="57776"/>
                </a:moveTo>
                <a:lnTo>
                  <a:pt x="188969" y="59844"/>
                </a:lnTo>
                <a:lnTo>
                  <a:pt x="190303" y="61178"/>
                </a:lnTo>
                <a:lnTo>
                  <a:pt x="188502" y="61178"/>
                </a:lnTo>
                <a:lnTo>
                  <a:pt x="187668" y="60344"/>
                </a:lnTo>
                <a:lnTo>
                  <a:pt x="187668" y="59043"/>
                </a:lnTo>
                <a:close/>
                <a:moveTo>
                  <a:pt x="191437" y="61178"/>
                </a:moveTo>
                <a:lnTo>
                  <a:pt x="189736" y="59510"/>
                </a:lnTo>
                <a:lnTo>
                  <a:pt x="189736" y="57475"/>
                </a:lnTo>
                <a:lnTo>
                  <a:pt x="195473" y="57475"/>
                </a:lnTo>
                <a:lnTo>
                  <a:pt x="199176" y="61178"/>
                </a:lnTo>
                <a:close/>
                <a:moveTo>
                  <a:pt x="187268" y="58643"/>
                </a:moveTo>
                <a:lnTo>
                  <a:pt x="185967" y="58643"/>
                </a:lnTo>
                <a:lnTo>
                  <a:pt x="185133" y="57809"/>
                </a:lnTo>
                <a:lnTo>
                  <a:pt x="185133" y="56008"/>
                </a:lnTo>
                <a:lnTo>
                  <a:pt x="186367" y="57242"/>
                </a:lnTo>
                <a:lnTo>
                  <a:pt x="186667" y="57375"/>
                </a:lnTo>
                <a:lnTo>
                  <a:pt x="188535" y="57375"/>
                </a:lnTo>
                <a:close/>
                <a:moveTo>
                  <a:pt x="184332" y="57809"/>
                </a:moveTo>
                <a:lnTo>
                  <a:pt x="183532" y="58643"/>
                </a:lnTo>
                <a:lnTo>
                  <a:pt x="182231" y="58643"/>
                </a:lnTo>
                <a:lnTo>
                  <a:pt x="180930" y="57375"/>
                </a:lnTo>
                <a:lnTo>
                  <a:pt x="182831" y="57375"/>
                </a:lnTo>
                <a:lnTo>
                  <a:pt x="183098" y="57242"/>
                </a:lnTo>
                <a:lnTo>
                  <a:pt x="184332" y="56008"/>
                </a:lnTo>
                <a:close/>
                <a:moveTo>
                  <a:pt x="179729" y="59510"/>
                </a:moveTo>
                <a:lnTo>
                  <a:pt x="178061" y="61178"/>
                </a:lnTo>
                <a:lnTo>
                  <a:pt x="170289" y="61178"/>
                </a:lnTo>
                <a:lnTo>
                  <a:pt x="174025" y="57475"/>
                </a:lnTo>
                <a:lnTo>
                  <a:pt x="179729" y="57475"/>
                </a:lnTo>
                <a:lnTo>
                  <a:pt x="179729" y="59510"/>
                </a:lnTo>
                <a:close/>
                <a:moveTo>
                  <a:pt x="160649" y="61178"/>
                </a:moveTo>
                <a:lnTo>
                  <a:pt x="158947" y="59510"/>
                </a:lnTo>
                <a:lnTo>
                  <a:pt x="158947" y="57475"/>
                </a:lnTo>
                <a:lnTo>
                  <a:pt x="164685" y="57475"/>
                </a:lnTo>
                <a:lnTo>
                  <a:pt x="168387" y="61178"/>
                </a:lnTo>
                <a:close/>
                <a:moveTo>
                  <a:pt x="156479" y="58643"/>
                </a:moveTo>
                <a:lnTo>
                  <a:pt x="155178" y="58643"/>
                </a:lnTo>
                <a:lnTo>
                  <a:pt x="154344" y="57809"/>
                </a:lnTo>
                <a:lnTo>
                  <a:pt x="154344" y="56008"/>
                </a:lnTo>
                <a:lnTo>
                  <a:pt x="155578" y="57242"/>
                </a:lnTo>
                <a:lnTo>
                  <a:pt x="155845" y="57375"/>
                </a:lnTo>
                <a:lnTo>
                  <a:pt x="157746" y="57375"/>
                </a:lnTo>
                <a:close/>
                <a:moveTo>
                  <a:pt x="153543" y="57809"/>
                </a:moveTo>
                <a:lnTo>
                  <a:pt x="152743" y="58643"/>
                </a:lnTo>
                <a:lnTo>
                  <a:pt x="151442" y="58643"/>
                </a:lnTo>
                <a:lnTo>
                  <a:pt x="150141" y="57375"/>
                </a:lnTo>
                <a:lnTo>
                  <a:pt x="152042" y="57375"/>
                </a:lnTo>
                <a:lnTo>
                  <a:pt x="152309" y="57242"/>
                </a:lnTo>
                <a:lnTo>
                  <a:pt x="153543" y="56008"/>
                </a:lnTo>
                <a:close/>
                <a:moveTo>
                  <a:pt x="148940" y="59510"/>
                </a:moveTo>
                <a:lnTo>
                  <a:pt x="147272" y="61178"/>
                </a:lnTo>
                <a:lnTo>
                  <a:pt x="139500" y="61178"/>
                </a:lnTo>
                <a:lnTo>
                  <a:pt x="143236" y="57475"/>
                </a:lnTo>
                <a:lnTo>
                  <a:pt x="148940" y="57475"/>
                </a:lnTo>
                <a:lnTo>
                  <a:pt x="148940" y="59510"/>
                </a:lnTo>
                <a:close/>
                <a:moveTo>
                  <a:pt x="129860" y="61178"/>
                </a:moveTo>
                <a:lnTo>
                  <a:pt x="128159" y="59510"/>
                </a:lnTo>
                <a:lnTo>
                  <a:pt x="128159" y="57475"/>
                </a:lnTo>
                <a:lnTo>
                  <a:pt x="133896" y="57475"/>
                </a:lnTo>
                <a:lnTo>
                  <a:pt x="137599" y="61178"/>
                </a:lnTo>
                <a:close/>
                <a:moveTo>
                  <a:pt x="125690" y="58643"/>
                </a:moveTo>
                <a:lnTo>
                  <a:pt x="124389" y="58643"/>
                </a:lnTo>
                <a:lnTo>
                  <a:pt x="123555" y="57809"/>
                </a:lnTo>
                <a:lnTo>
                  <a:pt x="123555" y="56008"/>
                </a:lnTo>
                <a:lnTo>
                  <a:pt x="124790" y="57242"/>
                </a:lnTo>
                <a:lnTo>
                  <a:pt x="125056" y="57375"/>
                </a:lnTo>
                <a:lnTo>
                  <a:pt x="126958" y="57375"/>
                </a:lnTo>
                <a:close/>
                <a:moveTo>
                  <a:pt x="122755" y="57809"/>
                </a:moveTo>
                <a:lnTo>
                  <a:pt x="121954" y="58643"/>
                </a:lnTo>
                <a:lnTo>
                  <a:pt x="120653" y="58643"/>
                </a:lnTo>
                <a:lnTo>
                  <a:pt x="119352" y="57375"/>
                </a:lnTo>
                <a:lnTo>
                  <a:pt x="121254" y="57375"/>
                </a:lnTo>
                <a:lnTo>
                  <a:pt x="121521" y="57242"/>
                </a:lnTo>
                <a:lnTo>
                  <a:pt x="122755" y="56008"/>
                </a:lnTo>
                <a:lnTo>
                  <a:pt x="122755" y="57809"/>
                </a:lnTo>
                <a:close/>
                <a:moveTo>
                  <a:pt x="118152" y="59510"/>
                </a:moveTo>
                <a:lnTo>
                  <a:pt x="116450" y="61178"/>
                </a:lnTo>
                <a:lnTo>
                  <a:pt x="108711" y="61178"/>
                </a:lnTo>
                <a:lnTo>
                  <a:pt x="112414" y="57475"/>
                </a:lnTo>
                <a:lnTo>
                  <a:pt x="118152" y="57475"/>
                </a:lnTo>
                <a:lnTo>
                  <a:pt x="118152" y="59510"/>
                </a:lnTo>
                <a:close/>
                <a:moveTo>
                  <a:pt x="99071" y="61178"/>
                </a:moveTo>
                <a:lnTo>
                  <a:pt x="97370" y="59510"/>
                </a:lnTo>
                <a:lnTo>
                  <a:pt x="97370" y="57475"/>
                </a:lnTo>
                <a:lnTo>
                  <a:pt x="103074" y="57475"/>
                </a:lnTo>
                <a:lnTo>
                  <a:pt x="106810" y="61178"/>
                </a:lnTo>
                <a:close/>
                <a:moveTo>
                  <a:pt x="94868" y="58643"/>
                </a:moveTo>
                <a:lnTo>
                  <a:pt x="93567" y="58643"/>
                </a:lnTo>
                <a:lnTo>
                  <a:pt x="92767" y="57809"/>
                </a:lnTo>
                <a:lnTo>
                  <a:pt x="92767" y="56008"/>
                </a:lnTo>
                <a:lnTo>
                  <a:pt x="94001" y="57242"/>
                </a:lnTo>
                <a:lnTo>
                  <a:pt x="94268" y="57375"/>
                </a:lnTo>
                <a:lnTo>
                  <a:pt x="96169" y="57375"/>
                </a:lnTo>
                <a:close/>
                <a:moveTo>
                  <a:pt x="91966" y="57809"/>
                </a:moveTo>
                <a:lnTo>
                  <a:pt x="91166" y="58643"/>
                </a:lnTo>
                <a:lnTo>
                  <a:pt x="89865" y="58643"/>
                </a:lnTo>
                <a:lnTo>
                  <a:pt x="88564" y="57375"/>
                </a:lnTo>
                <a:lnTo>
                  <a:pt x="90465" y="57375"/>
                </a:lnTo>
                <a:lnTo>
                  <a:pt x="90732" y="57242"/>
                </a:lnTo>
                <a:lnTo>
                  <a:pt x="91966" y="56008"/>
                </a:lnTo>
                <a:lnTo>
                  <a:pt x="91966" y="57809"/>
                </a:lnTo>
                <a:close/>
                <a:moveTo>
                  <a:pt x="87363" y="59510"/>
                </a:moveTo>
                <a:lnTo>
                  <a:pt x="85662" y="61178"/>
                </a:lnTo>
                <a:lnTo>
                  <a:pt x="77923" y="61178"/>
                </a:lnTo>
                <a:lnTo>
                  <a:pt x="81625" y="57475"/>
                </a:lnTo>
                <a:lnTo>
                  <a:pt x="87363" y="57475"/>
                </a:lnTo>
                <a:lnTo>
                  <a:pt x="87363" y="59510"/>
                </a:lnTo>
                <a:close/>
                <a:moveTo>
                  <a:pt x="68249" y="61178"/>
                </a:moveTo>
                <a:lnTo>
                  <a:pt x="66581" y="59510"/>
                </a:lnTo>
                <a:lnTo>
                  <a:pt x="66581" y="57475"/>
                </a:lnTo>
                <a:lnTo>
                  <a:pt x="72285" y="57475"/>
                </a:lnTo>
                <a:lnTo>
                  <a:pt x="76021" y="61178"/>
                </a:lnTo>
                <a:close/>
                <a:moveTo>
                  <a:pt x="64080" y="58643"/>
                </a:moveTo>
                <a:lnTo>
                  <a:pt x="62779" y="58643"/>
                </a:lnTo>
                <a:lnTo>
                  <a:pt x="61978" y="57809"/>
                </a:lnTo>
                <a:lnTo>
                  <a:pt x="61978" y="56008"/>
                </a:lnTo>
                <a:lnTo>
                  <a:pt x="63212" y="57242"/>
                </a:lnTo>
                <a:lnTo>
                  <a:pt x="63479" y="57375"/>
                </a:lnTo>
                <a:lnTo>
                  <a:pt x="65381" y="57375"/>
                </a:lnTo>
                <a:close/>
                <a:moveTo>
                  <a:pt x="61178" y="57809"/>
                </a:moveTo>
                <a:lnTo>
                  <a:pt x="60344" y="58643"/>
                </a:lnTo>
                <a:lnTo>
                  <a:pt x="59043" y="58643"/>
                </a:lnTo>
                <a:lnTo>
                  <a:pt x="57775" y="57375"/>
                </a:lnTo>
                <a:lnTo>
                  <a:pt x="59676" y="57375"/>
                </a:lnTo>
                <a:lnTo>
                  <a:pt x="59943" y="57242"/>
                </a:lnTo>
                <a:lnTo>
                  <a:pt x="61178" y="56008"/>
                </a:lnTo>
                <a:close/>
                <a:moveTo>
                  <a:pt x="56574" y="59510"/>
                </a:moveTo>
                <a:lnTo>
                  <a:pt x="54873" y="61178"/>
                </a:lnTo>
                <a:lnTo>
                  <a:pt x="47134" y="61178"/>
                </a:lnTo>
                <a:lnTo>
                  <a:pt x="50837" y="57475"/>
                </a:lnTo>
                <a:lnTo>
                  <a:pt x="56574" y="57475"/>
                </a:lnTo>
                <a:close/>
                <a:moveTo>
                  <a:pt x="54873" y="61979"/>
                </a:moveTo>
                <a:lnTo>
                  <a:pt x="56574" y="63646"/>
                </a:lnTo>
                <a:lnTo>
                  <a:pt x="56574" y="65681"/>
                </a:lnTo>
                <a:lnTo>
                  <a:pt x="50837" y="65681"/>
                </a:lnTo>
                <a:lnTo>
                  <a:pt x="47134" y="61979"/>
                </a:lnTo>
                <a:lnTo>
                  <a:pt x="54873" y="61979"/>
                </a:lnTo>
                <a:close/>
                <a:moveTo>
                  <a:pt x="59043" y="64514"/>
                </a:moveTo>
                <a:lnTo>
                  <a:pt x="60344" y="64514"/>
                </a:lnTo>
                <a:lnTo>
                  <a:pt x="61178" y="65348"/>
                </a:lnTo>
                <a:lnTo>
                  <a:pt x="61178" y="67149"/>
                </a:lnTo>
                <a:lnTo>
                  <a:pt x="59943" y="65915"/>
                </a:lnTo>
                <a:lnTo>
                  <a:pt x="59676" y="65781"/>
                </a:lnTo>
                <a:lnTo>
                  <a:pt x="57775" y="65781"/>
                </a:lnTo>
                <a:close/>
                <a:moveTo>
                  <a:pt x="61978" y="65348"/>
                </a:moveTo>
                <a:lnTo>
                  <a:pt x="62779" y="64514"/>
                </a:lnTo>
                <a:lnTo>
                  <a:pt x="64080" y="64514"/>
                </a:lnTo>
                <a:lnTo>
                  <a:pt x="65381" y="65815"/>
                </a:lnTo>
                <a:lnTo>
                  <a:pt x="63479" y="65815"/>
                </a:lnTo>
                <a:lnTo>
                  <a:pt x="63212" y="65915"/>
                </a:lnTo>
                <a:lnTo>
                  <a:pt x="61978" y="67149"/>
                </a:lnTo>
                <a:close/>
                <a:moveTo>
                  <a:pt x="66581" y="63646"/>
                </a:moveTo>
                <a:lnTo>
                  <a:pt x="68249" y="61979"/>
                </a:lnTo>
                <a:lnTo>
                  <a:pt x="76021" y="61979"/>
                </a:lnTo>
                <a:lnTo>
                  <a:pt x="72285" y="65681"/>
                </a:lnTo>
                <a:lnTo>
                  <a:pt x="66581" y="65681"/>
                </a:lnTo>
                <a:lnTo>
                  <a:pt x="66581" y="63646"/>
                </a:lnTo>
                <a:close/>
                <a:moveTo>
                  <a:pt x="85662" y="61979"/>
                </a:moveTo>
                <a:lnTo>
                  <a:pt x="87363" y="63646"/>
                </a:lnTo>
                <a:lnTo>
                  <a:pt x="87363" y="65681"/>
                </a:lnTo>
                <a:lnTo>
                  <a:pt x="81659" y="65681"/>
                </a:lnTo>
                <a:lnTo>
                  <a:pt x="77923" y="61979"/>
                </a:lnTo>
                <a:lnTo>
                  <a:pt x="85662" y="61979"/>
                </a:lnTo>
                <a:close/>
                <a:moveTo>
                  <a:pt x="89831" y="64514"/>
                </a:moveTo>
                <a:lnTo>
                  <a:pt x="91132" y="64514"/>
                </a:lnTo>
                <a:lnTo>
                  <a:pt x="91966" y="65348"/>
                </a:lnTo>
                <a:lnTo>
                  <a:pt x="91966" y="67149"/>
                </a:lnTo>
                <a:lnTo>
                  <a:pt x="90732" y="65915"/>
                </a:lnTo>
                <a:lnTo>
                  <a:pt x="90465" y="65781"/>
                </a:lnTo>
                <a:lnTo>
                  <a:pt x="88564" y="65781"/>
                </a:lnTo>
                <a:close/>
                <a:moveTo>
                  <a:pt x="92767" y="65348"/>
                </a:moveTo>
                <a:lnTo>
                  <a:pt x="93567" y="64514"/>
                </a:lnTo>
                <a:lnTo>
                  <a:pt x="94868" y="64514"/>
                </a:lnTo>
                <a:lnTo>
                  <a:pt x="96169" y="65815"/>
                </a:lnTo>
                <a:lnTo>
                  <a:pt x="94268" y="65815"/>
                </a:lnTo>
                <a:lnTo>
                  <a:pt x="94001" y="65915"/>
                </a:lnTo>
                <a:lnTo>
                  <a:pt x="92767" y="67149"/>
                </a:lnTo>
                <a:lnTo>
                  <a:pt x="92767" y="65348"/>
                </a:lnTo>
                <a:close/>
                <a:moveTo>
                  <a:pt x="97370" y="63646"/>
                </a:moveTo>
                <a:lnTo>
                  <a:pt x="99071" y="61979"/>
                </a:lnTo>
                <a:lnTo>
                  <a:pt x="106810" y="61979"/>
                </a:lnTo>
                <a:lnTo>
                  <a:pt x="103074" y="65681"/>
                </a:lnTo>
                <a:lnTo>
                  <a:pt x="97370" y="65681"/>
                </a:lnTo>
                <a:lnTo>
                  <a:pt x="97370" y="63646"/>
                </a:lnTo>
                <a:close/>
                <a:moveTo>
                  <a:pt x="116450" y="61979"/>
                </a:moveTo>
                <a:lnTo>
                  <a:pt x="118152" y="63646"/>
                </a:lnTo>
                <a:lnTo>
                  <a:pt x="118152" y="65681"/>
                </a:lnTo>
                <a:lnTo>
                  <a:pt x="112447" y="65681"/>
                </a:lnTo>
                <a:lnTo>
                  <a:pt x="108711" y="61979"/>
                </a:lnTo>
                <a:lnTo>
                  <a:pt x="116450" y="61979"/>
                </a:lnTo>
                <a:close/>
                <a:moveTo>
                  <a:pt x="120653" y="64514"/>
                </a:moveTo>
                <a:lnTo>
                  <a:pt x="121954" y="64514"/>
                </a:lnTo>
                <a:lnTo>
                  <a:pt x="122755" y="65348"/>
                </a:lnTo>
                <a:lnTo>
                  <a:pt x="122755" y="67149"/>
                </a:lnTo>
                <a:lnTo>
                  <a:pt x="121521" y="65915"/>
                </a:lnTo>
                <a:lnTo>
                  <a:pt x="121254" y="65781"/>
                </a:lnTo>
                <a:lnTo>
                  <a:pt x="119352" y="65781"/>
                </a:lnTo>
                <a:close/>
                <a:moveTo>
                  <a:pt x="123555" y="65348"/>
                </a:moveTo>
                <a:lnTo>
                  <a:pt x="124389" y="64514"/>
                </a:lnTo>
                <a:lnTo>
                  <a:pt x="125657" y="64514"/>
                </a:lnTo>
                <a:lnTo>
                  <a:pt x="126958" y="65815"/>
                </a:lnTo>
                <a:lnTo>
                  <a:pt x="125056" y="65815"/>
                </a:lnTo>
                <a:lnTo>
                  <a:pt x="124790" y="65915"/>
                </a:lnTo>
                <a:lnTo>
                  <a:pt x="123555" y="67149"/>
                </a:lnTo>
                <a:lnTo>
                  <a:pt x="123555" y="65348"/>
                </a:lnTo>
                <a:close/>
                <a:moveTo>
                  <a:pt x="128159" y="63646"/>
                </a:moveTo>
                <a:lnTo>
                  <a:pt x="129860" y="61979"/>
                </a:lnTo>
                <a:lnTo>
                  <a:pt x="137599" y="61979"/>
                </a:lnTo>
                <a:lnTo>
                  <a:pt x="133863" y="65681"/>
                </a:lnTo>
                <a:lnTo>
                  <a:pt x="128159" y="65681"/>
                </a:lnTo>
                <a:lnTo>
                  <a:pt x="128159" y="63646"/>
                </a:lnTo>
                <a:close/>
                <a:moveTo>
                  <a:pt x="147272" y="61979"/>
                </a:moveTo>
                <a:lnTo>
                  <a:pt x="148940" y="63646"/>
                </a:lnTo>
                <a:lnTo>
                  <a:pt x="148940" y="65681"/>
                </a:lnTo>
                <a:lnTo>
                  <a:pt x="143236" y="65681"/>
                </a:lnTo>
                <a:lnTo>
                  <a:pt x="139500" y="61979"/>
                </a:lnTo>
                <a:lnTo>
                  <a:pt x="147272" y="61979"/>
                </a:lnTo>
                <a:close/>
                <a:moveTo>
                  <a:pt x="151442" y="64514"/>
                </a:moveTo>
                <a:lnTo>
                  <a:pt x="152743" y="64514"/>
                </a:lnTo>
                <a:lnTo>
                  <a:pt x="153543" y="65348"/>
                </a:lnTo>
                <a:lnTo>
                  <a:pt x="153543" y="67149"/>
                </a:lnTo>
                <a:lnTo>
                  <a:pt x="152309" y="65915"/>
                </a:lnTo>
                <a:lnTo>
                  <a:pt x="152042" y="65781"/>
                </a:lnTo>
                <a:lnTo>
                  <a:pt x="150141" y="65781"/>
                </a:lnTo>
                <a:close/>
                <a:moveTo>
                  <a:pt x="154344" y="65348"/>
                </a:moveTo>
                <a:lnTo>
                  <a:pt x="155178" y="64514"/>
                </a:lnTo>
                <a:lnTo>
                  <a:pt x="156479" y="64514"/>
                </a:lnTo>
                <a:lnTo>
                  <a:pt x="157746" y="65815"/>
                </a:lnTo>
                <a:lnTo>
                  <a:pt x="155845" y="65815"/>
                </a:lnTo>
                <a:lnTo>
                  <a:pt x="155578" y="65915"/>
                </a:lnTo>
                <a:lnTo>
                  <a:pt x="154344" y="67149"/>
                </a:lnTo>
                <a:close/>
                <a:moveTo>
                  <a:pt x="158947" y="63646"/>
                </a:moveTo>
                <a:lnTo>
                  <a:pt x="160649" y="61979"/>
                </a:lnTo>
                <a:lnTo>
                  <a:pt x="168387" y="61979"/>
                </a:lnTo>
                <a:lnTo>
                  <a:pt x="164651" y="65681"/>
                </a:lnTo>
                <a:lnTo>
                  <a:pt x="158947" y="65681"/>
                </a:lnTo>
                <a:lnTo>
                  <a:pt x="158947" y="63646"/>
                </a:lnTo>
                <a:close/>
                <a:moveTo>
                  <a:pt x="178061" y="61979"/>
                </a:moveTo>
                <a:lnTo>
                  <a:pt x="179729" y="63646"/>
                </a:lnTo>
                <a:lnTo>
                  <a:pt x="179729" y="65681"/>
                </a:lnTo>
                <a:lnTo>
                  <a:pt x="174025" y="65681"/>
                </a:lnTo>
                <a:lnTo>
                  <a:pt x="170289" y="61979"/>
                </a:lnTo>
                <a:lnTo>
                  <a:pt x="178061" y="61979"/>
                </a:lnTo>
                <a:close/>
                <a:moveTo>
                  <a:pt x="182231" y="64514"/>
                </a:moveTo>
                <a:lnTo>
                  <a:pt x="183532" y="64514"/>
                </a:lnTo>
                <a:lnTo>
                  <a:pt x="184332" y="65348"/>
                </a:lnTo>
                <a:lnTo>
                  <a:pt x="184332" y="67149"/>
                </a:lnTo>
                <a:lnTo>
                  <a:pt x="183098" y="65915"/>
                </a:lnTo>
                <a:lnTo>
                  <a:pt x="182831" y="65781"/>
                </a:lnTo>
                <a:lnTo>
                  <a:pt x="180930" y="65781"/>
                </a:lnTo>
                <a:close/>
                <a:moveTo>
                  <a:pt x="185133" y="65348"/>
                </a:moveTo>
                <a:lnTo>
                  <a:pt x="185967" y="64514"/>
                </a:lnTo>
                <a:lnTo>
                  <a:pt x="187268" y="64514"/>
                </a:lnTo>
                <a:lnTo>
                  <a:pt x="188535" y="65815"/>
                </a:lnTo>
                <a:lnTo>
                  <a:pt x="186667" y="65815"/>
                </a:lnTo>
                <a:lnTo>
                  <a:pt x="186367" y="65915"/>
                </a:lnTo>
                <a:lnTo>
                  <a:pt x="185133" y="67149"/>
                </a:lnTo>
                <a:close/>
                <a:moveTo>
                  <a:pt x="189736" y="63646"/>
                </a:moveTo>
                <a:lnTo>
                  <a:pt x="191437" y="61979"/>
                </a:lnTo>
                <a:lnTo>
                  <a:pt x="199176" y="61979"/>
                </a:lnTo>
                <a:lnTo>
                  <a:pt x="195473" y="65681"/>
                </a:lnTo>
                <a:lnTo>
                  <a:pt x="189736" y="65681"/>
                </a:lnTo>
                <a:lnTo>
                  <a:pt x="189736" y="63646"/>
                </a:lnTo>
                <a:close/>
                <a:moveTo>
                  <a:pt x="188869" y="56575"/>
                </a:moveTo>
                <a:lnTo>
                  <a:pt x="186801" y="56575"/>
                </a:lnTo>
                <a:lnTo>
                  <a:pt x="185133" y="54874"/>
                </a:lnTo>
                <a:lnTo>
                  <a:pt x="185133" y="47135"/>
                </a:lnTo>
                <a:lnTo>
                  <a:pt x="188869" y="50871"/>
                </a:lnTo>
                <a:lnTo>
                  <a:pt x="188869" y="56575"/>
                </a:lnTo>
                <a:close/>
                <a:moveTo>
                  <a:pt x="184332" y="54874"/>
                </a:moveTo>
                <a:lnTo>
                  <a:pt x="182664" y="56575"/>
                </a:lnTo>
                <a:lnTo>
                  <a:pt x="180629" y="56575"/>
                </a:lnTo>
                <a:lnTo>
                  <a:pt x="180629" y="50871"/>
                </a:lnTo>
                <a:lnTo>
                  <a:pt x="184332" y="47135"/>
                </a:lnTo>
                <a:lnTo>
                  <a:pt x="184332" y="54874"/>
                </a:lnTo>
                <a:close/>
                <a:moveTo>
                  <a:pt x="171723" y="51905"/>
                </a:moveTo>
                <a:lnTo>
                  <a:pt x="169755" y="53873"/>
                </a:lnTo>
                <a:lnTo>
                  <a:pt x="169755" y="52005"/>
                </a:lnTo>
                <a:lnTo>
                  <a:pt x="171156" y="50570"/>
                </a:lnTo>
                <a:lnTo>
                  <a:pt x="173157" y="50570"/>
                </a:lnTo>
                <a:lnTo>
                  <a:pt x="174492" y="51905"/>
                </a:lnTo>
                <a:close/>
                <a:moveTo>
                  <a:pt x="172957" y="47835"/>
                </a:moveTo>
                <a:lnTo>
                  <a:pt x="172957" y="49203"/>
                </a:lnTo>
                <a:lnTo>
                  <a:pt x="170289" y="46568"/>
                </a:lnTo>
                <a:lnTo>
                  <a:pt x="174025" y="46568"/>
                </a:lnTo>
                <a:lnTo>
                  <a:pt x="173057" y="47568"/>
                </a:lnTo>
                <a:close/>
                <a:moveTo>
                  <a:pt x="170289" y="45800"/>
                </a:moveTo>
                <a:lnTo>
                  <a:pt x="172957" y="43132"/>
                </a:lnTo>
                <a:lnTo>
                  <a:pt x="172957" y="44700"/>
                </a:lnTo>
                <a:lnTo>
                  <a:pt x="174025" y="45800"/>
                </a:lnTo>
                <a:lnTo>
                  <a:pt x="170289" y="45800"/>
                </a:lnTo>
                <a:close/>
                <a:moveTo>
                  <a:pt x="169755" y="45233"/>
                </a:moveTo>
                <a:lnTo>
                  <a:pt x="169755" y="41497"/>
                </a:lnTo>
                <a:lnTo>
                  <a:pt x="170722" y="42465"/>
                </a:lnTo>
                <a:lnTo>
                  <a:pt x="170989" y="42598"/>
                </a:lnTo>
                <a:lnTo>
                  <a:pt x="172390" y="42598"/>
                </a:lnTo>
                <a:close/>
                <a:moveTo>
                  <a:pt x="168954" y="45233"/>
                </a:moveTo>
                <a:lnTo>
                  <a:pt x="166319" y="42598"/>
                </a:lnTo>
                <a:lnTo>
                  <a:pt x="167687" y="42598"/>
                </a:lnTo>
                <a:lnTo>
                  <a:pt x="167854" y="42598"/>
                </a:lnTo>
                <a:lnTo>
                  <a:pt x="168954" y="41497"/>
                </a:lnTo>
                <a:close/>
                <a:moveTo>
                  <a:pt x="168954" y="47135"/>
                </a:moveTo>
                <a:lnTo>
                  <a:pt x="168954" y="50871"/>
                </a:lnTo>
                <a:lnTo>
                  <a:pt x="167854" y="49770"/>
                </a:lnTo>
                <a:lnTo>
                  <a:pt x="166319" y="49770"/>
                </a:lnTo>
                <a:close/>
                <a:moveTo>
                  <a:pt x="158047" y="56575"/>
                </a:moveTo>
                <a:lnTo>
                  <a:pt x="156012" y="56575"/>
                </a:lnTo>
                <a:lnTo>
                  <a:pt x="154344" y="54874"/>
                </a:lnTo>
                <a:lnTo>
                  <a:pt x="154344" y="47135"/>
                </a:lnTo>
                <a:lnTo>
                  <a:pt x="158047" y="50871"/>
                </a:lnTo>
                <a:lnTo>
                  <a:pt x="158047" y="56575"/>
                </a:lnTo>
                <a:close/>
                <a:moveTo>
                  <a:pt x="153543" y="54874"/>
                </a:moveTo>
                <a:lnTo>
                  <a:pt x="151876" y="56575"/>
                </a:lnTo>
                <a:lnTo>
                  <a:pt x="149841" y="56575"/>
                </a:lnTo>
                <a:lnTo>
                  <a:pt x="149841" y="50871"/>
                </a:lnTo>
                <a:lnTo>
                  <a:pt x="153543" y="47135"/>
                </a:lnTo>
                <a:lnTo>
                  <a:pt x="153543" y="54874"/>
                </a:lnTo>
                <a:close/>
                <a:moveTo>
                  <a:pt x="140901" y="51905"/>
                </a:moveTo>
                <a:lnTo>
                  <a:pt x="138933" y="53873"/>
                </a:lnTo>
                <a:lnTo>
                  <a:pt x="138933" y="52005"/>
                </a:lnTo>
                <a:lnTo>
                  <a:pt x="140367" y="50570"/>
                </a:lnTo>
                <a:lnTo>
                  <a:pt x="142369" y="50570"/>
                </a:lnTo>
                <a:lnTo>
                  <a:pt x="143703" y="51905"/>
                </a:lnTo>
                <a:close/>
                <a:moveTo>
                  <a:pt x="142135" y="47835"/>
                </a:moveTo>
                <a:lnTo>
                  <a:pt x="142135" y="49203"/>
                </a:lnTo>
                <a:lnTo>
                  <a:pt x="139500" y="46568"/>
                </a:lnTo>
                <a:lnTo>
                  <a:pt x="143236" y="46568"/>
                </a:lnTo>
                <a:lnTo>
                  <a:pt x="142269" y="47568"/>
                </a:lnTo>
                <a:close/>
                <a:moveTo>
                  <a:pt x="139500" y="45800"/>
                </a:moveTo>
                <a:lnTo>
                  <a:pt x="142135" y="43132"/>
                </a:lnTo>
                <a:lnTo>
                  <a:pt x="142135" y="44700"/>
                </a:lnTo>
                <a:lnTo>
                  <a:pt x="143236" y="45800"/>
                </a:lnTo>
                <a:lnTo>
                  <a:pt x="139500" y="45800"/>
                </a:lnTo>
                <a:close/>
                <a:moveTo>
                  <a:pt x="138933" y="45233"/>
                </a:moveTo>
                <a:lnTo>
                  <a:pt x="138933" y="41497"/>
                </a:lnTo>
                <a:lnTo>
                  <a:pt x="140034" y="42598"/>
                </a:lnTo>
                <a:lnTo>
                  <a:pt x="140201" y="42598"/>
                </a:lnTo>
                <a:lnTo>
                  <a:pt x="141602" y="42598"/>
                </a:lnTo>
                <a:close/>
                <a:moveTo>
                  <a:pt x="138166" y="45233"/>
                </a:moveTo>
                <a:lnTo>
                  <a:pt x="135531" y="42598"/>
                </a:lnTo>
                <a:lnTo>
                  <a:pt x="136898" y="42598"/>
                </a:lnTo>
                <a:lnTo>
                  <a:pt x="137165" y="42465"/>
                </a:lnTo>
                <a:lnTo>
                  <a:pt x="138166" y="41497"/>
                </a:lnTo>
                <a:lnTo>
                  <a:pt x="138166" y="45233"/>
                </a:lnTo>
                <a:close/>
                <a:moveTo>
                  <a:pt x="138166" y="47135"/>
                </a:moveTo>
                <a:lnTo>
                  <a:pt x="138166" y="50871"/>
                </a:lnTo>
                <a:lnTo>
                  <a:pt x="137165" y="49903"/>
                </a:lnTo>
                <a:lnTo>
                  <a:pt x="136898" y="49770"/>
                </a:lnTo>
                <a:lnTo>
                  <a:pt x="135531" y="49770"/>
                </a:lnTo>
                <a:close/>
                <a:moveTo>
                  <a:pt x="127258" y="56575"/>
                </a:moveTo>
                <a:lnTo>
                  <a:pt x="125223" y="56575"/>
                </a:lnTo>
                <a:lnTo>
                  <a:pt x="123555" y="54874"/>
                </a:lnTo>
                <a:lnTo>
                  <a:pt x="123555" y="47135"/>
                </a:lnTo>
                <a:lnTo>
                  <a:pt x="127258" y="50871"/>
                </a:lnTo>
                <a:close/>
                <a:moveTo>
                  <a:pt x="122755" y="54874"/>
                </a:moveTo>
                <a:lnTo>
                  <a:pt x="121087" y="56575"/>
                </a:lnTo>
                <a:lnTo>
                  <a:pt x="119052" y="56575"/>
                </a:lnTo>
                <a:lnTo>
                  <a:pt x="119052" y="50871"/>
                </a:lnTo>
                <a:lnTo>
                  <a:pt x="122755" y="47135"/>
                </a:lnTo>
                <a:close/>
                <a:moveTo>
                  <a:pt x="110112" y="51905"/>
                </a:moveTo>
                <a:lnTo>
                  <a:pt x="108144" y="53873"/>
                </a:lnTo>
                <a:lnTo>
                  <a:pt x="108144" y="52005"/>
                </a:lnTo>
                <a:lnTo>
                  <a:pt x="109579" y="50570"/>
                </a:lnTo>
                <a:lnTo>
                  <a:pt x="111580" y="50570"/>
                </a:lnTo>
                <a:lnTo>
                  <a:pt x="112914" y="51905"/>
                </a:lnTo>
                <a:close/>
                <a:moveTo>
                  <a:pt x="111347" y="47835"/>
                </a:moveTo>
                <a:lnTo>
                  <a:pt x="111347" y="49203"/>
                </a:lnTo>
                <a:lnTo>
                  <a:pt x="108711" y="46568"/>
                </a:lnTo>
                <a:lnTo>
                  <a:pt x="112447" y="46568"/>
                </a:lnTo>
                <a:lnTo>
                  <a:pt x="111480" y="47568"/>
                </a:lnTo>
                <a:close/>
                <a:moveTo>
                  <a:pt x="108711" y="45800"/>
                </a:moveTo>
                <a:lnTo>
                  <a:pt x="111347" y="43132"/>
                </a:lnTo>
                <a:lnTo>
                  <a:pt x="111347" y="44700"/>
                </a:lnTo>
                <a:lnTo>
                  <a:pt x="112447" y="45800"/>
                </a:lnTo>
                <a:lnTo>
                  <a:pt x="108711" y="45800"/>
                </a:lnTo>
                <a:close/>
                <a:moveTo>
                  <a:pt x="108144" y="45233"/>
                </a:moveTo>
                <a:lnTo>
                  <a:pt x="108144" y="41497"/>
                </a:lnTo>
                <a:lnTo>
                  <a:pt x="109145" y="42465"/>
                </a:lnTo>
                <a:lnTo>
                  <a:pt x="109412" y="42598"/>
                </a:lnTo>
                <a:lnTo>
                  <a:pt x="110813" y="42598"/>
                </a:lnTo>
                <a:close/>
                <a:moveTo>
                  <a:pt x="107377" y="45233"/>
                </a:moveTo>
                <a:lnTo>
                  <a:pt x="104709" y="42598"/>
                </a:lnTo>
                <a:lnTo>
                  <a:pt x="106110" y="42598"/>
                </a:lnTo>
                <a:lnTo>
                  <a:pt x="106276" y="42598"/>
                </a:lnTo>
                <a:lnTo>
                  <a:pt x="107377" y="41497"/>
                </a:lnTo>
                <a:lnTo>
                  <a:pt x="107377" y="45233"/>
                </a:lnTo>
                <a:close/>
                <a:moveTo>
                  <a:pt x="107377" y="47135"/>
                </a:moveTo>
                <a:lnTo>
                  <a:pt x="107377" y="50871"/>
                </a:lnTo>
                <a:lnTo>
                  <a:pt x="106276" y="49770"/>
                </a:lnTo>
                <a:lnTo>
                  <a:pt x="104709" y="49770"/>
                </a:lnTo>
                <a:close/>
                <a:moveTo>
                  <a:pt x="96469" y="56575"/>
                </a:moveTo>
                <a:lnTo>
                  <a:pt x="94435" y="56575"/>
                </a:lnTo>
                <a:lnTo>
                  <a:pt x="92767" y="54874"/>
                </a:lnTo>
                <a:lnTo>
                  <a:pt x="92767" y="47135"/>
                </a:lnTo>
                <a:lnTo>
                  <a:pt x="96469" y="50871"/>
                </a:lnTo>
                <a:close/>
                <a:moveTo>
                  <a:pt x="91966" y="54874"/>
                </a:moveTo>
                <a:lnTo>
                  <a:pt x="90298" y="56575"/>
                </a:lnTo>
                <a:lnTo>
                  <a:pt x="88264" y="56575"/>
                </a:lnTo>
                <a:lnTo>
                  <a:pt x="88264" y="50871"/>
                </a:lnTo>
                <a:lnTo>
                  <a:pt x="91966" y="47135"/>
                </a:lnTo>
                <a:close/>
                <a:moveTo>
                  <a:pt x="79324" y="51905"/>
                </a:moveTo>
                <a:lnTo>
                  <a:pt x="77356" y="53873"/>
                </a:lnTo>
                <a:lnTo>
                  <a:pt x="77356" y="52005"/>
                </a:lnTo>
                <a:lnTo>
                  <a:pt x="78790" y="50570"/>
                </a:lnTo>
                <a:lnTo>
                  <a:pt x="80792" y="50570"/>
                </a:lnTo>
                <a:lnTo>
                  <a:pt x="82126" y="51905"/>
                </a:lnTo>
                <a:close/>
                <a:moveTo>
                  <a:pt x="80558" y="47835"/>
                </a:moveTo>
                <a:lnTo>
                  <a:pt x="80558" y="49203"/>
                </a:lnTo>
                <a:lnTo>
                  <a:pt x="77923" y="46568"/>
                </a:lnTo>
                <a:lnTo>
                  <a:pt x="81659" y="46568"/>
                </a:lnTo>
                <a:lnTo>
                  <a:pt x="80691" y="47568"/>
                </a:lnTo>
                <a:close/>
                <a:moveTo>
                  <a:pt x="77923" y="45800"/>
                </a:moveTo>
                <a:lnTo>
                  <a:pt x="80558" y="43132"/>
                </a:lnTo>
                <a:lnTo>
                  <a:pt x="80558" y="44700"/>
                </a:lnTo>
                <a:lnTo>
                  <a:pt x="81659" y="45800"/>
                </a:lnTo>
                <a:lnTo>
                  <a:pt x="77923" y="45800"/>
                </a:lnTo>
                <a:close/>
                <a:moveTo>
                  <a:pt x="77356" y="45233"/>
                </a:moveTo>
                <a:lnTo>
                  <a:pt x="77356" y="41497"/>
                </a:lnTo>
                <a:lnTo>
                  <a:pt x="78457" y="42598"/>
                </a:lnTo>
                <a:lnTo>
                  <a:pt x="78623" y="42598"/>
                </a:lnTo>
                <a:lnTo>
                  <a:pt x="79991" y="42598"/>
                </a:lnTo>
                <a:close/>
                <a:moveTo>
                  <a:pt x="76589" y="45233"/>
                </a:moveTo>
                <a:lnTo>
                  <a:pt x="73920" y="42598"/>
                </a:lnTo>
                <a:lnTo>
                  <a:pt x="75321" y="42598"/>
                </a:lnTo>
                <a:lnTo>
                  <a:pt x="75588" y="42465"/>
                </a:lnTo>
                <a:lnTo>
                  <a:pt x="76555" y="41497"/>
                </a:lnTo>
                <a:lnTo>
                  <a:pt x="76555" y="45233"/>
                </a:lnTo>
                <a:close/>
                <a:moveTo>
                  <a:pt x="76589" y="47135"/>
                </a:moveTo>
                <a:lnTo>
                  <a:pt x="76589" y="50871"/>
                </a:lnTo>
                <a:lnTo>
                  <a:pt x="75588" y="49903"/>
                </a:lnTo>
                <a:lnTo>
                  <a:pt x="75321" y="49770"/>
                </a:lnTo>
                <a:lnTo>
                  <a:pt x="73920" y="49770"/>
                </a:lnTo>
                <a:close/>
                <a:moveTo>
                  <a:pt x="65681" y="56575"/>
                </a:moveTo>
                <a:lnTo>
                  <a:pt x="63646" y="56575"/>
                </a:lnTo>
                <a:lnTo>
                  <a:pt x="61978" y="54874"/>
                </a:lnTo>
                <a:lnTo>
                  <a:pt x="61978" y="47135"/>
                </a:lnTo>
                <a:lnTo>
                  <a:pt x="65681" y="50871"/>
                </a:lnTo>
                <a:close/>
                <a:moveTo>
                  <a:pt x="61178" y="54874"/>
                </a:moveTo>
                <a:lnTo>
                  <a:pt x="59510" y="56575"/>
                </a:lnTo>
                <a:lnTo>
                  <a:pt x="57475" y="56575"/>
                </a:lnTo>
                <a:lnTo>
                  <a:pt x="57475" y="50871"/>
                </a:lnTo>
                <a:lnTo>
                  <a:pt x="61178" y="47135"/>
                </a:lnTo>
                <a:close/>
                <a:moveTo>
                  <a:pt x="48535" y="51905"/>
                </a:moveTo>
                <a:lnTo>
                  <a:pt x="46567" y="53873"/>
                </a:lnTo>
                <a:lnTo>
                  <a:pt x="46567" y="52005"/>
                </a:lnTo>
                <a:lnTo>
                  <a:pt x="48001" y="50570"/>
                </a:lnTo>
                <a:lnTo>
                  <a:pt x="50003" y="50570"/>
                </a:lnTo>
                <a:lnTo>
                  <a:pt x="51337" y="51905"/>
                </a:lnTo>
                <a:close/>
                <a:moveTo>
                  <a:pt x="46567" y="47135"/>
                </a:moveTo>
                <a:lnTo>
                  <a:pt x="49202" y="49770"/>
                </a:lnTo>
                <a:lnTo>
                  <a:pt x="47835" y="49770"/>
                </a:lnTo>
                <a:lnTo>
                  <a:pt x="47568" y="49903"/>
                </a:lnTo>
                <a:lnTo>
                  <a:pt x="46567" y="50871"/>
                </a:lnTo>
                <a:lnTo>
                  <a:pt x="46567" y="47135"/>
                </a:lnTo>
                <a:close/>
                <a:moveTo>
                  <a:pt x="49769" y="47835"/>
                </a:moveTo>
                <a:lnTo>
                  <a:pt x="49769" y="49203"/>
                </a:lnTo>
                <a:lnTo>
                  <a:pt x="47134" y="46568"/>
                </a:lnTo>
                <a:lnTo>
                  <a:pt x="50870" y="46568"/>
                </a:lnTo>
                <a:lnTo>
                  <a:pt x="49903" y="47568"/>
                </a:lnTo>
                <a:close/>
                <a:moveTo>
                  <a:pt x="47134" y="45800"/>
                </a:moveTo>
                <a:lnTo>
                  <a:pt x="49769" y="43132"/>
                </a:lnTo>
                <a:lnTo>
                  <a:pt x="49769" y="44700"/>
                </a:lnTo>
                <a:lnTo>
                  <a:pt x="50870" y="45800"/>
                </a:lnTo>
                <a:lnTo>
                  <a:pt x="47134" y="45800"/>
                </a:lnTo>
                <a:close/>
                <a:moveTo>
                  <a:pt x="46567" y="45233"/>
                </a:moveTo>
                <a:lnTo>
                  <a:pt x="46567" y="41497"/>
                </a:lnTo>
                <a:lnTo>
                  <a:pt x="47534" y="42465"/>
                </a:lnTo>
                <a:lnTo>
                  <a:pt x="47835" y="42598"/>
                </a:lnTo>
                <a:lnTo>
                  <a:pt x="49202" y="42598"/>
                </a:lnTo>
                <a:close/>
                <a:moveTo>
                  <a:pt x="45767" y="45233"/>
                </a:moveTo>
                <a:lnTo>
                  <a:pt x="43131" y="42598"/>
                </a:lnTo>
                <a:lnTo>
                  <a:pt x="44532" y="42598"/>
                </a:lnTo>
                <a:lnTo>
                  <a:pt x="44699" y="42598"/>
                </a:lnTo>
                <a:lnTo>
                  <a:pt x="45767" y="41497"/>
                </a:lnTo>
                <a:close/>
                <a:moveTo>
                  <a:pt x="45767" y="47135"/>
                </a:moveTo>
                <a:lnTo>
                  <a:pt x="45767" y="50871"/>
                </a:lnTo>
                <a:lnTo>
                  <a:pt x="44699" y="49770"/>
                </a:lnTo>
                <a:lnTo>
                  <a:pt x="43131" y="49770"/>
                </a:lnTo>
                <a:close/>
                <a:moveTo>
                  <a:pt x="45767" y="76022"/>
                </a:moveTo>
                <a:lnTo>
                  <a:pt x="43131" y="73387"/>
                </a:lnTo>
                <a:lnTo>
                  <a:pt x="44699" y="73387"/>
                </a:lnTo>
                <a:lnTo>
                  <a:pt x="45767" y="72286"/>
                </a:lnTo>
                <a:close/>
                <a:moveTo>
                  <a:pt x="43798" y="71285"/>
                </a:moveTo>
                <a:lnTo>
                  <a:pt x="45767" y="69317"/>
                </a:lnTo>
                <a:lnTo>
                  <a:pt x="45767" y="71152"/>
                </a:lnTo>
                <a:lnTo>
                  <a:pt x="44366" y="72586"/>
                </a:lnTo>
                <a:lnTo>
                  <a:pt x="42364" y="72586"/>
                </a:lnTo>
                <a:lnTo>
                  <a:pt x="41030" y="71285"/>
                </a:lnTo>
                <a:close/>
                <a:moveTo>
                  <a:pt x="42564" y="75321"/>
                </a:moveTo>
                <a:lnTo>
                  <a:pt x="42564" y="73954"/>
                </a:lnTo>
                <a:lnTo>
                  <a:pt x="45233" y="76589"/>
                </a:lnTo>
                <a:lnTo>
                  <a:pt x="41497" y="76589"/>
                </a:lnTo>
                <a:lnTo>
                  <a:pt x="42464" y="75588"/>
                </a:lnTo>
                <a:close/>
                <a:moveTo>
                  <a:pt x="45233" y="77356"/>
                </a:moveTo>
                <a:lnTo>
                  <a:pt x="42564" y="80025"/>
                </a:lnTo>
                <a:lnTo>
                  <a:pt x="42564" y="78457"/>
                </a:lnTo>
                <a:lnTo>
                  <a:pt x="41497" y="77356"/>
                </a:lnTo>
                <a:close/>
                <a:moveTo>
                  <a:pt x="45767" y="77923"/>
                </a:moveTo>
                <a:lnTo>
                  <a:pt x="45767" y="81659"/>
                </a:lnTo>
                <a:lnTo>
                  <a:pt x="44699" y="80559"/>
                </a:lnTo>
                <a:lnTo>
                  <a:pt x="44532" y="80559"/>
                </a:lnTo>
                <a:lnTo>
                  <a:pt x="43131" y="80559"/>
                </a:lnTo>
                <a:close/>
                <a:moveTo>
                  <a:pt x="46567" y="77923"/>
                </a:moveTo>
                <a:lnTo>
                  <a:pt x="49202" y="80559"/>
                </a:lnTo>
                <a:lnTo>
                  <a:pt x="47835" y="80559"/>
                </a:lnTo>
                <a:lnTo>
                  <a:pt x="47568" y="80692"/>
                </a:lnTo>
                <a:lnTo>
                  <a:pt x="46567" y="81659"/>
                </a:lnTo>
                <a:lnTo>
                  <a:pt x="46567" y="77923"/>
                </a:lnTo>
                <a:close/>
                <a:moveTo>
                  <a:pt x="46567" y="76022"/>
                </a:moveTo>
                <a:lnTo>
                  <a:pt x="46567" y="72286"/>
                </a:lnTo>
                <a:lnTo>
                  <a:pt x="47534" y="73253"/>
                </a:lnTo>
                <a:lnTo>
                  <a:pt x="47835" y="73387"/>
                </a:lnTo>
                <a:lnTo>
                  <a:pt x="49202" y="73387"/>
                </a:lnTo>
                <a:close/>
                <a:moveTo>
                  <a:pt x="57475" y="66582"/>
                </a:moveTo>
                <a:lnTo>
                  <a:pt x="59510" y="66582"/>
                </a:lnTo>
                <a:lnTo>
                  <a:pt x="61178" y="68283"/>
                </a:lnTo>
                <a:lnTo>
                  <a:pt x="61178" y="76022"/>
                </a:lnTo>
                <a:lnTo>
                  <a:pt x="57475" y="72286"/>
                </a:lnTo>
                <a:close/>
                <a:moveTo>
                  <a:pt x="61978" y="68283"/>
                </a:moveTo>
                <a:lnTo>
                  <a:pt x="63646" y="66582"/>
                </a:lnTo>
                <a:lnTo>
                  <a:pt x="65681" y="66582"/>
                </a:lnTo>
                <a:lnTo>
                  <a:pt x="65681" y="72286"/>
                </a:lnTo>
                <a:lnTo>
                  <a:pt x="61978" y="76022"/>
                </a:lnTo>
                <a:close/>
                <a:moveTo>
                  <a:pt x="74620" y="71285"/>
                </a:moveTo>
                <a:lnTo>
                  <a:pt x="76589" y="69317"/>
                </a:lnTo>
                <a:lnTo>
                  <a:pt x="76589" y="71152"/>
                </a:lnTo>
                <a:lnTo>
                  <a:pt x="75154" y="72586"/>
                </a:lnTo>
                <a:lnTo>
                  <a:pt x="73153" y="72586"/>
                </a:lnTo>
                <a:lnTo>
                  <a:pt x="71818" y="71285"/>
                </a:lnTo>
                <a:close/>
                <a:moveTo>
                  <a:pt x="73386" y="75321"/>
                </a:moveTo>
                <a:lnTo>
                  <a:pt x="73386" y="73954"/>
                </a:lnTo>
                <a:lnTo>
                  <a:pt x="76021" y="76589"/>
                </a:lnTo>
                <a:lnTo>
                  <a:pt x="72285" y="76589"/>
                </a:lnTo>
                <a:lnTo>
                  <a:pt x="73253" y="75588"/>
                </a:lnTo>
                <a:close/>
                <a:moveTo>
                  <a:pt x="76021" y="77356"/>
                </a:moveTo>
                <a:lnTo>
                  <a:pt x="73386" y="80025"/>
                </a:lnTo>
                <a:lnTo>
                  <a:pt x="73386" y="78457"/>
                </a:lnTo>
                <a:lnTo>
                  <a:pt x="72285" y="77356"/>
                </a:lnTo>
                <a:close/>
                <a:moveTo>
                  <a:pt x="76589" y="77923"/>
                </a:moveTo>
                <a:lnTo>
                  <a:pt x="76589" y="81659"/>
                </a:lnTo>
                <a:lnTo>
                  <a:pt x="75588" y="80692"/>
                </a:lnTo>
                <a:lnTo>
                  <a:pt x="75321" y="80559"/>
                </a:lnTo>
                <a:lnTo>
                  <a:pt x="73920" y="80559"/>
                </a:lnTo>
                <a:close/>
                <a:moveTo>
                  <a:pt x="77356" y="77923"/>
                </a:moveTo>
                <a:lnTo>
                  <a:pt x="80024" y="80559"/>
                </a:lnTo>
                <a:lnTo>
                  <a:pt x="78623" y="80559"/>
                </a:lnTo>
                <a:lnTo>
                  <a:pt x="78457" y="80559"/>
                </a:lnTo>
                <a:lnTo>
                  <a:pt x="77356" y="81659"/>
                </a:lnTo>
                <a:lnTo>
                  <a:pt x="77356" y="77923"/>
                </a:lnTo>
                <a:close/>
                <a:moveTo>
                  <a:pt x="77356" y="76022"/>
                </a:moveTo>
                <a:lnTo>
                  <a:pt x="77356" y="72286"/>
                </a:lnTo>
                <a:lnTo>
                  <a:pt x="78457" y="73387"/>
                </a:lnTo>
                <a:lnTo>
                  <a:pt x="80024" y="73387"/>
                </a:lnTo>
                <a:close/>
                <a:moveTo>
                  <a:pt x="88264" y="66582"/>
                </a:moveTo>
                <a:lnTo>
                  <a:pt x="90298" y="66582"/>
                </a:lnTo>
                <a:lnTo>
                  <a:pt x="91966" y="68283"/>
                </a:lnTo>
                <a:lnTo>
                  <a:pt x="91966" y="76022"/>
                </a:lnTo>
                <a:lnTo>
                  <a:pt x="88264" y="72286"/>
                </a:lnTo>
                <a:close/>
                <a:moveTo>
                  <a:pt x="92767" y="68283"/>
                </a:moveTo>
                <a:lnTo>
                  <a:pt x="94435" y="66582"/>
                </a:lnTo>
                <a:lnTo>
                  <a:pt x="96469" y="66582"/>
                </a:lnTo>
                <a:lnTo>
                  <a:pt x="96469" y="72286"/>
                </a:lnTo>
                <a:lnTo>
                  <a:pt x="92767" y="76022"/>
                </a:lnTo>
                <a:close/>
                <a:moveTo>
                  <a:pt x="105409" y="71285"/>
                </a:moveTo>
                <a:lnTo>
                  <a:pt x="107377" y="69317"/>
                </a:lnTo>
                <a:lnTo>
                  <a:pt x="107377" y="71152"/>
                </a:lnTo>
                <a:lnTo>
                  <a:pt x="105943" y="72586"/>
                </a:lnTo>
                <a:lnTo>
                  <a:pt x="103941" y="72586"/>
                </a:lnTo>
                <a:lnTo>
                  <a:pt x="102607" y="71285"/>
                </a:lnTo>
                <a:close/>
                <a:moveTo>
                  <a:pt x="104175" y="75321"/>
                </a:moveTo>
                <a:lnTo>
                  <a:pt x="104175" y="73954"/>
                </a:lnTo>
                <a:lnTo>
                  <a:pt x="106810" y="76589"/>
                </a:lnTo>
                <a:lnTo>
                  <a:pt x="103074" y="76589"/>
                </a:lnTo>
                <a:lnTo>
                  <a:pt x="104041" y="75588"/>
                </a:lnTo>
                <a:close/>
                <a:moveTo>
                  <a:pt x="106810" y="77356"/>
                </a:moveTo>
                <a:lnTo>
                  <a:pt x="104175" y="80025"/>
                </a:lnTo>
                <a:lnTo>
                  <a:pt x="104175" y="78457"/>
                </a:lnTo>
                <a:lnTo>
                  <a:pt x="103074" y="77356"/>
                </a:lnTo>
                <a:close/>
                <a:moveTo>
                  <a:pt x="107377" y="77923"/>
                </a:moveTo>
                <a:lnTo>
                  <a:pt x="107377" y="81659"/>
                </a:lnTo>
                <a:lnTo>
                  <a:pt x="106276" y="80559"/>
                </a:lnTo>
                <a:lnTo>
                  <a:pt x="106110" y="80559"/>
                </a:lnTo>
                <a:lnTo>
                  <a:pt x="104709" y="80559"/>
                </a:lnTo>
                <a:close/>
                <a:moveTo>
                  <a:pt x="108144" y="77923"/>
                </a:moveTo>
                <a:lnTo>
                  <a:pt x="110813" y="80559"/>
                </a:lnTo>
                <a:lnTo>
                  <a:pt x="109412" y="80559"/>
                </a:lnTo>
                <a:lnTo>
                  <a:pt x="109145" y="80692"/>
                </a:lnTo>
                <a:lnTo>
                  <a:pt x="108144" y="81659"/>
                </a:lnTo>
                <a:lnTo>
                  <a:pt x="108144" y="77923"/>
                </a:lnTo>
                <a:close/>
                <a:moveTo>
                  <a:pt x="108144" y="76022"/>
                </a:moveTo>
                <a:lnTo>
                  <a:pt x="108144" y="72286"/>
                </a:lnTo>
                <a:lnTo>
                  <a:pt x="109145" y="73253"/>
                </a:lnTo>
                <a:lnTo>
                  <a:pt x="109412" y="73387"/>
                </a:lnTo>
                <a:lnTo>
                  <a:pt x="110813" y="73387"/>
                </a:lnTo>
                <a:close/>
                <a:moveTo>
                  <a:pt x="119052" y="66582"/>
                </a:moveTo>
                <a:lnTo>
                  <a:pt x="121087" y="66582"/>
                </a:lnTo>
                <a:lnTo>
                  <a:pt x="122755" y="68283"/>
                </a:lnTo>
                <a:lnTo>
                  <a:pt x="122755" y="76022"/>
                </a:lnTo>
                <a:lnTo>
                  <a:pt x="119052" y="72286"/>
                </a:lnTo>
                <a:close/>
                <a:moveTo>
                  <a:pt x="123555" y="68283"/>
                </a:moveTo>
                <a:lnTo>
                  <a:pt x="125223" y="66582"/>
                </a:lnTo>
                <a:lnTo>
                  <a:pt x="127258" y="66582"/>
                </a:lnTo>
                <a:lnTo>
                  <a:pt x="127258" y="72286"/>
                </a:lnTo>
                <a:lnTo>
                  <a:pt x="123555" y="76022"/>
                </a:lnTo>
                <a:lnTo>
                  <a:pt x="123555" y="68283"/>
                </a:lnTo>
                <a:close/>
                <a:moveTo>
                  <a:pt x="136198" y="71285"/>
                </a:moveTo>
                <a:lnTo>
                  <a:pt x="138166" y="69317"/>
                </a:lnTo>
                <a:lnTo>
                  <a:pt x="138166" y="71152"/>
                </a:lnTo>
                <a:lnTo>
                  <a:pt x="136731" y="72586"/>
                </a:lnTo>
                <a:lnTo>
                  <a:pt x="134730" y="72586"/>
                </a:lnTo>
                <a:lnTo>
                  <a:pt x="133396" y="71285"/>
                </a:lnTo>
                <a:close/>
                <a:moveTo>
                  <a:pt x="134964" y="75321"/>
                </a:moveTo>
                <a:lnTo>
                  <a:pt x="134964" y="73954"/>
                </a:lnTo>
                <a:lnTo>
                  <a:pt x="137599" y="76589"/>
                </a:lnTo>
                <a:lnTo>
                  <a:pt x="133863" y="76589"/>
                </a:lnTo>
                <a:lnTo>
                  <a:pt x="134830" y="75588"/>
                </a:lnTo>
                <a:close/>
                <a:moveTo>
                  <a:pt x="137599" y="77356"/>
                </a:moveTo>
                <a:lnTo>
                  <a:pt x="134964" y="80025"/>
                </a:lnTo>
                <a:lnTo>
                  <a:pt x="134964" y="78457"/>
                </a:lnTo>
                <a:lnTo>
                  <a:pt x="133863" y="77356"/>
                </a:lnTo>
                <a:close/>
                <a:moveTo>
                  <a:pt x="138166" y="77923"/>
                </a:moveTo>
                <a:lnTo>
                  <a:pt x="138166" y="81659"/>
                </a:lnTo>
                <a:lnTo>
                  <a:pt x="137165" y="80692"/>
                </a:lnTo>
                <a:lnTo>
                  <a:pt x="136898" y="80559"/>
                </a:lnTo>
                <a:lnTo>
                  <a:pt x="135531" y="80559"/>
                </a:lnTo>
                <a:close/>
                <a:moveTo>
                  <a:pt x="138933" y="77923"/>
                </a:moveTo>
                <a:lnTo>
                  <a:pt x="141602" y="80559"/>
                </a:lnTo>
                <a:lnTo>
                  <a:pt x="140201" y="80559"/>
                </a:lnTo>
                <a:lnTo>
                  <a:pt x="140034" y="80559"/>
                </a:lnTo>
                <a:lnTo>
                  <a:pt x="138933" y="81659"/>
                </a:lnTo>
                <a:close/>
                <a:moveTo>
                  <a:pt x="138933" y="76022"/>
                </a:moveTo>
                <a:lnTo>
                  <a:pt x="138933" y="72286"/>
                </a:lnTo>
                <a:lnTo>
                  <a:pt x="140034" y="73387"/>
                </a:lnTo>
                <a:lnTo>
                  <a:pt x="141602" y="73387"/>
                </a:lnTo>
                <a:close/>
                <a:moveTo>
                  <a:pt x="149841" y="66582"/>
                </a:moveTo>
                <a:lnTo>
                  <a:pt x="151876" y="66582"/>
                </a:lnTo>
                <a:lnTo>
                  <a:pt x="153543" y="68283"/>
                </a:lnTo>
                <a:lnTo>
                  <a:pt x="153543" y="76022"/>
                </a:lnTo>
                <a:lnTo>
                  <a:pt x="149841" y="72286"/>
                </a:lnTo>
                <a:lnTo>
                  <a:pt x="149841" y="66582"/>
                </a:lnTo>
                <a:close/>
                <a:moveTo>
                  <a:pt x="154344" y="68283"/>
                </a:moveTo>
                <a:lnTo>
                  <a:pt x="156012" y="66582"/>
                </a:lnTo>
                <a:lnTo>
                  <a:pt x="158047" y="66582"/>
                </a:lnTo>
                <a:lnTo>
                  <a:pt x="158047" y="72286"/>
                </a:lnTo>
                <a:lnTo>
                  <a:pt x="154344" y="76022"/>
                </a:lnTo>
                <a:lnTo>
                  <a:pt x="154344" y="68283"/>
                </a:lnTo>
                <a:close/>
                <a:moveTo>
                  <a:pt x="166986" y="71285"/>
                </a:moveTo>
                <a:lnTo>
                  <a:pt x="168954" y="69317"/>
                </a:lnTo>
                <a:lnTo>
                  <a:pt x="168954" y="71152"/>
                </a:lnTo>
                <a:lnTo>
                  <a:pt x="167520" y="72586"/>
                </a:lnTo>
                <a:lnTo>
                  <a:pt x="165519" y="72586"/>
                </a:lnTo>
                <a:lnTo>
                  <a:pt x="164184" y="71285"/>
                </a:lnTo>
                <a:close/>
                <a:moveTo>
                  <a:pt x="165752" y="75321"/>
                </a:moveTo>
                <a:lnTo>
                  <a:pt x="165752" y="73954"/>
                </a:lnTo>
                <a:lnTo>
                  <a:pt x="168387" y="76589"/>
                </a:lnTo>
                <a:lnTo>
                  <a:pt x="164651" y="76589"/>
                </a:lnTo>
                <a:lnTo>
                  <a:pt x="165619" y="75588"/>
                </a:lnTo>
                <a:close/>
                <a:moveTo>
                  <a:pt x="168387" y="77356"/>
                </a:moveTo>
                <a:lnTo>
                  <a:pt x="165752" y="80025"/>
                </a:lnTo>
                <a:lnTo>
                  <a:pt x="165752" y="78457"/>
                </a:lnTo>
                <a:lnTo>
                  <a:pt x="164651" y="77356"/>
                </a:lnTo>
                <a:close/>
                <a:moveTo>
                  <a:pt x="168954" y="77923"/>
                </a:moveTo>
                <a:lnTo>
                  <a:pt x="168954" y="81659"/>
                </a:lnTo>
                <a:lnTo>
                  <a:pt x="167854" y="80559"/>
                </a:lnTo>
                <a:lnTo>
                  <a:pt x="167687" y="80559"/>
                </a:lnTo>
                <a:lnTo>
                  <a:pt x="166319" y="80559"/>
                </a:lnTo>
                <a:close/>
                <a:moveTo>
                  <a:pt x="169755" y="77923"/>
                </a:moveTo>
                <a:lnTo>
                  <a:pt x="172390" y="80559"/>
                </a:lnTo>
                <a:lnTo>
                  <a:pt x="170989" y="80559"/>
                </a:lnTo>
                <a:lnTo>
                  <a:pt x="170722" y="80692"/>
                </a:lnTo>
                <a:lnTo>
                  <a:pt x="169755" y="81659"/>
                </a:lnTo>
                <a:lnTo>
                  <a:pt x="169755" y="77923"/>
                </a:lnTo>
                <a:close/>
                <a:moveTo>
                  <a:pt x="169755" y="76022"/>
                </a:moveTo>
                <a:lnTo>
                  <a:pt x="169755" y="72286"/>
                </a:lnTo>
                <a:lnTo>
                  <a:pt x="170722" y="73253"/>
                </a:lnTo>
                <a:lnTo>
                  <a:pt x="170989" y="73387"/>
                </a:lnTo>
                <a:lnTo>
                  <a:pt x="172390" y="73387"/>
                </a:lnTo>
                <a:close/>
                <a:moveTo>
                  <a:pt x="180629" y="66582"/>
                </a:moveTo>
                <a:lnTo>
                  <a:pt x="182664" y="66582"/>
                </a:lnTo>
                <a:lnTo>
                  <a:pt x="184332" y="68283"/>
                </a:lnTo>
                <a:lnTo>
                  <a:pt x="184332" y="76022"/>
                </a:lnTo>
                <a:lnTo>
                  <a:pt x="180629" y="72286"/>
                </a:lnTo>
                <a:lnTo>
                  <a:pt x="180629" y="66582"/>
                </a:lnTo>
                <a:close/>
                <a:moveTo>
                  <a:pt x="185133" y="68283"/>
                </a:moveTo>
                <a:lnTo>
                  <a:pt x="186801" y="66582"/>
                </a:lnTo>
                <a:lnTo>
                  <a:pt x="188835" y="66582"/>
                </a:lnTo>
                <a:lnTo>
                  <a:pt x="188835" y="72286"/>
                </a:lnTo>
                <a:lnTo>
                  <a:pt x="185133" y="76022"/>
                </a:lnTo>
                <a:lnTo>
                  <a:pt x="185133" y="68283"/>
                </a:lnTo>
                <a:close/>
                <a:moveTo>
                  <a:pt x="197775" y="71285"/>
                </a:moveTo>
                <a:lnTo>
                  <a:pt x="199743" y="69317"/>
                </a:lnTo>
                <a:lnTo>
                  <a:pt x="199743" y="71152"/>
                </a:lnTo>
                <a:lnTo>
                  <a:pt x="198309" y="72586"/>
                </a:lnTo>
                <a:lnTo>
                  <a:pt x="196307" y="72586"/>
                </a:lnTo>
                <a:lnTo>
                  <a:pt x="194973" y="71285"/>
                </a:lnTo>
                <a:close/>
                <a:moveTo>
                  <a:pt x="199743" y="76022"/>
                </a:moveTo>
                <a:lnTo>
                  <a:pt x="197108" y="73387"/>
                </a:lnTo>
                <a:lnTo>
                  <a:pt x="198476" y="73387"/>
                </a:lnTo>
                <a:lnTo>
                  <a:pt x="198776" y="73253"/>
                </a:lnTo>
                <a:lnTo>
                  <a:pt x="199743" y="72286"/>
                </a:lnTo>
                <a:lnTo>
                  <a:pt x="199743" y="76022"/>
                </a:lnTo>
                <a:close/>
                <a:moveTo>
                  <a:pt x="196541" y="75321"/>
                </a:moveTo>
                <a:lnTo>
                  <a:pt x="196541" y="73954"/>
                </a:lnTo>
                <a:lnTo>
                  <a:pt x="199176" y="76589"/>
                </a:lnTo>
                <a:lnTo>
                  <a:pt x="195440" y="76589"/>
                </a:lnTo>
                <a:lnTo>
                  <a:pt x="196407" y="75588"/>
                </a:lnTo>
                <a:close/>
                <a:moveTo>
                  <a:pt x="199176" y="77356"/>
                </a:moveTo>
                <a:lnTo>
                  <a:pt x="196541" y="80025"/>
                </a:lnTo>
                <a:lnTo>
                  <a:pt x="196541" y="78457"/>
                </a:lnTo>
                <a:lnTo>
                  <a:pt x="195440" y="77356"/>
                </a:lnTo>
                <a:close/>
                <a:moveTo>
                  <a:pt x="199743" y="77923"/>
                </a:moveTo>
                <a:lnTo>
                  <a:pt x="199743" y="81659"/>
                </a:lnTo>
                <a:lnTo>
                  <a:pt x="198776" y="80692"/>
                </a:lnTo>
                <a:lnTo>
                  <a:pt x="198476" y="80559"/>
                </a:lnTo>
                <a:lnTo>
                  <a:pt x="197108" y="80559"/>
                </a:lnTo>
                <a:close/>
                <a:moveTo>
                  <a:pt x="200544" y="77923"/>
                </a:moveTo>
                <a:lnTo>
                  <a:pt x="203179" y="80559"/>
                </a:lnTo>
                <a:lnTo>
                  <a:pt x="201778" y="80559"/>
                </a:lnTo>
                <a:lnTo>
                  <a:pt x="201644" y="80559"/>
                </a:lnTo>
                <a:lnTo>
                  <a:pt x="200544" y="81659"/>
                </a:lnTo>
                <a:close/>
                <a:moveTo>
                  <a:pt x="200544" y="76022"/>
                </a:moveTo>
                <a:lnTo>
                  <a:pt x="200544" y="72286"/>
                </a:lnTo>
                <a:lnTo>
                  <a:pt x="201644" y="73387"/>
                </a:lnTo>
                <a:lnTo>
                  <a:pt x="203179" y="73387"/>
                </a:lnTo>
                <a:close/>
                <a:moveTo>
                  <a:pt x="200544" y="54974"/>
                </a:moveTo>
                <a:lnTo>
                  <a:pt x="202812" y="52672"/>
                </a:lnTo>
                <a:lnTo>
                  <a:pt x="206081" y="52672"/>
                </a:lnTo>
                <a:lnTo>
                  <a:pt x="207749" y="54373"/>
                </a:lnTo>
                <a:lnTo>
                  <a:pt x="203679" y="54373"/>
                </a:lnTo>
                <a:lnTo>
                  <a:pt x="203412" y="54473"/>
                </a:lnTo>
                <a:lnTo>
                  <a:pt x="200544" y="57342"/>
                </a:lnTo>
                <a:close/>
                <a:moveTo>
                  <a:pt x="205848" y="51338"/>
                </a:moveTo>
                <a:lnTo>
                  <a:pt x="204513" y="50003"/>
                </a:lnTo>
                <a:lnTo>
                  <a:pt x="204513" y="48002"/>
                </a:lnTo>
                <a:lnTo>
                  <a:pt x="205948" y="46568"/>
                </a:lnTo>
                <a:lnTo>
                  <a:pt x="207816" y="46568"/>
                </a:lnTo>
                <a:lnTo>
                  <a:pt x="205848" y="48536"/>
                </a:lnTo>
                <a:close/>
                <a:moveTo>
                  <a:pt x="205948" y="45800"/>
                </a:moveTo>
                <a:lnTo>
                  <a:pt x="204513" y="44366"/>
                </a:lnTo>
                <a:lnTo>
                  <a:pt x="204513" y="42365"/>
                </a:lnTo>
                <a:lnTo>
                  <a:pt x="205848" y="41030"/>
                </a:lnTo>
                <a:lnTo>
                  <a:pt x="205848" y="43832"/>
                </a:lnTo>
                <a:lnTo>
                  <a:pt x="207816" y="45800"/>
                </a:lnTo>
                <a:lnTo>
                  <a:pt x="205948" y="45800"/>
                </a:lnTo>
                <a:close/>
                <a:moveTo>
                  <a:pt x="203979" y="41797"/>
                </a:moveTo>
                <a:lnTo>
                  <a:pt x="201945" y="41797"/>
                </a:lnTo>
                <a:lnTo>
                  <a:pt x="200544" y="40363"/>
                </a:lnTo>
                <a:lnTo>
                  <a:pt x="200544" y="38495"/>
                </a:lnTo>
                <a:lnTo>
                  <a:pt x="202512" y="40463"/>
                </a:lnTo>
                <a:lnTo>
                  <a:pt x="202645" y="40463"/>
                </a:lnTo>
                <a:lnTo>
                  <a:pt x="205280" y="40463"/>
                </a:lnTo>
                <a:close/>
                <a:moveTo>
                  <a:pt x="199743" y="40363"/>
                </a:moveTo>
                <a:lnTo>
                  <a:pt x="198309" y="41797"/>
                </a:lnTo>
                <a:lnTo>
                  <a:pt x="196307" y="41797"/>
                </a:lnTo>
                <a:lnTo>
                  <a:pt x="194973" y="40463"/>
                </a:lnTo>
                <a:lnTo>
                  <a:pt x="197775" y="40463"/>
                </a:lnTo>
                <a:lnTo>
                  <a:pt x="199743" y="38495"/>
                </a:lnTo>
                <a:lnTo>
                  <a:pt x="199743" y="40363"/>
                </a:lnTo>
                <a:close/>
                <a:moveTo>
                  <a:pt x="194339" y="46568"/>
                </a:moveTo>
                <a:lnTo>
                  <a:pt x="195740" y="48002"/>
                </a:lnTo>
                <a:lnTo>
                  <a:pt x="195740" y="50003"/>
                </a:lnTo>
                <a:lnTo>
                  <a:pt x="194439" y="51338"/>
                </a:lnTo>
                <a:lnTo>
                  <a:pt x="194439" y="48536"/>
                </a:lnTo>
                <a:lnTo>
                  <a:pt x="192471" y="46568"/>
                </a:lnTo>
                <a:lnTo>
                  <a:pt x="194339" y="46568"/>
                </a:lnTo>
                <a:close/>
                <a:moveTo>
                  <a:pt x="175059" y="48536"/>
                </a:moveTo>
                <a:lnTo>
                  <a:pt x="175059" y="51338"/>
                </a:lnTo>
                <a:lnTo>
                  <a:pt x="173725" y="50003"/>
                </a:lnTo>
                <a:lnTo>
                  <a:pt x="173725" y="48002"/>
                </a:lnTo>
                <a:lnTo>
                  <a:pt x="175159" y="46568"/>
                </a:lnTo>
                <a:lnTo>
                  <a:pt x="177027" y="46568"/>
                </a:lnTo>
                <a:close/>
                <a:moveTo>
                  <a:pt x="175159" y="45800"/>
                </a:moveTo>
                <a:lnTo>
                  <a:pt x="173725" y="44366"/>
                </a:lnTo>
                <a:lnTo>
                  <a:pt x="173725" y="42365"/>
                </a:lnTo>
                <a:lnTo>
                  <a:pt x="175059" y="41030"/>
                </a:lnTo>
                <a:lnTo>
                  <a:pt x="175059" y="43832"/>
                </a:lnTo>
                <a:lnTo>
                  <a:pt x="177027" y="45800"/>
                </a:lnTo>
                <a:lnTo>
                  <a:pt x="175159" y="45800"/>
                </a:lnTo>
                <a:close/>
                <a:moveTo>
                  <a:pt x="173191" y="41797"/>
                </a:moveTo>
                <a:lnTo>
                  <a:pt x="171156" y="41797"/>
                </a:lnTo>
                <a:lnTo>
                  <a:pt x="169755" y="40363"/>
                </a:lnTo>
                <a:lnTo>
                  <a:pt x="169755" y="38495"/>
                </a:lnTo>
                <a:lnTo>
                  <a:pt x="171723" y="40463"/>
                </a:lnTo>
                <a:lnTo>
                  <a:pt x="174492" y="40463"/>
                </a:lnTo>
                <a:close/>
                <a:moveTo>
                  <a:pt x="168954" y="40363"/>
                </a:moveTo>
                <a:lnTo>
                  <a:pt x="167520" y="41797"/>
                </a:lnTo>
                <a:lnTo>
                  <a:pt x="165519" y="41797"/>
                </a:lnTo>
                <a:lnTo>
                  <a:pt x="164184" y="40463"/>
                </a:lnTo>
                <a:lnTo>
                  <a:pt x="166820" y="40463"/>
                </a:lnTo>
                <a:lnTo>
                  <a:pt x="166986" y="40463"/>
                </a:lnTo>
                <a:lnTo>
                  <a:pt x="168954" y="38495"/>
                </a:lnTo>
                <a:lnTo>
                  <a:pt x="168954" y="40363"/>
                </a:lnTo>
                <a:close/>
                <a:moveTo>
                  <a:pt x="163517" y="46568"/>
                </a:moveTo>
                <a:lnTo>
                  <a:pt x="164952" y="48002"/>
                </a:lnTo>
                <a:lnTo>
                  <a:pt x="164952" y="50003"/>
                </a:lnTo>
                <a:lnTo>
                  <a:pt x="163651" y="51338"/>
                </a:lnTo>
                <a:lnTo>
                  <a:pt x="163651" y="48536"/>
                </a:lnTo>
                <a:lnTo>
                  <a:pt x="161649" y="46568"/>
                </a:lnTo>
                <a:lnTo>
                  <a:pt x="163517" y="46568"/>
                </a:lnTo>
                <a:close/>
                <a:moveTo>
                  <a:pt x="144270" y="48536"/>
                </a:moveTo>
                <a:lnTo>
                  <a:pt x="144270" y="51338"/>
                </a:lnTo>
                <a:lnTo>
                  <a:pt x="142936" y="50003"/>
                </a:lnTo>
                <a:lnTo>
                  <a:pt x="142936" y="48002"/>
                </a:lnTo>
                <a:lnTo>
                  <a:pt x="144370" y="46568"/>
                </a:lnTo>
                <a:lnTo>
                  <a:pt x="146238" y="46568"/>
                </a:lnTo>
                <a:close/>
                <a:moveTo>
                  <a:pt x="144370" y="45800"/>
                </a:moveTo>
                <a:lnTo>
                  <a:pt x="142936" y="44366"/>
                </a:lnTo>
                <a:lnTo>
                  <a:pt x="142936" y="42365"/>
                </a:lnTo>
                <a:lnTo>
                  <a:pt x="144270" y="41030"/>
                </a:lnTo>
                <a:lnTo>
                  <a:pt x="144270" y="43832"/>
                </a:lnTo>
                <a:lnTo>
                  <a:pt x="146238" y="45800"/>
                </a:lnTo>
                <a:lnTo>
                  <a:pt x="144370" y="45800"/>
                </a:lnTo>
                <a:close/>
                <a:moveTo>
                  <a:pt x="142369" y="41797"/>
                </a:moveTo>
                <a:lnTo>
                  <a:pt x="140367" y="41797"/>
                </a:lnTo>
                <a:lnTo>
                  <a:pt x="138933" y="40363"/>
                </a:lnTo>
                <a:lnTo>
                  <a:pt x="138933" y="38495"/>
                </a:lnTo>
                <a:lnTo>
                  <a:pt x="140901" y="40463"/>
                </a:lnTo>
                <a:lnTo>
                  <a:pt x="141068" y="40463"/>
                </a:lnTo>
                <a:lnTo>
                  <a:pt x="143703" y="40463"/>
                </a:lnTo>
                <a:close/>
                <a:moveTo>
                  <a:pt x="138166" y="40363"/>
                </a:moveTo>
                <a:lnTo>
                  <a:pt x="136731" y="41797"/>
                </a:lnTo>
                <a:lnTo>
                  <a:pt x="134730" y="41797"/>
                </a:lnTo>
                <a:lnTo>
                  <a:pt x="133396" y="40463"/>
                </a:lnTo>
                <a:lnTo>
                  <a:pt x="136198" y="40463"/>
                </a:lnTo>
                <a:lnTo>
                  <a:pt x="138166" y="38495"/>
                </a:lnTo>
                <a:close/>
                <a:moveTo>
                  <a:pt x="132729" y="46568"/>
                </a:moveTo>
                <a:lnTo>
                  <a:pt x="134163" y="48002"/>
                </a:lnTo>
                <a:lnTo>
                  <a:pt x="134163" y="50003"/>
                </a:lnTo>
                <a:lnTo>
                  <a:pt x="132862" y="51338"/>
                </a:lnTo>
                <a:lnTo>
                  <a:pt x="132862" y="48536"/>
                </a:lnTo>
                <a:lnTo>
                  <a:pt x="130894" y="46568"/>
                </a:lnTo>
                <a:lnTo>
                  <a:pt x="132729" y="46568"/>
                </a:lnTo>
                <a:close/>
                <a:moveTo>
                  <a:pt x="113482" y="48536"/>
                </a:moveTo>
                <a:lnTo>
                  <a:pt x="113482" y="51338"/>
                </a:lnTo>
                <a:lnTo>
                  <a:pt x="112147" y="50003"/>
                </a:lnTo>
                <a:lnTo>
                  <a:pt x="112147" y="48002"/>
                </a:lnTo>
                <a:lnTo>
                  <a:pt x="113582" y="46568"/>
                </a:lnTo>
                <a:lnTo>
                  <a:pt x="115450" y="46568"/>
                </a:lnTo>
                <a:close/>
                <a:moveTo>
                  <a:pt x="113582" y="45800"/>
                </a:moveTo>
                <a:lnTo>
                  <a:pt x="112147" y="44366"/>
                </a:lnTo>
                <a:lnTo>
                  <a:pt x="112147" y="42365"/>
                </a:lnTo>
                <a:lnTo>
                  <a:pt x="113482" y="41030"/>
                </a:lnTo>
                <a:lnTo>
                  <a:pt x="113482" y="43832"/>
                </a:lnTo>
                <a:lnTo>
                  <a:pt x="115450" y="45800"/>
                </a:lnTo>
                <a:lnTo>
                  <a:pt x="113582" y="45800"/>
                </a:lnTo>
                <a:close/>
                <a:moveTo>
                  <a:pt x="111580" y="41797"/>
                </a:moveTo>
                <a:lnTo>
                  <a:pt x="109579" y="41797"/>
                </a:lnTo>
                <a:lnTo>
                  <a:pt x="108144" y="40363"/>
                </a:lnTo>
                <a:lnTo>
                  <a:pt x="108144" y="38495"/>
                </a:lnTo>
                <a:lnTo>
                  <a:pt x="110112" y="40463"/>
                </a:lnTo>
                <a:lnTo>
                  <a:pt x="112914" y="40463"/>
                </a:lnTo>
                <a:close/>
                <a:moveTo>
                  <a:pt x="107377" y="40363"/>
                </a:moveTo>
                <a:lnTo>
                  <a:pt x="105943" y="41797"/>
                </a:lnTo>
                <a:lnTo>
                  <a:pt x="103941" y="41797"/>
                </a:lnTo>
                <a:lnTo>
                  <a:pt x="102607" y="40463"/>
                </a:lnTo>
                <a:lnTo>
                  <a:pt x="105242" y="40463"/>
                </a:lnTo>
                <a:lnTo>
                  <a:pt x="105376" y="40463"/>
                </a:lnTo>
                <a:lnTo>
                  <a:pt x="107344" y="38495"/>
                </a:lnTo>
                <a:lnTo>
                  <a:pt x="107344" y="40363"/>
                </a:lnTo>
                <a:close/>
                <a:moveTo>
                  <a:pt x="101940" y="46568"/>
                </a:moveTo>
                <a:lnTo>
                  <a:pt x="103374" y="48002"/>
                </a:lnTo>
                <a:lnTo>
                  <a:pt x="103374" y="50003"/>
                </a:lnTo>
                <a:lnTo>
                  <a:pt x="102040" y="51338"/>
                </a:lnTo>
                <a:lnTo>
                  <a:pt x="102040" y="48536"/>
                </a:lnTo>
                <a:lnTo>
                  <a:pt x="100072" y="46568"/>
                </a:lnTo>
                <a:lnTo>
                  <a:pt x="101940" y="46568"/>
                </a:lnTo>
                <a:close/>
                <a:moveTo>
                  <a:pt x="82660" y="48536"/>
                </a:moveTo>
                <a:lnTo>
                  <a:pt x="82660" y="51338"/>
                </a:lnTo>
                <a:lnTo>
                  <a:pt x="81359" y="50003"/>
                </a:lnTo>
                <a:lnTo>
                  <a:pt x="81359" y="48002"/>
                </a:lnTo>
                <a:lnTo>
                  <a:pt x="82793" y="46568"/>
                </a:lnTo>
                <a:lnTo>
                  <a:pt x="84628" y="46568"/>
                </a:lnTo>
                <a:close/>
                <a:moveTo>
                  <a:pt x="82793" y="45800"/>
                </a:moveTo>
                <a:lnTo>
                  <a:pt x="81359" y="44366"/>
                </a:lnTo>
                <a:lnTo>
                  <a:pt x="81359" y="42365"/>
                </a:lnTo>
                <a:lnTo>
                  <a:pt x="82660" y="41030"/>
                </a:lnTo>
                <a:lnTo>
                  <a:pt x="82660" y="43832"/>
                </a:lnTo>
                <a:lnTo>
                  <a:pt x="84628" y="45800"/>
                </a:lnTo>
                <a:lnTo>
                  <a:pt x="82793" y="45800"/>
                </a:lnTo>
                <a:close/>
                <a:moveTo>
                  <a:pt x="80792" y="41797"/>
                </a:moveTo>
                <a:lnTo>
                  <a:pt x="78790" y="41797"/>
                </a:lnTo>
                <a:lnTo>
                  <a:pt x="77356" y="40363"/>
                </a:lnTo>
                <a:lnTo>
                  <a:pt x="77356" y="38495"/>
                </a:lnTo>
                <a:lnTo>
                  <a:pt x="79324" y="40463"/>
                </a:lnTo>
                <a:lnTo>
                  <a:pt x="79491" y="40463"/>
                </a:lnTo>
                <a:lnTo>
                  <a:pt x="82092" y="40463"/>
                </a:lnTo>
                <a:close/>
                <a:moveTo>
                  <a:pt x="76589" y="40363"/>
                </a:moveTo>
                <a:lnTo>
                  <a:pt x="75154" y="41797"/>
                </a:lnTo>
                <a:lnTo>
                  <a:pt x="73153" y="41797"/>
                </a:lnTo>
                <a:lnTo>
                  <a:pt x="71818" y="40463"/>
                </a:lnTo>
                <a:lnTo>
                  <a:pt x="74620" y="40463"/>
                </a:lnTo>
                <a:lnTo>
                  <a:pt x="76589" y="38495"/>
                </a:lnTo>
                <a:close/>
                <a:moveTo>
                  <a:pt x="71151" y="46568"/>
                </a:moveTo>
                <a:lnTo>
                  <a:pt x="72586" y="48002"/>
                </a:lnTo>
                <a:lnTo>
                  <a:pt x="72586" y="50003"/>
                </a:lnTo>
                <a:lnTo>
                  <a:pt x="71251" y="51338"/>
                </a:lnTo>
                <a:lnTo>
                  <a:pt x="71251" y="48536"/>
                </a:lnTo>
                <a:lnTo>
                  <a:pt x="69283" y="46568"/>
                </a:lnTo>
                <a:lnTo>
                  <a:pt x="71151" y="46568"/>
                </a:lnTo>
                <a:close/>
                <a:moveTo>
                  <a:pt x="51871" y="48536"/>
                </a:moveTo>
                <a:lnTo>
                  <a:pt x="51871" y="51338"/>
                </a:lnTo>
                <a:lnTo>
                  <a:pt x="50570" y="50003"/>
                </a:lnTo>
                <a:lnTo>
                  <a:pt x="50570" y="48002"/>
                </a:lnTo>
                <a:lnTo>
                  <a:pt x="51971" y="46568"/>
                </a:lnTo>
                <a:lnTo>
                  <a:pt x="53839" y="46568"/>
                </a:lnTo>
                <a:close/>
                <a:moveTo>
                  <a:pt x="51971" y="45800"/>
                </a:moveTo>
                <a:lnTo>
                  <a:pt x="50570" y="44366"/>
                </a:lnTo>
                <a:lnTo>
                  <a:pt x="50570" y="42365"/>
                </a:lnTo>
                <a:lnTo>
                  <a:pt x="51871" y="41030"/>
                </a:lnTo>
                <a:lnTo>
                  <a:pt x="51871" y="43832"/>
                </a:lnTo>
                <a:lnTo>
                  <a:pt x="53839" y="45800"/>
                </a:lnTo>
                <a:lnTo>
                  <a:pt x="51971" y="45800"/>
                </a:lnTo>
                <a:close/>
                <a:moveTo>
                  <a:pt x="50003" y="41797"/>
                </a:moveTo>
                <a:lnTo>
                  <a:pt x="48001" y="41797"/>
                </a:lnTo>
                <a:lnTo>
                  <a:pt x="46567" y="40363"/>
                </a:lnTo>
                <a:lnTo>
                  <a:pt x="46567" y="38495"/>
                </a:lnTo>
                <a:lnTo>
                  <a:pt x="48535" y="40463"/>
                </a:lnTo>
                <a:lnTo>
                  <a:pt x="51337" y="40463"/>
                </a:lnTo>
                <a:close/>
                <a:moveTo>
                  <a:pt x="45767" y="40363"/>
                </a:moveTo>
                <a:lnTo>
                  <a:pt x="44366" y="41797"/>
                </a:lnTo>
                <a:lnTo>
                  <a:pt x="42364" y="41797"/>
                </a:lnTo>
                <a:lnTo>
                  <a:pt x="41030" y="40463"/>
                </a:lnTo>
                <a:lnTo>
                  <a:pt x="43665" y="40463"/>
                </a:lnTo>
                <a:lnTo>
                  <a:pt x="43798" y="40463"/>
                </a:lnTo>
                <a:lnTo>
                  <a:pt x="45767" y="38495"/>
                </a:lnTo>
                <a:close/>
                <a:moveTo>
                  <a:pt x="40363" y="46568"/>
                </a:moveTo>
                <a:lnTo>
                  <a:pt x="41797" y="48002"/>
                </a:lnTo>
                <a:lnTo>
                  <a:pt x="41797" y="50003"/>
                </a:lnTo>
                <a:lnTo>
                  <a:pt x="40463" y="51338"/>
                </a:lnTo>
                <a:lnTo>
                  <a:pt x="40463" y="48536"/>
                </a:lnTo>
                <a:lnTo>
                  <a:pt x="38495" y="46568"/>
                </a:lnTo>
                <a:lnTo>
                  <a:pt x="40363" y="46568"/>
                </a:lnTo>
                <a:close/>
                <a:moveTo>
                  <a:pt x="40229" y="52672"/>
                </a:moveTo>
                <a:lnTo>
                  <a:pt x="43498" y="52672"/>
                </a:lnTo>
                <a:lnTo>
                  <a:pt x="45767" y="54974"/>
                </a:lnTo>
                <a:lnTo>
                  <a:pt x="45767" y="57342"/>
                </a:lnTo>
                <a:lnTo>
                  <a:pt x="42898" y="54473"/>
                </a:lnTo>
                <a:lnTo>
                  <a:pt x="42631" y="54340"/>
                </a:lnTo>
                <a:lnTo>
                  <a:pt x="38561" y="54340"/>
                </a:lnTo>
                <a:close/>
                <a:moveTo>
                  <a:pt x="45767" y="64714"/>
                </a:moveTo>
                <a:lnTo>
                  <a:pt x="42464" y="68016"/>
                </a:lnTo>
                <a:lnTo>
                  <a:pt x="37761" y="68016"/>
                </a:lnTo>
                <a:lnTo>
                  <a:pt x="36226" y="66482"/>
                </a:lnTo>
                <a:lnTo>
                  <a:pt x="41830" y="66482"/>
                </a:lnTo>
                <a:lnTo>
                  <a:pt x="45767" y="62546"/>
                </a:lnTo>
                <a:lnTo>
                  <a:pt x="45767" y="64714"/>
                </a:lnTo>
                <a:close/>
                <a:moveTo>
                  <a:pt x="40463" y="74621"/>
                </a:moveTo>
                <a:lnTo>
                  <a:pt x="40463" y="71819"/>
                </a:lnTo>
                <a:lnTo>
                  <a:pt x="41797" y="73153"/>
                </a:lnTo>
                <a:lnTo>
                  <a:pt x="41797" y="75155"/>
                </a:lnTo>
                <a:lnTo>
                  <a:pt x="40363" y="76589"/>
                </a:lnTo>
                <a:lnTo>
                  <a:pt x="38495" y="76589"/>
                </a:lnTo>
                <a:close/>
                <a:moveTo>
                  <a:pt x="40363" y="77356"/>
                </a:moveTo>
                <a:lnTo>
                  <a:pt x="41797" y="78791"/>
                </a:lnTo>
                <a:lnTo>
                  <a:pt x="41797" y="80792"/>
                </a:lnTo>
                <a:lnTo>
                  <a:pt x="40463" y="82126"/>
                </a:lnTo>
                <a:lnTo>
                  <a:pt x="40463" y="79324"/>
                </a:lnTo>
                <a:lnTo>
                  <a:pt x="38495" y="77356"/>
                </a:lnTo>
                <a:close/>
                <a:moveTo>
                  <a:pt x="42364" y="81359"/>
                </a:moveTo>
                <a:lnTo>
                  <a:pt x="44366" y="81359"/>
                </a:lnTo>
                <a:lnTo>
                  <a:pt x="45767" y="82794"/>
                </a:lnTo>
                <a:lnTo>
                  <a:pt x="45767" y="84662"/>
                </a:lnTo>
                <a:lnTo>
                  <a:pt x="43798" y="82693"/>
                </a:lnTo>
                <a:lnTo>
                  <a:pt x="43665" y="82693"/>
                </a:lnTo>
                <a:lnTo>
                  <a:pt x="41030" y="82693"/>
                </a:lnTo>
                <a:close/>
                <a:moveTo>
                  <a:pt x="46567" y="82794"/>
                </a:moveTo>
                <a:lnTo>
                  <a:pt x="48001" y="81359"/>
                </a:lnTo>
                <a:lnTo>
                  <a:pt x="50003" y="81359"/>
                </a:lnTo>
                <a:lnTo>
                  <a:pt x="51337" y="82693"/>
                </a:lnTo>
                <a:lnTo>
                  <a:pt x="48535" y="82693"/>
                </a:lnTo>
                <a:lnTo>
                  <a:pt x="46567" y="84662"/>
                </a:lnTo>
                <a:lnTo>
                  <a:pt x="46567" y="82794"/>
                </a:lnTo>
                <a:close/>
                <a:moveTo>
                  <a:pt x="51971" y="76589"/>
                </a:moveTo>
                <a:lnTo>
                  <a:pt x="50570" y="75155"/>
                </a:lnTo>
                <a:lnTo>
                  <a:pt x="50570" y="73153"/>
                </a:lnTo>
                <a:lnTo>
                  <a:pt x="51871" y="71819"/>
                </a:lnTo>
                <a:lnTo>
                  <a:pt x="51871" y="74621"/>
                </a:lnTo>
                <a:lnTo>
                  <a:pt x="53839" y="76589"/>
                </a:lnTo>
                <a:close/>
                <a:moveTo>
                  <a:pt x="71251" y="74621"/>
                </a:moveTo>
                <a:lnTo>
                  <a:pt x="71251" y="71819"/>
                </a:lnTo>
                <a:lnTo>
                  <a:pt x="72586" y="73153"/>
                </a:lnTo>
                <a:lnTo>
                  <a:pt x="72586" y="75155"/>
                </a:lnTo>
                <a:lnTo>
                  <a:pt x="71151" y="76589"/>
                </a:lnTo>
                <a:lnTo>
                  <a:pt x="69283" y="76589"/>
                </a:lnTo>
                <a:close/>
                <a:moveTo>
                  <a:pt x="71151" y="77356"/>
                </a:moveTo>
                <a:lnTo>
                  <a:pt x="72586" y="78791"/>
                </a:lnTo>
                <a:lnTo>
                  <a:pt x="72586" y="80792"/>
                </a:lnTo>
                <a:lnTo>
                  <a:pt x="71251" y="82126"/>
                </a:lnTo>
                <a:lnTo>
                  <a:pt x="71251" y="79324"/>
                </a:lnTo>
                <a:lnTo>
                  <a:pt x="69283" y="77356"/>
                </a:lnTo>
                <a:close/>
                <a:moveTo>
                  <a:pt x="73153" y="81359"/>
                </a:moveTo>
                <a:lnTo>
                  <a:pt x="75154" y="81359"/>
                </a:lnTo>
                <a:lnTo>
                  <a:pt x="76555" y="82794"/>
                </a:lnTo>
                <a:lnTo>
                  <a:pt x="76555" y="84662"/>
                </a:lnTo>
                <a:lnTo>
                  <a:pt x="74587" y="82693"/>
                </a:lnTo>
                <a:lnTo>
                  <a:pt x="71818" y="82693"/>
                </a:lnTo>
                <a:close/>
                <a:moveTo>
                  <a:pt x="77356" y="82794"/>
                </a:moveTo>
                <a:lnTo>
                  <a:pt x="78790" y="81359"/>
                </a:lnTo>
                <a:lnTo>
                  <a:pt x="80792" y="81359"/>
                </a:lnTo>
                <a:lnTo>
                  <a:pt x="82126" y="82693"/>
                </a:lnTo>
                <a:lnTo>
                  <a:pt x="79491" y="82693"/>
                </a:lnTo>
                <a:lnTo>
                  <a:pt x="79324" y="82693"/>
                </a:lnTo>
                <a:lnTo>
                  <a:pt x="77356" y="84662"/>
                </a:lnTo>
                <a:lnTo>
                  <a:pt x="77356" y="82794"/>
                </a:lnTo>
                <a:close/>
                <a:moveTo>
                  <a:pt x="82793" y="76589"/>
                </a:moveTo>
                <a:lnTo>
                  <a:pt x="81359" y="75155"/>
                </a:lnTo>
                <a:lnTo>
                  <a:pt x="81359" y="73153"/>
                </a:lnTo>
                <a:lnTo>
                  <a:pt x="82660" y="71819"/>
                </a:lnTo>
                <a:lnTo>
                  <a:pt x="82660" y="74621"/>
                </a:lnTo>
                <a:lnTo>
                  <a:pt x="84628" y="76589"/>
                </a:lnTo>
                <a:close/>
                <a:moveTo>
                  <a:pt x="102040" y="74621"/>
                </a:moveTo>
                <a:lnTo>
                  <a:pt x="102040" y="71819"/>
                </a:lnTo>
                <a:lnTo>
                  <a:pt x="103374" y="73153"/>
                </a:lnTo>
                <a:lnTo>
                  <a:pt x="103374" y="75155"/>
                </a:lnTo>
                <a:lnTo>
                  <a:pt x="101940" y="76589"/>
                </a:lnTo>
                <a:lnTo>
                  <a:pt x="100072" y="76589"/>
                </a:lnTo>
                <a:close/>
                <a:moveTo>
                  <a:pt x="101940" y="77356"/>
                </a:moveTo>
                <a:lnTo>
                  <a:pt x="103374" y="78791"/>
                </a:lnTo>
                <a:lnTo>
                  <a:pt x="103374" y="80792"/>
                </a:lnTo>
                <a:lnTo>
                  <a:pt x="102040" y="82126"/>
                </a:lnTo>
                <a:lnTo>
                  <a:pt x="102040" y="79324"/>
                </a:lnTo>
                <a:lnTo>
                  <a:pt x="100072" y="77356"/>
                </a:lnTo>
                <a:close/>
                <a:moveTo>
                  <a:pt x="103941" y="81359"/>
                </a:moveTo>
                <a:lnTo>
                  <a:pt x="105943" y="81359"/>
                </a:lnTo>
                <a:lnTo>
                  <a:pt x="107377" y="82794"/>
                </a:lnTo>
                <a:lnTo>
                  <a:pt x="107377" y="84662"/>
                </a:lnTo>
                <a:lnTo>
                  <a:pt x="105409" y="82693"/>
                </a:lnTo>
                <a:lnTo>
                  <a:pt x="105242" y="82693"/>
                </a:lnTo>
                <a:lnTo>
                  <a:pt x="102607" y="82693"/>
                </a:lnTo>
                <a:close/>
                <a:moveTo>
                  <a:pt x="108144" y="82794"/>
                </a:moveTo>
                <a:lnTo>
                  <a:pt x="109579" y="81359"/>
                </a:lnTo>
                <a:lnTo>
                  <a:pt x="111580" y="81359"/>
                </a:lnTo>
                <a:lnTo>
                  <a:pt x="112914" y="82693"/>
                </a:lnTo>
                <a:lnTo>
                  <a:pt x="110112" y="82693"/>
                </a:lnTo>
                <a:lnTo>
                  <a:pt x="108144" y="84662"/>
                </a:lnTo>
                <a:close/>
                <a:moveTo>
                  <a:pt x="113582" y="76589"/>
                </a:moveTo>
                <a:lnTo>
                  <a:pt x="112147" y="75155"/>
                </a:lnTo>
                <a:lnTo>
                  <a:pt x="112147" y="73153"/>
                </a:lnTo>
                <a:lnTo>
                  <a:pt x="113482" y="71819"/>
                </a:lnTo>
                <a:lnTo>
                  <a:pt x="113482" y="74621"/>
                </a:lnTo>
                <a:lnTo>
                  <a:pt x="115450" y="76589"/>
                </a:lnTo>
                <a:close/>
                <a:moveTo>
                  <a:pt x="132862" y="74621"/>
                </a:moveTo>
                <a:lnTo>
                  <a:pt x="132862" y="71819"/>
                </a:lnTo>
                <a:lnTo>
                  <a:pt x="134163" y="73153"/>
                </a:lnTo>
                <a:lnTo>
                  <a:pt x="134163" y="75155"/>
                </a:lnTo>
                <a:lnTo>
                  <a:pt x="132729" y="76589"/>
                </a:lnTo>
                <a:lnTo>
                  <a:pt x="130894" y="76589"/>
                </a:lnTo>
                <a:close/>
                <a:moveTo>
                  <a:pt x="132729" y="77356"/>
                </a:moveTo>
                <a:lnTo>
                  <a:pt x="134163" y="78791"/>
                </a:lnTo>
                <a:lnTo>
                  <a:pt x="134163" y="80792"/>
                </a:lnTo>
                <a:lnTo>
                  <a:pt x="132862" y="82126"/>
                </a:lnTo>
                <a:lnTo>
                  <a:pt x="132862" y="79324"/>
                </a:lnTo>
                <a:lnTo>
                  <a:pt x="130894" y="77356"/>
                </a:lnTo>
                <a:close/>
                <a:moveTo>
                  <a:pt x="134730" y="81359"/>
                </a:moveTo>
                <a:lnTo>
                  <a:pt x="136731" y="81359"/>
                </a:lnTo>
                <a:lnTo>
                  <a:pt x="138166" y="82794"/>
                </a:lnTo>
                <a:lnTo>
                  <a:pt x="138166" y="84662"/>
                </a:lnTo>
                <a:lnTo>
                  <a:pt x="136198" y="82693"/>
                </a:lnTo>
                <a:lnTo>
                  <a:pt x="133396" y="82693"/>
                </a:lnTo>
                <a:close/>
                <a:moveTo>
                  <a:pt x="138933" y="82794"/>
                </a:moveTo>
                <a:lnTo>
                  <a:pt x="140367" y="81359"/>
                </a:lnTo>
                <a:lnTo>
                  <a:pt x="142369" y="81359"/>
                </a:lnTo>
                <a:lnTo>
                  <a:pt x="143703" y="82693"/>
                </a:lnTo>
                <a:lnTo>
                  <a:pt x="141068" y="82693"/>
                </a:lnTo>
                <a:lnTo>
                  <a:pt x="140934" y="82693"/>
                </a:lnTo>
                <a:lnTo>
                  <a:pt x="138966" y="84662"/>
                </a:lnTo>
                <a:lnTo>
                  <a:pt x="138966" y="82794"/>
                </a:lnTo>
                <a:close/>
                <a:moveTo>
                  <a:pt x="144370" y="76589"/>
                </a:moveTo>
                <a:lnTo>
                  <a:pt x="142936" y="75155"/>
                </a:lnTo>
                <a:lnTo>
                  <a:pt x="142936" y="73153"/>
                </a:lnTo>
                <a:lnTo>
                  <a:pt x="144270" y="71819"/>
                </a:lnTo>
                <a:lnTo>
                  <a:pt x="144270" y="74621"/>
                </a:lnTo>
                <a:lnTo>
                  <a:pt x="146238" y="76589"/>
                </a:lnTo>
                <a:close/>
                <a:moveTo>
                  <a:pt x="163651" y="74621"/>
                </a:moveTo>
                <a:lnTo>
                  <a:pt x="163651" y="71819"/>
                </a:lnTo>
                <a:lnTo>
                  <a:pt x="164952" y="73153"/>
                </a:lnTo>
                <a:lnTo>
                  <a:pt x="164952" y="75155"/>
                </a:lnTo>
                <a:lnTo>
                  <a:pt x="163551" y="76589"/>
                </a:lnTo>
                <a:lnTo>
                  <a:pt x="161683" y="76589"/>
                </a:lnTo>
                <a:close/>
                <a:moveTo>
                  <a:pt x="163517" y="77356"/>
                </a:moveTo>
                <a:lnTo>
                  <a:pt x="164952" y="78791"/>
                </a:lnTo>
                <a:lnTo>
                  <a:pt x="164952" y="80792"/>
                </a:lnTo>
                <a:lnTo>
                  <a:pt x="163651" y="82126"/>
                </a:lnTo>
                <a:lnTo>
                  <a:pt x="163651" y="79324"/>
                </a:lnTo>
                <a:lnTo>
                  <a:pt x="161649" y="77356"/>
                </a:lnTo>
                <a:close/>
                <a:moveTo>
                  <a:pt x="165519" y="81359"/>
                </a:moveTo>
                <a:lnTo>
                  <a:pt x="167520" y="81359"/>
                </a:lnTo>
                <a:lnTo>
                  <a:pt x="168954" y="82794"/>
                </a:lnTo>
                <a:lnTo>
                  <a:pt x="168954" y="84662"/>
                </a:lnTo>
                <a:lnTo>
                  <a:pt x="166986" y="82693"/>
                </a:lnTo>
                <a:lnTo>
                  <a:pt x="166820" y="82693"/>
                </a:lnTo>
                <a:lnTo>
                  <a:pt x="164218" y="82693"/>
                </a:lnTo>
                <a:close/>
                <a:moveTo>
                  <a:pt x="169755" y="82794"/>
                </a:moveTo>
                <a:lnTo>
                  <a:pt x="171156" y="81359"/>
                </a:lnTo>
                <a:lnTo>
                  <a:pt x="173191" y="81359"/>
                </a:lnTo>
                <a:lnTo>
                  <a:pt x="174492" y="82693"/>
                </a:lnTo>
                <a:lnTo>
                  <a:pt x="171723" y="82693"/>
                </a:lnTo>
                <a:lnTo>
                  <a:pt x="169755" y="84662"/>
                </a:lnTo>
                <a:lnTo>
                  <a:pt x="169755" y="82794"/>
                </a:lnTo>
                <a:close/>
                <a:moveTo>
                  <a:pt x="175159" y="76589"/>
                </a:moveTo>
                <a:lnTo>
                  <a:pt x="173725" y="75155"/>
                </a:lnTo>
                <a:lnTo>
                  <a:pt x="173725" y="73153"/>
                </a:lnTo>
                <a:lnTo>
                  <a:pt x="175059" y="71819"/>
                </a:lnTo>
                <a:lnTo>
                  <a:pt x="175059" y="74621"/>
                </a:lnTo>
                <a:lnTo>
                  <a:pt x="177027" y="76589"/>
                </a:lnTo>
                <a:close/>
                <a:moveTo>
                  <a:pt x="194439" y="74621"/>
                </a:moveTo>
                <a:lnTo>
                  <a:pt x="194439" y="71819"/>
                </a:lnTo>
                <a:lnTo>
                  <a:pt x="195740" y="73153"/>
                </a:lnTo>
                <a:lnTo>
                  <a:pt x="195740" y="75155"/>
                </a:lnTo>
                <a:lnTo>
                  <a:pt x="194339" y="76589"/>
                </a:lnTo>
                <a:lnTo>
                  <a:pt x="192471" y="76589"/>
                </a:lnTo>
                <a:close/>
                <a:moveTo>
                  <a:pt x="194339" y="77356"/>
                </a:moveTo>
                <a:lnTo>
                  <a:pt x="195740" y="78791"/>
                </a:lnTo>
                <a:lnTo>
                  <a:pt x="195740" y="80792"/>
                </a:lnTo>
                <a:lnTo>
                  <a:pt x="194439" y="82126"/>
                </a:lnTo>
                <a:lnTo>
                  <a:pt x="194439" y="79324"/>
                </a:lnTo>
                <a:lnTo>
                  <a:pt x="192471" y="77356"/>
                </a:lnTo>
                <a:close/>
                <a:moveTo>
                  <a:pt x="196307" y="81359"/>
                </a:moveTo>
                <a:lnTo>
                  <a:pt x="198309" y="81359"/>
                </a:lnTo>
                <a:lnTo>
                  <a:pt x="199743" y="82794"/>
                </a:lnTo>
                <a:lnTo>
                  <a:pt x="199743" y="84662"/>
                </a:lnTo>
                <a:lnTo>
                  <a:pt x="197775" y="82693"/>
                </a:lnTo>
                <a:lnTo>
                  <a:pt x="195006" y="82693"/>
                </a:lnTo>
                <a:close/>
                <a:moveTo>
                  <a:pt x="200544" y="82794"/>
                </a:moveTo>
                <a:lnTo>
                  <a:pt x="201945" y="81359"/>
                </a:lnTo>
                <a:lnTo>
                  <a:pt x="203979" y="81359"/>
                </a:lnTo>
                <a:lnTo>
                  <a:pt x="205280" y="82693"/>
                </a:lnTo>
                <a:lnTo>
                  <a:pt x="202679" y="82693"/>
                </a:lnTo>
                <a:lnTo>
                  <a:pt x="202512" y="82693"/>
                </a:lnTo>
                <a:lnTo>
                  <a:pt x="200544" y="84662"/>
                </a:lnTo>
                <a:lnTo>
                  <a:pt x="200544" y="82794"/>
                </a:lnTo>
                <a:close/>
                <a:moveTo>
                  <a:pt x="205948" y="76589"/>
                </a:moveTo>
                <a:lnTo>
                  <a:pt x="204513" y="75155"/>
                </a:lnTo>
                <a:lnTo>
                  <a:pt x="204513" y="73153"/>
                </a:lnTo>
                <a:lnTo>
                  <a:pt x="205848" y="71819"/>
                </a:lnTo>
                <a:lnTo>
                  <a:pt x="205848" y="74588"/>
                </a:lnTo>
                <a:lnTo>
                  <a:pt x="207816" y="76556"/>
                </a:lnTo>
                <a:lnTo>
                  <a:pt x="205948" y="76556"/>
                </a:lnTo>
                <a:close/>
                <a:moveTo>
                  <a:pt x="206081" y="70485"/>
                </a:moveTo>
                <a:lnTo>
                  <a:pt x="202812" y="70485"/>
                </a:lnTo>
                <a:lnTo>
                  <a:pt x="200544" y="68183"/>
                </a:lnTo>
                <a:lnTo>
                  <a:pt x="200544" y="65815"/>
                </a:lnTo>
                <a:lnTo>
                  <a:pt x="203412" y="68683"/>
                </a:lnTo>
                <a:lnTo>
                  <a:pt x="203679" y="68817"/>
                </a:lnTo>
                <a:lnTo>
                  <a:pt x="207749" y="68817"/>
                </a:lnTo>
                <a:close/>
                <a:moveTo>
                  <a:pt x="200544" y="58476"/>
                </a:moveTo>
                <a:lnTo>
                  <a:pt x="203846" y="55140"/>
                </a:lnTo>
                <a:lnTo>
                  <a:pt x="208549" y="55140"/>
                </a:lnTo>
                <a:lnTo>
                  <a:pt x="210084" y="56675"/>
                </a:lnTo>
                <a:lnTo>
                  <a:pt x="204480" y="56675"/>
                </a:lnTo>
                <a:lnTo>
                  <a:pt x="200544" y="60611"/>
                </a:lnTo>
                <a:close/>
                <a:moveTo>
                  <a:pt x="208316" y="53806"/>
                </a:moveTo>
                <a:lnTo>
                  <a:pt x="206615" y="52105"/>
                </a:lnTo>
                <a:lnTo>
                  <a:pt x="206615" y="48869"/>
                </a:lnTo>
                <a:lnTo>
                  <a:pt x="208916" y="46568"/>
                </a:lnTo>
                <a:lnTo>
                  <a:pt x="211285" y="46568"/>
                </a:lnTo>
                <a:lnTo>
                  <a:pt x="208316" y="49570"/>
                </a:lnTo>
                <a:lnTo>
                  <a:pt x="208316" y="53806"/>
                </a:lnTo>
                <a:close/>
                <a:moveTo>
                  <a:pt x="208916" y="45800"/>
                </a:moveTo>
                <a:lnTo>
                  <a:pt x="206648" y="43499"/>
                </a:lnTo>
                <a:lnTo>
                  <a:pt x="206648" y="40230"/>
                </a:lnTo>
                <a:lnTo>
                  <a:pt x="208316" y="38562"/>
                </a:lnTo>
                <a:lnTo>
                  <a:pt x="208316" y="42798"/>
                </a:lnTo>
                <a:lnTo>
                  <a:pt x="211285" y="45800"/>
                </a:lnTo>
                <a:close/>
                <a:moveTo>
                  <a:pt x="206081" y="39696"/>
                </a:moveTo>
                <a:lnTo>
                  <a:pt x="202812" y="39696"/>
                </a:lnTo>
                <a:lnTo>
                  <a:pt x="200544" y="37394"/>
                </a:lnTo>
                <a:lnTo>
                  <a:pt x="200544" y="35026"/>
                </a:lnTo>
                <a:lnTo>
                  <a:pt x="203512" y="38028"/>
                </a:lnTo>
                <a:lnTo>
                  <a:pt x="203679" y="38028"/>
                </a:lnTo>
                <a:lnTo>
                  <a:pt x="207749" y="38028"/>
                </a:lnTo>
                <a:close/>
                <a:moveTo>
                  <a:pt x="199743" y="37394"/>
                </a:moveTo>
                <a:lnTo>
                  <a:pt x="197441" y="39696"/>
                </a:lnTo>
                <a:lnTo>
                  <a:pt x="194206" y="39696"/>
                </a:lnTo>
                <a:lnTo>
                  <a:pt x="192538" y="37995"/>
                </a:lnTo>
                <a:lnTo>
                  <a:pt x="196741" y="37995"/>
                </a:lnTo>
                <a:lnTo>
                  <a:pt x="199743" y="35026"/>
                </a:lnTo>
                <a:close/>
                <a:moveTo>
                  <a:pt x="193639" y="40263"/>
                </a:moveTo>
                <a:lnTo>
                  <a:pt x="193639" y="43499"/>
                </a:lnTo>
                <a:lnTo>
                  <a:pt x="191337" y="45800"/>
                </a:lnTo>
                <a:lnTo>
                  <a:pt x="188969" y="45800"/>
                </a:lnTo>
                <a:lnTo>
                  <a:pt x="191837" y="42932"/>
                </a:lnTo>
                <a:lnTo>
                  <a:pt x="191971" y="42631"/>
                </a:lnTo>
                <a:lnTo>
                  <a:pt x="191971" y="38562"/>
                </a:lnTo>
                <a:close/>
                <a:moveTo>
                  <a:pt x="177627" y="42932"/>
                </a:moveTo>
                <a:lnTo>
                  <a:pt x="180496" y="45800"/>
                </a:lnTo>
                <a:lnTo>
                  <a:pt x="178128" y="45800"/>
                </a:lnTo>
                <a:lnTo>
                  <a:pt x="175826" y="43499"/>
                </a:lnTo>
                <a:lnTo>
                  <a:pt x="175826" y="40230"/>
                </a:lnTo>
                <a:lnTo>
                  <a:pt x="177527" y="38562"/>
                </a:lnTo>
                <a:lnTo>
                  <a:pt x="177527" y="42631"/>
                </a:lnTo>
                <a:close/>
                <a:moveTo>
                  <a:pt x="175292" y="39696"/>
                </a:moveTo>
                <a:lnTo>
                  <a:pt x="172023" y="39696"/>
                </a:lnTo>
                <a:lnTo>
                  <a:pt x="169755" y="37394"/>
                </a:lnTo>
                <a:lnTo>
                  <a:pt x="169755" y="35026"/>
                </a:lnTo>
                <a:lnTo>
                  <a:pt x="172724" y="38028"/>
                </a:lnTo>
                <a:lnTo>
                  <a:pt x="176960" y="38028"/>
                </a:lnTo>
                <a:close/>
                <a:moveTo>
                  <a:pt x="168954" y="37394"/>
                </a:moveTo>
                <a:lnTo>
                  <a:pt x="166653" y="39696"/>
                </a:lnTo>
                <a:lnTo>
                  <a:pt x="163417" y="39696"/>
                </a:lnTo>
                <a:lnTo>
                  <a:pt x="161716" y="37995"/>
                </a:lnTo>
                <a:lnTo>
                  <a:pt x="165786" y="37995"/>
                </a:lnTo>
                <a:lnTo>
                  <a:pt x="165952" y="37995"/>
                </a:lnTo>
                <a:lnTo>
                  <a:pt x="168954" y="35026"/>
                </a:lnTo>
                <a:close/>
                <a:moveTo>
                  <a:pt x="162850" y="40263"/>
                </a:moveTo>
                <a:lnTo>
                  <a:pt x="162850" y="43499"/>
                </a:lnTo>
                <a:lnTo>
                  <a:pt x="160548" y="45800"/>
                </a:lnTo>
                <a:lnTo>
                  <a:pt x="158180" y="45800"/>
                </a:lnTo>
                <a:lnTo>
                  <a:pt x="161182" y="42798"/>
                </a:lnTo>
                <a:lnTo>
                  <a:pt x="161182" y="38562"/>
                </a:lnTo>
                <a:close/>
                <a:moveTo>
                  <a:pt x="149707" y="45800"/>
                </a:moveTo>
                <a:lnTo>
                  <a:pt x="147339" y="45800"/>
                </a:lnTo>
                <a:lnTo>
                  <a:pt x="145037" y="43499"/>
                </a:lnTo>
                <a:lnTo>
                  <a:pt x="145037" y="40230"/>
                </a:lnTo>
                <a:lnTo>
                  <a:pt x="146739" y="38562"/>
                </a:lnTo>
                <a:lnTo>
                  <a:pt x="146739" y="42798"/>
                </a:lnTo>
                <a:close/>
                <a:moveTo>
                  <a:pt x="144504" y="39696"/>
                </a:moveTo>
                <a:lnTo>
                  <a:pt x="141235" y="39696"/>
                </a:lnTo>
                <a:lnTo>
                  <a:pt x="138933" y="37394"/>
                </a:lnTo>
                <a:lnTo>
                  <a:pt x="138933" y="35026"/>
                </a:lnTo>
                <a:lnTo>
                  <a:pt x="141935" y="38028"/>
                </a:lnTo>
                <a:lnTo>
                  <a:pt x="142102" y="38028"/>
                </a:lnTo>
                <a:lnTo>
                  <a:pt x="146172" y="38028"/>
                </a:lnTo>
                <a:close/>
                <a:moveTo>
                  <a:pt x="138166" y="37394"/>
                </a:moveTo>
                <a:lnTo>
                  <a:pt x="135864" y="39696"/>
                </a:lnTo>
                <a:lnTo>
                  <a:pt x="132629" y="39696"/>
                </a:lnTo>
                <a:lnTo>
                  <a:pt x="130927" y="37995"/>
                </a:lnTo>
                <a:lnTo>
                  <a:pt x="135164" y="37995"/>
                </a:lnTo>
                <a:lnTo>
                  <a:pt x="138166" y="35026"/>
                </a:lnTo>
                <a:close/>
                <a:moveTo>
                  <a:pt x="132061" y="40263"/>
                </a:moveTo>
                <a:lnTo>
                  <a:pt x="132061" y="43499"/>
                </a:lnTo>
                <a:lnTo>
                  <a:pt x="129760" y="45800"/>
                </a:lnTo>
                <a:lnTo>
                  <a:pt x="127391" y="45800"/>
                </a:lnTo>
                <a:lnTo>
                  <a:pt x="130260" y="42932"/>
                </a:lnTo>
                <a:lnTo>
                  <a:pt x="130394" y="42631"/>
                </a:lnTo>
                <a:lnTo>
                  <a:pt x="130394" y="38562"/>
                </a:lnTo>
                <a:close/>
                <a:moveTo>
                  <a:pt x="116050" y="42932"/>
                </a:moveTo>
                <a:lnTo>
                  <a:pt x="118919" y="45800"/>
                </a:lnTo>
                <a:lnTo>
                  <a:pt x="116550" y="45800"/>
                </a:lnTo>
                <a:lnTo>
                  <a:pt x="114249" y="43499"/>
                </a:lnTo>
                <a:lnTo>
                  <a:pt x="114249" y="40230"/>
                </a:lnTo>
                <a:lnTo>
                  <a:pt x="115917" y="38562"/>
                </a:lnTo>
                <a:lnTo>
                  <a:pt x="115917" y="42631"/>
                </a:lnTo>
                <a:close/>
                <a:moveTo>
                  <a:pt x="113682" y="39696"/>
                </a:moveTo>
                <a:lnTo>
                  <a:pt x="110446" y="39696"/>
                </a:lnTo>
                <a:lnTo>
                  <a:pt x="108144" y="37394"/>
                </a:lnTo>
                <a:lnTo>
                  <a:pt x="108144" y="35026"/>
                </a:lnTo>
                <a:lnTo>
                  <a:pt x="111147" y="38028"/>
                </a:lnTo>
                <a:lnTo>
                  <a:pt x="115383" y="38028"/>
                </a:lnTo>
                <a:close/>
                <a:moveTo>
                  <a:pt x="107377" y="37394"/>
                </a:moveTo>
                <a:lnTo>
                  <a:pt x="105076" y="39696"/>
                </a:lnTo>
                <a:lnTo>
                  <a:pt x="101840" y="39696"/>
                </a:lnTo>
                <a:lnTo>
                  <a:pt x="100139" y="37995"/>
                </a:lnTo>
                <a:lnTo>
                  <a:pt x="104208" y="37995"/>
                </a:lnTo>
                <a:lnTo>
                  <a:pt x="104375" y="37995"/>
                </a:lnTo>
                <a:lnTo>
                  <a:pt x="107377" y="35026"/>
                </a:lnTo>
                <a:lnTo>
                  <a:pt x="107377" y="37394"/>
                </a:lnTo>
                <a:close/>
                <a:moveTo>
                  <a:pt x="101273" y="40263"/>
                </a:moveTo>
                <a:lnTo>
                  <a:pt x="101273" y="43499"/>
                </a:lnTo>
                <a:lnTo>
                  <a:pt x="98971" y="45800"/>
                </a:lnTo>
                <a:lnTo>
                  <a:pt x="96603" y="45800"/>
                </a:lnTo>
                <a:lnTo>
                  <a:pt x="99605" y="42798"/>
                </a:lnTo>
                <a:lnTo>
                  <a:pt x="99605" y="38562"/>
                </a:lnTo>
                <a:close/>
                <a:moveTo>
                  <a:pt x="88130" y="45800"/>
                </a:moveTo>
                <a:lnTo>
                  <a:pt x="85762" y="45800"/>
                </a:lnTo>
                <a:lnTo>
                  <a:pt x="83460" y="43499"/>
                </a:lnTo>
                <a:lnTo>
                  <a:pt x="83460" y="40230"/>
                </a:lnTo>
                <a:lnTo>
                  <a:pt x="85128" y="38562"/>
                </a:lnTo>
                <a:lnTo>
                  <a:pt x="85128" y="42798"/>
                </a:lnTo>
                <a:close/>
                <a:moveTo>
                  <a:pt x="82893" y="39696"/>
                </a:moveTo>
                <a:lnTo>
                  <a:pt x="79657" y="39696"/>
                </a:lnTo>
                <a:lnTo>
                  <a:pt x="77356" y="37394"/>
                </a:lnTo>
                <a:lnTo>
                  <a:pt x="77356" y="35026"/>
                </a:lnTo>
                <a:lnTo>
                  <a:pt x="80358" y="38028"/>
                </a:lnTo>
                <a:lnTo>
                  <a:pt x="80525" y="38028"/>
                </a:lnTo>
                <a:lnTo>
                  <a:pt x="84594" y="38028"/>
                </a:lnTo>
                <a:close/>
                <a:moveTo>
                  <a:pt x="76589" y="37394"/>
                </a:moveTo>
                <a:lnTo>
                  <a:pt x="74287" y="39696"/>
                </a:lnTo>
                <a:lnTo>
                  <a:pt x="71018" y="39696"/>
                </a:lnTo>
                <a:lnTo>
                  <a:pt x="69350" y="37995"/>
                </a:lnTo>
                <a:lnTo>
                  <a:pt x="73586" y="37995"/>
                </a:lnTo>
                <a:lnTo>
                  <a:pt x="76589" y="35026"/>
                </a:lnTo>
                <a:close/>
                <a:moveTo>
                  <a:pt x="70484" y="40263"/>
                </a:moveTo>
                <a:lnTo>
                  <a:pt x="70484" y="43499"/>
                </a:lnTo>
                <a:lnTo>
                  <a:pt x="68183" y="45800"/>
                </a:lnTo>
                <a:lnTo>
                  <a:pt x="65814" y="45800"/>
                </a:lnTo>
                <a:lnTo>
                  <a:pt x="68683" y="42932"/>
                </a:lnTo>
                <a:lnTo>
                  <a:pt x="68816" y="42631"/>
                </a:lnTo>
                <a:lnTo>
                  <a:pt x="68816" y="38562"/>
                </a:lnTo>
                <a:close/>
                <a:moveTo>
                  <a:pt x="54473" y="42932"/>
                </a:moveTo>
                <a:lnTo>
                  <a:pt x="57341" y="45800"/>
                </a:lnTo>
                <a:lnTo>
                  <a:pt x="54973" y="45800"/>
                </a:lnTo>
                <a:lnTo>
                  <a:pt x="52671" y="43499"/>
                </a:lnTo>
                <a:lnTo>
                  <a:pt x="52671" y="40230"/>
                </a:lnTo>
                <a:lnTo>
                  <a:pt x="54339" y="38562"/>
                </a:lnTo>
                <a:lnTo>
                  <a:pt x="54339" y="42631"/>
                </a:lnTo>
                <a:close/>
                <a:moveTo>
                  <a:pt x="52104" y="39696"/>
                </a:moveTo>
                <a:lnTo>
                  <a:pt x="48869" y="39696"/>
                </a:lnTo>
                <a:lnTo>
                  <a:pt x="46567" y="37394"/>
                </a:lnTo>
                <a:lnTo>
                  <a:pt x="46567" y="35026"/>
                </a:lnTo>
                <a:lnTo>
                  <a:pt x="49569" y="38028"/>
                </a:lnTo>
                <a:lnTo>
                  <a:pt x="53806" y="38028"/>
                </a:lnTo>
                <a:close/>
                <a:moveTo>
                  <a:pt x="45767" y="37394"/>
                </a:moveTo>
                <a:lnTo>
                  <a:pt x="43498" y="39696"/>
                </a:lnTo>
                <a:lnTo>
                  <a:pt x="40229" y="39696"/>
                </a:lnTo>
                <a:lnTo>
                  <a:pt x="38561" y="37995"/>
                </a:lnTo>
                <a:lnTo>
                  <a:pt x="42631" y="37995"/>
                </a:lnTo>
                <a:lnTo>
                  <a:pt x="42798" y="37995"/>
                </a:lnTo>
                <a:lnTo>
                  <a:pt x="45767" y="35026"/>
                </a:lnTo>
                <a:close/>
                <a:moveTo>
                  <a:pt x="39696" y="40263"/>
                </a:moveTo>
                <a:lnTo>
                  <a:pt x="39696" y="43499"/>
                </a:lnTo>
                <a:lnTo>
                  <a:pt x="37394" y="45800"/>
                </a:lnTo>
                <a:lnTo>
                  <a:pt x="35026" y="45800"/>
                </a:lnTo>
                <a:lnTo>
                  <a:pt x="37994" y="42798"/>
                </a:lnTo>
                <a:lnTo>
                  <a:pt x="37994" y="38562"/>
                </a:lnTo>
                <a:close/>
                <a:moveTo>
                  <a:pt x="33891" y="46568"/>
                </a:moveTo>
                <a:lnTo>
                  <a:pt x="37227" y="49903"/>
                </a:lnTo>
                <a:lnTo>
                  <a:pt x="37227" y="54573"/>
                </a:lnTo>
                <a:lnTo>
                  <a:pt x="35693" y="56108"/>
                </a:lnTo>
                <a:lnTo>
                  <a:pt x="35693" y="50537"/>
                </a:lnTo>
                <a:lnTo>
                  <a:pt x="31723" y="46568"/>
                </a:lnTo>
                <a:close/>
                <a:moveTo>
                  <a:pt x="35793" y="57475"/>
                </a:moveTo>
                <a:lnTo>
                  <a:pt x="41497" y="57475"/>
                </a:lnTo>
                <a:lnTo>
                  <a:pt x="45233" y="61178"/>
                </a:lnTo>
                <a:lnTo>
                  <a:pt x="37461" y="61178"/>
                </a:lnTo>
                <a:lnTo>
                  <a:pt x="35793" y="59510"/>
                </a:lnTo>
                <a:close/>
                <a:moveTo>
                  <a:pt x="45233" y="61979"/>
                </a:moveTo>
                <a:lnTo>
                  <a:pt x="41497" y="65681"/>
                </a:lnTo>
                <a:lnTo>
                  <a:pt x="35793" y="65681"/>
                </a:lnTo>
                <a:lnTo>
                  <a:pt x="35793" y="63646"/>
                </a:lnTo>
                <a:lnTo>
                  <a:pt x="37461" y="61979"/>
                </a:lnTo>
                <a:close/>
                <a:moveTo>
                  <a:pt x="35693" y="67049"/>
                </a:moveTo>
                <a:lnTo>
                  <a:pt x="37227" y="68583"/>
                </a:lnTo>
                <a:lnTo>
                  <a:pt x="37227" y="73253"/>
                </a:lnTo>
                <a:lnTo>
                  <a:pt x="33891" y="76589"/>
                </a:lnTo>
                <a:lnTo>
                  <a:pt x="31723" y="76589"/>
                </a:lnTo>
                <a:lnTo>
                  <a:pt x="35693" y="72620"/>
                </a:lnTo>
                <a:lnTo>
                  <a:pt x="35693" y="67049"/>
                </a:lnTo>
                <a:close/>
                <a:moveTo>
                  <a:pt x="35026" y="77356"/>
                </a:moveTo>
                <a:lnTo>
                  <a:pt x="37394" y="77356"/>
                </a:lnTo>
                <a:lnTo>
                  <a:pt x="39696" y="79658"/>
                </a:lnTo>
                <a:lnTo>
                  <a:pt x="39696" y="82927"/>
                </a:lnTo>
                <a:lnTo>
                  <a:pt x="37994" y="84595"/>
                </a:lnTo>
                <a:lnTo>
                  <a:pt x="37994" y="80358"/>
                </a:lnTo>
                <a:close/>
                <a:moveTo>
                  <a:pt x="40229" y="83461"/>
                </a:moveTo>
                <a:lnTo>
                  <a:pt x="43498" y="83461"/>
                </a:lnTo>
                <a:lnTo>
                  <a:pt x="45767" y="85762"/>
                </a:lnTo>
                <a:lnTo>
                  <a:pt x="45767" y="88131"/>
                </a:lnTo>
                <a:lnTo>
                  <a:pt x="42798" y="85129"/>
                </a:lnTo>
                <a:lnTo>
                  <a:pt x="42631" y="85129"/>
                </a:lnTo>
                <a:lnTo>
                  <a:pt x="38561" y="85129"/>
                </a:lnTo>
                <a:close/>
                <a:moveTo>
                  <a:pt x="46567" y="85762"/>
                </a:moveTo>
                <a:lnTo>
                  <a:pt x="48869" y="83461"/>
                </a:lnTo>
                <a:lnTo>
                  <a:pt x="52104" y="83461"/>
                </a:lnTo>
                <a:lnTo>
                  <a:pt x="53806" y="85162"/>
                </a:lnTo>
                <a:lnTo>
                  <a:pt x="49569" y="85162"/>
                </a:lnTo>
                <a:lnTo>
                  <a:pt x="46567" y="88131"/>
                </a:lnTo>
                <a:close/>
                <a:moveTo>
                  <a:pt x="52671" y="82927"/>
                </a:moveTo>
                <a:lnTo>
                  <a:pt x="52671" y="79658"/>
                </a:lnTo>
                <a:lnTo>
                  <a:pt x="54973" y="77356"/>
                </a:lnTo>
                <a:lnTo>
                  <a:pt x="57341" y="77356"/>
                </a:lnTo>
                <a:lnTo>
                  <a:pt x="54473" y="80258"/>
                </a:lnTo>
                <a:lnTo>
                  <a:pt x="54339" y="80525"/>
                </a:lnTo>
                <a:lnTo>
                  <a:pt x="54339" y="84595"/>
                </a:lnTo>
                <a:close/>
                <a:moveTo>
                  <a:pt x="68683" y="80258"/>
                </a:moveTo>
                <a:lnTo>
                  <a:pt x="65814" y="77356"/>
                </a:lnTo>
                <a:lnTo>
                  <a:pt x="68183" y="77356"/>
                </a:lnTo>
                <a:lnTo>
                  <a:pt x="70484" y="79658"/>
                </a:lnTo>
                <a:lnTo>
                  <a:pt x="70484" y="82927"/>
                </a:lnTo>
                <a:lnTo>
                  <a:pt x="68783" y="84595"/>
                </a:lnTo>
                <a:lnTo>
                  <a:pt x="68783" y="80525"/>
                </a:lnTo>
                <a:close/>
                <a:moveTo>
                  <a:pt x="71018" y="83461"/>
                </a:moveTo>
                <a:lnTo>
                  <a:pt x="74287" y="83461"/>
                </a:lnTo>
                <a:lnTo>
                  <a:pt x="76589" y="85762"/>
                </a:lnTo>
                <a:lnTo>
                  <a:pt x="76589" y="88131"/>
                </a:lnTo>
                <a:lnTo>
                  <a:pt x="73586" y="85129"/>
                </a:lnTo>
                <a:lnTo>
                  <a:pt x="69350" y="85129"/>
                </a:lnTo>
                <a:close/>
                <a:moveTo>
                  <a:pt x="77356" y="85762"/>
                </a:moveTo>
                <a:lnTo>
                  <a:pt x="79657" y="83461"/>
                </a:lnTo>
                <a:lnTo>
                  <a:pt x="82893" y="83461"/>
                </a:lnTo>
                <a:lnTo>
                  <a:pt x="84594" y="85162"/>
                </a:lnTo>
                <a:lnTo>
                  <a:pt x="80525" y="85162"/>
                </a:lnTo>
                <a:lnTo>
                  <a:pt x="80358" y="85162"/>
                </a:lnTo>
                <a:lnTo>
                  <a:pt x="77356" y="88131"/>
                </a:lnTo>
                <a:lnTo>
                  <a:pt x="77356" y="85762"/>
                </a:lnTo>
                <a:close/>
                <a:moveTo>
                  <a:pt x="83460" y="82927"/>
                </a:moveTo>
                <a:lnTo>
                  <a:pt x="83460" y="79658"/>
                </a:lnTo>
                <a:lnTo>
                  <a:pt x="85762" y="77356"/>
                </a:lnTo>
                <a:lnTo>
                  <a:pt x="88130" y="77356"/>
                </a:lnTo>
                <a:lnTo>
                  <a:pt x="85128" y="80358"/>
                </a:lnTo>
                <a:lnTo>
                  <a:pt x="85128" y="84595"/>
                </a:lnTo>
                <a:close/>
                <a:moveTo>
                  <a:pt x="96603" y="77356"/>
                </a:moveTo>
                <a:lnTo>
                  <a:pt x="98971" y="77356"/>
                </a:lnTo>
                <a:lnTo>
                  <a:pt x="101273" y="79658"/>
                </a:lnTo>
                <a:lnTo>
                  <a:pt x="101273" y="82927"/>
                </a:lnTo>
                <a:lnTo>
                  <a:pt x="99572" y="84595"/>
                </a:lnTo>
                <a:lnTo>
                  <a:pt x="99572" y="80358"/>
                </a:lnTo>
                <a:close/>
                <a:moveTo>
                  <a:pt x="101840" y="83461"/>
                </a:moveTo>
                <a:lnTo>
                  <a:pt x="105076" y="83461"/>
                </a:lnTo>
                <a:lnTo>
                  <a:pt x="107377" y="85762"/>
                </a:lnTo>
                <a:lnTo>
                  <a:pt x="107377" y="88131"/>
                </a:lnTo>
                <a:lnTo>
                  <a:pt x="104375" y="85129"/>
                </a:lnTo>
                <a:lnTo>
                  <a:pt x="104208" y="85129"/>
                </a:lnTo>
                <a:lnTo>
                  <a:pt x="100139" y="85129"/>
                </a:lnTo>
                <a:close/>
                <a:moveTo>
                  <a:pt x="108144" y="85762"/>
                </a:moveTo>
                <a:lnTo>
                  <a:pt x="110446" y="83461"/>
                </a:lnTo>
                <a:lnTo>
                  <a:pt x="113682" y="83461"/>
                </a:lnTo>
                <a:lnTo>
                  <a:pt x="115383" y="85162"/>
                </a:lnTo>
                <a:lnTo>
                  <a:pt x="111147" y="85162"/>
                </a:lnTo>
                <a:lnTo>
                  <a:pt x="108144" y="88131"/>
                </a:lnTo>
                <a:close/>
                <a:moveTo>
                  <a:pt x="114249" y="82927"/>
                </a:moveTo>
                <a:lnTo>
                  <a:pt x="114249" y="79658"/>
                </a:lnTo>
                <a:lnTo>
                  <a:pt x="116550" y="77356"/>
                </a:lnTo>
                <a:lnTo>
                  <a:pt x="118919" y="77356"/>
                </a:lnTo>
                <a:lnTo>
                  <a:pt x="116050" y="80258"/>
                </a:lnTo>
                <a:lnTo>
                  <a:pt x="115917" y="80525"/>
                </a:lnTo>
                <a:lnTo>
                  <a:pt x="115917" y="84595"/>
                </a:lnTo>
                <a:close/>
                <a:moveTo>
                  <a:pt x="130260" y="80258"/>
                </a:moveTo>
                <a:lnTo>
                  <a:pt x="127391" y="77356"/>
                </a:lnTo>
                <a:lnTo>
                  <a:pt x="129760" y="77356"/>
                </a:lnTo>
                <a:lnTo>
                  <a:pt x="132061" y="79658"/>
                </a:lnTo>
                <a:lnTo>
                  <a:pt x="132061" y="82927"/>
                </a:lnTo>
                <a:lnTo>
                  <a:pt x="130394" y="84595"/>
                </a:lnTo>
                <a:lnTo>
                  <a:pt x="130394" y="80525"/>
                </a:lnTo>
                <a:close/>
                <a:moveTo>
                  <a:pt x="132629" y="83461"/>
                </a:moveTo>
                <a:lnTo>
                  <a:pt x="135864" y="83461"/>
                </a:lnTo>
                <a:lnTo>
                  <a:pt x="138166" y="85762"/>
                </a:lnTo>
                <a:lnTo>
                  <a:pt x="138166" y="88131"/>
                </a:lnTo>
                <a:lnTo>
                  <a:pt x="135164" y="85129"/>
                </a:lnTo>
                <a:lnTo>
                  <a:pt x="130927" y="85129"/>
                </a:lnTo>
                <a:close/>
                <a:moveTo>
                  <a:pt x="138933" y="85762"/>
                </a:moveTo>
                <a:lnTo>
                  <a:pt x="141235" y="83461"/>
                </a:lnTo>
                <a:lnTo>
                  <a:pt x="144504" y="83461"/>
                </a:lnTo>
                <a:lnTo>
                  <a:pt x="146172" y="85162"/>
                </a:lnTo>
                <a:lnTo>
                  <a:pt x="142102" y="85162"/>
                </a:lnTo>
                <a:lnTo>
                  <a:pt x="141935" y="85162"/>
                </a:lnTo>
                <a:lnTo>
                  <a:pt x="138933" y="88131"/>
                </a:lnTo>
                <a:close/>
                <a:moveTo>
                  <a:pt x="145037" y="82927"/>
                </a:moveTo>
                <a:lnTo>
                  <a:pt x="145037" y="79658"/>
                </a:lnTo>
                <a:lnTo>
                  <a:pt x="147339" y="77356"/>
                </a:lnTo>
                <a:lnTo>
                  <a:pt x="149707" y="77356"/>
                </a:lnTo>
                <a:lnTo>
                  <a:pt x="146705" y="80358"/>
                </a:lnTo>
                <a:lnTo>
                  <a:pt x="146705" y="84595"/>
                </a:lnTo>
                <a:close/>
                <a:moveTo>
                  <a:pt x="158180" y="77356"/>
                </a:moveTo>
                <a:lnTo>
                  <a:pt x="160548" y="77356"/>
                </a:lnTo>
                <a:lnTo>
                  <a:pt x="162850" y="79658"/>
                </a:lnTo>
                <a:lnTo>
                  <a:pt x="162850" y="82927"/>
                </a:lnTo>
                <a:lnTo>
                  <a:pt x="161182" y="84595"/>
                </a:lnTo>
                <a:lnTo>
                  <a:pt x="161182" y="80358"/>
                </a:lnTo>
                <a:close/>
                <a:moveTo>
                  <a:pt x="163417" y="83461"/>
                </a:moveTo>
                <a:lnTo>
                  <a:pt x="166653" y="83461"/>
                </a:lnTo>
                <a:lnTo>
                  <a:pt x="168954" y="85762"/>
                </a:lnTo>
                <a:lnTo>
                  <a:pt x="168954" y="88131"/>
                </a:lnTo>
                <a:lnTo>
                  <a:pt x="165952" y="85129"/>
                </a:lnTo>
                <a:lnTo>
                  <a:pt x="165786" y="85129"/>
                </a:lnTo>
                <a:lnTo>
                  <a:pt x="161716" y="85129"/>
                </a:lnTo>
                <a:close/>
                <a:moveTo>
                  <a:pt x="169755" y="85762"/>
                </a:moveTo>
                <a:lnTo>
                  <a:pt x="172023" y="83461"/>
                </a:lnTo>
                <a:lnTo>
                  <a:pt x="175292" y="83461"/>
                </a:lnTo>
                <a:lnTo>
                  <a:pt x="176960" y="85162"/>
                </a:lnTo>
                <a:lnTo>
                  <a:pt x="172724" y="85162"/>
                </a:lnTo>
                <a:lnTo>
                  <a:pt x="169755" y="88131"/>
                </a:lnTo>
                <a:close/>
                <a:moveTo>
                  <a:pt x="175826" y="82927"/>
                </a:moveTo>
                <a:lnTo>
                  <a:pt x="175826" y="79658"/>
                </a:lnTo>
                <a:lnTo>
                  <a:pt x="178128" y="77356"/>
                </a:lnTo>
                <a:lnTo>
                  <a:pt x="180496" y="77356"/>
                </a:lnTo>
                <a:lnTo>
                  <a:pt x="177627" y="80258"/>
                </a:lnTo>
                <a:lnTo>
                  <a:pt x="177527" y="80525"/>
                </a:lnTo>
                <a:lnTo>
                  <a:pt x="177527" y="84595"/>
                </a:lnTo>
                <a:close/>
                <a:moveTo>
                  <a:pt x="191837" y="80258"/>
                </a:moveTo>
                <a:lnTo>
                  <a:pt x="188969" y="77356"/>
                </a:lnTo>
                <a:lnTo>
                  <a:pt x="191337" y="77356"/>
                </a:lnTo>
                <a:lnTo>
                  <a:pt x="193639" y="79658"/>
                </a:lnTo>
                <a:lnTo>
                  <a:pt x="193639" y="82927"/>
                </a:lnTo>
                <a:lnTo>
                  <a:pt x="191971" y="84595"/>
                </a:lnTo>
                <a:lnTo>
                  <a:pt x="191971" y="80525"/>
                </a:lnTo>
                <a:close/>
                <a:moveTo>
                  <a:pt x="194206" y="83461"/>
                </a:moveTo>
                <a:lnTo>
                  <a:pt x="197441" y="83461"/>
                </a:lnTo>
                <a:lnTo>
                  <a:pt x="199743" y="85762"/>
                </a:lnTo>
                <a:lnTo>
                  <a:pt x="199743" y="88131"/>
                </a:lnTo>
                <a:lnTo>
                  <a:pt x="196741" y="85129"/>
                </a:lnTo>
                <a:lnTo>
                  <a:pt x="192538" y="85129"/>
                </a:lnTo>
                <a:close/>
                <a:moveTo>
                  <a:pt x="200544" y="85762"/>
                </a:moveTo>
                <a:lnTo>
                  <a:pt x="202812" y="83461"/>
                </a:lnTo>
                <a:lnTo>
                  <a:pt x="206081" y="83461"/>
                </a:lnTo>
                <a:lnTo>
                  <a:pt x="207749" y="85162"/>
                </a:lnTo>
                <a:lnTo>
                  <a:pt x="203679" y="85162"/>
                </a:lnTo>
                <a:lnTo>
                  <a:pt x="203512" y="85162"/>
                </a:lnTo>
                <a:lnTo>
                  <a:pt x="200544" y="88131"/>
                </a:lnTo>
                <a:close/>
                <a:moveTo>
                  <a:pt x="206648" y="82927"/>
                </a:moveTo>
                <a:lnTo>
                  <a:pt x="206648" y="79658"/>
                </a:lnTo>
                <a:lnTo>
                  <a:pt x="208916" y="77356"/>
                </a:lnTo>
                <a:lnTo>
                  <a:pt x="211285" y="77356"/>
                </a:lnTo>
                <a:lnTo>
                  <a:pt x="208316" y="80358"/>
                </a:lnTo>
                <a:lnTo>
                  <a:pt x="208316" y="84595"/>
                </a:lnTo>
                <a:close/>
                <a:moveTo>
                  <a:pt x="212419" y="76589"/>
                </a:moveTo>
                <a:lnTo>
                  <a:pt x="209083" y="73253"/>
                </a:lnTo>
                <a:lnTo>
                  <a:pt x="209083" y="68583"/>
                </a:lnTo>
                <a:lnTo>
                  <a:pt x="210618" y="67049"/>
                </a:lnTo>
                <a:lnTo>
                  <a:pt x="210618" y="72620"/>
                </a:lnTo>
                <a:lnTo>
                  <a:pt x="214587" y="76589"/>
                </a:lnTo>
                <a:lnTo>
                  <a:pt x="212419" y="76589"/>
                </a:lnTo>
                <a:close/>
                <a:moveTo>
                  <a:pt x="210518" y="65681"/>
                </a:moveTo>
                <a:lnTo>
                  <a:pt x="204813" y="65681"/>
                </a:lnTo>
                <a:lnTo>
                  <a:pt x="201077" y="61979"/>
                </a:lnTo>
                <a:lnTo>
                  <a:pt x="208850" y="61979"/>
                </a:lnTo>
                <a:lnTo>
                  <a:pt x="210518" y="63646"/>
                </a:lnTo>
                <a:lnTo>
                  <a:pt x="210518" y="65681"/>
                </a:lnTo>
                <a:close/>
                <a:moveTo>
                  <a:pt x="201077" y="61178"/>
                </a:moveTo>
                <a:lnTo>
                  <a:pt x="204813" y="57475"/>
                </a:lnTo>
                <a:lnTo>
                  <a:pt x="210518" y="57475"/>
                </a:lnTo>
                <a:lnTo>
                  <a:pt x="210518" y="59510"/>
                </a:lnTo>
                <a:lnTo>
                  <a:pt x="208850" y="61178"/>
                </a:lnTo>
                <a:close/>
                <a:moveTo>
                  <a:pt x="210618" y="56108"/>
                </a:moveTo>
                <a:lnTo>
                  <a:pt x="209083" y="54573"/>
                </a:lnTo>
                <a:lnTo>
                  <a:pt x="209083" y="49903"/>
                </a:lnTo>
                <a:lnTo>
                  <a:pt x="212419" y="46568"/>
                </a:lnTo>
                <a:lnTo>
                  <a:pt x="214587" y="46568"/>
                </a:lnTo>
                <a:lnTo>
                  <a:pt x="210618" y="50537"/>
                </a:lnTo>
                <a:lnTo>
                  <a:pt x="210618" y="56108"/>
                </a:lnTo>
                <a:close/>
                <a:moveTo>
                  <a:pt x="212419" y="45800"/>
                </a:moveTo>
                <a:lnTo>
                  <a:pt x="209083" y="42465"/>
                </a:lnTo>
                <a:lnTo>
                  <a:pt x="209083" y="37795"/>
                </a:lnTo>
                <a:lnTo>
                  <a:pt x="210618" y="36260"/>
                </a:lnTo>
                <a:lnTo>
                  <a:pt x="210618" y="41831"/>
                </a:lnTo>
                <a:lnTo>
                  <a:pt x="214587" y="45800"/>
                </a:lnTo>
                <a:close/>
                <a:moveTo>
                  <a:pt x="208549" y="37228"/>
                </a:moveTo>
                <a:lnTo>
                  <a:pt x="203846" y="37228"/>
                </a:lnTo>
                <a:lnTo>
                  <a:pt x="200544" y="33892"/>
                </a:lnTo>
                <a:lnTo>
                  <a:pt x="200544" y="31757"/>
                </a:lnTo>
                <a:lnTo>
                  <a:pt x="204480" y="35693"/>
                </a:lnTo>
                <a:lnTo>
                  <a:pt x="204647" y="35693"/>
                </a:lnTo>
                <a:lnTo>
                  <a:pt x="210084" y="35693"/>
                </a:lnTo>
                <a:close/>
                <a:moveTo>
                  <a:pt x="199743" y="33892"/>
                </a:moveTo>
                <a:lnTo>
                  <a:pt x="196441" y="37228"/>
                </a:lnTo>
                <a:lnTo>
                  <a:pt x="191737" y="37228"/>
                </a:lnTo>
                <a:lnTo>
                  <a:pt x="190203" y="35693"/>
                </a:lnTo>
                <a:lnTo>
                  <a:pt x="195807" y="35693"/>
                </a:lnTo>
                <a:lnTo>
                  <a:pt x="199743" y="31757"/>
                </a:lnTo>
                <a:close/>
                <a:moveTo>
                  <a:pt x="188869" y="41497"/>
                </a:moveTo>
                <a:lnTo>
                  <a:pt x="185133" y="45233"/>
                </a:lnTo>
                <a:lnTo>
                  <a:pt x="185133" y="37494"/>
                </a:lnTo>
                <a:lnTo>
                  <a:pt x="186801" y="35793"/>
                </a:lnTo>
                <a:lnTo>
                  <a:pt x="188835" y="35793"/>
                </a:lnTo>
                <a:lnTo>
                  <a:pt x="188835" y="41497"/>
                </a:lnTo>
                <a:close/>
                <a:moveTo>
                  <a:pt x="184332" y="45233"/>
                </a:moveTo>
                <a:lnTo>
                  <a:pt x="180629" y="41497"/>
                </a:lnTo>
                <a:lnTo>
                  <a:pt x="180629" y="35793"/>
                </a:lnTo>
                <a:lnTo>
                  <a:pt x="182664" y="35793"/>
                </a:lnTo>
                <a:lnTo>
                  <a:pt x="184332" y="37461"/>
                </a:lnTo>
                <a:lnTo>
                  <a:pt x="184332" y="45233"/>
                </a:lnTo>
                <a:close/>
                <a:moveTo>
                  <a:pt x="177761" y="37228"/>
                </a:moveTo>
                <a:lnTo>
                  <a:pt x="173057" y="37228"/>
                </a:lnTo>
                <a:lnTo>
                  <a:pt x="169755" y="33892"/>
                </a:lnTo>
                <a:lnTo>
                  <a:pt x="169755" y="31757"/>
                </a:lnTo>
                <a:lnTo>
                  <a:pt x="173691" y="35693"/>
                </a:lnTo>
                <a:lnTo>
                  <a:pt x="179262" y="35693"/>
                </a:lnTo>
                <a:close/>
                <a:moveTo>
                  <a:pt x="168954" y="33892"/>
                </a:moveTo>
                <a:lnTo>
                  <a:pt x="165619" y="37228"/>
                </a:lnTo>
                <a:lnTo>
                  <a:pt x="160949" y="37228"/>
                </a:lnTo>
                <a:lnTo>
                  <a:pt x="159414" y="35693"/>
                </a:lnTo>
                <a:lnTo>
                  <a:pt x="164852" y="35693"/>
                </a:lnTo>
                <a:lnTo>
                  <a:pt x="164985" y="35693"/>
                </a:lnTo>
                <a:lnTo>
                  <a:pt x="168954" y="31757"/>
                </a:lnTo>
                <a:close/>
                <a:moveTo>
                  <a:pt x="158047" y="41497"/>
                </a:moveTo>
                <a:lnTo>
                  <a:pt x="154344" y="45233"/>
                </a:lnTo>
                <a:lnTo>
                  <a:pt x="154344" y="37494"/>
                </a:lnTo>
                <a:lnTo>
                  <a:pt x="156012" y="35793"/>
                </a:lnTo>
                <a:lnTo>
                  <a:pt x="158047" y="35793"/>
                </a:lnTo>
                <a:lnTo>
                  <a:pt x="158047" y="41497"/>
                </a:lnTo>
                <a:close/>
                <a:moveTo>
                  <a:pt x="153543" y="45233"/>
                </a:moveTo>
                <a:lnTo>
                  <a:pt x="149841" y="41497"/>
                </a:lnTo>
                <a:lnTo>
                  <a:pt x="149841" y="35793"/>
                </a:lnTo>
                <a:lnTo>
                  <a:pt x="151876" y="35793"/>
                </a:lnTo>
                <a:lnTo>
                  <a:pt x="153543" y="37461"/>
                </a:lnTo>
                <a:lnTo>
                  <a:pt x="153543" y="45233"/>
                </a:lnTo>
                <a:close/>
                <a:moveTo>
                  <a:pt x="146939" y="37228"/>
                </a:moveTo>
                <a:lnTo>
                  <a:pt x="142269" y="37228"/>
                </a:lnTo>
                <a:lnTo>
                  <a:pt x="138933" y="33892"/>
                </a:lnTo>
                <a:lnTo>
                  <a:pt x="138933" y="31757"/>
                </a:lnTo>
                <a:lnTo>
                  <a:pt x="142903" y="35693"/>
                </a:lnTo>
                <a:lnTo>
                  <a:pt x="143069" y="35693"/>
                </a:lnTo>
                <a:lnTo>
                  <a:pt x="148473" y="35693"/>
                </a:lnTo>
                <a:close/>
                <a:moveTo>
                  <a:pt x="138166" y="33892"/>
                </a:moveTo>
                <a:lnTo>
                  <a:pt x="134830" y="37228"/>
                </a:lnTo>
                <a:lnTo>
                  <a:pt x="130160" y="37228"/>
                </a:lnTo>
                <a:lnTo>
                  <a:pt x="128626" y="35693"/>
                </a:lnTo>
                <a:lnTo>
                  <a:pt x="134196" y="35693"/>
                </a:lnTo>
                <a:lnTo>
                  <a:pt x="138166" y="31757"/>
                </a:lnTo>
                <a:close/>
                <a:moveTo>
                  <a:pt x="127258" y="41497"/>
                </a:moveTo>
                <a:lnTo>
                  <a:pt x="123555" y="45233"/>
                </a:lnTo>
                <a:lnTo>
                  <a:pt x="123555" y="37494"/>
                </a:lnTo>
                <a:lnTo>
                  <a:pt x="125223" y="35793"/>
                </a:lnTo>
                <a:lnTo>
                  <a:pt x="127258" y="35793"/>
                </a:lnTo>
                <a:close/>
                <a:moveTo>
                  <a:pt x="122755" y="45233"/>
                </a:moveTo>
                <a:lnTo>
                  <a:pt x="119052" y="41497"/>
                </a:lnTo>
                <a:lnTo>
                  <a:pt x="119052" y="35793"/>
                </a:lnTo>
                <a:lnTo>
                  <a:pt x="121087" y="35793"/>
                </a:lnTo>
                <a:lnTo>
                  <a:pt x="122755" y="37461"/>
                </a:lnTo>
                <a:close/>
                <a:moveTo>
                  <a:pt x="116150" y="37228"/>
                </a:moveTo>
                <a:lnTo>
                  <a:pt x="111480" y="37228"/>
                </a:lnTo>
                <a:lnTo>
                  <a:pt x="108144" y="33892"/>
                </a:lnTo>
                <a:lnTo>
                  <a:pt x="108144" y="31757"/>
                </a:lnTo>
                <a:lnTo>
                  <a:pt x="112114" y="35693"/>
                </a:lnTo>
                <a:lnTo>
                  <a:pt x="117685" y="35693"/>
                </a:lnTo>
                <a:close/>
                <a:moveTo>
                  <a:pt x="107377" y="33892"/>
                </a:moveTo>
                <a:lnTo>
                  <a:pt x="104041" y="37228"/>
                </a:lnTo>
                <a:lnTo>
                  <a:pt x="99371" y="37228"/>
                </a:lnTo>
                <a:lnTo>
                  <a:pt x="97837" y="35693"/>
                </a:lnTo>
                <a:lnTo>
                  <a:pt x="103241" y="35693"/>
                </a:lnTo>
                <a:lnTo>
                  <a:pt x="103408" y="35693"/>
                </a:lnTo>
                <a:lnTo>
                  <a:pt x="107377" y="31757"/>
                </a:lnTo>
                <a:close/>
                <a:moveTo>
                  <a:pt x="96469" y="41497"/>
                </a:moveTo>
                <a:lnTo>
                  <a:pt x="92767" y="45233"/>
                </a:lnTo>
                <a:lnTo>
                  <a:pt x="92767" y="37494"/>
                </a:lnTo>
                <a:lnTo>
                  <a:pt x="94435" y="35793"/>
                </a:lnTo>
                <a:lnTo>
                  <a:pt x="96469" y="35793"/>
                </a:lnTo>
                <a:close/>
                <a:moveTo>
                  <a:pt x="91966" y="45233"/>
                </a:moveTo>
                <a:lnTo>
                  <a:pt x="88264" y="41497"/>
                </a:lnTo>
                <a:lnTo>
                  <a:pt x="88264" y="35793"/>
                </a:lnTo>
                <a:lnTo>
                  <a:pt x="90298" y="35793"/>
                </a:lnTo>
                <a:lnTo>
                  <a:pt x="91966" y="37461"/>
                </a:lnTo>
                <a:close/>
                <a:moveTo>
                  <a:pt x="85361" y="37228"/>
                </a:moveTo>
                <a:lnTo>
                  <a:pt x="80691" y="37228"/>
                </a:lnTo>
                <a:lnTo>
                  <a:pt x="77356" y="33892"/>
                </a:lnTo>
                <a:lnTo>
                  <a:pt x="77356" y="31757"/>
                </a:lnTo>
                <a:lnTo>
                  <a:pt x="81325" y="35693"/>
                </a:lnTo>
                <a:lnTo>
                  <a:pt x="81492" y="35693"/>
                </a:lnTo>
                <a:lnTo>
                  <a:pt x="86896" y="35693"/>
                </a:lnTo>
                <a:close/>
                <a:moveTo>
                  <a:pt x="76589" y="33892"/>
                </a:moveTo>
                <a:lnTo>
                  <a:pt x="73253" y="37228"/>
                </a:lnTo>
                <a:lnTo>
                  <a:pt x="68583" y="37228"/>
                </a:lnTo>
                <a:lnTo>
                  <a:pt x="67048" y="35693"/>
                </a:lnTo>
                <a:lnTo>
                  <a:pt x="72619" y="35693"/>
                </a:lnTo>
                <a:lnTo>
                  <a:pt x="76589" y="31757"/>
                </a:lnTo>
                <a:close/>
                <a:moveTo>
                  <a:pt x="65681" y="41497"/>
                </a:moveTo>
                <a:lnTo>
                  <a:pt x="61978" y="45233"/>
                </a:lnTo>
                <a:lnTo>
                  <a:pt x="61978" y="37494"/>
                </a:lnTo>
                <a:lnTo>
                  <a:pt x="63646" y="35793"/>
                </a:lnTo>
                <a:lnTo>
                  <a:pt x="65681" y="35793"/>
                </a:lnTo>
                <a:close/>
                <a:moveTo>
                  <a:pt x="61178" y="45233"/>
                </a:moveTo>
                <a:lnTo>
                  <a:pt x="57475" y="41497"/>
                </a:lnTo>
                <a:lnTo>
                  <a:pt x="57475" y="35793"/>
                </a:lnTo>
                <a:lnTo>
                  <a:pt x="59510" y="35793"/>
                </a:lnTo>
                <a:lnTo>
                  <a:pt x="61178" y="37461"/>
                </a:lnTo>
                <a:close/>
                <a:moveTo>
                  <a:pt x="54573" y="37228"/>
                </a:moveTo>
                <a:lnTo>
                  <a:pt x="49903" y="37228"/>
                </a:lnTo>
                <a:lnTo>
                  <a:pt x="46567" y="33892"/>
                </a:lnTo>
                <a:lnTo>
                  <a:pt x="46567" y="31757"/>
                </a:lnTo>
                <a:lnTo>
                  <a:pt x="50537" y="35693"/>
                </a:lnTo>
                <a:lnTo>
                  <a:pt x="56107" y="35693"/>
                </a:lnTo>
                <a:close/>
                <a:moveTo>
                  <a:pt x="45767" y="33892"/>
                </a:moveTo>
                <a:lnTo>
                  <a:pt x="42464" y="37228"/>
                </a:lnTo>
                <a:lnTo>
                  <a:pt x="37761" y="37228"/>
                </a:lnTo>
                <a:lnTo>
                  <a:pt x="36226" y="35693"/>
                </a:lnTo>
                <a:lnTo>
                  <a:pt x="41664" y="35693"/>
                </a:lnTo>
                <a:lnTo>
                  <a:pt x="41830" y="35693"/>
                </a:lnTo>
                <a:lnTo>
                  <a:pt x="45767" y="31757"/>
                </a:lnTo>
                <a:lnTo>
                  <a:pt x="45767" y="33892"/>
                </a:lnTo>
                <a:close/>
                <a:moveTo>
                  <a:pt x="34892" y="41497"/>
                </a:moveTo>
                <a:lnTo>
                  <a:pt x="31189" y="45233"/>
                </a:lnTo>
                <a:lnTo>
                  <a:pt x="31189" y="37494"/>
                </a:lnTo>
                <a:lnTo>
                  <a:pt x="32857" y="35793"/>
                </a:lnTo>
                <a:lnTo>
                  <a:pt x="34892" y="35793"/>
                </a:lnTo>
                <a:close/>
                <a:moveTo>
                  <a:pt x="34892" y="50871"/>
                </a:moveTo>
                <a:lnTo>
                  <a:pt x="34892" y="56575"/>
                </a:lnTo>
                <a:lnTo>
                  <a:pt x="32857" y="56575"/>
                </a:lnTo>
                <a:lnTo>
                  <a:pt x="31189" y="54874"/>
                </a:lnTo>
                <a:lnTo>
                  <a:pt x="31189" y="47135"/>
                </a:lnTo>
                <a:close/>
                <a:moveTo>
                  <a:pt x="32424" y="57242"/>
                </a:moveTo>
                <a:lnTo>
                  <a:pt x="32691" y="57375"/>
                </a:lnTo>
                <a:lnTo>
                  <a:pt x="34592" y="57375"/>
                </a:lnTo>
                <a:lnTo>
                  <a:pt x="33291" y="58643"/>
                </a:lnTo>
                <a:lnTo>
                  <a:pt x="31990" y="58643"/>
                </a:lnTo>
                <a:lnTo>
                  <a:pt x="31189" y="57809"/>
                </a:lnTo>
                <a:lnTo>
                  <a:pt x="31189" y="56008"/>
                </a:lnTo>
                <a:close/>
                <a:moveTo>
                  <a:pt x="33725" y="59077"/>
                </a:moveTo>
                <a:lnTo>
                  <a:pt x="34992" y="57776"/>
                </a:lnTo>
                <a:lnTo>
                  <a:pt x="34992" y="59844"/>
                </a:lnTo>
                <a:lnTo>
                  <a:pt x="36360" y="61178"/>
                </a:lnTo>
                <a:lnTo>
                  <a:pt x="34525" y="61178"/>
                </a:lnTo>
                <a:lnTo>
                  <a:pt x="33725" y="60377"/>
                </a:lnTo>
                <a:close/>
                <a:moveTo>
                  <a:pt x="34525" y="61979"/>
                </a:moveTo>
                <a:lnTo>
                  <a:pt x="36360" y="61979"/>
                </a:lnTo>
                <a:lnTo>
                  <a:pt x="34992" y="63313"/>
                </a:lnTo>
                <a:lnTo>
                  <a:pt x="34992" y="65381"/>
                </a:lnTo>
                <a:lnTo>
                  <a:pt x="33725" y="64080"/>
                </a:lnTo>
                <a:lnTo>
                  <a:pt x="33725" y="62779"/>
                </a:lnTo>
                <a:close/>
                <a:moveTo>
                  <a:pt x="32857" y="66582"/>
                </a:moveTo>
                <a:lnTo>
                  <a:pt x="34892" y="66582"/>
                </a:lnTo>
                <a:lnTo>
                  <a:pt x="34892" y="72286"/>
                </a:lnTo>
                <a:lnTo>
                  <a:pt x="31189" y="76022"/>
                </a:lnTo>
                <a:lnTo>
                  <a:pt x="31189" y="68250"/>
                </a:lnTo>
                <a:close/>
                <a:moveTo>
                  <a:pt x="34892" y="81659"/>
                </a:moveTo>
                <a:lnTo>
                  <a:pt x="34892" y="87363"/>
                </a:lnTo>
                <a:lnTo>
                  <a:pt x="32857" y="87363"/>
                </a:lnTo>
                <a:lnTo>
                  <a:pt x="31189" y="85696"/>
                </a:lnTo>
                <a:lnTo>
                  <a:pt x="31189" y="77923"/>
                </a:lnTo>
                <a:close/>
                <a:moveTo>
                  <a:pt x="37761" y="85929"/>
                </a:moveTo>
                <a:lnTo>
                  <a:pt x="42464" y="85929"/>
                </a:lnTo>
                <a:lnTo>
                  <a:pt x="45767" y="89265"/>
                </a:lnTo>
                <a:lnTo>
                  <a:pt x="45767" y="91400"/>
                </a:lnTo>
                <a:lnTo>
                  <a:pt x="41830" y="87464"/>
                </a:lnTo>
                <a:lnTo>
                  <a:pt x="41664" y="87464"/>
                </a:lnTo>
                <a:lnTo>
                  <a:pt x="36260" y="87464"/>
                </a:lnTo>
                <a:close/>
                <a:moveTo>
                  <a:pt x="46567" y="89265"/>
                </a:moveTo>
                <a:lnTo>
                  <a:pt x="49903" y="85929"/>
                </a:lnTo>
                <a:lnTo>
                  <a:pt x="54573" y="85929"/>
                </a:lnTo>
                <a:lnTo>
                  <a:pt x="56107" y="87464"/>
                </a:lnTo>
                <a:lnTo>
                  <a:pt x="50537" y="87464"/>
                </a:lnTo>
                <a:lnTo>
                  <a:pt x="46567" y="91400"/>
                </a:lnTo>
                <a:close/>
                <a:moveTo>
                  <a:pt x="57475" y="81659"/>
                </a:moveTo>
                <a:lnTo>
                  <a:pt x="61178" y="77923"/>
                </a:lnTo>
                <a:lnTo>
                  <a:pt x="61178" y="85696"/>
                </a:lnTo>
                <a:lnTo>
                  <a:pt x="59510" y="87363"/>
                </a:lnTo>
                <a:lnTo>
                  <a:pt x="57475" y="87363"/>
                </a:lnTo>
                <a:close/>
                <a:moveTo>
                  <a:pt x="61978" y="77923"/>
                </a:moveTo>
                <a:lnTo>
                  <a:pt x="65681" y="81659"/>
                </a:lnTo>
                <a:lnTo>
                  <a:pt x="65681" y="87363"/>
                </a:lnTo>
                <a:lnTo>
                  <a:pt x="63646" y="87363"/>
                </a:lnTo>
                <a:lnTo>
                  <a:pt x="61978" y="85662"/>
                </a:lnTo>
                <a:close/>
                <a:moveTo>
                  <a:pt x="68583" y="85929"/>
                </a:moveTo>
                <a:lnTo>
                  <a:pt x="73253" y="85929"/>
                </a:lnTo>
                <a:lnTo>
                  <a:pt x="76555" y="89265"/>
                </a:lnTo>
                <a:lnTo>
                  <a:pt x="76555" y="91400"/>
                </a:lnTo>
                <a:lnTo>
                  <a:pt x="72619" y="87464"/>
                </a:lnTo>
                <a:lnTo>
                  <a:pt x="67048" y="87464"/>
                </a:lnTo>
                <a:close/>
                <a:moveTo>
                  <a:pt x="77356" y="89265"/>
                </a:moveTo>
                <a:lnTo>
                  <a:pt x="80691" y="85929"/>
                </a:lnTo>
                <a:lnTo>
                  <a:pt x="85361" y="85929"/>
                </a:lnTo>
                <a:lnTo>
                  <a:pt x="86896" y="87464"/>
                </a:lnTo>
                <a:lnTo>
                  <a:pt x="81492" y="87464"/>
                </a:lnTo>
                <a:lnTo>
                  <a:pt x="81325" y="87464"/>
                </a:lnTo>
                <a:lnTo>
                  <a:pt x="77356" y="91400"/>
                </a:lnTo>
                <a:close/>
                <a:moveTo>
                  <a:pt x="88264" y="81659"/>
                </a:moveTo>
                <a:lnTo>
                  <a:pt x="91966" y="77923"/>
                </a:lnTo>
                <a:lnTo>
                  <a:pt x="91966" y="85696"/>
                </a:lnTo>
                <a:lnTo>
                  <a:pt x="90298" y="87363"/>
                </a:lnTo>
                <a:lnTo>
                  <a:pt x="88264" y="87363"/>
                </a:lnTo>
                <a:close/>
                <a:moveTo>
                  <a:pt x="92767" y="77923"/>
                </a:moveTo>
                <a:lnTo>
                  <a:pt x="96469" y="81659"/>
                </a:lnTo>
                <a:lnTo>
                  <a:pt x="96469" y="87363"/>
                </a:lnTo>
                <a:lnTo>
                  <a:pt x="94435" y="87363"/>
                </a:lnTo>
                <a:lnTo>
                  <a:pt x="92767" y="85662"/>
                </a:lnTo>
                <a:close/>
                <a:moveTo>
                  <a:pt x="99371" y="85929"/>
                </a:moveTo>
                <a:lnTo>
                  <a:pt x="104041" y="85929"/>
                </a:lnTo>
                <a:lnTo>
                  <a:pt x="107377" y="89265"/>
                </a:lnTo>
                <a:lnTo>
                  <a:pt x="107377" y="91400"/>
                </a:lnTo>
                <a:lnTo>
                  <a:pt x="103408" y="87464"/>
                </a:lnTo>
                <a:lnTo>
                  <a:pt x="103241" y="87464"/>
                </a:lnTo>
                <a:lnTo>
                  <a:pt x="97837" y="87464"/>
                </a:lnTo>
                <a:close/>
                <a:moveTo>
                  <a:pt x="108144" y="89265"/>
                </a:moveTo>
                <a:lnTo>
                  <a:pt x="111480" y="85929"/>
                </a:lnTo>
                <a:lnTo>
                  <a:pt x="116150" y="85929"/>
                </a:lnTo>
                <a:lnTo>
                  <a:pt x="117685" y="87464"/>
                </a:lnTo>
                <a:lnTo>
                  <a:pt x="112114" y="87464"/>
                </a:lnTo>
                <a:lnTo>
                  <a:pt x="108144" y="91400"/>
                </a:lnTo>
                <a:lnTo>
                  <a:pt x="108144" y="89265"/>
                </a:lnTo>
                <a:close/>
                <a:moveTo>
                  <a:pt x="119052" y="81659"/>
                </a:moveTo>
                <a:lnTo>
                  <a:pt x="122755" y="77923"/>
                </a:lnTo>
                <a:lnTo>
                  <a:pt x="122755" y="85696"/>
                </a:lnTo>
                <a:lnTo>
                  <a:pt x="121087" y="87363"/>
                </a:lnTo>
                <a:lnTo>
                  <a:pt x="119052" y="87363"/>
                </a:lnTo>
                <a:close/>
                <a:moveTo>
                  <a:pt x="123555" y="77923"/>
                </a:moveTo>
                <a:lnTo>
                  <a:pt x="127258" y="81659"/>
                </a:lnTo>
                <a:lnTo>
                  <a:pt x="127258" y="87363"/>
                </a:lnTo>
                <a:lnTo>
                  <a:pt x="125223" y="87363"/>
                </a:lnTo>
                <a:lnTo>
                  <a:pt x="123555" y="85662"/>
                </a:lnTo>
                <a:lnTo>
                  <a:pt x="123555" y="77923"/>
                </a:lnTo>
                <a:close/>
                <a:moveTo>
                  <a:pt x="130160" y="85929"/>
                </a:moveTo>
                <a:lnTo>
                  <a:pt x="134830" y="85929"/>
                </a:lnTo>
                <a:lnTo>
                  <a:pt x="138166" y="89265"/>
                </a:lnTo>
                <a:lnTo>
                  <a:pt x="138166" y="91400"/>
                </a:lnTo>
                <a:lnTo>
                  <a:pt x="134196" y="87464"/>
                </a:lnTo>
                <a:lnTo>
                  <a:pt x="128626" y="87464"/>
                </a:lnTo>
                <a:close/>
                <a:moveTo>
                  <a:pt x="138933" y="89265"/>
                </a:moveTo>
                <a:lnTo>
                  <a:pt x="142269" y="85929"/>
                </a:lnTo>
                <a:lnTo>
                  <a:pt x="146939" y="85929"/>
                </a:lnTo>
                <a:lnTo>
                  <a:pt x="148473" y="87464"/>
                </a:lnTo>
                <a:lnTo>
                  <a:pt x="143069" y="87464"/>
                </a:lnTo>
                <a:lnTo>
                  <a:pt x="142903" y="87464"/>
                </a:lnTo>
                <a:lnTo>
                  <a:pt x="138933" y="91400"/>
                </a:lnTo>
                <a:close/>
                <a:moveTo>
                  <a:pt x="149841" y="81659"/>
                </a:moveTo>
                <a:lnTo>
                  <a:pt x="153543" y="77923"/>
                </a:lnTo>
                <a:lnTo>
                  <a:pt x="153543" y="85696"/>
                </a:lnTo>
                <a:lnTo>
                  <a:pt x="151876" y="87363"/>
                </a:lnTo>
                <a:lnTo>
                  <a:pt x="149841" y="87363"/>
                </a:lnTo>
                <a:lnTo>
                  <a:pt x="149841" y="81659"/>
                </a:lnTo>
                <a:close/>
                <a:moveTo>
                  <a:pt x="154344" y="77923"/>
                </a:moveTo>
                <a:lnTo>
                  <a:pt x="158047" y="81659"/>
                </a:lnTo>
                <a:lnTo>
                  <a:pt x="158047" y="87363"/>
                </a:lnTo>
                <a:lnTo>
                  <a:pt x="156012" y="87363"/>
                </a:lnTo>
                <a:lnTo>
                  <a:pt x="154344" y="85662"/>
                </a:lnTo>
                <a:lnTo>
                  <a:pt x="154344" y="77923"/>
                </a:lnTo>
                <a:close/>
                <a:moveTo>
                  <a:pt x="160949" y="85929"/>
                </a:moveTo>
                <a:lnTo>
                  <a:pt x="165619" y="85929"/>
                </a:lnTo>
                <a:lnTo>
                  <a:pt x="168954" y="89265"/>
                </a:lnTo>
                <a:lnTo>
                  <a:pt x="168954" y="91400"/>
                </a:lnTo>
                <a:lnTo>
                  <a:pt x="164985" y="87464"/>
                </a:lnTo>
                <a:lnTo>
                  <a:pt x="164852" y="87464"/>
                </a:lnTo>
                <a:lnTo>
                  <a:pt x="159414" y="87464"/>
                </a:lnTo>
                <a:close/>
                <a:moveTo>
                  <a:pt x="169755" y="89265"/>
                </a:moveTo>
                <a:lnTo>
                  <a:pt x="173057" y="85929"/>
                </a:lnTo>
                <a:lnTo>
                  <a:pt x="177761" y="85929"/>
                </a:lnTo>
                <a:lnTo>
                  <a:pt x="179262" y="87464"/>
                </a:lnTo>
                <a:lnTo>
                  <a:pt x="173691" y="87464"/>
                </a:lnTo>
                <a:lnTo>
                  <a:pt x="169755" y="91400"/>
                </a:lnTo>
                <a:close/>
                <a:moveTo>
                  <a:pt x="180629" y="81659"/>
                </a:moveTo>
                <a:lnTo>
                  <a:pt x="184332" y="77923"/>
                </a:lnTo>
                <a:lnTo>
                  <a:pt x="184332" y="85696"/>
                </a:lnTo>
                <a:lnTo>
                  <a:pt x="182664" y="87363"/>
                </a:lnTo>
                <a:lnTo>
                  <a:pt x="180629" y="87363"/>
                </a:lnTo>
                <a:lnTo>
                  <a:pt x="180629" y="81659"/>
                </a:lnTo>
                <a:close/>
                <a:moveTo>
                  <a:pt x="185133" y="77923"/>
                </a:moveTo>
                <a:lnTo>
                  <a:pt x="188869" y="81659"/>
                </a:lnTo>
                <a:lnTo>
                  <a:pt x="188869" y="87363"/>
                </a:lnTo>
                <a:lnTo>
                  <a:pt x="186801" y="87363"/>
                </a:lnTo>
                <a:lnTo>
                  <a:pt x="185133" y="85662"/>
                </a:lnTo>
                <a:lnTo>
                  <a:pt x="185133" y="77923"/>
                </a:lnTo>
                <a:close/>
                <a:moveTo>
                  <a:pt x="191737" y="85929"/>
                </a:moveTo>
                <a:lnTo>
                  <a:pt x="196441" y="85929"/>
                </a:lnTo>
                <a:lnTo>
                  <a:pt x="199743" y="89265"/>
                </a:lnTo>
                <a:lnTo>
                  <a:pt x="199743" y="91400"/>
                </a:lnTo>
                <a:lnTo>
                  <a:pt x="195807" y="87464"/>
                </a:lnTo>
                <a:lnTo>
                  <a:pt x="190203" y="87464"/>
                </a:lnTo>
                <a:close/>
                <a:moveTo>
                  <a:pt x="200544" y="89265"/>
                </a:moveTo>
                <a:lnTo>
                  <a:pt x="203846" y="85929"/>
                </a:lnTo>
                <a:lnTo>
                  <a:pt x="208549" y="85929"/>
                </a:lnTo>
                <a:lnTo>
                  <a:pt x="210084" y="87464"/>
                </a:lnTo>
                <a:lnTo>
                  <a:pt x="204647" y="87464"/>
                </a:lnTo>
                <a:lnTo>
                  <a:pt x="204480" y="87464"/>
                </a:lnTo>
                <a:lnTo>
                  <a:pt x="200544" y="91400"/>
                </a:lnTo>
                <a:close/>
                <a:moveTo>
                  <a:pt x="211418" y="81659"/>
                </a:moveTo>
                <a:lnTo>
                  <a:pt x="215154" y="77923"/>
                </a:lnTo>
                <a:lnTo>
                  <a:pt x="215154" y="85696"/>
                </a:lnTo>
                <a:lnTo>
                  <a:pt x="213453" y="87363"/>
                </a:lnTo>
                <a:lnTo>
                  <a:pt x="211418" y="87363"/>
                </a:lnTo>
                <a:lnTo>
                  <a:pt x="211418" y="81659"/>
                </a:lnTo>
                <a:close/>
                <a:moveTo>
                  <a:pt x="211418" y="72286"/>
                </a:moveTo>
                <a:lnTo>
                  <a:pt x="211418" y="66582"/>
                </a:lnTo>
                <a:lnTo>
                  <a:pt x="213453" y="66582"/>
                </a:lnTo>
                <a:lnTo>
                  <a:pt x="215154" y="68283"/>
                </a:lnTo>
                <a:lnTo>
                  <a:pt x="215154" y="76022"/>
                </a:lnTo>
                <a:close/>
                <a:moveTo>
                  <a:pt x="213887" y="65915"/>
                </a:moveTo>
                <a:lnTo>
                  <a:pt x="213620" y="65815"/>
                </a:lnTo>
                <a:lnTo>
                  <a:pt x="211718" y="65815"/>
                </a:lnTo>
                <a:lnTo>
                  <a:pt x="213019" y="64514"/>
                </a:lnTo>
                <a:lnTo>
                  <a:pt x="214320" y="64514"/>
                </a:lnTo>
                <a:lnTo>
                  <a:pt x="215154" y="65348"/>
                </a:lnTo>
                <a:lnTo>
                  <a:pt x="215154" y="67149"/>
                </a:lnTo>
                <a:close/>
                <a:moveTo>
                  <a:pt x="212586" y="64113"/>
                </a:moveTo>
                <a:lnTo>
                  <a:pt x="211318" y="65381"/>
                </a:lnTo>
                <a:lnTo>
                  <a:pt x="211318" y="63346"/>
                </a:lnTo>
                <a:lnTo>
                  <a:pt x="209950" y="61979"/>
                </a:lnTo>
                <a:lnTo>
                  <a:pt x="211785" y="61979"/>
                </a:lnTo>
                <a:lnTo>
                  <a:pt x="212586" y="62813"/>
                </a:lnTo>
                <a:lnTo>
                  <a:pt x="212586" y="64113"/>
                </a:lnTo>
                <a:close/>
                <a:moveTo>
                  <a:pt x="211785" y="61178"/>
                </a:moveTo>
                <a:lnTo>
                  <a:pt x="209950" y="61178"/>
                </a:lnTo>
                <a:lnTo>
                  <a:pt x="211318" y="59844"/>
                </a:lnTo>
                <a:lnTo>
                  <a:pt x="211318" y="57776"/>
                </a:lnTo>
                <a:lnTo>
                  <a:pt x="212586" y="59077"/>
                </a:lnTo>
                <a:lnTo>
                  <a:pt x="212586" y="60377"/>
                </a:lnTo>
                <a:close/>
                <a:moveTo>
                  <a:pt x="213453" y="56575"/>
                </a:moveTo>
                <a:lnTo>
                  <a:pt x="211418" y="56575"/>
                </a:lnTo>
                <a:lnTo>
                  <a:pt x="211418" y="50871"/>
                </a:lnTo>
                <a:lnTo>
                  <a:pt x="215154" y="47135"/>
                </a:lnTo>
                <a:lnTo>
                  <a:pt x="215154" y="54874"/>
                </a:lnTo>
                <a:close/>
                <a:moveTo>
                  <a:pt x="211418" y="41497"/>
                </a:moveTo>
                <a:lnTo>
                  <a:pt x="211418" y="35793"/>
                </a:lnTo>
                <a:lnTo>
                  <a:pt x="213453" y="35793"/>
                </a:lnTo>
                <a:lnTo>
                  <a:pt x="215154" y="37494"/>
                </a:lnTo>
                <a:lnTo>
                  <a:pt x="215154" y="45233"/>
                </a:lnTo>
                <a:close/>
                <a:moveTo>
                  <a:pt x="213887" y="35126"/>
                </a:moveTo>
                <a:lnTo>
                  <a:pt x="213620" y="34993"/>
                </a:lnTo>
                <a:lnTo>
                  <a:pt x="211718" y="34993"/>
                </a:lnTo>
                <a:lnTo>
                  <a:pt x="213019" y="33725"/>
                </a:lnTo>
                <a:lnTo>
                  <a:pt x="214320" y="33725"/>
                </a:lnTo>
                <a:lnTo>
                  <a:pt x="215154" y="34559"/>
                </a:lnTo>
                <a:lnTo>
                  <a:pt x="215154" y="36360"/>
                </a:lnTo>
                <a:close/>
                <a:moveTo>
                  <a:pt x="210518" y="32858"/>
                </a:moveTo>
                <a:lnTo>
                  <a:pt x="210518" y="34893"/>
                </a:lnTo>
                <a:lnTo>
                  <a:pt x="204813" y="34893"/>
                </a:lnTo>
                <a:lnTo>
                  <a:pt x="201077" y="31190"/>
                </a:lnTo>
                <a:lnTo>
                  <a:pt x="208850" y="31190"/>
                </a:lnTo>
                <a:close/>
                <a:moveTo>
                  <a:pt x="195473" y="34893"/>
                </a:moveTo>
                <a:lnTo>
                  <a:pt x="189736" y="34893"/>
                </a:lnTo>
                <a:lnTo>
                  <a:pt x="189736" y="32858"/>
                </a:lnTo>
                <a:lnTo>
                  <a:pt x="191437" y="31190"/>
                </a:lnTo>
                <a:lnTo>
                  <a:pt x="199176" y="31190"/>
                </a:lnTo>
                <a:close/>
                <a:moveTo>
                  <a:pt x="187268" y="33725"/>
                </a:moveTo>
                <a:lnTo>
                  <a:pt x="188535" y="34993"/>
                </a:lnTo>
                <a:lnTo>
                  <a:pt x="186667" y="34993"/>
                </a:lnTo>
                <a:lnTo>
                  <a:pt x="186367" y="35126"/>
                </a:lnTo>
                <a:lnTo>
                  <a:pt x="185133" y="36360"/>
                </a:lnTo>
                <a:lnTo>
                  <a:pt x="185133" y="34559"/>
                </a:lnTo>
                <a:lnTo>
                  <a:pt x="185967" y="33725"/>
                </a:lnTo>
                <a:lnTo>
                  <a:pt x="187268" y="33725"/>
                </a:lnTo>
                <a:close/>
                <a:moveTo>
                  <a:pt x="184332" y="36360"/>
                </a:moveTo>
                <a:lnTo>
                  <a:pt x="183098" y="35126"/>
                </a:lnTo>
                <a:lnTo>
                  <a:pt x="182831" y="34993"/>
                </a:lnTo>
                <a:lnTo>
                  <a:pt x="180930" y="34993"/>
                </a:lnTo>
                <a:lnTo>
                  <a:pt x="182231" y="33725"/>
                </a:lnTo>
                <a:lnTo>
                  <a:pt x="183532" y="33725"/>
                </a:lnTo>
                <a:lnTo>
                  <a:pt x="184332" y="34559"/>
                </a:lnTo>
                <a:close/>
                <a:moveTo>
                  <a:pt x="179729" y="32858"/>
                </a:moveTo>
                <a:lnTo>
                  <a:pt x="179729" y="34893"/>
                </a:lnTo>
                <a:lnTo>
                  <a:pt x="174025" y="34893"/>
                </a:lnTo>
                <a:lnTo>
                  <a:pt x="170289" y="31190"/>
                </a:lnTo>
                <a:lnTo>
                  <a:pt x="178061" y="31190"/>
                </a:lnTo>
                <a:close/>
                <a:moveTo>
                  <a:pt x="164685" y="34893"/>
                </a:moveTo>
                <a:lnTo>
                  <a:pt x="158947" y="34893"/>
                </a:lnTo>
                <a:lnTo>
                  <a:pt x="158947" y="32858"/>
                </a:lnTo>
                <a:lnTo>
                  <a:pt x="160649" y="31190"/>
                </a:lnTo>
                <a:lnTo>
                  <a:pt x="168387" y="31190"/>
                </a:lnTo>
                <a:close/>
                <a:moveTo>
                  <a:pt x="156479" y="33725"/>
                </a:moveTo>
                <a:lnTo>
                  <a:pt x="157746" y="34993"/>
                </a:lnTo>
                <a:lnTo>
                  <a:pt x="155878" y="34993"/>
                </a:lnTo>
                <a:lnTo>
                  <a:pt x="155578" y="35126"/>
                </a:lnTo>
                <a:lnTo>
                  <a:pt x="154344" y="36360"/>
                </a:lnTo>
                <a:lnTo>
                  <a:pt x="154344" y="34559"/>
                </a:lnTo>
                <a:lnTo>
                  <a:pt x="155178" y="33725"/>
                </a:lnTo>
                <a:lnTo>
                  <a:pt x="156479" y="33725"/>
                </a:lnTo>
                <a:close/>
                <a:moveTo>
                  <a:pt x="153543" y="36360"/>
                </a:moveTo>
                <a:lnTo>
                  <a:pt x="152309" y="35126"/>
                </a:lnTo>
                <a:lnTo>
                  <a:pt x="152042" y="34993"/>
                </a:lnTo>
                <a:lnTo>
                  <a:pt x="150141" y="34993"/>
                </a:lnTo>
                <a:lnTo>
                  <a:pt x="151442" y="33725"/>
                </a:lnTo>
                <a:lnTo>
                  <a:pt x="152743" y="33725"/>
                </a:lnTo>
                <a:lnTo>
                  <a:pt x="153543" y="34559"/>
                </a:lnTo>
                <a:close/>
                <a:moveTo>
                  <a:pt x="148940" y="32858"/>
                </a:moveTo>
                <a:lnTo>
                  <a:pt x="148940" y="34893"/>
                </a:lnTo>
                <a:lnTo>
                  <a:pt x="143236" y="34893"/>
                </a:lnTo>
                <a:lnTo>
                  <a:pt x="139500" y="31190"/>
                </a:lnTo>
                <a:lnTo>
                  <a:pt x="147239" y="31190"/>
                </a:lnTo>
                <a:close/>
                <a:moveTo>
                  <a:pt x="133896" y="34893"/>
                </a:moveTo>
                <a:lnTo>
                  <a:pt x="128159" y="34893"/>
                </a:lnTo>
                <a:lnTo>
                  <a:pt x="128159" y="32858"/>
                </a:lnTo>
                <a:lnTo>
                  <a:pt x="129860" y="31190"/>
                </a:lnTo>
                <a:lnTo>
                  <a:pt x="137599" y="31190"/>
                </a:lnTo>
                <a:close/>
                <a:moveTo>
                  <a:pt x="125690" y="33725"/>
                </a:moveTo>
                <a:lnTo>
                  <a:pt x="126958" y="34993"/>
                </a:lnTo>
                <a:lnTo>
                  <a:pt x="125056" y="34993"/>
                </a:lnTo>
                <a:lnTo>
                  <a:pt x="124790" y="35126"/>
                </a:lnTo>
                <a:lnTo>
                  <a:pt x="123555" y="36360"/>
                </a:lnTo>
                <a:lnTo>
                  <a:pt x="123555" y="34559"/>
                </a:lnTo>
                <a:lnTo>
                  <a:pt x="124389" y="33725"/>
                </a:lnTo>
                <a:lnTo>
                  <a:pt x="125690" y="33725"/>
                </a:lnTo>
                <a:close/>
                <a:moveTo>
                  <a:pt x="122755" y="36360"/>
                </a:moveTo>
                <a:lnTo>
                  <a:pt x="121521" y="35126"/>
                </a:lnTo>
                <a:lnTo>
                  <a:pt x="121254" y="34993"/>
                </a:lnTo>
                <a:lnTo>
                  <a:pt x="119352" y="34993"/>
                </a:lnTo>
                <a:lnTo>
                  <a:pt x="120653" y="33725"/>
                </a:lnTo>
                <a:lnTo>
                  <a:pt x="121954" y="33725"/>
                </a:lnTo>
                <a:lnTo>
                  <a:pt x="122755" y="34559"/>
                </a:lnTo>
                <a:lnTo>
                  <a:pt x="122755" y="36360"/>
                </a:lnTo>
                <a:close/>
                <a:moveTo>
                  <a:pt x="118152" y="32858"/>
                </a:moveTo>
                <a:lnTo>
                  <a:pt x="118152" y="34893"/>
                </a:lnTo>
                <a:lnTo>
                  <a:pt x="112447" y="34893"/>
                </a:lnTo>
                <a:lnTo>
                  <a:pt x="108711" y="31190"/>
                </a:lnTo>
                <a:lnTo>
                  <a:pt x="116450" y="31190"/>
                </a:lnTo>
                <a:close/>
                <a:moveTo>
                  <a:pt x="103074" y="34893"/>
                </a:moveTo>
                <a:lnTo>
                  <a:pt x="97370" y="34893"/>
                </a:lnTo>
                <a:lnTo>
                  <a:pt x="97370" y="32858"/>
                </a:lnTo>
                <a:lnTo>
                  <a:pt x="99071" y="31190"/>
                </a:lnTo>
                <a:lnTo>
                  <a:pt x="106810" y="31190"/>
                </a:lnTo>
                <a:close/>
                <a:moveTo>
                  <a:pt x="94868" y="33725"/>
                </a:moveTo>
                <a:lnTo>
                  <a:pt x="96169" y="34993"/>
                </a:lnTo>
                <a:lnTo>
                  <a:pt x="94268" y="34993"/>
                </a:lnTo>
                <a:lnTo>
                  <a:pt x="94001" y="35126"/>
                </a:lnTo>
                <a:lnTo>
                  <a:pt x="92767" y="36360"/>
                </a:lnTo>
                <a:lnTo>
                  <a:pt x="92767" y="34559"/>
                </a:lnTo>
                <a:lnTo>
                  <a:pt x="93567" y="33725"/>
                </a:lnTo>
                <a:lnTo>
                  <a:pt x="94868" y="33725"/>
                </a:lnTo>
                <a:close/>
                <a:moveTo>
                  <a:pt x="91966" y="36360"/>
                </a:moveTo>
                <a:lnTo>
                  <a:pt x="90732" y="35126"/>
                </a:lnTo>
                <a:lnTo>
                  <a:pt x="90465" y="34993"/>
                </a:lnTo>
                <a:lnTo>
                  <a:pt x="88564" y="34993"/>
                </a:lnTo>
                <a:lnTo>
                  <a:pt x="89865" y="33725"/>
                </a:lnTo>
                <a:lnTo>
                  <a:pt x="91166" y="33725"/>
                </a:lnTo>
                <a:lnTo>
                  <a:pt x="91966" y="34559"/>
                </a:lnTo>
                <a:lnTo>
                  <a:pt x="91966" y="36360"/>
                </a:lnTo>
                <a:close/>
                <a:moveTo>
                  <a:pt x="87363" y="32858"/>
                </a:moveTo>
                <a:lnTo>
                  <a:pt x="87363" y="34893"/>
                </a:lnTo>
                <a:lnTo>
                  <a:pt x="81659" y="34893"/>
                </a:lnTo>
                <a:lnTo>
                  <a:pt x="77923" y="31190"/>
                </a:lnTo>
                <a:lnTo>
                  <a:pt x="85662" y="31190"/>
                </a:lnTo>
                <a:close/>
                <a:moveTo>
                  <a:pt x="72285" y="34893"/>
                </a:moveTo>
                <a:lnTo>
                  <a:pt x="66581" y="34893"/>
                </a:lnTo>
                <a:lnTo>
                  <a:pt x="66581" y="32858"/>
                </a:lnTo>
                <a:lnTo>
                  <a:pt x="68249" y="31190"/>
                </a:lnTo>
                <a:lnTo>
                  <a:pt x="76021" y="31190"/>
                </a:lnTo>
                <a:close/>
                <a:moveTo>
                  <a:pt x="64080" y="33725"/>
                </a:moveTo>
                <a:lnTo>
                  <a:pt x="65381" y="34993"/>
                </a:lnTo>
                <a:lnTo>
                  <a:pt x="63479" y="34993"/>
                </a:lnTo>
                <a:lnTo>
                  <a:pt x="63212" y="35126"/>
                </a:lnTo>
                <a:lnTo>
                  <a:pt x="61978" y="36360"/>
                </a:lnTo>
                <a:lnTo>
                  <a:pt x="61978" y="34559"/>
                </a:lnTo>
                <a:lnTo>
                  <a:pt x="62779" y="33725"/>
                </a:lnTo>
                <a:lnTo>
                  <a:pt x="64080" y="33725"/>
                </a:lnTo>
                <a:close/>
                <a:moveTo>
                  <a:pt x="61178" y="36360"/>
                </a:moveTo>
                <a:lnTo>
                  <a:pt x="59943" y="35126"/>
                </a:lnTo>
                <a:lnTo>
                  <a:pt x="59676" y="34993"/>
                </a:lnTo>
                <a:lnTo>
                  <a:pt x="57775" y="34993"/>
                </a:lnTo>
                <a:lnTo>
                  <a:pt x="59043" y="33725"/>
                </a:lnTo>
                <a:lnTo>
                  <a:pt x="60344" y="33725"/>
                </a:lnTo>
                <a:lnTo>
                  <a:pt x="61178" y="34559"/>
                </a:lnTo>
                <a:close/>
                <a:moveTo>
                  <a:pt x="56574" y="32858"/>
                </a:moveTo>
                <a:lnTo>
                  <a:pt x="56574" y="34893"/>
                </a:lnTo>
                <a:lnTo>
                  <a:pt x="50837" y="34893"/>
                </a:lnTo>
                <a:lnTo>
                  <a:pt x="47134" y="31190"/>
                </a:lnTo>
                <a:lnTo>
                  <a:pt x="54873" y="31190"/>
                </a:lnTo>
                <a:close/>
                <a:moveTo>
                  <a:pt x="41497" y="34893"/>
                </a:moveTo>
                <a:lnTo>
                  <a:pt x="35793" y="34893"/>
                </a:lnTo>
                <a:lnTo>
                  <a:pt x="35793" y="32858"/>
                </a:lnTo>
                <a:lnTo>
                  <a:pt x="37461" y="31190"/>
                </a:lnTo>
                <a:lnTo>
                  <a:pt x="45233" y="31190"/>
                </a:lnTo>
                <a:close/>
                <a:moveTo>
                  <a:pt x="33291" y="33725"/>
                </a:moveTo>
                <a:lnTo>
                  <a:pt x="34592" y="34993"/>
                </a:lnTo>
                <a:lnTo>
                  <a:pt x="32691" y="34993"/>
                </a:lnTo>
                <a:lnTo>
                  <a:pt x="32424" y="35126"/>
                </a:lnTo>
                <a:lnTo>
                  <a:pt x="31189" y="36360"/>
                </a:lnTo>
                <a:lnTo>
                  <a:pt x="31189" y="34559"/>
                </a:lnTo>
                <a:lnTo>
                  <a:pt x="31990" y="33725"/>
                </a:lnTo>
                <a:lnTo>
                  <a:pt x="33291" y="33725"/>
                </a:lnTo>
                <a:close/>
                <a:moveTo>
                  <a:pt x="30389" y="57809"/>
                </a:moveTo>
                <a:lnTo>
                  <a:pt x="29555" y="58643"/>
                </a:lnTo>
                <a:lnTo>
                  <a:pt x="28254" y="58643"/>
                </a:lnTo>
                <a:lnTo>
                  <a:pt x="26986" y="57375"/>
                </a:lnTo>
                <a:lnTo>
                  <a:pt x="28854" y="57375"/>
                </a:lnTo>
                <a:lnTo>
                  <a:pt x="29155" y="57242"/>
                </a:lnTo>
                <a:lnTo>
                  <a:pt x="30389" y="56008"/>
                </a:lnTo>
                <a:lnTo>
                  <a:pt x="30389" y="57809"/>
                </a:lnTo>
                <a:close/>
                <a:moveTo>
                  <a:pt x="28521" y="60811"/>
                </a:moveTo>
                <a:lnTo>
                  <a:pt x="28621" y="60511"/>
                </a:lnTo>
                <a:lnTo>
                  <a:pt x="28621" y="59443"/>
                </a:lnTo>
                <a:lnTo>
                  <a:pt x="29889" y="59443"/>
                </a:lnTo>
                <a:lnTo>
                  <a:pt x="30789" y="58543"/>
                </a:lnTo>
                <a:lnTo>
                  <a:pt x="31656" y="59443"/>
                </a:lnTo>
                <a:lnTo>
                  <a:pt x="32924" y="59443"/>
                </a:lnTo>
                <a:lnTo>
                  <a:pt x="32924" y="60511"/>
                </a:lnTo>
                <a:lnTo>
                  <a:pt x="33057" y="60811"/>
                </a:lnTo>
                <a:lnTo>
                  <a:pt x="33825" y="61578"/>
                </a:lnTo>
                <a:lnTo>
                  <a:pt x="33057" y="62346"/>
                </a:lnTo>
                <a:lnTo>
                  <a:pt x="32924" y="62612"/>
                </a:lnTo>
                <a:lnTo>
                  <a:pt x="32924" y="63713"/>
                </a:lnTo>
                <a:lnTo>
                  <a:pt x="31656" y="63713"/>
                </a:lnTo>
                <a:lnTo>
                  <a:pt x="30789" y="64614"/>
                </a:lnTo>
                <a:lnTo>
                  <a:pt x="29889" y="63713"/>
                </a:lnTo>
                <a:lnTo>
                  <a:pt x="28621" y="63713"/>
                </a:lnTo>
                <a:lnTo>
                  <a:pt x="28621" y="62612"/>
                </a:lnTo>
                <a:lnTo>
                  <a:pt x="28521" y="62346"/>
                </a:lnTo>
                <a:lnTo>
                  <a:pt x="27754" y="61578"/>
                </a:lnTo>
                <a:close/>
                <a:moveTo>
                  <a:pt x="28254" y="64514"/>
                </a:moveTo>
                <a:lnTo>
                  <a:pt x="29555" y="64514"/>
                </a:lnTo>
                <a:lnTo>
                  <a:pt x="30389" y="65348"/>
                </a:lnTo>
                <a:lnTo>
                  <a:pt x="30389" y="67149"/>
                </a:lnTo>
                <a:lnTo>
                  <a:pt x="29155" y="65915"/>
                </a:lnTo>
                <a:lnTo>
                  <a:pt x="28854" y="65781"/>
                </a:lnTo>
                <a:lnTo>
                  <a:pt x="26986" y="65781"/>
                </a:lnTo>
                <a:close/>
                <a:moveTo>
                  <a:pt x="31189" y="86796"/>
                </a:moveTo>
                <a:lnTo>
                  <a:pt x="32424" y="88031"/>
                </a:lnTo>
                <a:lnTo>
                  <a:pt x="32691" y="88164"/>
                </a:lnTo>
                <a:lnTo>
                  <a:pt x="34592" y="88164"/>
                </a:lnTo>
                <a:lnTo>
                  <a:pt x="33291" y="89432"/>
                </a:lnTo>
                <a:lnTo>
                  <a:pt x="31990" y="89432"/>
                </a:lnTo>
                <a:lnTo>
                  <a:pt x="31189" y="88631"/>
                </a:lnTo>
                <a:lnTo>
                  <a:pt x="31189" y="86796"/>
                </a:lnTo>
                <a:close/>
                <a:moveTo>
                  <a:pt x="35793" y="90299"/>
                </a:moveTo>
                <a:lnTo>
                  <a:pt x="35793" y="88264"/>
                </a:lnTo>
                <a:lnTo>
                  <a:pt x="41497" y="88264"/>
                </a:lnTo>
                <a:lnTo>
                  <a:pt x="45233" y="91967"/>
                </a:lnTo>
                <a:lnTo>
                  <a:pt x="37461" y="91967"/>
                </a:lnTo>
                <a:close/>
                <a:moveTo>
                  <a:pt x="50837" y="88264"/>
                </a:moveTo>
                <a:lnTo>
                  <a:pt x="56574" y="88264"/>
                </a:lnTo>
                <a:lnTo>
                  <a:pt x="56574" y="90299"/>
                </a:lnTo>
                <a:lnTo>
                  <a:pt x="54873" y="91967"/>
                </a:lnTo>
                <a:lnTo>
                  <a:pt x="47134" y="91967"/>
                </a:lnTo>
                <a:close/>
                <a:moveTo>
                  <a:pt x="59043" y="89432"/>
                </a:moveTo>
                <a:lnTo>
                  <a:pt x="57775" y="88164"/>
                </a:lnTo>
                <a:lnTo>
                  <a:pt x="59676" y="88164"/>
                </a:lnTo>
                <a:lnTo>
                  <a:pt x="59943" y="88031"/>
                </a:lnTo>
                <a:lnTo>
                  <a:pt x="61178" y="86796"/>
                </a:lnTo>
                <a:lnTo>
                  <a:pt x="61178" y="88598"/>
                </a:lnTo>
                <a:lnTo>
                  <a:pt x="60344" y="89432"/>
                </a:lnTo>
                <a:lnTo>
                  <a:pt x="59043" y="89432"/>
                </a:lnTo>
                <a:close/>
                <a:moveTo>
                  <a:pt x="61978" y="86796"/>
                </a:moveTo>
                <a:lnTo>
                  <a:pt x="63212" y="88031"/>
                </a:lnTo>
                <a:lnTo>
                  <a:pt x="63479" y="88164"/>
                </a:lnTo>
                <a:lnTo>
                  <a:pt x="65381" y="88164"/>
                </a:lnTo>
                <a:lnTo>
                  <a:pt x="64080" y="89432"/>
                </a:lnTo>
                <a:lnTo>
                  <a:pt x="62779" y="89432"/>
                </a:lnTo>
                <a:lnTo>
                  <a:pt x="61978" y="88631"/>
                </a:lnTo>
                <a:close/>
                <a:moveTo>
                  <a:pt x="66581" y="90299"/>
                </a:moveTo>
                <a:lnTo>
                  <a:pt x="66581" y="88264"/>
                </a:lnTo>
                <a:lnTo>
                  <a:pt x="72285" y="88264"/>
                </a:lnTo>
                <a:lnTo>
                  <a:pt x="76021" y="91967"/>
                </a:lnTo>
                <a:lnTo>
                  <a:pt x="68249" y="91967"/>
                </a:lnTo>
                <a:close/>
                <a:moveTo>
                  <a:pt x="81659" y="88264"/>
                </a:moveTo>
                <a:lnTo>
                  <a:pt x="87363" y="88264"/>
                </a:lnTo>
                <a:lnTo>
                  <a:pt x="87363" y="90299"/>
                </a:lnTo>
                <a:lnTo>
                  <a:pt x="85662" y="91967"/>
                </a:lnTo>
                <a:lnTo>
                  <a:pt x="77923" y="91967"/>
                </a:lnTo>
                <a:close/>
                <a:moveTo>
                  <a:pt x="89831" y="89432"/>
                </a:moveTo>
                <a:lnTo>
                  <a:pt x="88564" y="88164"/>
                </a:lnTo>
                <a:lnTo>
                  <a:pt x="90465" y="88164"/>
                </a:lnTo>
                <a:lnTo>
                  <a:pt x="90732" y="88031"/>
                </a:lnTo>
                <a:lnTo>
                  <a:pt x="91966" y="86796"/>
                </a:lnTo>
                <a:lnTo>
                  <a:pt x="91966" y="88598"/>
                </a:lnTo>
                <a:lnTo>
                  <a:pt x="91132" y="89432"/>
                </a:lnTo>
                <a:lnTo>
                  <a:pt x="89831" y="89432"/>
                </a:lnTo>
                <a:close/>
                <a:moveTo>
                  <a:pt x="92767" y="86796"/>
                </a:moveTo>
                <a:lnTo>
                  <a:pt x="94001" y="88031"/>
                </a:lnTo>
                <a:lnTo>
                  <a:pt x="94268" y="88164"/>
                </a:lnTo>
                <a:lnTo>
                  <a:pt x="96169" y="88164"/>
                </a:lnTo>
                <a:lnTo>
                  <a:pt x="94868" y="89432"/>
                </a:lnTo>
                <a:lnTo>
                  <a:pt x="93567" y="89432"/>
                </a:lnTo>
                <a:lnTo>
                  <a:pt x="92767" y="88631"/>
                </a:lnTo>
                <a:lnTo>
                  <a:pt x="92767" y="86796"/>
                </a:lnTo>
                <a:close/>
                <a:moveTo>
                  <a:pt x="97370" y="90299"/>
                </a:moveTo>
                <a:lnTo>
                  <a:pt x="97370" y="88264"/>
                </a:lnTo>
                <a:lnTo>
                  <a:pt x="103074" y="88264"/>
                </a:lnTo>
                <a:lnTo>
                  <a:pt x="106810" y="91967"/>
                </a:lnTo>
                <a:lnTo>
                  <a:pt x="99071" y="91967"/>
                </a:lnTo>
                <a:close/>
                <a:moveTo>
                  <a:pt x="112447" y="88264"/>
                </a:moveTo>
                <a:lnTo>
                  <a:pt x="118152" y="88264"/>
                </a:lnTo>
                <a:lnTo>
                  <a:pt x="118152" y="90299"/>
                </a:lnTo>
                <a:lnTo>
                  <a:pt x="116450" y="91967"/>
                </a:lnTo>
                <a:lnTo>
                  <a:pt x="108711" y="91967"/>
                </a:lnTo>
                <a:close/>
                <a:moveTo>
                  <a:pt x="120653" y="89432"/>
                </a:moveTo>
                <a:lnTo>
                  <a:pt x="119352" y="88164"/>
                </a:lnTo>
                <a:lnTo>
                  <a:pt x="121254" y="88164"/>
                </a:lnTo>
                <a:lnTo>
                  <a:pt x="121521" y="88031"/>
                </a:lnTo>
                <a:lnTo>
                  <a:pt x="122755" y="86796"/>
                </a:lnTo>
                <a:lnTo>
                  <a:pt x="122755" y="88598"/>
                </a:lnTo>
                <a:lnTo>
                  <a:pt x="121954" y="89432"/>
                </a:lnTo>
                <a:lnTo>
                  <a:pt x="120653" y="89432"/>
                </a:lnTo>
                <a:close/>
                <a:moveTo>
                  <a:pt x="123555" y="86796"/>
                </a:moveTo>
                <a:lnTo>
                  <a:pt x="124790" y="88031"/>
                </a:lnTo>
                <a:lnTo>
                  <a:pt x="125056" y="88164"/>
                </a:lnTo>
                <a:lnTo>
                  <a:pt x="126958" y="88164"/>
                </a:lnTo>
                <a:lnTo>
                  <a:pt x="125657" y="89432"/>
                </a:lnTo>
                <a:lnTo>
                  <a:pt x="124356" y="89432"/>
                </a:lnTo>
                <a:lnTo>
                  <a:pt x="123555" y="88631"/>
                </a:lnTo>
                <a:lnTo>
                  <a:pt x="123555" y="86796"/>
                </a:lnTo>
                <a:close/>
                <a:moveTo>
                  <a:pt x="128159" y="90299"/>
                </a:moveTo>
                <a:lnTo>
                  <a:pt x="128159" y="88264"/>
                </a:lnTo>
                <a:lnTo>
                  <a:pt x="133863" y="88264"/>
                </a:lnTo>
                <a:lnTo>
                  <a:pt x="137599" y="91967"/>
                </a:lnTo>
                <a:lnTo>
                  <a:pt x="129860" y="91967"/>
                </a:lnTo>
                <a:close/>
                <a:moveTo>
                  <a:pt x="143236" y="88264"/>
                </a:moveTo>
                <a:lnTo>
                  <a:pt x="148940" y="88264"/>
                </a:lnTo>
                <a:lnTo>
                  <a:pt x="148940" y="90299"/>
                </a:lnTo>
                <a:lnTo>
                  <a:pt x="147272" y="91967"/>
                </a:lnTo>
                <a:lnTo>
                  <a:pt x="139500" y="91967"/>
                </a:lnTo>
                <a:close/>
                <a:moveTo>
                  <a:pt x="151442" y="89432"/>
                </a:moveTo>
                <a:lnTo>
                  <a:pt x="150141" y="88164"/>
                </a:lnTo>
                <a:lnTo>
                  <a:pt x="152042" y="88164"/>
                </a:lnTo>
                <a:lnTo>
                  <a:pt x="152309" y="88031"/>
                </a:lnTo>
                <a:lnTo>
                  <a:pt x="153543" y="86796"/>
                </a:lnTo>
                <a:lnTo>
                  <a:pt x="153543" y="88598"/>
                </a:lnTo>
                <a:lnTo>
                  <a:pt x="152743" y="89432"/>
                </a:lnTo>
                <a:lnTo>
                  <a:pt x="151442" y="89432"/>
                </a:lnTo>
                <a:close/>
                <a:moveTo>
                  <a:pt x="154344" y="86796"/>
                </a:moveTo>
                <a:lnTo>
                  <a:pt x="155578" y="88031"/>
                </a:lnTo>
                <a:lnTo>
                  <a:pt x="155845" y="88164"/>
                </a:lnTo>
                <a:lnTo>
                  <a:pt x="157746" y="88164"/>
                </a:lnTo>
                <a:lnTo>
                  <a:pt x="156479" y="89432"/>
                </a:lnTo>
                <a:lnTo>
                  <a:pt x="155178" y="89432"/>
                </a:lnTo>
                <a:lnTo>
                  <a:pt x="154344" y="88631"/>
                </a:lnTo>
                <a:close/>
                <a:moveTo>
                  <a:pt x="158947" y="90299"/>
                </a:moveTo>
                <a:lnTo>
                  <a:pt x="158947" y="88264"/>
                </a:lnTo>
                <a:lnTo>
                  <a:pt x="164685" y="88264"/>
                </a:lnTo>
                <a:lnTo>
                  <a:pt x="168387" y="91967"/>
                </a:lnTo>
                <a:lnTo>
                  <a:pt x="160649" y="91967"/>
                </a:lnTo>
                <a:close/>
                <a:moveTo>
                  <a:pt x="174025" y="88264"/>
                </a:moveTo>
                <a:lnTo>
                  <a:pt x="179729" y="88264"/>
                </a:lnTo>
                <a:lnTo>
                  <a:pt x="179729" y="90299"/>
                </a:lnTo>
                <a:lnTo>
                  <a:pt x="178061" y="91967"/>
                </a:lnTo>
                <a:lnTo>
                  <a:pt x="170289" y="91967"/>
                </a:lnTo>
                <a:close/>
                <a:moveTo>
                  <a:pt x="182231" y="89432"/>
                </a:moveTo>
                <a:lnTo>
                  <a:pt x="180930" y="88164"/>
                </a:lnTo>
                <a:lnTo>
                  <a:pt x="182831" y="88164"/>
                </a:lnTo>
                <a:lnTo>
                  <a:pt x="183098" y="88031"/>
                </a:lnTo>
                <a:lnTo>
                  <a:pt x="184332" y="86796"/>
                </a:lnTo>
                <a:lnTo>
                  <a:pt x="184332" y="88598"/>
                </a:lnTo>
                <a:lnTo>
                  <a:pt x="183532" y="89432"/>
                </a:lnTo>
                <a:lnTo>
                  <a:pt x="182231" y="89432"/>
                </a:lnTo>
                <a:close/>
                <a:moveTo>
                  <a:pt x="185133" y="86796"/>
                </a:moveTo>
                <a:lnTo>
                  <a:pt x="186367" y="88031"/>
                </a:lnTo>
                <a:lnTo>
                  <a:pt x="186667" y="88164"/>
                </a:lnTo>
                <a:lnTo>
                  <a:pt x="188535" y="88164"/>
                </a:lnTo>
                <a:lnTo>
                  <a:pt x="187268" y="89432"/>
                </a:lnTo>
                <a:lnTo>
                  <a:pt x="185967" y="89432"/>
                </a:lnTo>
                <a:lnTo>
                  <a:pt x="185133" y="88631"/>
                </a:lnTo>
                <a:close/>
                <a:moveTo>
                  <a:pt x="189736" y="90299"/>
                </a:moveTo>
                <a:lnTo>
                  <a:pt x="189736" y="88264"/>
                </a:lnTo>
                <a:lnTo>
                  <a:pt x="195473" y="88264"/>
                </a:lnTo>
                <a:lnTo>
                  <a:pt x="199176" y="91967"/>
                </a:lnTo>
                <a:lnTo>
                  <a:pt x="191437" y="91967"/>
                </a:lnTo>
                <a:close/>
                <a:moveTo>
                  <a:pt x="204813" y="88264"/>
                </a:moveTo>
                <a:lnTo>
                  <a:pt x="210518" y="88264"/>
                </a:lnTo>
                <a:lnTo>
                  <a:pt x="210518" y="90299"/>
                </a:lnTo>
                <a:lnTo>
                  <a:pt x="208850" y="91967"/>
                </a:lnTo>
                <a:lnTo>
                  <a:pt x="201077" y="91967"/>
                </a:lnTo>
                <a:close/>
                <a:moveTo>
                  <a:pt x="213019" y="89432"/>
                </a:moveTo>
                <a:lnTo>
                  <a:pt x="211718" y="88164"/>
                </a:lnTo>
                <a:lnTo>
                  <a:pt x="213620" y="88164"/>
                </a:lnTo>
                <a:lnTo>
                  <a:pt x="213887" y="88031"/>
                </a:lnTo>
                <a:lnTo>
                  <a:pt x="215121" y="86796"/>
                </a:lnTo>
                <a:lnTo>
                  <a:pt x="215121" y="88598"/>
                </a:lnTo>
                <a:lnTo>
                  <a:pt x="214320" y="89432"/>
                </a:lnTo>
                <a:lnTo>
                  <a:pt x="213019" y="89432"/>
                </a:lnTo>
                <a:close/>
                <a:moveTo>
                  <a:pt x="215921" y="65348"/>
                </a:moveTo>
                <a:lnTo>
                  <a:pt x="216755" y="64514"/>
                </a:lnTo>
                <a:lnTo>
                  <a:pt x="218056" y="64514"/>
                </a:lnTo>
                <a:lnTo>
                  <a:pt x="219324" y="65815"/>
                </a:lnTo>
                <a:lnTo>
                  <a:pt x="217456" y="65815"/>
                </a:lnTo>
                <a:lnTo>
                  <a:pt x="217156" y="65915"/>
                </a:lnTo>
                <a:lnTo>
                  <a:pt x="215921" y="67149"/>
                </a:lnTo>
                <a:close/>
                <a:moveTo>
                  <a:pt x="217789" y="62346"/>
                </a:moveTo>
                <a:lnTo>
                  <a:pt x="217689" y="62646"/>
                </a:lnTo>
                <a:lnTo>
                  <a:pt x="217689" y="63713"/>
                </a:lnTo>
                <a:lnTo>
                  <a:pt x="216422" y="63713"/>
                </a:lnTo>
                <a:lnTo>
                  <a:pt x="215521" y="64614"/>
                </a:lnTo>
                <a:lnTo>
                  <a:pt x="214654" y="63713"/>
                </a:lnTo>
                <a:lnTo>
                  <a:pt x="213386" y="63713"/>
                </a:lnTo>
                <a:lnTo>
                  <a:pt x="213386" y="62646"/>
                </a:lnTo>
                <a:lnTo>
                  <a:pt x="213286" y="62346"/>
                </a:lnTo>
                <a:lnTo>
                  <a:pt x="212486" y="61578"/>
                </a:lnTo>
                <a:lnTo>
                  <a:pt x="213286" y="60811"/>
                </a:lnTo>
                <a:lnTo>
                  <a:pt x="213386" y="60544"/>
                </a:lnTo>
                <a:lnTo>
                  <a:pt x="213386" y="59443"/>
                </a:lnTo>
                <a:lnTo>
                  <a:pt x="214654" y="59443"/>
                </a:lnTo>
                <a:lnTo>
                  <a:pt x="215521" y="58543"/>
                </a:lnTo>
                <a:lnTo>
                  <a:pt x="216422" y="59443"/>
                </a:lnTo>
                <a:lnTo>
                  <a:pt x="217689" y="59443"/>
                </a:lnTo>
                <a:lnTo>
                  <a:pt x="217689" y="60544"/>
                </a:lnTo>
                <a:lnTo>
                  <a:pt x="217789" y="60811"/>
                </a:lnTo>
                <a:lnTo>
                  <a:pt x="218557" y="61578"/>
                </a:lnTo>
                <a:close/>
                <a:moveTo>
                  <a:pt x="218056" y="58643"/>
                </a:moveTo>
                <a:lnTo>
                  <a:pt x="216755" y="58643"/>
                </a:lnTo>
                <a:lnTo>
                  <a:pt x="215921" y="57809"/>
                </a:lnTo>
                <a:lnTo>
                  <a:pt x="215921" y="56008"/>
                </a:lnTo>
                <a:lnTo>
                  <a:pt x="217156" y="57242"/>
                </a:lnTo>
                <a:lnTo>
                  <a:pt x="217456" y="57375"/>
                </a:lnTo>
                <a:lnTo>
                  <a:pt x="219324" y="57375"/>
                </a:lnTo>
                <a:close/>
                <a:moveTo>
                  <a:pt x="215921" y="34559"/>
                </a:moveTo>
                <a:lnTo>
                  <a:pt x="216755" y="33725"/>
                </a:lnTo>
                <a:lnTo>
                  <a:pt x="218056" y="33725"/>
                </a:lnTo>
                <a:lnTo>
                  <a:pt x="219324" y="34993"/>
                </a:lnTo>
                <a:lnTo>
                  <a:pt x="217456" y="34993"/>
                </a:lnTo>
                <a:lnTo>
                  <a:pt x="217156" y="35126"/>
                </a:lnTo>
                <a:lnTo>
                  <a:pt x="215921" y="36360"/>
                </a:lnTo>
                <a:close/>
                <a:moveTo>
                  <a:pt x="27020" y="31190"/>
                </a:moveTo>
                <a:lnTo>
                  <a:pt x="27854" y="31990"/>
                </a:lnTo>
                <a:lnTo>
                  <a:pt x="27854" y="33291"/>
                </a:lnTo>
                <a:lnTo>
                  <a:pt x="26553" y="34592"/>
                </a:lnTo>
                <a:lnTo>
                  <a:pt x="26553" y="32524"/>
                </a:lnTo>
                <a:lnTo>
                  <a:pt x="25219" y="31190"/>
                </a:lnTo>
                <a:lnTo>
                  <a:pt x="27020" y="31190"/>
                </a:lnTo>
                <a:close/>
                <a:moveTo>
                  <a:pt x="26653" y="35793"/>
                </a:moveTo>
                <a:lnTo>
                  <a:pt x="28721" y="35793"/>
                </a:lnTo>
                <a:lnTo>
                  <a:pt x="30389" y="37494"/>
                </a:lnTo>
                <a:lnTo>
                  <a:pt x="30389" y="45233"/>
                </a:lnTo>
                <a:lnTo>
                  <a:pt x="26653" y="41497"/>
                </a:lnTo>
                <a:lnTo>
                  <a:pt x="26653" y="35793"/>
                </a:lnTo>
                <a:close/>
                <a:moveTo>
                  <a:pt x="30389" y="54874"/>
                </a:moveTo>
                <a:lnTo>
                  <a:pt x="28721" y="56575"/>
                </a:lnTo>
                <a:lnTo>
                  <a:pt x="26653" y="56575"/>
                </a:lnTo>
                <a:lnTo>
                  <a:pt x="26653" y="50871"/>
                </a:lnTo>
                <a:lnTo>
                  <a:pt x="30389" y="47135"/>
                </a:lnTo>
                <a:lnTo>
                  <a:pt x="30389" y="54874"/>
                </a:lnTo>
                <a:close/>
                <a:moveTo>
                  <a:pt x="26553" y="57776"/>
                </a:moveTo>
                <a:lnTo>
                  <a:pt x="27854" y="59077"/>
                </a:lnTo>
                <a:lnTo>
                  <a:pt x="27854" y="60377"/>
                </a:lnTo>
                <a:lnTo>
                  <a:pt x="27020" y="61178"/>
                </a:lnTo>
                <a:lnTo>
                  <a:pt x="25219" y="61178"/>
                </a:lnTo>
                <a:lnTo>
                  <a:pt x="26553" y="59844"/>
                </a:lnTo>
                <a:lnTo>
                  <a:pt x="26553" y="57776"/>
                </a:lnTo>
                <a:close/>
                <a:moveTo>
                  <a:pt x="27020" y="61979"/>
                </a:moveTo>
                <a:lnTo>
                  <a:pt x="27854" y="62813"/>
                </a:lnTo>
                <a:lnTo>
                  <a:pt x="27854" y="64113"/>
                </a:lnTo>
                <a:lnTo>
                  <a:pt x="26553" y="65381"/>
                </a:lnTo>
                <a:lnTo>
                  <a:pt x="26553" y="63346"/>
                </a:lnTo>
                <a:lnTo>
                  <a:pt x="25185" y="61979"/>
                </a:lnTo>
                <a:lnTo>
                  <a:pt x="27020" y="61979"/>
                </a:lnTo>
                <a:close/>
                <a:moveTo>
                  <a:pt x="26653" y="66582"/>
                </a:moveTo>
                <a:lnTo>
                  <a:pt x="28721" y="66582"/>
                </a:lnTo>
                <a:lnTo>
                  <a:pt x="30389" y="68283"/>
                </a:lnTo>
                <a:lnTo>
                  <a:pt x="30389" y="76022"/>
                </a:lnTo>
                <a:lnTo>
                  <a:pt x="26653" y="72286"/>
                </a:lnTo>
                <a:lnTo>
                  <a:pt x="26653" y="66582"/>
                </a:lnTo>
                <a:close/>
                <a:moveTo>
                  <a:pt x="30389" y="85696"/>
                </a:moveTo>
                <a:lnTo>
                  <a:pt x="28721" y="87363"/>
                </a:lnTo>
                <a:lnTo>
                  <a:pt x="26653" y="87363"/>
                </a:lnTo>
                <a:lnTo>
                  <a:pt x="26653" y="81659"/>
                </a:lnTo>
                <a:lnTo>
                  <a:pt x="30389" y="77923"/>
                </a:lnTo>
                <a:lnTo>
                  <a:pt x="30389" y="85696"/>
                </a:lnTo>
                <a:close/>
                <a:moveTo>
                  <a:pt x="26553" y="88564"/>
                </a:moveTo>
                <a:lnTo>
                  <a:pt x="27854" y="89865"/>
                </a:lnTo>
                <a:lnTo>
                  <a:pt x="27854" y="91166"/>
                </a:lnTo>
                <a:lnTo>
                  <a:pt x="27020" y="91967"/>
                </a:lnTo>
                <a:lnTo>
                  <a:pt x="25219" y="91967"/>
                </a:lnTo>
                <a:lnTo>
                  <a:pt x="26553" y="90632"/>
                </a:lnTo>
                <a:lnTo>
                  <a:pt x="26553" y="88564"/>
                </a:lnTo>
                <a:close/>
                <a:moveTo>
                  <a:pt x="219290" y="91967"/>
                </a:moveTo>
                <a:lnTo>
                  <a:pt x="218457" y="91166"/>
                </a:lnTo>
                <a:lnTo>
                  <a:pt x="218457" y="89865"/>
                </a:lnTo>
                <a:lnTo>
                  <a:pt x="219757" y="88564"/>
                </a:lnTo>
                <a:lnTo>
                  <a:pt x="219757" y="90632"/>
                </a:lnTo>
                <a:lnTo>
                  <a:pt x="221092" y="91967"/>
                </a:lnTo>
                <a:lnTo>
                  <a:pt x="219290" y="91967"/>
                </a:lnTo>
                <a:close/>
                <a:moveTo>
                  <a:pt x="219657" y="87363"/>
                </a:moveTo>
                <a:lnTo>
                  <a:pt x="217623" y="87363"/>
                </a:lnTo>
                <a:lnTo>
                  <a:pt x="215921" y="85696"/>
                </a:lnTo>
                <a:lnTo>
                  <a:pt x="215921" y="77923"/>
                </a:lnTo>
                <a:lnTo>
                  <a:pt x="219657" y="81659"/>
                </a:lnTo>
                <a:lnTo>
                  <a:pt x="219657" y="87363"/>
                </a:lnTo>
                <a:close/>
                <a:moveTo>
                  <a:pt x="215921" y="68283"/>
                </a:moveTo>
                <a:lnTo>
                  <a:pt x="217623" y="66582"/>
                </a:lnTo>
                <a:lnTo>
                  <a:pt x="219657" y="66582"/>
                </a:lnTo>
                <a:lnTo>
                  <a:pt x="219657" y="72286"/>
                </a:lnTo>
                <a:lnTo>
                  <a:pt x="215921" y="76022"/>
                </a:lnTo>
                <a:lnTo>
                  <a:pt x="215921" y="68283"/>
                </a:lnTo>
                <a:close/>
                <a:moveTo>
                  <a:pt x="219757" y="65381"/>
                </a:moveTo>
                <a:lnTo>
                  <a:pt x="218457" y="64080"/>
                </a:lnTo>
                <a:lnTo>
                  <a:pt x="218457" y="62779"/>
                </a:lnTo>
                <a:lnTo>
                  <a:pt x="219290" y="61979"/>
                </a:lnTo>
                <a:lnTo>
                  <a:pt x="221092" y="61979"/>
                </a:lnTo>
                <a:lnTo>
                  <a:pt x="219757" y="63313"/>
                </a:lnTo>
                <a:lnTo>
                  <a:pt x="219757" y="65381"/>
                </a:lnTo>
                <a:close/>
                <a:moveTo>
                  <a:pt x="219290" y="61178"/>
                </a:moveTo>
                <a:lnTo>
                  <a:pt x="218457" y="60377"/>
                </a:lnTo>
                <a:lnTo>
                  <a:pt x="218457" y="59077"/>
                </a:lnTo>
                <a:lnTo>
                  <a:pt x="219757" y="57776"/>
                </a:lnTo>
                <a:lnTo>
                  <a:pt x="219757" y="59844"/>
                </a:lnTo>
                <a:lnTo>
                  <a:pt x="221092" y="61178"/>
                </a:lnTo>
                <a:lnTo>
                  <a:pt x="219290" y="61178"/>
                </a:lnTo>
                <a:close/>
                <a:moveTo>
                  <a:pt x="219657" y="56575"/>
                </a:moveTo>
                <a:lnTo>
                  <a:pt x="217623" y="56575"/>
                </a:lnTo>
                <a:lnTo>
                  <a:pt x="215921" y="54874"/>
                </a:lnTo>
                <a:lnTo>
                  <a:pt x="215921" y="47135"/>
                </a:lnTo>
                <a:lnTo>
                  <a:pt x="219657" y="50871"/>
                </a:lnTo>
                <a:lnTo>
                  <a:pt x="219657" y="56575"/>
                </a:lnTo>
                <a:close/>
                <a:moveTo>
                  <a:pt x="215921" y="37494"/>
                </a:moveTo>
                <a:lnTo>
                  <a:pt x="217623" y="35793"/>
                </a:lnTo>
                <a:lnTo>
                  <a:pt x="219657" y="35793"/>
                </a:lnTo>
                <a:lnTo>
                  <a:pt x="219657" y="41497"/>
                </a:lnTo>
                <a:lnTo>
                  <a:pt x="215921" y="45233"/>
                </a:lnTo>
                <a:lnTo>
                  <a:pt x="215921" y="37494"/>
                </a:lnTo>
                <a:close/>
                <a:moveTo>
                  <a:pt x="219757" y="34592"/>
                </a:moveTo>
                <a:lnTo>
                  <a:pt x="218457" y="33291"/>
                </a:lnTo>
                <a:lnTo>
                  <a:pt x="218457" y="31990"/>
                </a:lnTo>
                <a:lnTo>
                  <a:pt x="219290" y="31190"/>
                </a:lnTo>
                <a:lnTo>
                  <a:pt x="221092" y="31190"/>
                </a:lnTo>
                <a:lnTo>
                  <a:pt x="219757" y="32524"/>
                </a:lnTo>
                <a:lnTo>
                  <a:pt x="219757" y="34592"/>
                </a:lnTo>
                <a:close/>
                <a:moveTo>
                  <a:pt x="219290" y="30389"/>
                </a:moveTo>
                <a:lnTo>
                  <a:pt x="218457" y="29555"/>
                </a:lnTo>
                <a:lnTo>
                  <a:pt x="218457" y="28254"/>
                </a:lnTo>
                <a:lnTo>
                  <a:pt x="219757" y="26987"/>
                </a:lnTo>
                <a:lnTo>
                  <a:pt x="219757" y="29022"/>
                </a:lnTo>
                <a:lnTo>
                  <a:pt x="221092" y="30389"/>
                </a:lnTo>
                <a:lnTo>
                  <a:pt x="219290" y="30389"/>
                </a:lnTo>
                <a:close/>
                <a:moveTo>
                  <a:pt x="218056" y="27854"/>
                </a:moveTo>
                <a:lnTo>
                  <a:pt x="216755" y="27854"/>
                </a:lnTo>
                <a:lnTo>
                  <a:pt x="215921" y="27020"/>
                </a:lnTo>
                <a:lnTo>
                  <a:pt x="215921" y="25219"/>
                </a:lnTo>
                <a:lnTo>
                  <a:pt x="217156" y="26453"/>
                </a:lnTo>
                <a:lnTo>
                  <a:pt x="217456" y="26553"/>
                </a:lnTo>
                <a:lnTo>
                  <a:pt x="219324" y="26553"/>
                </a:lnTo>
                <a:close/>
                <a:moveTo>
                  <a:pt x="215121" y="27020"/>
                </a:moveTo>
                <a:lnTo>
                  <a:pt x="214320" y="27854"/>
                </a:lnTo>
                <a:lnTo>
                  <a:pt x="213019" y="27854"/>
                </a:lnTo>
                <a:lnTo>
                  <a:pt x="211718" y="26553"/>
                </a:lnTo>
                <a:lnTo>
                  <a:pt x="213620" y="26553"/>
                </a:lnTo>
                <a:lnTo>
                  <a:pt x="213887" y="26453"/>
                </a:lnTo>
                <a:lnTo>
                  <a:pt x="215121" y="25219"/>
                </a:lnTo>
                <a:close/>
                <a:moveTo>
                  <a:pt x="210518" y="28721"/>
                </a:moveTo>
                <a:lnTo>
                  <a:pt x="208850" y="30389"/>
                </a:lnTo>
                <a:lnTo>
                  <a:pt x="201077" y="30389"/>
                </a:lnTo>
                <a:lnTo>
                  <a:pt x="204813" y="26687"/>
                </a:lnTo>
                <a:lnTo>
                  <a:pt x="210518" y="26687"/>
                </a:lnTo>
                <a:lnTo>
                  <a:pt x="210518" y="28721"/>
                </a:lnTo>
                <a:close/>
                <a:moveTo>
                  <a:pt x="191437" y="30389"/>
                </a:moveTo>
                <a:lnTo>
                  <a:pt x="189736" y="28721"/>
                </a:lnTo>
                <a:lnTo>
                  <a:pt x="189736" y="26687"/>
                </a:lnTo>
                <a:lnTo>
                  <a:pt x="195473" y="26687"/>
                </a:lnTo>
                <a:lnTo>
                  <a:pt x="199176" y="30389"/>
                </a:lnTo>
                <a:lnTo>
                  <a:pt x="191437" y="30389"/>
                </a:lnTo>
                <a:close/>
                <a:moveTo>
                  <a:pt x="187268" y="27854"/>
                </a:moveTo>
                <a:lnTo>
                  <a:pt x="185967" y="27854"/>
                </a:lnTo>
                <a:lnTo>
                  <a:pt x="185133" y="27020"/>
                </a:lnTo>
                <a:lnTo>
                  <a:pt x="185133" y="25219"/>
                </a:lnTo>
                <a:lnTo>
                  <a:pt x="186367" y="26453"/>
                </a:lnTo>
                <a:lnTo>
                  <a:pt x="186667" y="26553"/>
                </a:lnTo>
                <a:lnTo>
                  <a:pt x="188535" y="26553"/>
                </a:lnTo>
                <a:close/>
                <a:moveTo>
                  <a:pt x="184332" y="27020"/>
                </a:moveTo>
                <a:lnTo>
                  <a:pt x="183532" y="27854"/>
                </a:lnTo>
                <a:lnTo>
                  <a:pt x="182231" y="27854"/>
                </a:lnTo>
                <a:lnTo>
                  <a:pt x="180930" y="26553"/>
                </a:lnTo>
                <a:lnTo>
                  <a:pt x="182831" y="26553"/>
                </a:lnTo>
                <a:lnTo>
                  <a:pt x="183098" y="26453"/>
                </a:lnTo>
                <a:lnTo>
                  <a:pt x="184332" y="25219"/>
                </a:lnTo>
                <a:close/>
                <a:moveTo>
                  <a:pt x="179729" y="28721"/>
                </a:moveTo>
                <a:lnTo>
                  <a:pt x="178061" y="30389"/>
                </a:lnTo>
                <a:lnTo>
                  <a:pt x="170289" y="30389"/>
                </a:lnTo>
                <a:lnTo>
                  <a:pt x="174025" y="26687"/>
                </a:lnTo>
                <a:lnTo>
                  <a:pt x="179729" y="26687"/>
                </a:lnTo>
                <a:lnTo>
                  <a:pt x="179729" y="28721"/>
                </a:lnTo>
                <a:close/>
                <a:moveTo>
                  <a:pt x="160649" y="30389"/>
                </a:moveTo>
                <a:lnTo>
                  <a:pt x="158947" y="28721"/>
                </a:lnTo>
                <a:lnTo>
                  <a:pt x="158947" y="26687"/>
                </a:lnTo>
                <a:lnTo>
                  <a:pt x="164685" y="26687"/>
                </a:lnTo>
                <a:lnTo>
                  <a:pt x="168387" y="30389"/>
                </a:lnTo>
                <a:lnTo>
                  <a:pt x="160649" y="30389"/>
                </a:lnTo>
                <a:close/>
                <a:moveTo>
                  <a:pt x="156479" y="27854"/>
                </a:moveTo>
                <a:lnTo>
                  <a:pt x="155178" y="27854"/>
                </a:lnTo>
                <a:lnTo>
                  <a:pt x="154344" y="27020"/>
                </a:lnTo>
                <a:lnTo>
                  <a:pt x="154344" y="25219"/>
                </a:lnTo>
                <a:lnTo>
                  <a:pt x="155578" y="26453"/>
                </a:lnTo>
                <a:lnTo>
                  <a:pt x="155878" y="26553"/>
                </a:lnTo>
                <a:lnTo>
                  <a:pt x="157746" y="26553"/>
                </a:lnTo>
                <a:close/>
                <a:moveTo>
                  <a:pt x="153543" y="27020"/>
                </a:moveTo>
                <a:lnTo>
                  <a:pt x="152743" y="27854"/>
                </a:lnTo>
                <a:lnTo>
                  <a:pt x="151442" y="27854"/>
                </a:lnTo>
                <a:lnTo>
                  <a:pt x="150141" y="26553"/>
                </a:lnTo>
                <a:lnTo>
                  <a:pt x="152042" y="26553"/>
                </a:lnTo>
                <a:lnTo>
                  <a:pt x="152309" y="26453"/>
                </a:lnTo>
                <a:lnTo>
                  <a:pt x="153543" y="25219"/>
                </a:lnTo>
                <a:close/>
                <a:moveTo>
                  <a:pt x="148940" y="28721"/>
                </a:moveTo>
                <a:lnTo>
                  <a:pt x="147272" y="30389"/>
                </a:lnTo>
                <a:lnTo>
                  <a:pt x="139500" y="30389"/>
                </a:lnTo>
                <a:lnTo>
                  <a:pt x="143236" y="26687"/>
                </a:lnTo>
                <a:lnTo>
                  <a:pt x="148940" y="26687"/>
                </a:lnTo>
                <a:lnTo>
                  <a:pt x="148940" y="28721"/>
                </a:lnTo>
                <a:close/>
                <a:moveTo>
                  <a:pt x="129860" y="30389"/>
                </a:moveTo>
                <a:lnTo>
                  <a:pt x="128159" y="28721"/>
                </a:lnTo>
                <a:lnTo>
                  <a:pt x="128159" y="26687"/>
                </a:lnTo>
                <a:lnTo>
                  <a:pt x="133896" y="26687"/>
                </a:lnTo>
                <a:lnTo>
                  <a:pt x="137599" y="30389"/>
                </a:lnTo>
                <a:lnTo>
                  <a:pt x="129860" y="30389"/>
                </a:lnTo>
                <a:close/>
                <a:moveTo>
                  <a:pt x="125690" y="27854"/>
                </a:moveTo>
                <a:lnTo>
                  <a:pt x="124389" y="27854"/>
                </a:lnTo>
                <a:lnTo>
                  <a:pt x="123555" y="27020"/>
                </a:lnTo>
                <a:lnTo>
                  <a:pt x="123555" y="25219"/>
                </a:lnTo>
                <a:lnTo>
                  <a:pt x="124790" y="26453"/>
                </a:lnTo>
                <a:lnTo>
                  <a:pt x="125056" y="26553"/>
                </a:lnTo>
                <a:lnTo>
                  <a:pt x="126958" y="26553"/>
                </a:lnTo>
                <a:close/>
                <a:moveTo>
                  <a:pt x="122755" y="27020"/>
                </a:moveTo>
                <a:lnTo>
                  <a:pt x="121954" y="27854"/>
                </a:lnTo>
                <a:lnTo>
                  <a:pt x="120653" y="27854"/>
                </a:lnTo>
                <a:lnTo>
                  <a:pt x="119352" y="26553"/>
                </a:lnTo>
                <a:lnTo>
                  <a:pt x="121254" y="26553"/>
                </a:lnTo>
                <a:lnTo>
                  <a:pt x="121521" y="26453"/>
                </a:lnTo>
                <a:lnTo>
                  <a:pt x="122755" y="25219"/>
                </a:lnTo>
                <a:lnTo>
                  <a:pt x="122755" y="27020"/>
                </a:lnTo>
                <a:close/>
                <a:moveTo>
                  <a:pt x="118152" y="28721"/>
                </a:moveTo>
                <a:lnTo>
                  <a:pt x="116450" y="30389"/>
                </a:lnTo>
                <a:lnTo>
                  <a:pt x="108711" y="30389"/>
                </a:lnTo>
                <a:lnTo>
                  <a:pt x="112414" y="26687"/>
                </a:lnTo>
                <a:lnTo>
                  <a:pt x="118152" y="26687"/>
                </a:lnTo>
                <a:lnTo>
                  <a:pt x="118152" y="28721"/>
                </a:lnTo>
                <a:close/>
                <a:moveTo>
                  <a:pt x="99071" y="30389"/>
                </a:moveTo>
                <a:lnTo>
                  <a:pt x="97370" y="28721"/>
                </a:lnTo>
                <a:lnTo>
                  <a:pt x="97370" y="26687"/>
                </a:lnTo>
                <a:lnTo>
                  <a:pt x="103074" y="26687"/>
                </a:lnTo>
                <a:lnTo>
                  <a:pt x="106810" y="30389"/>
                </a:lnTo>
                <a:lnTo>
                  <a:pt x="99071" y="30389"/>
                </a:lnTo>
                <a:close/>
                <a:moveTo>
                  <a:pt x="94868" y="27854"/>
                </a:moveTo>
                <a:lnTo>
                  <a:pt x="93567" y="27854"/>
                </a:lnTo>
                <a:lnTo>
                  <a:pt x="92767" y="27020"/>
                </a:lnTo>
                <a:lnTo>
                  <a:pt x="92767" y="25219"/>
                </a:lnTo>
                <a:lnTo>
                  <a:pt x="94001" y="26453"/>
                </a:lnTo>
                <a:lnTo>
                  <a:pt x="94268" y="26587"/>
                </a:lnTo>
                <a:lnTo>
                  <a:pt x="96169" y="26587"/>
                </a:lnTo>
                <a:close/>
                <a:moveTo>
                  <a:pt x="91966" y="27020"/>
                </a:moveTo>
                <a:lnTo>
                  <a:pt x="91166" y="27854"/>
                </a:lnTo>
                <a:lnTo>
                  <a:pt x="89865" y="27854"/>
                </a:lnTo>
                <a:lnTo>
                  <a:pt x="88564" y="26553"/>
                </a:lnTo>
                <a:lnTo>
                  <a:pt x="90465" y="26553"/>
                </a:lnTo>
                <a:lnTo>
                  <a:pt x="90732" y="26453"/>
                </a:lnTo>
                <a:lnTo>
                  <a:pt x="91966" y="25219"/>
                </a:lnTo>
                <a:lnTo>
                  <a:pt x="91966" y="27020"/>
                </a:lnTo>
                <a:close/>
                <a:moveTo>
                  <a:pt x="87363" y="28721"/>
                </a:moveTo>
                <a:lnTo>
                  <a:pt x="85662" y="30389"/>
                </a:lnTo>
                <a:lnTo>
                  <a:pt x="77923" y="30389"/>
                </a:lnTo>
                <a:lnTo>
                  <a:pt x="81625" y="26687"/>
                </a:lnTo>
                <a:lnTo>
                  <a:pt x="87363" y="26687"/>
                </a:lnTo>
                <a:lnTo>
                  <a:pt x="87363" y="28721"/>
                </a:lnTo>
                <a:close/>
                <a:moveTo>
                  <a:pt x="68249" y="30389"/>
                </a:moveTo>
                <a:lnTo>
                  <a:pt x="66581" y="28721"/>
                </a:lnTo>
                <a:lnTo>
                  <a:pt x="66581" y="26687"/>
                </a:lnTo>
                <a:lnTo>
                  <a:pt x="72285" y="26687"/>
                </a:lnTo>
                <a:lnTo>
                  <a:pt x="76021" y="30389"/>
                </a:lnTo>
                <a:lnTo>
                  <a:pt x="68249" y="30389"/>
                </a:lnTo>
                <a:close/>
                <a:moveTo>
                  <a:pt x="64080" y="27854"/>
                </a:moveTo>
                <a:lnTo>
                  <a:pt x="62779" y="27854"/>
                </a:lnTo>
                <a:lnTo>
                  <a:pt x="61978" y="27020"/>
                </a:lnTo>
                <a:lnTo>
                  <a:pt x="61978" y="25219"/>
                </a:lnTo>
                <a:lnTo>
                  <a:pt x="63212" y="26453"/>
                </a:lnTo>
                <a:lnTo>
                  <a:pt x="63479" y="26553"/>
                </a:lnTo>
                <a:lnTo>
                  <a:pt x="65381" y="26553"/>
                </a:lnTo>
                <a:close/>
                <a:moveTo>
                  <a:pt x="61178" y="27020"/>
                </a:moveTo>
                <a:lnTo>
                  <a:pt x="60344" y="27854"/>
                </a:lnTo>
                <a:lnTo>
                  <a:pt x="59043" y="27854"/>
                </a:lnTo>
                <a:lnTo>
                  <a:pt x="57775" y="26553"/>
                </a:lnTo>
                <a:lnTo>
                  <a:pt x="59676" y="26553"/>
                </a:lnTo>
                <a:lnTo>
                  <a:pt x="59943" y="26453"/>
                </a:lnTo>
                <a:lnTo>
                  <a:pt x="61178" y="25219"/>
                </a:lnTo>
                <a:close/>
                <a:moveTo>
                  <a:pt x="56574" y="28721"/>
                </a:moveTo>
                <a:lnTo>
                  <a:pt x="54873" y="30389"/>
                </a:lnTo>
                <a:lnTo>
                  <a:pt x="47134" y="30389"/>
                </a:lnTo>
                <a:lnTo>
                  <a:pt x="50837" y="26687"/>
                </a:lnTo>
                <a:lnTo>
                  <a:pt x="56574" y="26687"/>
                </a:lnTo>
                <a:close/>
                <a:moveTo>
                  <a:pt x="37461" y="30389"/>
                </a:moveTo>
                <a:lnTo>
                  <a:pt x="35793" y="28721"/>
                </a:lnTo>
                <a:lnTo>
                  <a:pt x="35793" y="26687"/>
                </a:lnTo>
                <a:lnTo>
                  <a:pt x="41497" y="26687"/>
                </a:lnTo>
                <a:lnTo>
                  <a:pt x="45233" y="30389"/>
                </a:lnTo>
                <a:lnTo>
                  <a:pt x="37461" y="30389"/>
                </a:lnTo>
                <a:close/>
                <a:moveTo>
                  <a:pt x="33291" y="27854"/>
                </a:moveTo>
                <a:lnTo>
                  <a:pt x="31990" y="27854"/>
                </a:lnTo>
                <a:lnTo>
                  <a:pt x="31189" y="27020"/>
                </a:lnTo>
                <a:lnTo>
                  <a:pt x="31189" y="25219"/>
                </a:lnTo>
                <a:lnTo>
                  <a:pt x="32424" y="26453"/>
                </a:lnTo>
                <a:lnTo>
                  <a:pt x="32691" y="26553"/>
                </a:lnTo>
                <a:lnTo>
                  <a:pt x="34592" y="26553"/>
                </a:lnTo>
                <a:close/>
                <a:moveTo>
                  <a:pt x="30389" y="27020"/>
                </a:moveTo>
                <a:lnTo>
                  <a:pt x="29555" y="27854"/>
                </a:lnTo>
                <a:lnTo>
                  <a:pt x="28254" y="27854"/>
                </a:lnTo>
                <a:lnTo>
                  <a:pt x="26986" y="26553"/>
                </a:lnTo>
                <a:lnTo>
                  <a:pt x="28854" y="26553"/>
                </a:lnTo>
                <a:lnTo>
                  <a:pt x="29155" y="26453"/>
                </a:lnTo>
                <a:lnTo>
                  <a:pt x="30389" y="25219"/>
                </a:lnTo>
                <a:lnTo>
                  <a:pt x="30389" y="27020"/>
                </a:lnTo>
                <a:close/>
                <a:moveTo>
                  <a:pt x="25786" y="28721"/>
                </a:moveTo>
                <a:lnTo>
                  <a:pt x="24084" y="30389"/>
                </a:lnTo>
                <a:lnTo>
                  <a:pt x="16346" y="30389"/>
                </a:lnTo>
                <a:lnTo>
                  <a:pt x="20048" y="26687"/>
                </a:lnTo>
                <a:lnTo>
                  <a:pt x="25752" y="26687"/>
                </a:lnTo>
                <a:lnTo>
                  <a:pt x="25752" y="28721"/>
                </a:lnTo>
                <a:close/>
                <a:moveTo>
                  <a:pt x="24084" y="31190"/>
                </a:moveTo>
                <a:lnTo>
                  <a:pt x="25786" y="32858"/>
                </a:lnTo>
                <a:lnTo>
                  <a:pt x="25786" y="34893"/>
                </a:lnTo>
                <a:lnTo>
                  <a:pt x="20048" y="34893"/>
                </a:lnTo>
                <a:lnTo>
                  <a:pt x="16346" y="31190"/>
                </a:lnTo>
                <a:close/>
                <a:moveTo>
                  <a:pt x="23050" y="45800"/>
                </a:moveTo>
                <a:lnTo>
                  <a:pt x="21182" y="45800"/>
                </a:lnTo>
                <a:lnTo>
                  <a:pt x="19781" y="44366"/>
                </a:lnTo>
                <a:lnTo>
                  <a:pt x="19781" y="42365"/>
                </a:lnTo>
                <a:lnTo>
                  <a:pt x="21082" y="41030"/>
                </a:lnTo>
                <a:lnTo>
                  <a:pt x="21082" y="43832"/>
                </a:lnTo>
                <a:close/>
                <a:moveTo>
                  <a:pt x="18981" y="43132"/>
                </a:moveTo>
                <a:lnTo>
                  <a:pt x="18981" y="44700"/>
                </a:lnTo>
                <a:lnTo>
                  <a:pt x="20082" y="45800"/>
                </a:lnTo>
                <a:lnTo>
                  <a:pt x="16346" y="45800"/>
                </a:lnTo>
                <a:close/>
                <a:moveTo>
                  <a:pt x="15778" y="45233"/>
                </a:moveTo>
                <a:lnTo>
                  <a:pt x="15778" y="41497"/>
                </a:lnTo>
                <a:lnTo>
                  <a:pt x="16879" y="42598"/>
                </a:lnTo>
                <a:lnTo>
                  <a:pt x="17046" y="42598"/>
                </a:lnTo>
                <a:lnTo>
                  <a:pt x="18414" y="42598"/>
                </a:lnTo>
                <a:close/>
                <a:moveTo>
                  <a:pt x="19214" y="41797"/>
                </a:moveTo>
                <a:lnTo>
                  <a:pt x="17213" y="41797"/>
                </a:lnTo>
                <a:lnTo>
                  <a:pt x="15778" y="40363"/>
                </a:lnTo>
                <a:lnTo>
                  <a:pt x="15778" y="38495"/>
                </a:lnTo>
                <a:lnTo>
                  <a:pt x="17747" y="40463"/>
                </a:lnTo>
                <a:lnTo>
                  <a:pt x="17913" y="40463"/>
                </a:lnTo>
                <a:lnTo>
                  <a:pt x="20515" y="40463"/>
                </a:lnTo>
                <a:close/>
                <a:moveTo>
                  <a:pt x="14978" y="45233"/>
                </a:moveTo>
                <a:lnTo>
                  <a:pt x="12343" y="42598"/>
                </a:lnTo>
                <a:lnTo>
                  <a:pt x="13744" y="42598"/>
                </a:lnTo>
                <a:lnTo>
                  <a:pt x="14011" y="42465"/>
                </a:lnTo>
                <a:lnTo>
                  <a:pt x="14978" y="41497"/>
                </a:lnTo>
                <a:close/>
                <a:moveTo>
                  <a:pt x="16346" y="46568"/>
                </a:moveTo>
                <a:lnTo>
                  <a:pt x="20082" y="46568"/>
                </a:lnTo>
                <a:lnTo>
                  <a:pt x="19114" y="47568"/>
                </a:lnTo>
                <a:lnTo>
                  <a:pt x="18981" y="47835"/>
                </a:lnTo>
                <a:lnTo>
                  <a:pt x="18981" y="49203"/>
                </a:lnTo>
                <a:close/>
                <a:moveTo>
                  <a:pt x="18414" y="49770"/>
                </a:moveTo>
                <a:lnTo>
                  <a:pt x="16879" y="49770"/>
                </a:lnTo>
                <a:lnTo>
                  <a:pt x="15778" y="50871"/>
                </a:lnTo>
                <a:lnTo>
                  <a:pt x="15778" y="47135"/>
                </a:lnTo>
                <a:close/>
                <a:moveTo>
                  <a:pt x="24351" y="49903"/>
                </a:moveTo>
                <a:lnTo>
                  <a:pt x="27654" y="46568"/>
                </a:lnTo>
                <a:lnTo>
                  <a:pt x="29822" y="46568"/>
                </a:lnTo>
                <a:lnTo>
                  <a:pt x="25886" y="50537"/>
                </a:lnTo>
                <a:lnTo>
                  <a:pt x="25886" y="56108"/>
                </a:lnTo>
                <a:lnTo>
                  <a:pt x="24351" y="54573"/>
                </a:lnTo>
                <a:lnTo>
                  <a:pt x="24351" y="49903"/>
                </a:lnTo>
                <a:close/>
                <a:moveTo>
                  <a:pt x="25786" y="59510"/>
                </a:moveTo>
                <a:lnTo>
                  <a:pt x="24084" y="61178"/>
                </a:lnTo>
                <a:lnTo>
                  <a:pt x="16346" y="61178"/>
                </a:lnTo>
                <a:lnTo>
                  <a:pt x="20048" y="57475"/>
                </a:lnTo>
                <a:lnTo>
                  <a:pt x="25752" y="57475"/>
                </a:lnTo>
                <a:lnTo>
                  <a:pt x="25752" y="59510"/>
                </a:lnTo>
                <a:close/>
                <a:moveTo>
                  <a:pt x="24084" y="61979"/>
                </a:moveTo>
                <a:lnTo>
                  <a:pt x="25786" y="63646"/>
                </a:lnTo>
                <a:lnTo>
                  <a:pt x="25786" y="65681"/>
                </a:lnTo>
                <a:lnTo>
                  <a:pt x="20048" y="65681"/>
                </a:lnTo>
                <a:lnTo>
                  <a:pt x="16346" y="61979"/>
                </a:lnTo>
                <a:lnTo>
                  <a:pt x="24084" y="61979"/>
                </a:lnTo>
                <a:close/>
                <a:moveTo>
                  <a:pt x="23050" y="76589"/>
                </a:moveTo>
                <a:lnTo>
                  <a:pt x="21182" y="76589"/>
                </a:lnTo>
                <a:lnTo>
                  <a:pt x="19781" y="75155"/>
                </a:lnTo>
                <a:lnTo>
                  <a:pt x="19781" y="73153"/>
                </a:lnTo>
                <a:lnTo>
                  <a:pt x="21082" y="71819"/>
                </a:lnTo>
                <a:lnTo>
                  <a:pt x="21082" y="74621"/>
                </a:lnTo>
                <a:close/>
                <a:moveTo>
                  <a:pt x="18981" y="73920"/>
                </a:moveTo>
                <a:lnTo>
                  <a:pt x="18981" y="75321"/>
                </a:lnTo>
                <a:lnTo>
                  <a:pt x="19114" y="75588"/>
                </a:lnTo>
                <a:lnTo>
                  <a:pt x="20082" y="76589"/>
                </a:lnTo>
                <a:lnTo>
                  <a:pt x="16346" y="76589"/>
                </a:lnTo>
                <a:close/>
                <a:moveTo>
                  <a:pt x="15778" y="76022"/>
                </a:moveTo>
                <a:lnTo>
                  <a:pt x="15778" y="72286"/>
                </a:lnTo>
                <a:lnTo>
                  <a:pt x="16879" y="73387"/>
                </a:lnTo>
                <a:lnTo>
                  <a:pt x="18414" y="73387"/>
                </a:lnTo>
                <a:close/>
                <a:moveTo>
                  <a:pt x="19214" y="72586"/>
                </a:moveTo>
                <a:lnTo>
                  <a:pt x="17213" y="72586"/>
                </a:lnTo>
                <a:lnTo>
                  <a:pt x="15778" y="71152"/>
                </a:lnTo>
                <a:lnTo>
                  <a:pt x="15778" y="69317"/>
                </a:lnTo>
                <a:lnTo>
                  <a:pt x="17747" y="71285"/>
                </a:lnTo>
                <a:lnTo>
                  <a:pt x="20515" y="71285"/>
                </a:lnTo>
                <a:close/>
                <a:moveTo>
                  <a:pt x="14978" y="76022"/>
                </a:moveTo>
                <a:lnTo>
                  <a:pt x="12343" y="73387"/>
                </a:lnTo>
                <a:lnTo>
                  <a:pt x="13744" y="73387"/>
                </a:lnTo>
                <a:lnTo>
                  <a:pt x="14011" y="73253"/>
                </a:lnTo>
                <a:lnTo>
                  <a:pt x="14978" y="72286"/>
                </a:lnTo>
                <a:close/>
                <a:moveTo>
                  <a:pt x="16346" y="77356"/>
                </a:moveTo>
                <a:lnTo>
                  <a:pt x="20082" y="77356"/>
                </a:lnTo>
                <a:lnTo>
                  <a:pt x="18981" y="78457"/>
                </a:lnTo>
                <a:lnTo>
                  <a:pt x="18981" y="80025"/>
                </a:lnTo>
                <a:close/>
                <a:moveTo>
                  <a:pt x="18414" y="80559"/>
                </a:moveTo>
                <a:lnTo>
                  <a:pt x="17046" y="80559"/>
                </a:lnTo>
                <a:lnTo>
                  <a:pt x="16879" y="80559"/>
                </a:lnTo>
                <a:lnTo>
                  <a:pt x="15778" y="81659"/>
                </a:lnTo>
                <a:lnTo>
                  <a:pt x="15778" y="77923"/>
                </a:lnTo>
                <a:close/>
                <a:moveTo>
                  <a:pt x="24351" y="80692"/>
                </a:moveTo>
                <a:lnTo>
                  <a:pt x="27654" y="77356"/>
                </a:lnTo>
                <a:lnTo>
                  <a:pt x="29822" y="77356"/>
                </a:lnTo>
                <a:lnTo>
                  <a:pt x="25886" y="81326"/>
                </a:lnTo>
                <a:lnTo>
                  <a:pt x="25886" y="86896"/>
                </a:lnTo>
                <a:lnTo>
                  <a:pt x="24351" y="85362"/>
                </a:lnTo>
                <a:lnTo>
                  <a:pt x="24351" y="80692"/>
                </a:lnTo>
                <a:close/>
                <a:moveTo>
                  <a:pt x="25786" y="90299"/>
                </a:moveTo>
                <a:lnTo>
                  <a:pt x="24084" y="91967"/>
                </a:lnTo>
                <a:lnTo>
                  <a:pt x="16346" y="91967"/>
                </a:lnTo>
                <a:lnTo>
                  <a:pt x="20048" y="88264"/>
                </a:lnTo>
                <a:lnTo>
                  <a:pt x="25752" y="88264"/>
                </a:lnTo>
                <a:lnTo>
                  <a:pt x="25752" y="90299"/>
                </a:lnTo>
                <a:close/>
                <a:moveTo>
                  <a:pt x="24084" y="92767"/>
                </a:moveTo>
                <a:lnTo>
                  <a:pt x="25786" y="94435"/>
                </a:lnTo>
                <a:lnTo>
                  <a:pt x="25786" y="96470"/>
                </a:lnTo>
                <a:lnTo>
                  <a:pt x="20048" y="96470"/>
                </a:lnTo>
                <a:lnTo>
                  <a:pt x="16346" y="92767"/>
                </a:lnTo>
                <a:close/>
                <a:moveTo>
                  <a:pt x="28254" y="95302"/>
                </a:moveTo>
                <a:lnTo>
                  <a:pt x="29555" y="95302"/>
                </a:lnTo>
                <a:lnTo>
                  <a:pt x="30389" y="96136"/>
                </a:lnTo>
                <a:lnTo>
                  <a:pt x="30389" y="97938"/>
                </a:lnTo>
                <a:lnTo>
                  <a:pt x="29155" y="96703"/>
                </a:lnTo>
                <a:lnTo>
                  <a:pt x="28854" y="96603"/>
                </a:lnTo>
                <a:lnTo>
                  <a:pt x="26986" y="96603"/>
                </a:lnTo>
                <a:close/>
                <a:moveTo>
                  <a:pt x="31189" y="96136"/>
                </a:moveTo>
                <a:lnTo>
                  <a:pt x="31990" y="95302"/>
                </a:lnTo>
                <a:lnTo>
                  <a:pt x="33291" y="95302"/>
                </a:lnTo>
                <a:lnTo>
                  <a:pt x="34592" y="96603"/>
                </a:lnTo>
                <a:lnTo>
                  <a:pt x="32691" y="96603"/>
                </a:lnTo>
                <a:lnTo>
                  <a:pt x="32424" y="96703"/>
                </a:lnTo>
                <a:lnTo>
                  <a:pt x="31156" y="97938"/>
                </a:lnTo>
                <a:lnTo>
                  <a:pt x="31156" y="96136"/>
                </a:lnTo>
                <a:close/>
                <a:moveTo>
                  <a:pt x="35793" y="94435"/>
                </a:moveTo>
                <a:lnTo>
                  <a:pt x="37461" y="92767"/>
                </a:lnTo>
                <a:lnTo>
                  <a:pt x="45233" y="92767"/>
                </a:lnTo>
                <a:lnTo>
                  <a:pt x="41497" y="96470"/>
                </a:lnTo>
                <a:lnTo>
                  <a:pt x="35793" y="96470"/>
                </a:lnTo>
                <a:close/>
                <a:moveTo>
                  <a:pt x="54873" y="92767"/>
                </a:moveTo>
                <a:lnTo>
                  <a:pt x="56574" y="94435"/>
                </a:lnTo>
                <a:lnTo>
                  <a:pt x="56574" y="96470"/>
                </a:lnTo>
                <a:lnTo>
                  <a:pt x="50837" y="96470"/>
                </a:lnTo>
                <a:lnTo>
                  <a:pt x="47134" y="92767"/>
                </a:lnTo>
                <a:close/>
                <a:moveTo>
                  <a:pt x="59043" y="95302"/>
                </a:moveTo>
                <a:lnTo>
                  <a:pt x="60344" y="95302"/>
                </a:lnTo>
                <a:lnTo>
                  <a:pt x="61178" y="96136"/>
                </a:lnTo>
                <a:lnTo>
                  <a:pt x="61178" y="97938"/>
                </a:lnTo>
                <a:lnTo>
                  <a:pt x="59943" y="96703"/>
                </a:lnTo>
                <a:lnTo>
                  <a:pt x="59676" y="96603"/>
                </a:lnTo>
                <a:lnTo>
                  <a:pt x="57775" y="96603"/>
                </a:lnTo>
                <a:close/>
                <a:moveTo>
                  <a:pt x="61978" y="96136"/>
                </a:moveTo>
                <a:lnTo>
                  <a:pt x="62779" y="95302"/>
                </a:lnTo>
                <a:lnTo>
                  <a:pt x="64080" y="95302"/>
                </a:lnTo>
                <a:lnTo>
                  <a:pt x="65381" y="96603"/>
                </a:lnTo>
                <a:lnTo>
                  <a:pt x="63479" y="96603"/>
                </a:lnTo>
                <a:lnTo>
                  <a:pt x="63212" y="96703"/>
                </a:lnTo>
                <a:lnTo>
                  <a:pt x="61978" y="97938"/>
                </a:lnTo>
                <a:close/>
                <a:moveTo>
                  <a:pt x="66581" y="94435"/>
                </a:moveTo>
                <a:lnTo>
                  <a:pt x="68249" y="92767"/>
                </a:lnTo>
                <a:lnTo>
                  <a:pt x="76021" y="92767"/>
                </a:lnTo>
                <a:lnTo>
                  <a:pt x="72285" y="96470"/>
                </a:lnTo>
                <a:lnTo>
                  <a:pt x="66581" y="96470"/>
                </a:lnTo>
                <a:lnTo>
                  <a:pt x="66581" y="94435"/>
                </a:lnTo>
                <a:close/>
                <a:moveTo>
                  <a:pt x="85662" y="92767"/>
                </a:moveTo>
                <a:lnTo>
                  <a:pt x="87363" y="94435"/>
                </a:lnTo>
                <a:lnTo>
                  <a:pt x="87363" y="96470"/>
                </a:lnTo>
                <a:lnTo>
                  <a:pt x="81659" y="96470"/>
                </a:lnTo>
                <a:lnTo>
                  <a:pt x="77923" y="92767"/>
                </a:lnTo>
                <a:close/>
                <a:moveTo>
                  <a:pt x="89831" y="95302"/>
                </a:moveTo>
                <a:lnTo>
                  <a:pt x="91132" y="95302"/>
                </a:lnTo>
                <a:lnTo>
                  <a:pt x="91966" y="96136"/>
                </a:lnTo>
                <a:lnTo>
                  <a:pt x="91966" y="97938"/>
                </a:lnTo>
                <a:lnTo>
                  <a:pt x="90732" y="96703"/>
                </a:lnTo>
                <a:lnTo>
                  <a:pt x="90465" y="96603"/>
                </a:lnTo>
                <a:lnTo>
                  <a:pt x="88564" y="96603"/>
                </a:lnTo>
                <a:close/>
                <a:moveTo>
                  <a:pt x="92767" y="96136"/>
                </a:moveTo>
                <a:lnTo>
                  <a:pt x="93567" y="95302"/>
                </a:lnTo>
                <a:lnTo>
                  <a:pt x="94868" y="95302"/>
                </a:lnTo>
                <a:lnTo>
                  <a:pt x="96169" y="96603"/>
                </a:lnTo>
                <a:lnTo>
                  <a:pt x="94268" y="96603"/>
                </a:lnTo>
                <a:lnTo>
                  <a:pt x="94001" y="96703"/>
                </a:lnTo>
                <a:lnTo>
                  <a:pt x="92767" y="97938"/>
                </a:lnTo>
                <a:lnTo>
                  <a:pt x="92767" y="96136"/>
                </a:lnTo>
                <a:close/>
                <a:moveTo>
                  <a:pt x="97370" y="94435"/>
                </a:moveTo>
                <a:lnTo>
                  <a:pt x="99071" y="92767"/>
                </a:lnTo>
                <a:lnTo>
                  <a:pt x="106810" y="92767"/>
                </a:lnTo>
                <a:lnTo>
                  <a:pt x="103074" y="96470"/>
                </a:lnTo>
                <a:lnTo>
                  <a:pt x="97370" y="96470"/>
                </a:lnTo>
                <a:lnTo>
                  <a:pt x="97370" y="94435"/>
                </a:lnTo>
                <a:close/>
                <a:moveTo>
                  <a:pt x="116450" y="92767"/>
                </a:moveTo>
                <a:lnTo>
                  <a:pt x="118152" y="94435"/>
                </a:lnTo>
                <a:lnTo>
                  <a:pt x="118152" y="96470"/>
                </a:lnTo>
                <a:lnTo>
                  <a:pt x="112447" y="96470"/>
                </a:lnTo>
                <a:lnTo>
                  <a:pt x="108711" y="92767"/>
                </a:lnTo>
                <a:close/>
                <a:moveTo>
                  <a:pt x="120653" y="95302"/>
                </a:moveTo>
                <a:lnTo>
                  <a:pt x="121954" y="95302"/>
                </a:lnTo>
                <a:lnTo>
                  <a:pt x="122755" y="96136"/>
                </a:lnTo>
                <a:lnTo>
                  <a:pt x="122755" y="97938"/>
                </a:lnTo>
                <a:lnTo>
                  <a:pt x="121521" y="96703"/>
                </a:lnTo>
                <a:lnTo>
                  <a:pt x="121254" y="96603"/>
                </a:lnTo>
                <a:lnTo>
                  <a:pt x="119352" y="96603"/>
                </a:lnTo>
                <a:close/>
                <a:moveTo>
                  <a:pt x="123555" y="96136"/>
                </a:moveTo>
                <a:lnTo>
                  <a:pt x="124389" y="95302"/>
                </a:lnTo>
                <a:lnTo>
                  <a:pt x="125657" y="95302"/>
                </a:lnTo>
                <a:lnTo>
                  <a:pt x="126958" y="96603"/>
                </a:lnTo>
                <a:lnTo>
                  <a:pt x="125056" y="96603"/>
                </a:lnTo>
                <a:lnTo>
                  <a:pt x="124790" y="96703"/>
                </a:lnTo>
                <a:lnTo>
                  <a:pt x="123555" y="97938"/>
                </a:lnTo>
                <a:lnTo>
                  <a:pt x="123555" y="96136"/>
                </a:lnTo>
                <a:close/>
                <a:moveTo>
                  <a:pt x="128159" y="94435"/>
                </a:moveTo>
                <a:lnTo>
                  <a:pt x="129860" y="92767"/>
                </a:lnTo>
                <a:lnTo>
                  <a:pt x="137599" y="92767"/>
                </a:lnTo>
                <a:lnTo>
                  <a:pt x="133863" y="96470"/>
                </a:lnTo>
                <a:lnTo>
                  <a:pt x="128159" y="96470"/>
                </a:lnTo>
                <a:lnTo>
                  <a:pt x="128159" y="94435"/>
                </a:lnTo>
                <a:close/>
                <a:moveTo>
                  <a:pt x="147272" y="92767"/>
                </a:moveTo>
                <a:lnTo>
                  <a:pt x="148940" y="94435"/>
                </a:lnTo>
                <a:lnTo>
                  <a:pt x="148940" y="96470"/>
                </a:lnTo>
                <a:lnTo>
                  <a:pt x="143236" y="96470"/>
                </a:lnTo>
                <a:lnTo>
                  <a:pt x="139500" y="92767"/>
                </a:lnTo>
                <a:close/>
                <a:moveTo>
                  <a:pt x="151442" y="95302"/>
                </a:moveTo>
                <a:lnTo>
                  <a:pt x="152743" y="95302"/>
                </a:lnTo>
                <a:lnTo>
                  <a:pt x="153543" y="96136"/>
                </a:lnTo>
                <a:lnTo>
                  <a:pt x="153543" y="97938"/>
                </a:lnTo>
                <a:lnTo>
                  <a:pt x="152309" y="96703"/>
                </a:lnTo>
                <a:lnTo>
                  <a:pt x="152042" y="96603"/>
                </a:lnTo>
                <a:lnTo>
                  <a:pt x="150141" y="96603"/>
                </a:lnTo>
                <a:close/>
                <a:moveTo>
                  <a:pt x="154344" y="96136"/>
                </a:moveTo>
                <a:lnTo>
                  <a:pt x="155178" y="95302"/>
                </a:lnTo>
                <a:lnTo>
                  <a:pt x="156479" y="95302"/>
                </a:lnTo>
                <a:lnTo>
                  <a:pt x="157746" y="96603"/>
                </a:lnTo>
                <a:lnTo>
                  <a:pt x="155845" y="96603"/>
                </a:lnTo>
                <a:lnTo>
                  <a:pt x="155578" y="96703"/>
                </a:lnTo>
                <a:lnTo>
                  <a:pt x="154344" y="97938"/>
                </a:lnTo>
                <a:close/>
                <a:moveTo>
                  <a:pt x="158947" y="94435"/>
                </a:moveTo>
                <a:lnTo>
                  <a:pt x="160649" y="92767"/>
                </a:lnTo>
                <a:lnTo>
                  <a:pt x="168387" y="92767"/>
                </a:lnTo>
                <a:lnTo>
                  <a:pt x="164651" y="96470"/>
                </a:lnTo>
                <a:lnTo>
                  <a:pt x="158947" y="96470"/>
                </a:lnTo>
                <a:lnTo>
                  <a:pt x="158947" y="94435"/>
                </a:lnTo>
                <a:close/>
                <a:moveTo>
                  <a:pt x="178061" y="92767"/>
                </a:moveTo>
                <a:lnTo>
                  <a:pt x="179729" y="94435"/>
                </a:lnTo>
                <a:lnTo>
                  <a:pt x="179729" y="96470"/>
                </a:lnTo>
                <a:lnTo>
                  <a:pt x="174025" y="96470"/>
                </a:lnTo>
                <a:lnTo>
                  <a:pt x="170289" y="92767"/>
                </a:lnTo>
                <a:close/>
                <a:moveTo>
                  <a:pt x="182231" y="95302"/>
                </a:moveTo>
                <a:lnTo>
                  <a:pt x="183532" y="95302"/>
                </a:lnTo>
                <a:lnTo>
                  <a:pt x="184332" y="96136"/>
                </a:lnTo>
                <a:lnTo>
                  <a:pt x="184332" y="97938"/>
                </a:lnTo>
                <a:lnTo>
                  <a:pt x="183098" y="96703"/>
                </a:lnTo>
                <a:lnTo>
                  <a:pt x="182831" y="96603"/>
                </a:lnTo>
                <a:lnTo>
                  <a:pt x="180930" y="96603"/>
                </a:lnTo>
                <a:close/>
                <a:moveTo>
                  <a:pt x="185133" y="96136"/>
                </a:moveTo>
                <a:lnTo>
                  <a:pt x="185967" y="95302"/>
                </a:lnTo>
                <a:lnTo>
                  <a:pt x="187268" y="95302"/>
                </a:lnTo>
                <a:lnTo>
                  <a:pt x="188535" y="96603"/>
                </a:lnTo>
                <a:lnTo>
                  <a:pt x="186667" y="96603"/>
                </a:lnTo>
                <a:lnTo>
                  <a:pt x="186367" y="96703"/>
                </a:lnTo>
                <a:lnTo>
                  <a:pt x="185133" y="97938"/>
                </a:lnTo>
                <a:close/>
                <a:moveTo>
                  <a:pt x="189736" y="94435"/>
                </a:moveTo>
                <a:lnTo>
                  <a:pt x="191437" y="92767"/>
                </a:lnTo>
                <a:lnTo>
                  <a:pt x="199176" y="92767"/>
                </a:lnTo>
                <a:lnTo>
                  <a:pt x="195473" y="96470"/>
                </a:lnTo>
                <a:lnTo>
                  <a:pt x="189736" y="96470"/>
                </a:lnTo>
                <a:lnTo>
                  <a:pt x="189736" y="94435"/>
                </a:lnTo>
                <a:close/>
                <a:moveTo>
                  <a:pt x="208850" y="92767"/>
                </a:moveTo>
                <a:lnTo>
                  <a:pt x="210518" y="94435"/>
                </a:lnTo>
                <a:lnTo>
                  <a:pt x="210518" y="96470"/>
                </a:lnTo>
                <a:lnTo>
                  <a:pt x="204813" y="96470"/>
                </a:lnTo>
                <a:lnTo>
                  <a:pt x="201077" y="92767"/>
                </a:lnTo>
                <a:close/>
                <a:moveTo>
                  <a:pt x="213019" y="95302"/>
                </a:moveTo>
                <a:lnTo>
                  <a:pt x="214320" y="95302"/>
                </a:lnTo>
                <a:lnTo>
                  <a:pt x="215121" y="96136"/>
                </a:lnTo>
                <a:lnTo>
                  <a:pt x="215121" y="97938"/>
                </a:lnTo>
                <a:lnTo>
                  <a:pt x="213887" y="96703"/>
                </a:lnTo>
                <a:lnTo>
                  <a:pt x="213620" y="96603"/>
                </a:lnTo>
                <a:lnTo>
                  <a:pt x="211718" y="96603"/>
                </a:lnTo>
                <a:close/>
                <a:moveTo>
                  <a:pt x="215921" y="96136"/>
                </a:moveTo>
                <a:lnTo>
                  <a:pt x="216755" y="95302"/>
                </a:lnTo>
                <a:lnTo>
                  <a:pt x="218056" y="95302"/>
                </a:lnTo>
                <a:lnTo>
                  <a:pt x="219324" y="96603"/>
                </a:lnTo>
                <a:lnTo>
                  <a:pt x="217456" y="96603"/>
                </a:lnTo>
                <a:lnTo>
                  <a:pt x="217156" y="96703"/>
                </a:lnTo>
                <a:lnTo>
                  <a:pt x="215921" y="97938"/>
                </a:lnTo>
                <a:close/>
                <a:moveTo>
                  <a:pt x="220558" y="94435"/>
                </a:moveTo>
                <a:lnTo>
                  <a:pt x="222226" y="92767"/>
                </a:lnTo>
                <a:lnTo>
                  <a:pt x="229965" y="92767"/>
                </a:lnTo>
                <a:lnTo>
                  <a:pt x="226262" y="96470"/>
                </a:lnTo>
                <a:lnTo>
                  <a:pt x="220525" y="96470"/>
                </a:lnTo>
                <a:lnTo>
                  <a:pt x="220525" y="94435"/>
                </a:lnTo>
                <a:close/>
                <a:moveTo>
                  <a:pt x="222226" y="91967"/>
                </a:moveTo>
                <a:lnTo>
                  <a:pt x="220558" y="90299"/>
                </a:lnTo>
                <a:lnTo>
                  <a:pt x="220558" y="88264"/>
                </a:lnTo>
                <a:lnTo>
                  <a:pt x="226262" y="88264"/>
                </a:lnTo>
                <a:lnTo>
                  <a:pt x="229965" y="91967"/>
                </a:lnTo>
                <a:close/>
                <a:moveTo>
                  <a:pt x="223260" y="77356"/>
                </a:moveTo>
                <a:lnTo>
                  <a:pt x="225128" y="77356"/>
                </a:lnTo>
                <a:lnTo>
                  <a:pt x="226529" y="78791"/>
                </a:lnTo>
                <a:lnTo>
                  <a:pt x="226529" y="80792"/>
                </a:lnTo>
                <a:lnTo>
                  <a:pt x="225228" y="82126"/>
                </a:lnTo>
                <a:lnTo>
                  <a:pt x="225228" y="79324"/>
                </a:lnTo>
                <a:close/>
                <a:moveTo>
                  <a:pt x="227330" y="80025"/>
                </a:moveTo>
                <a:lnTo>
                  <a:pt x="227330" y="78457"/>
                </a:lnTo>
                <a:lnTo>
                  <a:pt x="226229" y="77356"/>
                </a:lnTo>
                <a:lnTo>
                  <a:pt x="229965" y="77356"/>
                </a:lnTo>
                <a:close/>
                <a:moveTo>
                  <a:pt x="230532" y="77923"/>
                </a:moveTo>
                <a:lnTo>
                  <a:pt x="230532" y="81659"/>
                </a:lnTo>
                <a:lnTo>
                  <a:pt x="229431" y="80559"/>
                </a:lnTo>
                <a:lnTo>
                  <a:pt x="229264" y="80559"/>
                </a:lnTo>
                <a:lnTo>
                  <a:pt x="227897" y="80559"/>
                </a:lnTo>
                <a:close/>
                <a:moveTo>
                  <a:pt x="227096" y="81359"/>
                </a:moveTo>
                <a:lnTo>
                  <a:pt x="229097" y="81359"/>
                </a:lnTo>
                <a:lnTo>
                  <a:pt x="230532" y="82794"/>
                </a:lnTo>
                <a:lnTo>
                  <a:pt x="230532" y="84662"/>
                </a:lnTo>
                <a:lnTo>
                  <a:pt x="228564" y="82693"/>
                </a:lnTo>
                <a:lnTo>
                  <a:pt x="228397" y="82693"/>
                </a:lnTo>
                <a:lnTo>
                  <a:pt x="225795" y="82693"/>
                </a:lnTo>
                <a:close/>
                <a:moveTo>
                  <a:pt x="231332" y="77923"/>
                </a:moveTo>
                <a:lnTo>
                  <a:pt x="233968" y="80559"/>
                </a:lnTo>
                <a:lnTo>
                  <a:pt x="232567" y="80559"/>
                </a:lnTo>
                <a:lnTo>
                  <a:pt x="232300" y="80692"/>
                </a:lnTo>
                <a:lnTo>
                  <a:pt x="231332" y="81659"/>
                </a:lnTo>
                <a:lnTo>
                  <a:pt x="231332" y="77923"/>
                </a:lnTo>
                <a:close/>
                <a:moveTo>
                  <a:pt x="229965" y="76589"/>
                </a:moveTo>
                <a:lnTo>
                  <a:pt x="226229" y="76589"/>
                </a:lnTo>
                <a:lnTo>
                  <a:pt x="227229" y="75588"/>
                </a:lnTo>
                <a:lnTo>
                  <a:pt x="227330" y="75321"/>
                </a:lnTo>
                <a:lnTo>
                  <a:pt x="227330" y="73920"/>
                </a:lnTo>
                <a:close/>
                <a:moveTo>
                  <a:pt x="227897" y="73387"/>
                </a:moveTo>
                <a:lnTo>
                  <a:pt x="229431" y="73387"/>
                </a:lnTo>
                <a:lnTo>
                  <a:pt x="230532" y="72286"/>
                </a:lnTo>
                <a:lnTo>
                  <a:pt x="230532" y="76022"/>
                </a:lnTo>
                <a:close/>
                <a:moveTo>
                  <a:pt x="221959" y="73253"/>
                </a:moveTo>
                <a:lnTo>
                  <a:pt x="218657" y="76589"/>
                </a:lnTo>
                <a:lnTo>
                  <a:pt x="216488" y="76589"/>
                </a:lnTo>
                <a:lnTo>
                  <a:pt x="220425" y="72620"/>
                </a:lnTo>
                <a:lnTo>
                  <a:pt x="220425" y="67049"/>
                </a:lnTo>
                <a:lnTo>
                  <a:pt x="221959" y="68583"/>
                </a:lnTo>
                <a:lnTo>
                  <a:pt x="221959" y="73253"/>
                </a:lnTo>
                <a:close/>
                <a:moveTo>
                  <a:pt x="220558" y="63646"/>
                </a:moveTo>
                <a:lnTo>
                  <a:pt x="222226" y="61979"/>
                </a:lnTo>
                <a:lnTo>
                  <a:pt x="229965" y="61979"/>
                </a:lnTo>
                <a:lnTo>
                  <a:pt x="226262" y="65681"/>
                </a:lnTo>
                <a:lnTo>
                  <a:pt x="220525" y="65681"/>
                </a:lnTo>
                <a:lnTo>
                  <a:pt x="220525" y="63646"/>
                </a:lnTo>
                <a:close/>
                <a:moveTo>
                  <a:pt x="222226" y="61178"/>
                </a:moveTo>
                <a:lnTo>
                  <a:pt x="220558" y="59510"/>
                </a:lnTo>
                <a:lnTo>
                  <a:pt x="220558" y="57475"/>
                </a:lnTo>
                <a:lnTo>
                  <a:pt x="226262" y="57475"/>
                </a:lnTo>
                <a:lnTo>
                  <a:pt x="229965" y="61178"/>
                </a:lnTo>
                <a:close/>
                <a:moveTo>
                  <a:pt x="223260" y="46568"/>
                </a:moveTo>
                <a:lnTo>
                  <a:pt x="225128" y="46568"/>
                </a:lnTo>
                <a:lnTo>
                  <a:pt x="226529" y="48002"/>
                </a:lnTo>
                <a:lnTo>
                  <a:pt x="226529" y="50003"/>
                </a:lnTo>
                <a:lnTo>
                  <a:pt x="225228" y="51338"/>
                </a:lnTo>
                <a:lnTo>
                  <a:pt x="225228" y="48536"/>
                </a:lnTo>
                <a:close/>
                <a:moveTo>
                  <a:pt x="227330" y="49236"/>
                </a:moveTo>
                <a:lnTo>
                  <a:pt x="227330" y="47835"/>
                </a:lnTo>
                <a:lnTo>
                  <a:pt x="227229" y="47568"/>
                </a:lnTo>
                <a:lnTo>
                  <a:pt x="226229" y="46568"/>
                </a:lnTo>
                <a:lnTo>
                  <a:pt x="229965" y="46568"/>
                </a:lnTo>
                <a:close/>
                <a:moveTo>
                  <a:pt x="230532" y="47135"/>
                </a:moveTo>
                <a:lnTo>
                  <a:pt x="230532" y="50871"/>
                </a:lnTo>
                <a:lnTo>
                  <a:pt x="229431" y="49770"/>
                </a:lnTo>
                <a:lnTo>
                  <a:pt x="227897" y="49770"/>
                </a:lnTo>
                <a:close/>
                <a:moveTo>
                  <a:pt x="227096" y="50570"/>
                </a:moveTo>
                <a:lnTo>
                  <a:pt x="229097" y="50570"/>
                </a:lnTo>
                <a:lnTo>
                  <a:pt x="230532" y="52005"/>
                </a:lnTo>
                <a:lnTo>
                  <a:pt x="230532" y="53873"/>
                </a:lnTo>
                <a:lnTo>
                  <a:pt x="228564" y="51905"/>
                </a:lnTo>
                <a:lnTo>
                  <a:pt x="225762" y="51905"/>
                </a:lnTo>
                <a:close/>
                <a:moveTo>
                  <a:pt x="231332" y="47135"/>
                </a:moveTo>
                <a:lnTo>
                  <a:pt x="233968" y="49770"/>
                </a:lnTo>
                <a:lnTo>
                  <a:pt x="232567" y="49770"/>
                </a:lnTo>
                <a:lnTo>
                  <a:pt x="232300" y="49903"/>
                </a:lnTo>
                <a:lnTo>
                  <a:pt x="231332" y="50871"/>
                </a:lnTo>
                <a:lnTo>
                  <a:pt x="231332" y="47135"/>
                </a:lnTo>
                <a:close/>
                <a:moveTo>
                  <a:pt x="229965" y="45800"/>
                </a:moveTo>
                <a:lnTo>
                  <a:pt x="226229" y="45800"/>
                </a:lnTo>
                <a:lnTo>
                  <a:pt x="227330" y="44700"/>
                </a:lnTo>
                <a:lnTo>
                  <a:pt x="227330" y="43132"/>
                </a:lnTo>
                <a:close/>
                <a:moveTo>
                  <a:pt x="227897" y="42598"/>
                </a:moveTo>
                <a:lnTo>
                  <a:pt x="229264" y="42598"/>
                </a:lnTo>
                <a:lnTo>
                  <a:pt x="229431" y="42598"/>
                </a:lnTo>
                <a:lnTo>
                  <a:pt x="230532" y="41497"/>
                </a:lnTo>
                <a:lnTo>
                  <a:pt x="230532" y="45233"/>
                </a:lnTo>
                <a:close/>
                <a:moveTo>
                  <a:pt x="221959" y="42465"/>
                </a:moveTo>
                <a:lnTo>
                  <a:pt x="218657" y="45800"/>
                </a:lnTo>
                <a:lnTo>
                  <a:pt x="216488" y="45800"/>
                </a:lnTo>
                <a:lnTo>
                  <a:pt x="220425" y="41831"/>
                </a:lnTo>
                <a:lnTo>
                  <a:pt x="220425" y="36260"/>
                </a:lnTo>
                <a:lnTo>
                  <a:pt x="221959" y="37795"/>
                </a:lnTo>
                <a:lnTo>
                  <a:pt x="221959" y="42465"/>
                </a:lnTo>
                <a:close/>
                <a:moveTo>
                  <a:pt x="220558" y="32858"/>
                </a:moveTo>
                <a:lnTo>
                  <a:pt x="222226" y="31190"/>
                </a:lnTo>
                <a:lnTo>
                  <a:pt x="229965" y="31190"/>
                </a:lnTo>
                <a:lnTo>
                  <a:pt x="226262" y="34893"/>
                </a:lnTo>
                <a:lnTo>
                  <a:pt x="220525" y="34893"/>
                </a:lnTo>
                <a:lnTo>
                  <a:pt x="220525" y="32858"/>
                </a:lnTo>
                <a:close/>
                <a:moveTo>
                  <a:pt x="222226" y="30389"/>
                </a:moveTo>
                <a:lnTo>
                  <a:pt x="220558" y="28721"/>
                </a:lnTo>
                <a:lnTo>
                  <a:pt x="220558" y="26687"/>
                </a:lnTo>
                <a:lnTo>
                  <a:pt x="226262" y="26687"/>
                </a:lnTo>
                <a:lnTo>
                  <a:pt x="229965" y="30389"/>
                </a:lnTo>
                <a:lnTo>
                  <a:pt x="222226" y="30389"/>
                </a:lnTo>
                <a:close/>
                <a:moveTo>
                  <a:pt x="219657" y="25786"/>
                </a:moveTo>
                <a:lnTo>
                  <a:pt x="217623" y="25786"/>
                </a:lnTo>
                <a:lnTo>
                  <a:pt x="215921" y="24085"/>
                </a:lnTo>
                <a:lnTo>
                  <a:pt x="215921" y="16346"/>
                </a:lnTo>
                <a:lnTo>
                  <a:pt x="219657" y="20049"/>
                </a:lnTo>
                <a:lnTo>
                  <a:pt x="219657" y="25786"/>
                </a:lnTo>
                <a:close/>
                <a:moveTo>
                  <a:pt x="215121" y="24085"/>
                </a:moveTo>
                <a:lnTo>
                  <a:pt x="213453" y="25786"/>
                </a:lnTo>
                <a:lnTo>
                  <a:pt x="211418" y="25786"/>
                </a:lnTo>
                <a:lnTo>
                  <a:pt x="211418" y="20049"/>
                </a:lnTo>
                <a:lnTo>
                  <a:pt x="215121" y="16346"/>
                </a:lnTo>
                <a:lnTo>
                  <a:pt x="215121" y="24085"/>
                </a:lnTo>
                <a:close/>
                <a:moveTo>
                  <a:pt x="202679" y="21083"/>
                </a:moveTo>
                <a:lnTo>
                  <a:pt x="202512" y="21083"/>
                </a:lnTo>
                <a:lnTo>
                  <a:pt x="200544" y="23051"/>
                </a:lnTo>
                <a:lnTo>
                  <a:pt x="200544" y="21216"/>
                </a:lnTo>
                <a:lnTo>
                  <a:pt x="201945" y="19782"/>
                </a:lnTo>
                <a:lnTo>
                  <a:pt x="203979" y="19782"/>
                </a:lnTo>
                <a:lnTo>
                  <a:pt x="205280" y="21083"/>
                </a:lnTo>
                <a:close/>
                <a:moveTo>
                  <a:pt x="203746" y="18447"/>
                </a:moveTo>
                <a:lnTo>
                  <a:pt x="201077" y="15779"/>
                </a:lnTo>
                <a:lnTo>
                  <a:pt x="204847" y="15779"/>
                </a:lnTo>
                <a:lnTo>
                  <a:pt x="203746" y="16880"/>
                </a:lnTo>
                <a:lnTo>
                  <a:pt x="203746" y="18447"/>
                </a:lnTo>
                <a:close/>
                <a:moveTo>
                  <a:pt x="200544" y="14445"/>
                </a:moveTo>
                <a:lnTo>
                  <a:pt x="200544" y="10709"/>
                </a:lnTo>
                <a:lnTo>
                  <a:pt x="201644" y="11776"/>
                </a:lnTo>
                <a:lnTo>
                  <a:pt x="203179" y="11776"/>
                </a:lnTo>
                <a:close/>
                <a:moveTo>
                  <a:pt x="199743" y="14445"/>
                </a:moveTo>
                <a:lnTo>
                  <a:pt x="197108" y="11776"/>
                </a:lnTo>
                <a:lnTo>
                  <a:pt x="198476" y="11776"/>
                </a:lnTo>
                <a:lnTo>
                  <a:pt x="198776" y="11676"/>
                </a:lnTo>
                <a:lnTo>
                  <a:pt x="199743" y="10709"/>
                </a:lnTo>
                <a:lnTo>
                  <a:pt x="199743" y="14445"/>
                </a:lnTo>
                <a:close/>
                <a:moveTo>
                  <a:pt x="199176" y="15779"/>
                </a:moveTo>
                <a:lnTo>
                  <a:pt x="196541" y="18414"/>
                </a:lnTo>
                <a:lnTo>
                  <a:pt x="196541" y="16880"/>
                </a:lnTo>
                <a:lnTo>
                  <a:pt x="195440" y="15779"/>
                </a:lnTo>
                <a:close/>
                <a:moveTo>
                  <a:pt x="199743" y="16346"/>
                </a:moveTo>
                <a:lnTo>
                  <a:pt x="199743" y="20082"/>
                </a:lnTo>
                <a:lnTo>
                  <a:pt x="198776" y="19115"/>
                </a:lnTo>
                <a:lnTo>
                  <a:pt x="198476" y="18981"/>
                </a:lnTo>
                <a:lnTo>
                  <a:pt x="197108" y="18981"/>
                </a:lnTo>
                <a:close/>
                <a:moveTo>
                  <a:pt x="188869" y="25786"/>
                </a:moveTo>
                <a:lnTo>
                  <a:pt x="186801" y="25786"/>
                </a:lnTo>
                <a:lnTo>
                  <a:pt x="185133" y="24085"/>
                </a:lnTo>
                <a:lnTo>
                  <a:pt x="185133" y="16346"/>
                </a:lnTo>
                <a:lnTo>
                  <a:pt x="188869" y="20049"/>
                </a:lnTo>
                <a:lnTo>
                  <a:pt x="188869" y="25786"/>
                </a:lnTo>
                <a:close/>
                <a:moveTo>
                  <a:pt x="184332" y="24085"/>
                </a:moveTo>
                <a:lnTo>
                  <a:pt x="182664" y="25786"/>
                </a:lnTo>
                <a:lnTo>
                  <a:pt x="180629" y="25786"/>
                </a:lnTo>
                <a:lnTo>
                  <a:pt x="180629" y="20049"/>
                </a:lnTo>
                <a:lnTo>
                  <a:pt x="184332" y="16346"/>
                </a:lnTo>
                <a:lnTo>
                  <a:pt x="184332" y="24085"/>
                </a:lnTo>
                <a:close/>
                <a:moveTo>
                  <a:pt x="171723" y="21083"/>
                </a:moveTo>
                <a:lnTo>
                  <a:pt x="169755" y="23051"/>
                </a:lnTo>
                <a:lnTo>
                  <a:pt x="169755" y="21216"/>
                </a:lnTo>
                <a:lnTo>
                  <a:pt x="171156" y="19782"/>
                </a:lnTo>
                <a:lnTo>
                  <a:pt x="173157" y="19782"/>
                </a:lnTo>
                <a:lnTo>
                  <a:pt x="174492" y="21083"/>
                </a:lnTo>
                <a:close/>
                <a:moveTo>
                  <a:pt x="172957" y="18447"/>
                </a:moveTo>
                <a:lnTo>
                  <a:pt x="170289" y="15779"/>
                </a:lnTo>
                <a:lnTo>
                  <a:pt x="174025" y="15779"/>
                </a:lnTo>
                <a:lnTo>
                  <a:pt x="172957" y="16880"/>
                </a:lnTo>
                <a:lnTo>
                  <a:pt x="172957" y="18447"/>
                </a:lnTo>
                <a:close/>
                <a:moveTo>
                  <a:pt x="169755" y="14445"/>
                </a:moveTo>
                <a:lnTo>
                  <a:pt x="169755" y="10709"/>
                </a:lnTo>
                <a:lnTo>
                  <a:pt x="170722" y="11676"/>
                </a:lnTo>
                <a:lnTo>
                  <a:pt x="170989" y="11809"/>
                </a:lnTo>
                <a:lnTo>
                  <a:pt x="172390" y="11809"/>
                </a:lnTo>
                <a:close/>
                <a:moveTo>
                  <a:pt x="168954" y="14445"/>
                </a:moveTo>
                <a:lnTo>
                  <a:pt x="166319" y="11776"/>
                </a:lnTo>
                <a:lnTo>
                  <a:pt x="167854" y="11776"/>
                </a:lnTo>
                <a:lnTo>
                  <a:pt x="168954" y="10709"/>
                </a:lnTo>
                <a:close/>
                <a:moveTo>
                  <a:pt x="168387" y="15779"/>
                </a:moveTo>
                <a:lnTo>
                  <a:pt x="165752" y="18414"/>
                </a:lnTo>
                <a:lnTo>
                  <a:pt x="165752" y="16880"/>
                </a:lnTo>
                <a:lnTo>
                  <a:pt x="164651" y="15779"/>
                </a:lnTo>
                <a:close/>
                <a:moveTo>
                  <a:pt x="165519" y="19782"/>
                </a:moveTo>
                <a:lnTo>
                  <a:pt x="167520" y="19782"/>
                </a:lnTo>
                <a:lnTo>
                  <a:pt x="168954" y="21216"/>
                </a:lnTo>
                <a:lnTo>
                  <a:pt x="168954" y="23051"/>
                </a:lnTo>
                <a:lnTo>
                  <a:pt x="166986" y="21083"/>
                </a:lnTo>
                <a:lnTo>
                  <a:pt x="166820" y="21083"/>
                </a:lnTo>
                <a:lnTo>
                  <a:pt x="164218" y="21083"/>
                </a:lnTo>
                <a:close/>
                <a:moveTo>
                  <a:pt x="163417" y="21883"/>
                </a:moveTo>
                <a:lnTo>
                  <a:pt x="166653" y="21883"/>
                </a:lnTo>
                <a:lnTo>
                  <a:pt x="168954" y="24185"/>
                </a:lnTo>
                <a:lnTo>
                  <a:pt x="168954" y="26553"/>
                </a:lnTo>
                <a:lnTo>
                  <a:pt x="165952" y="23551"/>
                </a:lnTo>
                <a:lnTo>
                  <a:pt x="165786" y="23551"/>
                </a:lnTo>
                <a:lnTo>
                  <a:pt x="161716" y="23551"/>
                </a:lnTo>
                <a:close/>
                <a:moveTo>
                  <a:pt x="160949" y="24352"/>
                </a:moveTo>
                <a:lnTo>
                  <a:pt x="165619" y="24352"/>
                </a:lnTo>
                <a:lnTo>
                  <a:pt x="168954" y="27654"/>
                </a:lnTo>
                <a:lnTo>
                  <a:pt x="168954" y="29822"/>
                </a:lnTo>
                <a:lnTo>
                  <a:pt x="164985" y="25886"/>
                </a:lnTo>
                <a:lnTo>
                  <a:pt x="164852" y="25886"/>
                </a:lnTo>
                <a:lnTo>
                  <a:pt x="159414" y="25886"/>
                </a:lnTo>
                <a:close/>
                <a:moveTo>
                  <a:pt x="158047" y="25786"/>
                </a:moveTo>
                <a:lnTo>
                  <a:pt x="156012" y="25786"/>
                </a:lnTo>
                <a:lnTo>
                  <a:pt x="154344" y="24085"/>
                </a:lnTo>
                <a:lnTo>
                  <a:pt x="154344" y="16346"/>
                </a:lnTo>
                <a:lnTo>
                  <a:pt x="158047" y="20049"/>
                </a:lnTo>
                <a:lnTo>
                  <a:pt x="158047" y="25786"/>
                </a:lnTo>
                <a:close/>
                <a:moveTo>
                  <a:pt x="153543" y="24085"/>
                </a:moveTo>
                <a:lnTo>
                  <a:pt x="151876" y="25786"/>
                </a:lnTo>
                <a:lnTo>
                  <a:pt x="149841" y="25786"/>
                </a:lnTo>
                <a:lnTo>
                  <a:pt x="149841" y="20049"/>
                </a:lnTo>
                <a:lnTo>
                  <a:pt x="153543" y="16346"/>
                </a:lnTo>
                <a:lnTo>
                  <a:pt x="153543" y="24085"/>
                </a:lnTo>
                <a:close/>
                <a:moveTo>
                  <a:pt x="141068" y="21083"/>
                </a:moveTo>
                <a:lnTo>
                  <a:pt x="140901" y="21083"/>
                </a:lnTo>
                <a:lnTo>
                  <a:pt x="138933" y="23051"/>
                </a:lnTo>
                <a:lnTo>
                  <a:pt x="138933" y="21216"/>
                </a:lnTo>
                <a:lnTo>
                  <a:pt x="140367" y="19782"/>
                </a:lnTo>
                <a:lnTo>
                  <a:pt x="142369" y="19782"/>
                </a:lnTo>
                <a:lnTo>
                  <a:pt x="143703" y="21083"/>
                </a:lnTo>
                <a:close/>
                <a:moveTo>
                  <a:pt x="142135" y="18447"/>
                </a:moveTo>
                <a:lnTo>
                  <a:pt x="139500" y="15779"/>
                </a:lnTo>
                <a:lnTo>
                  <a:pt x="143236" y="15779"/>
                </a:lnTo>
                <a:lnTo>
                  <a:pt x="142135" y="16880"/>
                </a:lnTo>
                <a:lnTo>
                  <a:pt x="142135" y="18447"/>
                </a:lnTo>
                <a:close/>
                <a:moveTo>
                  <a:pt x="138933" y="14445"/>
                </a:moveTo>
                <a:lnTo>
                  <a:pt x="138933" y="10709"/>
                </a:lnTo>
                <a:lnTo>
                  <a:pt x="140034" y="11776"/>
                </a:lnTo>
                <a:lnTo>
                  <a:pt x="141602" y="11776"/>
                </a:lnTo>
                <a:close/>
                <a:moveTo>
                  <a:pt x="138166" y="14445"/>
                </a:moveTo>
                <a:lnTo>
                  <a:pt x="135531" y="11776"/>
                </a:lnTo>
                <a:lnTo>
                  <a:pt x="136898" y="11776"/>
                </a:lnTo>
                <a:lnTo>
                  <a:pt x="137165" y="11676"/>
                </a:lnTo>
                <a:lnTo>
                  <a:pt x="138166" y="10709"/>
                </a:lnTo>
                <a:lnTo>
                  <a:pt x="138166" y="14445"/>
                </a:lnTo>
                <a:close/>
                <a:moveTo>
                  <a:pt x="137599" y="15779"/>
                </a:moveTo>
                <a:lnTo>
                  <a:pt x="134964" y="18414"/>
                </a:lnTo>
                <a:lnTo>
                  <a:pt x="134964" y="16880"/>
                </a:lnTo>
                <a:lnTo>
                  <a:pt x="133863" y="15779"/>
                </a:lnTo>
                <a:close/>
                <a:moveTo>
                  <a:pt x="138166" y="16346"/>
                </a:moveTo>
                <a:lnTo>
                  <a:pt x="138166" y="20082"/>
                </a:lnTo>
                <a:lnTo>
                  <a:pt x="137165" y="19115"/>
                </a:lnTo>
                <a:lnTo>
                  <a:pt x="136898" y="18981"/>
                </a:lnTo>
                <a:lnTo>
                  <a:pt x="135531" y="18981"/>
                </a:lnTo>
                <a:close/>
                <a:moveTo>
                  <a:pt x="127258" y="25786"/>
                </a:moveTo>
                <a:lnTo>
                  <a:pt x="125223" y="25786"/>
                </a:lnTo>
                <a:lnTo>
                  <a:pt x="123555" y="24085"/>
                </a:lnTo>
                <a:lnTo>
                  <a:pt x="123555" y="16346"/>
                </a:lnTo>
                <a:lnTo>
                  <a:pt x="127258" y="20049"/>
                </a:lnTo>
                <a:close/>
                <a:moveTo>
                  <a:pt x="122755" y="24085"/>
                </a:moveTo>
                <a:lnTo>
                  <a:pt x="121087" y="25786"/>
                </a:lnTo>
                <a:lnTo>
                  <a:pt x="119052" y="25786"/>
                </a:lnTo>
                <a:lnTo>
                  <a:pt x="119052" y="20049"/>
                </a:lnTo>
                <a:lnTo>
                  <a:pt x="122755" y="16346"/>
                </a:lnTo>
                <a:close/>
                <a:moveTo>
                  <a:pt x="110112" y="21083"/>
                </a:moveTo>
                <a:lnTo>
                  <a:pt x="108144" y="23051"/>
                </a:lnTo>
                <a:lnTo>
                  <a:pt x="108144" y="21216"/>
                </a:lnTo>
                <a:lnTo>
                  <a:pt x="109579" y="19782"/>
                </a:lnTo>
                <a:lnTo>
                  <a:pt x="111580" y="19782"/>
                </a:lnTo>
                <a:lnTo>
                  <a:pt x="112914" y="21083"/>
                </a:lnTo>
                <a:close/>
                <a:moveTo>
                  <a:pt x="111347" y="18447"/>
                </a:moveTo>
                <a:lnTo>
                  <a:pt x="108711" y="15779"/>
                </a:lnTo>
                <a:lnTo>
                  <a:pt x="112447" y="15779"/>
                </a:lnTo>
                <a:lnTo>
                  <a:pt x="111347" y="16880"/>
                </a:lnTo>
                <a:close/>
                <a:moveTo>
                  <a:pt x="108144" y="14445"/>
                </a:moveTo>
                <a:lnTo>
                  <a:pt x="108144" y="10709"/>
                </a:lnTo>
                <a:lnTo>
                  <a:pt x="109145" y="11676"/>
                </a:lnTo>
                <a:lnTo>
                  <a:pt x="109412" y="11809"/>
                </a:lnTo>
                <a:lnTo>
                  <a:pt x="110813" y="11809"/>
                </a:lnTo>
                <a:close/>
                <a:moveTo>
                  <a:pt x="107377" y="14445"/>
                </a:moveTo>
                <a:lnTo>
                  <a:pt x="104709" y="11776"/>
                </a:lnTo>
                <a:lnTo>
                  <a:pt x="106276" y="11776"/>
                </a:lnTo>
                <a:lnTo>
                  <a:pt x="107377" y="10709"/>
                </a:lnTo>
                <a:close/>
                <a:moveTo>
                  <a:pt x="106810" y="15779"/>
                </a:moveTo>
                <a:lnTo>
                  <a:pt x="104175" y="18414"/>
                </a:lnTo>
                <a:lnTo>
                  <a:pt x="104175" y="16880"/>
                </a:lnTo>
                <a:lnTo>
                  <a:pt x="103074" y="15779"/>
                </a:lnTo>
                <a:close/>
                <a:moveTo>
                  <a:pt x="103941" y="19782"/>
                </a:moveTo>
                <a:lnTo>
                  <a:pt x="105943" y="19782"/>
                </a:lnTo>
                <a:lnTo>
                  <a:pt x="107344" y="21216"/>
                </a:lnTo>
                <a:lnTo>
                  <a:pt x="107344" y="23051"/>
                </a:lnTo>
                <a:lnTo>
                  <a:pt x="105376" y="21083"/>
                </a:lnTo>
                <a:lnTo>
                  <a:pt x="105242" y="21083"/>
                </a:lnTo>
                <a:lnTo>
                  <a:pt x="102607" y="21083"/>
                </a:lnTo>
                <a:close/>
                <a:moveTo>
                  <a:pt x="101840" y="21883"/>
                </a:moveTo>
                <a:lnTo>
                  <a:pt x="105076" y="21883"/>
                </a:lnTo>
                <a:lnTo>
                  <a:pt x="107377" y="24185"/>
                </a:lnTo>
                <a:lnTo>
                  <a:pt x="107377" y="26553"/>
                </a:lnTo>
                <a:lnTo>
                  <a:pt x="104375" y="23551"/>
                </a:lnTo>
                <a:lnTo>
                  <a:pt x="104208" y="23551"/>
                </a:lnTo>
                <a:lnTo>
                  <a:pt x="100139" y="23551"/>
                </a:lnTo>
                <a:close/>
                <a:moveTo>
                  <a:pt x="99371" y="24352"/>
                </a:moveTo>
                <a:lnTo>
                  <a:pt x="104041" y="24352"/>
                </a:lnTo>
                <a:lnTo>
                  <a:pt x="107377" y="27654"/>
                </a:lnTo>
                <a:lnTo>
                  <a:pt x="107377" y="29822"/>
                </a:lnTo>
                <a:lnTo>
                  <a:pt x="103408" y="25886"/>
                </a:lnTo>
                <a:lnTo>
                  <a:pt x="103241" y="25886"/>
                </a:lnTo>
                <a:lnTo>
                  <a:pt x="97837" y="25886"/>
                </a:lnTo>
                <a:close/>
                <a:moveTo>
                  <a:pt x="96469" y="25786"/>
                </a:moveTo>
                <a:lnTo>
                  <a:pt x="94435" y="25786"/>
                </a:lnTo>
                <a:lnTo>
                  <a:pt x="92767" y="24085"/>
                </a:lnTo>
                <a:lnTo>
                  <a:pt x="92767" y="16346"/>
                </a:lnTo>
                <a:lnTo>
                  <a:pt x="96469" y="20082"/>
                </a:lnTo>
                <a:close/>
                <a:moveTo>
                  <a:pt x="91966" y="24085"/>
                </a:moveTo>
                <a:lnTo>
                  <a:pt x="90298" y="25786"/>
                </a:lnTo>
                <a:lnTo>
                  <a:pt x="88264" y="25786"/>
                </a:lnTo>
                <a:lnTo>
                  <a:pt x="88264" y="20049"/>
                </a:lnTo>
                <a:lnTo>
                  <a:pt x="91966" y="16346"/>
                </a:lnTo>
                <a:close/>
                <a:moveTo>
                  <a:pt x="79491" y="21083"/>
                </a:moveTo>
                <a:lnTo>
                  <a:pt x="79324" y="21083"/>
                </a:lnTo>
                <a:lnTo>
                  <a:pt x="77356" y="23051"/>
                </a:lnTo>
                <a:lnTo>
                  <a:pt x="77356" y="21216"/>
                </a:lnTo>
                <a:lnTo>
                  <a:pt x="78790" y="19782"/>
                </a:lnTo>
                <a:lnTo>
                  <a:pt x="80792" y="19782"/>
                </a:lnTo>
                <a:lnTo>
                  <a:pt x="82126" y="21083"/>
                </a:lnTo>
                <a:close/>
                <a:moveTo>
                  <a:pt x="80558" y="18447"/>
                </a:moveTo>
                <a:lnTo>
                  <a:pt x="77923" y="15779"/>
                </a:lnTo>
                <a:lnTo>
                  <a:pt x="81659" y="15779"/>
                </a:lnTo>
                <a:lnTo>
                  <a:pt x="80558" y="16880"/>
                </a:lnTo>
                <a:close/>
                <a:moveTo>
                  <a:pt x="77356" y="14445"/>
                </a:moveTo>
                <a:lnTo>
                  <a:pt x="77356" y="10709"/>
                </a:lnTo>
                <a:lnTo>
                  <a:pt x="78457" y="11776"/>
                </a:lnTo>
                <a:lnTo>
                  <a:pt x="80024" y="11776"/>
                </a:lnTo>
                <a:close/>
                <a:moveTo>
                  <a:pt x="76589" y="14445"/>
                </a:moveTo>
                <a:lnTo>
                  <a:pt x="73920" y="11776"/>
                </a:lnTo>
                <a:lnTo>
                  <a:pt x="75321" y="11776"/>
                </a:lnTo>
                <a:lnTo>
                  <a:pt x="75588" y="11676"/>
                </a:lnTo>
                <a:lnTo>
                  <a:pt x="76555" y="10709"/>
                </a:lnTo>
                <a:lnTo>
                  <a:pt x="76555" y="14445"/>
                </a:lnTo>
                <a:close/>
                <a:moveTo>
                  <a:pt x="76021" y="15779"/>
                </a:moveTo>
                <a:lnTo>
                  <a:pt x="73386" y="18414"/>
                </a:lnTo>
                <a:lnTo>
                  <a:pt x="73386" y="16880"/>
                </a:lnTo>
                <a:lnTo>
                  <a:pt x="72285" y="15779"/>
                </a:lnTo>
                <a:close/>
                <a:moveTo>
                  <a:pt x="76589" y="16346"/>
                </a:moveTo>
                <a:lnTo>
                  <a:pt x="76589" y="20082"/>
                </a:lnTo>
                <a:lnTo>
                  <a:pt x="75588" y="19115"/>
                </a:lnTo>
                <a:lnTo>
                  <a:pt x="75321" y="18981"/>
                </a:lnTo>
                <a:lnTo>
                  <a:pt x="73920" y="18981"/>
                </a:lnTo>
                <a:close/>
                <a:moveTo>
                  <a:pt x="65681" y="25786"/>
                </a:moveTo>
                <a:lnTo>
                  <a:pt x="63646" y="25786"/>
                </a:lnTo>
                <a:lnTo>
                  <a:pt x="61978" y="24085"/>
                </a:lnTo>
                <a:lnTo>
                  <a:pt x="61978" y="16346"/>
                </a:lnTo>
                <a:lnTo>
                  <a:pt x="65681" y="20049"/>
                </a:lnTo>
                <a:close/>
                <a:moveTo>
                  <a:pt x="61178" y="24085"/>
                </a:moveTo>
                <a:lnTo>
                  <a:pt x="59510" y="25786"/>
                </a:lnTo>
                <a:lnTo>
                  <a:pt x="57475" y="25786"/>
                </a:lnTo>
                <a:lnTo>
                  <a:pt x="57475" y="20049"/>
                </a:lnTo>
                <a:lnTo>
                  <a:pt x="61178" y="16346"/>
                </a:lnTo>
                <a:close/>
                <a:moveTo>
                  <a:pt x="48535" y="21083"/>
                </a:moveTo>
                <a:lnTo>
                  <a:pt x="46567" y="23051"/>
                </a:lnTo>
                <a:lnTo>
                  <a:pt x="46567" y="21216"/>
                </a:lnTo>
                <a:lnTo>
                  <a:pt x="48001" y="19782"/>
                </a:lnTo>
                <a:lnTo>
                  <a:pt x="50003" y="19782"/>
                </a:lnTo>
                <a:lnTo>
                  <a:pt x="51337" y="21083"/>
                </a:lnTo>
                <a:close/>
                <a:moveTo>
                  <a:pt x="49769" y="18447"/>
                </a:moveTo>
                <a:lnTo>
                  <a:pt x="47134" y="15779"/>
                </a:lnTo>
                <a:lnTo>
                  <a:pt x="50870" y="15779"/>
                </a:lnTo>
                <a:lnTo>
                  <a:pt x="49769" y="16880"/>
                </a:lnTo>
                <a:close/>
                <a:moveTo>
                  <a:pt x="46567" y="14445"/>
                </a:moveTo>
                <a:lnTo>
                  <a:pt x="46567" y="10709"/>
                </a:lnTo>
                <a:lnTo>
                  <a:pt x="47534" y="11676"/>
                </a:lnTo>
                <a:lnTo>
                  <a:pt x="47835" y="11809"/>
                </a:lnTo>
                <a:lnTo>
                  <a:pt x="49202" y="11809"/>
                </a:lnTo>
                <a:close/>
                <a:moveTo>
                  <a:pt x="45767" y="14445"/>
                </a:moveTo>
                <a:lnTo>
                  <a:pt x="43131" y="11776"/>
                </a:lnTo>
                <a:lnTo>
                  <a:pt x="44699" y="11776"/>
                </a:lnTo>
                <a:lnTo>
                  <a:pt x="45767" y="10709"/>
                </a:lnTo>
                <a:close/>
                <a:moveTo>
                  <a:pt x="45233" y="15779"/>
                </a:moveTo>
                <a:lnTo>
                  <a:pt x="42564" y="18414"/>
                </a:lnTo>
                <a:lnTo>
                  <a:pt x="42564" y="16880"/>
                </a:lnTo>
                <a:lnTo>
                  <a:pt x="41497" y="15779"/>
                </a:lnTo>
                <a:close/>
                <a:moveTo>
                  <a:pt x="42364" y="19782"/>
                </a:moveTo>
                <a:lnTo>
                  <a:pt x="44366" y="19782"/>
                </a:lnTo>
                <a:lnTo>
                  <a:pt x="45767" y="21216"/>
                </a:lnTo>
                <a:lnTo>
                  <a:pt x="45767" y="23051"/>
                </a:lnTo>
                <a:lnTo>
                  <a:pt x="43798" y="21083"/>
                </a:lnTo>
                <a:lnTo>
                  <a:pt x="43665" y="21083"/>
                </a:lnTo>
                <a:lnTo>
                  <a:pt x="41030" y="21083"/>
                </a:lnTo>
                <a:close/>
                <a:moveTo>
                  <a:pt x="40229" y="21883"/>
                </a:moveTo>
                <a:lnTo>
                  <a:pt x="43498" y="21883"/>
                </a:lnTo>
                <a:lnTo>
                  <a:pt x="45767" y="24185"/>
                </a:lnTo>
                <a:lnTo>
                  <a:pt x="45767" y="26553"/>
                </a:lnTo>
                <a:lnTo>
                  <a:pt x="42798" y="23551"/>
                </a:lnTo>
                <a:lnTo>
                  <a:pt x="42631" y="23551"/>
                </a:lnTo>
                <a:lnTo>
                  <a:pt x="38561" y="23551"/>
                </a:lnTo>
                <a:close/>
                <a:moveTo>
                  <a:pt x="37761" y="24352"/>
                </a:moveTo>
                <a:lnTo>
                  <a:pt x="42464" y="24352"/>
                </a:lnTo>
                <a:lnTo>
                  <a:pt x="45767" y="27654"/>
                </a:lnTo>
                <a:lnTo>
                  <a:pt x="45767" y="29822"/>
                </a:lnTo>
                <a:lnTo>
                  <a:pt x="41830" y="25886"/>
                </a:lnTo>
                <a:lnTo>
                  <a:pt x="41664" y="25886"/>
                </a:lnTo>
                <a:lnTo>
                  <a:pt x="36260" y="25886"/>
                </a:lnTo>
                <a:close/>
                <a:moveTo>
                  <a:pt x="34892" y="25786"/>
                </a:moveTo>
                <a:lnTo>
                  <a:pt x="32857" y="25786"/>
                </a:lnTo>
                <a:lnTo>
                  <a:pt x="31189" y="24085"/>
                </a:lnTo>
                <a:lnTo>
                  <a:pt x="31189" y="16346"/>
                </a:lnTo>
                <a:lnTo>
                  <a:pt x="34892" y="20049"/>
                </a:lnTo>
                <a:close/>
                <a:moveTo>
                  <a:pt x="30389" y="24085"/>
                </a:moveTo>
                <a:lnTo>
                  <a:pt x="28721" y="25786"/>
                </a:lnTo>
                <a:lnTo>
                  <a:pt x="26653" y="25786"/>
                </a:lnTo>
                <a:lnTo>
                  <a:pt x="26653" y="20049"/>
                </a:lnTo>
                <a:lnTo>
                  <a:pt x="30389" y="16346"/>
                </a:lnTo>
                <a:lnTo>
                  <a:pt x="30389" y="24085"/>
                </a:lnTo>
                <a:close/>
                <a:moveTo>
                  <a:pt x="19748" y="35693"/>
                </a:moveTo>
                <a:lnTo>
                  <a:pt x="19881" y="35693"/>
                </a:lnTo>
                <a:lnTo>
                  <a:pt x="25319" y="35693"/>
                </a:lnTo>
                <a:lnTo>
                  <a:pt x="23784" y="37228"/>
                </a:lnTo>
                <a:lnTo>
                  <a:pt x="19081" y="37228"/>
                </a:lnTo>
                <a:lnTo>
                  <a:pt x="15778" y="33892"/>
                </a:lnTo>
                <a:lnTo>
                  <a:pt x="15778" y="31757"/>
                </a:lnTo>
                <a:close/>
                <a:moveTo>
                  <a:pt x="18781" y="38028"/>
                </a:moveTo>
                <a:lnTo>
                  <a:pt x="18947" y="38028"/>
                </a:lnTo>
                <a:lnTo>
                  <a:pt x="22984" y="38028"/>
                </a:lnTo>
                <a:lnTo>
                  <a:pt x="21316" y="39696"/>
                </a:lnTo>
                <a:lnTo>
                  <a:pt x="18080" y="39696"/>
                </a:lnTo>
                <a:lnTo>
                  <a:pt x="15778" y="37394"/>
                </a:lnTo>
                <a:lnTo>
                  <a:pt x="15778" y="35026"/>
                </a:lnTo>
                <a:close/>
                <a:moveTo>
                  <a:pt x="14978" y="40363"/>
                </a:moveTo>
                <a:lnTo>
                  <a:pt x="13577" y="41797"/>
                </a:lnTo>
                <a:lnTo>
                  <a:pt x="11542" y="41797"/>
                </a:lnTo>
                <a:lnTo>
                  <a:pt x="10241" y="40463"/>
                </a:lnTo>
                <a:lnTo>
                  <a:pt x="13010" y="40463"/>
                </a:lnTo>
                <a:lnTo>
                  <a:pt x="14978" y="38495"/>
                </a:lnTo>
                <a:lnTo>
                  <a:pt x="14978" y="40363"/>
                </a:lnTo>
                <a:close/>
                <a:moveTo>
                  <a:pt x="11776" y="43132"/>
                </a:moveTo>
                <a:lnTo>
                  <a:pt x="14411" y="45800"/>
                </a:lnTo>
                <a:lnTo>
                  <a:pt x="10675" y="45800"/>
                </a:lnTo>
                <a:lnTo>
                  <a:pt x="11776" y="44700"/>
                </a:lnTo>
                <a:lnTo>
                  <a:pt x="11776" y="43132"/>
                </a:lnTo>
                <a:close/>
                <a:moveTo>
                  <a:pt x="14978" y="47135"/>
                </a:moveTo>
                <a:lnTo>
                  <a:pt x="14978" y="50871"/>
                </a:lnTo>
                <a:lnTo>
                  <a:pt x="14011" y="49903"/>
                </a:lnTo>
                <a:lnTo>
                  <a:pt x="13744" y="49770"/>
                </a:lnTo>
                <a:lnTo>
                  <a:pt x="12343" y="49770"/>
                </a:lnTo>
                <a:close/>
                <a:moveTo>
                  <a:pt x="15778" y="52005"/>
                </a:moveTo>
                <a:lnTo>
                  <a:pt x="17213" y="50570"/>
                </a:lnTo>
                <a:lnTo>
                  <a:pt x="19214" y="50570"/>
                </a:lnTo>
                <a:lnTo>
                  <a:pt x="20549" y="51905"/>
                </a:lnTo>
                <a:lnTo>
                  <a:pt x="17747" y="51905"/>
                </a:lnTo>
                <a:lnTo>
                  <a:pt x="15778" y="53873"/>
                </a:lnTo>
                <a:close/>
                <a:moveTo>
                  <a:pt x="18080" y="52672"/>
                </a:moveTo>
                <a:lnTo>
                  <a:pt x="21316" y="52672"/>
                </a:lnTo>
                <a:lnTo>
                  <a:pt x="23017" y="54340"/>
                </a:lnTo>
                <a:lnTo>
                  <a:pt x="18947" y="54340"/>
                </a:lnTo>
                <a:lnTo>
                  <a:pt x="18647" y="54473"/>
                </a:lnTo>
                <a:lnTo>
                  <a:pt x="15778" y="57342"/>
                </a:lnTo>
                <a:lnTo>
                  <a:pt x="15778" y="54974"/>
                </a:lnTo>
                <a:close/>
                <a:moveTo>
                  <a:pt x="19081" y="55140"/>
                </a:moveTo>
                <a:lnTo>
                  <a:pt x="23784" y="55140"/>
                </a:lnTo>
                <a:lnTo>
                  <a:pt x="25319" y="56675"/>
                </a:lnTo>
                <a:lnTo>
                  <a:pt x="19748" y="56675"/>
                </a:lnTo>
                <a:lnTo>
                  <a:pt x="15778" y="60611"/>
                </a:lnTo>
                <a:lnTo>
                  <a:pt x="15778" y="58443"/>
                </a:lnTo>
                <a:close/>
                <a:moveTo>
                  <a:pt x="19748" y="66482"/>
                </a:moveTo>
                <a:lnTo>
                  <a:pt x="25319" y="66482"/>
                </a:lnTo>
                <a:lnTo>
                  <a:pt x="23784" y="68016"/>
                </a:lnTo>
                <a:lnTo>
                  <a:pt x="19081" y="68016"/>
                </a:lnTo>
                <a:lnTo>
                  <a:pt x="15778" y="64714"/>
                </a:lnTo>
                <a:lnTo>
                  <a:pt x="15778" y="62546"/>
                </a:lnTo>
                <a:close/>
                <a:moveTo>
                  <a:pt x="18647" y="68683"/>
                </a:moveTo>
                <a:lnTo>
                  <a:pt x="18947" y="68817"/>
                </a:lnTo>
                <a:lnTo>
                  <a:pt x="22984" y="68817"/>
                </a:lnTo>
                <a:lnTo>
                  <a:pt x="21316" y="70485"/>
                </a:lnTo>
                <a:lnTo>
                  <a:pt x="18080" y="70485"/>
                </a:lnTo>
                <a:lnTo>
                  <a:pt x="15778" y="68183"/>
                </a:lnTo>
                <a:lnTo>
                  <a:pt x="15778" y="65815"/>
                </a:lnTo>
                <a:close/>
                <a:moveTo>
                  <a:pt x="14978" y="71152"/>
                </a:moveTo>
                <a:lnTo>
                  <a:pt x="13577" y="72586"/>
                </a:lnTo>
                <a:lnTo>
                  <a:pt x="11542" y="72586"/>
                </a:lnTo>
                <a:lnTo>
                  <a:pt x="10241" y="71285"/>
                </a:lnTo>
                <a:lnTo>
                  <a:pt x="13010" y="71285"/>
                </a:lnTo>
                <a:lnTo>
                  <a:pt x="14978" y="69317"/>
                </a:lnTo>
                <a:lnTo>
                  <a:pt x="14978" y="71152"/>
                </a:lnTo>
                <a:close/>
                <a:moveTo>
                  <a:pt x="11776" y="75321"/>
                </a:moveTo>
                <a:lnTo>
                  <a:pt x="11776" y="73954"/>
                </a:lnTo>
                <a:lnTo>
                  <a:pt x="14411" y="76589"/>
                </a:lnTo>
                <a:lnTo>
                  <a:pt x="10675" y="76589"/>
                </a:lnTo>
                <a:lnTo>
                  <a:pt x="11675" y="75588"/>
                </a:lnTo>
                <a:close/>
                <a:moveTo>
                  <a:pt x="14444" y="77356"/>
                </a:moveTo>
                <a:lnTo>
                  <a:pt x="11776" y="80025"/>
                </a:lnTo>
                <a:lnTo>
                  <a:pt x="11776" y="78457"/>
                </a:lnTo>
                <a:lnTo>
                  <a:pt x="10675" y="77356"/>
                </a:lnTo>
                <a:close/>
                <a:moveTo>
                  <a:pt x="14978" y="77923"/>
                </a:moveTo>
                <a:lnTo>
                  <a:pt x="14978" y="81659"/>
                </a:lnTo>
                <a:lnTo>
                  <a:pt x="14011" y="80692"/>
                </a:lnTo>
                <a:lnTo>
                  <a:pt x="13744" y="80559"/>
                </a:lnTo>
                <a:lnTo>
                  <a:pt x="12343" y="80559"/>
                </a:lnTo>
                <a:close/>
                <a:moveTo>
                  <a:pt x="15778" y="82794"/>
                </a:moveTo>
                <a:lnTo>
                  <a:pt x="17213" y="81359"/>
                </a:lnTo>
                <a:lnTo>
                  <a:pt x="19214" y="81359"/>
                </a:lnTo>
                <a:lnTo>
                  <a:pt x="20549" y="82693"/>
                </a:lnTo>
                <a:lnTo>
                  <a:pt x="17913" y="82693"/>
                </a:lnTo>
                <a:lnTo>
                  <a:pt x="17747" y="82693"/>
                </a:lnTo>
                <a:lnTo>
                  <a:pt x="15778" y="84662"/>
                </a:lnTo>
                <a:close/>
                <a:moveTo>
                  <a:pt x="18080" y="83461"/>
                </a:moveTo>
                <a:lnTo>
                  <a:pt x="21316" y="83461"/>
                </a:lnTo>
                <a:lnTo>
                  <a:pt x="23017" y="85162"/>
                </a:lnTo>
                <a:lnTo>
                  <a:pt x="18947" y="85162"/>
                </a:lnTo>
                <a:lnTo>
                  <a:pt x="18781" y="85162"/>
                </a:lnTo>
                <a:lnTo>
                  <a:pt x="15778" y="88131"/>
                </a:lnTo>
                <a:lnTo>
                  <a:pt x="15778" y="85762"/>
                </a:lnTo>
                <a:close/>
                <a:moveTo>
                  <a:pt x="19081" y="85929"/>
                </a:moveTo>
                <a:lnTo>
                  <a:pt x="23784" y="85929"/>
                </a:lnTo>
                <a:lnTo>
                  <a:pt x="25319" y="87464"/>
                </a:lnTo>
                <a:lnTo>
                  <a:pt x="19881" y="87464"/>
                </a:lnTo>
                <a:lnTo>
                  <a:pt x="19748" y="87464"/>
                </a:lnTo>
                <a:lnTo>
                  <a:pt x="15778" y="91400"/>
                </a:lnTo>
                <a:lnTo>
                  <a:pt x="15778" y="89265"/>
                </a:lnTo>
                <a:close/>
                <a:moveTo>
                  <a:pt x="26653" y="97371"/>
                </a:moveTo>
                <a:lnTo>
                  <a:pt x="28721" y="97371"/>
                </a:lnTo>
                <a:lnTo>
                  <a:pt x="30389" y="99072"/>
                </a:lnTo>
                <a:lnTo>
                  <a:pt x="30389" y="106811"/>
                </a:lnTo>
                <a:lnTo>
                  <a:pt x="26653" y="103108"/>
                </a:lnTo>
                <a:lnTo>
                  <a:pt x="26653" y="97371"/>
                </a:lnTo>
                <a:close/>
                <a:moveTo>
                  <a:pt x="31189" y="99072"/>
                </a:moveTo>
                <a:lnTo>
                  <a:pt x="32857" y="97371"/>
                </a:lnTo>
                <a:lnTo>
                  <a:pt x="34892" y="97371"/>
                </a:lnTo>
                <a:lnTo>
                  <a:pt x="34892" y="103108"/>
                </a:lnTo>
                <a:lnTo>
                  <a:pt x="31189" y="106811"/>
                </a:lnTo>
                <a:close/>
                <a:moveTo>
                  <a:pt x="43665" y="102074"/>
                </a:moveTo>
                <a:lnTo>
                  <a:pt x="43798" y="102074"/>
                </a:lnTo>
                <a:lnTo>
                  <a:pt x="45767" y="100106"/>
                </a:lnTo>
                <a:lnTo>
                  <a:pt x="45767" y="101974"/>
                </a:lnTo>
                <a:lnTo>
                  <a:pt x="44366" y="103375"/>
                </a:lnTo>
                <a:lnTo>
                  <a:pt x="42364" y="103375"/>
                </a:lnTo>
                <a:lnTo>
                  <a:pt x="41030" y="102074"/>
                </a:lnTo>
                <a:close/>
                <a:moveTo>
                  <a:pt x="42564" y="104743"/>
                </a:moveTo>
                <a:lnTo>
                  <a:pt x="45233" y="107378"/>
                </a:lnTo>
                <a:lnTo>
                  <a:pt x="41497" y="107378"/>
                </a:lnTo>
                <a:lnTo>
                  <a:pt x="42564" y="106277"/>
                </a:lnTo>
                <a:lnTo>
                  <a:pt x="42564" y="104743"/>
                </a:lnTo>
                <a:close/>
                <a:moveTo>
                  <a:pt x="45767" y="108712"/>
                </a:moveTo>
                <a:lnTo>
                  <a:pt x="45767" y="112448"/>
                </a:lnTo>
                <a:lnTo>
                  <a:pt x="44699" y="111381"/>
                </a:lnTo>
                <a:lnTo>
                  <a:pt x="43131" y="111381"/>
                </a:lnTo>
                <a:close/>
                <a:moveTo>
                  <a:pt x="46567" y="108712"/>
                </a:moveTo>
                <a:lnTo>
                  <a:pt x="49202" y="111381"/>
                </a:lnTo>
                <a:lnTo>
                  <a:pt x="47835" y="111381"/>
                </a:lnTo>
                <a:lnTo>
                  <a:pt x="47568" y="111481"/>
                </a:lnTo>
                <a:lnTo>
                  <a:pt x="46567" y="112448"/>
                </a:lnTo>
                <a:lnTo>
                  <a:pt x="46567" y="108712"/>
                </a:lnTo>
                <a:close/>
                <a:moveTo>
                  <a:pt x="47134" y="107378"/>
                </a:moveTo>
                <a:lnTo>
                  <a:pt x="49769" y="104743"/>
                </a:lnTo>
                <a:lnTo>
                  <a:pt x="49769" y="106277"/>
                </a:lnTo>
                <a:lnTo>
                  <a:pt x="50870" y="107378"/>
                </a:lnTo>
                <a:close/>
                <a:moveTo>
                  <a:pt x="46567" y="106811"/>
                </a:moveTo>
                <a:lnTo>
                  <a:pt x="46567" y="103075"/>
                </a:lnTo>
                <a:lnTo>
                  <a:pt x="47534" y="104042"/>
                </a:lnTo>
                <a:lnTo>
                  <a:pt x="47835" y="104175"/>
                </a:lnTo>
                <a:lnTo>
                  <a:pt x="49202" y="104175"/>
                </a:lnTo>
                <a:close/>
                <a:moveTo>
                  <a:pt x="57475" y="97371"/>
                </a:moveTo>
                <a:lnTo>
                  <a:pt x="59510" y="97371"/>
                </a:lnTo>
                <a:lnTo>
                  <a:pt x="61178" y="99072"/>
                </a:lnTo>
                <a:lnTo>
                  <a:pt x="61178" y="106811"/>
                </a:lnTo>
                <a:lnTo>
                  <a:pt x="57475" y="103108"/>
                </a:lnTo>
                <a:close/>
                <a:moveTo>
                  <a:pt x="61978" y="99072"/>
                </a:moveTo>
                <a:lnTo>
                  <a:pt x="63646" y="97371"/>
                </a:lnTo>
                <a:lnTo>
                  <a:pt x="65681" y="97371"/>
                </a:lnTo>
                <a:lnTo>
                  <a:pt x="65681" y="103108"/>
                </a:lnTo>
                <a:lnTo>
                  <a:pt x="61978" y="106811"/>
                </a:lnTo>
                <a:close/>
                <a:moveTo>
                  <a:pt x="74620" y="102074"/>
                </a:moveTo>
                <a:lnTo>
                  <a:pt x="76589" y="100106"/>
                </a:lnTo>
                <a:lnTo>
                  <a:pt x="76589" y="101974"/>
                </a:lnTo>
                <a:lnTo>
                  <a:pt x="75154" y="103375"/>
                </a:lnTo>
                <a:lnTo>
                  <a:pt x="73153" y="103375"/>
                </a:lnTo>
                <a:lnTo>
                  <a:pt x="71818" y="102074"/>
                </a:lnTo>
                <a:close/>
                <a:moveTo>
                  <a:pt x="73386" y="104743"/>
                </a:moveTo>
                <a:lnTo>
                  <a:pt x="76021" y="107378"/>
                </a:lnTo>
                <a:lnTo>
                  <a:pt x="72285" y="107378"/>
                </a:lnTo>
                <a:lnTo>
                  <a:pt x="73386" y="106277"/>
                </a:lnTo>
                <a:close/>
                <a:moveTo>
                  <a:pt x="76589" y="108712"/>
                </a:moveTo>
                <a:lnTo>
                  <a:pt x="76589" y="112448"/>
                </a:lnTo>
                <a:lnTo>
                  <a:pt x="75588" y="111481"/>
                </a:lnTo>
                <a:lnTo>
                  <a:pt x="75321" y="111381"/>
                </a:lnTo>
                <a:lnTo>
                  <a:pt x="73920" y="111381"/>
                </a:lnTo>
                <a:close/>
                <a:moveTo>
                  <a:pt x="77356" y="108712"/>
                </a:moveTo>
                <a:lnTo>
                  <a:pt x="80024" y="111381"/>
                </a:lnTo>
                <a:lnTo>
                  <a:pt x="78457" y="111381"/>
                </a:lnTo>
                <a:lnTo>
                  <a:pt x="77356" y="112448"/>
                </a:lnTo>
                <a:close/>
                <a:moveTo>
                  <a:pt x="77923" y="107378"/>
                </a:moveTo>
                <a:lnTo>
                  <a:pt x="80558" y="104743"/>
                </a:lnTo>
                <a:lnTo>
                  <a:pt x="80558" y="106277"/>
                </a:lnTo>
                <a:lnTo>
                  <a:pt x="81659" y="107378"/>
                </a:lnTo>
                <a:close/>
                <a:moveTo>
                  <a:pt x="80792" y="103375"/>
                </a:moveTo>
                <a:lnTo>
                  <a:pt x="78790" y="103375"/>
                </a:lnTo>
                <a:lnTo>
                  <a:pt x="77356" y="101941"/>
                </a:lnTo>
                <a:lnTo>
                  <a:pt x="77356" y="100106"/>
                </a:lnTo>
                <a:lnTo>
                  <a:pt x="79324" y="102074"/>
                </a:lnTo>
                <a:lnTo>
                  <a:pt x="79491" y="102074"/>
                </a:lnTo>
                <a:lnTo>
                  <a:pt x="82092" y="102074"/>
                </a:lnTo>
                <a:close/>
                <a:moveTo>
                  <a:pt x="82893" y="101273"/>
                </a:moveTo>
                <a:lnTo>
                  <a:pt x="79657" y="101273"/>
                </a:lnTo>
                <a:lnTo>
                  <a:pt x="77356" y="98972"/>
                </a:lnTo>
                <a:lnTo>
                  <a:pt x="77356" y="96603"/>
                </a:lnTo>
                <a:lnTo>
                  <a:pt x="80358" y="99606"/>
                </a:lnTo>
                <a:lnTo>
                  <a:pt x="80525" y="99606"/>
                </a:lnTo>
                <a:lnTo>
                  <a:pt x="84594" y="99606"/>
                </a:lnTo>
                <a:close/>
                <a:moveTo>
                  <a:pt x="85361" y="98805"/>
                </a:moveTo>
                <a:lnTo>
                  <a:pt x="80691" y="98805"/>
                </a:lnTo>
                <a:lnTo>
                  <a:pt x="77356" y="95503"/>
                </a:lnTo>
                <a:lnTo>
                  <a:pt x="77356" y="93334"/>
                </a:lnTo>
                <a:lnTo>
                  <a:pt x="81325" y="97271"/>
                </a:lnTo>
                <a:lnTo>
                  <a:pt x="81492" y="97271"/>
                </a:lnTo>
                <a:lnTo>
                  <a:pt x="86896" y="97271"/>
                </a:lnTo>
                <a:close/>
                <a:moveTo>
                  <a:pt x="88264" y="97371"/>
                </a:moveTo>
                <a:lnTo>
                  <a:pt x="90298" y="97371"/>
                </a:lnTo>
                <a:lnTo>
                  <a:pt x="91966" y="99072"/>
                </a:lnTo>
                <a:lnTo>
                  <a:pt x="91966" y="106811"/>
                </a:lnTo>
                <a:lnTo>
                  <a:pt x="88264" y="103108"/>
                </a:lnTo>
                <a:close/>
                <a:moveTo>
                  <a:pt x="92767" y="99072"/>
                </a:moveTo>
                <a:lnTo>
                  <a:pt x="94435" y="97371"/>
                </a:lnTo>
                <a:lnTo>
                  <a:pt x="96469" y="97371"/>
                </a:lnTo>
                <a:lnTo>
                  <a:pt x="96469" y="103108"/>
                </a:lnTo>
                <a:lnTo>
                  <a:pt x="92767" y="106811"/>
                </a:lnTo>
                <a:close/>
                <a:moveTo>
                  <a:pt x="105242" y="102074"/>
                </a:moveTo>
                <a:lnTo>
                  <a:pt x="105409" y="102074"/>
                </a:lnTo>
                <a:lnTo>
                  <a:pt x="107377" y="100106"/>
                </a:lnTo>
                <a:lnTo>
                  <a:pt x="107377" y="101974"/>
                </a:lnTo>
                <a:lnTo>
                  <a:pt x="105943" y="103375"/>
                </a:lnTo>
                <a:lnTo>
                  <a:pt x="103941" y="103375"/>
                </a:lnTo>
                <a:lnTo>
                  <a:pt x="102607" y="102074"/>
                </a:lnTo>
                <a:close/>
                <a:moveTo>
                  <a:pt x="104175" y="104743"/>
                </a:moveTo>
                <a:lnTo>
                  <a:pt x="106810" y="107378"/>
                </a:lnTo>
                <a:lnTo>
                  <a:pt x="103074" y="107378"/>
                </a:lnTo>
                <a:lnTo>
                  <a:pt x="104175" y="106277"/>
                </a:lnTo>
                <a:close/>
                <a:moveTo>
                  <a:pt x="107377" y="108712"/>
                </a:moveTo>
                <a:lnTo>
                  <a:pt x="107377" y="112448"/>
                </a:lnTo>
                <a:lnTo>
                  <a:pt x="106276" y="111381"/>
                </a:lnTo>
                <a:lnTo>
                  <a:pt x="104709" y="111381"/>
                </a:lnTo>
                <a:close/>
                <a:moveTo>
                  <a:pt x="108144" y="108712"/>
                </a:moveTo>
                <a:lnTo>
                  <a:pt x="110813" y="111381"/>
                </a:lnTo>
                <a:lnTo>
                  <a:pt x="109412" y="111381"/>
                </a:lnTo>
                <a:lnTo>
                  <a:pt x="109145" y="111481"/>
                </a:lnTo>
                <a:lnTo>
                  <a:pt x="108144" y="112448"/>
                </a:lnTo>
                <a:lnTo>
                  <a:pt x="108144" y="108712"/>
                </a:lnTo>
                <a:close/>
                <a:moveTo>
                  <a:pt x="108711" y="107378"/>
                </a:moveTo>
                <a:lnTo>
                  <a:pt x="111347" y="104743"/>
                </a:lnTo>
                <a:lnTo>
                  <a:pt x="111347" y="106277"/>
                </a:lnTo>
                <a:lnTo>
                  <a:pt x="112447" y="107378"/>
                </a:lnTo>
                <a:close/>
                <a:moveTo>
                  <a:pt x="108144" y="106811"/>
                </a:moveTo>
                <a:lnTo>
                  <a:pt x="108144" y="103075"/>
                </a:lnTo>
                <a:lnTo>
                  <a:pt x="109145" y="104042"/>
                </a:lnTo>
                <a:lnTo>
                  <a:pt x="109412" y="104175"/>
                </a:lnTo>
                <a:lnTo>
                  <a:pt x="110813" y="104175"/>
                </a:lnTo>
                <a:close/>
                <a:moveTo>
                  <a:pt x="119052" y="97371"/>
                </a:moveTo>
                <a:lnTo>
                  <a:pt x="121087" y="97371"/>
                </a:lnTo>
                <a:lnTo>
                  <a:pt x="122755" y="99072"/>
                </a:lnTo>
                <a:lnTo>
                  <a:pt x="122755" y="106811"/>
                </a:lnTo>
                <a:lnTo>
                  <a:pt x="119052" y="103108"/>
                </a:lnTo>
                <a:close/>
                <a:moveTo>
                  <a:pt x="123555" y="99072"/>
                </a:moveTo>
                <a:lnTo>
                  <a:pt x="125223" y="97371"/>
                </a:lnTo>
                <a:lnTo>
                  <a:pt x="127258" y="97371"/>
                </a:lnTo>
                <a:lnTo>
                  <a:pt x="127258" y="103108"/>
                </a:lnTo>
                <a:lnTo>
                  <a:pt x="123555" y="106811"/>
                </a:lnTo>
                <a:lnTo>
                  <a:pt x="123555" y="99072"/>
                </a:lnTo>
                <a:close/>
                <a:moveTo>
                  <a:pt x="136198" y="102074"/>
                </a:moveTo>
                <a:lnTo>
                  <a:pt x="138166" y="100106"/>
                </a:lnTo>
                <a:lnTo>
                  <a:pt x="138166" y="101974"/>
                </a:lnTo>
                <a:lnTo>
                  <a:pt x="136731" y="103375"/>
                </a:lnTo>
                <a:lnTo>
                  <a:pt x="134730" y="103375"/>
                </a:lnTo>
                <a:lnTo>
                  <a:pt x="133396" y="102074"/>
                </a:lnTo>
                <a:close/>
                <a:moveTo>
                  <a:pt x="134964" y="104743"/>
                </a:moveTo>
                <a:lnTo>
                  <a:pt x="137599" y="107378"/>
                </a:lnTo>
                <a:lnTo>
                  <a:pt x="133863" y="107378"/>
                </a:lnTo>
                <a:lnTo>
                  <a:pt x="134964" y="106277"/>
                </a:lnTo>
                <a:lnTo>
                  <a:pt x="134964" y="104743"/>
                </a:lnTo>
                <a:close/>
                <a:moveTo>
                  <a:pt x="138166" y="108712"/>
                </a:moveTo>
                <a:lnTo>
                  <a:pt x="138166" y="112448"/>
                </a:lnTo>
                <a:lnTo>
                  <a:pt x="137165" y="111481"/>
                </a:lnTo>
                <a:lnTo>
                  <a:pt x="136898" y="111381"/>
                </a:lnTo>
                <a:lnTo>
                  <a:pt x="135531" y="111381"/>
                </a:lnTo>
                <a:close/>
                <a:moveTo>
                  <a:pt x="138933" y="108712"/>
                </a:moveTo>
                <a:lnTo>
                  <a:pt x="141602" y="111381"/>
                </a:lnTo>
                <a:lnTo>
                  <a:pt x="140034" y="111381"/>
                </a:lnTo>
                <a:lnTo>
                  <a:pt x="138933" y="112448"/>
                </a:lnTo>
                <a:close/>
                <a:moveTo>
                  <a:pt x="139500" y="107378"/>
                </a:moveTo>
                <a:lnTo>
                  <a:pt x="142135" y="104743"/>
                </a:lnTo>
                <a:lnTo>
                  <a:pt x="142135" y="106277"/>
                </a:lnTo>
                <a:lnTo>
                  <a:pt x="143236" y="107378"/>
                </a:lnTo>
                <a:close/>
                <a:moveTo>
                  <a:pt x="142369" y="103375"/>
                </a:moveTo>
                <a:lnTo>
                  <a:pt x="140367" y="103375"/>
                </a:lnTo>
                <a:lnTo>
                  <a:pt x="138933" y="101941"/>
                </a:lnTo>
                <a:lnTo>
                  <a:pt x="138933" y="100106"/>
                </a:lnTo>
                <a:lnTo>
                  <a:pt x="140901" y="102074"/>
                </a:lnTo>
                <a:lnTo>
                  <a:pt x="141068" y="102074"/>
                </a:lnTo>
                <a:lnTo>
                  <a:pt x="143703" y="102074"/>
                </a:lnTo>
                <a:close/>
                <a:moveTo>
                  <a:pt x="144504" y="101273"/>
                </a:moveTo>
                <a:lnTo>
                  <a:pt x="141235" y="101273"/>
                </a:lnTo>
                <a:lnTo>
                  <a:pt x="138933" y="98972"/>
                </a:lnTo>
                <a:lnTo>
                  <a:pt x="138933" y="96603"/>
                </a:lnTo>
                <a:lnTo>
                  <a:pt x="141935" y="99606"/>
                </a:lnTo>
                <a:lnTo>
                  <a:pt x="142102" y="99606"/>
                </a:lnTo>
                <a:lnTo>
                  <a:pt x="146172" y="99606"/>
                </a:lnTo>
                <a:close/>
                <a:moveTo>
                  <a:pt x="146939" y="98805"/>
                </a:moveTo>
                <a:lnTo>
                  <a:pt x="142269" y="98805"/>
                </a:lnTo>
                <a:lnTo>
                  <a:pt x="138933" y="95503"/>
                </a:lnTo>
                <a:lnTo>
                  <a:pt x="138933" y="93334"/>
                </a:lnTo>
                <a:lnTo>
                  <a:pt x="142903" y="97271"/>
                </a:lnTo>
                <a:lnTo>
                  <a:pt x="143069" y="97271"/>
                </a:lnTo>
                <a:lnTo>
                  <a:pt x="148473" y="97271"/>
                </a:lnTo>
                <a:close/>
                <a:moveTo>
                  <a:pt x="149841" y="97371"/>
                </a:moveTo>
                <a:lnTo>
                  <a:pt x="151876" y="97371"/>
                </a:lnTo>
                <a:lnTo>
                  <a:pt x="153543" y="99072"/>
                </a:lnTo>
                <a:lnTo>
                  <a:pt x="153543" y="106811"/>
                </a:lnTo>
                <a:lnTo>
                  <a:pt x="149841" y="103108"/>
                </a:lnTo>
                <a:lnTo>
                  <a:pt x="149841" y="97371"/>
                </a:lnTo>
                <a:close/>
                <a:moveTo>
                  <a:pt x="154344" y="99072"/>
                </a:moveTo>
                <a:lnTo>
                  <a:pt x="156012" y="97371"/>
                </a:lnTo>
                <a:lnTo>
                  <a:pt x="158047" y="97371"/>
                </a:lnTo>
                <a:lnTo>
                  <a:pt x="158047" y="103108"/>
                </a:lnTo>
                <a:lnTo>
                  <a:pt x="154344" y="106811"/>
                </a:lnTo>
                <a:lnTo>
                  <a:pt x="154344" y="99072"/>
                </a:lnTo>
                <a:close/>
                <a:moveTo>
                  <a:pt x="166820" y="102074"/>
                </a:moveTo>
                <a:lnTo>
                  <a:pt x="166986" y="102074"/>
                </a:lnTo>
                <a:lnTo>
                  <a:pt x="168954" y="100106"/>
                </a:lnTo>
                <a:lnTo>
                  <a:pt x="168954" y="101974"/>
                </a:lnTo>
                <a:lnTo>
                  <a:pt x="167520" y="103375"/>
                </a:lnTo>
                <a:lnTo>
                  <a:pt x="165519" y="103375"/>
                </a:lnTo>
                <a:lnTo>
                  <a:pt x="164184" y="102074"/>
                </a:lnTo>
                <a:close/>
                <a:moveTo>
                  <a:pt x="165752" y="104743"/>
                </a:moveTo>
                <a:lnTo>
                  <a:pt x="168387" y="107378"/>
                </a:lnTo>
                <a:lnTo>
                  <a:pt x="164651" y="107378"/>
                </a:lnTo>
                <a:lnTo>
                  <a:pt x="165752" y="106277"/>
                </a:lnTo>
                <a:lnTo>
                  <a:pt x="165752" y="104743"/>
                </a:lnTo>
                <a:close/>
                <a:moveTo>
                  <a:pt x="168954" y="108712"/>
                </a:moveTo>
                <a:lnTo>
                  <a:pt x="168954" y="112448"/>
                </a:lnTo>
                <a:lnTo>
                  <a:pt x="167854" y="111381"/>
                </a:lnTo>
                <a:lnTo>
                  <a:pt x="166319" y="111381"/>
                </a:lnTo>
                <a:close/>
                <a:moveTo>
                  <a:pt x="169755" y="108712"/>
                </a:moveTo>
                <a:lnTo>
                  <a:pt x="172390" y="111381"/>
                </a:lnTo>
                <a:lnTo>
                  <a:pt x="170989" y="111381"/>
                </a:lnTo>
                <a:lnTo>
                  <a:pt x="170722" y="111481"/>
                </a:lnTo>
                <a:lnTo>
                  <a:pt x="169755" y="112448"/>
                </a:lnTo>
                <a:lnTo>
                  <a:pt x="169755" y="108712"/>
                </a:lnTo>
                <a:close/>
                <a:moveTo>
                  <a:pt x="170289" y="107378"/>
                </a:moveTo>
                <a:lnTo>
                  <a:pt x="172957" y="104743"/>
                </a:lnTo>
                <a:lnTo>
                  <a:pt x="172957" y="106277"/>
                </a:lnTo>
                <a:lnTo>
                  <a:pt x="174025" y="107378"/>
                </a:lnTo>
                <a:close/>
                <a:moveTo>
                  <a:pt x="169755" y="106811"/>
                </a:moveTo>
                <a:lnTo>
                  <a:pt x="169755" y="103075"/>
                </a:lnTo>
                <a:lnTo>
                  <a:pt x="170722" y="104042"/>
                </a:lnTo>
                <a:lnTo>
                  <a:pt x="170989" y="104175"/>
                </a:lnTo>
                <a:lnTo>
                  <a:pt x="172390" y="104175"/>
                </a:lnTo>
                <a:close/>
                <a:moveTo>
                  <a:pt x="180629" y="97371"/>
                </a:moveTo>
                <a:lnTo>
                  <a:pt x="182664" y="97371"/>
                </a:lnTo>
                <a:lnTo>
                  <a:pt x="184332" y="99072"/>
                </a:lnTo>
                <a:lnTo>
                  <a:pt x="184332" y="106811"/>
                </a:lnTo>
                <a:lnTo>
                  <a:pt x="180629" y="103108"/>
                </a:lnTo>
                <a:lnTo>
                  <a:pt x="180629" y="97371"/>
                </a:lnTo>
                <a:close/>
                <a:moveTo>
                  <a:pt x="185133" y="99072"/>
                </a:moveTo>
                <a:lnTo>
                  <a:pt x="186801" y="97371"/>
                </a:lnTo>
                <a:lnTo>
                  <a:pt x="188835" y="97371"/>
                </a:lnTo>
                <a:lnTo>
                  <a:pt x="188835" y="103108"/>
                </a:lnTo>
                <a:lnTo>
                  <a:pt x="185133" y="106811"/>
                </a:lnTo>
                <a:lnTo>
                  <a:pt x="185133" y="99072"/>
                </a:lnTo>
                <a:close/>
                <a:moveTo>
                  <a:pt x="197775" y="102074"/>
                </a:moveTo>
                <a:lnTo>
                  <a:pt x="199743" y="100106"/>
                </a:lnTo>
                <a:lnTo>
                  <a:pt x="199743" y="101974"/>
                </a:lnTo>
                <a:lnTo>
                  <a:pt x="198309" y="103375"/>
                </a:lnTo>
                <a:lnTo>
                  <a:pt x="196307" y="103375"/>
                </a:lnTo>
                <a:lnTo>
                  <a:pt x="194973" y="102074"/>
                </a:lnTo>
                <a:close/>
                <a:moveTo>
                  <a:pt x="196541" y="104743"/>
                </a:moveTo>
                <a:lnTo>
                  <a:pt x="199176" y="107378"/>
                </a:lnTo>
                <a:lnTo>
                  <a:pt x="195440" y="107378"/>
                </a:lnTo>
                <a:lnTo>
                  <a:pt x="196541" y="106277"/>
                </a:lnTo>
                <a:lnTo>
                  <a:pt x="196541" y="104743"/>
                </a:lnTo>
                <a:close/>
                <a:moveTo>
                  <a:pt x="199743" y="108712"/>
                </a:moveTo>
                <a:lnTo>
                  <a:pt x="199743" y="112448"/>
                </a:lnTo>
                <a:lnTo>
                  <a:pt x="198776" y="111481"/>
                </a:lnTo>
                <a:lnTo>
                  <a:pt x="198476" y="111381"/>
                </a:lnTo>
                <a:lnTo>
                  <a:pt x="197108" y="111381"/>
                </a:lnTo>
                <a:close/>
                <a:moveTo>
                  <a:pt x="200544" y="108712"/>
                </a:moveTo>
                <a:lnTo>
                  <a:pt x="203179" y="111381"/>
                </a:lnTo>
                <a:lnTo>
                  <a:pt x="201644" y="111381"/>
                </a:lnTo>
                <a:lnTo>
                  <a:pt x="200544" y="112448"/>
                </a:lnTo>
                <a:close/>
                <a:moveTo>
                  <a:pt x="201077" y="107378"/>
                </a:moveTo>
                <a:lnTo>
                  <a:pt x="203746" y="104743"/>
                </a:lnTo>
                <a:lnTo>
                  <a:pt x="203746" y="106277"/>
                </a:lnTo>
                <a:lnTo>
                  <a:pt x="204847" y="107378"/>
                </a:lnTo>
                <a:close/>
                <a:moveTo>
                  <a:pt x="203979" y="103375"/>
                </a:moveTo>
                <a:lnTo>
                  <a:pt x="201945" y="103375"/>
                </a:lnTo>
                <a:lnTo>
                  <a:pt x="200544" y="101941"/>
                </a:lnTo>
                <a:lnTo>
                  <a:pt x="200544" y="100106"/>
                </a:lnTo>
                <a:lnTo>
                  <a:pt x="202512" y="102074"/>
                </a:lnTo>
                <a:lnTo>
                  <a:pt x="202645" y="102074"/>
                </a:lnTo>
                <a:lnTo>
                  <a:pt x="205280" y="102074"/>
                </a:lnTo>
                <a:close/>
                <a:moveTo>
                  <a:pt x="206081" y="101273"/>
                </a:moveTo>
                <a:lnTo>
                  <a:pt x="202812" y="101273"/>
                </a:lnTo>
                <a:lnTo>
                  <a:pt x="200544" y="98972"/>
                </a:lnTo>
                <a:lnTo>
                  <a:pt x="200544" y="96603"/>
                </a:lnTo>
                <a:lnTo>
                  <a:pt x="203512" y="99606"/>
                </a:lnTo>
                <a:lnTo>
                  <a:pt x="203679" y="99606"/>
                </a:lnTo>
                <a:lnTo>
                  <a:pt x="207749" y="99606"/>
                </a:lnTo>
                <a:close/>
                <a:moveTo>
                  <a:pt x="208549" y="98805"/>
                </a:moveTo>
                <a:lnTo>
                  <a:pt x="203846" y="98805"/>
                </a:lnTo>
                <a:lnTo>
                  <a:pt x="200544" y="95503"/>
                </a:lnTo>
                <a:lnTo>
                  <a:pt x="200544" y="93334"/>
                </a:lnTo>
                <a:lnTo>
                  <a:pt x="204480" y="97271"/>
                </a:lnTo>
                <a:lnTo>
                  <a:pt x="204647" y="97271"/>
                </a:lnTo>
                <a:lnTo>
                  <a:pt x="210084" y="97271"/>
                </a:lnTo>
                <a:close/>
                <a:moveTo>
                  <a:pt x="211418" y="97371"/>
                </a:moveTo>
                <a:lnTo>
                  <a:pt x="213453" y="97371"/>
                </a:lnTo>
                <a:lnTo>
                  <a:pt x="215154" y="99072"/>
                </a:lnTo>
                <a:lnTo>
                  <a:pt x="215154" y="106811"/>
                </a:lnTo>
                <a:lnTo>
                  <a:pt x="211418" y="103108"/>
                </a:lnTo>
                <a:lnTo>
                  <a:pt x="211418" y="97371"/>
                </a:lnTo>
                <a:close/>
                <a:moveTo>
                  <a:pt x="215921" y="99072"/>
                </a:moveTo>
                <a:lnTo>
                  <a:pt x="217623" y="97371"/>
                </a:lnTo>
                <a:lnTo>
                  <a:pt x="219657" y="97371"/>
                </a:lnTo>
                <a:lnTo>
                  <a:pt x="219657" y="103108"/>
                </a:lnTo>
                <a:lnTo>
                  <a:pt x="215921" y="106811"/>
                </a:lnTo>
                <a:lnTo>
                  <a:pt x="215921" y="99072"/>
                </a:lnTo>
                <a:close/>
                <a:moveTo>
                  <a:pt x="226596" y="87464"/>
                </a:moveTo>
                <a:lnTo>
                  <a:pt x="226429" y="87464"/>
                </a:lnTo>
                <a:lnTo>
                  <a:pt x="220992" y="87464"/>
                </a:lnTo>
                <a:lnTo>
                  <a:pt x="222526" y="85929"/>
                </a:lnTo>
                <a:lnTo>
                  <a:pt x="227229" y="85929"/>
                </a:lnTo>
                <a:lnTo>
                  <a:pt x="230532" y="89265"/>
                </a:lnTo>
                <a:lnTo>
                  <a:pt x="230532" y="91400"/>
                </a:lnTo>
                <a:close/>
                <a:moveTo>
                  <a:pt x="227530" y="85162"/>
                </a:moveTo>
                <a:lnTo>
                  <a:pt x="227396" y="85162"/>
                </a:lnTo>
                <a:lnTo>
                  <a:pt x="223327" y="85162"/>
                </a:lnTo>
                <a:lnTo>
                  <a:pt x="224995" y="83461"/>
                </a:lnTo>
                <a:lnTo>
                  <a:pt x="228230" y="83461"/>
                </a:lnTo>
                <a:lnTo>
                  <a:pt x="230532" y="85762"/>
                </a:lnTo>
                <a:lnTo>
                  <a:pt x="230532" y="88131"/>
                </a:lnTo>
                <a:close/>
                <a:moveTo>
                  <a:pt x="231332" y="82794"/>
                </a:moveTo>
                <a:lnTo>
                  <a:pt x="232733" y="81359"/>
                </a:lnTo>
                <a:lnTo>
                  <a:pt x="234768" y="81359"/>
                </a:lnTo>
                <a:lnTo>
                  <a:pt x="236069" y="82693"/>
                </a:lnTo>
                <a:lnTo>
                  <a:pt x="233300" y="82693"/>
                </a:lnTo>
                <a:lnTo>
                  <a:pt x="231332" y="84662"/>
                </a:lnTo>
                <a:lnTo>
                  <a:pt x="231332" y="82794"/>
                </a:lnTo>
                <a:close/>
                <a:moveTo>
                  <a:pt x="234535" y="80025"/>
                </a:moveTo>
                <a:lnTo>
                  <a:pt x="231899" y="77356"/>
                </a:lnTo>
                <a:lnTo>
                  <a:pt x="235635" y="77356"/>
                </a:lnTo>
                <a:lnTo>
                  <a:pt x="234535" y="78457"/>
                </a:lnTo>
                <a:close/>
                <a:moveTo>
                  <a:pt x="231332" y="76022"/>
                </a:moveTo>
                <a:lnTo>
                  <a:pt x="231332" y="72286"/>
                </a:lnTo>
                <a:lnTo>
                  <a:pt x="232300" y="73253"/>
                </a:lnTo>
                <a:lnTo>
                  <a:pt x="232567" y="73387"/>
                </a:lnTo>
                <a:lnTo>
                  <a:pt x="233968" y="73387"/>
                </a:lnTo>
                <a:close/>
                <a:moveTo>
                  <a:pt x="230532" y="71152"/>
                </a:moveTo>
                <a:lnTo>
                  <a:pt x="229097" y="72586"/>
                </a:lnTo>
                <a:lnTo>
                  <a:pt x="227096" y="72586"/>
                </a:lnTo>
                <a:lnTo>
                  <a:pt x="225762" y="71285"/>
                </a:lnTo>
                <a:lnTo>
                  <a:pt x="228564" y="71285"/>
                </a:lnTo>
                <a:lnTo>
                  <a:pt x="230532" y="69317"/>
                </a:lnTo>
                <a:close/>
                <a:moveTo>
                  <a:pt x="228230" y="70485"/>
                </a:moveTo>
                <a:lnTo>
                  <a:pt x="224995" y="70485"/>
                </a:lnTo>
                <a:lnTo>
                  <a:pt x="223327" y="68783"/>
                </a:lnTo>
                <a:lnTo>
                  <a:pt x="227363" y="68783"/>
                </a:lnTo>
                <a:lnTo>
                  <a:pt x="227663" y="68683"/>
                </a:lnTo>
                <a:lnTo>
                  <a:pt x="230532" y="65815"/>
                </a:lnTo>
                <a:lnTo>
                  <a:pt x="230532" y="68183"/>
                </a:lnTo>
                <a:close/>
                <a:moveTo>
                  <a:pt x="227229" y="68016"/>
                </a:moveTo>
                <a:lnTo>
                  <a:pt x="222526" y="68016"/>
                </a:lnTo>
                <a:lnTo>
                  <a:pt x="220992" y="66482"/>
                </a:lnTo>
                <a:lnTo>
                  <a:pt x="226596" y="66482"/>
                </a:lnTo>
                <a:lnTo>
                  <a:pt x="230532" y="62546"/>
                </a:lnTo>
                <a:lnTo>
                  <a:pt x="230532" y="64714"/>
                </a:lnTo>
                <a:close/>
                <a:moveTo>
                  <a:pt x="226596" y="56675"/>
                </a:moveTo>
                <a:lnTo>
                  <a:pt x="220992" y="56675"/>
                </a:lnTo>
                <a:lnTo>
                  <a:pt x="222526" y="55140"/>
                </a:lnTo>
                <a:lnTo>
                  <a:pt x="227229" y="55140"/>
                </a:lnTo>
                <a:lnTo>
                  <a:pt x="230532" y="58476"/>
                </a:lnTo>
                <a:lnTo>
                  <a:pt x="230532" y="60611"/>
                </a:lnTo>
                <a:close/>
                <a:moveTo>
                  <a:pt x="227663" y="54473"/>
                </a:moveTo>
                <a:lnTo>
                  <a:pt x="227396" y="54340"/>
                </a:lnTo>
                <a:lnTo>
                  <a:pt x="223327" y="54340"/>
                </a:lnTo>
                <a:lnTo>
                  <a:pt x="224995" y="52672"/>
                </a:lnTo>
                <a:lnTo>
                  <a:pt x="228230" y="52672"/>
                </a:lnTo>
                <a:lnTo>
                  <a:pt x="230532" y="54974"/>
                </a:lnTo>
                <a:lnTo>
                  <a:pt x="230532" y="57342"/>
                </a:lnTo>
                <a:close/>
                <a:moveTo>
                  <a:pt x="231332" y="52005"/>
                </a:moveTo>
                <a:lnTo>
                  <a:pt x="232733" y="50570"/>
                </a:lnTo>
                <a:lnTo>
                  <a:pt x="234768" y="50570"/>
                </a:lnTo>
                <a:lnTo>
                  <a:pt x="236069" y="51905"/>
                </a:lnTo>
                <a:lnTo>
                  <a:pt x="233300" y="51905"/>
                </a:lnTo>
                <a:lnTo>
                  <a:pt x="231332" y="53873"/>
                </a:lnTo>
                <a:lnTo>
                  <a:pt x="231332" y="52005"/>
                </a:lnTo>
                <a:close/>
                <a:moveTo>
                  <a:pt x="234535" y="47835"/>
                </a:moveTo>
                <a:lnTo>
                  <a:pt x="234535" y="49203"/>
                </a:lnTo>
                <a:lnTo>
                  <a:pt x="231899" y="46568"/>
                </a:lnTo>
                <a:lnTo>
                  <a:pt x="235635" y="46568"/>
                </a:lnTo>
                <a:lnTo>
                  <a:pt x="234635" y="47568"/>
                </a:lnTo>
                <a:close/>
                <a:moveTo>
                  <a:pt x="231866" y="45800"/>
                </a:moveTo>
                <a:lnTo>
                  <a:pt x="234535" y="43132"/>
                </a:lnTo>
                <a:lnTo>
                  <a:pt x="234535" y="44700"/>
                </a:lnTo>
                <a:lnTo>
                  <a:pt x="235635" y="45800"/>
                </a:lnTo>
                <a:lnTo>
                  <a:pt x="231866" y="45800"/>
                </a:lnTo>
                <a:close/>
                <a:moveTo>
                  <a:pt x="231332" y="45233"/>
                </a:moveTo>
                <a:lnTo>
                  <a:pt x="231332" y="41497"/>
                </a:lnTo>
                <a:lnTo>
                  <a:pt x="232300" y="42465"/>
                </a:lnTo>
                <a:lnTo>
                  <a:pt x="232567" y="42598"/>
                </a:lnTo>
                <a:lnTo>
                  <a:pt x="233968" y="42598"/>
                </a:lnTo>
                <a:close/>
                <a:moveTo>
                  <a:pt x="230532" y="40363"/>
                </a:moveTo>
                <a:lnTo>
                  <a:pt x="229097" y="41797"/>
                </a:lnTo>
                <a:lnTo>
                  <a:pt x="227096" y="41797"/>
                </a:lnTo>
                <a:lnTo>
                  <a:pt x="225762" y="40463"/>
                </a:lnTo>
                <a:lnTo>
                  <a:pt x="228397" y="40463"/>
                </a:lnTo>
                <a:lnTo>
                  <a:pt x="228564" y="40463"/>
                </a:lnTo>
                <a:lnTo>
                  <a:pt x="230532" y="38495"/>
                </a:lnTo>
                <a:lnTo>
                  <a:pt x="230532" y="40363"/>
                </a:lnTo>
                <a:close/>
                <a:moveTo>
                  <a:pt x="228230" y="39696"/>
                </a:moveTo>
                <a:lnTo>
                  <a:pt x="224995" y="39696"/>
                </a:lnTo>
                <a:lnTo>
                  <a:pt x="223327" y="38028"/>
                </a:lnTo>
                <a:lnTo>
                  <a:pt x="227363" y="38028"/>
                </a:lnTo>
                <a:lnTo>
                  <a:pt x="227530" y="38028"/>
                </a:lnTo>
                <a:lnTo>
                  <a:pt x="230532" y="35026"/>
                </a:lnTo>
                <a:lnTo>
                  <a:pt x="230532" y="37394"/>
                </a:lnTo>
                <a:close/>
                <a:moveTo>
                  <a:pt x="227229" y="37228"/>
                </a:moveTo>
                <a:lnTo>
                  <a:pt x="222526" y="37228"/>
                </a:lnTo>
                <a:lnTo>
                  <a:pt x="220992" y="35693"/>
                </a:lnTo>
                <a:lnTo>
                  <a:pt x="226429" y="35693"/>
                </a:lnTo>
                <a:lnTo>
                  <a:pt x="226596" y="35693"/>
                </a:lnTo>
                <a:lnTo>
                  <a:pt x="230532" y="31757"/>
                </a:lnTo>
                <a:lnTo>
                  <a:pt x="230532" y="33892"/>
                </a:lnTo>
                <a:close/>
                <a:moveTo>
                  <a:pt x="226596" y="25886"/>
                </a:moveTo>
                <a:lnTo>
                  <a:pt x="226429" y="25886"/>
                </a:lnTo>
                <a:lnTo>
                  <a:pt x="220992" y="25886"/>
                </a:lnTo>
                <a:lnTo>
                  <a:pt x="222526" y="24352"/>
                </a:lnTo>
                <a:lnTo>
                  <a:pt x="227229" y="24352"/>
                </a:lnTo>
                <a:lnTo>
                  <a:pt x="230532" y="27654"/>
                </a:lnTo>
                <a:lnTo>
                  <a:pt x="230532" y="29822"/>
                </a:lnTo>
                <a:close/>
                <a:moveTo>
                  <a:pt x="227530" y="23551"/>
                </a:moveTo>
                <a:lnTo>
                  <a:pt x="227396" y="23551"/>
                </a:lnTo>
                <a:lnTo>
                  <a:pt x="223327" y="23551"/>
                </a:lnTo>
                <a:lnTo>
                  <a:pt x="224995" y="21883"/>
                </a:lnTo>
                <a:lnTo>
                  <a:pt x="228230" y="21883"/>
                </a:lnTo>
                <a:lnTo>
                  <a:pt x="230532" y="24185"/>
                </a:lnTo>
                <a:lnTo>
                  <a:pt x="230532" y="26553"/>
                </a:lnTo>
                <a:close/>
                <a:moveTo>
                  <a:pt x="227330" y="13744"/>
                </a:moveTo>
                <a:lnTo>
                  <a:pt x="227330" y="12343"/>
                </a:lnTo>
                <a:lnTo>
                  <a:pt x="229965" y="15012"/>
                </a:lnTo>
                <a:lnTo>
                  <a:pt x="226229" y="15012"/>
                </a:lnTo>
                <a:lnTo>
                  <a:pt x="227196" y="14011"/>
                </a:lnTo>
                <a:close/>
                <a:moveTo>
                  <a:pt x="230532" y="20082"/>
                </a:moveTo>
                <a:lnTo>
                  <a:pt x="229431" y="18981"/>
                </a:lnTo>
                <a:lnTo>
                  <a:pt x="229264" y="18981"/>
                </a:lnTo>
                <a:lnTo>
                  <a:pt x="227897" y="18981"/>
                </a:lnTo>
                <a:lnTo>
                  <a:pt x="230532" y="16346"/>
                </a:lnTo>
                <a:close/>
                <a:moveTo>
                  <a:pt x="231332" y="16346"/>
                </a:moveTo>
                <a:lnTo>
                  <a:pt x="233968" y="18981"/>
                </a:lnTo>
                <a:lnTo>
                  <a:pt x="232567" y="18981"/>
                </a:lnTo>
                <a:lnTo>
                  <a:pt x="232300" y="19115"/>
                </a:lnTo>
                <a:lnTo>
                  <a:pt x="231332" y="20082"/>
                </a:lnTo>
                <a:lnTo>
                  <a:pt x="231332" y="16346"/>
                </a:lnTo>
                <a:close/>
                <a:moveTo>
                  <a:pt x="227897" y="11776"/>
                </a:moveTo>
                <a:lnTo>
                  <a:pt x="229431" y="11776"/>
                </a:lnTo>
                <a:lnTo>
                  <a:pt x="230532" y="10709"/>
                </a:lnTo>
                <a:lnTo>
                  <a:pt x="230532" y="14445"/>
                </a:lnTo>
                <a:close/>
                <a:moveTo>
                  <a:pt x="229965" y="15779"/>
                </a:moveTo>
                <a:lnTo>
                  <a:pt x="227330" y="18414"/>
                </a:lnTo>
                <a:lnTo>
                  <a:pt x="227330" y="16880"/>
                </a:lnTo>
                <a:lnTo>
                  <a:pt x="226229" y="15779"/>
                </a:lnTo>
                <a:close/>
                <a:moveTo>
                  <a:pt x="227096" y="19782"/>
                </a:moveTo>
                <a:lnTo>
                  <a:pt x="229097" y="19782"/>
                </a:lnTo>
                <a:lnTo>
                  <a:pt x="230532" y="21216"/>
                </a:lnTo>
                <a:lnTo>
                  <a:pt x="230532" y="23051"/>
                </a:lnTo>
                <a:lnTo>
                  <a:pt x="228564" y="21083"/>
                </a:lnTo>
                <a:lnTo>
                  <a:pt x="228397" y="21083"/>
                </a:lnTo>
                <a:lnTo>
                  <a:pt x="225795" y="21083"/>
                </a:lnTo>
                <a:close/>
                <a:moveTo>
                  <a:pt x="231332" y="21216"/>
                </a:moveTo>
                <a:lnTo>
                  <a:pt x="232733" y="19782"/>
                </a:lnTo>
                <a:lnTo>
                  <a:pt x="234768" y="19782"/>
                </a:lnTo>
                <a:lnTo>
                  <a:pt x="236069" y="21083"/>
                </a:lnTo>
                <a:lnTo>
                  <a:pt x="233300" y="21083"/>
                </a:lnTo>
                <a:lnTo>
                  <a:pt x="231332" y="23051"/>
                </a:lnTo>
                <a:lnTo>
                  <a:pt x="231332" y="21216"/>
                </a:lnTo>
                <a:close/>
                <a:moveTo>
                  <a:pt x="234535" y="18447"/>
                </a:moveTo>
                <a:lnTo>
                  <a:pt x="231899" y="15779"/>
                </a:lnTo>
                <a:lnTo>
                  <a:pt x="235635" y="15779"/>
                </a:lnTo>
                <a:lnTo>
                  <a:pt x="234535" y="16880"/>
                </a:lnTo>
                <a:close/>
                <a:moveTo>
                  <a:pt x="231332" y="14445"/>
                </a:moveTo>
                <a:lnTo>
                  <a:pt x="231332" y="10709"/>
                </a:lnTo>
                <a:lnTo>
                  <a:pt x="232300" y="11676"/>
                </a:lnTo>
                <a:lnTo>
                  <a:pt x="232567" y="11809"/>
                </a:lnTo>
                <a:lnTo>
                  <a:pt x="233968" y="11809"/>
                </a:lnTo>
                <a:close/>
                <a:moveTo>
                  <a:pt x="230532" y="9574"/>
                </a:moveTo>
                <a:lnTo>
                  <a:pt x="229097" y="11009"/>
                </a:lnTo>
                <a:lnTo>
                  <a:pt x="227096" y="11009"/>
                </a:lnTo>
                <a:lnTo>
                  <a:pt x="225762" y="9675"/>
                </a:lnTo>
                <a:lnTo>
                  <a:pt x="228564" y="9675"/>
                </a:lnTo>
                <a:lnTo>
                  <a:pt x="230532" y="7706"/>
                </a:lnTo>
                <a:close/>
                <a:moveTo>
                  <a:pt x="225128" y="15779"/>
                </a:moveTo>
                <a:lnTo>
                  <a:pt x="226529" y="17213"/>
                </a:lnTo>
                <a:lnTo>
                  <a:pt x="226529" y="19215"/>
                </a:lnTo>
                <a:lnTo>
                  <a:pt x="225228" y="20549"/>
                </a:lnTo>
                <a:lnTo>
                  <a:pt x="225228" y="17747"/>
                </a:lnTo>
                <a:lnTo>
                  <a:pt x="223260" y="15779"/>
                </a:lnTo>
                <a:close/>
                <a:moveTo>
                  <a:pt x="205848" y="17747"/>
                </a:moveTo>
                <a:lnTo>
                  <a:pt x="205848" y="20516"/>
                </a:lnTo>
                <a:lnTo>
                  <a:pt x="204513" y="19215"/>
                </a:lnTo>
                <a:lnTo>
                  <a:pt x="204513" y="17213"/>
                </a:lnTo>
                <a:lnTo>
                  <a:pt x="205948" y="15779"/>
                </a:lnTo>
                <a:lnTo>
                  <a:pt x="207816" y="15779"/>
                </a:lnTo>
                <a:close/>
                <a:moveTo>
                  <a:pt x="205948" y="15012"/>
                </a:moveTo>
                <a:lnTo>
                  <a:pt x="204513" y="13577"/>
                </a:lnTo>
                <a:lnTo>
                  <a:pt x="204513" y="11576"/>
                </a:lnTo>
                <a:lnTo>
                  <a:pt x="205848" y="10242"/>
                </a:lnTo>
                <a:lnTo>
                  <a:pt x="205848" y="13010"/>
                </a:lnTo>
                <a:lnTo>
                  <a:pt x="207816" y="14978"/>
                </a:lnTo>
                <a:lnTo>
                  <a:pt x="205948" y="14978"/>
                </a:lnTo>
                <a:close/>
                <a:moveTo>
                  <a:pt x="203979" y="11009"/>
                </a:moveTo>
                <a:lnTo>
                  <a:pt x="201945" y="11009"/>
                </a:lnTo>
                <a:lnTo>
                  <a:pt x="200544" y="9574"/>
                </a:lnTo>
                <a:lnTo>
                  <a:pt x="200544" y="7706"/>
                </a:lnTo>
                <a:lnTo>
                  <a:pt x="202512" y="9675"/>
                </a:lnTo>
                <a:lnTo>
                  <a:pt x="205280" y="9675"/>
                </a:lnTo>
                <a:close/>
                <a:moveTo>
                  <a:pt x="199743" y="9574"/>
                </a:moveTo>
                <a:lnTo>
                  <a:pt x="198309" y="11009"/>
                </a:lnTo>
                <a:lnTo>
                  <a:pt x="196307" y="11009"/>
                </a:lnTo>
                <a:lnTo>
                  <a:pt x="194973" y="9675"/>
                </a:lnTo>
                <a:lnTo>
                  <a:pt x="197775" y="9675"/>
                </a:lnTo>
                <a:lnTo>
                  <a:pt x="199743" y="7706"/>
                </a:lnTo>
                <a:lnTo>
                  <a:pt x="199743" y="9574"/>
                </a:lnTo>
                <a:close/>
                <a:moveTo>
                  <a:pt x="194339" y="15779"/>
                </a:moveTo>
                <a:lnTo>
                  <a:pt x="195740" y="17213"/>
                </a:lnTo>
                <a:lnTo>
                  <a:pt x="195740" y="19215"/>
                </a:lnTo>
                <a:lnTo>
                  <a:pt x="194439" y="20549"/>
                </a:lnTo>
                <a:lnTo>
                  <a:pt x="194439" y="17747"/>
                </a:lnTo>
                <a:lnTo>
                  <a:pt x="192471" y="15779"/>
                </a:lnTo>
                <a:close/>
                <a:moveTo>
                  <a:pt x="175059" y="17747"/>
                </a:moveTo>
                <a:lnTo>
                  <a:pt x="175059" y="20549"/>
                </a:lnTo>
                <a:lnTo>
                  <a:pt x="173725" y="19215"/>
                </a:lnTo>
                <a:lnTo>
                  <a:pt x="173725" y="17213"/>
                </a:lnTo>
                <a:lnTo>
                  <a:pt x="175159" y="15779"/>
                </a:lnTo>
                <a:lnTo>
                  <a:pt x="177027" y="15779"/>
                </a:lnTo>
                <a:close/>
                <a:moveTo>
                  <a:pt x="175159" y="15012"/>
                </a:moveTo>
                <a:lnTo>
                  <a:pt x="173725" y="13577"/>
                </a:lnTo>
                <a:lnTo>
                  <a:pt x="173725" y="11576"/>
                </a:lnTo>
                <a:lnTo>
                  <a:pt x="175059" y="10242"/>
                </a:lnTo>
                <a:lnTo>
                  <a:pt x="175059" y="13010"/>
                </a:lnTo>
                <a:lnTo>
                  <a:pt x="177027" y="14978"/>
                </a:lnTo>
                <a:lnTo>
                  <a:pt x="175159" y="14978"/>
                </a:lnTo>
                <a:close/>
                <a:moveTo>
                  <a:pt x="173191" y="11009"/>
                </a:moveTo>
                <a:lnTo>
                  <a:pt x="171156" y="11009"/>
                </a:lnTo>
                <a:lnTo>
                  <a:pt x="169755" y="9574"/>
                </a:lnTo>
                <a:lnTo>
                  <a:pt x="169755" y="7706"/>
                </a:lnTo>
                <a:lnTo>
                  <a:pt x="171723" y="9675"/>
                </a:lnTo>
                <a:lnTo>
                  <a:pt x="174492" y="9675"/>
                </a:lnTo>
                <a:close/>
                <a:moveTo>
                  <a:pt x="168954" y="9574"/>
                </a:moveTo>
                <a:lnTo>
                  <a:pt x="167520" y="11009"/>
                </a:lnTo>
                <a:lnTo>
                  <a:pt x="165519" y="11009"/>
                </a:lnTo>
                <a:lnTo>
                  <a:pt x="164184" y="9675"/>
                </a:lnTo>
                <a:lnTo>
                  <a:pt x="166986" y="9675"/>
                </a:lnTo>
                <a:lnTo>
                  <a:pt x="168954" y="7706"/>
                </a:lnTo>
                <a:close/>
                <a:moveTo>
                  <a:pt x="163517" y="15779"/>
                </a:moveTo>
                <a:lnTo>
                  <a:pt x="164952" y="17213"/>
                </a:lnTo>
                <a:lnTo>
                  <a:pt x="164952" y="19215"/>
                </a:lnTo>
                <a:lnTo>
                  <a:pt x="163651" y="20549"/>
                </a:lnTo>
                <a:lnTo>
                  <a:pt x="163651" y="17747"/>
                </a:lnTo>
                <a:lnTo>
                  <a:pt x="161649" y="15779"/>
                </a:lnTo>
                <a:close/>
                <a:moveTo>
                  <a:pt x="144270" y="17747"/>
                </a:moveTo>
                <a:lnTo>
                  <a:pt x="144270" y="20549"/>
                </a:lnTo>
                <a:lnTo>
                  <a:pt x="142936" y="19215"/>
                </a:lnTo>
                <a:lnTo>
                  <a:pt x="142936" y="17213"/>
                </a:lnTo>
                <a:lnTo>
                  <a:pt x="144370" y="15779"/>
                </a:lnTo>
                <a:lnTo>
                  <a:pt x="146238" y="15779"/>
                </a:lnTo>
                <a:close/>
                <a:moveTo>
                  <a:pt x="144370" y="15012"/>
                </a:moveTo>
                <a:lnTo>
                  <a:pt x="142936" y="13577"/>
                </a:lnTo>
                <a:lnTo>
                  <a:pt x="142936" y="11576"/>
                </a:lnTo>
                <a:lnTo>
                  <a:pt x="144270" y="10242"/>
                </a:lnTo>
                <a:lnTo>
                  <a:pt x="144270" y="13010"/>
                </a:lnTo>
                <a:lnTo>
                  <a:pt x="146238" y="14978"/>
                </a:lnTo>
                <a:lnTo>
                  <a:pt x="144370" y="14978"/>
                </a:lnTo>
                <a:close/>
                <a:moveTo>
                  <a:pt x="142369" y="11009"/>
                </a:moveTo>
                <a:lnTo>
                  <a:pt x="140367" y="11009"/>
                </a:lnTo>
                <a:lnTo>
                  <a:pt x="138933" y="9574"/>
                </a:lnTo>
                <a:lnTo>
                  <a:pt x="138933" y="7706"/>
                </a:lnTo>
                <a:lnTo>
                  <a:pt x="140901" y="9675"/>
                </a:lnTo>
                <a:lnTo>
                  <a:pt x="143703" y="9675"/>
                </a:lnTo>
                <a:close/>
                <a:moveTo>
                  <a:pt x="138166" y="9574"/>
                </a:moveTo>
                <a:lnTo>
                  <a:pt x="136731" y="11009"/>
                </a:lnTo>
                <a:lnTo>
                  <a:pt x="134730" y="11009"/>
                </a:lnTo>
                <a:lnTo>
                  <a:pt x="133396" y="9675"/>
                </a:lnTo>
                <a:lnTo>
                  <a:pt x="136198" y="9675"/>
                </a:lnTo>
                <a:lnTo>
                  <a:pt x="138166" y="7706"/>
                </a:lnTo>
                <a:close/>
                <a:moveTo>
                  <a:pt x="132729" y="15779"/>
                </a:moveTo>
                <a:lnTo>
                  <a:pt x="134163" y="17213"/>
                </a:lnTo>
                <a:lnTo>
                  <a:pt x="134163" y="19215"/>
                </a:lnTo>
                <a:lnTo>
                  <a:pt x="132862" y="20549"/>
                </a:lnTo>
                <a:lnTo>
                  <a:pt x="132862" y="17747"/>
                </a:lnTo>
                <a:lnTo>
                  <a:pt x="130894" y="15779"/>
                </a:lnTo>
                <a:close/>
                <a:moveTo>
                  <a:pt x="113482" y="17747"/>
                </a:moveTo>
                <a:lnTo>
                  <a:pt x="113482" y="20549"/>
                </a:lnTo>
                <a:lnTo>
                  <a:pt x="112147" y="19215"/>
                </a:lnTo>
                <a:lnTo>
                  <a:pt x="112147" y="17213"/>
                </a:lnTo>
                <a:lnTo>
                  <a:pt x="113582" y="15779"/>
                </a:lnTo>
                <a:lnTo>
                  <a:pt x="115450" y="15779"/>
                </a:lnTo>
                <a:close/>
                <a:moveTo>
                  <a:pt x="113582" y="15012"/>
                </a:moveTo>
                <a:lnTo>
                  <a:pt x="112147" y="13577"/>
                </a:lnTo>
                <a:lnTo>
                  <a:pt x="112147" y="11576"/>
                </a:lnTo>
                <a:lnTo>
                  <a:pt x="113482" y="10242"/>
                </a:lnTo>
                <a:lnTo>
                  <a:pt x="113482" y="13010"/>
                </a:lnTo>
                <a:lnTo>
                  <a:pt x="115450" y="14978"/>
                </a:lnTo>
                <a:lnTo>
                  <a:pt x="113582" y="14978"/>
                </a:lnTo>
                <a:close/>
                <a:moveTo>
                  <a:pt x="111580" y="11009"/>
                </a:moveTo>
                <a:lnTo>
                  <a:pt x="109579" y="11009"/>
                </a:lnTo>
                <a:lnTo>
                  <a:pt x="108144" y="9574"/>
                </a:lnTo>
                <a:lnTo>
                  <a:pt x="108144" y="7706"/>
                </a:lnTo>
                <a:lnTo>
                  <a:pt x="110112" y="9675"/>
                </a:lnTo>
                <a:lnTo>
                  <a:pt x="112914" y="9675"/>
                </a:lnTo>
                <a:close/>
                <a:moveTo>
                  <a:pt x="107377" y="9574"/>
                </a:moveTo>
                <a:lnTo>
                  <a:pt x="105943" y="11009"/>
                </a:lnTo>
                <a:lnTo>
                  <a:pt x="103941" y="11009"/>
                </a:lnTo>
                <a:lnTo>
                  <a:pt x="102607" y="9675"/>
                </a:lnTo>
                <a:lnTo>
                  <a:pt x="105409" y="9675"/>
                </a:lnTo>
                <a:lnTo>
                  <a:pt x="107377" y="7706"/>
                </a:lnTo>
                <a:close/>
                <a:moveTo>
                  <a:pt x="101940" y="15779"/>
                </a:moveTo>
                <a:lnTo>
                  <a:pt x="103374" y="17213"/>
                </a:lnTo>
                <a:lnTo>
                  <a:pt x="103374" y="19215"/>
                </a:lnTo>
                <a:lnTo>
                  <a:pt x="102040" y="20549"/>
                </a:lnTo>
                <a:lnTo>
                  <a:pt x="102040" y="17747"/>
                </a:lnTo>
                <a:lnTo>
                  <a:pt x="100072" y="15779"/>
                </a:lnTo>
                <a:lnTo>
                  <a:pt x="101940" y="15779"/>
                </a:lnTo>
                <a:close/>
                <a:moveTo>
                  <a:pt x="82660" y="17747"/>
                </a:moveTo>
                <a:lnTo>
                  <a:pt x="82660" y="20549"/>
                </a:lnTo>
                <a:lnTo>
                  <a:pt x="81359" y="19215"/>
                </a:lnTo>
                <a:lnTo>
                  <a:pt x="81359" y="17213"/>
                </a:lnTo>
                <a:lnTo>
                  <a:pt x="82793" y="15779"/>
                </a:lnTo>
                <a:lnTo>
                  <a:pt x="84628" y="15779"/>
                </a:lnTo>
                <a:close/>
                <a:moveTo>
                  <a:pt x="82793" y="15012"/>
                </a:moveTo>
                <a:lnTo>
                  <a:pt x="81359" y="13577"/>
                </a:lnTo>
                <a:lnTo>
                  <a:pt x="81359" y="11576"/>
                </a:lnTo>
                <a:lnTo>
                  <a:pt x="82660" y="10242"/>
                </a:lnTo>
                <a:lnTo>
                  <a:pt x="82660" y="13010"/>
                </a:lnTo>
                <a:lnTo>
                  <a:pt x="84628" y="14978"/>
                </a:lnTo>
                <a:lnTo>
                  <a:pt x="82793" y="14978"/>
                </a:lnTo>
                <a:close/>
                <a:moveTo>
                  <a:pt x="80792" y="11009"/>
                </a:moveTo>
                <a:lnTo>
                  <a:pt x="78790" y="11009"/>
                </a:lnTo>
                <a:lnTo>
                  <a:pt x="77356" y="9574"/>
                </a:lnTo>
                <a:lnTo>
                  <a:pt x="77356" y="7706"/>
                </a:lnTo>
                <a:lnTo>
                  <a:pt x="79324" y="9675"/>
                </a:lnTo>
                <a:lnTo>
                  <a:pt x="82126" y="9675"/>
                </a:lnTo>
                <a:close/>
                <a:moveTo>
                  <a:pt x="76589" y="9574"/>
                </a:moveTo>
                <a:lnTo>
                  <a:pt x="75154" y="11009"/>
                </a:lnTo>
                <a:lnTo>
                  <a:pt x="73153" y="11009"/>
                </a:lnTo>
                <a:lnTo>
                  <a:pt x="71818" y="9675"/>
                </a:lnTo>
                <a:lnTo>
                  <a:pt x="74620" y="9675"/>
                </a:lnTo>
                <a:lnTo>
                  <a:pt x="76589" y="7706"/>
                </a:lnTo>
                <a:close/>
                <a:moveTo>
                  <a:pt x="71151" y="15779"/>
                </a:moveTo>
                <a:lnTo>
                  <a:pt x="72586" y="17213"/>
                </a:lnTo>
                <a:lnTo>
                  <a:pt x="72586" y="19215"/>
                </a:lnTo>
                <a:lnTo>
                  <a:pt x="71251" y="20549"/>
                </a:lnTo>
                <a:lnTo>
                  <a:pt x="71251" y="17747"/>
                </a:lnTo>
                <a:lnTo>
                  <a:pt x="69283" y="15779"/>
                </a:lnTo>
                <a:lnTo>
                  <a:pt x="71151" y="15779"/>
                </a:lnTo>
                <a:close/>
                <a:moveTo>
                  <a:pt x="51871" y="17747"/>
                </a:moveTo>
                <a:lnTo>
                  <a:pt x="51871" y="20549"/>
                </a:lnTo>
                <a:lnTo>
                  <a:pt x="50570" y="19215"/>
                </a:lnTo>
                <a:lnTo>
                  <a:pt x="50570" y="17213"/>
                </a:lnTo>
                <a:lnTo>
                  <a:pt x="51971" y="15779"/>
                </a:lnTo>
                <a:lnTo>
                  <a:pt x="53839" y="15779"/>
                </a:lnTo>
                <a:close/>
                <a:moveTo>
                  <a:pt x="51971" y="15012"/>
                </a:moveTo>
                <a:lnTo>
                  <a:pt x="50570" y="13577"/>
                </a:lnTo>
                <a:lnTo>
                  <a:pt x="50570" y="11576"/>
                </a:lnTo>
                <a:lnTo>
                  <a:pt x="51871" y="10242"/>
                </a:lnTo>
                <a:lnTo>
                  <a:pt x="51871" y="13010"/>
                </a:lnTo>
                <a:lnTo>
                  <a:pt x="53839" y="14978"/>
                </a:lnTo>
                <a:lnTo>
                  <a:pt x="51971" y="14978"/>
                </a:lnTo>
                <a:close/>
                <a:moveTo>
                  <a:pt x="50003" y="11009"/>
                </a:moveTo>
                <a:lnTo>
                  <a:pt x="48001" y="11009"/>
                </a:lnTo>
                <a:lnTo>
                  <a:pt x="46567" y="9574"/>
                </a:lnTo>
                <a:lnTo>
                  <a:pt x="46567" y="7706"/>
                </a:lnTo>
                <a:lnTo>
                  <a:pt x="48535" y="9675"/>
                </a:lnTo>
                <a:lnTo>
                  <a:pt x="51337" y="9675"/>
                </a:lnTo>
                <a:close/>
                <a:moveTo>
                  <a:pt x="45767" y="9574"/>
                </a:moveTo>
                <a:lnTo>
                  <a:pt x="44366" y="11009"/>
                </a:lnTo>
                <a:lnTo>
                  <a:pt x="42364" y="11009"/>
                </a:lnTo>
                <a:lnTo>
                  <a:pt x="41030" y="9675"/>
                </a:lnTo>
                <a:lnTo>
                  <a:pt x="43798" y="9675"/>
                </a:lnTo>
                <a:lnTo>
                  <a:pt x="45767" y="7706"/>
                </a:lnTo>
                <a:close/>
                <a:moveTo>
                  <a:pt x="40363" y="15779"/>
                </a:moveTo>
                <a:lnTo>
                  <a:pt x="41797" y="17213"/>
                </a:lnTo>
                <a:lnTo>
                  <a:pt x="41797" y="19215"/>
                </a:lnTo>
                <a:lnTo>
                  <a:pt x="40463" y="20549"/>
                </a:lnTo>
                <a:lnTo>
                  <a:pt x="40463" y="17747"/>
                </a:lnTo>
                <a:lnTo>
                  <a:pt x="38495" y="15779"/>
                </a:lnTo>
                <a:lnTo>
                  <a:pt x="40363" y="15779"/>
                </a:lnTo>
                <a:close/>
                <a:moveTo>
                  <a:pt x="21082" y="17747"/>
                </a:moveTo>
                <a:lnTo>
                  <a:pt x="21082" y="20549"/>
                </a:lnTo>
                <a:lnTo>
                  <a:pt x="19781" y="19215"/>
                </a:lnTo>
                <a:lnTo>
                  <a:pt x="19781" y="17213"/>
                </a:lnTo>
                <a:lnTo>
                  <a:pt x="21182" y="15779"/>
                </a:lnTo>
                <a:lnTo>
                  <a:pt x="23050" y="15779"/>
                </a:lnTo>
                <a:close/>
                <a:moveTo>
                  <a:pt x="21182" y="15012"/>
                </a:moveTo>
                <a:lnTo>
                  <a:pt x="19781" y="13577"/>
                </a:lnTo>
                <a:lnTo>
                  <a:pt x="19781" y="11576"/>
                </a:lnTo>
                <a:lnTo>
                  <a:pt x="21082" y="10242"/>
                </a:lnTo>
                <a:lnTo>
                  <a:pt x="21082" y="13010"/>
                </a:lnTo>
                <a:lnTo>
                  <a:pt x="23050" y="14978"/>
                </a:lnTo>
                <a:lnTo>
                  <a:pt x="21182" y="14978"/>
                </a:lnTo>
                <a:close/>
                <a:moveTo>
                  <a:pt x="19214" y="11009"/>
                </a:moveTo>
                <a:lnTo>
                  <a:pt x="17213" y="11009"/>
                </a:lnTo>
                <a:lnTo>
                  <a:pt x="15778" y="9574"/>
                </a:lnTo>
                <a:lnTo>
                  <a:pt x="15778" y="7706"/>
                </a:lnTo>
                <a:lnTo>
                  <a:pt x="17747" y="9675"/>
                </a:lnTo>
                <a:lnTo>
                  <a:pt x="20515" y="9675"/>
                </a:lnTo>
                <a:close/>
                <a:moveTo>
                  <a:pt x="14978" y="9574"/>
                </a:moveTo>
                <a:lnTo>
                  <a:pt x="13577" y="11009"/>
                </a:lnTo>
                <a:lnTo>
                  <a:pt x="11542" y="11009"/>
                </a:lnTo>
                <a:lnTo>
                  <a:pt x="10241" y="9675"/>
                </a:lnTo>
                <a:lnTo>
                  <a:pt x="13010" y="9675"/>
                </a:lnTo>
                <a:lnTo>
                  <a:pt x="14978" y="7706"/>
                </a:lnTo>
                <a:lnTo>
                  <a:pt x="14978" y="9574"/>
                </a:lnTo>
                <a:close/>
                <a:moveTo>
                  <a:pt x="9574" y="15779"/>
                </a:moveTo>
                <a:lnTo>
                  <a:pt x="11008" y="17213"/>
                </a:lnTo>
                <a:lnTo>
                  <a:pt x="11008" y="19215"/>
                </a:lnTo>
                <a:lnTo>
                  <a:pt x="9674" y="20549"/>
                </a:lnTo>
                <a:lnTo>
                  <a:pt x="9674" y="17747"/>
                </a:lnTo>
                <a:lnTo>
                  <a:pt x="7706" y="15779"/>
                </a:lnTo>
                <a:lnTo>
                  <a:pt x="9574" y="15779"/>
                </a:lnTo>
                <a:close/>
                <a:moveTo>
                  <a:pt x="11542" y="19782"/>
                </a:moveTo>
                <a:lnTo>
                  <a:pt x="13577" y="19782"/>
                </a:lnTo>
                <a:lnTo>
                  <a:pt x="14978" y="21216"/>
                </a:lnTo>
                <a:lnTo>
                  <a:pt x="14978" y="23051"/>
                </a:lnTo>
                <a:lnTo>
                  <a:pt x="13010" y="21083"/>
                </a:lnTo>
                <a:lnTo>
                  <a:pt x="10241" y="21083"/>
                </a:lnTo>
                <a:close/>
                <a:moveTo>
                  <a:pt x="14978" y="37394"/>
                </a:moveTo>
                <a:lnTo>
                  <a:pt x="12710" y="39696"/>
                </a:lnTo>
                <a:lnTo>
                  <a:pt x="9441" y="39696"/>
                </a:lnTo>
                <a:lnTo>
                  <a:pt x="7773" y="37995"/>
                </a:lnTo>
                <a:lnTo>
                  <a:pt x="12009" y="37995"/>
                </a:lnTo>
                <a:lnTo>
                  <a:pt x="14978" y="35026"/>
                </a:lnTo>
                <a:lnTo>
                  <a:pt x="14978" y="37394"/>
                </a:lnTo>
                <a:close/>
                <a:moveTo>
                  <a:pt x="9674" y="41030"/>
                </a:moveTo>
                <a:lnTo>
                  <a:pt x="11008" y="42365"/>
                </a:lnTo>
                <a:lnTo>
                  <a:pt x="11008" y="44366"/>
                </a:lnTo>
                <a:lnTo>
                  <a:pt x="9574" y="45800"/>
                </a:lnTo>
                <a:lnTo>
                  <a:pt x="7706" y="45800"/>
                </a:lnTo>
                <a:lnTo>
                  <a:pt x="9674" y="43832"/>
                </a:lnTo>
                <a:close/>
                <a:moveTo>
                  <a:pt x="9574" y="46568"/>
                </a:moveTo>
                <a:lnTo>
                  <a:pt x="11008" y="48002"/>
                </a:lnTo>
                <a:lnTo>
                  <a:pt x="11008" y="50003"/>
                </a:lnTo>
                <a:lnTo>
                  <a:pt x="9674" y="51338"/>
                </a:lnTo>
                <a:lnTo>
                  <a:pt x="9674" y="48536"/>
                </a:lnTo>
                <a:lnTo>
                  <a:pt x="7706" y="46568"/>
                </a:lnTo>
                <a:lnTo>
                  <a:pt x="9574" y="46568"/>
                </a:lnTo>
                <a:close/>
                <a:moveTo>
                  <a:pt x="11542" y="50570"/>
                </a:moveTo>
                <a:lnTo>
                  <a:pt x="13577" y="50570"/>
                </a:lnTo>
                <a:lnTo>
                  <a:pt x="14978" y="52005"/>
                </a:lnTo>
                <a:lnTo>
                  <a:pt x="14978" y="53873"/>
                </a:lnTo>
                <a:lnTo>
                  <a:pt x="13010" y="51905"/>
                </a:lnTo>
                <a:lnTo>
                  <a:pt x="10241" y="51905"/>
                </a:lnTo>
                <a:close/>
                <a:moveTo>
                  <a:pt x="14978" y="68183"/>
                </a:moveTo>
                <a:lnTo>
                  <a:pt x="12710" y="70485"/>
                </a:lnTo>
                <a:lnTo>
                  <a:pt x="9441" y="70485"/>
                </a:lnTo>
                <a:lnTo>
                  <a:pt x="7773" y="68783"/>
                </a:lnTo>
                <a:lnTo>
                  <a:pt x="12009" y="68783"/>
                </a:lnTo>
                <a:lnTo>
                  <a:pt x="14978" y="65815"/>
                </a:lnTo>
                <a:lnTo>
                  <a:pt x="14978" y="68183"/>
                </a:lnTo>
                <a:close/>
                <a:moveTo>
                  <a:pt x="9674" y="71819"/>
                </a:moveTo>
                <a:lnTo>
                  <a:pt x="11008" y="73153"/>
                </a:lnTo>
                <a:lnTo>
                  <a:pt x="11008" y="75155"/>
                </a:lnTo>
                <a:lnTo>
                  <a:pt x="9574" y="76589"/>
                </a:lnTo>
                <a:lnTo>
                  <a:pt x="7706" y="76589"/>
                </a:lnTo>
                <a:lnTo>
                  <a:pt x="9674" y="74621"/>
                </a:lnTo>
                <a:close/>
                <a:moveTo>
                  <a:pt x="9574" y="77356"/>
                </a:moveTo>
                <a:lnTo>
                  <a:pt x="11008" y="78791"/>
                </a:lnTo>
                <a:lnTo>
                  <a:pt x="11008" y="80792"/>
                </a:lnTo>
                <a:lnTo>
                  <a:pt x="9674" y="82126"/>
                </a:lnTo>
                <a:lnTo>
                  <a:pt x="9674" y="79324"/>
                </a:lnTo>
                <a:lnTo>
                  <a:pt x="7706" y="77356"/>
                </a:lnTo>
                <a:close/>
                <a:moveTo>
                  <a:pt x="11542" y="81359"/>
                </a:moveTo>
                <a:lnTo>
                  <a:pt x="13577" y="81359"/>
                </a:lnTo>
                <a:lnTo>
                  <a:pt x="14978" y="82794"/>
                </a:lnTo>
                <a:lnTo>
                  <a:pt x="14978" y="84662"/>
                </a:lnTo>
                <a:lnTo>
                  <a:pt x="13010" y="82693"/>
                </a:lnTo>
                <a:lnTo>
                  <a:pt x="10241" y="82693"/>
                </a:lnTo>
                <a:close/>
                <a:moveTo>
                  <a:pt x="14978" y="98972"/>
                </a:moveTo>
                <a:lnTo>
                  <a:pt x="12710" y="101273"/>
                </a:lnTo>
                <a:lnTo>
                  <a:pt x="9441" y="101273"/>
                </a:lnTo>
                <a:lnTo>
                  <a:pt x="7773" y="99606"/>
                </a:lnTo>
                <a:lnTo>
                  <a:pt x="12009" y="99606"/>
                </a:lnTo>
                <a:lnTo>
                  <a:pt x="14978" y="96603"/>
                </a:lnTo>
                <a:lnTo>
                  <a:pt x="14978" y="98972"/>
                </a:lnTo>
                <a:close/>
                <a:moveTo>
                  <a:pt x="9674" y="102608"/>
                </a:moveTo>
                <a:lnTo>
                  <a:pt x="11008" y="103942"/>
                </a:lnTo>
                <a:lnTo>
                  <a:pt x="11008" y="105943"/>
                </a:lnTo>
                <a:lnTo>
                  <a:pt x="9574" y="107378"/>
                </a:lnTo>
                <a:lnTo>
                  <a:pt x="7706" y="107378"/>
                </a:lnTo>
                <a:lnTo>
                  <a:pt x="9674" y="105410"/>
                </a:lnTo>
                <a:close/>
                <a:moveTo>
                  <a:pt x="9574" y="108178"/>
                </a:moveTo>
                <a:lnTo>
                  <a:pt x="11008" y="109579"/>
                </a:lnTo>
                <a:lnTo>
                  <a:pt x="11008" y="111614"/>
                </a:lnTo>
                <a:lnTo>
                  <a:pt x="9674" y="112915"/>
                </a:lnTo>
                <a:lnTo>
                  <a:pt x="9674" y="110146"/>
                </a:lnTo>
                <a:lnTo>
                  <a:pt x="7706" y="108178"/>
                </a:lnTo>
                <a:close/>
                <a:moveTo>
                  <a:pt x="11542" y="112148"/>
                </a:moveTo>
                <a:lnTo>
                  <a:pt x="13577" y="112148"/>
                </a:lnTo>
                <a:lnTo>
                  <a:pt x="14978" y="113582"/>
                </a:lnTo>
                <a:lnTo>
                  <a:pt x="14978" y="115450"/>
                </a:lnTo>
                <a:lnTo>
                  <a:pt x="13010" y="113482"/>
                </a:lnTo>
                <a:lnTo>
                  <a:pt x="10241" y="113482"/>
                </a:lnTo>
                <a:close/>
                <a:moveTo>
                  <a:pt x="15778" y="113582"/>
                </a:moveTo>
                <a:lnTo>
                  <a:pt x="17213" y="112148"/>
                </a:lnTo>
                <a:lnTo>
                  <a:pt x="19214" y="112148"/>
                </a:lnTo>
                <a:lnTo>
                  <a:pt x="20515" y="113482"/>
                </a:lnTo>
                <a:lnTo>
                  <a:pt x="17747" y="113482"/>
                </a:lnTo>
                <a:lnTo>
                  <a:pt x="15778" y="115450"/>
                </a:lnTo>
                <a:close/>
                <a:moveTo>
                  <a:pt x="21182" y="107378"/>
                </a:moveTo>
                <a:lnTo>
                  <a:pt x="19781" y="105943"/>
                </a:lnTo>
                <a:lnTo>
                  <a:pt x="19781" y="103942"/>
                </a:lnTo>
                <a:lnTo>
                  <a:pt x="21082" y="102608"/>
                </a:lnTo>
                <a:lnTo>
                  <a:pt x="21082" y="105410"/>
                </a:lnTo>
                <a:lnTo>
                  <a:pt x="23050" y="107378"/>
                </a:lnTo>
                <a:close/>
                <a:moveTo>
                  <a:pt x="40463" y="105410"/>
                </a:moveTo>
                <a:lnTo>
                  <a:pt x="40463" y="102608"/>
                </a:lnTo>
                <a:lnTo>
                  <a:pt x="41797" y="103942"/>
                </a:lnTo>
                <a:lnTo>
                  <a:pt x="41797" y="105943"/>
                </a:lnTo>
                <a:lnTo>
                  <a:pt x="40363" y="107378"/>
                </a:lnTo>
                <a:lnTo>
                  <a:pt x="38495" y="107378"/>
                </a:lnTo>
                <a:close/>
                <a:moveTo>
                  <a:pt x="40363" y="108178"/>
                </a:moveTo>
                <a:lnTo>
                  <a:pt x="41797" y="109579"/>
                </a:lnTo>
                <a:lnTo>
                  <a:pt x="41797" y="111614"/>
                </a:lnTo>
                <a:lnTo>
                  <a:pt x="40463" y="112915"/>
                </a:lnTo>
                <a:lnTo>
                  <a:pt x="40463" y="110146"/>
                </a:lnTo>
                <a:lnTo>
                  <a:pt x="38495" y="108178"/>
                </a:lnTo>
                <a:close/>
                <a:moveTo>
                  <a:pt x="42364" y="112148"/>
                </a:moveTo>
                <a:lnTo>
                  <a:pt x="44366" y="112148"/>
                </a:lnTo>
                <a:lnTo>
                  <a:pt x="45767" y="113582"/>
                </a:lnTo>
                <a:lnTo>
                  <a:pt x="45767" y="115450"/>
                </a:lnTo>
                <a:lnTo>
                  <a:pt x="43798" y="113482"/>
                </a:lnTo>
                <a:lnTo>
                  <a:pt x="41030" y="113482"/>
                </a:lnTo>
                <a:close/>
                <a:moveTo>
                  <a:pt x="46567" y="113582"/>
                </a:moveTo>
                <a:lnTo>
                  <a:pt x="48001" y="112148"/>
                </a:lnTo>
                <a:lnTo>
                  <a:pt x="50003" y="112148"/>
                </a:lnTo>
                <a:lnTo>
                  <a:pt x="51337" y="113482"/>
                </a:lnTo>
                <a:lnTo>
                  <a:pt x="48535" y="113482"/>
                </a:lnTo>
                <a:lnTo>
                  <a:pt x="46567" y="115450"/>
                </a:lnTo>
                <a:close/>
                <a:moveTo>
                  <a:pt x="51971" y="107378"/>
                </a:moveTo>
                <a:lnTo>
                  <a:pt x="50570" y="105943"/>
                </a:lnTo>
                <a:lnTo>
                  <a:pt x="50570" y="103942"/>
                </a:lnTo>
                <a:lnTo>
                  <a:pt x="51871" y="102608"/>
                </a:lnTo>
                <a:lnTo>
                  <a:pt x="51871" y="105410"/>
                </a:lnTo>
                <a:lnTo>
                  <a:pt x="53839" y="107378"/>
                </a:lnTo>
                <a:lnTo>
                  <a:pt x="51971" y="107378"/>
                </a:lnTo>
                <a:close/>
                <a:moveTo>
                  <a:pt x="71251" y="105410"/>
                </a:moveTo>
                <a:lnTo>
                  <a:pt x="71251" y="102608"/>
                </a:lnTo>
                <a:lnTo>
                  <a:pt x="72586" y="103942"/>
                </a:lnTo>
                <a:lnTo>
                  <a:pt x="72586" y="105943"/>
                </a:lnTo>
                <a:lnTo>
                  <a:pt x="71151" y="107378"/>
                </a:lnTo>
                <a:lnTo>
                  <a:pt x="69283" y="107378"/>
                </a:lnTo>
                <a:close/>
                <a:moveTo>
                  <a:pt x="71151" y="108178"/>
                </a:moveTo>
                <a:lnTo>
                  <a:pt x="72586" y="109579"/>
                </a:lnTo>
                <a:lnTo>
                  <a:pt x="72586" y="111614"/>
                </a:lnTo>
                <a:lnTo>
                  <a:pt x="71251" y="112915"/>
                </a:lnTo>
                <a:lnTo>
                  <a:pt x="71251" y="110146"/>
                </a:lnTo>
                <a:lnTo>
                  <a:pt x="69283" y="108178"/>
                </a:lnTo>
                <a:close/>
                <a:moveTo>
                  <a:pt x="73153" y="112148"/>
                </a:moveTo>
                <a:lnTo>
                  <a:pt x="75154" y="112148"/>
                </a:lnTo>
                <a:lnTo>
                  <a:pt x="76555" y="113582"/>
                </a:lnTo>
                <a:lnTo>
                  <a:pt x="76555" y="115450"/>
                </a:lnTo>
                <a:lnTo>
                  <a:pt x="74587" y="113482"/>
                </a:lnTo>
                <a:lnTo>
                  <a:pt x="71818" y="113482"/>
                </a:lnTo>
                <a:close/>
                <a:moveTo>
                  <a:pt x="77356" y="113582"/>
                </a:moveTo>
                <a:lnTo>
                  <a:pt x="78790" y="112148"/>
                </a:lnTo>
                <a:lnTo>
                  <a:pt x="80792" y="112148"/>
                </a:lnTo>
                <a:lnTo>
                  <a:pt x="82126" y="113482"/>
                </a:lnTo>
                <a:lnTo>
                  <a:pt x="79324" y="113482"/>
                </a:lnTo>
                <a:lnTo>
                  <a:pt x="77356" y="115450"/>
                </a:lnTo>
                <a:close/>
                <a:moveTo>
                  <a:pt x="82793" y="107378"/>
                </a:moveTo>
                <a:lnTo>
                  <a:pt x="81359" y="105943"/>
                </a:lnTo>
                <a:lnTo>
                  <a:pt x="81359" y="103942"/>
                </a:lnTo>
                <a:lnTo>
                  <a:pt x="82660" y="102608"/>
                </a:lnTo>
                <a:lnTo>
                  <a:pt x="82660" y="105410"/>
                </a:lnTo>
                <a:lnTo>
                  <a:pt x="84628" y="107378"/>
                </a:lnTo>
                <a:close/>
                <a:moveTo>
                  <a:pt x="102040" y="105410"/>
                </a:moveTo>
                <a:lnTo>
                  <a:pt x="102040" y="102608"/>
                </a:lnTo>
                <a:lnTo>
                  <a:pt x="103374" y="103942"/>
                </a:lnTo>
                <a:lnTo>
                  <a:pt x="103374" y="105943"/>
                </a:lnTo>
                <a:lnTo>
                  <a:pt x="101940" y="107378"/>
                </a:lnTo>
                <a:lnTo>
                  <a:pt x="100072" y="107378"/>
                </a:lnTo>
                <a:close/>
                <a:moveTo>
                  <a:pt x="101940" y="108178"/>
                </a:moveTo>
                <a:lnTo>
                  <a:pt x="103374" y="109579"/>
                </a:lnTo>
                <a:lnTo>
                  <a:pt x="103374" y="111614"/>
                </a:lnTo>
                <a:lnTo>
                  <a:pt x="102040" y="112915"/>
                </a:lnTo>
                <a:lnTo>
                  <a:pt x="102040" y="110146"/>
                </a:lnTo>
                <a:lnTo>
                  <a:pt x="100072" y="108178"/>
                </a:lnTo>
                <a:close/>
                <a:moveTo>
                  <a:pt x="103941" y="112148"/>
                </a:moveTo>
                <a:lnTo>
                  <a:pt x="105943" y="112148"/>
                </a:lnTo>
                <a:lnTo>
                  <a:pt x="107344" y="113582"/>
                </a:lnTo>
                <a:lnTo>
                  <a:pt x="107344" y="115450"/>
                </a:lnTo>
                <a:lnTo>
                  <a:pt x="105376" y="113482"/>
                </a:lnTo>
                <a:lnTo>
                  <a:pt x="102607" y="113482"/>
                </a:lnTo>
                <a:close/>
                <a:moveTo>
                  <a:pt x="108144" y="113582"/>
                </a:moveTo>
                <a:lnTo>
                  <a:pt x="109579" y="112148"/>
                </a:lnTo>
                <a:lnTo>
                  <a:pt x="111580" y="112148"/>
                </a:lnTo>
                <a:lnTo>
                  <a:pt x="112914" y="113482"/>
                </a:lnTo>
                <a:lnTo>
                  <a:pt x="110112" y="113482"/>
                </a:lnTo>
                <a:lnTo>
                  <a:pt x="108144" y="115450"/>
                </a:lnTo>
                <a:close/>
                <a:moveTo>
                  <a:pt x="113582" y="107378"/>
                </a:moveTo>
                <a:lnTo>
                  <a:pt x="112147" y="105943"/>
                </a:lnTo>
                <a:lnTo>
                  <a:pt x="112147" y="103942"/>
                </a:lnTo>
                <a:lnTo>
                  <a:pt x="113482" y="102608"/>
                </a:lnTo>
                <a:lnTo>
                  <a:pt x="113482" y="105410"/>
                </a:lnTo>
                <a:lnTo>
                  <a:pt x="115450" y="107378"/>
                </a:lnTo>
                <a:lnTo>
                  <a:pt x="113582" y="107378"/>
                </a:lnTo>
                <a:close/>
                <a:moveTo>
                  <a:pt x="132862" y="105410"/>
                </a:moveTo>
                <a:lnTo>
                  <a:pt x="132862" y="102608"/>
                </a:lnTo>
                <a:lnTo>
                  <a:pt x="134163" y="103942"/>
                </a:lnTo>
                <a:lnTo>
                  <a:pt x="134163" y="105943"/>
                </a:lnTo>
                <a:lnTo>
                  <a:pt x="132729" y="107378"/>
                </a:lnTo>
                <a:lnTo>
                  <a:pt x="130894" y="107378"/>
                </a:lnTo>
                <a:close/>
                <a:moveTo>
                  <a:pt x="132729" y="108178"/>
                </a:moveTo>
                <a:lnTo>
                  <a:pt x="134163" y="109579"/>
                </a:lnTo>
                <a:lnTo>
                  <a:pt x="134163" y="111614"/>
                </a:lnTo>
                <a:lnTo>
                  <a:pt x="132862" y="112915"/>
                </a:lnTo>
                <a:lnTo>
                  <a:pt x="132862" y="110146"/>
                </a:lnTo>
                <a:lnTo>
                  <a:pt x="130894" y="108178"/>
                </a:lnTo>
                <a:close/>
                <a:moveTo>
                  <a:pt x="134730" y="112148"/>
                </a:moveTo>
                <a:lnTo>
                  <a:pt x="136731" y="112148"/>
                </a:lnTo>
                <a:lnTo>
                  <a:pt x="138166" y="113582"/>
                </a:lnTo>
                <a:lnTo>
                  <a:pt x="138166" y="115450"/>
                </a:lnTo>
                <a:lnTo>
                  <a:pt x="136198" y="113482"/>
                </a:lnTo>
                <a:lnTo>
                  <a:pt x="133396" y="113482"/>
                </a:lnTo>
                <a:close/>
                <a:moveTo>
                  <a:pt x="138933" y="113582"/>
                </a:moveTo>
                <a:lnTo>
                  <a:pt x="140367" y="112148"/>
                </a:lnTo>
                <a:lnTo>
                  <a:pt x="142369" y="112148"/>
                </a:lnTo>
                <a:lnTo>
                  <a:pt x="143703" y="113482"/>
                </a:lnTo>
                <a:lnTo>
                  <a:pt x="140901" y="113482"/>
                </a:lnTo>
                <a:lnTo>
                  <a:pt x="138933" y="115450"/>
                </a:lnTo>
                <a:close/>
                <a:moveTo>
                  <a:pt x="144370" y="107378"/>
                </a:moveTo>
                <a:lnTo>
                  <a:pt x="142936" y="105943"/>
                </a:lnTo>
                <a:lnTo>
                  <a:pt x="142936" y="103942"/>
                </a:lnTo>
                <a:lnTo>
                  <a:pt x="144270" y="102608"/>
                </a:lnTo>
                <a:lnTo>
                  <a:pt x="144270" y="105410"/>
                </a:lnTo>
                <a:lnTo>
                  <a:pt x="146238" y="107378"/>
                </a:lnTo>
                <a:lnTo>
                  <a:pt x="144370" y="107378"/>
                </a:lnTo>
                <a:close/>
                <a:moveTo>
                  <a:pt x="163651" y="105410"/>
                </a:moveTo>
                <a:lnTo>
                  <a:pt x="163651" y="102608"/>
                </a:lnTo>
                <a:lnTo>
                  <a:pt x="164952" y="103942"/>
                </a:lnTo>
                <a:lnTo>
                  <a:pt x="164952" y="105943"/>
                </a:lnTo>
                <a:lnTo>
                  <a:pt x="163551" y="107378"/>
                </a:lnTo>
                <a:lnTo>
                  <a:pt x="161683" y="107378"/>
                </a:lnTo>
                <a:close/>
                <a:moveTo>
                  <a:pt x="163551" y="108178"/>
                </a:moveTo>
                <a:lnTo>
                  <a:pt x="164952" y="109579"/>
                </a:lnTo>
                <a:lnTo>
                  <a:pt x="164952" y="111614"/>
                </a:lnTo>
                <a:lnTo>
                  <a:pt x="163651" y="112915"/>
                </a:lnTo>
                <a:lnTo>
                  <a:pt x="163651" y="110146"/>
                </a:lnTo>
                <a:lnTo>
                  <a:pt x="161683" y="108178"/>
                </a:lnTo>
                <a:close/>
                <a:moveTo>
                  <a:pt x="165519" y="112148"/>
                </a:moveTo>
                <a:lnTo>
                  <a:pt x="167520" y="112148"/>
                </a:lnTo>
                <a:lnTo>
                  <a:pt x="168954" y="113582"/>
                </a:lnTo>
                <a:lnTo>
                  <a:pt x="168954" y="115450"/>
                </a:lnTo>
                <a:lnTo>
                  <a:pt x="166986" y="113482"/>
                </a:lnTo>
                <a:lnTo>
                  <a:pt x="164184" y="113482"/>
                </a:lnTo>
                <a:close/>
                <a:moveTo>
                  <a:pt x="169755" y="113582"/>
                </a:moveTo>
                <a:lnTo>
                  <a:pt x="171156" y="112148"/>
                </a:lnTo>
                <a:lnTo>
                  <a:pt x="173157" y="112148"/>
                </a:lnTo>
                <a:lnTo>
                  <a:pt x="174492" y="113482"/>
                </a:lnTo>
                <a:lnTo>
                  <a:pt x="171723" y="113482"/>
                </a:lnTo>
                <a:lnTo>
                  <a:pt x="169755" y="115450"/>
                </a:lnTo>
                <a:close/>
                <a:moveTo>
                  <a:pt x="175159" y="107378"/>
                </a:moveTo>
                <a:lnTo>
                  <a:pt x="173725" y="105943"/>
                </a:lnTo>
                <a:lnTo>
                  <a:pt x="173725" y="103942"/>
                </a:lnTo>
                <a:lnTo>
                  <a:pt x="175059" y="102608"/>
                </a:lnTo>
                <a:lnTo>
                  <a:pt x="175059" y="105410"/>
                </a:lnTo>
                <a:lnTo>
                  <a:pt x="177027" y="107378"/>
                </a:lnTo>
                <a:lnTo>
                  <a:pt x="175159" y="107378"/>
                </a:lnTo>
                <a:close/>
                <a:moveTo>
                  <a:pt x="194439" y="105410"/>
                </a:moveTo>
                <a:lnTo>
                  <a:pt x="194439" y="102608"/>
                </a:lnTo>
                <a:lnTo>
                  <a:pt x="195740" y="103942"/>
                </a:lnTo>
                <a:lnTo>
                  <a:pt x="195740" y="105943"/>
                </a:lnTo>
                <a:lnTo>
                  <a:pt x="194339" y="107378"/>
                </a:lnTo>
                <a:lnTo>
                  <a:pt x="192471" y="107378"/>
                </a:lnTo>
                <a:close/>
                <a:moveTo>
                  <a:pt x="194339" y="108178"/>
                </a:moveTo>
                <a:lnTo>
                  <a:pt x="195740" y="109579"/>
                </a:lnTo>
                <a:lnTo>
                  <a:pt x="195740" y="111614"/>
                </a:lnTo>
                <a:lnTo>
                  <a:pt x="194439" y="112915"/>
                </a:lnTo>
                <a:lnTo>
                  <a:pt x="194439" y="110146"/>
                </a:lnTo>
                <a:lnTo>
                  <a:pt x="192471" y="108178"/>
                </a:lnTo>
                <a:close/>
                <a:moveTo>
                  <a:pt x="196307" y="112148"/>
                </a:moveTo>
                <a:lnTo>
                  <a:pt x="198309" y="112148"/>
                </a:lnTo>
                <a:lnTo>
                  <a:pt x="199743" y="113582"/>
                </a:lnTo>
                <a:lnTo>
                  <a:pt x="199743" y="115450"/>
                </a:lnTo>
                <a:lnTo>
                  <a:pt x="197775" y="113482"/>
                </a:lnTo>
                <a:lnTo>
                  <a:pt x="195006" y="113482"/>
                </a:lnTo>
                <a:close/>
                <a:moveTo>
                  <a:pt x="200544" y="113582"/>
                </a:moveTo>
                <a:lnTo>
                  <a:pt x="201945" y="112148"/>
                </a:lnTo>
                <a:lnTo>
                  <a:pt x="203979" y="112148"/>
                </a:lnTo>
                <a:lnTo>
                  <a:pt x="205280" y="113482"/>
                </a:lnTo>
                <a:lnTo>
                  <a:pt x="202512" y="113482"/>
                </a:lnTo>
                <a:lnTo>
                  <a:pt x="200544" y="115450"/>
                </a:lnTo>
                <a:close/>
                <a:moveTo>
                  <a:pt x="205948" y="107378"/>
                </a:moveTo>
                <a:lnTo>
                  <a:pt x="204513" y="105943"/>
                </a:lnTo>
                <a:lnTo>
                  <a:pt x="204513" y="103942"/>
                </a:lnTo>
                <a:lnTo>
                  <a:pt x="205848" y="102608"/>
                </a:lnTo>
                <a:lnTo>
                  <a:pt x="205848" y="105410"/>
                </a:lnTo>
                <a:lnTo>
                  <a:pt x="207816" y="107378"/>
                </a:lnTo>
                <a:close/>
                <a:moveTo>
                  <a:pt x="225228" y="105410"/>
                </a:moveTo>
                <a:lnTo>
                  <a:pt x="225228" y="102608"/>
                </a:lnTo>
                <a:lnTo>
                  <a:pt x="226529" y="103942"/>
                </a:lnTo>
                <a:lnTo>
                  <a:pt x="226529" y="105943"/>
                </a:lnTo>
                <a:lnTo>
                  <a:pt x="225128" y="107378"/>
                </a:lnTo>
                <a:lnTo>
                  <a:pt x="223260" y="107378"/>
                </a:lnTo>
                <a:close/>
                <a:moveTo>
                  <a:pt x="225128" y="108178"/>
                </a:moveTo>
                <a:lnTo>
                  <a:pt x="226529" y="109579"/>
                </a:lnTo>
                <a:lnTo>
                  <a:pt x="226529" y="111614"/>
                </a:lnTo>
                <a:lnTo>
                  <a:pt x="225228" y="112915"/>
                </a:lnTo>
                <a:lnTo>
                  <a:pt x="225228" y="110146"/>
                </a:lnTo>
                <a:lnTo>
                  <a:pt x="223260" y="108178"/>
                </a:lnTo>
                <a:close/>
                <a:moveTo>
                  <a:pt x="227096" y="112148"/>
                </a:moveTo>
                <a:lnTo>
                  <a:pt x="229097" y="112148"/>
                </a:lnTo>
                <a:lnTo>
                  <a:pt x="230532" y="113582"/>
                </a:lnTo>
                <a:lnTo>
                  <a:pt x="230532" y="115450"/>
                </a:lnTo>
                <a:lnTo>
                  <a:pt x="228564" y="113482"/>
                </a:lnTo>
                <a:lnTo>
                  <a:pt x="225762" y="113482"/>
                </a:lnTo>
                <a:close/>
                <a:moveTo>
                  <a:pt x="231332" y="113582"/>
                </a:moveTo>
                <a:lnTo>
                  <a:pt x="232733" y="112148"/>
                </a:lnTo>
                <a:lnTo>
                  <a:pt x="234768" y="112148"/>
                </a:lnTo>
                <a:lnTo>
                  <a:pt x="236069" y="113482"/>
                </a:lnTo>
                <a:lnTo>
                  <a:pt x="233300" y="113482"/>
                </a:lnTo>
                <a:lnTo>
                  <a:pt x="231332" y="115450"/>
                </a:lnTo>
                <a:lnTo>
                  <a:pt x="231332" y="113582"/>
                </a:lnTo>
                <a:close/>
                <a:moveTo>
                  <a:pt x="236736" y="107378"/>
                </a:moveTo>
                <a:lnTo>
                  <a:pt x="235302" y="105943"/>
                </a:lnTo>
                <a:lnTo>
                  <a:pt x="235302" y="103942"/>
                </a:lnTo>
                <a:lnTo>
                  <a:pt x="236636" y="102608"/>
                </a:lnTo>
                <a:lnTo>
                  <a:pt x="236636" y="105410"/>
                </a:lnTo>
                <a:lnTo>
                  <a:pt x="238604" y="107378"/>
                </a:lnTo>
                <a:lnTo>
                  <a:pt x="236736" y="107378"/>
                </a:lnTo>
                <a:close/>
                <a:moveTo>
                  <a:pt x="234768" y="103375"/>
                </a:moveTo>
                <a:lnTo>
                  <a:pt x="232733" y="103375"/>
                </a:lnTo>
                <a:lnTo>
                  <a:pt x="231332" y="101941"/>
                </a:lnTo>
                <a:lnTo>
                  <a:pt x="231332" y="100106"/>
                </a:lnTo>
                <a:lnTo>
                  <a:pt x="233300" y="102074"/>
                </a:lnTo>
                <a:lnTo>
                  <a:pt x="236069" y="102074"/>
                </a:lnTo>
                <a:close/>
                <a:moveTo>
                  <a:pt x="231332" y="85762"/>
                </a:moveTo>
                <a:lnTo>
                  <a:pt x="233601" y="83461"/>
                </a:lnTo>
                <a:lnTo>
                  <a:pt x="236870" y="83461"/>
                </a:lnTo>
                <a:lnTo>
                  <a:pt x="238538" y="85162"/>
                </a:lnTo>
                <a:lnTo>
                  <a:pt x="234301" y="85162"/>
                </a:lnTo>
                <a:lnTo>
                  <a:pt x="231332" y="88131"/>
                </a:lnTo>
                <a:close/>
                <a:moveTo>
                  <a:pt x="236636" y="82126"/>
                </a:moveTo>
                <a:lnTo>
                  <a:pt x="235302" y="80792"/>
                </a:lnTo>
                <a:lnTo>
                  <a:pt x="235302" y="78791"/>
                </a:lnTo>
                <a:lnTo>
                  <a:pt x="236736" y="77356"/>
                </a:lnTo>
                <a:lnTo>
                  <a:pt x="238604" y="77356"/>
                </a:lnTo>
                <a:lnTo>
                  <a:pt x="236636" y="79324"/>
                </a:lnTo>
                <a:close/>
                <a:moveTo>
                  <a:pt x="236736" y="76589"/>
                </a:moveTo>
                <a:lnTo>
                  <a:pt x="235302" y="75155"/>
                </a:lnTo>
                <a:lnTo>
                  <a:pt x="235302" y="73153"/>
                </a:lnTo>
                <a:lnTo>
                  <a:pt x="236636" y="71819"/>
                </a:lnTo>
                <a:lnTo>
                  <a:pt x="236636" y="74621"/>
                </a:lnTo>
                <a:lnTo>
                  <a:pt x="238604" y="76589"/>
                </a:lnTo>
                <a:close/>
                <a:moveTo>
                  <a:pt x="234768" y="72586"/>
                </a:moveTo>
                <a:lnTo>
                  <a:pt x="232733" y="72586"/>
                </a:lnTo>
                <a:lnTo>
                  <a:pt x="231332" y="71152"/>
                </a:lnTo>
                <a:lnTo>
                  <a:pt x="231332" y="69317"/>
                </a:lnTo>
                <a:lnTo>
                  <a:pt x="233300" y="71285"/>
                </a:lnTo>
                <a:lnTo>
                  <a:pt x="236069" y="71285"/>
                </a:lnTo>
                <a:close/>
                <a:moveTo>
                  <a:pt x="231332" y="54974"/>
                </a:moveTo>
                <a:lnTo>
                  <a:pt x="233601" y="52672"/>
                </a:lnTo>
                <a:lnTo>
                  <a:pt x="236870" y="52672"/>
                </a:lnTo>
                <a:lnTo>
                  <a:pt x="238538" y="54373"/>
                </a:lnTo>
                <a:lnTo>
                  <a:pt x="234301" y="54373"/>
                </a:lnTo>
                <a:lnTo>
                  <a:pt x="231332" y="57342"/>
                </a:lnTo>
                <a:close/>
                <a:moveTo>
                  <a:pt x="236636" y="51338"/>
                </a:moveTo>
                <a:lnTo>
                  <a:pt x="235302" y="50003"/>
                </a:lnTo>
                <a:lnTo>
                  <a:pt x="235302" y="48002"/>
                </a:lnTo>
                <a:lnTo>
                  <a:pt x="236736" y="46568"/>
                </a:lnTo>
                <a:lnTo>
                  <a:pt x="238604" y="46568"/>
                </a:lnTo>
                <a:lnTo>
                  <a:pt x="236636" y="48536"/>
                </a:lnTo>
                <a:close/>
                <a:moveTo>
                  <a:pt x="236736" y="45800"/>
                </a:moveTo>
                <a:lnTo>
                  <a:pt x="235302" y="44366"/>
                </a:lnTo>
                <a:lnTo>
                  <a:pt x="235302" y="42365"/>
                </a:lnTo>
                <a:lnTo>
                  <a:pt x="236636" y="41030"/>
                </a:lnTo>
                <a:lnTo>
                  <a:pt x="236636" y="43832"/>
                </a:lnTo>
                <a:lnTo>
                  <a:pt x="238604" y="45800"/>
                </a:lnTo>
                <a:lnTo>
                  <a:pt x="236736" y="45800"/>
                </a:lnTo>
                <a:close/>
                <a:moveTo>
                  <a:pt x="234768" y="41797"/>
                </a:moveTo>
                <a:lnTo>
                  <a:pt x="232733" y="41797"/>
                </a:lnTo>
                <a:lnTo>
                  <a:pt x="231332" y="40363"/>
                </a:lnTo>
                <a:lnTo>
                  <a:pt x="231332" y="38495"/>
                </a:lnTo>
                <a:lnTo>
                  <a:pt x="233300" y="40463"/>
                </a:lnTo>
                <a:lnTo>
                  <a:pt x="236069" y="40463"/>
                </a:lnTo>
                <a:close/>
                <a:moveTo>
                  <a:pt x="231332" y="24185"/>
                </a:moveTo>
                <a:lnTo>
                  <a:pt x="233601" y="21883"/>
                </a:lnTo>
                <a:lnTo>
                  <a:pt x="236870" y="21883"/>
                </a:lnTo>
                <a:lnTo>
                  <a:pt x="238538" y="23551"/>
                </a:lnTo>
                <a:lnTo>
                  <a:pt x="234301" y="23551"/>
                </a:lnTo>
                <a:lnTo>
                  <a:pt x="231332" y="26553"/>
                </a:lnTo>
                <a:close/>
                <a:moveTo>
                  <a:pt x="236636" y="20549"/>
                </a:moveTo>
                <a:lnTo>
                  <a:pt x="235302" y="19215"/>
                </a:lnTo>
                <a:lnTo>
                  <a:pt x="235302" y="17213"/>
                </a:lnTo>
                <a:lnTo>
                  <a:pt x="236736" y="15779"/>
                </a:lnTo>
                <a:lnTo>
                  <a:pt x="238604" y="15779"/>
                </a:lnTo>
                <a:lnTo>
                  <a:pt x="236636" y="17747"/>
                </a:lnTo>
                <a:close/>
                <a:moveTo>
                  <a:pt x="236736" y="15012"/>
                </a:moveTo>
                <a:lnTo>
                  <a:pt x="235302" y="13577"/>
                </a:lnTo>
                <a:lnTo>
                  <a:pt x="235302" y="11576"/>
                </a:lnTo>
                <a:lnTo>
                  <a:pt x="236636" y="10242"/>
                </a:lnTo>
                <a:lnTo>
                  <a:pt x="236636" y="13010"/>
                </a:lnTo>
                <a:lnTo>
                  <a:pt x="238604" y="14978"/>
                </a:lnTo>
                <a:lnTo>
                  <a:pt x="236736" y="14978"/>
                </a:lnTo>
                <a:close/>
                <a:moveTo>
                  <a:pt x="234768" y="11009"/>
                </a:moveTo>
                <a:lnTo>
                  <a:pt x="232733" y="11009"/>
                </a:lnTo>
                <a:lnTo>
                  <a:pt x="231332" y="9574"/>
                </a:lnTo>
                <a:lnTo>
                  <a:pt x="231332" y="7706"/>
                </a:lnTo>
                <a:lnTo>
                  <a:pt x="233300" y="9675"/>
                </a:lnTo>
                <a:lnTo>
                  <a:pt x="236069" y="9675"/>
                </a:lnTo>
                <a:close/>
                <a:moveTo>
                  <a:pt x="230532" y="6606"/>
                </a:moveTo>
                <a:lnTo>
                  <a:pt x="228230" y="8874"/>
                </a:lnTo>
                <a:lnTo>
                  <a:pt x="224995" y="8874"/>
                </a:lnTo>
                <a:lnTo>
                  <a:pt x="223327" y="7206"/>
                </a:lnTo>
                <a:lnTo>
                  <a:pt x="227396" y="7206"/>
                </a:lnTo>
                <a:lnTo>
                  <a:pt x="227663" y="7106"/>
                </a:lnTo>
                <a:lnTo>
                  <a:pt x="230532" y="4237"/>
                </a:lnTo>
                <a:close/>
                <a:moveTo>
                  <a:pt x="224427" y="9441"/>
                </a:moveTo>
                <a:lnTo>
                  <a:pt x="224427" y="12710"/>
                </a:lnTo>
                <a:lnTo>
                  <a:pt x="222126" y="15012"/>
                </a:lnTo>
                <a:lnTo>
                  <a:pt x="219757" y="15012"/>
                </a:lnTo>
                <a:lnTo>
                  <a:pt x="222760" y="12010"/>
                </a:lnTo>
                <a:lnTo>
                  <a:pt x="222760" y="7773"/>
                </a:lnTo>
                <a:close/>
                <a:moveTo>
                  <a:pt x="211285" y="15012"/>
                </a:moveTo>
                <a:lnTo>
                  <a:pt x="208916" y="15012"/>
                </a:lnTo>
                <a:lnTo>
                  <a:pt x="206648" y="12710"/>
                </a:lnTo>
                <a:lnTo>
                  <a:pt x="206648" y="9441"/>
                </a:lnTo>
                <a:lnTo>
                  <a:pt x="208316" y="7773"/>
                </a:lnTo>
                <a:lnTo>
                  <a:pt x="208316" y="12010"/>
                </a:lnTo>
                <a:close/>
                <a:moveTo>
                  <a:pt x="206081" y="8907"/>
                </a:moveTo>
                <a:lnTo>
                  <a:pt x="202812" y="8907"/>
                </a:lnTo>
                <a:lnTo>
                  <a:pt x="200544" y="6606"/>
                </a:lnTo>
                <a:lnTo>
                  <a:pt x="200544" y="4237"/>
                </a:lnTo>
                <a:lnTo>
                  <a:pt x="203412" y="7106"/>
                </a:lnTo>
                <a:lnTo>
                  <a:pt x="203679" y="7206"/>
                </a:lnTo>
                <a:lnTo>
                  <a:pt x="207749" y="7206"/>
                </a:lnTo>
                <a:close/>
                <a:moveTo>
                  <a:pt x="199743" y="6606"/>
                </a:moveTo>
                <a:lnTo>
                  <a:pt x="197441" y="8874"/>
                </a:lnTo>
                <a:lnTo>
                  <a:pt x="194206" y="8874"/>
                </a:lnTo>
                <a:lnTo>
                  <a:pt x="192538" y="7206"/>
                </a:lnTo>
                <a:lnTo>
                  <a:pt x="196741" y="7206"/>
                </a:lnTo>
                <a:lnTo>
                  <a:pt x="199743" y="4237"/>
                </a:lnTo>
                <a:close/>
                <a:moveTo>
                  <a:pt x="193639" y="9441"/>
                </a:moveTo>
                <a:lnTo>
                  <a:pt x="193639" y="12710"/>
                </a:lnTo>
                <a:lnTo>
                  <a:pt x="191337" y="15012"/>
                </a:lnTo>
                <a:lnTo>
                  <a:pt x="188969" y="15012"/>
                </a:lnTo>
                <a:lnTo>
                  <a:pt x="191971" y="12010"/>
                </a:lnTo>
                <a:lnTo>
                  <a:pt x="191971" y="7773"/>
                </a:lnTo>
                <a:close/>
                <a:moveTo>
                  <a:pt x="180496" y="15012"/>
                </a:moveTo>
                <a:lnTo>
                  <a:pt x="178128" y="15012"/>
                </a:lnTo>
                <a:lnTo>
                  <a:pt x="175826" y="12710"/>
                </a:lnTo>
                <a:lnTo>
                  <a:pt x="175826" y="9441"/>
                </a:lnTo>
                <a:lnTo>
                  <a:pt x="177527" y="7773"/>
                </a:lnTo>
                <a:lnTo>
                  <a:pt x="177527" y="12010"/>
                </a:lnTo>
                <a:close/>
                <a:moveTo>
                  <a:pt x="175292" y="8907"/>
                </a:moveTo>
                <a:lnTo>
                  <a:pt x="172023" y="8907"/>
                </a:lnTo>
                <a:lnTo>
                  <a:pt x="169755" y="6606"/>
                </a:lnTo>
                <a:lnTo>
                  <a:pt x="169755" y="4237"/>
                </a:lnTo>
                <a:lnTo>
                  <a:pt x="172724" y="7206"/>
                </a:lnTo>
                <a:lnTo>
                  <a:pt x="176960" y="7206"/>
                </a:lnTo>
                <a:close/>
                <a:moveTo>
                  <a:pt x="168954" y="6606"/>
                </a:moveTo>
                <a:lnTo>
                  <a:pt x="166653" y="8874"/>
                </a:lnTo>
                <a:lnTo>
                  <a:pt x="163417" y="8874"/>
                </a:lnTo>
                <a:lnTo>
                  <a:pt x="161716" y="7206"/>
                </a:lnTo>
                <a:lnTo>
                  <a:pt x="165786" y="7206"/>
                </a:lnTo>
                <a:lnTo>
                  <a:pt x="166086" y="7106"/>
                </a:lnTo>
                <a:lnTo>
                  <a:pt x="168954" y="4237"/>
                </a:lnTo>
                <a:close/>
                <a:moveTo>
                  <a:pt x="162850" y="9441"/>
                </a:moveTo>
                <a:lnTo>
                  <a:pt x="162850" y="12710"/>
                </a:lnTo>
                <a:lnTo>
                  <a:pt x="160548" y="15012"/>
                </a:lnTo>
                <a:lnTo>
                  <a:pt x="158180" y="15012"/>
                </a:lnTo>
                <a:lnTo>
                  <a:pt x="161182" y="12010"/>
                </a:lnTo>
                <a:lnTo>
                  <a:pt x="161182" y="7773"/>
                </a:lnTo>
                <a:close/>
                <a:moveTo>
                  <a:pt x="149707" y="15012"/>
                </a:moveTo>
                <a:lnTo>
                  <a:pt x="147339" y="15012"/>
                </a:lnTo>
                <a:lnTo>
                  <a:pt x="145037" y="12710"/>
                </a:lnTo>
                <a:lnTo>
                  <a:pt x="145037" y="9441"/>
                </a:lnTo>
                <a:lnTo>
                  <a:pt x="146739" y="7773"/>
                </a:lnTo>
                <a:lnTo>
                  <a:pt x="146739" y="12010"/>
                </a:lnTo>
                <a:close/>
                <a:moveTo>
                  <a:pt x="144504" y="8907"/>
                </a:moveTo>
                <a:lnTo>
                  <a:pt x="141235" y="8907"/>
                </a:lnTo>
                <a:lnTo>
                  <a:pt x="138933" y="6606"/>
                </a:lnTo>
                <a:lnTo>
                  <a:pt x="138933" y="4237"/>
                </a:lnTo>
                <a:lnTo>
                  <a:pt x="141835" y="7106"/>
                </a:lnTo>
                <a:lnTo>
                  <a:pt x="142102" y="7206"/>
                </a:lnTo>
                <a:lnTo>
                  <a:pt x="146172" y="7206"/>
                </a:lnTo>
                <a:close/>
                <a:moveTo>
                  <a:pt x="138166" y="6606"/>
                </a:moveTo>
                <a:lnTo>
                  <a:pt x="135864" y="8874"/>
                </a:lnTo>
                <a:lnTo>
                  <a:pt x="132629" y="8874"/>
                </a:lnTo>
                <a:lnTo>
                  <a:pt x="130927" y="7206"/>
                </a:lnTo>
                <a:lnTo>
                  <a:pt x="135164" y="7206"/>
                </a:lnTo>
                <a:lnTo>
                  <a:pt x="138166" y="4237"/>
                </a:lnTo>
                <a:close/>
                <a:moveTo>
                  <a:pt x="132061" y="9441"/>
                </a:moveTo>
                <a:lnTo>
                  <a:pt x="132061" y="12710"/>
                </a:lnTo>
                <a:lnTo>
                  <a:pt x="129760" y="15012"/>
                </a:lnTo>
                <a:lnTo>
                  <a:pt x="127391" y="15012"/>
                </a:lnTo>
                <a:lnTo>
                  <a:pt x="130394" y="12010"/>
                </a:lnTo>
                <a:lnTo>
                  <a:pt x="130394" y="7773"/>
                </a:lnTo>
                <a:close/>
                <a:moveTo>
                  <a:pt x="118919" y="15012"/>
                </a:moveTo>
                <a:lnTo>
                  <a:pt x="116550" y="15012"/>
                </a:lnTo>
                <a:lnTo>
                  <a:pt x="114249" y="12710"/>
                </a:lnTo>
                <a:lnTo>
                  <a:pt x="114249" y="9441"/>
                </a:lnTo>
                <a:lnTo>
                  <a:pt x="115950" y="7773"/>
                </a:lnTo>
                <a:lnTo>
                  <a:pt x="115950" y="12010"/>
                </a:lnTo>
                <a:close/>
                <a:moveTo>
                  <a:pt x="113682" y="8907"/>
                </a:moveTo>
                <a:lnTo>
                  <a:pt x="110446" y="8907"/>
                </a:lnTo>
                <a:lnTo>
                  <a:pt x="108144" y="6606"/>
                </a:lnTo>
                <a:lnTo>
                  <a:pt x="108144" y="4237"/>
                </a:lnTo>
                <a:lnTo>
                  <a:pt x="111147" y="7206"/>
                </a:lnTo>
                <a:lnTo>
                  <a:pt x="115383" y="7206"/>
                </a:lnTo>
                <a:close/>
                <a:moveTo>
                  <a:pt x="107377" y="6606"/>
                </a:moveTo>
                <a:lnTo>
                  <a:pt x="105076" y="8874"/>
                </a:lnTo>
                <a:lnTo>
                  <a:pt x="101840" y="8874"/>
                </a:lnTo>
                <a:lnTo>
                  <a:pt x="100139" y="7206"/>
                </a:lnTo>
                <a:lnTo>
                  <a:pt x="104208" y="7206"/>
                </a:lnTo>
                <a:lnTo>
                  <a:pt x="104475" y="7106"/>
                </a:lnTo>
                <a:lnTo>
                  <a:pt x="107377" y="4237"/>
                </a:lnTo>
                <a:lnTo>
                  <a:pt x="107377" y="6606"/>
                </a:lnTo>
                <a:close/>
                <a:moveTo>
                  <a:pt x="101273" y="9441"/>
                </a:moveTo>
                <a:lnTo>
                  <a:pt x="101273" y="12710"/>
                </a:lnTo>
                <a:lnTo>
                  <a:pt x="98971" y="15012"/>
                </a:lnTo>
                <a:lnTo>
                  <a:pt x="96603" y="15012"/>
                </a:lnTo>
                <a:lnTo>
                  <a:pt x="99605" y="12010"/>
                </a:lnTo>
                <a:lnTo>
                  <a:pt x="99605" y="7773"/>
                </a:lnTo>
                <a:close/>
                <a:moveTo>
                  <a:pt x="88130" y="15012"/>
                </a:moveTo>
                <a:lnTo>
                  <a:pt x="85762" y="15012"/>
                </a:lnTo>
                <a:lnTo>
                  <a:pt x="83460" y="12710"/>
                </a:lnTo>
                <a:lnTo>
                  <a:pt x="83460" y="9441"/>
                </a:lnTo>
                <a:lnTo>
                  <a:pt x="85128" y="7773"/>
                </a:lnTo>
                <a:lnTo>
                  <a:pt x="85128" y="12010"/>
                </a:lnTo>
                <a:close/>
                <a:moveTo>
                  <a:pt x="82893" y="8907"/>
                </a:moveTo>
                <a:lnTo>
                  <a:pt x="79657" y="8907"/>
                </a:lnTo>
                <a:lnTo>
                  <a:pt x="77356" y="6606"/>
                </a:lnTo>
                <a:lnTo>
                  <a:pt x="77356" y="4237"/>
                </a:lnTo>
                <a:lnTo>
                  <a:pt x="80224" y="7106"/>
                </a:lnTo>
                <a:lnTo>
                  <a:pt x="80525" y="7206"/>
                </a:lnTo>
                <a:lnTo>
                  <a:pt x="84594" y="7206"/>
                </a:lnTo>
                <a:close/>
                <a:moveTo>
                  <a:pt x="76589" y="6606"/>
                </a:moveTo>
                <a:lnTo>
                  <a:pt x="74287" y="8874"/>
                </a:lnTo>
                <a:lnTo>
                  <a:pt x="71018" y="8874"/>
                </a:lnTo>
                <a:lnTo>
                  <a:pt x="69350" y="7206"/>
                </a:lnTo>
                <a:lnTo>
                  <a:pt x="73586" y="7206"/>
                </a:lnTo>
                <a:lnTo>
                  <a:pt x="76589" y="4237"/>
                </a:lnTo>
                <a:close/>
                <a:moveTo>
                  <a:pt x="70484" y="9441"/>
                </a:moveTo>
                <a:lnTo>
                  <a:pt x="70484" y="12710"/>
                </a:lnTo>
                <a:lnTo>
                  <a:pt x="68183" y="15012"/>
                </a:lnTo>
                <a:lnTo>
                  <a:pt x="65814" y="15012"/>
                </a:lnTo>
                <a:lnTo>
                  <a:pt x="68816" y="12010"/>
                </a:lnTo>
                <a:lnTo>
                  <a:pt x="68816" y="7773"/>
                </a:lnTo>
                <a:close/>
                <a:moveTo>
                  <a:pt x="57341" y="15012"/>
                </a:moveTo>
                <a:lnTo>
                  <a:pt x="54973" y="15012"/>
                </a:lnTo>
                <a:lnTo>
                  <a:pt x="52671" y="12710"/>
                </a:lnTo>
                <a:lnTo>
                  <a:pt x="52671" y="9441"/>
                </a:lnTo>
                <a:lnTo>
                  <a:pt x="54339" y="7773"/>
                </a:lnTo>
                <a:lnTo>
                  <a:pt x="54339" y="12010"/>
                </a:lnTo>
                <a:close/>
                <a:moveTo>
                  <a:pt x="52104" y="8907"/>
                </a:moveTo>
                <a:lnTo>
                  <a:pt x="48869" y="8907"/>
                </a:lnTo>
                <a:lnTo>
                  <a:pt x="46567" y="6606"/>
                </a:lnTo>
                <a:lnTo>
                  <a:pt x="46567" y="4237"/>
                </a:lnTo>
                <a:lnTo>
                  <a:pt x="49569" y="7206"/>
                </a:lnTo>
                <a:lnTo>
                  <a:pt x="53806" y="7206"/>
                </a:lnTo>
                <a:close/>
                <a:moveTo>
                  <a:pt x="45767" y="6606"/>
                </a:moveTo>
                <a:lnTo>
                  <a:pt x="43498" y="8874"/>
                </a:lnTo>
                <a:lnTo>
                  <a:pt x="40229" y="8874"/>
                </a:lnTo>
                <a:lnTo>
                  <a:pt x="38561" y="7206"/>
                </a:lnTo>
                <a:lnTo>
                  <a:pt x="42631" y="7206"/>
                </a:lnTo>
                <a:lnTo>
                  <a:pt x="42898" y="7106"/>
                </a:lnTo>
                <a:lnTo>
                  <a:pt x="45767" y="4237"/>
                </a:lnTo>
                <a:close/>
                <a:moveTo>
                  <a:pt x="39696" y="9441"/>
                </a:moveTo>
                <a:lnTo>
                  <a:pt x="39696" y="12710"/>
                </a:lnTo>
                <a:lnTo>
                  <a:pt x="37394" y="15012"/>
                </a:lnTo>
                <a:lnTo>
                  <a:pt x="35026" y="15012"/>
                </a:lnTo>
                <a:lnTo>
                  <a:pt x="37994" y="12010"/>
                </a:lnTo>
                <a:lnTo>
                  <a:pt x="37994" y="7773"/>
                </a:lnTo>
                <a:close/>
                <a:moveTo>
                  <a:pt x="26553" y="15012"/>
                </a:moveTo>
                <a:lnTo>
                  <a:pt x="24184" y="15012"/>
                </a:lnTo>
                <a:lnTo>
                  <a:pt x="21883" y="12710"/>
                </a:lnTo>
                <a:lnTo>
                  <a:pt x="21883" y="9441"/>
                </a:lnTo>
                <a:lnTo>
                  <a:pt x="23551" y="7773"/>
                </a:lnTo>
                <a:lnTo>
                  <a:pt x="23551" y="12010"/>
                </a:lnTo>
                <a:close/>
                <a:moveTo>
                  <a:pt x="21316" y="8907"/>
                </a:moveTo>
                <a:lnTo>
                  <a:pt x="18080" y="8907"/>
                </a:lnTo>
                <a:lnTo>
                  <a:pt x="15778" y="6606"/>
                </a:lnTo>
                <a:lnTo>
                  <a:pt x="15778" y="4237"/>
                </a:lnTo>
                <a:lnTo>
                  <a:pt x="18647" y="7106"/>
                </a:lnTo>
                <a:lnTo>
                  <a:pt x="18914" y="7206"/>
                </a:lnTo>
                <a:lnTo>
                  <a:pt x="22984" y="7206"/>
                </a:lnTo>
                <a:close/>
                <a:moveTo>
                  <a:pt x="14978" y="6606"/>
                </a:moveTo>
                <a:lnTo>
                  <a:pt x="12710" y="8874"/>
                </a:lnTo>
                <a:lnTo>
                  <a:pt x="9441" y="8874"/>
                </a:lnTo>
                <a:lnTo>
                  <a:pt x="7773" y="7206"/>
                </a:lnTo>
                <a:lnTo>
                  <a:pt x="12009" y="7206"/>
                </a:lnTo>
                <a:lnTo>
                  <a:pt x="14978" y="4237"/>
                </a:lnTo>
                <a:lnTo>
                  <a:pt x="14978" y="6606"/>
                </a:lnTo>
                <a:close/>
                <a:moveTo>
                  <a:pt x="9441" y="21883"/>
                </a:moveTo>
                <a:lnTo>
                  <a:pt x="12710" y="21883"/>
                </a:lnTo>
                <a:lnTo>
                  <a:pt x="14978" y="24185"/>
                </a:lnTo>
                <a:lnTo>
                  <a:pt x="14978" y="26553"/>
                </a:lnTo>
                <a:lnTo>
                  <a:pt x="12009" y="23551"/>
                </a:lnTo>
                <a:lnTo>
                  <a:pt x="7773" y="23551"/>
                </a:lnTo>
                <a:close/>
                <a:moveTo>
                  <a:pt x="14978" y="33892"/>
                </a:moveTo>
                <a:lnTo>
                  <a:pt x="11675" y="37228"/>
                </a:lnTo>
                <a:lnTo>
                  <a:pt x="6972" y="37228"/>
                </a:lnTo>
                <a:lnTo>
                  <a:pt x="5438" y="35693"/>
                </a:lnTo>
                <a:lnTo>
                  <a:pt x="11042" y="35693"/>
                </a:lnTo>
                <a:lnTo>
                  <a:pt x="14978" y="31757"/>
                </a:lnTo>
                <a:lnTo>
                  <a:pt x="14978" y="33892"/>
                </a:lnTo>
                <a:close/>
                <a:moveTo>
                  <a:pt x="7206" y="42631"/>
                </a:moveTo>
                <a:lnTo>
                  <a:pt x="7206" y="38562"/>
                </a:lnTo>
                <a:lnTo>
                  <a:pt x="8873" y="40230"/>
                </a:lnTo>
                <a:lnTo>
                  <a:pt x="8873" y="43499"/>
                </a:lnTo>
                <a:lnTo>
                  <a:pt x="6605" y="45800"/>
                </a:lnTo>
                <a:lnTo>
                  <a:pt x="4237" y="45800"/>
                </a:lnTo>
                <a:lnTo>
                  <a:pt x="7106" y="42932"/>
                </a:lnTo>
                <a:close/>
                <a:moveTo>
                  <a:pt x="6605" y="46568"/>
                </a:moveTo>
                <a:lnTo>
                  <a:pt x="8873" y="48869"/>
                </a:lnTo>
                <a:lnTo>
                  <a:pt x="8873" y="52105"/>
                </a:lnTo>
                <a:lnTo>
                  <a:pt x="7206" y="53806"/>
                </a:lnTo>
                <a:lnTo>
                  <a:pt x="7206" y="49570"/>
                </a:lnTo>
                <a:lnTo>
                  <a:pt x="4203" y="46568"/>
                </a:lnTo>
                <a:close/>
                <a:moveTo>
                  <a:pt x="9441" y="52672"/>
                </a:moveTo>
                <a:lnTo>
                  <a:pt x="12710" y="52672"/>
                </a:lnTo>
                <a:lnTo>
                  <a:pt x="14978" y="54974"/>
                </a:lnTo>
                <a:lnTo>
                  <a:pt x="14978" y="57342"/>
                </a:lnTo>
                <a:lnTo>
                  <a:pt x="12009" y="54340"/>
                </a:lnTo>
                <a:lnTo>
                  <a:pt x="7773" y="54340"/>
                </a:lnTo>
                <a:close/>
                <a:moveTo>
                  <a:pt x="14978" y="64714"/>
                </a:moveTo>
                <a:lnTo>
                  <a:pt x="11675" y="68016"/>
                </a:lnTo>
                <a:lnTo>
                  <a:pt x="6972" y="68016"/>
                </a:lnTo>
                <a:lnTo>
                  <a:pt x="5438" y="66482"/>
                </a:lnTo>
                <a:lnTo>
                  <a:pt x="11042" y="66482"/>
                </a:lnTo>
                <a:lnTo>
                  <a:pt x="14978" y="62546"/>
                </a:lnTo>
                <a:lnTo>
                  <a:pt x="14978" y="64714"/>
                </a:lnTo>
                <a:close/>
                <a:moveTo>
                  <a:pt x="7206" y="69351"/>
                </a:moveTo>
                <a:lnTo>
                  <a:pt x="8873" y="71052"/>
                </a:lnTo>
                <a:lnTo>
                  <a:pt x="8873" y="74287"/>
                </a:lnTo>
                <a:lnTo>
                  <a:pt x="6605" y="76589"/>
                </a:lnTo>
                <a:lnTo>
                  <a:pt x="4237" y="76589"/>
                </a:lnTo>
                <a:lnTo>
                  <a:pt x="7206" y="73587"/>
                </a:lnTo>
                <a:lnTo>
                  <a:pt x="7206" y="69351"/>
                </a:lnTo>
                <a:close/>
                <a:moveTo>
                  <a:pt x="9441" y="83461"/>
                </a:moveTo>
                <a:lnTo>
                  <a:pt x="12710" y="83461"/>
                </a:lnTo>
                <a:lnTo>
                  <a:pt x="14978" y="85762"/>
                </a:lnTo>
                <a:lnTo>
                  <a:pt x="14978" y="88131"/>
                </a:lnTo>
                <a:lnTo>
                  <a:pt x="12009" y="85129"/>
                </a:lnTo>
                <a:lnTo>
                  <a:pt x="7773" y="85129"/>
                </a:lnTo>
                <a:close/>
                <a:moveTo>
                  <a:pt x="14978" y="95503"/>
                </a:moveTo>
                <a:lnTo>
                  <a:pt x="11675" y="98805"/>
                </a:lnTo>
                <a:lnTo>
                  <a:pt x="6972" y="98805"/>
                </a:lnTo>
                <a:lnTo>
                  <a:pt x="5438" y="97271"/>
                </a:lnTo>
                <a:lnTo>
                  <a:pt x="11042" y="97271"/>
                </a:lnTo>
                <a:lnTo>
                  <a:pt x="14978" y="93334"/>
                </a:lnTo>
                <a:lnTo>
                  <a:pt x="14978" y="95503"/>
                </a:lnTo>
                <a:close/>
                <a:moveTo>
                  <a:pt x="7206" y="104209"/>
                </a:moveTo>
                <a:lnTo>
                  <a:pt x="7206" y="100139"/>
                </a:lnTo>
                <a:lnTo>
                  <a:pt x="8873" y="101840"/>
                </a:lnTo>
                <a:lnTo>
                  <a:pt x="8873" y="105076"/>
                </a:lnTo>
                <a:lnTo>
                  <a:pt x="6605" y="107378"/>
                </a:lnTo>
                <a:lnTo>
                  <a:pt x="4237" y="107378"/>
                </a:lnTo>
                <a:lnTo>
                  <a:pt x="7106" y="104509"/>
                </a:lnTo>
                <a:close/>
                <a:moveTo>
                  <a:pt x="6605" y="108178"/>
                </a:moveTo>
                <a:lnTo>
                  <a:pt x="8873" y="110447"/>
                </a:lnTo>
                <a:lnTo>
                  <a:pt x="8873" y="113716"/>
                </a:lnTo>
                <a:lnTo>
                  <a:pt x="7206" y="115384"/>
                </a:lnTo>
                <a:lnTo>
                  <a:pt x="7206" y="111147"/>
                </a:lnTo>
                <a:lnTo>
                  <a:pt x="4203" y="108145"/>
                </a:lnTo>
                <a:lnTo>
                  <a:pt x="6605" y="108145"/>
                </a:lnTo>
                <a:close/>
                <a:moveTo>
                  <a:pt x="9441" y="114249"/>
                </a:moveTo>
                <a:lnTo>
                  <a:pt x="12710" y="114249"/>
                </a:lnTo>
                <a:lnTo>
                  <a:pt x="14978" y="116551"/>
                </a:lnTo>
                <a:lnTo>
                  <a:pt x="14978" y="118919"/>
                </a:lnTo>
                <a:lnTo>
                  <a:pt x="12009" y="115951"/>
                </a:lnTo>
                <a:lnTo>
                  <a:pt x="7773" y="115951"/>
                </a:lnTo>
                <a:close/>
                <a:moveTo>
                  <a:pt x="15778" y="116551"/>
                </a:moveTo>
                <a:lnTo>
                  <a:pt x="18080" y="114249"/>
                </a:lnTo>
                <a:lnTo>
                  <a:pt x="21316" y="114249"/>
                </a:lnTo>
                <a:lnTo>
                  <a:pt x="22984" y="115951"/>
                </a:lnTo>
                <a:lnTo>
                  <a:pt x="18947" y="115951"/>
                </a:lnTo>
                <a:lnTo>
                  <a:pt x="18647" y="116051"/>
                </a:lnTo>
                <a:lnTo>
                  <a:pt x="15778" y="118919"/>
                </a:lnTo>
                <a:close/>
                <a:moveTo>
                  <a:pt x="21883" y="113716"/>
                </a:moveTo>
                <a:lnTo>
                  <a:pt x="21883" y="110447"/>
                </a:lnTo>
                <a:lnTo>
                  <a:pt x="24184" y="108178"/>
                </a:lnTo>
                <a:lnTo>
                  <a:pt x="26553" y="108178"/>
                </a:lnTo>
                <a:lnTo>
                  <a:pt x="23551" y="111147"/>
                </a:lnTo>
                <a:lnTo>
                  <a:pt x="23551" y="115384"/>
                </a:lnTo>
                <a:close/>
                <a:moveTo>
                  <a:pt x="35026" y="108178"/>
                </a:moveTo>
                <a:lnTo>
                  <a:pt x="37394" y="108178"/>
                </a:lnTo>
                <a:lnTo>
                  <a:pt x="39696" y="110447"/>
                </a:lnTo>
                <a:lnTo>
                  <a:pt x="39696" y="113716"/>
                </a:lnTo>
                <a:lnTo>
                  <a:pt x="37994" y="115384"/>
                </a:lnTo>
                <a:lnTo>
                  <a:pt x="37994" y="111147"/>
                </a:lnTo>
                <a:close/>
                <a:moveTo>
                  <a:pt x="40229" y="114249"/>
                </a:moveTo>
                <a:lnTo>
                  <a:pt x="43498" y="114249"/>
                </a:lnTo>
                <a:lnTo>
                  <a:pt x="45767" y="116551"/>
                </a:lnTo>
                <a:lnTo>
                  <a:pt x="45767" y="118919"/>
                </a:lnTo>
                <a:lnTo>
                  <a:pt x="42898" y="116051"/>
                </a:lnTo>
                <a:lnTo>
                  <a:pt x="42631" y="115951"/>
                </a:lnTo>
                <a:lnTo>
                  <a:pt x="38561" y="115951"/>
                </a:lnTo>
                <a:close/>
                <a:moveTo>
                  <a:pt x="46567" y="116551"/>
                </a:moveTo>
                <a:lnTo>
                  <a:pt x="48869" y="114249"/>
                </a:lnTo>
                <a:lnTo>
                  <a:pt x="52104" y="114249"/>
                </a:lnTo>
                <a:lnTo>
                  <a:pt x="53806" y="115951"/>
                </a:lnTo>
                <a:lnTo>
                  <a:pt x="49569" y="115951"/>
                </a:lnTo>
                <a:lnTo>
                  <a:pt x="46567" y="118919"/>
                </a:lnTo>
                <a:close/>
                <a:moveTo>
                  <a:pt x="52671" y="113716"/>
                </a:moveTo>
                <a:lnTo>
                  <a:pt x="52671" y="110447"/>
                </a:lnTo>
                <a:lnTo>
                  <a:pt x="54973" y="108178"/>
                </a:lnTo>
                <a:lnTo>
                  <a:pt x="57341" y="108178"/>
                </a:lnTo>
                <a:lnTo>
                  <a:pt x="54339" y="111147"/>
                </a:lnTo>
                <a:lnTo>
                  <a:pt x="54339" y="115384"/>
                </a:lnTo>
                <a:close/>
                <a:moveTo>
                  <a:pt x="65814" y="108178"/>
                </a:moveTo>
                <a:lnTo>
                  <a:pt x="68183" y="108178"/>
                </a:lnTo>
                <a:lnTo>
                  <a:pt x="70484" y="110447"/>
                </a:lnTo>
                <a:lnTo>
                  <a:pt x="70484" y="113716"/>
                </a:lnTo>
                <a:lnTo>
                  <a:pt x="68783" y="115384"/>
                </a:lnTo>
                <a:lnTo>
                  <a:pt x="68783" y="111147"/>
                </a:lnTo>
                <a:close/>
                <a:moveTo>
                  <a:pt x="71018" y="114249"/>
                </a:moveTo>
                <a:lnTo>
                  <a:pt x="74287" y="114249"/>
                </a:lnTo>
                <a:lnTo>
                  <a:pt x="76555" y="116551"/>
                </a:lnTo>
                <a:lnTo>
                  <a:pt x="76555" y="118919"/>
                </a:lnTo>
                <a:lnTo>
                  <a:pt x="73586" y="115951"/>
                </a:lnTo>
                <a:lnTo>
                  <a:pt x="69350" y="115951"/>
                </a:lnTo>
                <a:close/>
                <a:moveTo>
                  <a:pt x="77356" y="116551"/>
                </a:moveTo>
                <a:lnTo>
                  <a:pt x="79657" y="114249"/>
                </a:lnTo>
                <a:lnTo>
                  <a:pt x="82893" y="114249"/>
                </a:lnTo>
                <a:lnTo>
                  <a:pt x="84594" y="115951"/>
                </a:lnTo>
                <a:lnTo>
                  <a:pt x="80525" y="115951"/>
                </a:lnTo>
                <a:lnTo>
                  <a:pt x="80224" y="116051"/>
                </a:lnTo>
                <a:lnTo>
                  <a:pt x="77356" y="118919"/>
                </a:lnTo>
                <a:lnTo>
                  <a:pt x="77356" y="116551"/>
                </a:lnTo>
                <a:close/>
                <a:moveTo>
                  <a:pt x="83460" y="113716"/>
                </a:moveTo>
                <a:lnTo>
                  <a:pt x="83460" y="110447"/>
                </a:lnTo>
                <a:lnTo>
                  <a:pt x="85762" y="108178"/>
                </a:lnTo>
                <a:lnTo>
                  <a:pt x="88130" y="108178"/>
                </a:lnTo>
                <a:lnTo>
                  <a:pt x="85128" y="111147"/>
                </a:lnTo>
                <a:lnTo>
                  <a:pt x="85128" y="115384"/>
                </a:lnTo>
                <a:close/>
                <a:moveTo>
                  <a:pt x="96603" y="108178"/>
                </a:moveTo>
                <a:lnTo>
                  <a:pt x="98971" y="108178"/>
                </a:lnTo>
                <a:lnTo>
                  <a:pt x="101273" y="110447"/>
                </a:lnTo>
                <a:lnTo>
                  <a:pt x="101273" y="113716"/>
                </a:lnTo>
                <a:lnTo>
                  <a:pt x="99605" y="115384"/>
                </a:lnTo>
                <a:lnTo>
                  <a:pt x="99605" y="111147"/>
                </a:lnTo>
                <a:close/>
                <a:moveTo>
                  <a:pt x="101840" y="114249"/>
                </a:moveTo>
                <a:lnTo>
                  <a:pt x="105076" y="114249"/>
                </a:lnTo>
                <a:lnTo>
                  <a:pt x="107377" y="116551"/>
                </a:lnTo>
                <a:lnTo>
                  <a:pt x="107377" y="118919"/>
                </a:lnTo>
                <a:lnTo>
                  <a:pt x="104508" y="116051"/>
                </a:lnTo>
                <a:lnTo>
                  <a:pt x="104208" y="115951"/>
                </a:lnTo>
                <a:lnTo>
                  <a:pt x="100139" y="115951"/>
                </a:lnTo>
                <a:close/>
                <a:moveTo>
                  <a:pt x="108144" y="116551"/>
                </a:moveTo>
                <a:lnTo>
                  <a:pt x="110446" y="114249"/>
                </a:lnTo>
                <a:lnTo>
                  <a:pt x="113682" y="114249"/>
                </a:lnTo>
                <a:lnTo>
                  <a:pt x="115383" y="115951"/>
                </a:lnTo>
                <a:lnTo>
                  <a:pt x="111147" y="115951"/>
                </a:lnTo>
                <a:lnTo>
                  <a:pt x="108144" y="118919"/>
                </a:lnTo>
                <a:close/>
                <a:moveTo>
                  <a:pt x="114249" y="113716"/>
                </a:moveTo>
                <a:lnTo>
                  <a:pt x="114249" y="110447"/>
                </a:lnTo>
                <a:lnTo>
                  <a:pt x="116550" y="108178"/>
                </a:lnTo>
                <a:lnTo>
                  <a:pt x="118919" y="108178"/>
                </a:lnTo>
                <a:lnTo>
                  <a:pt x="115917" y="111147"/>
                </a:lnTo>
                <a:lnTo>
                  <a:pt x="115917" y="115384"/>
                </a:lnTo>
                <a:close/>
                <a:moveTo>
                  <a:pt x="127391" y="108178"/>
                </a:moveTo>
                <a:lnTo>
                  <a:pt x="129760" y="108178"/>
                </a:lnTo>
                <a:lnTo>
                  <a:pt x="132061" y="110447"/>
                </a:lnTo>
                <a:lnTo>
                  <a:pt x="132061" y="113716"/>
                </a:lnTo>
                <a:lnTo>
                  <a:pt x="130394" y="115384"/>
                </a:lnTo>
                <a:lnTo>
                  <a:pt x="130394" y="111147"/>
                </a:lnTo>
                <a:close/>
                <a:moveTo>
                  <a:pt x="132629" y="114249"/>
                </a:moveTo>
                <a:lnTo>
                  <a:pt x="135864" y="114249"/>
                </a:lnTo>
                <a:lnTo>
                  <a:pt x="138166" y="116551"/>
                </a:lnTo>
                <a:lnTo>
                  <a:pt x="138166" y="118919"/>
                </a:lnTo>
                <a:lnTo>
                  <a:pt x="135164" y="115951"/>
                </a:lnTo>
                <a:lnTo>
                  <a:pt x="130927" y="115951"/>
                </a:lnTo>
                <a:close/>
                <a:moveTo>
                  <a:pt x="138933" y="116551"/>
                </a:moveTo>
                <a:lnTo>
                  <a:pt x="141235" y="114249"/>
                </a:lnTo>
                <a:lnTo>
                  <a:pt x="144504" y="114249"/>
                </a:lnTo>
                <a:lnTo>
                  <a:pt x="146172" y="115951"/>
                </a:lnTo>
                <a:lnTo>
                  <a:pt x="142102" y="115951"/>
                </a:lnTo>
                <a:lnTo>
                  <a:pt x="141835" y="116051"/>
                </a:lnTo>
                <a:lnTo>
                  <a:pt x="138933" y="118919"/>
                </a:lnTo>
                <a:close/>
                <a:moveTo>
                  <a:pt x="145037" y="113716"/>
                </a:moveTo>
                <a:lnTo>
                  <a:pt x="145037" y="110447"/>
                </a:lnTo>
                <a:lnTo>
                  <a:pt x="147339" y="108178"/>
                </a:lnTo>
                <a:lnTo>
                  <a:pt x="149707" y="108178"/>
                </a:lnTo>
                <a:lnTo>
                  <a:pt x="146705" y="111147"/>
                </a:lnTo>
                <a:lnTo>
                  <a:pt x="146705" y="115384"/>
                </a:lnTo>
                <a:close/>
                <a:moveTo>
                  <a:pt x="158180" y="108178"/>
                </a:moveTo>
                <a:lnTo>
                  <a:pt x="160548" y="108178"/>
                </a:lnTo>
                <a:lnTo>
                  <a:pt x="162850" y="110447"/>
                </a:lnTo>
                <a:lnTo>
                  <a:pt x="162850" y="113716"/>
                </a:lnTo>
                <a:lnTo>
                  <a:pt x="161182" y="115384"/>
                </a:lnTo>
                <a:lnTo>
                  <a:pt x="161182" y="111147"/>
                </a:lnTo>
                <a:close/>
                <a:moveTo>
                  <a:pt x="163417" y="114249"/>
                </a:moveTo>
                <a:lnTo>
                  <a:pt x="166653" y="114249"/>
                </a:lnTo>
                <a:lnTo>
                  <a:pt x="168954" y="116551"/>
                </a:lnTo>
                <a:lnTo>
                  <a:pt x="168954" y="118919"/>
                </a:lnTo>
                <a:lnTo>
                  <a:pt x="166086" y="116051"/>
                </a:lnTo>
                <a:lnTo>
                  <a:pt x="165786" y="115951"/>
                </a:lnTo>
                <a:lnTo>
                  <a:pt x="161716" y="115951"/>
                </a:lnTo>
                <a:close/>
                <a:moveTo>
                  <a:pt x="169755" y="116551"/>
                </a:moveTo>
                <a:lnTo>
                  <a:pt x="172023" y="114249"/>
                </a:lnTo>
                <a:lnTo>
                  <a:pt x="175292" y="114249"/>
                </a:lnTo>
                <a:lnTo>
                  <a:pt x="176960" y="115951"/>
                </a:lnTo>
                <a:lnTo>
                  <a:pt x="172724" y="115951"/>
                </a:lnTo>
                <a:lnTo>
                  <a:pt x="169722" y="118919"/>
                </a:lnTo>
                <a:lnTo>
                  <a:pt x="169722" y="116551"/>
                </a:lnTo>
                <a:close/>
                <a:moveTo>
                  <a:pt x="175826" y="113716"/>
                </a:moveTo>
                <a:lnTo>
                  <a:pt x="175826" y="110447"/>
                </a:lnTo>
                <a:lnTo>
                  <a:pt x="178128" y="108178"/>
                </a:lnTo>
                <a:lnTo>
                  <a:pt x="180496" y="108178"/>
                </a:lnTo>
                <a:lnTo>
                  <a:pt x="177527" y="111147"/>
                </a:lnTo>
                <a:lnTo>
                  <a:pt x="177527" y="115384"/>
                </a:lnTo>
                <a:close/>
                <a:moveTo>
                  <a:pt x="188969" y="108178"/>
                </a:moveTo>
                <a:lnTo>
                  <a:pt x="191337" y="108178"/>
                </a:lnTo>
                <a:lnTo>
                  <a:pt x="193639" y="110447"/>
                </a:lnTo>
                <a:lnTo>
                  <a:pt x="193639" y="113716"/>
                </a:lnTo>
                <a:lnTo>
                  <a:pt x="191971" y="115384"/>
                </a:lnTo>
                <a:lnTo>
                  <a:pt x="191971" y="111147"/>
                </a:lnTo>
                <a:close/>
                <a:moveTo>
                  <a:pt x="194206" y="114249"/>
                </a:moveTo>
                <a:lnTo>
                  <a:pt x="197441" y="114249"/>
                </a:lnTo>
                <a:lnTo>
                  <a:pt x="199743" y="116551"/>
                </a:lnTo>
                <a:lnTo>
                  <a:pt x="199743" y="118919"/>
                </a:lnTo>
                <a:lnTo>
                  <a:pt x="196741" y="115951"/>
                </a:lnTo>
                <a:lnTo>
                  <a:pt x="192538" y="115951"/>
                </a:lnTo>
                <a:close/>
                <a:moveTo>
                  <a:pt x="200544" y="116551"/>
                </a:moveTo>
                <a:lnTo>
                  <a:pt x="202812" y="114249"/>
                </a:lnTo>
                <a:lnTo>
                  <a:pt x="206081" y="114249"/>
                </a:lnTo>
                <a:lnTo>
                  <a:pt x="207749" y="115951"/>
                </a:lnTo>
                <a:lnTo>
                  <a:pt x="203679" y="115951"/>
                </a:lnTo>
                <a:lnTo>
                  <a:pt x="203412" y="116051"/>
                </a:lnTo>
                <a:lnTo>
                  <a:pt x="200544" y="118919"/>
                </a:lnTo>
                <a:close/>
                <a:moveTo>
                  <a:pt x="206648" y="113716"/>
                </a:moveTo>
                <a:lnTo>
                  <a:pt x="206648" y="110447"/>
                </a:lnTo>
                <a:lnTo>
                  <a:pt x="208916" y="108178"/>
                </a:lnTo>
                <a:lnTo>
                  <a:pt x="211285" y="108178"/>
                </a:lnTo>
                <a:lnTo>
                  <a:pt x="208316" y="111147"/>
                </a:lnTo>
                <a:lnTo>
                  <a:pt x="208316" y="115384"/>
                </a:lnTo>
                <a:close/>
                <a:moveTo>
                  <a:pt x="219757" y="108178"/>
                </a:moveTo>
                <a:lnTo>
                  <a:pt x="222126" y="108178"/>
                </a:lnTo>
                <a:lnTo>
                  <a:pt x="224427" y="110447"/>
                </a:lnTo>
                <a:lnTo>
                  <a:pt x="224427" y="113716"/>
                </a:lnTo>
                <a:lnTo>
                  <a:pt x="222760" y="115384"/>
                </a:lnTo>
                <a:lnTo>
                  <a:pt x="222760" y="111147"/>
                </a:lnTo>
                <a:close/>
                <a:moveTo>
                  <a:pt x="224995" y="114249"/>
                </a:moveTo>
                <a:lnTo>
                  <a:pt x="228230" y="114249"/>
                </a:lnTo>
                <a:lnTo>
                  <a:pt x="230532" y="116551"/>
                </a:lnTo>
                <a:lnTo>
                  <a:pt x="230532" y="118919"/>
                </a:lnTo>
                <a:lnTo>
                  <a:pt x="227663" y="116051"/>
                </a:lnTo>
                <a:lnTo>
                  <a:pt x="227396" y="115951"/>
                </a:lnTo>
                <a:lnTo>
                  <a:pt x="223327" y="115951"/>
                </a:lnTo>
                <a:close/>
                <a:moveTo>
                  <a:pt x="231332" y="116551"/>
                </a:moveTo>
                <a:lnTo>
                  <a:pt x="233601" y="114249"/>
                </a:lnTo>
                <a:lnTo>
                  <a:pt x="236870" y="114249"/>
                </a:lnTo>
                <a:lnTo>
                  <a:pt x="238538" y="115951"/>
                </a:lnTo>
                <a:lnTo>
                  <a:pt x="234301" y="115951"/>
                </a:lnTo>
                <a:lnTo>
                  <a:pt x="231332" y="118919"/>
                </a:lnTo>
                <a:close/>
                <a:moveTo>
                  <a:pt x="236870" y="101273"/>
                </a:moveTo>
                <a:lnTo>
                  <a:pt x="233601" y="101273"/>
                </a:lnTo>
                <a:lnTo>
                  <a:pt x="231332" y="98972"/>
                </a:lnTo>
                <a:lnTo>
                  <a:pt x="231332" y="96603"/>
                </a:lnTo>
                <a:lnTo>
                  <a:pt x="234301" y="99606"/>
                </a:lnTo>
                <a:lnTo>
                  <a:pt x="238538" y="99606"/>
                </a:lnTo>
                <a:close/>
                <a:moveTo>
                  <a:pt x="231332" y="89265"/>
                </a:moveTo>
                <a:lnTo>
                  <a:pt x="234635" y="85929"/>
                </a:lnTo>
                <a:lnTo>
                  <a:pt x="239338" y="85929"/>
                </a:lnTo>
                <a:lnTo>
                  <a:pt x="240873" y="87464"/>
                </a:lnTo>
                <a:lnTo>
                  <a:pt x="235269" y="87464"/>
                </a:lnTo>
                <a:lnTo>
                  <a:pt x="231332" y="91400"/>
                </a:lnTo>
                <a:lnTo>
                  <a:pt x="231332" y="89265"/>
                </a:lnTo>
                <a:close/>
                <a:moveTo>
                  <a:pt x="239105" y="80525"/>
                </a:moveTo>
                <a:lnTo>
                  <a:pt x="239105" y="84595"/>
                </a:lnTo>
                <a:lnTo>
                  <a:pt x="237437" y="82927"/>
                </a:lnTo>
                <a:lnTo>
                  <a:pt x="237437" y="79658"/>
                </a:lnTo>
                <a:lnTo>
                  <a:pt x="239705" y="77356"/>
                </a:lnTo>
                <a:lnTo>
                  <a:pt x="242073" y="77356"/>
                </a:lnTo>
                <a:lnTo>
                  <a:pt x="239205" y="80225"/>
                </a:lnTo>
                <a:close/>
                <a:moveTo>
                  <a:pt x="239705" y="76589"/>
                </a:moveTo>
                <a:lnTo>
                  <a:pt x="237437" y="74287"/>
                </a:lnTo>
                <a:lnTo>
                  <a:pt x="237437" y="71052"/>
                </a:lnTo>
                <a:lnTo>
                  <a:pt x="239105" y="69351"/>
                </a:lnTo>
                <a:lnTo>
                  <a:pt x="239105" y="73587"/>
                </a:lnTo>
                <a:lnTo>
                  <a:pt x="242073" y="76589"/>
                </a:lnTo>
                <a:lnTo>
                  <a:pt x="239705" y="76589"/>
                </a:lnTo>
                <a:close/>
                <a:moveTo>
                  <a:pt x="236870" y="70485"/>
                </a:moveTo>
                <a:lnTo>
                  <a:pt x="233601" y="70485"/>
                </a:lnTo>
                <a:lnTo>
                  <a:pt x="231332" y="68183"/>
                </a:lnTo>
                <a:lnTo>
                  <a:pt x="231332" y="65815"/>
                </a:lnTo>
                <a:lnTo>
                  <a:pt x="234301" y="68817"/>
                </a:lnTo>
                <a:lnTo>
                  <a:pt x="238538" y="68817"/>
                </a:lnTo>
                <a:close/>
                <a:moveTo>
                  <a:pt x="231332" y="58476"/>
                </a:moveTo>
                <a:lnTo>
                  <a:pt x="234635" y="55140"/>
                </a:lnTo>
                <a:lnTo>
                  <a:pt x="239338" y="55140"/>
                </a:lnTo>
                <a:lnTo>
                  <a:pt x="240873" y="56675"/>
                </a:lnTo>
                <a:lnTo>
                  <a:pt x="235269" y="56675"/>
                </a:lnTo>
                <a:lnTo>
                  <a:pt x="231332" y="60611"/>
                </a:lnTo>
                <a:lnTo>
                  <a:pt x="231332" y="58476"/>
                </a:lnTo>
                <a:close/>
                <a:moveTo>
                  <a:pt x="239105" y="53806"/>
                </a:moveTo>
                <a:lnTo>
                  <a:pt x="237437" y="52105"/>
                </a:lnTo>
                <a:lnTo>
                  <a:pt x="237437" y="48869"/>
                </a:lnTo>
                <a:lnTo>
                  <a:pt x="239705" y="46568"/>
                </a:lnTo>
                <a:lnTo>
                  <a:pt x="242073" y="46568"/>
                </a:lnTo>
                <a:lnTo>
                  <a:pt x="239105" y="49570"/>
                </a:lnTo>
                <a:lnTo>
                  <a:pt x="239105" y="53806"/>
                </a:lnTo>
                <a:close/>
                <a:moveTo>
                  <a:pt x="236870" y="39696"/>
                </a:moveTo>
                <a:lnTo>
                  <a:pt x="233601" y="39696"/>
                </a:lnTo>
                <a:lnTo>
                  <a:pt x="231332" y="37394"/>
                </a:lnTo>
                <a:lnTo>
                  <a:pt x="231332" y="35026"/>
                </a:lnTo>
                <a:lnTo>
                  <a:pt x="234301" y="38028"/>
                </a:lnTo>
                <a:lnTo>
                  <a:pt x="238538" y="38028"/>
                </a:lnTo>
                <a:close/>
                <a:moveTo>
                  <a:pt x="231332" y="27654"/>
                </a:moveTo>
                <a:lnTo>
                  <a:pt x="234635" y="24352"/>
                </a:lnTo>
                <a:lnTo>
                  <a:pt x="239338" y="24352"/>
                </a:lnTo>
                <a:lnTo>
                  <a:pt x="240873" y="25886"/>
                </a:lnTo>
                <a:lnTo>
                  <a:pt x="235269" y="25886"/>
                </a:lnTo>
                <a:lnTo>
                  <a:pt x="231332" y="29822"/>
                </a:lnTo>
                <a:lnTo>
                  <a:pt x="231332" y="27654"/>
                </a:lnTo>
                <a:close/>
                <a:moveTo>
                  <a:pt x="239105" y="18948"/>
                </a:moveTo>
                <a:lnTo>
                  <a:pt x="239105" y="23017"/>
                </a:lnTo>
                <a:lnTo>
                  <a:pt x="237437" y="21316"/>
                </a:lnTo>
                <a:lnTo>
                  <a:pt x="237437" y="18081"/>
                </a:lnTo>
                <a:lnTo>
                  <a:pt x="239705" y="15779"/>
                </a:lnTo>
                <a:lnTo>
                  <a:pt x="242073" y="15779"/>
                </a:lnTo>
                <a:lnTo>
                  <a:pt x="239205" y="18648"/>
                </a:lnTo>
                <a:close/>
                <a:moveTo>
                  <a:pt x="239705" y="15012"/>
                </a:moveTo>
                <a:lnTo>
                  <a:pt x="237437" y="12710"/>
                </a:lnTo>
                <a:lnTo>
                  <a:pt x="237437" y="9441"/>
                </a:lnTo>
                <a:lnTo>
                  <a:pt x="239105" y="7773"/>
                </a:lnTo>
                <a:lnTo>
                  <a:pt x="239105" y="12010"/>
                </a:lnTo>
                <a:lnTo>
                  <a:pt x="242073" y="15012"/>
                </a:lnTo>
                <a:close/>
                <a:moveTo>
                  <a:pt x="236870" y="8907"/>
                </a:moveTo>
                <a:lnTo>
                  <a:pt x="233601" y="8907"/>
                </a:lnTo>
                <a:lnTo>
                  <a:pt x="231332" y="6606"/>
                </a:lnTo>
                <a:lnTo>
                  <a:pt x="231332" y="4237"/>
                </a:lnTo>
                <a:lnTo>
                  <a:pt x="234301" y="7206"/>
                </a:lnTo>
                <a:lnTo>
                  <a:pt x="238538" y="7206"/>
                </a:lnTo>
                <a:close/>
                <a:moveTo>
                  <a:pt x="230532" y="3103"/>
                </a:moveTo>
                <a:lnTo>
                  <a:pt x="227229" y="6439"/>
                </a:lnTo>
                <a:lnTo>
                  <a:pt x="222526" y="6439"/>
                </a:lnTo>
                <a:lnTo>
                  <a:pt x="220992" y="4904"/>
                </a:lnTo>
                <a:lnTo>
                  <a:pt x="226596" y="4904"/>
                </a:lnTo>
                <a:lnTo>
                  <a:pt x="230532" y="935"/>
                </a:lnTo>
                <a:close/>
                <a:moveTo>
                  <a:pt x="219657" y="10709"/>
                </a:moveTo>
                <a:lnTo>
                  <a:pt x="215921" y="14445"/>
                </a:lnTo>
                <a:lnTo>
                  <a:pt x="215921" y="6672"/>
                </a:lnTo>
                <a:lnTo>
                  <a:pt x="217623" y="5004"/>
                </a:lnTo>
                <a:lnTo>
                  <a:pt x="219657" y="5004"/>
                </a:lnTo>
                <a:lnTo>
                  <a:pt x="219657" y="10709"/>
                </a:lnTo>
                <a:close/>
                <a:moveTo>
                  <a:pt x="215121" y="14445"/>
                </a:moveTo>
                <a:lnTo>
                  <a:pt x="211418" y="10709"/>
                </a:lnTo>
                <a:lnTo>
                  <a:pt x="211418" y="5004"/>
                </a:lnTo>
                <a:lnTo>
                  <a:pt x="213453" y="5004"/>
                </a:lnTo>
                <a:lnTo>
                  <a:pt x="215121" y="6672"/>
                </a:lnTo>
                <a:lnTo>
                  <a:pt x="215121" y="14445"/>
                </a:lnTo>
                <a:close/>
                <a:moveTo>
                  <a:pt x="208549" y="6439"/>
                </a:moveTo>
                <a:lnTo>
                  <a:pt x="203846" y="6439"/>
                </a:lnTo>
                <a:lnTo>
                  <a:pt x="200544" y="3103"/>
                </a:lnTo>
                <a:lnTo>
                  <a:pt x="200544" y="935"/>
                </a:lnTo>
                <a:lnTo>
                  <a:pt x="204480" y="4904"/>
                </a:lnTo>
                <a:lnTo>
                  <a:pt x="210084" y="4904"/>
                </a:lnTo>
                <a:close/>
                <a:moveTo>
                  <a:pt x="199743" y="3103"/>
                </a:moveTo>
                <a:lnTo>
                  <a:pt x="196441" y="6439"/>
                </a:lnTo>
                <a:lnTo>
                  <a:pt x="191737" y="6439"/>
                </a:lnTo>
                <a:lnTo>
                  <a:pt x="190203" y="4904"/>
                </a:lnTo>
                <a:lnTo>
                  <a:pt x="195807" y="4904"/>
                </a:lnTo>
                <a:lnTo>
                  <a:pt x="199743" y="935"/>
                </a:lnTo>
                <a:close/>
                <a:moveTo>
                  <a:pt x="188869" y="10709"/>
                </a:moveTo>
                <a:lnTo>
                  <a:pt x="185133" y="14445"/>
                </a:lnTo>
                <a:lnTo>
                  <a:pt x="185133" y="6672"/>
                </a:lnTo>
                <a:lnTo>
                  <a:pt x="186801" y="5004"/>
                </a:lnTo>
                <a:lnTo>
                  <a:pt x="188835" y="5004"/>
                </a:lnTo>
                <a:lnTo>
                  <a:pt x="188835" y="10709"/>
                </a:lnTo>
                <a:close/>
                <a:moveTo>
                  <a:pt x="184332" y="14445"/>
                </a:moveTo>
                <a:lnTo>
                  <a:pt x="180629" y="10709"/>
                </a:lnTo>
                <a:lnTo>
                  <a:pt x="180629" y="5004"/>
                </a:lnTo>
                <a:lnTo>
                  <a:pt x="182664" y="5004"/>
                </a:lnTo>
                <a:lnTo>
                  <a:pt x="184332" y="6672"/>
                </a:lnTo>
                <a:lnTo>
                  <a:pt x="184332" y="14445"/>
                </a:lnTo>
                <a:close/>
                <a:moveTo>
                  <a:pt x="177761" y="6439"/>
                </a:moveTo>
                <a:lnTo>
                  <a:pt x="173057" y="6439"/>
                </a:lnTo>
                <a:lnTo>
                  <a:pt x="169755" y="3103"/>
                </a:lnTo>
                <a:lnTo>
                  <a:pt x="169755" y="935"/>
                </a:lnTo>
                <a:lnTo>
                  <a:pt x="173691" y="4904"/>
                </a:lnTo>
                <a:lnTo>
                  <a:pt x="179262" y="4904"/>
                </a:lnTo>
                <a:close/>
                <a:moveTo>
                  <a:pt x="168954" y="3103"/>
                </a:moveTo>
                <a:lnTo>
                  <a:pt x="165619" y="6439"/>
                </a:lnTo>
                <a:lnTo>
                  <a:pt x="160949" y="6439"/>
                </a:lnTo>
                <a:lnTo>
                  <a:pt x="159414" y="4904"/>
                </a:lnTo>
                <a:lnTo>
                  <a:pt x="164985" y="4904"/>
                </a:lnTo>
                <a:lnTo>
                  <a:pt x="168954" y="935"/>
                </a:lnTo>
                <a:close/>
                <a:moveTo>
                  <a:pt x="158047" y="10709"/>
                </a:moveTo>
                <a:lnTo>
                  <a:pt x="154344" y="14445"/>
                </a:lnTo>
                <a:lnTo>
                  <a:pt x="154344" y="6672"/>
                </a:lnTo>
                <a:lnTo>
                  <a:pt x="156012" y="5004"/>
                </a:lnTo>
                <a:lnTo>
                  <a:pt x="158047" y="5004"/>
                </a:lnTo>
                <a:lnTo>
                  <a:pt x="158047" y="10709"/>
                </a:lnTo>
                <a:close/>
                <a:moveTo>
                  <a:pt x="153543" y="14445"/>
                </a:moveTo>
                <a:lnTo>
                  <a:pt x="149841" y="10709"/>
                </a:lnTo>
                <a:lnTo>
                  <a:pt x="149841" y="5004"/>
                </a:lnTo>
                <a:lnTo>
                  <a:pt x="151876" y="5004"/>
                </a:lnTo>
                <a:lnTo>
                  <a:pt x="153543" y="6672"/>
                </a:lnTo>
                <a:lnTo>
                  <a:pt x="153543" y="14445"/>
                </a:lnTo>
                <a:close/>
                <a:moveTo>
                  <a:pt x="146939" y="6439"/>
                </a:moveTo>
                <a:lnTo>
                  <a:pt x="142269" y="6439"/>
                </a:lnTo>
                <a:lnTo>
                  <a:pt x="138933" y="3103"/>
                </a:lnTo>
                <a:lnTo>
                  <a:pt x="138933" y="935"/>
                </a:lnTo>
                <a:lnTo>
                  <a:pt x="142903" y="4904"/>
                </a:lnTo>
                <a:lnTo>
                  <a:pt x="148473" y="4904"/>
                </a:lnTo>
                <a:close/>
                <a:moveTo>
                  <a:pt x="138166" y="3103"/>
                </a:moveTo>
                <a:lnTo>
                  <a:pt x="134830" y="6439"/>
                </a:lnTo>
                <a:lnTo>
                  <a:pt x="130160" y="6439"/>
                </a:lnTo>
                <a:lnTo>
                  <a:pt x="128626" y="4904"/>
                </a:lnTo>
                <a:lnTo>
                  <a:pt x="134196" y="4904"/>
                </a:lnTo>
                <a:lnTo>
                  <a:pt x="138166" y="935"/>
                </a:lnTo>
                <a:close/>
                <a:moveTo>
                  <a:pt x="127258" y="10709"/>
                </a:moveTo>
                <a:lnTo>
                  <a:pt x="123555" y="14445"/>
                </a:lnTo>
                <a:lnTo>
                  <a:pt x="123555" y="6672"/>
                </a:lnTo>
                <a:lnTo>
                  <a:pt x="125223" y="5004"/>
                </a:lnTo>
                <a:lnTo>
                  <a:pt x="127258" y="5004"/>
                </a:lnTo>
                <a:close/>
                <a:moveTo>
                  <a:pt x="122755" y="14445"/>
                </a:moveTo>
                <a:lnTo>
                  <a:pt x="119052" y="10709"/>
                </a:lnTo>
                <a:lnTo>
                  <a:pt x="119052" y="5004"/>
                </a:lnTo>
                <a:lnTo>
                  <a:pt x="121087" y="5004"/>
                </a:lnTo>
                <a:lnTo>
                  <a:pt x="122755" y="6672"/>
                </a:lnTo>
                <a:close/>
                <a:moveTo>
                  <a:pt x="116150" y="6439"/>
                </a:moveTo>
                <a:lnTo>
                  <a:pt x="111480" y="6439"/>
                </a:lnTo>
                <a:lnTo>
                  <a:pt x="108144" y="3103"/>
                </a:lnTo>
                <a:lnTo>
                  <a:pt x="108144" y="935"/>
                </a:lnTo>
                <a:lnTo>
                  <a:pt x="112114" y="4904"/>
                </a:lnTo>
                <a:lnTo>
                  <a:pt x="117685" y="4904"/>
                </a:lnTo>
                <a:close/>
                <a:moveTo>
                  <a:pt x="107377" y="3103"/>
                </a:moveTo>
                <a:lnTo>
                  <a:pt x="104041" y="6439"/>
                </a:lnTo>
                <a:lnTo>
                  <a:pt x="99371" y="6439"/>
                </a:lnTo>
                <a:lnTo>
                  <a:pt x="97837" y="4904"/>
                </a:lnTo>
                <a:lnTo>
                  <a:pt x="103408" y="4904"/>
                </a:lnTo>
                <a:lnTo>
                  <a:pt x="107377" y="935"/>
                </a:lnTo>
                <a:lnTo>
                  <a:pt x="107377" y="3103"/>
                </a:lnTo>
                <a:close/>
                <a:moveTo>
                  <a:pt x="96469" y="10709"/>
                </a:moveTo>
                <a:lnTo>
                  <a:pt x="92767" y="14445"/>
                </a:lnTo>
                <a:lnTo>
                  <a:pt x="92767" y="6672"/>
                </a:lnTo>
                <a:lnTo>
                  <a:pt x="94435" y="5004"/>
                </a:lnTo>
                <a:lnTo>
                  <a:pt x="96469" y="5004"/>
                </a:lnTo>
                <a:close/>
                <a:moveTo>
                  <a:pt x="91966" y="14445"/>
                </a:moveTo>
                <a:lnTo>
                  <a:pt x="88264" y="10709"/>
                </a:lnTo>
                <a:lnTo>
                  <a:pt x="88264" y="5004"/>
                </a:lnTo>
                <a:lnTo>
                  <a:pt x="90298" y="5004"/>
                </a:lnTo>
                <a:lnTo>
                  <a:pt x="91966" y="6672"/>
                </a:lnTo>
                <a:close/>
                <a:moveTo>
                  <a:pt x="85361" y="6439"/>
                </a:moveTo>
                <a:lnTo>
                  <a:pt x="80691" y="6439"/>
                </a:lnTo>
                <a:lnTo>
                  <a:pt x="77356" y="3103"/>
                </a:lnTo>
                <a:lnTo>
                  <a:pt x="77356" y="935"/>
                </a:lnTo>
                <a:lnTo>
                  <a:pt x="81325" y="4904"/>
                </a:lnTo>
                <a:lnTo>
                  <a:pt x="86896" y="4904"/>
                </a:lnTo>
                <a:close/>
                <a:moveTo>
                  <a:pt x="76589" y="3103"/>
                </a:moveTo>
                <a:lnTo>
                  <a:pt x="73253" y="6439"/>
                </a:lnTo>
                <a:lnTo>
                  <a:pt x="68583" y="6439"/>
                </a:lnTo>
                <a:lnTo>
                  <a:pt x="67048" y="4904"/>
                </a:lnTo>
                <a:lnTo>
                  <a:pt x="72619" y="4904"/>
                </a:lnTo>
                <a:lnTo>
                  <a:pt x="76589" y="935"/>
                </a:lnTo>
                <a:close/>
                <a:moveTo>
                  <a:pt x="65681" y="10709"/>
                </a:moveTo>
                <a:lnTo>
                  <a:pt x="61978" y="14445"/>
                </a:lnTo>
                <a:lnTo>
                  <a:pt x="61978" y="6672"/>
                </a:lnTo>
                <a:lnTo>
                  <a:pt x="63646" y="5004"/>
                </a:lnTo>
                <a:lnTo>
                  <a:pt x="65681" y="5004"/>
                </a:lnTo>
                <a:close/>
                <a:moveTo>
                  <a:pt x="61178" y="14445"/>
                </a:moveTo>
                <a:lnTo>
                  <a:pt x="57475" y="10709"/>
                </a:lnTo>
                <a:lnTo>
                  <a:pt x="57475" y="5004"/>
                </a:lnTo>
                <a:lnTo>
                  <a:pt x="59510" y="5004"/>
                </a:lnTo>
                <a:lnTo>
                  <a:pt x="61178" y="6672"/>
                </a:lnTo>
                <a:close/>
                <a:moveTo>
                  <a:pt x="54573" y="6439"/>
                </a:moveTo>
                <a:lnTo>
                  <a:pt x="49903" y="6439"/>
                </a:lnTo>
                <a:lnTo>
                  <a:pt x="46567" y="3103"/>
                </a:lnTo>
                <a:lnTo>
                  <a:pt x="46567" y="935"/>
                </a:lnTo>
                <a:lnTo>
                  <a:pt x="50537" y="4904"/>
                </a:lnTo>
                <a:lnTo>
                  <a:pt x="56107" y="4904"/>
                </a:lnTo>
                <a:close/>
                <a:moveTo>
                  <a:pt x="45767" y="3103"/>
                </a:moveTo>
                <a:lnTo>
                  <a:pt x="42464" y="6439"/>
                </a:lnTo>
                <a:lnTo>
                  <a:pt x="37761" y="6439"/>
                </a:lnTo>
                <a:lnTo>
                  <a:pt x="36226" y="4904"/>
                </a:lnTo>
                <a:lnTo>
                  <a:pt x="41830" y="4904"/>
                </a:lnTo>
                <a:lnTo>
                  <a:pt x="45767" y="935"/>
                </a:lnTo>
                <a:lnTo>
                  <a:pt x="45767" y="3103"/>
                </a:lnTo>
                <a:close/>
                <a:moveTo>
                  <a:pt x="34892" y="10709"/>
                </a:moveTo>
                <a:lnTo>
                  <a:pt x="31189" y="14445"/>
                </a:lnTo>
                <a:lnTo>
                  <a:pt x="31189" y="6672"/>
                </a:lnTo>
                <a:lnTo>
                  <a:pt x="32857" y="5004"/>
                </a:lnTo>
                <a:lnTo>
                  <a:pt x="34892" y="5004"/>
                </a:lnTo>
                <a:close/>
                <a:moveTo>
                  <a:pt x="30389" y="14445"/>
                </a:moveTo>
                <a:lnTo>
                  <a:pt x="26653" y="10709"/>
                </a:lnTo>
                <a:lnTo>
                  <a:pt x="26653" y="5004"/>
                </a:lnTo>
                <a:lnTo>
                  <a:pt x="28721" y="5004"/>
                </a:lnTo>
                <a:lnTo>
                  <a:pt x="30389" y="6672"/>
                </a:lnTo>
                <a:lnTo>
                  <a:pt x="30389" y="14445"/>
                </a:lnTo>
                <a:close/>
                <a:moveTo>
                  <a:pt x="23784" y="6439"/>
                </a:moveTo>
                <a:lnTo>
                  <a:pt x="19081" y="6439"/>
                </a:lnTo>
                <a:lnTo>
                  <a:pt x="15778" y="3103"/>
                </a:lnTo>
                <a:lnTo>
                  <a:pt x="15778" y="935"/>
                </a:lnTo>
                <a:lnTo>
                  <a:pt x="19715" y="4904"/>
                </a:lnTo>
                <a:lnTo>
                  <a:pt x="25319" y="4904"/>
                </a:lnTo>
                <a:close/>
                <a:moveTo>
                  <a:pt x="14978" y="3103"/>
                </a:moveTo>
                <a:lnTo>
                  <a:pt x="11675" y="6439"/>
                </a:lnTo>
                <a:lnTo>
                  <a:pt x="6972" y="6439"/>
                </a:lnTo>
                <a:lnTo>
                  <a:pt x="5438" y="4904"/>
                </a:lnTo>
                <a:lnTo>
                  <a:pt x="11042" y="4904"/>
                </a:lnTo>
                <a:lnTo>
                  <a:pt x="14978" y="935"/>
                </a:lnTo>
                <a:lnTo>
                  <a:pt x="14978" y="3103"/>
                </a:lnTo>
                <a:close/>
                <a:moveTo>
                  <a:pt x="4904" y="5471"/>
                </a:moveTo>
                <a:lnTo>
                  <a:pt x="6405" y="6973"/>
                </a:lnTo>
                <a:lnTo>
                  <a:pt x="6405" y="11676"/>
                </a:lnTo>
                <a:lnTo>
                  <a:pt x="3103" y="15012"/>
                </a:lnTo>
                <a:lnTo>
                  <a:pt x="934" y="15012"/>
                </a:lnTo>
                <a:lnTo>
                  <a:pt x="4904" y="11042"/>
                </a:lnTo>
                <a:close/>
                <a:moveTo>
                  <a:pt x="3103" y="15779"/>
                </a:moveTo>
                <a:lnTo>
                  <a:pt x="6438" y="19115"/>
                </a:lnTo>
                <a:lnTo>
                  <a:pt x="6438" y="23785"/>
                </a:lnTo>
                <a:lnTo>
                  <a:pt x="4904" y="25319"/>
                </a:lnTo>
                <a:lnTo>
                  <a:pt x="4904" y="19748"/>
                </a:lnTo>
                <a:lnTo>
                  <a:pt x="934" y="15779"/>
                </a:lnTo>
                <a:lnTo>
                  <a:pt x="3103" y="15779"/>
                </a:lnTo>
                <a:close/>
                <a:moveTo>
                  <a:pt x="5004" y="26687"/>
                </a:moveTo>
                <a:lnTo>
                  <a:pt x="10708" y="26687"/>
                </a:lnTo>
                <a:lnTo>
                  <a:pt x="14444" y="30389"/>
                </a:lnTo>
                <a:lnTo>
                  <a:pt x="6672" y="30389"/>
                </a:lnTo>
                <a:lnTo>
                  <a:pt x="5004" y="28721"/>
                </a:lnTo>
                <a:close/>
                <a:moveTo>
                  <a:pt x="14444" y="31190"/>
                </a:moveTo>
                <a:lnTo>
                  <a:pt x="10708" y="34893"/>
                </a:lnTo>
                <a:lnTo>
                  <a:pt x="5004" y="34893"/>
                </a:lnTo>
                <a:lnTo>
                  <a:pt x="5004" y="32858"/>
                </a:lnTo>
                <a:lnTo>
                  <a:pt x="6672" y="31190"/>
                </a:lnTo>
                <a:close/>
                <a:moveTo>
                  <a:pt x="4904" y="36260"/>
                </a:moveTo>
                <a:lnTo>
                  <a:pt x="6405" y="37795"/>
                </a:lnTo>
                <a:lnTo>
                  <a:pt x="6405" y="42465"/>
                </a:lnTo>
                <a:lnTo>
                  <a:pt x="3103" y="45800"/>
                </a:lnTo>
                <a:lnTo>
                  <a:pt x="934" y="45800"/>
                </a:lnTo>
                <a:lnTo>
                  <a:pt x="4904" y="41831"/>
                </a:lnTo>
                <a:close/>
                <a:moveTo>
                  <a:pt x="3103" y="46568"/>
                </a:moveTo>
                <a:lnTo>
                  <a:pt x="6438" y="49903"/>
                </a:lnTo>
                <a:lnTo>
                  <a:pt x="6438" y="54573"/>
                </a:lnTo>
                <a:lnTo>
                  <a:pt x="4904" y="56108"/>
                </a:lnTo>
                <a:lnTo>
                  <a:pt x="4904" y="50537"/>
                </a:lnTo>
                <a:lnTo>
                  <a:pt x="934" y="46568"/>
                </a:lnTo>
                <a:close/>
                <a:moveTo>
                  <a:pt x="5004" y="57475"/>
                </a:moveTo>
                <a:lnTo>
                  <a:pt x="10708" y="57475"/>
                </a:lnTo>
                <a:lnTo>
                  <a:pt x="14444" y="61178"/>
                </a:lnTo>
                <a:lnTo>
                  <a:pt x="6672" y="61178"/>
                </a:lnTo>
                <a:lnTo>
                  <a:pt x="5004" y="59510"/>
                </a:lnTo>
                <a:close/>
                <a:moveTo>
                  <a:pt x="14444" y="61979"/>
                </a:moveTo>
                <a:lnTo>
                  <a:pt x="10708" y="65681"/>
                </a:lnTo>
                <a:lnTo>
                  <a:pt x="5004" y="65681"/>
                </a:lnTo>
                <a:lnTo>
                  <a:pt x="5004" y="63646"/>
                </a:lnTo>
                <a:lnTo>
                  <a:pt x="6672" y="61979"/>
                </a:lnTo>
                <a:close/>
                <a:moveTo>
                  <a:pt x="4904" y="67049"/>
                </a:moveTo>
                <a:lnTo>
                  <a:pt x="6405" y="68583"/>
                </a:lnTo>
                <a:lnTo>
                  <a:pt x="6405" y="73253"/>
                </a:lnTo>
                <a:lnTo>
                  <a:pt x="3103" y="76589"/>
                </a:lnTo>
                <a:lnTo>
                  <a:pt x="934" y="76589"/>
                </a:lnTo>
                <a:lnTo>
                  <a:pt x="4904" y="72620"/>
                </a:lnTo>
                <a:close/>
                <a:moveTo>
                  <a:pt x="3103" y="77356"/>
                </a:moveTo>
                <a:lnTo>
                  <a:pt x="6438" y="80692"/>
                </a:lnTo>
                <a:lnTo>
                  <a:pt x="6438" y="85362"/>
                </a:lnTo>
                <a:lnTo>
                  <a:pt x="4904" y="86896"/>
                </a:lnTo>
                <a:lnTo>
                  <a:pt x="4904" y="81326"/>
                </a:lnTo>
                <a:lnTo>
                  <a:pt x="934" y="77356"/>
                </a:lnTo>
                <a:lnTo>
                  <a:pt x="3103" y="77356"/>
                </a:lnTo>
                <a:close/>
                <a:moveTo>
                  <a:pt x="5004" y="88264"/>
                </a:moveTo>
                <a:lnTo>
                  <a:pt x="10708" y="88264"/>
                </a:lnTo>
                <a:lnTo>
                  <a:pt x="14444" y="91967"/>
                </a:lnTo>
                <a:lnTo>
                  <a:pt x="6672" y="91967"/>
                </a:lnTo>
                <a:lnTo>
                  <a:pt x="5004" y="90299"/>
                </a:lnTo>
                <a:close/>
                <a:moveTo>
                  <a:pt x="14444" y="92767"/>
                </a:moveTo>
                <a:lnTo>
                  <a:pt x="10708" y="96470"/>
                </a:lnTo>
                <a:lnTo>
                  <a:pt x="5004" y="96470"/>
                </a:lnTo>
                <a:lnTo>
                  <a:pt x="5004" y="94435"/>
                </a:lnTo>
                <a:lnTo>
                  <a:pt x="6672" y="92767"/>
                </a:lnTo>
                <a:close/>
                <a:moveTo>
                  <a:pt x="4904" y="97838"/>
                </a:moveTo>
                <a:lnTo>
                  <a:pt x="6405" y="99372"/>
                </a:lnTo>
                <a:lnTo>
                  <a:pt x="6405" y="104042"/>
                </a:lnTo>
                <a:lnTo>
                  <a:pt x="3103" y="107378"/>
                </a:lnTo>
                <a:lnTo>
                  <a:pt x="934" y="107378"/>
                </a:lnTo>
                <a:lnTo>
                  <a:pt x="4904" y="103408"/>
                </a:lnTo>
                <a:close/>
                <a:moveTo>
                  <a:pt x="3103" y="108178"/>
                </a:moveTo>
                <a:lnTo>
                  <a:pt x="6438" y="111481"/>
                </a:lnTo>
                <a:lnTo>
                  <a:pt x="6438" y="116151"/>
                </a:lnTo>
                <a:lnTo>
                  <a:pt x="4904" y="117685"/>
                </a:lnTo>
                <a:lnTo>
                  <a:pt x="4904" y="112114"/>
                </a:lnTo>
                <a:lnTo>
                  <a:pt x="934" y="108178"/>
                </a:lnTo>
                <a:close/>
                <a:moveTo>
                  <a:pt x="6972" y="116718"/>
                </a:moveTo>
                <a:lnTo>
                  <a:pt x="11675" y="116718"/>
                </a:lnTo>
                <a:lnTo>
                  <a:pt x="14978" y="120054"/>
                </a:lnTo>
                <a:lnTo>
                  <a:pt x="14978" y="122222"/>
                </a:lnTo>
                <a:lnTo>
                  <a:pt x="11042" y="118252"/>
                </a:lnTo>
                <a:lnTo>
                  <a:pt x="5438" y="118252"/>
                </a:lnTo>
                <a:close/>
                <a:moveTo>
                  <a:pt x="15778" y="120054"/>
                </a:moveTo>
                <a:lnTo>
                  <a:pt x="19081" y="116718"/>
                </a:lnTo>
                <a:lnTo>
                  <a:pt x="23784" y="116718"/>
                </a:lnTo>
                <a:lnTo>
                  <a:pt x="25319" y="118252"/>
                </a:lnTo>
                <a:lnTo>
                  <a:pt x="19748" y="118252"/>
                </a:lnTo>
                <a:lnTo>
                  <a:pt x="15778" y="122222"/>
                </a:lnTo>
                <a:lnTo>
                  <a:pt x="15778" y="120054"/>
                </a:lnTo>
                <a:close/>
                <a:moveTo>
                  <a:pt x="26653" y="112448"/>
                </a:moveTo>
                <a:lnTo>
                  <a:pt x="30389" y="108712"/>
                </a:lnTo>
                <a:lnTo>
                  <a:pt x="30389" y="116484"/>
                </a:lnTo>
                <a:lnTo>
                  <a:pt x="28688" y="118152"/>
                </a:lnTo>
                <a:lnTo>
                  <a:pt x="26653" y="118152"/>
                </a:lnTo>
                <a:lnTo>
                  <a:pt x="26653" y="112448"/>
                </a:lnTo>
                <a:close/>
                <a:moveTo>
                  <a:pt x="31189" y="108712"/>
                </a:moveTo>
                <a:lnTo>
                  <a:pt x="34892" y="112448"/>
                </a:lnTo>
                <a:lnTo>
                  <a:pt x="34892" y="118152"/>
                </a:lnTo>
                <a:lnTo>
                  <a:pt x="32857" y="118152"/>
                </a:lnTo>
                <a:lnTo>
                  <a:pt x="31189" y="116484"/>
                </a:lnTo>
                <a:close/>
                <a:moveTo>
                  <a:pt x="37761" y="116718"/>
                </a:moveTo>
                <a:lnTo>
                  <a:pt x="42464" y="116718"/>
                </a:lnTo>
                <a:lnTo>
                  <a:pt x="45767" y="120054"/>
                </a:lnTo>
                <a:lnTo>
                  <a:pt x="45767" y="122222"/>
                </a:lnTo>
                <a:lnTo>
                  <a:pt x="41830" y="118252"/>
                </a:lnTo>
                <a:lnTo>
                  <a:pt x="36226" y="118252"/>
                </a:lnTo>
                <a:close/>
                <a:moveTo>
                  <a:pt x="46567" y="120054"/>
                </a:moveTo>
                <a:lnTo>
                  <a:pt x="49903" y="116718"/>
                </a:lnTo>
                <a:lnTo>
                  <a:pt x="54573" y="116718"/>
                </a:lnTo>
                <a:lnTo>
                  <a:pt x="56107" y="118252"/>
                </a:lnTo>
                <a:lnTo>
                  <a:pt x="50537" y="118252"/>
                </a:lnTo>
                <a:lnTo>
                  <a:pt x="46567" y="122222"/>
                </a:lnTo>
                <a:close/>
                <a:moveTo>
                  <a:pt x="57475" y="112448"/>
                </a:moveTo>
                <a:lnTo>
                  <a:pt x="61178" y="108712"/>
                </a:lnTo>
                <a:lnTo>
                  <a:pt x="61178" y="116484"/>
                </a:lnTo>
                <a:lnTo>
                  <a:pt x="59510" y="118152"/>
                </a:lnTo>
                <a:lnTo>
                  <a:pt x="57475" y="118152"/>
                </a:lnTo>
                <a:close/>
                <a:moveTo>
                  <a:pt x="61978" y="108712"/>
                </a:moveTo>
                <a:lnTo>
                  <a:pt x="65681" y="112448"/>
                </a:lnTo>
                <a:lnTo>
                  <a:pt x="65681" y="118152"/>
                </a:lnTo>
                <a:lnTo>
                  <a:pt x="63646" y="118152"/>
                </a:lnTo>
                <a:lnTo>
                  <a:pt x="61978" y="116484"/>
                </a:lnTo>
                <a:close/>
                <a:moveTo>
                  <a:pt x="68583" y="116718"/>
                </a:moveTo>
                <a:lnTo>
                  <a:pt x="73253" y="116718"/>
                </a:lnTo>
                <a:lnTo>
                  <a:pt x="76555" y="120054"/>
                </a:lnTo>
                <a:lnTo>
                  <a:pt x="76555" y="122222"/>
                </a:lnTo>
                <a:lnTo>
                  <a:pt x="72619" y="118252"/>
                </a:lnTo>
                <a:lnTo>
                  <a:pt x="67048" y="118252"/>
                </a:lnTo>
                <a:close/>
                <a:moveTo>
                  <a:pt x="77356" y="120054"/>
                </a:moveTo>
                <a:lnTo>
                  <a:pt x="80691" y="116718"/>
                </a:lnTo>
                <a:lnTo>
                  <a:pt x="85361" y="116718"/>
                </a:lnTo>
                <a:lnTo>
                  <a:pt x="86896" y="118252"/>
                </a:lnTo>
                <a:lnTo>
                  <a:pt x="81325" y="118252"/>
                </a:lnTo>
                <a:lnTo>
                  <a:pt x="77356" y="122222"/>
                </a:lnTo>
                <a:lnTo>
                  <a:pt x="77356" y="120054"/>
                </a:lnTo>
                <a:close/>
                <a:moveTo>
                  <a:pt x="88264" y="112448"/>
                </a:moveTo>
                <a:lnTo>
                  <a:pt x="91966" y="108712"/>
                </a:lnTo>
                <a:lnTo>
                  <a:pt x="91966" y="116484"/>
                </a:lnTo>
                <a:lnTo>
                  <a:pt x="90298" y="118152"/>
                </a:lnTo>
                <a:lnTo>
                  <a:pt x="88264" y="118152"/>
                </a:lnTo>
                <a:close/>
                <a:moveTo>
                  <a:pt x="92767" y="108712"/>
                </a:moveTo>
                <a:lnTo>
                  <a:pt x="96469" y="112448"/>
                </a:lnTo>
                <a:lnTo>
                  <a:pt x="96469" y="118152"/>
                </a:lnTo>
                <a:lnTo>
                  <a:pt x="94435" y="118152"/>
                </a:lnTo>
                <a:lnTo>
                  <a:pt x="92767" y="116484"/>
                </a:lnTo>
                <a:close/>
                <a:moveTo>
                  <a:pt x="99371" y="116718"/>
                </a:moveTo>
                <a:lnTo>
                  <a:pt x="104041" y="116718"/>
                </a:lnTo>
                <a:lnTo>
                  <a:pt x="107377" y="120054"/>
                </a:lnTo>
                <a:lnTo>
                  <a:pt x="107377" y="122222"/>
                </a:lnTo>
                <a:lnTo>
                  <a:pt x="103408" y="118252"/>
                </a:lnTo>
                <a:lnTo>
                  <a:pt x="97837" y="118252"/>
                </a:lnTo>
                <a:close/>
                <a:moveTo>
                  <a:pt x="108144" y="120054"/>
                </a:moveTo>
                <a:lnTo>
                  <a:pt x="111480" y="116718"/>
                </a:lnTo>
                <a:lnTo>
                  <a:pt x="116150" y="116718"/>
                </a:lnTo>
                <a:lnTo>
                  <a:pt x="117685" y="118252"/>
                </a:lnTo>
                <a:lnTo>
                  <a:pt x="112114" y="118252"/>
                </a:lnTo>
                <a:lnTo>
                  <a:pt x="108144" y="122222"/>
                </a:lnTo>
                <a:lnTo>
                  <a:pt x="108144" y="120054"/>
                </a:lnTo>
                <a:close/>
                <a:moveTo>
                  <a:pt x="119052" y="112448"/>
                </a:moveTo>
                <a:lnTo>
                  <a:pt x="122755" y="108712"/>
                </a:lnTo>
                <a:lnTo>
                  <a:pt x="122755" y="116484"/>
                </a:lnTo>
                <a:lnTo>
                  <a:pt x="121087" y="118152"/>
                </a:lnTo>
                <a:lnTo>
                  <a:pt x="119052" y="118152"/>
                </a:lnTo>
                <a:close/>
                <a:moveTo>
                  <a:pt x="123555" y="108712"/>
                </a:moveTo>
                <a:lnTo>
                  <a:pt x="127258" y="112448"/>
                </a:lnTo>
                <a:lnTo>
                  <a:pt x="127258" y="118152"/>
                </a:lnTo>
                <a:lnTo>
                  <a:pt x="125223" y="118152"/>
                </a:lnTo>
                <a:lnTo>
                  <a:pt x="123555" y="116484"/>
                </a:lnTo>
                <a:lnTo>
                  <a:pt x="123555" y="108712"/>
                </a:lnTo>
                <a:close/>
                <a:moveTo>
                  <a:pt x="130160" y="116718"/>
                </a:moveTo>
                <a:lnTo>
                  <a:pt x="134830" y="116718"/>
                </a:lnTo>
                <a:lnTo>
                  <a:pt x="138166" y="120054"/>
                </a:lnTo>
                <a:lnTo>
                  <a:pt x="138166" y="122222"/>
                </a:lnTo>
                <a:lnTo>
                  <a:pt x="134196" y="118252"/>
                </a:lnTo>
                <a:lnTo>
                  <a:pt x="128626" y="118252"/>
                </a:lnTo>
                <a:close/>
                <a:moveTo>
                  <a:pt x="138933" y="120054"/>
                </a:moveTo>
                <a:lnTo>
                  <a:pt x="142269" y="116718"/>
                </a:lnTo>
                <a:lnTo>
                  <a:pt x="146939" y="116718"/>
                </a:lnTo>
                <a:lnTo>
                  <a:pt x="148473" y="118252"/>
                </a:lnTo>
                <a:lnTo>
                  <a:pt x="142903" y="118252"/>
                </a:lnTo>
                <a:lnTo>
                  <a:pt x="138933" y="122222"/>
                </a:lnTo>
                <a:close/>
                <a:moveTo>
                  <a:pt x="149841" y="112448"/>
                </a:moveTo>
                <a:lnTo>
                  <a:pt x="153543" y="108712"/>
                </a:lnTo>
                <a:lnTo>
                  <a:pt x="153543" y="116484"/>
                </a:lnTo>
                <a:lnTo>
                  <a:pt x="151876" y="118152"/>
                </a:lnTo>
                <a:lnTo>
                  <a:pt x="149841" y="118152"/>
                </a:lnTo>
                <a:lnTo>
                  <a:pt x="149841" y="112448"/>
                </a:lnTo>
                <a:close/>
                <a:moveTo>
                  <a:pt x="154344" y="108712"/>
                </a:moveTo>
                <a:lnTo>
                  <a:pt x="158047" y="112448"/>
                </a:lnTo>
                <a:lnTo>
                  <a:pt x="158047" y="118152"/>
                </a:lnTo>
                <a:lnTo>
                  <a:pt x="156012" y="118152"/>
                </a:lnTo>
                <a:lnTo>
                  <a:pt x="154344" y="116484"/>
                </a:lnTo>
                <a:lnTo>
                  <a:pt x="154344" y="108712"/>
                </a:lnTo>
                <a:close/>
                <a:moveTo>
                  <a:pt x="160949" y="116718"/>
                </a:moveTo>
                <a:lnTo>
                  <a:pt x="165619" y="116718"/>
                </a:lnTo>
                <a:lnTo>
                  <a:pt x="168954" y="120054"/>
                </a:lnTo>
                <a:lnTo>
                  <a:pt x="168954" y="122222"/>
                </a:lnTo>
                <a:lnTo>
                  <a:pt x="164985" y="118252"/>
                </a:lnTo>
                <a:lnTo>
                  <a:pt x="159414" y="118252"/>
                </a:lnTo>
                <a:close/>
                <a:moveTo>
                  <a:pt x="169755" y="120054"/>
                </a:moveTo>
                <a:lnTo>
                  <a:pt x="173057" y="116718"/>
                </a:lnTo>
                <a:lnTo>
                  <a:pt x="177761" y="116718"/>
                </a:lnTo>
                <a:lnTo>
                  <a:pt x="179262" y="118252"/>
                </a:lnTo>
                <a:lnTo>
                  <a:pt x="173691" y="118252"/>
                </a:lnTo>
                <a:lnTo>
                  <a:pt x="169755" y="122222"/>
                </a:lnTo>
                <a:close/>
                <a:moveTo>
                  <a:pt x="180629" y="112448"/>
                </a:moveTo>
                <a:lnTo>
                  <a:pt x="184332" y="108712"/>
                </a:lnTo>
                <a:lnTo>
                  <a:pt x="184332" y="116484"/>
                </a:lnTo>
                <a:lnTo>
                  <a:pt x="182664" y="118152"/>
                </a:lnTo>
                <a:lnTo>
                  <a:pt x="180629" y="118152"/>
                </a:lnTo>
                <a:lnTo>
                  <a:pt x="180629" y="112448"/>
                </a:lnTo>
                <a:close/>
                <a:moveTo>
                  <a:pt x="185133" y="108712"/>
                </a:moveTo>
                <a:lnTo>
                  <a:pt x="188869" y="112448"/>
                </a:lnTo>
                <a:lnTo>
                  <a:pt x="188869" y="118152"/>
                </a:lnTo>
                <a:lnTo>
                  <a:pt x="186801" y="118152"/>
                </a:lnTo>
                <a:lnTo>
                  <a:pt x="185133" y="116484"/>
                </a:lnTo>
                <a:lnTo>
                  <a:pt x="185133" y="108712"/>
                </a:lnTo>
                <a:close/>
                <a:moveTo>
                  <a:pt x="191737" y="116718"/>
                </a:moveTo>
                <a:lnTo>
                  <a:pt x="196441" y="116718"/>
                </a:lnTo>
                <a:lnTo>
                  <a:pt x="199743" y="120054"/>
                </a:lnTo>
                <a:lnTo>
                  <a:pt x="199743" y="122222"/>
                </a:lnTo>
                <a:lnTo>
                  <a:pt x="195807" y="118252"/>
                </a:lnTo>
                <a:lnTo>
                  <a:pt x="190203" y="118252"/>
                </a:lnTo>
                <a:close/>
                <a:moveTo>
                  <a:pt x="200544" y="120054"/>
                </a:moveTo>
                <a:lnTo>
                  <a:pt x="203846" y="116718"/>
                </a:lnTo>
                <a:lnTo>
                  <a:pt x="208549" y="116718"/>
                </a:lnTo>
                <a:lnTo>
                  <a:pt x="210084" y="118252"/>
                </a:lnTo>
                <a:lnTo>
                  <a:pt x="204480" y="118252"/>
                </a:lnTo>
                <a:lnTo>
                  <a:pt x="200544" y="122222"/>
                </a:lnTo>
                <a:close/>
                <a:moveTo>
                  <a:pt x="211418" y="112448"/>
                </a:moveTo>
                <a:lnTo>
                  <a:pt x="215154" y="108712"/>
                </a:lnTo>
                <a:lnTo>
                  <a:pt x="215154" y="116484"/>
                </a:lnTo>
                <a:lnTo>
                  <a:pt x="213453" y="118152"/>
                </a:lnTo>
                <a:lnTo>
                  <a:pt x="211418" y="118152"/>
                </a:lnTo>
                <a:lnTo>
                  <a:pt x="211418" y="112448"/>
                </a:lnTo>
                <a:close/>
                <a:moveTo>
                  <a:pt x="215921" y="108712"/>
                </a:moveTo>
                <a:lnTo>
                  <a:pt x="219657" y="112448"/>
                </a:lnTo>
                <a:lnTo>
                  <a:pt x="219657" y="118152"/>
                </a:lnTo>
                <a:lnTo>
                  <a:pt x="217623" y="118152"/>
                </a:lnTo>
                <a:lnTo>
                  <a:pt x="215921" y="116484"/>
                </a:lnTo>
                <a:lnTo>
                  <a:pt x="215921" y="108712"/>
                </a:lnTo>
                <a:close/>
                <a:moveTo>
                  <a:pt x="222526" y="116718"/>
                </a:moveTo>
                <a:lnTo>
                  <a:pt x="227229" y="116718"/>
                </a:lnTo>
                <a:lnTo>
                  <a:pt x="230532" y="120054"/>
                </a:lnTo>
                <a:lnTo>
                  <a:pt x="230532" y="122222"/>
                </a:lnTo>
                <a:lnTo>
                  <a:pt x="226596" y="118252"/>
                </a:lnTo>
                <a:lnTo>
                  <a:pt x="220992" y="118252"/>
                </a:lnTo>
                <a:close/>
                <a:moveTo>
                  <a:pt x="231332" y="120054"/>
                </a:moveTo>
                <a:lnTo>
                  <a:pt x="234635" y="116718"/>
                </a:lnTo>
                <a:lnTo>
                  <a:pt x="239338" y="116718"/>
                </a:lnTo>
                <a:lnTo>
                  <a:pt x="240873" y="118252"/>
                </a:lnTo>
                <a:lnTo>
                  <a:pt x="235269" y="118252"/>
                </a:lnTo>
                <a:lnTo>
                  <a:pt x="231332" y="122222"/>
                </a:lnTo>
                <a:lnTo>
                  <a:pt x="231332" y="120054"/>
                </a:lnTo>
                <a:close/>
                <a:moveTo>
                  <a:pt x="241406" y="117685"/>
                </a:moveTo>
                <a:lnTo>
                  <a:pt x="239905" y="116184"/>
                </a:lnTo>
                <a:lnTo>
                  <a:pt x="239905" y="111481"/>
                </a:lnTo>
                <a:lnTo>
                  <a:pt x="243208" y="108178"/>
                </a:lnTo>
                <a:lnTo>
                  <a:pt x="245376" y="108178"/>
                </a:lnTo>
                <a:lnTo>
                  <a:pt x="241406" y="112114"/>
                </a:lnTo>
                <a:lnTo>
                  <a:pt x="241406" y="117685"/>
                </a:lnTo>
                <a:close/>
                <a:moveTo>
                  <a:pt x="243208" y="107378"/>
                </a:moveTo>
                <a:lnTo>
                  <a:pt x="239872" y="104042"/>
                </a:lnTo>
                <a:lnTo>
                  <a:pt x="239872" y="99372"/>
                </a:lnTo>
                <a:lnTo>
                  <a:pt x="241406" y="97838"/>
                </a:lnTo>
                <a:lnTo>
                  <a:pt x="241406" y="103408"/>
                </a:lnTo>
                <a:lnTo>
                  <a:pt x="245376" y="107378"/>
                </a:lnTo>
                <a:lnTo>
                  <a:pt x="243208" y="107378"/>
                </a:lnTo>
                <a:close/>
                <a:moveTo>
                  <a:pt x="241306" y="96470"/>
                </a:moveTo>
                <a:lnTo>
                  <a:pt x="235602" y="96470"/>
                </a:lnTo>
                <a:lnTo>
                  <a:pt x="231866" y="92767"/>
                </a:lnTo>
                <a:lnTo>
                  <a:pt x="239638" y="92767"/>
                </a:lnTo>
                <a:lnTo>
                  <a:pt x="241306" y="94435"/>
                </a:lnTo>
                <a:lnTo>
                  <a:pt x="241306" y="96470"/>
                </a:lnTo>
                <a:close/>
                <a:moveTo>
                  <a:pt x="231866" y="91967"/>
                </a:moveTo>
                <a:lnTo>
                  <a:pt x="235602" y="88264"/>
                </a:lnTo>
                <a:lnTo>
                  <a:pt x="241306" y="88264"/>
                </a:lnTo>
                <a:lnTo>
                  <a:pt x="241306" y="90299"/>
                </a:lnTo>
                <a:lnTo>
                  <a:pt x="239638" y="91967"/>
                </a:lnTo>
                <a:close/>
                <a:moveTo>
                  <a:pt x="241406" y="86896"/>
                </a:moveTo>
                <a:lnTo>
                  <a:pt x="239905" y="85362"/>
                </a:lnTo>
                <a:lnTo>
                  <a:pt x="239905" y="80692"/>
                </a:lnTo>
                <a:lnTo>
                  <a:pt x="243208" y="77356"/>
                </a:lnTo>
                <a:lnTo>
                  <a:pt x="245376" y="77356"/>
                </a:lnTo>
                <a:lnTo>
                  <a:pt x="241406" y="81326"/>
                </a:lnTo>
                <a:lnTo>
                  <a:pt x="241406" y="86896"/>
                </a:lnTo>
                <a:close/>
                <a:moveTo>
                  <a:pt x="243208" y="76589"/>
                </a:moveTo>
                <a:lnTo>
                  <a:pt x="239872" y="73253"/>
                </a:lnTo>
                <a:lnTo>
                  <a:pt x="239872" y="68583"/>
                </a:lnTo>
                <a:lnTo>
                  <a:pt x="241406" y="67049"/>
                </a:lnTo>
                <a:lnTo>
                  <a:pt x="241406" y="72620"/>
                </a:lnTo>
                <a:lnTo>
                  <a:pt x="245376" y="76589"/>
                </a:lnTo>
                <a:lnTo>
                  <a:pt x="243208" y="76589"/>
                </a:lnTo>
                <a:close/>
                <a:moveTo>
                  <a:pt x="241306" y="65681"/>
                </a:moveTo>
                <a:lnTo>
                  <a:pt x="235602" y="65681"/>
                </a:lnTo>
                <a:lnTo>
                  <a:pt x="231866" y="61979"/>
                </a:lnTo>
                <a:lnTo>
                  <a:pt x="239638" y="61979"/>
                </a:lnTo>
                <a:lnTo>
                  <a:pt x="241306" y="63646"/>
                </a:lnTo>
                <a:lnTo>
                  <a:pt x="241306" y="65681"/>
                </a:lnTo>
                <a:close/>
                <a:moveTo>
                  <a:pt x="231866" y="61178"/>
                </a:moveTo>
                <a:lnTo>
                  <a:pt x="235602" y="57475"/>
                </a:lnTo>
                <a:lnTo>
                  <a:pt x="241306" y="57475"/>
                </a:lnTo>
                <a:lnTo>
                  <a:pt x="241306" y="59510"/>
                </a:lnTo>
                <a:lnTo>
                  <a:pt x="239638" y="61178"/>
                </a:lnTo>
                <a:close/>
                <a:moveTo>
                  <a:pt x="241406" y="56108"/>
                </a:moveTo>
                <a:lnTo>
                  <a:pt x="239905" y="54573"/>
                </a:lnTo>
                <a:lnTo>
                  <a:pt x="239905" y="49903"/>
                </a:lnTo>
                <a:lnTo>
                  <a:pt x="243208" y="46568"/>
                </a:lnTo>
                <a:lnTo>
                  <a:pt x="245376" y="46568"/>
                </a:lnTo>
                <a:lnTo>
                  <a:pt x="241406" y="50537"/>
                </a:lnTo>
                <a:lnTo>
                  <a:pt x="241406" y="56108"/>
                </a:lnTo>
                <a:close/>
                <a:moveTo>
                  <a:pt x="243208" y="45800"/>
                </a:moveTo>
                <a:lnTo>
                  <a:pt x="239872" y="42465"/>
                </a:lnTo>
                <a:lnTo>
                  <a:pt x="239872" y="37795"/>
                </a:lnTo>
                <a:lnTo>
                  <a:pt x="241406" y="36260"/>
                </a:lnTo>
                <a:lnTo>
                  <a:pt x="241406" y="41831"/>
                </a:lnTo>
                <a:lnTo>
                  <a:pt x="245376" y="45800"/>
                </a:lnTo>
                <a:close/>
                <a:moveTo>
                  <a:pt x="241306" y="34893"/>
                </a:moveTo>
                <a:lnTo>
                  <a:pt x="235602" y="34893"/>
                </a:lnTo>
                <a:lnTo>
                  <a:pt x="231866" y="31190"/>
                </a:lnTo>
                <a:lnTo>
                  <a:pt x="239638" y="31190"/>
                </a:lnTo>
                <a:lnTo>
                  <a:pt x="241306" y="32858"/>
                </a:lnTo>
                <a:lnTo>
                  <a:pt x="241306" y="34893"/>
                </a:lnTo>
                <a:close/>
                <a:moveTo>
                  <a:pt x="231866" y="30389"/>
                </a:moveTo>
                <a:lnTo>
                  <a:pt x="235602" y="26653"/>
                </a:lnTo>
                <a:lnTo>
                  <a:pt x="241306" y="26653"/>
                </a:lnTo>
                <a:lnTo>
                  <a:pt x="241306" y="28721"/>
                </a:lnTo>
                <a:lnTo>
                  <a:pt x="239638" y="30389"/>
                </a:lnTo>
                <a:close/>
                <a:moveTo>
                  <a:pt x="241406" y="25319"/>
                </a:moveTo>
                <a:lnTo>
                  <a:pt x="239905" y="23785"/>
                </a:lnTo>
                <a:lnTo>
                  <a:pt x="239905" y="19115"/>
                </a:lnTo>
                <a:lnTo>
                  <a:pt x="243208" y="15779"/>
                </a:lnTo>
                <a:lnTo>
                  <a:pt x="245376" y="15779"/>
                </a:lnTo>
                <a:lnTo>
                  <a:pt x="241406" y="19748"/>
                </a:lnTo>
                <a:lnTo>
                  <a:pt x="241406" y="25319"/>
                </a:lnTo>
                <a:close/>
                <a:moveTo>
                  <a:pt x="243208" y="15012"/>
                </a:moveTo>
                <a:lnTo>
                  <a:pt x="239872" y="11676"/>
                </a:lnTo>
                <a:lnTo>
                  <a:pt x="239872" y="6973"/>
                </a:lnTo>
                <a:lnTo>
                  <a:pt x="241406" y="5471"/>
                </a:lnTo>
                <a:lnTo>
                  <a:pt x="241406" y="11042"/>
                </a:lnTo>
                <a:lnTo>
                  <a:pt x="245376" y="15012"/>
                </a:lnTo>
                <a:lnTo>
                  <a:pt x="243208" y="15012"/>
                </a:lnTo>
                <a:close/>
                <a:moveTo>
                  <a:pt x="239638" y="401"/>
                </a:moveTo>
                <a:lnTo>
                  <a:pt x="241306" y="2069"/>
                </a:lnTo>
                <a:lnTo>
                  <a:pt x="241306" y="4104"/>
                </a:lnTo>
                <a:lnTo>
                  <a:pt x="235602" y="4104"/>
                </a:lnTo>
                <a:lnTo>
                  <a:pt x="231866" y="401"/>
                </a:lnTo>
                <a:close/>
                <a:moveTo>
                  <a:pt x="229965" y="401"/>
                </a:moveTo>
                <a:lnTo>
                  <a:pt x="226262" y="4104"/>
                </a:lnTo>
                <a:lnTo>
                  <a:pt x="220558" y="4104"/>
                </a:lnTo>
                <a:lnTo>
                  <a:pt x="220558" y="2069"/>
                </a:lnTo>
                <a:lnTo>
                  <a:pt x="222226" y="401"/>
                </a:lnTo>
                <a:close/>
                <a:moveTo>
                  <a:pt x="219290" y="401"/>
                </a:moveTo>
                <a:lnTo>
                  <a:pt x="221092" y="401"/>
                </a:lnTo>
                <a:lnTo>
                  <a:pt x="219757" y="1735"/>
                </a:lnTo>
                <a:lnTo>
                  <a:pt x="219757" y="3804"/>
                </a:lnTo>
                <a:lnTo>
                  <a:pt x="218457" y="2503"/>
                </a:lnTo>
                <a:lnTo>
                  <a:pt x="218457" y="1202"/>
                </a:lnTo>
                <a:close/>
                <a:moveTo>
                  <a:pt x="216755" y="2936"/>
                </a:moveTo>
                <a:lnTo>
                  <a:pt x="218056" y="2936"/>
                </a:lnTo>
                <a:lnTo>
                  <a:pt x="219324" y="4204"/>
                </a:lnTo>
                <a:lnTo>
                  <a:pt x="217456" y="4204"/>
                </a:lnTo>
                <a:lnTo>
                  <a:pt x="217156" y="4337"/>
                </a:lnTo>
                <a:lnTo>
                  <a:pt x="215921" y="5572"/>
                </a:lnTo>
                <a:lnTo>
                  <a:pt x="215921" y="3770"/>
                </a:lnTo>
                <a:close/>
                <a:moveTo>
                  <a:pt x="214320" y="2936"/>
                </a:moveTo>
                <a:lnTo>
                  <a:pt x="215154" y="3737"/>
                </a:lnTo>
                <a:lnTo>
                  <a:pt x="215154" y="5572"/>
                </a:lnTo>
                <a:lnTo>
                  <a:pt x="213887" y="4337"/>
                </a:lnTo>
                <a:lnTo>
                  <a:pt x="213620" y="4204"/>
                </a:lnTo>
                <a:lnTo>
                  <a:pt x="211718" y="4204"/>
                </a:lnTo>
                <a:lnTo>
                  <a:pt x="213019" y="2936"/>
                </a:lnTo>
                <a:lnTo>
                  <a:pt x="214320" y="2936"/>
                </a:lnTo>
                <a:close/>
                <a:moveTo>
                  <a:pt x="211785" y="401"/>
                </a:moveTo>
                <a:lnTo>
                  <a:pt x="212586" y="1202"/>
                </a:lnTo>
                <a:lnTo>
                  <a:pt x="212586" y="2503"/>
                </a:lnTo>
                <a:lnTo>
                  <a:pt x="211318" y="3804"/>
                </a:lnTo>
                <a:lnTo>
                  <a:pt x="211318" y="1735"/>
                </a:lnTo>
                <a:lnTo>
                  <a:pt x="209950" y="401"/>
                </a:lnTo>
                <a:lnTo>
                  <a:pt x="211785" y="401"/>
                </a:lnTo>
                <a:close/>
                <a:moveTo>
                  <a:pt x="208850" y="401"/>
                </a:moveTo>
                <a:lnTo>
                  <a:pt x="210518" y="2069"/>
                </a:lnTo>
                <a:lnTo>
                  <a:pt x="210518" y="4104"/>
                </a:lnTo>
                <a:lnTo>
                  <a:pt x="204813" y="4104"/>
                </a:lnTo>
                <a:lnTo>
                  <a:pt x="201077" y="401"/>
                </a:lnTo>
                <a:close/>
                <a:moveTo>
                  <a:pt x="199176" y="401"/>
                </a:moveTo>
                <a:lnTo>
                  <a:pt x="195473" y="4104"/>
                </a:lnTo>
                <a:lnTo>
                  <a:pt x="189736" y="4104"/>
                </a:lnTo>
                <a:lnTo>
                  <a:pt x="189736" y="2069"/>
                </a:lnTo>
                <a:lnTo>
                  <a:pt x="191437" y="401"/>
                </a:lnTo>
                <a:close/>
                <a:moveTo>
                  <a:pt x="188502" y="401"/>
                </a:moveTo>
                <a:lnTo>
                  <a:pt x="190303" y="401"/>
                </a:lnTo>
                <a:lnTo>
                  <a:pt x="188969" y="1735"/>
                </a:lnTo>
                <a:lnTo>
                  <a:pt x="188969" y="3804"/>
                </a:lnTo>
                <a:lnTo>
                  <a:pt x="187668" y="2503"/>
                </a:lnTo>
                <a:lnTo>
                  <a:pt x="187668" y="1202"/>
                </a:lnTo>
                <a:close/>
                <a:moveTo>
                  <a:pt x="185967" y="2936"/>
                </a:moveTo>
                <a:lnTo>
                  <a:pt x="187268" y="2936"/>
                </a:lnTo>
                <a:lnTo>
                  <a:pt x="188535" y="4204"/>
                </a:lnTo>
                <a:lnTo>
                  <a:pt x="186667" y="4204"/>
                </a:lnTo>
                <a:lnTo>
                  <a:pt x="186367" y="4337"/>
                </a:lnTo>
                <a:lnTo>
                  <a:pt x="185133" y="5572"/>
                </a:lnTo>
                <a:lnTo>
                  <a:pt x="185133" y="3770"/>
                </a:lnTo>
                <a:close/>
                <a:moveTo>
                  <a:pt x="183532" y="2936"/>
                </a:moveTo>
                <a:lnTo>
                  <a:pt x="184332" y="3737"/>
                </a:lnTo>
                <a:lnTo>
                  <a:pt x="184332" y="5572"/>
                </a:lnTo>
                <a:lnTo>
                  <a:pt x="183098" y="4337"/>
                </a:lnTo>
                <a:lnTo>
                  <a:pt x="182831" y="4204"/>
                </a:lnTo>
                <a:lnTo>
                  <a:pt x="180930" y="4204"/>
                </a:lnTo>
                <a:lnTo>
                  <a:pt x="182231" y="2936"/>
                </a:lnTo>
                <a:lnTo>
                  <a:pt x="183532" y="2936"/>
                </a:lnTo>
                <a:close/>
                <a:moveTo>
                  <a:pt x="180996" y="401"/>
                </a:moveTo>
                <a:lnTo>
                  <a:pt x="181797" y="1202"/>
                </a:lnTo>
                <a:lnTo>
                  <a:pt x="181797" y="2503"/>
                </a:lnTo>
                <a:lnTo>
                  <a:pt x="180529" y="3804"/>
                </a:lnTo>
                <a:lnTo>
                  <a:pt x="180529" y="1735"/>
                </a:lnTo>
                <a:lnTo>
                  <a:pt x="179162" y="401"/>
                </a:lnTo>
                <a:lnTo>
                  <a:pt x="180996" y="401"/>
                </a:lnTo>
                <a:close/>
                <a:moveTo>
                  <a:pt x="178061" y="401"/>
                </a:moveTo>
                <a:lnTo>
                  <a:pt x="179729" y="2069"/>
                </a:lnTo>
                <a:lnTo>
                  <a:pt x="179729" y="4104"/>
                </a:lnTo>
                <a:lnTo>
                  <a:pt x="174025" y="4104"/>
                </a:lnTo>
                <a:lnTo>
                  <a:pt x="170289" y="401"/>
                </a:lnTo>
                <a:close/>
                <a:moveTo>
                  <a:pt x="168387" y="401"/>
                </a:moveTo>
                <a:lnTo>
                  <a:pt x="164685" y="4104"/>
                </a:lnTo>
                <a:lnTo>
                  <a:pt x="158947" y="4104"/>
                </a:lnTo>
                <a:lnTo>
                  <a:pt x="158947" y="2069"/>
                </a:lnTo>
                <a:lnTo>
                  <a:pt x="160649" y="401"/>
                </a:lnTo>
                <a:close/>
                <a:moveTo>
                  <a:pt x="157713" y="401"/>
                </a:moveTo>
                <a:lnTo>
                  <a:pt x="159514" y="401"/>
                </a:lnTo>
                <a:lnTo>
                  <a:pt x="158180" y="1735"/>
                </a:lnTo>
                <a:lnTo>
                  <a:pt x="158180" y="3804"/>
                </a:lnTo>
                <a:lnTo>
                  <a:pt x="156879" y="2503"/>
                </a:lnTo>
                <a:lnTo>
                  <a:pt x="156879" y="1202"/>
                </a:lnTo>
                <a:close/>
                <a:moveTo>
                  <a:pt x="155178" y="2936"/>
                </a:moveTo>
                <a:lnTo>
                  <a:pt x="156479" y="2936"/>
                </a:lnTo>
                <a:lnTo>
                  <a:pt x="157746" y="4204"/>
                </a:lnTo>
                <a:lnTo>
                  <a:pt x="155845" y="4204"/>
                </a:lnTo>
                <a:lnTo>
                  <a:pt x="155578" y="4337"/>
                </a:lnTo>
                <a:lnTo>
                  <a:pt x="154344" y="5572"/>
                </a:lnTo>
                <a:lnTo>
                  <a:pt x="154344" y="3770"/>
                </a:lnTo>
                <a:close/>
                <a:moveTo>
                  <a:pt x="152743" y="2936"/>
                </a:moveTo>
                <a:lnTo>
                  <a:pt x="153543" y="3737"/>
                </a:lnTo>
                <a:lnTo>
                  <a:pt x="153543" y="5572"/>
                </a:lnTo>
                <a:lnTo>
                  <a:pt x="152309" y="4337"/>
                </a:lnTo>
                <a:lnTo>
                  <a:pt x="152042" y="4204"/>
                </a:lnTo>
                <a:lnTo>
                  <a:pt x="150141" y="4204"/>
                </a:lnTo>
                <a:lnTo>
                  <a:pt x="151442" y="2936"/>
                </a:lnTo>
                <a:lnTo>
                  <a:pt x="152743" y="2936"/>
                </a:lnTo>
                <a:close/>
                <a:moveTo>
                  <a:pt x="150174" y="401"/>
                </a:moveTo>
                <a:lnTo>
                  <a:pt x="151008" y="1202"/>
                </a:lnTo>
                <a:lnTo>
                  <a:pt x="151008" y="2503"/>
                </a:lnTo>
                <a:lnTo>
                  <a:pt x="149741" y="3804"/>
                </a:lnTo>
                <a:lnTo>
                  <a:pt x="149741" y="1735"/>
                </a:lnTo>
                <a:lnTo>
                  <a:pt x="148373" y="401"/>
                </a:lnTo>
                <a:lnTo>
                  <a:pt x="150174" y="401"/>
                </a:lnTo>
                <a:close/>
                <a:moveTo>
                  <a:pt x="147272" y="401"/>
                </a:moveTo>
                <a:lnTo>
                  <a:pt x="148940" y="2069"/>
                </a:lnTo>
                <a:lnTo>
                  <a:pt x="148940" y="4104"/>
                </a:lnTo>
                <a:lnTo>
                  <a:pt x="143236" y="4104"/>
                </a:lnTo>
                <a:lnTo>
                  <a:pt x="139500" y="401"/>
                </a:lnTo>
                <a:close/>
                <a:moveTo>
                  <a:pt x="137599" y="401"/>
                </a:moveTo>
                <a:lnTo>
                  <a:pt x="133863" y="4104"/>
                </a:lnTo>
                <a:lnTo>
                  <a:pt x="128159" y="4104"/>
                </a:lnTo>
                <a:lnTo>
                  <a:pt x="128159" y="2069"/>
                </a:lnTo>
                <a:lnTo>
                  <a:pt x="129860" y="401"/>
                </a:lnTo>
                <a:close/>
                <a:moveTo>
                  <a:pt x="126924" y="401"/>
                </a:moveTo>
                <a:lnTo>
                  <a:pt x="128726" y="401"/>
                </a:lnTo>
                <a:lnTo>
                  <a:pt x="127391" y="1735"/>
                </a:lnTo>
                <a:lnTo>
                  <a:pt x="127391" y="3804"/>
                </a:lnTo>
                <a:lnTo>
                  <a:pt x="126091" y="2503"/>
                </a:lnTo>
                <a:lnTo>
                  <a:pt x="126091" y="1202"/>
                </a:lnTo>
                <a:close/>
                <a:moveTo>
                  <a:pt x="124389" y="2936"/>
                </a:moveTo>
                <a:lnTo>
                  <a:pt x="125657" y="2936"/>
                </a:lnTo>
                <a:lnTo>
                  <a:pt x="126958" y="4204"/>
                </a:lnTo>
                <a:lnTo>
                  <a:pt x="125056" y="4204"/>
                </a:lnTo>
                <a:lnTo>
                  <a:pt x="124790" y="4337"/>
                </a:lnTo>
                <a:lnTo>
                  <a:pt x="123555" y="5572"/>
                </a:lnTo>
                <a:lnTo>
                  <a:pt x="123555" y="3770"/>
                </a:lnTo>
                <a:close/>
                <a:moveTo>
                  <a:pt x="121954" y="2936"/>
                </a:moveTo>
                <a:lnTo>
                  <a:pt x="122755" y="3737"/>
                </a:lnTo>
                <a:lnTo>
                  <a:pt x="122755" y="5572"/>
                </a:lnTo>
                <a:lnTo>
                  <a:pt x="121521" y="4337"/>
                </a:lnTo>
                <a:lnTo>
                  <a:pt x="121254" y="4204"/>
                </a:lnTo>
                <a:lnTo>
                  <a:pt x="119352" y="4204"/>
                </a:lnTo>
                <a:lnTo>
                  <a:pt x="120653" y="2936"/>
                </a:lnTo>
                <a:lnTo>
                  <a:pt x="121954" y="2936"/>
                </a:lnTo>
                <a:close/>
                <a:moveTo>
                  <a:pt x="119386" y="401"/>
                </a:moveTo>
                <a:lnTo>
                  <a:pt x="120220" y="1202"/>
                </a:lnTo>
                <a:lnTo>
                  <a:pt x="120220" y="2503"/>
                </a:lnTo>
                <a:lnTo>
                  <a:pt x="118952" y="3804"/>
                </a:lnTo>
                <a:lnTo>
                  <a:pt x="118952" y="1735"/>
                </a:lnTo>
                <a:lnTo>
                  <a:pt x="117584" y="401"/>
                </a:lnTo>
                <a:lnTo>
                  <a:pt x="119386" y="401"/>
                </a:lnTo>
                <a:close/>
                <a:moveTo>
                  <a:pt x="116450" y="401"/>
                </a:moveTo>
                <a:lnTo>
                  <a:pt x="118152" y="2069"/>
                </a:lnTo>
                <a:lnTo>
                  <a:pt x="118152" y="4104"/>
                </a:lnTo>
                <a:lnTo>
                  <a:pt x="112447" y="4104"/>
                </a:lnTo>
                <a:lnTo>
                  <a:pt x="108711" y="401"/>
                </a:lnTo>
                <a:close/>
                <a:moveTo>
                  <a:pt x="106810" y="401"/>
                </a:moveTo>
                <a:lnTo>
                  <a:pt x="103074" y="4104"/>
                </a:lnTo>
                <a:lnTo>
                  <a:pt x="97370" y="4104"/>
                </a:lnTo>
                <a:lnTo>
                  <a:pt x="97370" y="2069"/>
                </a:lnTo>
                <a:lnTo>
                  <a:pt x="99071" y="401"/>
                </a:lnTo>
                <a:close/>
                <a:moveTo>
                  <a:pt x="96136" y="401"/>
                </a:moveTo>
                <a:lnTo>
                  <a:pt x="97937" y="401"/>
                </a:lnTo>
                <a:lnTo>
                  <a:pt x="96569" y="1735"/>
                </a:lnTo>
                <a:lnTo>
                  <a:pt x="96569" y="3804"/>
                </a:lnTo>
                <a:lnTo>
                  <a:pt x="95302" y="2503"/>
                </a:lnTo>
                <a:lnTo>
                  <a:pt x="95302" y="1202"/>
                </a:lnTo>
                <a:close/>
                <a:moveTo>
                  <a:pt x="93567" y="2936"/>
                </a:moveTo>
                <a:lnTo>
                  <a:pt x="94868" y="2936"/>
                </a:lnTo>
                <a:lnTo>
                  <a:pt x="96169" y="4204"/>
                </a:lnTo>
                <a:lnTo>
                  <a:pt x="94268" y="4204"/>
                </a:lnTo>
                <a:lnTo>
                  <a:pt x="94001" y="4337"/>
                </a:lnTo>
                <a:lnTo>
                  <a:pt x="92767" y="5572"/>
                </a:lnTo>
                <a:lnTo>
                  <a:pt x="92767" y="3770"/>
                </a:lnTo>
                <a:close/>
                <a:moveTo>
                  <a:pt x="91166" y="2936"/>
                </a:moveTo>
                <a:lnTo>
                  <a:pt x="91966" y="3737"/>
                </a:lnTo>
                <a:lnTo>
                  <a:pt x="91966" y="5572"/>
                </a:lnTo>
                <a:lnTo>
                  <a:pt x="90732" y="4337"/>
                </a:lnTo>
                <a:lnTo>
                  <a:pt x="90465" y="4204"/>
                </a:lnTo>
                <a:lnTo>
                  <a:pt x="88564" y="4204"/>
                </a:lnTo>
                <a:lnTo>
                  <a:pt x="89865" y="2936"/>
                </a:lnTo>
                <a:lnTo>
                  <a:pt x="91166" y="2936"/>
                </a:lnTo>
                <a:close/>
                <a:moveTo>
                  <a:pt x="88597" y="401"/>
                </a:moveTo>
                <a:lnTo>
                  <a:pt x="89431" y="1202"/>
                </a:lnTo>
                <a:lnTo>
                  <a:pt x="89431" y="2503"/>
                </a:lnTo>
                <a:lnTo>
                  <a:pt x="88130" y="3804"/>
                </a:lnTo>
                <a:lnTo>
                  <a:pt x="88130" y="1735"/>
                </a:lnTo>
                <a:lnTo>
                  <a:pt x="86796" y="401"/>
                </a:lnTo>
                <a:lnTo>
                  <a:pt x="88597" y="401"/>
                </a:lnTo>
                <a:close/>
                <a:moveTo>
                  <a:pt x="85662" y="401"/>
                </a:moveTo>
                <a:lnTo>
                  <a:pt x="87363" y="2069"/>
                </a:lnTo>
                <a:lnTo>
                  <a:pt x="87363" y="4104"/>
                </a:lnTo>
                <a:lnTo>
                  <a:pt x="81659" y="4104"/>
                </a:lnTo>
                <a:lnTo>
                  <a:pt x="77923" y="401"/>
                </a:lnTo>
                <a:close/>
                <a:moveTo>
                  <a:pt x="76021" y="401"/>
                </a:moveTo>
                <a:lnTo>
                  <a:pt x="72285" y="4104"/>
                </a:lnTo>
                <a:lnTo>
                  <a:pt x="66581" y="4104"/>
                </a:lnTo>
                <a:lnTo>
                  <a:pt x="66581" y="2069"/>
                </a:lnTo>
                <a:lnTo>
                  <a:pt x="68249" y="401"/>
                </a:lnTo>
                <a:close/>
                <a:moveTo>
                  <a:pt x="65347" y="401"/>
                </a:moveTo>
                <a:lnTo>
                  <a:pt x="67148" y="401"/>
                </a:lnTo>
                <a:lnTo>
                  <a:pt x="65781" y="1735"/>
                </a:lnTo>
                <a:lnTo>
                  <a:pt x="65781" y="3804"/>
                </a:lnTo>
                <a:lnTo>
                  <a:pt x="64513" y="2503"/>
                </a:lnTo>
                <a:lnTo>
                  <a:pt x="64513" y="1202"/>
                </a:lnTo>
                <a:close/>
                <a:moveTo>
                  <a:pt x="62779" y="2936"/>
                </a:moveTo>
                <a:lnTo>
                  <a:pt x="64080" y="2936"/>
                </a:lnTo>
                <a:lnTo>
                  <a:pt x="65381" y="4204"/>
                </a:lnTo>
                <a:lnTo>
                  <a:pt x="63479" y="4204"/>
                </a:lnTo>
                <a:lnTo>
                  <a:pt x="63212" y="4337"/>
                </a:lnTo>
                <a:lnTo>
                  <a:pt x="61978" y="5572"/>
                </a:lnTo>
                <a:lnTo>
                  <a:pt x="61978" y="3770"/>
                </a:lnTo>
                <a:close/>
                <a:moveTo>
                  <a:pt x="60344" y="2936"/>
                </a:moveTo>
                <a:lnTo>
                  <a:pt x="61178" y="3737"/>
                </a:lnTo>
                <a:lnTo>
                  <a:pt x="61178" y="5572"/>
                </a:lnTo>
                <a:lnTo>
                  <a:pt x="59943" y="4337"/>
                </a:lnTo>
                <a:lnTo>
                  <a:pt x="59676" y="4204"/>
                </a:lnTo>
                <a:lnTo>
                  <a:pt x="57775" y="4204"/>
                </a:lnTo>
                <a:lnTo>
                  <a:pt x="59043" y="2936"/>
                </a:lnTo>
                <a:lnTo>
                  <a:pt x="60344" y="2936"/>
                </a:lnTo>
                <a:close/>
                <a:moveTo>
                  <a:pt x="57808" y="401"/>
                </a:moveTo>
                <a:lnTo>
                  <a:pt x="58642" y="1202"/>
                </a:lnTo>
                <a:lnTo>
                  <a:pt x="58642" y="2503"/>
                </a:lnTo>
                <a:lnTo>
                  <a:pt x="57341" y="3804"/>
                </a:lnTo>
                <a:lnTo>
                  <a:pt x="57341" y="1735"/>
                </a:lnTo>
                <a:lnTo>
                  <a:pt x="56007" y="401"/>
                </a:lnTo>
                <a:lnTo>
                  <a:pt x="57808" y="401"/>
                </a:lnTo>
                <a:close/>
                <a:moveTo>
                  <a:pt x="54873" y="401"/>
                </a:moveTo>
                <a:lnTo>
                  <a:pt x="56574" y="2069"/>
                </a:lnTo>
                <a:lnTo>
                  <a:pt x="56574" y="4104"/>
                </a:lnTo>
                <a:lnTo>
                  <a:pt x="50837" y="4104"/>
                </a:lnTo>
                <a:lnTo>
                  <a:pt x="47134" y="401"/>
                </a:lnTo>
                <a:close/>
                <a:moveTo>
                  <a:pt x="45233" y="401"/>
                </a:moveTo>
                <a:lnTo>
                  <a:pt x="41497" y="4104"/>
                </a:lnTo>
                <a:lnTo>
                  <a:pt x="35793" y="4104"/>
                </a:lnTo>
                <a:lnTo>
                  <a:pt x="35793" y="2069"/>
                </a:lnTo>
                <a:lnTo>
                  <a:pt x="37461" y="401"/>
                </a:lnTo>
                <a:close/>
                <a:moveTo>
                  <a:pt x="34525" y="401"/>
                </a:moveTo>
                <a:lnTo>
                  <a:pt x="36360" y="401"/>
                </a:lnTo>
                <a:lnTo>
                  <a:pt x="34992" y="1735"/>
                </a:lnTo>
                <a:lnTo>
                  <a:pt x="34992" y="3804"/>
                </a:lnTo>
                <a:lnTo>
                  <a:pt x="33725" y="2503"/>
                </a:lnTo>
                <a:lnTo>
                  <a:pt x="33725" y="1202"/>
                </a:lnTo>
                <a:close/>
                <a:moveTo>
                  <a:pt x="31990" y="2936"/>
                </a:moveTo>
                <a:lnTo>
                  <a:pt x="33291" y="2936"/>
                </a:lnTo>
                <a:lnTo>
                  <a:pt x="34592" y="4204"/>
                </a:lnTo>
                <a:lnTo>
                  <a:pt x="32691" y="4204"/>
                </a:lnTo>
                <a:lnTo>
                  <a:pt x="32424" y="4337"/>
                </a:lnTo>
                <a:lnTo>
                  <a:pt x="31189" y="5572"/>
                </a:lnTo>
                <a:lnTo>
                  <a:pt x="31189" y="3770"/>
                </a:lnTo>
                <a:close/>
                <a:moveTo>
                  <a:pt x="29555" y="2936"/>
                </a:moveTo>
                <a:lnTo>
                  <a:pt x="30389" y="3737"/>
                </a:lnTo>
                <a:lnTo>
                  <a:pt x="30389" y="5572"/>
                </a:lnTo>
                <a:lnTo>
                  <a:pt x="29155" y="4337"/>
                </a:lnTo>
                <a:lnTo>
                  <a:pt x="28854" y="4204"/>
                </a:lnTo>
                <a:lnTo>
                  <a:pt x="26986" y="4204"/>
                </a:lnTo>
                <a:lnTo>
                  <a:pt x="28254" y="2936"/>
                </a:lnTo>
                <a:lnTo>
                  <a:pt x="29555" y="2936"/>
                </a:lnTo>
                <a:close/>
                <a:moveTo>
                  <a:pt x="27020" y="401"/>
                </a:moveTo>
                <a:lnTo>
                  <a:pt x="27854" y="1202"/>
                </a:lnTo>
                <a:lnTo>
                  <a:pt x="27854" y="2503"/>
                </a:lnTo>
                <a:lnTo>
                  <a:pt x="26553" y="3804"/>
                </a:lnTo>
                <a:lnTo>
                  <a:pt x="26553" y="1735"/>
                </a:lnTo>
                <a:lnTo>
                  <a:pt x="25219" y="401"/>
                </a:lnTo>
                <a:lnTo>
                  <a:pt x="27020" y="401"/>
                </a:lnTo>
                <a:close/>
                <a:moveTo>
                  <a:pt x="24084" y="401"/>
                </a:moveTo>
                <a:lnTo>
                  <a:pt x="25786" y="2069"/>
                </a:lnTo>
                <a:lnTo>
                  <a:pt x="25786" y="4104"/>
                </a:lnTo>
                <a:lnTo>
                  <a:pt x="20048" y="4104"/>
                </a:lnTo>
                <a:lnTo>
                  <a:pt x="16346" y="401"/>
                </a:lnTo>
                <a:close/>
                <a:moveTo>
                  <a:pt x="14444" y="401"/>
                </a:moveTo>
                <a:lnTo>
                  <a:pt x="10708" y="4104"/>
                </a:lnTo>
                <a:lnTo>
                  <a:pt x="5004" y="4104"/>
                </a:lnTo>
                <a:lnTo>
                  <a:pt x="5004" y="2069"/>
                </a:lnTo>
                <a:lnTo>
                  <a:pt x="6672" y="401"/>
                </a:lnTo>
                <a:close/>
                <a:moveTo>
                  <a:pt x="3736" y="401"/>
                </a:moveTo>
                <a:lnTo>
                  <a:pt x="5571" y="401"/>
                </a:lnTo>
                <a:lnTo>
                  <a:pt x="4203" y="1735"/>
                </a:lnTo>
                <a:lnTo>
                  <a:pt x="4203" y="3804"/>
                </a:lnTo>
                <a:lnTo>
                  <a:pt x="2936" y="2503"/>
                </a:lnTo>
                <a:lnTo>
                  <a:pt x="2936" y="1202"/>
                </a:lnTo>
                <a:close/>
                <a:moveTo>
                  <a:pt x="367" y="3737"/>
                </a:moveTo>
                <a:lnTo>
                  <a:pt x="1201" y="2936"/>
                </a:lnTo>
                <a:lnTo>
                  <a:pt x="2502" y="2936"/>
                </a:lnTo>
                <a:lnTo>
                  <a:pt x="3803" y="4204"/>
                </a:lnTo>
                <a:lnTo>
                  <a:pt x="1902" y="4204"/>
                </a:lnTo>
                <a:lnTo>
                  <a:pt x="1635" y="4337"/>
                </a:lnTo>
                <a:lnTo>
                  <a:pt x="367" y="5572"/>
                </a:lnTo>
                <a:lnTo>
                  <a:pt x="367" y="3737"/>
                </a:lnTo>
                <a:close/>
                <a:moveTo>
                  <a:pt x="367" y="6672"/>
                </a:moveTo>
                <a:lnTo>
                  <a:pt x="2069" y="5004"/>
                </a:lnTo>
                <a:lnTo>
                  <a:pt x="4103" y="5004"/>
                </a:lnTo>
                <a:lnTo>
                  <a:pt x="4103" y="10709"/>
                </a:lnTo>
                <a:lnTo>
                  <a:pt x="367" y="14445"/>
                </a:lnTo>
                <a:close/>
                <a:moveTo>
                  <a:pt x="367" y="16346"/>
                </a:moveTo>
                <a:lnTo>
                  <a:pt x="4103" y="20082"/>
                </a:lnTo>
                <a:lnTo>
                  <a:pt x="4103" y="25786"/>
                </a:lnTo>
                <a:lnTo>
                  <a:pt x="2069" y="25786"/>
                </a:lnTo>
                <a:lnTo>
                  <a:pt x="367" y="24085"/>
                </a:lnTo>
                <a:close/>
                <a:moveTo>
                  <a:pt x="1201" y="27854"/>
                </a:moveTo>
                <a:lnTo>
                  <a:pt x="367" y="27020"/>
                </a:lnTo>
                <a:lnTo>
                  <a:pt x="367" y="25219"/>
                </a:lnTo>
                <a:lnTo>
                  <a:pt x="1635" y="26453"/>
                </a:lnTo>
                <a:lnTo>
                  <a:pt x="1902" y="26587"/>
                </a:lnTo>
                <a:lnTo>
                  <a:pt x="3803" y="26587"/>
                </a:lnTo>
                <a:lnTo>
                  <a:pt x="2502" y="27854"/>
                </a:lnTo>
                <a:lnTo>
                  <a:pt x="1201" y="27854"/>
                </a:lnTo>
                <a:close/>
                <a:moveTo>
                  <a:pt x="2936" y="29555"/>
                </a:moveTo>
                <a:lnTo>
                  <a:pt x="2936" y="28254"/>
                </a:lnTo>
                <a:lnTo>
                  <a:pt x="4203" y="26987"/>
                </a:lnTo>
                <a:lnTo>
                  <a:pt x="4203" y="29022"/>
                </a:lnTo>
                <a:lnTo>
                  <a:pt x="5571" y="30389"/>
                </a:lnTo>
                <a:lnTo>
                  <a:pt x="3736" y="30389"/>
                </a:lnTo>
                <a:close/>
                <a:moveTo>
                  <a:pt x="3736" y="31190"/>
                </a:moveTo>
                <a:lnTo>
                  <a:pt x="5571" y="31190"/>
                </a:lnTo>
                <a:lnTo>
                  <a:pt x="4203" y="32524"/>
                </a:lnTo>
                <a:lnTo>
                  <a:pt x="4203" y="34592"/>
                </a:lnTo>
                <a:lnTo>
                  <a:pt x="2936" y="33291"/>
                </a:lnTo>
                <a:lnTo>
                  <a:pt x="2936" y="31990"/>
                </a:lnTo>
                <a:close/>
                <a:moveTo>
                  <a:pt x="367" y="34559"/>
                </a:moveTo>
                <a:lnTo>
                  <a:pt x="1201" y="33725"/>
                </a:lnTo>
                <a:lnTo>
                  <a:pt x="2502" y="33725"/>
                </a:lnTo>
                <a:lnTo>
                  <a:pt x="3803" y="34993"/>
                </a:lnTo>
                <a:lnTo>
                  <a:pt x="1902" y="34993"/>
                </a:lnTo>
                <a:lnTo>
                  <a:pt x="1635" y="35126"/>
                </a:lnTo>
                <a:lnTo>
                  <a:pt x="367" y="36360"/>
                </a:lnTo>
                <a:lnTo>
                  <a:pt x="367" y="34559"/>
                </a:lnTo>
                <a:close/>
                <a:moveTo>
                  <a:pt x="367" y="37494"/>
                </a:moveTo>
                <a:lnTo>
                  <a:pt x="2069" y="35793"/>
                </a:lnTo>
                <a:lnTo>
                  <a:pt x="4103" y="35793"/>
                </a:lnTo>
                <a:lnTo>
                  <a:pt x="4103" y="41497"/>
                </a:lnTo>
                <a:lnTo>
                  <a:pt x="367" y="45233"/>
                </a:lnTo>
                <a:close/>
                <a:moveTo>
                  <a:pt x="367" y="47135"/>
                </a:moveTo>
                <a:lnTo>
                  <a:pt x="4103" y="50871"/>
                </a:lnTo>
                <a:lnTo>
                  <a:pt x="4103" y="56575"/>
                </a:lnTo>
                <a:lnTo>
                  <a:pt x="2069" y="56575"/>
                </a:lnTo>
                <a:lnTo>
                  <a:pt x="367" y="54874"/>
                </a:lnTo>
                <a:close/>
                <a:moveTo>
                  <a:pt x="1201" y="58643"/>
                </a:moveTo>
                <a:lnTo>
                  <a:pt x="367" y="57809"/>
                </a:lnTo>
                <a:lnTo>
                  <a:pt x="367" y="56008"/>
                </a:lnTo>
                <a:lnTo>
                  <a:pt x="1635" y="57242"/>
                </a:lnTo>
                <a:lnTo>
                  <a:pt x="1902" y="57375"/>
                </a:lnTo>
                <a:lnTo>
                  <a:pt x="3803" y="57375"/>
                </a:lnTo>
                <a:lnTo>
                  <a:pt x="2502" y="58643"/>
                </a:lnTo>
                <a:lnTo>
                  <a:pt x="1201" y="58643"/>
                </a:lnTo>
                <a:close/>
                <a:moveTo>
                  <a:pt x="2936" y="60377"/>
                </a:moveTo>
                <a:lnTo>
                  <a:pt x="2936" y="59077"/>
                </a:lnTo>
                <a:lnTo>
                  <a:pt x="4203" y="57776"/>
                </a:lnTo>
                <a:lnTo>
                  <a:pt x="4203" y="59844"/>
                </a:lnTo>
                <a:lnTo>
                  <a:pt x="5571" y="61178"/>
                </a:lnTo>
                <a:lnTo>
                  <a:pt x="3736" y="61178"/>
                </a:lnTo>
                <a:close/>
                <a:moveTo>
                  <a:pt x="3736" y="61979"/>
                </a:moveTo>
                <a:lnTo>
                  <a:pt x="5571" y="61979"/>
                </a:lnTo>
                <a:lnTo>
                  <a:pt x="4203" y="63313"/>
                </a:lnTo>
                <a:lnTo>
                  <a:pt x="4203" y="65381"/>
                </a:lnTo>
                <a:lnTo>
                  <a:pt x="2903" y="64080"/>
                </a:lnTo>
                <a:lnTo>
                  <a:pt x="2903" y="62779"/>
                </a:lnTo>
                <a:close/>
                <a:moveTo>
                  <a:pt x="367" y="65348"/>
                </a:moveTo>
                <a:lnTo>
                  <a:pt x="1201" y="64514"/>
                </a:lnTo>
                <a:lnTo>
                  <a:pt x="2502" y="64514"/>
                </a:lnTo>
                <a:lnTo>
                  <a:pt x="3803" y="65815"/>
                </a:lnTo>
                <a:lnTo>
                  <a:pt x="1902" y="65815"/>
                </a:lnTo>
                <a:lnTo>
                  <a:pt x="1635" y="65915"/>
                </a:lnTo>
                <a:lnTo>
                  <a:pt x="367" y="67149"/>
                </a:lnTo>
                <a:lnTo>
                  <a:pt x="367" y="65348"/>
                </a:lnTo>
                <a:close/>
                <a:moveTo>
                  <a:pt x="367" y="68283"/>
                </a:moveTo>
                <a:lnTo>
                  <a:pt x="2069" y="66582"/>
                </a:lnTo>
                <a:lnTo>
                  <a:pt x="4103" y="66582"/>
                </a:lnTo>
                <a:lnTo>
                  <a:pt x="4103" y="72286"/>
                </a:lnTo>
                <a:lnTo>
                  <a:pt x="367" y="76022"/>
                </a:lnTo>
                <a:close/>
                <a:moveTo>
                  <a:pt x="367" y="77923"/>
                </a:moveTo>
                <a:lnTo>
                  <a:pt x="4103" y="81659"/>
                </a:lnTo>
                <a:lnTo>
                  <a:pt x="4103" y="87363"/>
                </a:lnTo>
                <a:lnTo>
                  <a:pt x="2069" y="87363"/>
                </a:lnTo>
                <a:lnTo>
                  <a:pt x="367" y="85662"/>
                </a:lnTo>
                <a:close/>
                <a:moveTo>
                  <a:pt x="1201" y="89432"/>
                </a:moveTo>
                <a:lnTo>
                  <a:pt x="367" y="88598"/>
                </a:lnTo>
                <a:lnTo>
                  <a:pt x="367" y="86796"/>
                </a:lnTo>
                <a:lnTo>
                  <a:pt x="1635" y="88031"/>
                </a:lnTo>
                <a:lnTo>
                  <a:pt x="1902" y="88164"/>
                </a:lnTo>
                <a:lnTo>
                  <a:pt x="3803" y="88164"/>
                </a:lnTo>
                <a:lnTo>
                  <a:pt x="2502" y="89432"/>
                </a:lnTo>
                <a:lnTo>
                  <a:pt x="1201" y="89432"/>
                </a:lnTo>
                <a:close/>
                <a:moveTo>
                  <a:pt x="2936" y="91166"/>
                </a:moveTo>
                <a:lnTo>
                  <a:pt x="2936" y="89865"/>
                </a:lnTo>
                <a:lnTo>
                  <a:pt x="4203" y="88564"/>
                </a:lnTo>
                <a:lnTo>
                  <a:pt x="4203" y="90632"/>
                </a:lnTo>
                <a:lnTo>
                  <a:pt x="5571" y="91967"/>
                </a:lnTo>
                <a:lnTo>
                  <a:pt x="3736" y="91967"/>
                </a:lnTo>
                <a:close/>
                <a:moveTo>
                  <a:pt x="3736" y="92767"/>
                </a:moveTo>
                <a:lnTo>
                  <a:pt x="5571" y="92767"/>
                </a:lnTo>
                <a:lnTo>
                  <a:pt x="4203" y="94102"/>
                </a:lnTo>
                <a:lnTo>
                  <a:pt x="4203" y="96170"/>
                </a:lnTo>
                <a:lnTo>
                  <a:pt x="2936" y="94869"/>
                </a:lnTo>
                <a:lnTo>
                  <a:pt x="2936" y="93568"/>
                </a:lnTo>
                <a:close/>
                <a:moveTo>
                  <a:pt x="367" y="96136"/>
                </a:moveTo>
                <a:lnTo>
                  <a:pt x="1201" y="95302"/>
                </a:lnTo>
                <a:lnTo>
                  <a:pt x="2502" y="95302"/>
                </a:lnTo>
                <a:lnTo>
                  <a:pt x="3803" y="96603"/>
                </a:lnTo>
                <a:lnTo>
                  <a:pt x="1902" y="96603"/>
                </a:lnTo>
                <a:lnTo>
                  <a:pt x="1635" y="96703"/>
                </a:lnTo>
                <a:lnTo>
                  <a:pt x="367" y="97938"/>
                </a:lnTo>
                <a:lnTo>
                  <a:pt x="367" y="96136"/>
                </a:lnTo>
                <a:close/>
                <a:moveTo>
                  <a:pt x="367" y="99072"/>
                </a:moveTo>
                <a:lnTo>
                  <a:pt x="2069" y="97371"/>
                </a:lnTo>
                <a:lnTo>
                  <a:pt x="4103" y="97371"/>
                </a:lnTo>
                <a:lnTo>
                  <a:pt x="4103" y="103108"/>
                </a:lnTo>
                <a:lnTo>
                  <a:pt x="367" y="106811"/>
                </a:lnTo>
                <a:close/>
                <a:moveTo>
                  <a:pt x="367" y="108712"/>
                </a:moveTo>
                <a:lnTo>
                  <a:pt x="4103" y="112448"/>
                </a:lnTo>
                <a:lnTo>
                  <a:pt x="4103" y="118152"/>
                </a:lnTo>
                <a:lnTo>
                  <a:pt x="2069" y="118152"/>
                </a:lnTo>
                <a:lnTo>
                  <a:pt x="367" y="116484"/>
                </a:lnTo>
                <a:close/>
                <a:moveTo>
                  <a:pt x="1201" y="120220"/>
                </a:moveTo>
                <a:lnTo>
                  <a:pt x="367" y="119386"/>
                </a:lnTo>
                <a:lnTo>
                  <a:pt x="367" y="117585"/>
                </a:lnTo>
                <a:lnTo>
                  <a:pt x="1635" y="118819"/>
                </a:lnTo>
                <a:lnTo>
                  <a:pt x="1902" y="118953"/>
                </a:lnTo>
                <a:lnTo>
                  <a:pt x="3803" y="118953"/>
                </a:lnTo>
                <a:lnTo>
                  <a:pt x="2502" y="120220"/>
                </a:lnTo>
                <a:lnTo>
                  <a:pt x="1201" y="120220"/>
                </a:lnTo>
                <a:close/>
                <a:moveTo>
                  <a:pt x="3736" y="122755"/>
                </a:moveTo>
                <a:lnTo>
                  <a:pt x="2936" y="121955"/>
                </a:lnTo>
                <a:lnTo>
                  <a:pt x="2936" y="120654"/>
                </a:lnTo>
                <a:lnTo>
                  <a:pt x="4203" y="119353"/>
                </a:lnTo>
                <a:lnTo>
                  <a:pt x="4203" y="121421"/>
                </a:lnTo>
                <a:lnTo>
                  <a:pt x="5571" y="122755"/>
                </a:lnTo>
                <a:lnTo>
                  <a:pt x="3736" y="122755"/>
                </a:lnTo>
                <a:close/>
                <a:moveTo>
                  <a:pt x="6672" y="122755"/>
                </a:moveTo>
                <a:lnTo>
                  <a:pt x="5004" y="121088"/>
                </a:lnTo>
                <a:lnTo>
                  <a:pt x="5004" y="119053"/>
                </a:lnTo>
                <a:lnTo>
                  <a:pt x="10708" y="119053"/>
                </a:lnTo>
                <a:lnTo>
                  <a:pt x="14444" y="122755"/>
                </a:lnTo>
                <a:lnTo>
                  <a:pt x="6672" y="122755"/>
                </a:lnTo>
                <a:close/>
                <a:moveTo>
                  <a:pt x="16346" y="122755"/>
                </a:moveTo>
                <a:lnTo>
                  <a:pt x="20048" y="119053"/>
                </a:lnTo>
                <a:lnTo>
                  <a:pt x="25752" y="119053"/>
                </a:lnTo>
                <a:lnTo>
                  <a:pt x="25752" y="121088"/>
                </a:lnTo>
                <a:lnTo>
                  <a:pt x="24084" y="122755"/>
                </a:lnTo>
                <a:lnTo>
                  <a:pt x="16346" y="122755"/>
                </a:lnTo>
                <a:close/>
                <a:moveTo>
                  <a:pt x="27020" y="122755"/>
                </a:moveTo>
                <a:lnTo>
                  <a:pt x="25219" y="122755"/>
                </a:lnTo>
                <a:lnTo>
                  <a:pt x="26553" y="121421"/>
                </a:lnTo>
                <a:lnTo>
                  <a:pt x="26553" y="119353"/>
                </a:lnTo>
                <a:lnTo>
                  <a:pt x="27854" y="120654"/>
                </a:lnTo>
                <a:lnTo>
                  <a:pt x="27854" y="121955"/>
                </a:lnTo>
                <a:close/>
                <a:moveTo>
                  <a:pt x="29555" y="120220"/>
                </a:moveTo>
                <a:lnTo>
                  <a:pt x="28254" y="120220"/>
                </a:lnTo>
                <a:lnTo>
                  <a:pt x="26986" y="118953"/>
                </a:lnTo>
                <a:lnTo>
                  <a:pt x="28854" y="118953"/>
                </a:lnTo>
                <a:lnTo>
                  <a:pt x="29155" y="118819"/>
                </a:lnTo>
                <a:lnTo>
                  <a:pt x="30389" y="117585"/>
                </a:lnTo>
                <a:lnTo>
                  <a:pt x="30389" y="119386"/>
                </a:lnTo>
                <a:close/>
                <a:moveTo>
                  <a:pt x="31990" y="120220"/>
                </a:moveTo>
                <a:lnTo>
                  <a:pt x="31189" y="119386"/>
                </a:lnTo>
                <a:lnTo>
                  <a:pt x="31189" y="117585"/>
                </a:lnTo>
                <a:lnTo>
                  <a:pt x="32424" y="118819"/>
                </a:lnTo>
                <a:lnTo>
                  <a:pt x="32691" y="118953"/>
                </a:lnTo>
                <a:lnTo>
                  <a:pt x="34592" y="118953"/>
                </a:lnTo>
                <a:lnTo>
                  <a:pt x="33291" y="120220"/>
                </a:lnTo>
                <a:lnTo>
                  <a:pt x="31990" y="120220"/>
                </a:lnTo>
                <a:close/>
                <a:moveTo>
                  <a:pt x="34525" y="122755"/>
                </a:moveTo>
                <a:lnTo>
                  <a:pt x="33725" y="121955"/>
                </a:lnTo>
                <a:lnTo>
                  <a:pt x="33725" y="120654"/>
                </a:lnTo>
                <a:lnTo>
                  <a:pt x="34992" y="119353"/>
                </a:lnTo>
                <a:lnTo>
                  <a:pt x="34992" y="121421"/>
                </a:lnTo>
                <a:lnTo>
                  <a:pt x="36360" y="122755"/>
                </a:lnTo>
                <a:lnTo>
                  <a:pt x="34525" y="122755"/>
                </a:lnTo>
                <a:close/>
                <a:moveTo>
                  <a:pt x="37461" y="122755"/>
                </a:moveTo>
                <a:lnTo>
                  <a:pt x="35793" y="121088"/>
                </a:lnTo>
                <a:lnTo>
                  <a:pt x="35793" y="119053"/>
                </a:lnTo>
                <a:lnTo>
                  <a:pt x="41497" y="119053"/>
                </a:lnTo>
                <a:lnTo>
                  <a:pt x="45233" y="122755"/>
                </a:lnTo>
                <a:lnTo>
                  <a:pt x="37461" y="122755"/>
                </a:lnTo>
                <a:close/>
                <a:moveTo>
                  <a:pt x="47134" y="122755"/>
                </a:moveTo>
                <a:lnTo>
                  <a:pt x="50837" y="119053"/>
                </a:lnTo>
                <a:lnTo>
                  <a:pt x="56574" y="119053"/>
                </a:lnTo>
                <a:lnTo>
                  <a:pt x="56574" y="121088"/>
                </a:lnTo>
                <a:lnTo>
                  <a:pt x="54873" y="122755"/>
                </a:lnTo>
                <a:lnTo>
                  <a:pt x="47134" y="122755"/>
                </a:lnTo>
                <a:close/>
                <a:moveTo>
                  <a:pt x="57808" y="122755"/>
                </a:moveTo>
                <a:lnTo>
                  <a:pt x="56007" y="122755"/>
                </a:lnTo>
                <a:lnTo>
                  <a:pt x="57341" y="121421"/>
                </a:lnTo>
                <a:lnTo>
                  <a:pt x="57341" y="119353"/>
                </a:lnTo>
                <a:lnTo>
                  <a:pt x="58642" y="120654"/>
                </a:lnTo>
                <a:lnTo>
                  <a:pt x="58642" y="121955"/>
                </a:lnTo>
                <a:close/>
                <a:moveTo>
                  <a:pt x="60344" y="120220"/>
                </a:moveTo>
                <a:lnTo>
                  <a:pt x="59043" y="120220"/>
                </a:lnTo>
                <a:lnTo>
                  <a:pt x="57775" y="118953"/>
                </a:lnTo>
                <a:lnTo>
                  <a:pt x="59676" y="118953"/>
                </a:lnTo>
                <a:lnTo>
                  <a:pt x="59943" y="118819"/>
                </a:lnTo>
                <a:lnTo>
                  <a:pt x="61178" y="117585"/>
                </a:lnTo>
                <a:lnTo>
                  <a:pt x="61178" y="119386"/>
                </a:lnTo>
                <a:close/>
                <a:moveTo>
                  <a:pt x="62779" y="120220"/>
                </a:moveTo>
                <a:lnTo>
                  <a:pt x="61978" y="119386"/>
                </a:lnTo>
                <a:lnTo>
                  <a:pt x="61978" y="117585"/>
                </a:lnTo>
                <a:lnTo>
                  <a:pt x="63212" y="118819"/>
                </a:lnTo>
                <a:lnTo>
                  <a:pt x="63479" y="118953"/>
                </a:lnTo>
                <a:lnTo>
                  <a:pt x="65381" y="118953"/>
                </a:lnTo>
                <a:lnTo>
                  <a:pt x="64080" y="120220"/>
                </a:lnTo>
                <a:lnTo>
                  <a:pt x="62779" y="120220"/>
                </a:lnTo>
                <a:close/>
                <a:moveTo>
                  <a:pt x="65347" y="122755"/>
                </a:moveTo>
                <a:lnTo>
                  <a:pt x="64513" y="121955"/>
                </a:lnTo>
                <a:lnTo>
                  <a:pt x="64513" y="120654"/>
                </a:lnTo>
                <a:lnTo>
                  <a:pt x="65781" y="119353"/>
                </a:lnTo>
                <a:lnTo>
                  <a:pt x="65781" y="121421"/>
                </a:lnTo>
                <a:lnTo>
                  <a:pt x="67148" y="122755"/>
                </a:lnTo>
                <a:lnTo>
                  <a:pt x="65347" y="122755"/>
                </a:lnTo>
                <a:close/>
                <a:moveTo>
                  <a:pt x="68249" y="122755"/>
                </a:moveTo>
                <a:lnTo>
                  <a:pt x="66581" y="121088"/>
                </a:lnTo>
                <a:lnTo>
                  <a:pt x="66581" y="119053"/>
                </a:lnTo>
                <a:lnTo>
                  <a:pt x="72285" y="119053"/>
                </a:lnTo>
                <a:lnTo>
                  <a:pt x="76021" y="122755"/>
                </a:lnTo>
                <a:lnTo>
                  <a:pt x="68249" y="122755"/>
                </a:lnTo>
                <a:close/>
                <a:moveTo>
                  <a:pt x="77923" y="122755"/>
                </a:moveTo>
                <a:lnTo>
                  <a:pt x="81659" y="119053"/>
                </a:lnTo>
                <a:lnTo>
                  <a:pt x="87363" y="119053"/>
                </a:lnTo>
                <a:lnTo>
                  <a:pt x="87363" y="121088"/>
                </a:lnTo>
                <a:lnTo>
                  <a:pt x="85662" y="122755"/>
                </a:lnTo>
                <a:lnTo>
                  <a:pt x="77923" y="122755"/>
                </a:lnTo>
                <a:close/>
                <a:moveTo>
                  <a:pt x="88597" y="122755"/>
                </a:moveTo>
                <a:lnTo>
                  <a:pt x="86796" y="122755"/>
                </a:lnTo>
                <a:lnTo>
                  <a:pt x="88163" y="121421"/>
                </a:lnTo>
                <a:lnTo>
                  <a:pt x="88163" y="119353"/>
                </a:lnTo>
                <a:lnTo>
                  <a:pt x="89431" y="120654"/>
                </a:lnTo>
                <a:lnTo>
                  <a:pt x="89431" y="121955"/>
                </a:lnTo>
                <a:close/>
                <a:moveTo>
                  <a:pt x="91166" y="120220"/>
                </a:moveTo>
                <a:lnTo>
                  <a:pt x="89865" y="120220"/>
                </a:lnTo>
                <a:lnTo>
                  <a:pt x="88564" y="118953"/>
                </a:lnTo>
                <a:lnTo>
                  <a:pt x="90465" y="118953"/>
                </a:lnTo>
                <a:lnTo>
                  <a:pt x="90732" y="118819"/>
                </a:lnTo>
                <a:lnTo>
                  <a:pt x="91966" y="117585"/>
                </a:lnTo>
                <a:lnTo>
                  <a:pt x="91966" y="119386"/>
                </a:lnTo>
                <a:close/>
                <a:moveTo>
                  <a:pt x="93567" y="120220"/>
                </a:moveTo>
                <a:lnTo>
                  <a:pt x="92767" y="119386"/>
                </a:lnTo>
                <a:lnTo>
                  <a:pt x="92767" y="117585"/>
                </a:lnTo>
                <a:lnTo>
                  <a:pt x="94001" y="118819"/>
                </a:lnTo>
                <a:lnTo>
                  <a:pt x="94268" y="118953"/>
                </a:lnTo>
                <a:lnTo>
                  <a:pt x="96169" y="118953"/>
                </a:lnTo>
                <a:lnTo>
                  <a:pt x="94868" y="120220"/>
                </a:lnTo>
                <a:lnTo>
                  <a:pt x="93567" y="120220"/>
                </a:lnTo>
                <a:close/>
                <a:moveTo>
                  <a:pt x="96136" y="122755"/>
                </a:moveTo>
                <a:lnTo>
                  <a:pt x="95302" y="121955"/>
                </a:lnTo>
                <a:lnTo>
                  <a:pt x="95302" y="120654"/>
                </a:lnTo>
                <a:lnTo>
                  <a:pt x="96569" y="119353"/>
                </a:lnTo>
                <a:lnTo>
                  <a:pt x="96569" y="121421"/>
                </a:lnTo>
                <a:lnTo>
                  <a:pt x="97937" y="122755"/>
                </a:lnTo>
                <a:lnTo>
                  <a:pt x="96136" y="122755"/>
                </a:lnTo>
                <a:close/>
                <a:moveTo>
                  <a:pt x="99071" y="122755"/>
                </a:moveTo>
                <a:lnTo>
                  <a:pt x="97370" y="121088"/>
                </a:lnTo>
                <a:lnTo>
                  <a:pt x="97370" y="119053"/>
                </a:lnTo>
                <a:lnTo>
                  <a:pt x="103074" y="119053"/>
                </a:lnTo>
                <a:lnTo>
                  <a:pt x="106810" y="122755"/>
                </a:lnTo>
                <a:lnTo>
                  <a:pt x="99071" y="122755"/>
                </a:lnTo>
                <a:close/>
                <a:moveTo>
                  <a:pt x="108711" y="122755"/>
                </a:moveTo>
                <a:lnTo>
                  <a:pt x="112447" y="119053"/>
                </a:lnTo>
                <a:lnTo>
                  <a:pt x="118152" y="119053"/>
                </a:lnTo>
                <a:lnTo>
                  <a:pt x="118152" y="121088"/>
                </a:lnTo>
                <a:lnTo>
                  <a:pt x="116450" y="122755"/>
                </a:lnTo>
                <a:lnTo>
                  <a:pt x="108711" y="122755"/>
                </a:lnTo>
                <a:close/>
                <a:moveTo>
                  <a:pt x="119386" y="122755"/>
                </a:moveTo>
                <a:lnTo>
                  <a:pt x="117584" y="122755"/>
                </a:lnTo>
                <a:lnTo>
                  <a:pt x="118952" y="121421"/>
                </a:lnTo>
                <a:lnTo>
                  <a:pt x="118952" y="119353"/>
                </a:lnTo>
                <a:lnTo>
                  <a:pt x="120220" y="120654"/>
                </a:lnTo>
                <a:lnTo>
                  <a:pt x="120220" y="121955"/>
                </a:lnTo>
                <a:close/>
                <a:moveTo>
                  <a:pt x="121954" y="120220"/>
                </a:moveTo>
                <a:lnTo>
                  <a:pt x="120653" y="120220"/>
                </a:lnTo>
                <a:lnTo>
                  <a:pt x="119352" y="118953"/>
                </a:lnTo>
                <a:lnTo>
                  <a:pt x="121254" y="118953"/>
                </a:lnTo>
                <a:lnTo>
                  <a:pt x="121521" y="118819"/>
                </a:lnTo>
                <a:lnTo>
                  <a:pt x="122755" y="117585"/>
                </a:lnTo>
                <a:lnTo>
                  <a:pt x="122755" y="119386"/>
                </a:lnTo>
                <a:close/>
                <a:moveTo>
                  <a:pt x="124389" y="120220"/>
                </a:moveTo>
                <a:lnTo>
                  <a:pt x="123555" y="119386"/>
                </a:lnTo>
                <a:lnTo>
                  <a:pt x="123555" y="117585"/>
                </a:lnTo>
                <a:lnTo>
                  <a:pt x="124790" y="118819"/>
                </a:lnTo>
                <a:lnTo>
                  <a:pt x="125056" y="118953"/>
                </a:lnTo>
                <a:lnTo>
                  <a:pt x="126958" y="118953"/>
                </a:lnTo>
                <a:lnTo>
                  <a:pt x="125657" y="120220"/>
                </a:lnTo>
                <a:lnTo>
                  <a:pt x="124389" y="120220"/>
                </a:lnTo>
                <a:close/>
                <a:moveTo>
                  <a:pt x="126924" y="122755"/>
                </a:moveTo>
                <a:lnTo>
                  <a:pt x="126091" y="121955"/>
                </a:lnTo>
                <a:lnTo>
                  <a:pt x="126091" y="120654"/>
                </a:lnTo>
                <a:lnTo>
                  <a:pt x="127358" y="119353"/>
                </a:lnTo>
                <a:lnTo>
                  <a:pt x="127358" y="121421"/>
                </a:lnTo>
                <a:lnTo>
                  <a:pt x="128726" y="122755"/>
                </a:lnTo>
                <a:lnTo>
                  <a:pt x="126924" y="122755"/>
                </a:lnTo>
                <a:close/>
                <a:moveTo>
                  <a:pt x="129860" y="122755"/>
                </a:moveTo>
                <a:lnTo>
                  <a:pt x="128159" y="121088"/>
                </a:lnTo>
                <a:lnTo>
                  <a:pt x="128159" y="119053"/>
                </a:lnTo>
                <a:lnTo>
                  <a:pt x="133896" y="119053"/>
                </a:lnTo>
                <a:lnTo>
                  <a:pt x="137599" y="122755"/>
                </a:lnTo>
                <a:lnTo>
                  <a:pt x="129860" y="122755"/>
                </a:lnTo>
                <a:close/>
                <a:moveTo>
                  <a:pt x="139500" y="122755"/>
                </a:moveTo>
                <a:lnTo>
                  <a:pt x="143236" y="119053"/>
                </a:lnTo>
                <a:lnTo>
                  <a:pt x="148940" y="119053"/>
                </a:lnTo>
                <a:lnTo>
                  <a:pt x="148940" y="121088"/>
                </a:lnTo>
                <a:lnTo>
                  <a:pt x="147272" y="122755"/>
                </a:lnTo>
                <a:lnTo>
                  <a:pt x="139500" y="122755"/>
                </a:lnTo>
                <a:close/>
                <a:moveTo>
                  <a:pt x="150174" y="122755"/>
                </a:moveTo>
                <a:lnTo>
                  <a:pt x="148373" y="122755"/>
                </a:lnTo>
                <a:lnTo>
                  <a:pt x="149741" y="121421"/>
                </a:lnTo>
                <a:lnTo>
                  <a:pt x="149741" y="119353"/>
                </a:lnTo>
                <a:lnTo>
                  <a:pt x="151008" y="120654"/>
                </a:lnTo>
                <a:lnTo>
                  <a:pt x="151008" y="121955"/>
                </a:lnTo>
                <a:close/>
                <a:moveTo>
                  <a:pt x="152743" y="120220"/>
                </a:moveTo>
                <a:lnTo>
                  <a:pt x="151442" y="120220"/>
                </a:lnTo>
                <a:lnTo>
                  <a:pt x="150141" y="118953"/>
                </a:lnTo>
                <a:lnTo>
                  <a:pt x="152042" y="118953"/>
                </a:lnTo>
                <a:lnTo>
                  <a:pt x="152309" y="118819"/>
                </a:lnTo>
                <a:lnTo>
                  <a:pt x="153543" y="117585"/>
                </a:lnTo>
                <a:lnTo>
                  <a:pt x="153543" y="119386"/>
                </a:lnTo>
                <a:close/>
                <a:moveTo>
                  <a:pt x="155178" y="120220"/>
                </a:moveTo>
                <a:lnTo>
                  <a:pt x="154344" y="119386"/>
                </a:lnTo>
                <a:lnTo>
                  <a:pt x="154344" y="117585"/>
                </a:lnTo>
                <a:lnTo>
                  <a:pt x="155578" y="118819"/>
                </a:lnTo>
                <a:lnTo>
                  <a:pt x="155845" y="118953"/>
                </a:lnTo>
                <a:lnTo>
                  <a:pt x="157746" y="118953"/>
                </a:lnTo>
                <a:lnTo>
                  <a:pt x="156479" y="120220"/>
                </a:lnTo>
                <a:lnTo>
                  <a:pt x="155178" y="120220"/>
                </a:lnTo>
                <a:close/>
                <a:moveTo>
                  <a:pt x="157713" y="122755"/>
                </a:moveTo>
                <a:lnTo>
                  <a:pt x="156879" y="121955"/>
                </a:lnTo>
                <a:lnTo>
                  <a:pt x="156879" y="120654"/>
                </a:lnTo>
                <a:lnTo>
                  <a:pt x="158180" y="119353"/>
                </a:lnTo>
                <a:lnTo>
                  <a:pt x="158180" y="121421"/>
                </a:lnTo>
                <a:lnTo>
                  <a:pt x="159514" y="122755"/>
                </a:lnTo>
                <a:lnTo>
                  <a:pt x="157713" y="122755"/>
                </a:lnTo>
                <a:close/>
                <a:moveTo>
                  <a:pt x="160649" y="122755"/>
                </a:moveTo>
                <a:lnTo>
                  <a:pt x="158947" y="121088"/>
                </a:lnTo>
                <a:lnTo>
                  <a:pt x="158947" y="119053"/>
                </a:lnTo>
                <a:lnTo>
                  <a:pt x="164685" y="119053"/>
                </a:lnTo>
                <a:lnTo>
                  <a:pt x="168387" y="122755"/>
                </a:lnTo>
                <a:lnTo>
                  <a:pt x="160649" y="122755"/>
                </a:lnTo>
                <a:close/>
                <a:moveTo>
                  <a:pt x="170289" y="122755"/>
                </a:moveTo>
                <a:lnTo>
                  <a:pt x="174025" y="119053"/>
                </a:lnTo>
                <a:lnTo>
                  <a:pt x="179729" y="119053"/>
                </a:lnTo>
                <a:lnTo>
                  <a:pt x="179729" y="121088"/>
                </a:lnTo>
                <a:lnTo>
                  <a:pt x="178061" y="122755"/>
                </a:lnTo>
                <a:lnTo>
                  <a:pt x="170289" y="122755"/>
                </a:lnTo>
                <a:close/>
                <a:moveTo>
                  <a:pt x="180996" y="122755"/>
                </a:moveTo>
                <a:lnTo>
                  <a:pt x="179162" y="122755"/>
                </a:lnTo>
                <a:lnTo>
                  <a:pt x="180529" y="121421"/>
                </a:lnTo>
                <a:lnTo>
                  <a:pt x="180529" y="119353"/>
                </a:lnTo>
                <a:lnTo>
                  <a:pt x="181797" y="120654"/>
                </a:lnTo>
                <a:lnTo>
                  <a:pt x="181797" y="121955"/>
                </a:lnTo>
                <a:close/>
                <a:moveTo>
                  <a:pt x="183532" y="120220"/>
                </a:moveTo>
                <a:lnTo>
                  <a:pt x="182231" y="120220"/>
                </a:lnTo>
                <a:lnTo>
                  <a:pt x="180930" y="118953"/>
                </a:lnTo>
                <a:lnTo>
                  <a:pt x="182831" y="118953"/>
                </a:lnTo>
                <a:lnTo>
                  <a:pt x="183098" y="118819"/>
                </a:lnTo>
                <a:lnTo>
                  <a:pt x="184332" y="117585"/>
                </a:lnTo>
                <a:lnTo>
                  <a:pt x="184332" y="119386"/>
                </a:lnTo>
                <a:close/>
                <a:moveTo>
                  <a:pt x="185967" y="120220"/>
                </a:moveTo>
                <a:lnTo>
                  <a:pt x="185133" y="119386"/>
                </a:lnTo>
                <a:lnTo>
                  <a:pt x="185133" y="117585"/>
                </a:lnTo>
                <a:lnTo>
                  <a:pt x="186367" y="118819"/>
                </a:lnTo>
                <a:lnTo>
                  <a:pt x="186667" y="118953"/>
                </a:lnTo>
                <a:lnTo>
                  <a:pt x="188535" y="118953"/>
                </a:lnTo>
                <a:lnTo>
                  <a:pt x="187268" y="120220"/>
                </a:lnTo>
                <a:lnTo>
                  <a:pt x="185967" y="120220"/>
                </a:lnTo>
                <a:close/>
                <a:moveTo>
                  <a:pt x="188502" y="122755"/>
                </a:moveTo>
                <a:lnTo>
                  <a:pt x="187668" y="121955"/>
                </a:lnTo>
                <a:lnTo>
                  <a:pt x="187668" y="120654"/>
                </a:lnTo>
                <a:lnTo>
                  <a:pt x="188969" y="119353"/>
                </a:lnTo>
                <a:lnTo>
                  <a:pt x="188969" y="121421"/>
                </a:lnTo>
                <a:lnTo>
                  <a:pt x="190303" y="122755"/>
                </a:lnTo>
                <a:lnTo>
                  <a:pt x="188502" y="122755"/>
                </a:lnTo>
                <a:close/>
                <a:moveTo>
                  <a:pt x="191437" y="122755"/>
                </a:moveTo>
                <a:lnTo>
                  <a:pt x="189736" y="121088"/>
                </a:lnTo>
                <a:lnTo>
                  <a:pt x="189736" y="119053"/>
                </a:lnTo>
                <a:lnTo>
                  <a:pt x="195473" y="119053"/>
                </a:lnTo>
                <a:lnTo>
                  <a:pt x="199176" y="122755"/>
                </a:lnTo>
                <a:lnTo>
                  <a:pt x="191437" y="122755"/>
                </a:lnTo>
                <a:close/>
                <a:moveTo>
                  <a:pt x="201077" y="122755"/>
                </a:moveTo>
                <a:lnTo>
                  <a:pt x="204813" y="119053"/>
                </a:lnTo>
                <a:lnTo>
                  <a:pt x="210518" y="119053"/>
                </a:lnTo>
                <a:lnTo>
                  <a:pt x="210518" y="121088"/>
                </a:lnTo>
                <a:lnTo>
                  <a:pt x="208850" y="122755"/>
                </a:lnTo>
                <a:lnTo>
                  <a:pt x="201077" y="122755"/>
                </a:lnTo>
                <a:close/>
                <a:moveTo>
                  <a:pt x="211785" y="122755"/>
                </a:moveTo>
                <a:lnTo>
                  <a:pt x="209950" y="122755"/>
                </a:lnTo>
                <a:lnTo>
                  <a:pt x="211318" y="121421"/>
                </a:lnTo>
                <a:lnTo>
                  <a:pt x="211318" y="119353"/>
                </a:lnTo>
                <a:lnTo>
                  <a:pt x="212586" y="120654"/>
                </a:lnTo>
                <a:lnTo>
                  <a:pt x="212586" y="121955"/>
                </a:lnTo>
                <a:close/>
                <a:moveTo>
                  <a:pt x="214320" y="120220"/>
                </a:moveTo>
                <a:lnTo>
                  <a:pt x="213019" y="120220"/>
                </a:lnTo>
                <a:lnTo>
                  <a:pt x="211718" y="118953"/>
                </a:lnTo>
                <a:lnTo>
                  <a:pt x="213620" y="118953"/>
                </a:lnTo>
                <a:lnTo>
                  <a:pt x="213887" y="118819"/>
                </a:lnTo>
                <a:lnTo>
                  <a:pt x="215154" y="117585"/>
                </a:lnTo>
                <a:lnTo>
                  <a:pt x="215154" y="119386"/>
                </a:lnTo>
                <a:close/>
                <a:moveTo>
                  <a:pt x="216755" y="120220"/>
                </a:moveTo>
                <a:lnTo>
                  <a:pt x="215921" y="119386"/>
                </a:lnTo>
                <a:lnTo>
                  <a:pt x="215921" y="117585"/>
                </a:lnTo>
                <a:lnTo>
                  <a:pt x="217156" y="118819"/>
                </a:lnTo>
                <a:lnTo>
                  <a:pt x="217456" y="118953"/>
                </a:lnTo>
                <a:lnTo>
                  <a:pt x="219324" y="118953"/>
                </a:lnTo>
                <a:lnTo>
                  <a:pt x="218056" y="120220"/>
                </a:lnTo>
                <a:lnTo>
                  <a:pt x="216755" y="120220"/>
                </a:lnTo>
                <a:close/>
                <a:moveTo>
                  <a:pt x="219290" y="122755"/>
                </a:moveTo>
                <a:lnTo>
                  <a:pt x="218457" y="121955"/>
                </a:lnTo>
                <a:lnTo>
                  <a:pt x="218457" y="120654"/>
                </a:lnTo>
                <a:lnTo>
                  <a:pt x="219757" y="119353"/>
                </a:lnTo>
                <a:lnTo>
                  <a:pt x="219757" y="121421"/>
                </a:lnTo>
                <a:lnTo>
                  <a:pt x="221092" y="122755"/>
                </a:lnTo>
                <a:lnTo>
                  <a:pt x="219290" y="122755"/>
                </a:lnTo>
                <a:close/>
                <a:moveTo>
                  <a:pt x="222226" y="122755"/>
                </a:moveTo>
                <a:lnTo>
                  <a:pt x="220558" y="121088"/>
                </a:lnTo>
                <a:lnTo>
                  <a:pt x="220558" y="119053"/>
                </a:lnTo>
                <a:lnTo>
                  <a:pt x="226262" y="119053"/>
                </a:lnTo>
                <a:lnTo>
                  <a:pt x="229965" y="122755"/>
                </a:lnTo>
                <a:lnTo>
                  <a:pt x="222226" y="122755"/>
                </a:lnTo>
                <a:close/>
                <a:moveTo>
                  <a:pt x="231866" y="122755"/>
                </a:moveTo>
                <a:lnTo>
                  <a:pt x="235602" y="119053"/>
                </a:lnTo>
                <a:lnTo>
                  <a:pt x="241306" y="119053"/>
                </a:lnTo>
                <a:lnTo>
                  <a:pt x="241306" y="121088"/>
                </a:lnTo>
                <a:lnTo>
                  <a:pt x="239638" y="122755"/>
                </a:lnTo>
                <a:lnTo>
                  <a:pt x="231866" y="122755"/>
                </a:lnTo>
                <a:close/>
                <a:moveTo>
                  <a:pt x="242574" y="122755"/>
                </a:moveTo>
                <a:lnTo>
                  <a:pt x="240739" y="122755"/>
                </a:lnTo>
                <a:lnTo>
                  <a:pt x="242107" y="121421"/>
                </a:lnTo>
                <a:lnTo>
                  <a:pt x="242107" y="119353"/>
                </a:lnTo>
                <a:lnTo>
                  <a:pt x="243408" y="120654"/>
                </a:lnTo>
                <a:lnTo>
                  <a:pt x="243408" y="121955"/>
                </a:lnTo>
                <a:close/>
                <a:moveTo>
                  <a:pt x="245943" y="119420"/>
                </a:moveTo>
                <a:lnTo>
                  <a:pt x="245109" y="120220"/>
                </a:lnTo>
                <a:lnTo>
                  <a:pt x="243808" y="120220"/>
                </a:lnTo>
                <a:lnTo>
                  <a:pt x="242507" y="118953"/>
                </a:lnTo>
                <a:lnTo>
                  <a:pt x="244408" y="118953"/>
                </a:lnTo>
                <a:lnTo>
                  <a:pt x="244675" y="118819"/>
                </a:lnTo>
                <a:lnTo>
                  <a:pt x="245909" y="117585"/>
                </a:lnTo>
                <a:lnTo>
                  <a:pt x="245909" y="119420"/>
                </a:lnTo>
                <a:close/>
                <a:moveTo>
                  <a:pt x="245943" y="116484"/>
                </a:moveTo>
                <a:lnTo>
                  <a:pt x="244242" y="118152"/>
                </a:lnTo>
                <a:lnTo>
                  <a:pt x="242207" y="118152"/>
                </a:lnTo>
                <a:lnTo>
                  <a:pt x="242207" y="112448"/>
                </a:lnTo>
                <a:lnTo>
                  <a:pt x="245943" y="108712"/>
                </a:lnTo>
                <a:close/>
                <a:moveTo>
                  <a:pt x="245943" y="106811"/>
                </a:moveTo>
                <a:lnTo>
                  <a:pt x="242207" y="103108"/>
                </a:lnTo>
                <a:lnTo>
                  <a:pt x="242207" y="97371"/>
                </a:lnTo>
                <a:lnTo>
                  <a:pt x="244242" y="97371"/>
                </a:lnTo>
                <a:lnTo>
                  <a:pt x="245943" y="99072"/>
                </a:lnTo>
                <a:close/>
                <a:moveTo>
                  <a:pt x="245109" y="95302"/>
                </a:moveTo>
                <a:lnTo>
                  <a:pt x="245943" y="96136"/>
                </a:lnTo>
                <a:lnTo>
                  <a:pt x="245943" y="97938"/>
                </a:lnTo>
                <a:lnTo>
                  <a:pt x="244675" y="96703"/>
                </a:lnTo>
                <a:lnTo>
                  <a:pt x="244408" y="96603"/>
                </a:lnTo>
                <a:lnTo>
                  <a:pt x="242507" y="96603"/>
                </a:lnTo>
                <a:lnTo>
                  <a:pt x="243808" y="95302"/>
                </a:lnTo>
                <a:lnTo>
                  <a:pt x="245109" y="95302"/>
                </a:lnTo>
                <a:close/>
                <a:moveTo>
                  <a:pt x="243374" y="93601"/>
                </a:moveTo>
                <a:lnTo>
                  <a:pt x="243374" y="94902"/>
                </a:lnTo>
                <a:lnTo>
                  <a:pt x="242107" y="96170"/>
                </a:lnTo>
                <a:lnTo>
                  <a:pt x="242107" y="94135"/>
                </a:lnTo>
                <a:lnTo>
                  <a:pt x="240739" y="92767"/>
                </a:lnTo>
                <a:lnTo>
                  <a:pt x="242574" y="92767"/>
                </a:lnTo>
                <a:close/>
                <a:moveTo>
                  <a:pt x="242574" y="91967"/>
                </a:moveTo>
                <a:lnTo>
                  <a:pt x="240739" y="91967"/>
                </a:lnTo>
                <a:lnTo>
                  <a:pt x="242107" y="90632"/>
                </a:lnTo>
                <a:lnTo>
                  <a:pt x="242107" y="88564"/>
                </a:lnTo>
                <a:lnTo>
                  <a:pt x="243374" y="89865"/>
                </a:lnTo>
                <a:lnTo>
                  <a:pt x="243374" y="91166"/>
                </a:lnTo>
                <a:close/>
                <a:moveTo>
                  <a:pt x="245943" y="88598"/>
                </a:moveTo>
                <a:lnTo>
                  <a:pt x="245109" y="89432"/>
                </a:lnTo>
                <a:lnTo>
                  <a:pt x="243808" y="89432"/>
                </a:lnTo>
                <a:lnTo>
                  <a:pt x="242507" y="88164"/>
                </a:lnTo>
                <a:lnTo>
                  <a:pt x="244408" y="88164"/>
                </a:lnTo>
                <a:lnTo>
                  <a:pt x="244675" y="88031"/>
                </a:lnTo>
                <a:lnTo>
                  <a:pt x="245909" y="86796"/>
                </a:lnTo>
                <a:lnTo>
                  <a:pt x="245909" y="88598"/>
                </a:lnTo>
                <a:close/>
                <a:moveTo>
                  <a:pt x="245943" y="85696"/>
                </a:moveTo>
                <a:lnTo>
                  <a:pt x="244242" y="87363"/>
                </a:lnTo>
                <a:lnTo>
                  <a:pt x="242207" y="87363"/>
                </a:lnTo>
                <a:lnTo>
                  <a:pt x="242207" y="81659"/>
                </a:lnTo>
                <a:lnTo>
                  <a:pt x="245943" y="77923"/>
                </a:lnTo>
                <a:close/>
                <a:moveTo>
                  <a:pt x="245943" y="76022"/>
                </a:moveTo>
                <a:lnTo>
                  <a:pt x="242207" y="72286"/>
                </a:lnTo>
                <a:lnTo>
                  <a:pt x="242207" y="66582"/>
                </a:lnTo>
                <a:lnTo>
                  <a:pt x="244242" y="66582"/>
                </a:lnTo>
                <a:lnTo>
                  <a:pt x="245943" y="68283"/>
                </a:lnTo>
                <a:close/>
                <a:moveTo>
                  <a:pt x="245109" y="64514"/>
                </a:moveTo>
                <a:lnTo>
                  <a:pt x="245943" y="65348"/>
                </a:lnTo>
                <a:lnTo>
                  <a:pt x="245943" y="67149"/>
                </a:lnTo>
                <a:lnTo>
                  <a:pt x="244675" y="65915"/>
                </a:lnTo>
                <a:lnTo>
                  <a:pt x="244408" y="65781"/>
                </a:lnTo>
                <a:lnTo>
                  <a:pt x="242507" y="65781"/>
                </a:lnTo>
                <a:lnTo>
                  <a:pt x="243808" y="64514"/>
                </a:lnTo>
                <a:lnTo>
                  <a:pt x="245109" y="64514"/>
                </a:lnTo>
                <a:close/>
                <a:moveTo>
                  <a:pt x="243374" y="62779"/>
                </a:moveTo>
                <a:lnTo>
                  <a:pt x="243374" y="64080"/>
                </a:lnTo>
                <a:lnTo>
                  <a:pt x="242107" y="65381"/>
                </a:lnTo>
                <a:lnTo>
                  <a:pt x="242107" y="63313"/>
                </a:lnTo>
                <a:lnTo>
                  <a:pt x="240739" y="61979"/>
                </a:lnTo>
                <a:lnTo>
                  <a:pt x="242574" y="61979"/>
                </a:lnTo>
                <a:close/>
                <a:moveTo>
                  <a:pt x="242574" y="61178"/>
                </a:moveTo>
                <a:lnTo>
                  <a:pt x="240739" y="61178"/>
                </a:lnTo>
                <a:lnTo>
                  <a:pt x="242107" y="59844"/>
                </a:lnTo>
                <a:lnTo>
                  <a:pt x="242107" y="57776"/>
                </a:lnTo>
                <a:lnTo>
                  <a:pt x="243374" y="59077"/>
                </a:lnTo>
                <a:lnTo>
                  <a:pt x="243374" y="60377"/>
                </a:lnTo>
                <a:close/>
                <a:moveTo>
                  <a:pt x="245943" y="57809"/>
                </a:moveTo>
                <a:lnTo>
                  <a:pt x="245109" y="58643"/>
                </a:lnTo>
                <a:lnTo>
                  <a:pt x="243808" y="58643"/>
                </a:lnTo>
                <a:lnTo>
                  <a:pt x="242507" y="57375"/>
                </a:lnTo>
                <a:lnTo>
                  <a:pt x="244408" y="57375"/>
                </a:lnTo>
                <a:lnTo>
                  <a:pt x="244675" y="57242"/>
                </a:lnTo>
                <a:lnTo>
                  <a:pt x="245909" y="56008"/>
                </a:lnTo>
                <a:lnTo>
                  <a:pt x="245909" y="57809"/>
                </a:lnTo>
                <a:close/>
                <a:moveTo>
                  <a:pt x="245943" y="54874"/>
                </a:moveTo>
                <a:lnTo>
                  <a:pt x="244242" y="56575"/>
                </a:lnTo>
                <a:lnTo>
                  <a:pt x="242207" y="56575"/>
                </a:lnTo>
                <a:lnTo>
                  <a:pt x="242207" y="50871"/>
                </a:lnTo>
                <a:lnTo>
                  <a:pt x="245943" y="47135"/>
                </a:lnTo>
                <a:close/>
                <a:moveTo>
                  <a:pt x="245943" y="45233"/>
                </a:moveTo>
                <a:lnTo>
                  <a:pt x="242207" y="41497"/>
                </a:lnTo>
                <a:lnTo>
                  <a:pt x="242207" y="35793"/>
                </a:lnTo>
                <a:lnTo>
                  <a:pt x="244242" y="35793"/>
                </a:lnTo>
                <a:lnTo>
                  <a:pt x="245943" y="37461"/>
                </a:lnTo>
                <a:close/>
                <a:moveTo>
                  <a:pt x="245109" y="33725"/>
                </a:moveTo>
                <a:lnTo>
                  <a:pt x="245943" y="34559"/>
                </a:lnTo>
                <a:lnTo>
                  <a:pt x="245943" y="36360"/>
                </a:lnTo>
                <a:lnTo>
                  <a:pt x="244675" y="35126"/>
                </a:lnTo>
                <a:lnTo>
                  <a:pt x="244408" y="34993"/>
                </a:lnTo>
                <a:lnTo>
                  <a:pt x="242507" y="34993"/>
                </a:lnTo>
                <a:lnTo>
                  <a:pt x="243808" y="33725"/>
                </a:lnTo>
                <a:lnTo>
                  <a:pt x="245109" y="33725"/>
                </a:lnTo>
                <a:close/>
                <a:moveTo>
                  <a:pt x="243374" y="31990"/>
                </a:moveTo>
                <a:lnTo>
                  <a:pt x="243374" y="33291"/>
                </a:lnTo>
                <a:lnTo>
                  <a:pt x="242107" y="34592"/>
                </a:lnTo>
                <a:lnTo>
                  <a:pt x="242107" y="32524"/>
                </a:lnTo>
                <a:lnTo>
                  <a:pt x="240739" y="31190"/>
                </a:lnTo>
                <a:lnTo>
                  <a:pt x="242574" y="31190"/>
                </a:lnTo>
                <a:close/>
                <a:moveTo>
                  <a:pt x="242574" y="30389"/>
                </a:moveTo>
                <a:lnTo>
                  <a:pt x="240739" y="30389"/>
                </a:lnTo>
                <a:lnTo>
                  <a:pt x="242107" y="29055"/>
                </a:lnTo>
                <a:lnTo>
                  <a:pt x="242107" y="26987"/>
                </a:lnTo>
                <a:lnTo>
                  <a:pt x="243374" y="28254"/>
                </a:lnTo>
                <a:lnTo>
                  <a:pt x="243374" y="29555"/>
                </a:lnTo>
                <a:close/>
                <a:moveTo>
                  <a:pt x="245943" y="27020"/>
                </a:moveTo>
                <a:lnTo>
                  <a:pt x="245109" y="27854"/>
                </a:lnTo>
                <a:lnTo>
                  <a:pt x="243808" y="27854"/>
                </a:lnTo>
                <a:lnTo>
                  <a:pt x="242507" y="26553"/>
                </a:lnTo>
                <a:lnTo>
                  <a:pt x="244408" y="26553"/>
                </a:lnTo>
                <a:lnTo>
                  <a:pt x="244675" y="26453"/>
                </a:lnTo>
                <a:lnTo>
                  <a:pt x="245909" y="25219"/>
                </a:lnTo>
                <a:lnTo>
                  <a:pt x="245909" y="27020"/>
                </a:lnTo>
                <a:close/>
                <a:moveTo>
                  <a:pt x="245943" y="24085"/>
                </a:moveTo>
                <a:lnTo>
                  <a:pt x="244242" y="25786"/>
                </a:lnTo>
                <a:lnTo>
                  <a:pt x="242207" y="25786"/>
                </a:lnTo>
                <a:lnTo>
                  <a:pt x="242207" y="20049"/>
                </a:lnTo>
                <a:lnTo>
                  <a:pt x="245943" y="16346"/>
                </a:lnTo>
                <a:close/>
                <a:moveTo>
                  <a:pt x="245943" y="14445"/>
                </a:moveTo>
                <a:lnTo>
                  <a:pt x="242207" y="10709"/>
                </a:lnTo>
                <a:lnTo>
                  <a:pt x="242207" y="5004"/>
                </a:lnTo>
                <a:lnTo>
                  <a:pt x="244242" y="5004"/>
                </a:lnTo>
                <a:lnTo>
                  <a:pt x="245943" y="6672"/>
                </a:lnTo>
                <a:close/>
                <a:moveTo>
                  <a:pt x="245943" y="5572"/>
                </a:moveTo>
                <a:lnTo>
                  <a:pt x="244675" y="4337"/>
                </a:lnTo>
                <a:lnTo>
                  <a:pt x="244408" y="4204"/>
                </a:lnTo>
                <a:lnTo>
                  <a:pt x="242507" y="4204"/>
                </a:lnTo>
                <a:lnTo>
                  <a:pt x="243808" y="2936"/>
                </a:lnTo>
                <a:lnTo>
                  <a:pt x="245109" y="2936"/>
                </a:lnTo>
                <a:lnTo>
                  <a:pt x="245943" y="3737"/>
                </a:lnTo>
                <a:lnTo>
                  <a:pt x="245943" y="5572"/>
                </a:lnTo>
                <a:close/>
              </a:path>
            </a:pathLst>
          </a:custGeom>
          <a:solidFill>
            <a:srgbClr val="594129">
              <a:alpha val="5137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36" name="Google Shape;136;p11"/>
          <p:cNvGrpSpPr/>
          <p:nvPr/>
        </p:nvGrpSpPr>
        <p:grpSpPr>
          <a:xfrm flipH="1">
            <a:off x="1" y="-1"/>
            <a:ext cx="1304277" cy="1306311"/>
            <a:chOff x="7839776" y="-1"/>
            <a:chExt cx="1304277" cy="1306311"/>
          </a:xfrm>
        </p:grpSpPr>
        <p:sp>
          <p:nvSpPr>
            <p:cNvPr id="137" name="Google Shape;137;p11"/>
            <p:cNvSpPr/>
            <p:nvPr/>
          </p:nvSpPr>
          <p:spPr>
            <a:xfrm>
              <a:off x="8491926" y="-1"/>
              <a:ext cx="652127" cy="653161"/>
            </a:xfrm>
            <a:custGeom>
              <a:rect b="b" l="l" r="r" t="t"/>
              <a:pathLst>
                <a:path extrusionOk="0" h="147774" w="147540">
                  <a:moveTo>
                    <a:pt x="146839" y="72352"/>
                  </a:moveTo>
                  <a:lnTo>
                    <a:pt x="126624" y="52105"/>
                  </a:lnTo>
                  <a:lnTo>
                    <a:pt x="126624" y="23517"/>
                  </a:lnTo>
                  <a:cubicBezTo>
                    <a:pt x="126624" y="22217"/>
                    <a:pt x="125557" y="21149"/>
                    <a:pt x="124256" y="21149"/>
                  </a:cubicBezTo>
                  <a:lnTo>
                    <a:pt x="95669" y="21149"/>
                  </a:lnTo>
                  <a:lnTo>
                    <a:pt x="75454" y="935"/>
                  </a:lnTo>
                  <a:cubicBezTo>
                    <a:pt x="74520" y="1"/>
                    <a:pt x="73019" y="1"/>
                    <a:pt x="72119" y="935"/>
                  </a:cubicBezTo>
                  <a:lnTo>
                    <a:pt x="51871" y="21149"/>
                  </a:lnTo>
                  <a:lnTo>
                    <a:pt x="23284" y="21149"/>
                  </a:lnTo>
                  <a:cubicBezTo>
                    <a:pt x="21983" y="21149"/>
                    <a:pt x="20915" y="22217"/>
                    <a:pt x="20915" y="23517"/>
                  </a:cubicBezTo>
                  <a:lnTo>
                    <a:pt x="20915" y="52105"/>
                  </a:lnTo>
                  <a:lnTo>
                    <a:pt x="701" y="72319"/>
                  </a:lnTo>
                  <a:cubicBezTo>
                    <a:pt x="267" y="72786"/>
                    <a:pt x="0" y="73386"/>
                    <a:pt x="0" y="73987"/>
                  </a:cubicBezTo>
                  <a:cubicBezTo>
                    <a:pt x="0" y="74621"/>
                    <a:pt x="267" y="75221"/>
                    <a:pt x="701" y="75655"/>
                  </a:cubicBezTo>
                  <a:lnTo>
                    <a:pt x="20915" y="95903"/>
                  </a:lnTo>
                  <a:lnTo>
                    <a:pt x="20915" y="124490"/>
                  </a:lnTo>
                  <a:cubicBezTo>
                    <a:pt x="20915" y="125791"/>
                    <a:pt x="21983" y="126858"/>
                    <a:pt x="23284" y="126858"/>
                  </a:cubicBezTo>
                  <a:lnTo>
                    <a:pt x="51871" y="126858"/>
                  </a:lnTo>
                  <a:lnTo>
                    <a:pt x="72119" y="147073"/>
                  </a:lnTo>
                  <a:cubicBezTo>
                    <a:pt x="72552" y="147506"/>
                    <a:pt x="73153" y="147773"/>
                    <a:pt x="73786" y="147773"/>
                  </a:cubicBezTo>
                  <a:cubicBezTo>
                    <a:pt x="74387" y="147773"/>
                    <a:pt x="74987" y="147506"/>
                    <a:pt x="75421" y="147073"/>
                  </a:cubicBezTo>
                  <a:lnTo>
                    <a:pt x="95669" y="126858"/>
                  </a:lnTo>
                  <a:lnTo>
                    <a:pt x="124256" y="126858"/>
                  </a:lnTo>
                  <a:cubicBezTo>
                    <a:pt x="125557" y="126858"/>
                    <a:pt x="126624" y="125791"/>
                    <a:pt x="126624" y="124490"/>
                  </a:cubicBezTo>
                  <a:lnTo>
                    <a:pt x="126624" y="95903"/>
                  </a:lnTo>
                  <a:lnTo>
                    <a:pt x="146839" y="75655"/>
                  </a:lnTo>
                  <a:cubicBezTo>
                    <a:pt x="147272" y="75221"/>
                    <a:pt x="147539" y="74621"/>
                    <a:pt x="147539" y="73987"/>
                  </a:cubicBezTo>
                  <a:cubicBezTo>
                    <a:pt x="147539" y="73386"/>
                    <a:pt x="147306" y="72786"/>
                    <a:pt x="146839" y="72352"/>
                  </a:cubicBezTo>
                  <a:close/>
                  <a:moveTo>
                    <a:pt x="122621" y="93267"/>
                  </a:moveTo>
                  <a:cubicBezTo>
                    <a:pt x="122154" y="93701"/>
                    <a:pt x="121921" y="94301"/>
                    <a:pt x="121921" y="94935"/>
                  </a:cubicBezTo>
                  <a:lnTo>
                    <a:pt x="121921" y="122155"/>
                  </a:lnTo>
                  <a:lnTo>
                    <a:pt x="94701" y="122155"/>
                  </a:lnTo>
                  <a:cubicBezTo>
                    <a:pt x="94068" y="122155"/>
                    <a:pt x="93467" y="122388"/>
                    <a:pt x="93034" y="122822"/>
                  </a:cubicBezTo>
                  <a:lnTo>
                    <a:pt x="73786" y="142102"/>
                  </a:lnTo>
                  <a:lnTo>
                    <a:pt x="54506" y="122855"/>
                  </a:lnTo>
                  <a:cubicBezTo>
                    <a:pt x="54072" y="122388"/>
                    <a:pt x="53472" y="122155"/>
                    <a:pt x="52838" y="122155"/>
                  </a:cubicBezTo>
                  <a:lnTo>
                    <a:pt x="25619" y="122155"/>
                  </a:lnTo>
                  <a:lnTo>
                    <a:pt x="25619" y="94935"/>
                  </a:lnTo>
                  <a:cubicBezTo>
                    <a:pt x="25619" y="94301"/>
                    <a:pt x="25385" y="93701"/>
                    <a:pt x="24952" y="93267"/>
                  </a:cubicBezTo>
                  <a:lnTo>
                    <a:pt x="5671" y="74020"/>
                  </a:lnTo>
                  <a:lnTo>
                    <a:pt x="24952" y="54740"/>
                  </a:lnTo>
                  <a:cubicBezTo>
                    <a:pt x="25385" y="54306"/>
                    <a:pt x="25619" y="53706"/>
                    <a:pt x="25619" y="53105"/>
                  </a:cubicBezTo>
                  <a:lnTo>
                    <a:pt x="25619" y="25852"/>
                  </a:lnTo>
                  <a:lnTo>
                    <a:pt x="52838" y="25852"/>
                  </a:lnTo>
                  <a:cubicBezTo>
                    <a:pt x="53472" y="25852"/>
                    <a:pt x="54072" y="25619"/>
                    <a:pt x="54506" y="25185"/>
                  </a:cubicBezTo>
                  <a:lnTo>
                    <a:pt x="73786" y="5905"/>
                  </a:lnTo>
                  <a:lnTo>
                    <a:pt x="93034" y="25185"/>
                  </a:lnTo>
                  <a:cubicBezTo>
                    <a:pt x="93467" y="25619"/>
                    <a:pt x="94068" y="25852"/>
                    <a:pt x="94701" y="25852"/>
                  </a:cubicBezTo>
                  <a:lnTo>
                    <a:pt x="121921" y="25852"/>
                  </a:lnTo>
                  <a:lnTo>
                    <a:pt x="121921" y="53072"/>
                  </a:lnTo>
                  <a:cubicBezTo>
                    <a:pt x="121921" y="53706"/>
                    <a:pt x="122154" y="54306"/>
                    <a:pt x="122588" y="54740"/>
                  </a:cubicBezTo>
                  <a:lnTo>
                    <a:pt x="141868" y="73987"/>
                  </a:lnTo>
                  <a:close/>
                </a:path>
              </a:pathLst>
            </a:custGeom>
            <a:solidFill>
              <a:srgbClr val="9575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11"/>
            <p:cNvSpPr/>
            <p:nvPr/>
          </p:nvSpPr>
          <p:spPr>
            <a:xfrm>
              <a:off x="7839776" y="-1"/>
              <a:ext cx="652127" cy="653161"/>
            </a:xfrm>
            <a:custGeom>
              <a:rect b="b" l="l" r="r" t="t"/>
              <a:pathLst>
                <a:path extrusionOk="0" h="147774" w="147540">
                  <a:moveTo>
                    <a:pt x="146839" y="72352"/>
                  </a:moveTo>
                  <a:lnTo>
                    <a:pt x="126624" y="52105"/>
                  </a:lnTo>
                  <a:lnTo>
                    <a:pt x="126624" y="23517"/>
                  </a:lnTo>
                  <a:cubicBezTo>
                    <a:pt x="126624" y="22217"/>
                    <a:pt x="125557" y="21149"/>
                    <a:pt x="124256" y="21149"/>
                  </a:cubicBezTo>
                  <a:lnTo>
                    <a:pt x="95669" y="21149"/>
                  </a:lnTo>
                  <a:lnTo>
                    <a:pt x="75454" y="935"/>
                  </a:lnTo>
                  <a:cubicBezTo>
                    <a:pt x="74520" y="1"/>
                    <a:pt x="73019" y="1"/>
                    <a:pt x="72119" y="935"/>
                  </a:cubicBezTo>
                  <a:lnTo>
                    <a:pt x="51871" y="21149"/>
                  </a:lnTo>
                  <a:lnTo>
                    <a:pt x="23284" y="21149"/>
                  </a:lnTo>
                  <a:cubicBezTo>
                    <a:pt x="21983" y="21149"/>
                    <a:pt x="20915" y="22217"/>
                    <a:pt x="20915" y="23517"/>
                  </a:cubicBezTo>
                  <a:lnTo>
                    <a:pt x="20915" y="52105"/>
                  </a:lnTo>
                  <a:lnTo>
                    <a:pt x="701" y="72319"/>
                  </a:lnTo>
                  <a:cubicBezTo>
                    <a:pt x="267" y="72786"/>
                    <a:pt x="0" y="73386"/>
                    <a:pt x="0" y="73987"/>
                  </a:cubicBezTo>
                  <a:cubicBezTo>
                    <a:pt x="0" y="74621"/>
                    <a:pt x="267" y="75221"/>
                    <a:pt x="701" y="75655"/>
                  </a:cubicBezTo>
                  <a:lnTo>
                    <a:pt x="20915" y="95903"/>
                  </a:lnTo>
                  <a:lnTo>
                    <a:pt x="20915" y="124490"/>
                  </a:lnTo>
                  <a:cubicBezTo>
                    <a:pt x="20915" y="125791"/>
                    <a:pt x="21983" y="126858"/>
                    <a:pt x="23284" y="126858"/>
                  </a:cubicBezTo>
                  <a:lnTo>
                    <a:pt x="51871" y="126858"/>
                  </a:lnTo>
                  <a:lnTo>
                    <a:pt x="72119" y="147073"/>
                  </a:lnTo>
                  <a:cubicBezTo>
                    <a:pt x="72552" y="147506"/>
                    <a:pt x="73153" y="147773"/>
                    <a:pt x="73786" y="147773"/>
                  </a:cubicBezTo>
                  <a:cubicBezTo>
                    <a:pt x="74387" y="147773"/>
                    <a:pt x="74987" y="147506"/>
                    <a:pt x="75421" y="147073"/>
                  </a:cubicBezTo>
                  <a:lnTo>
                    <a:pt x="95669" y="126858"/>
                  </a:lnTo>
                  <a:lnTo>
                    <a:pt x="124256" y="126858"/>
                  </a:lnTo>
                  <a:cubicBezTo>
                    <a:pt x="125557" y="126858"/>
                    <a:pt x="126624" y="125791"/>
                    <a:pt x="126624" y="124490"/>
                  </a:cubicBezTo>
                  <a:lnTo>
                    <a:pt x="126624" y="95903"/>
                  </a:lnTo>
                  <a:lnTo>
                    <a:pt x="146839" y="75655"/>
                  </a:lnTo>
                  <a:cubicBezTo>
                    <a:pt x="147272" y="75221"/>
                    <a:pt x="147539" y="74621"/>
                    <a:pt x="147539" y="73987"/>
                  </a:cubicBezTo>
                  <a:cubicBezTo>
                    <a:pt x="147539" y="73386"/>
                    <a:pt x="147306" y="72786"/>
                    <a:pt x="146839" y="72352"/>
                  </a:cubicBezTo>
                  <a:close/>
                  <a:moveTo>
                    <a:pt x="122621" y="93267"/>
                  </a:moveTo>
                  <a:cubicBezTo>
                    <a:pt x="122154" y="93701"/>
                    <a:pt x="121921" y="94301"/>
                    <a:pt x="121921" y="94935"/>
                  </a:cubicBezTo>
                  <a:lnTo>
                    <a:pt x="121921" y="122155"/>
                  </a:lnTo>
                  <a:lnTo>
                    <a:pt x="94701" y="122155"/>
                  </a:lnTo>
                  <a:cubicBezTo>
                    <a:pt x="94068" y="122155"/>
                    <a:pt x="93467" y="122388"/>
                    <a:pt x="93034" y="122822"/>
                  </a:cubicBezTo>
                  <a:lnTo>
                    <a:pt x="73786" y="142102"/>
                  </a:lnTo>
                  <a:lnTo>
                    <a:pt x="54506" y="122855"/>
                  </a:lnTo>
                  <a:cubicBezTo>
                    <a:pt x="54072" y="122388"/>
                    <a:pt x="53472" y="122155"/>
                    <a:pt x="52838" y="122155"/>
                  </a:cubicBezTo>
                  <a:lnTo>
                    <a:pt x="25619" y="122155"/>
                  </a:lnTo>
                  <a:lnTo>
                    <a:pt x="25619" y="94935"/>
                  </a:lnTo>
                  <a:cubicBezTo>
                    <a:pt x="25619" y="94301"/>
                    <a:pt x="25385" y="93701"/>
                    <a:pt x="24952" y="93267"/>
                  </a:cubicBezTo>
                  <a:lnTo>
                    <a:pt x="5671" y="74020"/>
                  </a:lnTo>
                  <a:lnTo>
                    <a:pt x="24952" y="54740"/>
                  </a:lnTo>
                  <a:cubicBezTo>
                    <a:pt x="25385" y="54306"/>
                    <a:pt x="25619" y="53706"/>
                    <a:pt x="25619" y="53105"/>
                  </a:cubicBezTo>
                  <a:lnTo>
                    <a:pt x="25619" y="25852"/>
                  </a:lnTo>
                  <a:lnTo>
                    <a:pt x="52838" y="25852"/>
                  </a:lnTo>
                  <a:cubicBezTo>
                    <a:pt x="53472" y="25852"/>
                    <a:pt x="54072" y="25619"/>
                    <a:pt x="54506" y="25185"/>
                  </a:cubicBezTo>
                  <a:lnTo>
                    <a:pt x="73786" y="5905"/>
                  </a:lnTo>
                  <a:lnTo>
                    <a:pt x="93034" y="25185"/>
                  </a:lnTo>
                  <a:cubicBezTo>
                    <a:pt x="93467" y="25619"/>
                    <a:pt x="94068" y="25852"/>
                    <a:pt x="94701" y="25852"/>
                  </a:cubicBezTo>
                  <a:lnTo>
                    <a:pt x="121921" y="25852"/>
                  </a:lnTo>
                  <a:lnTo>
                    <a:pt x="121921" y="53072"/>
                  </a:lnTo>
                  <a:cubicBezTo>
                    <a:pt x="121921" y="53706"/>
                    <a:pt x="122154" y="54306"/>
                    <a:pt x="122588" y="54740"/>
                  </a:cubicBezTo>
                  <a:lnTo>
                    <a:pt x="141868" y="73987"/>
                  </a:lnTo>
                  <a:close/>
                </a:path>
              </a:pathLst>
            </a:custGeom>
            <a:solidFill>
              <a:srgbClr val="9575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11"/>
            <p:cNvSpPr/>
            <p:nvPr/>
          </p:nvSpPr>
          <p:spPr>
            <a:xfrm>
              <a:off x="8491926" y="653149"/>
              <a:ext cx="652127" cy="653161"/>
            </a:xfrm>
            <a:custGeom>
              <a:rect b="b" l="l" r="r" t="t"/>
              <a:pathLst>
                <a:path extrusionOk="0" h="147774" w="147540">
                  <a:moveTo>
                    <a:pt x="146839" y="72352"/>
                  </a:moveTo>
                  <a:lnTo>
                    <a:pt x="126624" y="52105"/>
                  </a:lnTo>
                  <a:lnTo>
                    <a:pt x="126624" y="23517"/>
                  </a:lnTo>
                  <a:cubicBezTo>
                    <a:pt x="126624" y="22217"/>
                    <a:pt x="125557" y="21149"/>
                    <a:pt x="124256" y="21149"/>
                  </a:cubicBezTo>
                  <a:lnTo>
                    <a:pt x="95669" y="21149"/>
                  </a:lnTo>
                  <a:lnTo>
                    <a:pt x="75454" y="935"/>
                  </a:lnTo>
                  <a:cubicBezTo>
                    <a:pt x="74520" y="1"/>
                    <a:pt x="73019" y="1"/>
                    <a:pt x="72119" y="935"/>
                  </a:cubicBezTo>
                  <a:lnTo>
                    <a:pt x="51871" y="21149"/>
                  </a:lnTo>
                  <a:lnTo>
                    <a:pt x="23284" y="21149"/>
                  </a:lnTo>
                  <a:cubicBezTo>
                    <a:pt x="21983" y="21149"/>
                    <a:pt x="20915" y="22217"/>
                    <a:pt x="20915" y="23517"/>
                  </a:cubicBezTo>
                  <a:lnTo>
                    <a:pt x="20915" y="52105"/>
                  </a:lnTo>
                  <a:lnTo>
                    <a:pt x="701" y="72319"/>
                  </a:lnTo>
                  <a:cubicBezTo>
                    <a:pt x="267" y="72786"/>
                    <a:pt x="0" y="73386"/>
                    <a:pt x="0" y="73987"/>
                  </a:cubicBezTo>
                  <a:cubicBezTo>
                    <a:pt x="0" y="74621"/>
                    <a:pt x="267" y="75221"/>
                    <a:pt x="701" y="75655"/>
                  </a:cubicBezTo>
                  <a:lnTo>
                    <a:pt x="20915" y="95903"/>
                  </a:lnTo>
                  <a:lnTo>
                    <a:pt x="20915" y="124490"/>
                  </a:lnTo>
                  <a:cubicBezTo>
                    <a:pt x="20915" y="125791"/>
                    <a:pt x="21983" y="126858"/>
                    <a:pt x="23284" y="126858"/>
                  </a:cubicBezTo>
                  <a:lnTo>
                    <a:pt x="51871" y="126858"/>
                  </a:lnTo>
                  <a:lnTo>
                    <a:pt x="72119" y="147073"/>
                  </a:lnTo>
                  <a:cubicBezTo>
                    <a:pt x="72552" y="147506"/>
                    <a:pt x="73153" y="147773"/>
                    <a:pt x="73786" y="147773"/>
                  </a:cubicBezTo>
                  <a:cubicBezTo>
                    <a:pt x="74387" y="147773"/>
                    <a:pt x="74987" y="147506"/>
                    <a:pt x="75421" y="147073"/>
                  </a:cubicBezTo>
                  <a:lnTo>
                    <a:pt x="95669" y="126858"/>
                  </a:lnTo>
                  <a:lnTo>
                    <a:pt x="124256" y="126858"/>
                  </a:lnTo>
                  <a:cubicBezTo>
                    <a:pt x="125557" y="126858"/>
                    <a:pt x="126624" y="125791"/>
                    <a:pt x="126624" y="124490"/>
                  </a:cubicBezTo>
                  <a:lnTo>
                    <a:pt x="126624" y="95903"/>
                  </a:lnTo>
                  <a:lnTo>
                    <a:pt x="146839" y="75655"/>
                  </a:lnTo>
                  <a:cubicBezTo>
                    <a:pt x="147272" y="75221"/>
                    <a:pt x="147539" y="74621"/>
                    <a:pt x="147539" y="73987"/>
                  </a:cubicBezTo>
                  <a:cubicBezTo>
                    <a:pt x="147539" y="73386"/>
                    <a:pt x="147306" y="72786"/>
                    <a:pt x="146839" y="72352"/>
                  </a:cubicBezTo>
                  <a:close/>
                  <a:moveTo>
                    <a:pt x="122621" y="93267"/>
                  </a:moveTo>
                  <a:cubicBezTo>
                    <a:pt x="122154" y="93701"/>
                    <a:pt x="121921" y="94301"/>
                    <a:pt x="121921" y="94935"/>
                  </a:cubicBezTo>
                  <a:lnTo>
                    <a:pt x="121921" y="122155"/>
                  </a:lnTo>
                  <a:lnTo>
                    <a:pt x="94701" y="122155"/>
                  </a:lnTo>
                  <a:cubicBezTo>
                    <a:pt x="94068" y="122155"/>
                    <a:pt x="93467" y="122388"/>
                    <a:pt x="93034" y="122822"/>
                  </a:cubicBezTo>
                  <a:lnTo>
                    <a:pt x="73786" y="142102"/>
                  </a:lnTo>
                  <a:lnTo>
                    <a:pt x="54506" y="122855"/>
                  </a:lnTo>
                  <a:cubicBezTo>
                    <a:pt x="54072" y="122388"/>
                    <a:pt x="53472" y="122155"/>
                    <a:pt x="52838" y="122155"/>
                  </a:cubicBezTo>
                  <a:lnTo>
                    <a:pt x="25619" y="122155"/>
                  </a:lnTo>
                  <a:lnTo>
                    <a:pt x="25619" y="94935"/>
                  </a:lnTo>
                  <a:cubicBezTo>
                    <a:pt x="25619" y="94301"/>
                    <a:pt x="25385" y="93701"/>
                    <a:pt x="24952" y="93267"/>
                  </a:cubicBezTo>
                  <a:lnTo>
                    <a:pt x="5671" y="74020"/>
                  </a:lnTo>
                  <a:lnTo>
                    <a:pt x="24952" y="54740"/>
                  </a:lnTo>
                  <a:cubicBezTo>
                    <a:pt x="25385" y="54306"/>
                    <a:pt x="25619" y="53706"/>
                    <a:pt x="25619" y="53105"/>
                  </a:cubicBezTo>
                  <a:lnTo>
                    <a:pt x="25619" y="25852"/>
                  </a:lnTo>
                  <a:lnTo>
                    <a:pt x="52838" y="25852"/>
                  </a:lnTo>
                  <a:cubicBezTo>
                    <a:pt x="53472" y="25852"/>
                    <a:pt x="54072" y="25619"/>
                    <a:pt x="54506" y="25185"/>
                  </a:cubicBezTo>
                  <a:lnTo>
                    <a:pt x="73786" y="5905"/>
                  </a:lnTo>
                  <a:lnTo>
                    <a:pt x="93034" y="25185"/>
                  </a:lnTo>
                  <a:cubicBezTo>
                    <a:pt x="93467" y="25619"/>
                    <a:pt x="94068" y="25852"/>
                    <a:pt x="94701" y="25852"/>
                  </a:cubicBezTo>
                  <a:lnTo>
                    <a:pt x="121921" y="25852"/>
                  </a:lnTo>
                  <a:lnTo>
                    <a:pt x="121921" y="53072"/>
                  </a:lnTo>
                  <a:cubicBezTo>
                    <a:pt x="121921" y="53706"/>
                    <a:pt x="122154" y="54306"/>
                    <a:pt x="122588" y="54740"/>
                  </a:cubicBezTo>
                  <a:lnTo>
                    <a:pt x="141868" y="73987"/>
                  </a:lnTo>
                  <a:close/>
                </a:path>
              </a:pathLst>
            </a:custGeom>
            <a:solidFill>
              <a:srgbClr val="9575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0" name="Google Shape;140;p11"/>
          <p:cNvGrpSpPr/>
          <p:nvPr/>
        </p:nvGrpSpPr>
        <p:grpSpPr>
          <a:xfrm flipH="1">
            <a:off x="7839776" y="3837199"/>
            <a:ext cx="1304277" cy="1306311"/>
            <a:chOff x="1" y="3837199"/>
            <a:chExt cx="1304277" cy="1306311"/>
          </a:xfrm>
        </p:grpSpPr>
        <p:sp>
          <p:nvSpPr>
            <p:cNvPr id="141" name="Google Shape;141;p11"/>
            <p:cNvSpPr/>
            <p:nvPr/>
          </p:nvSpPr>
          <p:spPr>
            <a:xfrm rot="10800000">
              <a:off x="1" y="4490349"/>
              <a:ext cx="652127" cy="653161"/>
            </a:xfrm>
            <a:custGeom>
              <a:rect b="b" l="l" r="r" t="t"/>
              <a:pathLst>
                <a:path extrusionOk="0" h="147774" w="147540">
                  <a:moveTo>
                    <a:pt x="146839" y="72352"/>
                  </a:moveTo>
                  <a:lnTo>
                    <a:pt x="126624" y="52105"/>
                  </a:lnTo>
                  <a:lnTo>
                    <a:pt x="126624" y="23517"/>
                  </a:lnTo>
                  <a:cubicBezTo>
                    <a:pt x="126624" y="22217"/>
                    <a:pt x="125557" y="21149"/>
                    <a:pt x="124256" y="21149"/>
                  </a:cubicBezTo>
                  <a:lnTo>
                    <a:pt x="95669" y="21149"/>
                  </a:lnTo>
                  <a:lnTo>
                    <a:pt x="75454" y="935"/>
                  </a:lnTo>
                  <a:cubicBezTo>
                    <a:pt x="74520" y="1"/>
                    <a:pt x="73019" y="1"/>
                    <a:pt x="72119" y="935"/>
                  </a:cubicBezTo>
                  <a:lnTo>
                    <a:pt x="51871" y="21149"/>
                  </a:lnTo>
                  <a:lnTo>
                    <a:pt x="23284" y="21149"/>
                  </a:lnTo>
                  <a:cubicBezTo>
                    <a:pt x="21983" y="21149"/>
                    <a:pt x="20915" y="22217"/>
                    <a:pt x="20915" y="23517"/>
                  </a:cubicBezTo>
                  <a:lnTo>
                    <a:pt x="20915" y="52105"/>
                  </a:lnTo>
                  <a:lnTo>
                    <a:pt x="701" y="72319"/>
                  </a:lnTo>
                  <a:cubicBezTo>
                    <a:pt x="267" y="72786"/>
                    <a:pt x="0" y="73386"/>
                    <a:pt x="0" y="73987"/>
                  </a:cubicBezTo>
                  <a:cubicBezTo>
                    <a:pt x="0" y="74621"/>
                    <a:pt x="267" y="75221"/>
                    <a:pt x="701" y="75655"/>
                  </a:cubicBezTo>
                  <a:lnTo>
                    <a:pt x="20915" y="95903"/>
                  </a:lnTo>
                  <a:lnTo>
                    <a:pt x="20915" y="124490"/>
                  </a:lnTo>
                  <a:cubicBezTo>
                    <a:pt x="20915" y="125791"/>
                    <a:pt x="21983" y="126858"/>
                    <a:pt x="23284" y="126858"/>
                  </a:cubicBezTo>
                  <a:lnTo>
                    <a:pt x="51871" y="126858"/>
                  </a:lnTo>
                  <a:lnTo>
                    <a:pt x="72119" y="147073"/>
                  </a:lnTo>
                  <a:cubicBezTo>
                    <a:pt x="72552" y="147506"/>
                    <a:pt x="73153" y="147773"/>
                    <a:pt x="73786" y="147773"/>
                  </a:cubicBezTo>
                  <a:cubicBezTo>
                    <a:pt x="74387" y="147773"/>
                    <a:pt x="74987" y="147506"/>
                    <a:pt x="75421" y="147073"/>
                  </a:cubicBezTo>
                  <a:lnTo>
                    <a:pt x="95669" y="126858"/>
                  </a:lnTo>
                  <a:lnTo>
                    <a:pt x="124256" y="126858"/>
                  </a:lnTo>
                  <a:cubicBezTo>
                    <a:pt x="125557" y="126858"/>
                    <a:pt x="126624" y="125791"/>
                    <a:pt x="126624" y="124490"/>
                  </a:cubicBezTo>
                  <a:lnTo>
                    <a:pt x="126624" y="95903"/>
                  </a:lnTo>
                  <a:lnTo>
                    <a:pt x="146839" y="75655"/>
                  </a:lnTo>
                  <a:cubicBezTo>
                    <a:pt x="147272" y="75221"/>
                    <a:pt x="147539" y="74621"/>
                    <a:pt x="147539" y="73987"/>
                  </a:cubicBezTo>
                  <a:cubicBezTo>
                    <a:pt x="147539" y="73386"/>
                    <a:pt x="147306" y="72786"/>
                    <a:pt x="146839" y="72352"/>
                  </a:cubicBezTo>
                  <a:close/>
                  <a:moveTo>
                    <a:pt x="122621" y="93267"/>
                  </a:moveTo>
                  <a:cubicBezTo>
                    <a:pt x="122154" y="93701"/>
                    <a:pt x="121921" y="94301"/>
                    <a:pt x="121921" y="94935"/>
                  </a:cubicBezTo>
                  <a:lnTo>
                    <a:pt x="121921" y="122155"/>
                  </a:lnTo>
                  <a:lnTo>
                    <a:pt x="94701" y="122155"/>
                  </a:lnTo>
                  <a:cubicBezTo>
                    <a:pt x="94068" y="122155"/>
                    <a:pt x="93467" y="122388"/>
                    <a:pt x="93034" y="122822"/>
                  </a:cubicBezTo>
                  <a:lnTo>
                    <a:pt x="73786" y="142102"/>
                  </a:lnTo>
                  <a:lnTo>
                    <a:pt x="54506" y="122855"/>
                  </a:lnTo>
                  <a:cubicBezTo>
                    <a:pt x="54072" y="122388"/>
                    <a:pt x="53472" y="122155"/>
                    <a:pt x="52838" y="122155"/>
                  </a:cubicBezTo>
                  <a:lnTo>
                    <a:pt x="25619" y="122155"/>
                  </a:lnTo>
                  <a:lnTo>
                    <a:pt x="25619" y="94935"/>
                  </a:lnTo>
                  <a:cubicBezTo>
                    <a:pt x="25619" y="94301"/>
                    <a:pt x="25385" y="93701"/>
                    <a:pt x="24952" y="93267"/>
                  </a:cubicBezTo>
                  <a:lnTo>
                    <a:pt x="5671" y="74020"/>
                  </a:lnTo>
                  <a:lnTo>
                    <a:pt x="24952" y="54740"/>
                  </a:lnTo>
                  <a:cubicBezTo>
                    <a:pt x="25385" y="54306"/>
                    <a:pt x="25619" y="53706"/>
                    <a:pt x="25619" y="53105"/>
                  </a:cubicBezTo>
                  <a:lnTo>
                    <a:pt x="25619" y="25852"/>
                  </a:lnTo>
                  <a:lnTo>
                    <a:pt x="52838" y="25852"/>
                  </a:lnTo>
                  <a:cubicBezTo>
                    <a:pt x="53472" y="25852"/>
                    <a:pt x="54072" y="25619"/>
                    <a:pt x="54506" y="25185"/>
                  </a:cubicBezTo>
                  <a:lnTo>
                    <a:pt x="73786" y="5905"/>
                  </a:lnTo>
                  <a:lnTo>
                    <a:pt x="93034" y="25185"/>
                  </a:lnTo>
                  <a:cubicBezTo>
                    <a:pt x="93467" y="25619"/>
                    <a:pt x="94068" y="25852"/>
                    <a:pt x="94701" y="25852"/>
                  </a:cubicBezTo>
                  <a:lnTo>
                    <a:pt x="121921" y="25852"/>
                  </a:lnTo>
                  <a:lnTo>
                    <a:pt x="121921" y="53072"/>
                  </a:lnTo>
                  <a:cubicBezTo>
                    <a:pt x="121921" y="53706"/>
                    <a:pt x="122154" y="54306"/>
                    <a:pt x="122588" y="54740"/>
                  </a:cubicBezTo>
                  <a:lnTo>
                    <a:pt x="141868" y="73987"/>
                  </a:lnTo>
                  <a:close/>
                </a:path>
              </a:pathLst>
            </a:custGeom>
            <a:solidFill>
              <a:srgbClr val="9575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11"/>
            <p:cNvSpPr/>
            <p:nvPr/>
          </p:nvSpPr>
          <p:spPr>
            <a:xfrm rot="10800000">
              <a:off x="652151" y="4490349"/>
              <a:ext cx="652127" cy="653161"/>
            </a:xfrm>
            <a:custGeom>
              <a:rect b="b" l="l" r="r" t="t"/>
              <a:pathLst>
                <a:path extrusionOk="0" h="147774" w="147540">
                  <a:moveTo>
                    <a:pt x="146839" y="72352"/>
                  </a:moveTo>
                  <a:lnTo>
                    <a:pt x="126624" y="52105"/>
                  </a:lnTo>
                  <a:lnTo>
                    <a:pt x="126624" y="23517"/>
                  </a:lnTo>
                  <a:cubicBezTo>
                    <a:pt x="126624" y="22217"/>
                    <a:pt x="125557" y="21149"/>
                    <a:pt x="124256" y="21149"/>
                  </a:cubicBezTo>
                  <a:lnTo>
                    <a:pt x="95669" y="21149"/>
                  </a:lnTo>
                  <a:lnTo>
                    <a:pt x="75454" y="935"/>
                  </a:lnTo>
                  <a:cubicBezTo>
                    <a:pt x="74520" y="1"/>
                    <a:pt x="73019" y="1"/>
                    <a:pt x="72119" y="935"/>
                  </a:cubicBezTo>
                  <a:lnTo>
                    <a:pt x="51871" y="21149"/>
                  </a:lnTo>
                  <a:lnTo>
                    <a:pt x="23284" y="21149"/>
                  </a:lnTo>
                  <a:cubicBezTo>
                    <a:pt x="21983" y="21149"/>
                    <a:pt x="20915" y="22217"/>
                    <a:pt x="20915" y="23517"/>
                  </a:cubicBezTo>
                  <a:lnTo>
                    <a:pt x="20915" y="52105"/>
                  </a:lnTo>
                  <a:lnTo>
                    <a:pt x="701" y="72319"/>
                  </a:lnTo>
                  <a:cubicBezTo>
                    <a:pt x="267" y="72786"/>
                    <a:pt x="0" y="73386"/>
                    <a:pt x="0" y="73987"/>
                  </a:cubicBezTo>
                  <a:cubicBezTo>
                    <a:pt x="0" y="74621"/>
                    <a:pt x="267" y="75221"/>
                    <a:pt x="701" y="75655"/>
                  </a:cubicBezTo>
                  <a:lnTo>
                    <a:pt x="20915" y="95903"/>
                  </a:lnTo>
                  <a:lnTo>
                    <a:pt x="20915" y="124490"/>
                  </a:lnTo>
                  <a:cubicBezTo>
                    <a:pt x="20915" y="125791"/>
                    <a:pt x="21983" y="126858"/>
                    <a:pt x="23284" y="126858"/>
                  </a:cubicBezTo>
                  <a:lnTo>
                    <a:pt x="51871" y="126858"/>
                  </a:lnTo>
                  <a:lnTo>
                    <a:pt x="72119" y="147073"/>
                  </a:lnTo>
                  <a:cubicBezTo>
                    <a:pt x="72552" y="147506"/>
                    <a:pt x="73153" y="147773"/>
                    <a:pt x="73786" y="147773"/>
                  </a:cubicBezTo>
                  <a:cubicBezTo>
                    <a:pt x="74387" y="147773"/>
                    <a:pt x="74987" y="147506"/>
                    <a:pt x="75421" y="147073"/>
                  </a:cubicBezTo>
                  <a:lnTo>
                    <a:pt x="95669" y="126858"/>
                  </a:lnTo>
                  <a:lnTo>
                    <a:pt x="124256" y="126858"/>
                  </a:lnTo>
                  <a:cubicBezTo>
                    <a:pt x="125557" y="126858"/>
                    <a:pt x="126624" y="125791"/>
                    <a:pt x="126624" y="124490"/>
                  </a:cubicBezTo>
                  <a:lnTo>
                    <a:pt x="126624" y="95903"/>
                  </a:lnTo>
                  <a:lnTo>
                    <a:pt x="146839" y="75655"/>
                  </a:lnTo>
                  <a:cubicBezTo>
                    <a:pt x="147272" y="75221"/>
                    <a:pt x="147539" y="74621"/>
                    <a:pt x="147539" y="73987"/>
                  </a:cubicBezTo>
                  <a:cubicBezTo>
                    <a:pt x="147539" y="73386"/>
                    <a:pt x="147306" y="72786"/>
                    <a:pt x="146839" y="72352"/>
                  </a:cubicBezTo>
                  <a:close/>
                  <a:moveTo>
                    <a:pt x="122621" y="93267"/>
                  </a:moveTo>
                  <a:cubicBezTo>
                    <a:pt x="122154" y="93701"/>
                    <a:pt x="121921" y="94301"/>
                    <a:pt x="121921" y="94935"/>
                  </a:cubicBezTo>
                  <a:lnTo>
                    <a:pt x="121921" y="122155"/>
                  </a:lnTo>
                  <a:lnTo>
                    <a:pt x="94701" y="122155"/>
                  </a:lnTo>
                  <a:cubicBezTo>
                    <a:pt x="94068" y="122155"/>
                    <a:pt x="93467" y="122388"/>
                    <a:pt x="93034" y="122822"/>
                  </a:cubicBezTo>
                  <a:lnTo>
                    <a:pt x="73786" y="142102"/>
                  </a:lnTo>
                  <a:lnTo>
                    <a:pt x="54506" y="122855"/>
                  </a:lnTo>
                  <a:cubicBezTo>
                    <a:pt x="54072" y="122388"/>
                    <a:pt x="53472" y="122155"/>
                    <a:pt x="52838" y="122155"/>
                  </a:cubicBezTo>
                  <a:lnTo>
                    <a:pt x="25619" y="122155"/>
                  </a:lnTo>
                  <a:lnTo>
                    <a:pt x="25619" y="94935"/>
                  </a:lnTo>
                  <a:cubicBezTo>
                    <a:pt x="25619" y="94301"/>
                    <a:pt x="25385" y="93701"/>
                    <a:pt x="24952" y="93267"/>
                  </a:cubicBezTo>
                  <a:lnTo>
                    <a:pt x="5671" y="74020"/>
                  </a:lnTo>
                  <a:lnTo>
                    <a:pt x="24952" y="54740"/>
                  </a:lnTo>
                  <a:cubicBezTo>
                    <a:pt x="25385" y="54306"/>
                    <a:pt x="25619" y="53706"/>
                    <a:pt x="25619" y="53105"/>
                  </a:cubicBezTo>
                  <a:lnTo>
                    <a:pt x="25619" y="25852"/>
                  </a:lnTo>
                  <a:lnTo>
                    <a:pt x="52838" y="25852"/>
                  </a:lnTo>
                  <a:cubicBezTo>
                    <a:pt x="53472" y="25852"/>
                    <a:pt x="54072" y="25619"/>
                    <a:pt x="54506" y="25185"/>
                  </a:cubicBezTo>
                  <a:lnTo>
                    <a:pt x="73786" y="5905"/>
                  </a:lnTo>
                  <a:lnTo>
                    <a:pt x="93034" y="25185"/>
                  </a:lnTo>
                  <a:cubicBezTo>
                    <a:pt x="93467" y="25619"/>
                    <a:pt x="94068" y="25852"/>
                    <a:pt x="94701" y="25852"/>
                  </a:cubicBezTo>
                  <a:lnTo>
                    <a:pt x="121921" y="25852"/>
                  </a:lnTo>
                  <a:lnTo>
                    <a:pt x="121921" y="53072"/>
                  </a:lnTo>
                  <a:cubicBezTo>
                    <a:pt x="121921" y="53706"/>
                    <a:pt x="122154" y="54306"/>
                    <a:pt x="122588" y="54740"/>
                  </a:cubicBezTo>
                  <a:lnTo>
                    <a:pt x="141868" y="73987"/>
                  </a:lnTo>
                  <a:close/>
                </a:path>
              </a:pathLst>
            </a:custGeom>
            <a:solidFill>
              <a:srgbClr val="9575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11"/>
            <p:cNvSpPr/>
            <p:nvPr/>
          </p:nvSpPr>
          <p:spPr>
            <a:xfrm rot="10800000">
              <a:off x="1" y="3837199"/>
              <a:ext cx="652127" cy="653161"/>
            </a:xfrm>
            <a:custGeom>
              <a:rect b="b" l="l" r="r" t="t"/>
              <a:pathLst>
                <a:path extrusionOk="0" h="147774" w="147540">
                  <a:moveTo>
                    <a:pt x="146839" y="72352"/>
                  </a:moveTo>
                  <a:lnTo>
                    <a:pt x="126624" y="52105"/>
                  </a:lnTo>
                  <a:lnTo>
                    <a:pt x="126624" y="23517"/>
                  </a:lnTo>
                  <a:cubicBezTo>
                    <a:pt x="126624" y="22217"/>
                    <a:pt x="125557" y="21149"/>
                    <a:pt x="124256" y="21149"/>
                  </a:cubicBezTo>
                  <a:lnTo>
                    <a:pt x="95669" y="21149"/>
                  </a:lnTo>
                  <a:lnTo>
                    <a:pt x="75454" y="935"/>
                  </a:lnTo>
                  <a:cubicBezTo>
                    <a:pt x="74520" y="1"/>
                    <a:pt x="73019" y="1"/>
                    <a:pt x="72119" y="935"/>
                  </a:cubicBezTo>
                  <a:lnTo>
                    <a:pt x="51871" y="21149"/>
                  </a:lnTo>
                  <a:lnTo>
                    <a:pt x="23284" y="21149"/>
                  </a:lnTo>
                  <a:cubicBezTo>
                    <a:pt x="21983" y="21149"/>
                    <a:pt x="20915" y="22217"/>
                    <a:pt x="20915" y="23517"/>
                  </a:cubicBezTo>
                  <a:lnTo>
                    <a:pt x="20915" y="52105"/>
                  </a:lnTo>
                  <a:lnTo>
                    <a:pt x="701" y="72319"/>
                  </a:lnTo>
                  <a:cubicBezTo>
                    <a:pt x="267" y="72786"/>
                    <a:pt x="0" y="73386"/>
                    <a:pt x="0" y="73987"/>
                  </a:cubicBezTo>
                  <a:cubicBezTo>
                    <a:pt x="0" y="74621"/>
                    <a:pt x="267" y="75221"/>
                    <a:pt x="701" y="75655"/>
                  </a:cubicBezTo>
                  <a:lnTo>
                    <a:pt x="20915" y="95903"/>
                  </a:lnTo>
                  <a:lnTo>
                    <a:pt x="20915" y="124490"/>
                  </a:lnTo>
                  <a:cubicBezTo>
                    <a:pt x="20915" y="125791"/>
                    <a:pt x="21983" y="126858"/>
                    <a:pt x="23284" y="126858"/>
                  </a:cubicBezTo>
                  <a:lnTo>
                    <a:pt x="51871" y="126858"/>
                  </a:lnTo>
                  <a:lnTo>
                    <a:pt x="72119" y="147073"/>
                  </a:lnTo>
                  <a:cubicBezTo>
                    <a:pt x="72552" y="147506"/>
                    <a:pt x="73153" y="147773"/>
                    <a:pt x="73786" y="147773"/>
                  </a:cubicBezTo>
                  <a:cubicBezTo>
                    <a:pt x="74387" y="147773"/>
                    <a:pt x="74987" y="147506"/>
                    <a:pt x="75421" y="147073"/>
                  </a:cubicBezTo>
                  <a:lnTo>
                    <a:pt x="95669" y="126858"/>
                  </a:lnTo>
                  <a:lnTo>
                    <a:pt x="124256" y="126858"/>
                  </a:lnTo>
                  <a:cubicBezTo>
                    <a:pt x="125557" y="126858"/>
                    <a:pt x="126624" y="125791"/>
                    <a:pt x="126624" y="124490"/>
                  </a:cubicBezTo>
                  <a:lnTo>
                    <a:pt x="126624" y="95903"/>
                  </a:lnTo>
                  <a:lnTo>
                    <a:pt x="146839" y="75655"/>
                  </a:lnTo>
                  <a:cubicBezTo>
                    <a:pt x="147272" y="75221"/>
                    <a:pt x="147539" y="74621"/>
                    <a:pt x="147539" y="73987"/>
                  </a:cubicBezTo>
                  <a:cubicBezTo>
                    <a:pt x="147539" y="73386"/>
                    <a:pt x="147306" y="72786"/>
                    <a:pt x="146839" y="72352"/>
                  </a:cubicBezTo>
                  <a:close/>
                  <a:moveTo>
                    <a:pt x="122621" y="93267"/>
                  </a:moveTo>
                  <a:cubicBezTo>
                    <a:pt x="122154" y="93701"/>
                    <a:pt x="121921" y="94301"/>
                    <a:pt x="121921" y="94935"/>
                  </a:cubicBezTo>
                  <a:lnTo>
                    <a:pt x="121921" y="122155"/>
                  </a:lnTo>
                  <a:lnTo>
                    <a:pt x="94701" y="122155"/>
                  </a:lnTo>
                  <a:cubicBezTo>
                    <a:pt x="94068" y="122155"/>
                    <a:pt x="93467" y="122388"/>
                    <a:pt x="93034" y="122822"/>
                  </a:cubicBezTo>
                  <a:lnTo>
                    <a:pt x="73786" y="142102"/>
                  </a:lnTo>
                  <a:lnTo>
                    <a:pt x="54506" y="122855"/>
                  </a:lnTo>
                  <a:cubicBezTo>
                    <a:pt x="54072" y="122388"/>
                    <a:pt x="53472" y="122155"/>
                    <a:pt x="52838" y="122155"/>
                  </a:cubicBezTo>
                  <a:lnTo>
                    <a:pt x="25619" y="122155"/>
                  </a:lnTo>
                  <a:lnTo>
                    <a:pt x="25619" y="94935"/>
                  </a:lnTo>
                  <a:cubicBezTo>
                    <a:pt x="25619" y="94301"/>
                    <a:pt x="25385" y="93701"/>
                    <a:pt x="24952" y="93267"/>
                  </a:cubicBezTo>
                  <a:lnTo>
                    <a:pt x="5671" y="74020"/>
                  </a:lnTo>
                  <a:lnTo>
                    <a:pt x="24952" y="54740"/>
                  </a:lnTo>
                  <a:cubicBezTo>
                    <a:pt x="25385" y="54306"/>
                    <a:pt x="25619" y="53706"/>
                    <a:pt x="25619" y="53105"/>
                  </a:cubicBezTo>
                  <a:lnTo>
                    <a:pt x="25619" y="25852"/>
                  </a:lnTo>
                  <a:lnTo>
                    <a:pt x="52838" y="25852"/>
                  </a:lnTo>
                  <a:cubicBezTo>
                    <a:pt x="53472" y="25852"/>
                    <a:pt x="54072" y="25619"/>
                    <a:pt x="54506" y="25185"/>
                  </a:cubicBezTo>
                  <a:lnTo>
                    <a:pt x="73786" y="5905"/>
                  </a:lnTo>
                  <a:lnTo>
                    <a:pt x="93034" y="25185"/>
                  </a:lnTo>
                  <a:cubicBezTo>
                    <a:pt x="93467" y="25619"/>
                    <a:pt x="94068" y="25852"/>
                    <a:pt x="94701" y="25852"/>
                  </a:cubicBezTo>
                  <a:lnTo>
                    <a:pt x="121921" y="25852"/>
                  </a:lnTo>
                  <a:lnTo>
                    <a:pt x="121921" y="53072"/>
                  </a:lnTo>
                  <a:cubicBezTo>
                    <a:pt x="121921" y="53706"/>
                    <a:pt x="122154" y="54306"/>
                    <a:pt x="122588" y="54740"/>
                  </a:cubicBezTo>
                  <a:lnTo>
                    <a:pt x="141868" y="73987"/>
                  </a:lnTo>
                  <a:close/>
                </a:path>
              </a:pathLst>
            </a:custGeom>
            <a:solidFill>
              <a:srgbClr val="9575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4" name="Google Shape;144;p11"/>
          <p:cNvSpPr txBox="1"/>
          <p:nvPr>
            <p:ph idx="1" type="body"/>
          </p:nvPr>
        </p:nvSpPr>
        <p:spPr>
          <a:xfrm>
            <a:off x="2024550" y="1330650"/>
            <a:ext cx="5094900" cy="2787000"/>
          </a:xfrm>
          <a:prstGeom prst="rect">
            <a:avLst/>
          </a:prstGeom>
          <a:noFill/>
          <a:ln>
            <a:noFill/>
          </a:ln>
        </p:spPr>
        <p:txBody>
          <a:bodyPr anchorCtr="0" anchor="t" bIns="91425" lIns="91425" spcFirstLastPara="1" rIns="91425" wrap="square" tIns="91425">
            <a:noAutofit/>
          </a:bodyPr>
          <a:lstStyle>
            <a:lvl1pPr indent="-323850" lvl="0" marL="457200" algn="l">
              <a:lnSpc>
                <a:spcPct val="100000"/>
              </a:lnSpc>
              <a:spcBef>
                <a:spcPts val="0"/>
              </a:spcBef>
              <a:spcAft>
                <a:spcPts val="0"/>
              </a:spcAft>
              <a:buSzPts val="1500"/>
              <a:buChar char="●"/>
              <a:defRPr sz="1500"/>
            </a:lvl1pPr>
            <a:lvl2pPr indent="-323850" lvl="1" marL="914400" algn="l">
              <a:lnSpc>
                <a:spcPct val="100000"/>
              </a:lnSpc>
              <a:spcBef>
                <a:spcPts val="1000"/>
              </a:spcBef>
              <a:spcAft>
                <a:spcPts val="0"/>
              </a:spcAft>
              <a:buSzPts val="1500"/>
              <a:buChar char="○"/>
              <a:defRPr sz="1500"/>
            </a:lvl2pPr>
            <a:lvl3pPr indent="-323850" lvl="2" marL="1371600" algn="l">
              <a:lnSpc>
                <a:spcPct val="100000"/>
              </a:lnSpc>
              <a:spcBef>
                <a:spcPts val="0"/>
              </a:spcBef>
              <a:spcAft>
                <a:spcPts val="0"/>
              </a:spcAft>
              <a:buSzPts val="1500"/>
              <a:buChar char="■"/>
              <a:defRPr sz="1500"/>
            </a:lvl3pPr>
            <a:lvl4pPr indent="-323850" lvl="3" marL="1828800" algn="l">
              <a:lnSpc>
                <a:spcPct val="100000"/>
              </a:lnSpc>
              <a:spcBef>
                <a:spcPts val="0"/>
              </a:spcBef>
              <a:spcAft>
                <a:spcPts val="0"/>
              </a:spcAft>
              <a:buSzPts val="1500"/>
              <a:buChar char="●"/>
              <a:defRPr sz="1500"/>
            </a:lvl4pPr>
            <a:lvl5pPr indent="-323850" lvl="4" marL="2286000" algn="l">
              <a:lnSpc>
                <a:spcPct val="100000"/>
              </a:lnSpc>
              <a:spcBef>
                <a:spcPts val="0"/>
              </a:spcBef>
              <a:spcAft>
                <a:spcPts val="0"/>
              </a:spcAft>
              <a:buSzPts val="1500"/>
              <a:buChar char="○"/>
              <a:defRPr sz="1500"/>
            </a:lvl5pPr>
            <a:lvl6pPr indent="-323850" lvl="5" marL="2743200" algn="l">
              <a:lnSpc>
                <a:spcPct val="100000"/>
              </a:lnSpc>
              <a:spcBef>
                <a:spcPts val="0"/>
              </a:spcBef>
              <a:spcAft>
                <a:spcPts val="0"/>
              </a:spcAft>
              <a:buSzPts val="1500"/>
              <a:buChar char="■"/>
              <a:defRPr sz="1500"/>
            </a:lvl6pPr>
            <a:lvl7pPr indent="-323850" lvl="6" marL="3200400" algn="l">
              <a:lnSpc>
                <a:spcPct val="100000"/>
              </a:lnSpc>
              <a:spcBef>
                <a:spcPts val="0"/>
              </a:spcBef>
              <a:spcAft>
                <a:spcPts val="0"/>
              </a:spcAft>
              <a:buSzPts val="1500"/>
              <a:buChar char="●"/>
              <a:defRPr sz="1500"/>
            </a:lvl7pPr>
            <a:lvl8pPr indent="-323850" lvl="7" marL="3657600" algn="l">
              <a:lnSpc>
                <a:spcPct val="100000"/>
              </a:lnSpc>
              <a:spcBef>
                <a:spcPts val="0"/>
              </a:spcBef>
              <a:spcAft>
                <a:spcPts val="0"/>
              </a:spcAft>
              <a:buSzPts val="1500"/>
              <a:buChar char="○"/>
              <a:defRPr sz="1500"/>
            </a:lvl8pPr>
            <a:lvl9pPr indent="-323850" lvl="8" marL="4114800" algn="l">
              <a:lnSpc>
                <a:spcPct val="100000"/>
              </a:lnSpc>
              <a:spcBef>
                <a:spcPts val="0"/>
              </a:spcBef>
              <a:spcAft>
                <a:spcPts val="0"/>
              </a:spcAft>
              <a:buSzPts val="1500"/>
              <a:buChar char="■"/>
              <a:defRPr sz="1500"/>
            </a:lvl9pPr>
          </a:lstStyle>
          <a:p/>
        </p:txBody>
      </p:sp>
      <p:sp>
        <p:nvSpPr>
          <p:cNvPr id="145" name="Google Shape;145;p11"/>
          <p:cNvSpPr txBox="1"/>
          <p:nvPr>
            <p:ph type="title"/>
          </p:nvPr>
        </p:nvSpPr>
        <p:spPr>
          <a:xfrm>
            <a:off x="720000" y="541975"/>
            <a:ext cx="7704000" cy="314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b="0" sz="3500"/>
            </a:lvl1pPr>
            <a:lvl2pPr lvl="1" algn="ctr">
              <a:lnSpc>
                <a:spcPct val="100000"/>
              </a:lnSpc>
              <a:spcBef>
                <a:spcPts val="0"/>
              </a:spcBef>
              <a:spcAft>
                <a:spcPts val="0"/>
              </a:spcAft>
              <a:buClr>
                <a:schemeClr val="dk1"/>
              </a:buClr>
              <a:buSzPts val="3500"/>
              <a:buNone/>
              <a:defRPr sz="3500">
                <a:solidFill>
                  <a:schemeClr val="dk1"/>
                </a:solidFill>
              </a:defRPr>
            </a:lvl2pPr>
            <a:lvl3pPr lvl="2" algn="ctr">
              <a:lnSpc>
                <a:spcPct val="100000"/>
              </a:lnSpc>
              <a:spcBef>
                <a:spcPts val="0"/>
              </a:spcBef>
              <a:spcAft>
                <a:spcPts val="0"/>
              </a:spcAft>
              <a:buClr>
                <a:schemeClr val="dk1"/>
              </a:buClr>
              <a:buSzPts val="3500"/>
              <a:buNone/>
              <a:defRPr sz="3500">
                <a:solidFill>
                  <a:schemeClr val="dk1"/>
                </a:solidFill>
              </a:defRPr>
            </a:lvl3pPr>
            <a:lvl4pPr lvl="3" algn="ctr">
              <a:lnSpc>
                <a:spcPct val="100000"/>
              </a:lnSpc>
              <a:spcBef>
                <a:spcPts val="0"/>
              </a:spcBef>
              <a:spcAft>
                <a:spcPts val="0"/>
              </a:spcAft>
              <a:buClr>
                <a:schemeClr val="dk1"/>
              </a:buClr>
              <a:buSzPts val="3500"/>
              <a:buNone/>
              <a:defRPr sz="3500">
                <a:solidFill>
                  <a:schemeClr val="dk1"/>
                </a:solidFill>
              </a:defRPr>
            </a:lvl4pPr>
            <a:lvl5pPr lvl="4" algn="ctr">
              <a:lnSpc>
                <a:spcPct val="100000"/>
              </a:lnSpc>
              <a:spcBef>
                <a:spcPts val="0"/>
              </a:spcBef>
              <a:spcAft>
                <a:spcPts val="0"/>
              </a:spcAft>
              <a:buClr>
                <a:schemeClr val="dk1"/>
              </a:buClr>
              <a:buSzPts val="3500"/>
              <a:buNone/>
              <a:defRPr sz="3500">
                <a:solidFill>
                  <a:schemeClr val="dk1"/>
                </a:solidFill>
              </a:defRPr>
            </a:lvl5pPr>
            <a:lvl6pPr lvl="5" algn="ctr">
              <a:lnSpc>
                <a:spcPct val="100000"/>
              </a:lnSpc>
              <a:spcBef>
                <a:spcPts val="0"/>
              </a:spcBef>
              <a:spcAft>
                <a:spcPts val="0"/>
              </a:spcAft>
              <a:buClr>
                <a:schemeClr val="dk1"/>
              </a:buClr>
              <a:buSzPts val="3500"/>
              <a:buNone/>
              <a:defRPr sz="3500">
                <a:solidFill>
                  <a:schemeClr val="dk1"/>
                </a:solidFill>
              </a:defRPr>
            </a:lvl6pPr>
            <a:lvl7pPr lvl="6" algn="ctr">
              <a:lnSpc>
                <a:spcPct val="100000"/>
              </a:lnSpc>
              <a:spcBef>
                <a:spcPts val="0"/>
              </a:spcBef>
              <a:spcAft>
                <a:spcPts val="0"/>
              </a:spcAft>
              <a:buClr>
                <a:schemeClr val="dk1"/>
              </a:buClr>
              <a:buSzPts val="3500"/>
              <a:buNone/>
              <a:defRPr sz="3500">
                <a:solidFill>
                  <a:schemeClr val="dk1"/>
                </a:solidFill>
              </a:defRPr>
            </a:lvl7pPr>
            <a:lvl8pPr lvl="7" algn="ctr">
              <a:lnSpc>
                <a:spcPct val="100000"/>
              </a:lnSpc>
              <a:spcBef>
                <a:spcPts val="0"/>
              </a:spcBef>
              <a:spcAft>
                <a:spcPts val="0"/>
              </a:spcAft>
              <a:buClr>
                <a:schemeClr val="dk1"/>
              </a:buClr>
              <a:buSzPts val="3500"/>
              <a:buNone/>
              <a:defRPr sz="3500">
                <a:solidFill>
                  <a:schemeClr val="dk1"/>
                </a:solidFill>
              </a:defRPr>
            </a:lvl8pPr>
            <a:lvl9pPr lvl="8" algn="ctr">
              <a:lnSpc>
                <a:spcPct val="100000"/>
              </a:lnSpc>
              <a:spcBef>
                <a:spcPts val="0"/>
              </a:spcBef>
              <a:spcAft>
                <a:spcPts val="0"/>
              </a:spcAft>
              <a:buClr>
                <a:schemeClr val="dk1"/>
              </a:buClr>
              <a:buSzPts val="3500"/>
              <a:buNone/>
              <a:defRPr sz="3500">
                <a:solidFill>
                  <a:schemeClr val="dk1"/>
                </a:solidFill>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46" name="Shape 146"/>
        <p:cNvGrpSpPr/>
        <p:nvPr/>
      </p:nvGrpSpPr>
      <p:grpSpPr>
        <a:xfrm>
          <a:off x="0" y="0"/>
          <a:ext cx="0" cy="0"/>
          <a:chOff x="0" y="0"/>
          <a:chExt cx="0" cy="0"/>
        </a:xfrm>
      </p:grpSpPr>
      <p:sp>
        <p:nvSpPr>
          <p:cNvPr id="147" name="Google Shape;147;p12"/>
          <p:cNvSpPr/>
          <p:nvPr/>
        </p:nvSpPr>
        <p:spPr>
          <a:xfrm>
            <a:off x="0" y="0"/>
            <a:ext cx="9144259" cy="5143463"/>
          </a:xfrm>
          <a:custGeom>
            <a:rect b="b" l="l" r="r" t="t"/>
            <a:pathLst>
              <a:path extrusionOk="0" h="123123" w="246310">
                <a:moveTo>
                  <a:pt x="245442" y="2136"/>
                </a:moveTo>
                <a:lnTo>
                  <a:pt x="244175" y="2136"/>
                </a:lnTo>
                <a:lnTo>
                  <a:pt x="244175" y="1035"/>
                </a:lnTo>
                <a:lnTo>
                  <a:pt x="244075" y="768"/>
                </a:lnTo>
                <a:lnTo>
                  <a:pt x="243274" y="1"/>
                </a:lnTo>
                <a:lnTo>
                  <a:pt x="243141" y="1"/>
                </a:lnTo>
                <a:lnTo>
                  <a:pt x="242173" y="1"/>
                </a:lnTo>
                <a:lnTo>
                  <a:pt x="240372" y="1"/>
                </a:lnTo>
                <a:lnTo>
                  <a:pt x="239238" y="1"/>
                </a:lnTo>
                <a:lnTo>
                  <a:pt x="231499" y="1"/>
                </a:lnTo>
                <a:lnTo>
                  <a:pt x="231332" y="1"/>
                </a:lnTo>
                <a:lnTo>
                  <a:pt x="230532" y="1"/>
                </a:lnTo>
                <a:lnTo>
                  <a:pt x="230365" y="1"/>
                </a:lnTo>
                <a:lnTo>
                  <a:pt x="222626" y="1"/>
                </a:lnTo>
                <a:lnTo>
                  <a:pt x="222626" y="1"/>
                </a:lnTo>
                <a:lnTo>
                  <a:pt x="221492" y="1"/>
                </a:lnTo>
                <a:lnTo>
                  <a:pt x="219691" y="1"/>
                </a:lnTo>
                <a:lnTo>
                  <a:pt x="218723" y="1"/>
                </a:lnTo>
                <a:lnTo>
                  <a:pt x="218557" y="1"/>
                </a:lnTo>
                <a:lnTo>
                  <a:pt x="217789" y="768"/>
                </a:lnTo>
                <a:lnTo>
                  <a:pt x="217689" y="1035"/>
                </a:lnTo>
                <a:lnTo>
                  <a:pt x="217689" y="2136"/>
                </a:lnTo>
                <a:lnTo>
                  <a:pt x="216422" y="2136"/>
                </a:lnTo>
                <a:lnTo>
                  <a:pt x="215521" y="3036"/>
                </a:lnTo>
                <a:lnTo>
                  <a:pt x="214654" y="2136"/>
                </a:lnTo>
                <a:lnTo>
                  <a:pt x="213386" y="2136"/>
                </a:lnTo>
                <a:lnTo>
                  <a:pt x="213386" y="1035"/>
                </a:lnTo>
                <a:lnTo>
                  <a:pt x="213286" y="768"/>
                </a:lnTo>
                <a:lnTo>
                  <a:pt x="212519" y="1"/>
                </a:lnTo>
                <a:lnTo>
                  <a:pt x="212352" y="1"/>
                </a:lnTo>
                <a:lnTo>
                  <a:pt x="211385" y="1"/>
                </a:lnTo>
                <a:lnTo>
                  <a:pt x="209584" y="1"/>
                </a:lnTo>
                <a:lnTo>
                  <a:pt x="208449" y="1"/>
                </a:lnTo>
                <a:lnTo>
                  <a:pt x="200710" y="1"/>
                </a:lnTo>
                <a:lnTo>
                  <a:pt x="200544" y="1"/>
                </a:lnTo>
                <a:lnTo>
                  <a:pt x="199743" y="1"/>
                </a:lnTo>
                <a:lnTo>
                  <a:pt x="199576" y="1"/>
                </a:lnTo>
                <a:lnTo>
                  <a:pt x="191837" y="1"/>
                </a:lnTo>
                <a:lnTo>
                  <a:pt x="190703" y="1"/>
                </a:lnTo>
                <a:lnTo>
                  <a:pt x="188902" y="1"/>
                </a:lnTo>
                <a:lnTo>
                  <a:pt x="187935" y="1"/>
                </a:lnTo>
                <a:lnTo>
                  <a:pt x="187801" y="1"/>
                </a:lnTo>
                <a:lnTo>
                  <a:pt x="187001" y="768"/>
                </a:lnTo>
                <a:lnTo>
                  <a:pt x="186901" y="1035"/>
                </a:lnTo>
                <a:lnTo>
                  <a:pt x="186901" y="2136"/>
                </a:lnTo>
                <a:lnTo>
                  <a:pt x="185633" y="2136"/>
                </a:lnTo>
                <a:lnTo>
                  <a:pt x="184766" y="3036"/>
                </a:lnTo>
                <a:lnTo>
                  <a:pt x="183865" y="2136"/>
                </a:lnTo>
                <a:lnTo>
                  <a:pt x="182598" y="2136"/>
                </a:lnTo>
                <a:lnTo>
                  <a:pt x="182598" y="1035"/>
                </a:lnTo>
                <a:lnTo>
                  <a:pt x="182497" y="768"/>
                </a:lnTo>
                <a:lnTo>
                  <a:pt x="181730" y="1"/>
                </a:lnTo>
                <a:lnTo>
                  <a:pt x="181563" y="1"/>
                </a:lnTo>
                <a:lnTo>
                  <a:pt x="180596" y="1"/>
                </a:lnTo>
                <a:lnTo>
                  <a:pt x="178795" y="1"/>
                </a:lnTo>
                <a:lnTo>
                  <a:pt x="177661" y="1"/>
                </a:lnTo>
                <a:lnTo>
                  <a:pt x="169922" y="1"/>
                </a:lnTo>
                <a:lnTo>
                  <a:pt x="169755" y="1"/>
                </a:lnTo>
                <a:lnTo>
                  <a:pt x="168954" y="1"/>
                </a:lnTo>
                <a:lnTo>
                  <a:pt x="168788" y="1"/>
                </a:lnTo>
                <a:lnTo>
                  <a:pt x="161049" y="1"/>
                </a:lnTo>
                <a:lnTo>
                  <a:pt x="159948" y="1"/>
                </a:lnTo>
                <a:lnTo>
                  <a:pt x="158113" y="1"/>
                </a:lnTo>
                <a:lnTo>
                  <a:pt x="157179" y="1"/>
                </a:lnTo>
                <a:lnTo>
                  <a:pt x="157013" y="1"/>
                </a:lnTo>
                <a:lnTo>
                  <a:pt x="156245" y="768"/>
                </a:lnTo>
                <a:lnTo>
                  <a:pt x="156112" y="1035"/>
                </a:lnTo>
                <a:lnTo>
                  <a:pt x="156112" y="2136"/>
                </a:lnTo>
                <a:lnTo>
                  <a:pt x="154844" y="2136"/>
                </a:lnTo>
                <a:lnTo>
                  <a:pt x="153944" y="3036"/>
                </a:lnTo>
                <a:lnTo>
                  <a:pt x="153076" y="2136"/>
                </a:lnTo>
                <a:lnTo>
                  <a:pt x="151809" y="2136"/>
                </a:lnTo>
                <a:lnTo>
                  <a:pt x="151809" y="1035"/>
                </a:lnTo>
                <a:lnTo>
                  <a:pt x="151675" y="768"/>
                </a:lnTo>
                <a:lnTo>
                  <a:pt x="150908" y="1"/>
                </a:lnTo>
                <a:lnTo>
                  <a:pt x="150741" y="1"/>
                </a:lnTo>
                <a:lnTo>
                  <a:pt x="149807" y="1"/>
                </a:lnTo>
                <a:lnTo>
                  <a:pt x="147973" y="1"/>
                </a:lnTo>
                <a:lnTo>
                  <a:pt x="146872" y="1"/>
                </a:lnTo>
                <a:lnTo>
                  <a:pt x="139133" y="1"/>
                </a:lnTo>
                <a:lnTo>
                  <a:pt x="138966" y="1"/>
                </a:lnTo>
                <a:lnTo>
                  <a:pt x="138166" y="1"/>
                </a:lnTo>
                <a:lnTo>
                  <a:pt x="137999" y="1"/>
                </a:lnTo>
                <a:lnTo>
                  <a:pt x="130260" y="1"/>
                </a:lnTo>
                <a:lnTo>
                  <a:pt x="129126" y="1"/>
                </a:lnTo>
                <a:lnTo>
                  <a:pt x="127325" y="1"/>
                </a:lnTo>
                <a:lnTo>
                  <a:pt x="126357" y="1"/>
                </a:lnTo>
                <a:lnTo>
                  <a:pt x="126191" y="1"/>
                </a:lnTo>
                <a:lnTo>
                  <a:pt x="125423" y="768"/>
                </a:lnTo>
                <a:lnTo>
                  <a:pt x="125323" y="1035"/>
                </a:lnTo>
                <a:lnTo>
                  <a:pt x="125323" y="2136"/>
                </a:lnTo>
                <a:lnTo>
                  <a:pt x="124056" y="2136"/>
                </a:lnTo>
                <a:lnTo>
                  <a:pt x="123155" y="3036"/>
                </a:lnTo>
                <a:lnTo>
                  <a:pt x="122254" y="2136"/>
                </a:lnTo>
                <a:lnTo>
                  <a:pt x="121020" y="2136"/>
                </a:lnTo>
                <a:lnTo>
                  <a:pt x="121020" y="1035"/>
                </a:lnTo>
                <a:lnTo>
                  <a:pt x="120887" y="768"/>
                </a:lnTo>
                <a:lnTo>
                  <a:pt x="120120" y="1"/>
                </a:lnTo>
                <a:lnTo>
                  <a:pt x="119953" y="1"/>
                </a:lnTo>
                <a:lnTo>
                  <a:pt x="119019" y="1"/>
                </a:lnTo>
                <a:lnTo>
                  <a:pt x="117184" y="1"/>
                </a:lnTo>
                <a:lnTo>
                  <a:pt x="116083" y="1"/>
                </a:lnTo>
                <a:lnTo>
                  <a:pt x="108311" y="1"/>
                </a:lnTo>
                <a:lnTo>
                  <a:pt x="108144" y="1"/>
                </a:lnTo>
                <a:lnTo>
                  <a:pt x="107377" y="1"/>
                </a:lnTo>
                <a:lnTo>
                  <a:pt x="107210" y="1"/>
                </a:lnTo>
                <a:lnTo>
                  <a:pt x="99472" y="1"/>
                </a:lnTo>
                <a:lnTo>
                  <a:pt x="98337" y="1"/>
                </a:lnTo>
                <a:lnTo>
                  <a:pt x="96536" y="1"/>
                </a:lnTo>
                <a:lnTo>
                  <a:pt x="95569" y="1"/>
                </a:lnTo>
                <a:lnTo>
                  <a:pt x="95402" y="1"/>
                </a:lnTo>
                <a:lnTo>
                  <a:pt x="94635" y="768"/>
                </a:lnTo>
                <a:lnTo>
                  <a:pt x="94535" y="1035"/>
                </a:lnTo>
                <a:lnTo>
                  <a:pt x="94535" y="2136"/>
                </a:lnTo>
                <a:lnTo>
                  <a:pt x="93267" y="2136"/>
                </a:lnTo>
                <a:lnTo>
                  <a:pt x="92366" y="3036"/>
                </a:lnTo>
                <a:lnTo>
                  <a:pt x="91499" y="2136"/>
                </a:lnTo>
                <a:lnTo>
                  <a:pt x="90232" y="2136"/>
                </a:lnTo>
                <a:lnTo>
                  <a:pt x="90232" y="1035"/>
                </a:lnTo>
                <a:lnTo>
                  <a:pt x="90098" y="768"/>
                </a:lnTo>
                <a:lnTo>
                  <a:pt x="89331" y="1"/>
                </a:lnTo>
                <a:lnTo>
                  <a:pt x="89164" y="1"/>
                </a:lnTo>
                <a:lnTo>
                  <a:pt x="88197" y="1"/>
                </a:lnTo>
                <a:lnTo>
                  <a:pt x="86396" y="1"/>
                </a:lnTo>
                <a:lnTo>
                  <a:pt x="85295" y="1"/>
                </a:lnTo>
                <a:lnTo>
                  <a:pt x="77523" y="1"/>
                </a:lnTo>
                <a:lnTo>
                  <a:pt x="77356" y="1"/>
                </a:lnTo>
                <a:lnTo>
                  <a:pt x="76589" y="1"/>
                </a:lnTo>
                <a:lnTo>
                  <a:pt x="76422" y="1"/>
                </a:lnTo>
                <a:lnTo>
                  <a:pt x="68650" y="1"/>
                </a:lnTo>
                <a:lnTo>
                  <a:pt x="67549" y="1"/>
                </a:lnTo>
                <a:lnTo>
                  <a:pt x="65714" y="1"/>
                </a:lnTo>
                <a:lnTo>
                  <a:pt x="64780" y="1"/>
                </a:lnTo>
                <a:lnTo>
                  <a:pt x="64613" y="1"/>
                </a:lnTo>
                <a:lnTo>
                  <a:pt x="63846" y="768"/>
                </a:lnTo>
                <a:lnTo>
                  <a:pt x="63713" y="1035"/>
                </a:lnTo>
                <a:lnTo>
                  <a:pt x="63713" y="2136"/>
                </a:lnTo>
                <a:lnTo>
                  <a:pt x="62478" y="2136"/>
                </a:lnTo>
                <a:lnTo>
                  <a:pt x="61578" y="3036"/>
                </a:lnTo>
                <a:lnTo>
                  <a:pt x="60677" y="2136"/>
                </a:lnTo>
                <a:lnTo>
                  <a:pt x="59443" y="2136"/>
                </a:lnTo>
                <a:lnTo>
                  <a:pt x="59443" y="1035"/>
                </a:lnTo>
                <a:lnTo>
                  <a:pt x="59310" y="768"/>
                </a:lnTo>
                <a:lnTo>
                  <a:pt x="58542" y="1"/>
                </a:lnTo>
                <a:lnTo>
                  <a:pt x="58376" y="1"/>
                </a:lnTo>
                <a:lnTo>
                  <a:pt x="57408" y="1"/>
                </a:lnTo>
                <a:lnTo>
                  <a:pt x="55607" y="1"/>
                </a:lnTo>
                <a:lnTo>
                  <a:pt x="54506" y="1"/>
                </a:lnTo>
                <a:lnTo>
                  <a:pt x="46734" y="1"/>
                </a:lnTo>
                <a:lnTo>
                  <a:pt x="46567" y="1"/>
                </a:lnTo>
                <a:lnTo>
                  <a:pt x="45767" y="1"/>
                </a:lnTo>
                <a:lnTo>
                  <a:pt x="45600" y="1"/>
                </a:lnTo>
                <a:lnTo>
                  <a:pt x="37861" y="1"/>
                </a:lnTo>
                <a:lnTo>
                  <a:pt x="36760" y="1"/>
                </a:lnTo>
                <a:lnTo>
                  <a:pt x="34925" y="1"/>
                </a:lnTo>
                <a:lnTo>
                  <a:pt x="33991" y="1"/>
                </a:lnTo>
                <a:lnTo>
                  <a:pt x="33825" y="1"/>
                </a:lnTo>
                <a:lnTo>
                  <a:pt x="33057" y="768"/>
                </a:lnTo>
                <a:lnTo>
                  <a:pt x="32924" y="1035"/>
                </a:lnTo>
                <a:lnTo>
                  <a:pt x="32924" y="2136"/>
                </a:lnTo>
                <a:lnTo>
                  <a:pt x="31690" y="2136"/>
                </a:lnTo>
                <a:lnTo>
                  <a:pt x="30789" y="3036"/>
                </a:lnTo>
                <a:lnTo>
                  <a:pt x="29889" y="2136"/>
                </a:lnTo>
                <a:lnTo>
                  <a:pt x="28654" y="2136"/>
                </a:lnTo>
                <a:lnTo>
                  <a:pt x="28654" y="1035"/>
                </a:lnTo>
                <a:lnTo>
                  <a:pt x="28521" y="768"/>
                </a:lnTo>
                <a:lnTo>
                  <a:pt x="27754" y="1"/>
                </a:lnTo>
                <a:lnTo>
                  <a:pt x="27587" y="1"/>
                </a:lnTo>
                <a:lnTo>
                  <a:pt x="26620" y="1"/>
                </a:lnTo>
                <a:lnTo>
                  <a:pt x="24818" y="1"/>
                </a:lnTo>
                <a:lnTo>
                  <a:pt x="23684" y="1"/>
                </a:lnTo>
                <a:lnTo>
                  <a:pt x="23684" y="1"/>
                </a:lnTo>
                <a:lnTo>
                  <a:pt x="15945" y="1"/>
                </a:lnTo>
                <a:lnTo>
                  <a:pt x="15778" y="1"/>
                </a:lnTo>
                <a:lnTo>
                  <a:pt x="14978" y="1"/>
                </a:lnTo>
                <a:lnTo>
                  <a:pt x="14811" y="1"/>
                </a:lnTo>
                <a:lnTo>
                  <a:pt x="7072" y="1"/>
                </a:lnTo>
                <a:lnTo>
                  <a:pt x="5938" y="1"/>
                </a:lnTo>
                <a:lnTo>
                  <a:pt x="4137" y="1"/>
                </a:lnTo>
                <a:lnTo>
                  <a:pt x="3169" y="1"/>
                </a:lnTo>
                <a:lnTo>
                  <a:pt x="3036" y="1"/>
                </a:lnTo>
                <a:lnTo>
                  <a:pt x="2235" y="768"/>
                </a:lnTo>
                <a:lnTo>
                  <a:pt x="2135" y="1035"/>
                </a:lnTo>
                <a:lnTo>
                  <a:pt x="2135" y="2136"/>
                </a:lnTo>
                <a:lnTo>
                  <a:pt x="868" y="2136"/>
                </a:lnTo>
                <a:lnTo>
                  <a:pt x="0" y="3036"/>
                </a:lnTo>
                <a:lnTo>
                  <a:pt x="0" y="3203"/>
                </a:lnTo>
                <a:lnTo>
                  <a:pt x="0" y="4137"/>
                </a:lnTo>
                <a:lnTo>
                  <a:pt x="0" y="5972"/>
                </a:lnTo>
                <a:lnTo>
                  <a:pt x="0" y="7073"/>
                </a:lnTo>
                <a:lnTo>
                  <a:pt x="0" y="14845"/>
                </a:lnTo>
                <a:lnTo>
                  <a:pt x="0" y="14978"/>
                </a:lnTo>
                <a:lnTo>
                  <a:pt x="0" y="15779"/>
                </a:lnTo>
                <a:lnTo>
                  <a:pt x="0" y="15946"/>
                </a:lnTo>
                <a:lnTo>
                  <a:pt x="0" y="23685"/>
                </a:lnTo>
                <a:lnTo>
                  <a:pt x="0" y="24819"/>
                </a:lnTo>
                <a:lnTo>
                  <a:pt x="0" y="26620"/>
                </a:lnTo>
                <a:lnTo>
                  <a:pt x="0" y="27587"/>
                </a:lnTo>
                <a:lnTo>
                  <a:pt x="0" y="27754"/>
                </a:lnTo>
                <a:lnTo>
                  <a:pt x="868" y="28621"/>
                </a:lnTo>
                <a:lnTo>
                  <a:pt x="2135" y="28621"/>
                </a:lnTo>
                <a:lnTo>
                  <a:pt x="2135" y="29722"/>
                </a:lnTo>
                <a:lnTo>
                  <a:pt x="2235" y="30022"/>
                </a:lnTo>
                <a:lnTo>
                  <a:pt x="3036" y="30790"/>
                </a:lnTo>
                <a:lnTo>
                  <a:pt x="2235" y="31557"/>
                </a:lnTo>
                <a:lnTo>
                  <a:pt x="2135" y="31824"/>
                </a:lnTo>
                <a:lnTo>
                  <a:pt x="2135" y="32924"/>
                </a:lnTo>
                <a:lnTo>
                  <a:pt x="868" y="32924"/>
                </a:lnTo>
                <a:lnTo>
                  <a:pt x="0" y="33825"/>
                </a:lnTo>
                <a:lnTo>
                  <a:pt x="0" y="33959"/>
                </a:lnTo>
                <a:lnTo>
                  <a:pt x="0" y="34926"/>
                </a:lnTo>
                <a:lnTo>
                  <a:pt x="0" y="36727"/>
                </a:lnTo>
                <a:lnTo>
                  <a:pt x="0" y="37861"/>
                </a:lnTo>
                <a:lnTo>
                  <a:pt x="0" y="45600"/>
                </a:lnTo>
                <a:lnTo>
                  <a:pt x="0" y="45767"/>
                </a:lnTo>
                <a:lnTo>
                  <a:pt x="0" y="46568"/>
                </a:lnTo>
                <a:lnTo>
                  <a:pt x="0" y="46734"/>
                </a:lnTo>
                <a:lnTo>
                  <a:pt x="0" y="54473"/>
                </a:lnTo>
                <a:lnTo>
                  <a:pt x="0" y="55607"/>
                </a:lnTo>
                <a:lnTo>
                  <a:pt x="0" y="57409"/>
                </a:lnTo>
                <a:lnTo>
                  <a:pt x="0" y="58376"/>
                </a:lnTo>
                <a:lnTo>
                  <a:pt x="0" y="58509"/>
                </a:lnTo>
                <a:lnTo>
                  <a:pt x="868" y="59410"/>
                </a:lnTo>
                <a:lnTo>
                  <a:pt x="2135" y="59410"/>
                </a:lnTo>
                <a:lnTo>
                  <a:pt x="2135" y="60511"/>
                </a:lnTo>
                <a:lnTo>
                  <a:pt x="2235" y="60778"/>
                </a:lnTo>
                <a:lnTo>
                  <a:pt x="3036" y="61545"/>
                </a:lnTo>
                <a:lnTo>
                  <a:pt x="2235" y="62312"/>
                </a:lnTo>
                <a:lnTo>
                  <a:pt x="2135" y="62612"/>
                </a:lnTo>
                <a:lnTo>
                  <a:pt x="2135" y="63713"/>
                </a:lnTo>
                <a:lnTo>
                  <a:pt x="868" y="63713"/>
                </a:lnTo>
                <a:lnTo>
                  <a:pt x="0" y="64580"/>
                </a:lnTo>
                <a:lnTo>
                  <a:pt x="0" y="64747"/>
                </a:lnTo>
                <a:lnTo>
                  <a:pt x="0" y="65715"/>
                </a:lnTo>
                <a:lnTo>
                  <a:pt x="0" y="67516"/>
                </a:lnTo>
                <a:lnTo>
                  <a:pt x="0" y="68650"/>
                </a:lnTo>
                <a:lnTo>
                  <a:pt x="0" y="76389"/>
                </a:lnTo>
                <a:lnTo>
                  <a:pt x="0" y="76556"/>
                </a:lnTo>
                <a:lnTo>
                  <a:pt x="0" y="77356"/>
                </a:lnTo>
                <a:lnTo>
                  <a:pt x="0" y="77490"/>
                </a:lnTo>
                <a:lnTo>
                  <a:pt x="0" y="85262"/>
                </a:lnTo>
                <a:lnTo>
                  <a:pt x="0" y="86363"/>
                </a:lnTo>
                <a:lnTo>
                  <a:pt x="0" y="88197"/>
                </a:lnTo>
                <a:lnTo>
                  <a:pt x="0" y="89131"/>
                </a:lnTo>
                <a:lnTo>
                  <a:pt x="0" y="89298"/>
                </a:lnTo>
                <a:lnTo>
                  <a:pt x="868" y="90199"/>
                </a:lnTo>
                <a:lnTo>
                  <a:pt x="2135" y="90199"/>
                </a:lnTo>
                <a:lnTo>
                  <a:pt x="2135" y="91266"/>
                </a:lnTo>
                <a:lnTo>
                  <a:pt x="2235" y="91566"/>
                </a:lnTo>
                <a:lnTo>
                  <a:pt x="3036" y="92334"/>
                </a:lnTo>
                <a:lnTo>
                  <a:pt x="2235" y="93101"/>
                </a:lnTo>
                <a:lnTo>
                  <a:pt x="2135" y="93368"/>
                </a:lnTo>
                <a:lnTo>
                  <a:pt x="2135" y="94469"/>
                </a:lnTo>
                <a:lnTo>
                  <a:pt x="868" y="94469"/>
                </a:lnTo>
                <a:lnTo>
                  <a:pt x="0" y="95369"/>
                </a:lnTo>
                <a:lnTo>
                  <a:pt x="0" y="95536"/>
                </a:lnTo>
                <a:lnTo>
                  <a:pt x="0" y="96470"/>
                </a:lnTo>
                <a:lnTo>
                  <a:pt x="0" y="98305"/>
                </a:lnTo>
                <a:lnTo>
                  <a:pt x="0" y="99405"/>
                </a:lnTo>
                <a:lnTo>
                  <a:pt x="0" y="107178"/>
                </a:lnTo>
                <a:lnTo>
                  <a:pt x="0" y="107311"/>
                </a:lnTo>
                <a:lnTo>
                  <a:pt x="0" y="108112"/>
                </a:lnTo>
                <a:lnTo>
                  <a:pt x="0" y="108278"/>
                </a:lnTo>
                <a:lnTo>
                  <a:pt x="0" y="116017"/>
                </a:lnTo>
                <a:lnTo>
                  <a:pt x="0" y="117151"/>
                </a:lnTo>
                <a:lnTo>
                  <a:pt x="0" y="118953"/>
                </a:lnTo>
                <a:lnTo>
                  <a:pt x="0" y="119920"/>
                </a:lnTo>
                <a:lnTo>
                  <a:pt x="0" y="120087"/>
                </a:lnTo>
                <a:lnTo>
                  <a:pt x="868" y="120954"/>
                </a:lnTo>
                <a:lnTo>
                  <a:pt x="2135" y="120954"/>
                </a:lnTo>
                <a:lnTo>
                  <a:pt x="2135" y="122055"/>
                </a:lnTo>
                <a:lnTo>
                  <a:pt x="2235" y="122355"/>
                </a:lnTo>
                <a:lnTo>
                  <a:pt x="3036" y="123122"/>
                </a:lnTo>
                <a:lnTo>
                  <a:pt x="3169" y="123122"/>
                </a:lnTo>
                <a:lnTo>
                  <a:pt x="4137" y="123122"/>
                </a:lnTo>
                <a:lnTo>
                  <a:pt x="5938" y="123122"/>
                </a:lnTo>
                <a:lnTo>
                  <a:pt x="7072" y="123122"/>
                </a:lnTo>
                <a:lnTo>
                  <a:pt x="14811" y="123122"/>
                </a:lnTo>
                <a:lnTo>
                  <a:pt x="14978" y="123122"/>
                </a:lnTo>
                <a:lnTo>
                  <a:pt x="15778" y="123122"/>
                </a:lnTo>
                <a:lnTo>
                  <a:pt x="15945" y="123122"/>
                </a:lnTo>
                <a:lnTo>
                  <a:pt x="23684" y="123122"/>
                </a:lnTo>
                <a:lnTo>
                  <a:pt x="23684" y="123122"/>
                </a:lnTo>
                <a:lnTo>
                  <a:pt x="24818" y="123122"/>
                </a:lnTo>
                <a:lnTo>
                  <a:pt x="26620" y="123122"/>
                </a:lnTo>
                <a:lnTo>
                  <a:pt x="27587" y="123122"/>
                </a:lnTo>
                <a:lnTo>
                  <a:pt x="27754" y="123122"/>
                </a:lnTo>
                <a:lnTo>
                  <a:pt x="28521" y="122355"/>
                </a:lnTo>
                <a:lnTo>
                  <a:pt x="28621" y="122055"/>
                </a:lnTo>
                <a:lnTo>
                  <a:pt x="28621" y="120954"/>
                </a:lnTo>
                <a:lnTo>
                  <a:pt x="29889" y="120954"/>
                </a:lnTo>
                <a:lnTo>
                  <a:pt x="30789" y="120087"/>
                </a:lnTo>
                <a:lnTo>
                  <a:pt x="31656" y="120954"/>
                </a:lnTo>
                <a:lnTo>
                  <a:pt x="32924" y="120954"/>
                </a:lnTo>
                <a:lnTo>
                  <a:pt x="32924" y="122055"/>
                </a:lnTo>
                <a:lnTo>
                  <a:pt x="33024" y="122355"/>
                </a:lnTo>
                <a:lnTo>
                  <a:pt x="33825" y="123122"/>
                </a:lnTo>
                <a:lnTo>
                  <a:pt x="33958" y="123122"/>
                </a:lnTo>
                <a:lnTo>
                  <a:pt x="34925" y="123122"/>
                </a:lnTo>
                <a:lnTo>
                  <a:pt x="36727" y="123122"/>
                </a:lnTo>
                <a:lnTo>
                  <a:pt x="37861" y="123122"/>
                </a:lnTo>
                <a:lnTo>
                  <a:pt x="45600" y="123122"/>
                </a:lnTo>
                <a:lnTo>
                  <a:pt x="45767" y="123122"/>
                </a:lnTo>
                <a:lnTo>
                  <a:pt x="46567" y="123122"/>
                </a:lnTo>
                <a:lnTo>
                  <a:pt x="46734" y="123122"/>
                </a:lnTo>
                <a:lnTo>
                  <a:pt x="54473" y="123122"/>
                </a:lnTo>
                <a:lnTo>
                  <a:pt x="55607" y="123122"/>
                </a:lnTo>
                <a:lnTo>
                  <a:pt x="57408" y="123122"/>
                </a:lnTo>
                <a:lnTo>
                  <a:pt x="58376" y="123122"/>
                </a:lnTo>
                <a:lnTo>
                  <a:pt x="58542" y="123122"/>
                </a:lnTo>
                <a:lnTo>
                  <a:pt x="59310" y="122355"/>
                </a:lnTo>
                <a:lnTo>
                  <a:pt x="59410" y="122055"/>
                </a:lnTo>
                <a:lnTo>
                  <a:pt x="59410" y="120954"/>
                </a:lnTo>
                <a:lnTo>
                  <a:pt x="60677" y="120954"/>
                </a:lnTo>
                <a:lnTo>
                  <a:pt x="61578" y="120087"/>
                </a:lnTo>
                <a:lnTo>
                  <a:pt x="62445" y="120954"/>
                </a:lnTo>
                <a:lnTo>
                  <a:pt x="63713" y="120954"/>
                </a:lnTo>
                <a:lnTo>
                  <a:pt x="63713" y="122055"/>
                </a:lnTo>
                <a:lnTo>
                  <a:pt x="63813" y="122355"/>
                </a:lnTo>
                <a:lnTo>
                  <a:pt x="64613" y="123122"/>
                </a:lnTo>
                <a:lnTo>
                  <a:pt x="64747" y="123122"/>
                </a:lnTo>
                <a:lnTo>
                  <a:pt x="65714" y="123122"/>
                </a:lnTo>
                <a:lnTo>
                  <a:pt x="67515" y="123122"/>
                </a:lnTo>
                <a:lnTo>
                  <a:pt x="68650" y="123122"/>
                </a:lnTo>
                <a:lnTo>
                  <a:pt x="76388" y="123122"/>
                </a:lnTo>
                <a:lnTo>
                  <a:pt x="76555" y="123122"/>
                </a:lnTo>
                <a:lnTo>
                  <a:pt x="77356" y="123122"/>
                </a:lnTo>
                <a:lnTo>
                  <a:pt x="77523" y="123122"/>
                </a:lnTo>
                <a:lnTo>
                  <a:pt x="85261" y="123122"/>
                </a:lnTo>
                <a:lnTo>
                  <a:pt x="86362" y="123122"/>
                </a:lnTo>
                <a:lnTo>
                  <a:pt x="88197" y="123122"/>
                </a:lnTo>
                <a:lnTo>
                  <a:pt x="89131" y="123122"/>
                </a:lnTo>
                <a:lnTo>
                  <a:pt x="89298" y="123122"/>
                </a:lnTo>
                <a:lnTo>
                  <a:pt x="90065" y="122355"/>
                </a:lnTo>
                <a:lnTo>
                  <a:pt x="90198" y="122055"/>
                </a:lnTo>
                <a:lnTo>
                  <a:pt x="90198" y="120954"/>
                </a:lnTo>
                <a:lnTo>
                  <a:pt x="91466" y="120954"/>
                </a:lnTo>
                <a:lnTo>
                  <a:pt x="92333" y="120087"/>
                </a:lnTo>
                <a:lnTo>
                  <a:pt x="93234" y="120954"/>
                </a:lnTo>
                <a:lnTo>
                  <a:pt x="94501" y="120954"/>
                </a:lnTo>
                <a:lnTo>
                  <a:pt x="94501" y="122055"/>
                </a:lnTo>
                <a:lnTo>
                  <a:pt x="94601" y="122355"/>
                </a:lnTo>
                <a:lnTo>
                  <a:pt x="95369" y="123122"/>
                </a:lnTo>
                <a:lnTo>
                  <a:pt x="95535" y="123122"/>
                </a:lnTo>
                <a:lnTo>
                  <a:pt x="96503" y="123122"/>
                </a:lnTo>
                <a:lnTo>
                  <a:pt x="98304" y="123122"/>
                </a:lnTo>
                <a:lnTo>
                  <a:pt x="99438" y="123122"/>
                </a:lnTo>
                <a:lnTo>
                  <a:pt x="107177" y="123122"/>
                </a:lnTo>
                <a:lnTo>
                  <a:pt x="107344" y="123122"/>
                </a:lnTo>
                <a:lnTo>
                  <a:pt x="108111" y="123122"/>
                </a:lnTo>
                <a:lnTo>
                  <a:pt x="108278" y="123122"/>
                </a:lnTo>
                <a:lnTo>
                  <a:pt x="116050" y="123122"/>
                </a:lnTo>
                <a:lnTo>
                  <a:pt x="117151" y="123122"/>
                </a:lnTo>
                <a:lnTo>
                  <a:pt x="118985" y="123122"/>
                </a:lnTo>
                <a:lnTo>
                  <a:pt x="119919" y="123122"/>
                </a:lnTo>
                <a:lnTo>
                  <a:pt x="120086" y="123122"/>
                </a:lnTo>
                <a:lnTo>
                  <a:pt x="120853" y="122355"/>
                </a:lnTo>
                <a:lnTo>
                  <a:pt x="120987" y="122055"/>
                </a:lnTo>
                <a:lnTo>
                  <a:pt x="120987" y="120954"/>
                </a:lnTo>
                <a:lnTo>
                  <a:pt x="122221" y="120954"/>
                </a:lnTo>
                <a:lnTo>
                  <a:pt x="123122" y="120087"/>
                </a:lnTo>
                <a:lnTo>
                  <a:pt x="124022" y="120954"/>
                </a:lnTo>
                <a:lnTo>
                  <a:pt x="125257" y="120954"/>
                </a:lnTo>
                <a:lnTo>
                  <a:pt x="125257" y="122055"/>
                </a:lnTo>
                <a:lnTo>
                  <a:pt x="125390" y="122355"/>
                </a:lnTo>
                <a:lnTo>
                  <a:pt x="126157" y="123122"/>
                </a:lnTo>
                <a:lnTo>
                  <a:pt x="126324" y="123122"/>
                </a:lnTo>
                <a:lnTo>
                  <a:pt x="127291" y="123122"/>
                </a:lnTo>
                <a:lnTo>
                  <a:pt x="129093" y="123122"/>
                </a:lnTo>
                <a:lnTo>
                  <a:pt x="130193" y="123122"/>
                </a:lnTo>
                <a:lnTo>
                  <a:pt x="137966" y="123122"/>
                </a:lnTo>
                <a:lnTo>
                  <a:pt x="138132" y="123122"/>
                </a:lnTo>
                <a:lnTo>
                  <a:pt x="138900" y="123122"/>
                </a:lnTo>
                <a:lnTo>
                  <a:pt x="139066" y="123122"/>
                </a:lnTo>
                <a:lnTo>
                  <a:pt x="146839" y="123122"/>
                </a:lnTo>
                <a:lnTo>
                  <a:pt x="147939" y="123122"/>
                </a:lnTo>
                <a:lnTo>
                  <a:pt x="149741" y="123122"/>
                </a:lnTo>
                <a:lnTo>
                  <a:pt x="150708" y="123122"/>
                </a:lnTo>
                <a:lnTo>
                  <a:pt x="150875" y="123122"/>
                </a:lnTo>
                <a:lnTo>
                  <a:pt x="151642" y="122355"/>
                </a:lnTo>
                <a:lnTo>
                  <a:pt x="151776" y="122055"/>
                </a:lnTo>
                <a:lnTo>
                  <a:pt x="151776" y="120954"/>
                </a:lnTo>
                <a:lnTo>
                  <a:pt x="153010" y="120954"/>
                </a:lnTo>
                <a:lnTo>
                  <a:pt x="153910" y="120087"/>
                </a:lnTo>
                <a:lnTo>
                  <a:pt x="154778" y="120954"/>
                </a:lnTo>
                <a:lnTo>
                  <a:pt x="156112" y="120954"/>
                </a:lnTo>
                <a:lnTo>
                  <a:pt x="156112" y="122055"/>
                </a:lnTo>
                <a:lnTo>
                  <a:pt x="156212" y="122355"/>
                </a:lnTo>
                <a:lnTo>
                  <a:pt x="156979" y="123122"/>
                </a:lnTo>
                <a:lnTo>
                  <a:pt x="157146" y="123122"/>
                </a:lnTo>
                <a:lnTo>
                  <a:pt x="158113" y="123122"/>
                </a:lnTo>
                <a:lnTo>
                  <a:pt x="159915" y="123122"/>
                </a:lnTo>
                <a:lnTo>
                  <a:pt x="161049" y="123122"/>
                </a:lnTo>
                <a:lnTo>
                  <a:pt x="168788" y="123122"/>
                </a:lnTo>
                <a:lnTo>
                  <a:pt x="168954" y="123122"/>
                </a:lnTo>
                <a:lnTo>
                  <a:pt x="169722" y="123122"/>
                </a:lnTo>
                <a:lnTo>
                  <a:pt x="169888" y="123122"/>
                </a:lnTo>
                <a:lnTo>
                  <a:pt x="177661" y="123122"/>
                </a:lnTo>
                <a:lnTo>
                  <a:pt x="178761" y="123122"/>
                </a:lnTo>
                <a:lnTo>
                  <a:pt x="180596" y="123122"/>
                </a:lnTo>
                <a:lnTo>
                  <a:pt x="181530" y="123122"/>
                </a:lnTo>
                <a:lnTo>
                  <a:pt x="181697" y="123122"/>
                </a:lnTo>
                <a:lnTo>
                  <a:pt x="182464" y="122355"/>
                </a:lnTo>
                <a:lnTo>
                  <a:pt x="182598" y="122055"/>
                </a:lnTo>
                <a:lnTo>
                  <a:pt x="182598" y="120954"/>
                </a:lnTo>
                <a:lnTo>
                  <a:pt x="183832" y="120954"/>
                </a:lnTo>
                <a:lnTo>
                  <a:pt x="184732" y="120087"/>
                </a:lnTo>
                <a:lnTo>
                  <a:pt x="185633" y="120954"/>
                </a:lnTo>
                <a:lnTo>
                  <a:pt x="186867" y="120954"/>
                </a:lnTo>
                <a:lnTo>
                  <a:pt x="186867" y="122055"/>
                </a:lnTo>
                <a:lnTo>
                  <a:pt x="187001" y="122355"/>
                </a:lnTo>
                <a:lnTo>
                  <a:pt x="187768" y="123122"/>
                </a:lnTo>
                <a:lnTo>
                  <a:pt x="187935" y="123122"/>
                </a:lnTo>
                <a:lnTo>
                  <a:pt x="188869" y="123122"/>
                </a:lnTo>
                <a:lnTo>
                  <a:pt x="190703" y="123122"/>
                </a:lnTo>
                <a:lnTo>
                  <a:pt x="191804" y="123122"/>
                </a:lnTo>
                <a:lnTo>
                  <a:pt x="199576" y="123122"/>
                </a:lnTo>
                <a:lnTo>
                  <a:pt x="199743" y="123122"/>
                </a:lnTo>
                <a:lnTo>
                  <a:pt x="200510" y="123122"/>
                </a:lnTo>
                <a:lnTo>
                  <a:pt x="200677" y="123122"/>
                </a:lnTo>
                <a:lnTo>
                  <a:pt x="208449" y="123122"/>
                </a:lnTo>
                <a:lnTo>
                  <a:pt x="209550" y="123122"/>
                </a:lnTo>
                <a:lnTo>
                  <a:pt x="211351" y="123122"/>
                </a:lnTo>
                <a:lnTo>
                  <a:pt x="212319" y="123122"/>
                </a:lnTo>
                <a:lnTo>
                  <a:pt x="212486" y="123122"/>
                </a:lnTo>
                <a:lnTo>
                  <a:pt x="213253" y="122355"/>
                </a:lnTo>
                <a:lnTo>
                  <a:pt x="213386" y="122055"/>
                </a:lnTo>
                <a:lnTo>
                  <a:pt x="213386" y="120954"/>
                </a:lnTo>
                <a:lnTo>
                  <a:pt x="214620" y="120954"/>
                </a:lnTo>
                <a:lnTo>
                  <a:pt x="215521" y="120087"/>
                </a:lnTo>
                <a:lnTo>
                  <a:pt x="216388" y="120954"/>
                </a:lnTo>
                <a:lnTo>
                  <a:pt x="217656" y="120954"/>
                </a:lnTo>
                <a:lnTo>
                  <a:pt x="217656" y="122055"/>
                </a:lnTo>
                <a:lnTo>
                  <a:pt x="217789" y="122355"/>
                </a:lnTo>
                <a:lnTo>
                  <a:pt x="218557" y="123122"/>
                </a:lnTo>
                <a:lnTo>
                  <a:pt x="218723" y="123122"/>
                </a:lnTo>
                <a:lnTo>
                  <a:pt x="219657" y="123122"/>
                </a:lnTo>
                <a:lnTo>
                  <a:pt x="221492" y="123122"/>
                </a:lnTo>
                <a:lnTo>
                  <a:pt x="222593" y="123122"/>
                </a:lnTo>
                <a:lnTo>
                  <a:pt x="222593" y="123122"/>
                </a:lnTo>
                <a:lnTo>
                  <a:pt x="230365" y="123122"/>
                </a:lnTo>
                <a:lnTo>
                  <a:pt x="230498" y="123122"/>
                </a:lnTo>
                <a:lnTo>
                  <a:pt x="231299" y="123122"/>
                </a:lnTo>
                <a:lnTo>
                  <a:pt x="231466" y="123122"/>
                </a:lnTo>
                <a:lnTo>
                  <a:pt x="239205" y="123122"/>
                </a:lnTo>
                <a:lnTo>
                  <a:pt x="240339" y="123122"/>
                </a:lnTo>
                <a:lnTo>
                  <a:pt x="242140" y="123122"/>
                </a:lnTo>
                <a:lnTo>
                  <a:pt x="243107" y="123122"/>
                </a:lnTo>
                <a:lnTo>
                  <a:pt x="243274" y="123122"/>
                </a:lnTo>
                <a:lnTo>
                  <a:pt x="244041" y="122355"/>
                </a:lnTo>
                <a:lnTo>
                  <a:pt x="244142" y="122055"/>
                </a:lnTo>
                <a:lnTo>
                  <a:pt x="244142" y="120954"/>
                </a:lnTo>
                <a:lnTo>
                  <a:pt x="245409" y="120954"/>
                </a:lnTo>
                <a:lnTo>
                  <a:pt x="246310" y="120087"/>
                </a:lnTo>
                <a:lnTo>
                  <a:pt x="246310" y="119920"/>
                </a:lnTo>
                <a:lnTo>
                  <a:pt x="246310" y="118953"/>
                </a:lnTo>
                <a:lnTo>
                  <a:pt x="246310" y="117151"/>
                </a:lnTo>
                <a:lnTo>
                  <a:pt x="246310" y="116017"/>
                </a:lnTo>
                <a:lnTo>
                  <a:pt x="246310" y="108278"/>
                </a:lnTo>
                <a:lnTo>
                  <a:pt x="246310" y="108112"/>
                </a:lnTo>
                <a:lnTo>
                  <a:pt x="246310" y="107311"/>
                </a:lnTo>
                <a:lnTo>
                  <a:pt x="246310" y="107178"/>
                </a:lnTo>
                <a:lnTo>
                  <a:pt x="246310" y="99405"/>
                </a:lnTo>
                <a:lnTo>
                  <a:pt x="246310" y="98305"/>
                </a:lnTo>
                <a:lnTo>
                  <a:pt x="246310" y="96470"/>
                </a:lnTo>
                <a:lnTo>
                  <a:pt x="246310" y="95536"/>
                </a:lnTo>
                <a:lnTo>
                  <a:pt x="246310" y="95369"/>
                </a:lnTo>
                <a:lnTo>
                  <a:pt x="245409" y="94469"/>
                </a:lnTo>
                <a:lnTo>
                  <a:pt x="244142" y="94469"/>
                </a:lnTo>
                <a:lnTo>
                  <a:pt x="244142" y="93368"/>
                </a:lnTo>
                <a:lnTo>
                  <a:pt x="244041" y="93101"/>
                </a:lnTo>
                <a:lnTo>
                  <a:pt x="243274" y="92334"/>
                </a:lnTo>
                <a:lnTo>
                  <a:pt x="244041" y="91566"/>
                </a:lnTo>
                <a:lnTo>
                  <a:pt x="244142" y="91266"/>
                </a:lnTo>
                <a:lnTo>
                  <a:pt x="244142" y="90199"/>
                </a:lnTo>
                <a:lnTo>
                  <a:pt x="245409" y="90199"/>
                </a:lnTo>
                <a:lnTo>
                  <a:pt x="246310" y="89298"/>
                </a:lnTo>
                <a:lnTo>
                  <a:pt x="246310" y="89131"/>
                </a:lnTo>
                <a:lnTo>
                  <a:pt x="246310" y="88197"/>
                </a:lnTo>
                <a:lnTo>
                  <a:pt x="246310" y="86363"/>
                </a:lnTo>
                <a:lnTo>
                  <a:pt x="246310" y="85262"/>
                </a:lnTo>
                <a:lnTo>
                  <a:pt x="246310" y="77490"/>
                </a:lnTo>
                <a:lnTo>
                  <a:pt x="246310" y="77323"/>
                </a:lnTo>
                <a:lnTo>
                  <a:pt x="246310" y="76556"/>
                </a:lnTo>
                <a:lnTo>
                  <a:pt x="246310" y="76389"/>
                </a:lnTo>
                <a:lnTo>
                  <a:pt x="246310" y="68617"/>
                </a:lnTo>
                <a:lnTo>
                  <a:pt x="246310" y="67516"/>
                </a:lnTo>
                <a:lnTo>
                  <a:pt x="246310" y="65715"/>
                </a:lnTo>
                <a:lnTo>
                  <a:pt x="246310" y="64747"/>
                </a:lnTo>
                <a:lnTo>
                  <a:pt x="246310" y="64580"/>
                </a:lnTo>
                <a:lnTo>
                  <a:pt x="245409" y="63713"/>
                </a:lnTo>
                <a:lnTo>
                  <a:pt x="244142" y="63713"/>
                </a:lnTo>
                <a:lnTo>
                  <a:pt x="244142" y="62612"/>
                </a:lnTo>
                <a:lnTo>
                  <a:pt x="244041" y="62312"/>
                </a:lnTo>
                <a:lnTo>
                  <a:pt x="243274" y="61545"/>
                </a:lnTo>
                <a:lnTo>
                  <a:pt x="244041" y="60778"/>
                </a:lnTo>
                <a:lnTo>
                  <a:pt x="244142" y="60511"/>
                </a:lnTo>
                <a:lnTo>
                  <a:pt x="244142" y="59410"/>
                </a:lnTo>
                <a:lnTo>
                  <a:pt x="245409" y="59410"/>
                </a:lnTo>
                <a:lnTo>
                  <a:pt x="246310" y="58509"/>
                </a:lnTo>
                <a:lnTo>
                  <a:pt x="246310" y="58376"/>
                </a:lnTo>
                <a:lnTo>
                  <a:pt x="246310" y="57409"/>
                </a:lnTo>
                <a:lnTo>
                  <a:pt x="246310" y="55607"/>
                </a:lnTo>
                <a:lnTo>
                  <a:pt x="246310" y="54473"/>
                </a:lnTo>
                <a:lnTo>
                  <a:pt x="246310" y="46734"/>
                </a:lnTo>
                <a:lnTo>
                  <a:pt x="246310" y="46568"/>
                </a:lnTo>
                <a:lnTo>
                  <a:pt x="246310" y="45800"/>
                </a:lnTo>
                <a:lnTo>
                  <a:pt x="246310" y="45634"/>
                </a:lnTo>
                <a:lnTo>
                  <a:pt x="246310" y="37861"/>
                </a:lnTo>
                <a:lnTo>
                  <a:pt x="246310" y="36761"/>
                </a:lnTo>
                <a:lnTo>
                  <a:pt x="246310" y="34926"/>
                </a:lnTo>
                <a:lnTo>
                  <a:pt x="246310" y="33992"/>
                </a:lnTo>
                <a:lnTo>
                  <a:pt x="246310" y="33825"/>
                </a:lnTo>
                <a:lnTo>
                  <a:pt x="245409" y="32924"/>
                </a:lnTo>
                <a:lnTo>
                  <a:pt x="244142" y="32924"/>
                </a:lnTo>
                <a:lnTo>
                  <a:pt x="244142" y="31824"/>
                </a:lnTo>
                <a:lnTo>
                  <a:pt x="244041" y="31557"/>
                </a:lnTo>
                <a:lnTo>
                  <a:pt x="243274" y="30790"/>
                </a:lnTo>
                <a:lnTo>
                  <a:pt x="244041" y="30022"/>
                </a:lnTo>
                <a:lnTo>
                  <a:pt x="244142" y="29722"/>
                </a:lnTo>
                <a:lnTo>
                  <a:pt x="244142" y="28655"/>
                </a:lnTo>
                <a:lnTo>
                  <a:pt x="245409" y="28655"/>
                </a:lnTo>
                <a:lnTo>
                  <a:pt x="246310" y="27754"/>
                </a:lnTo>
                <a:lnTo>
                  <a:pt x="246310" y="27587"/>
                </a:lnTo>
                <a:lnTo>
                  <a:pt x="246310" y="26620"/>
                </a:lnTo>
                <a:lnTo>
                  <a:pt x="246310" y="24819"/>
                </a:lnTo>
                <a:lnTo>
                  <a:pt x="246310" y="23718"/>
                </a:lnTo>
                <a:lnTo>
                  <a:pt x="246310" y="15946"/>
                </a:lnTo>
                <a:lnTo>
                  <a:pt x="246310" y="15779"/>
                </a:lnTo>
                <a:lnTo>
                  <a:pt x="246310" y="15012"/>
                </a:lnTo>
                <a:lnTo>
                  <a:pt x="246310" y="14845"/>
                </a:lnTo>
                <a:lnTo>
                  <a:pt x="246310" y="7073"/>
                </a:lnTo>
                <a:lnTo>
                  <a:pt x="246310" y="5972"/>
                </a:lnTo>
                <a:lnTo>
                  <a:pt x="246310" y="4137"/>
                </a:lnTo>
                <a:lnTo>
                  <a:pt x="246310" y="3203"/>
                </a:lnTo>
                <a:lnTo>
                  <a:pt x="246310" y="3036"/>
                </a:lnTo>
                <a:close/>
                <a:moveTo>
                  <a:pt x="242574" y="401"/>
                </a:moveTo>
                <a:lnTo>
                  <a:pt x="243374" y="1202"/>
                </a:lnTo>
                <a:lnTo>
                  <a:pt x="243374" y="2503"/>
                </a:lnTo>
                <a:lnTo>
                  <a:pt x="242107" y="3804"/>
                </a:lnTo>
                <a:lnTo>
                  <a:pt x="242107" y="1735"/>
                </a:lnTo>
                <a:lnTo>
                  <a:pt x="240739" y="401"/>
                </a:lnTo>
                <a:lnTo>
                  <a:pt x="242574" y="401"/>
                </a:lnTo>
                <a:close/>
                <a:moveTo>
                  <a:pt x="239338" y="6439"/>
                </a:moveTo>
                <a:lnTo>
                  <a:pt x="234635" y="6439"/>
                </a:lnTo>
                <a:lnTo>
                  <a:pt x="231332" y="3103"/>
                </a:lnTo>
                <a:lnTo>
                  <a:pt x="231332" y="935"/>
                </a:lnTo>
                <a:lnTo>
                  <a:pt x="235269" y="4904"/>
                </a:lnTo>
                <a:lnTo>
                  <a:pt x="240873" y="4904"/>
                </a:lnTo>
                <a:close/>
                <a:moveTo>
                  <a:pt x="239338" y="37228"/>
                </a:moveTo>
                <a:lnTo>
                  <a:pt x="234635" y="37228"/>
                </a:lnTo>
                <a:lnTo>
                  <a:pt x="231332" y="33892"/>
                </a:lnTo>
                <a:lnTo>
                  <a:pt x="231332" y="31757"/>
                </a:lnTo>
                <a:lnTo>
                  <a:pt x="235269" y="35693"/>
                </a:lnTo>
                <a:lnTo>
                  <a:pt x="240873" y="35693"/>
                </a:lnTo>
                <a:close/>
                <a:moveTo>
                  <a:pt x="239205" y="42932"/>
                </a:moveTo>
                <a:lnTo>
                  <a:pt x="242073" y="45800"/>
                </a:lnTo>
                <a:lnTo>
                  <a:pt x="239705" y="45800"/>
                </a:lnTo>
                <a:lnTo>
                  <a:pt x="237437" y="43499"/>
                </a:lnTo>
                <a:lnTo>
                  <a:pt x="237437" y="40230"/>
                </a:lnTo>
                <a:lnTo>
                  <a:pt x="239105" y="38562"/>
                </a:lnTo>
                <a:lnTo>
                  <a:pt x="239105" y="42631"/>
                </a:lnTo>
                <a:close/>
                <a:moveTo>
                  <a:pt x="239338" y="68016"/>
                </a:moveTo>
                <a:lnTo>
                  <a:pt x="234635" y="68016"/>
                </a:lnTo>
                <a:lnTo>
                  <a:pt x="231332" y="64714"/>
                </a:lnTo>
                <a:lnTo>
                  <a:pt x="231332" y="62546"/>
                </a:lnTo>
                <a:lnTo>
                  <a:pt x="235269" y="66482"/>
                </a:lnTo>
                <a:lnTo>
                  <a:pt x="240873" y="66482"/>
                </a:lnTo>
                <a:close/>
                <a:moveTo>
                  <a:pt x="239338" y="98805"/>
                </a:moveTo>
                <a:lnTo>
                  <a:pt x="234635" y="98805"/>
                </a:lnTo>
                <a:lnTo>
                  <a:pt x="231332" y="95503"/>
                </a:lnTo>
                <a:lnTo>
                  <a:pt x="231332" y="93334"/>
                </a:lnTo>
                <a:lnTo>
                  <a:pt x="235269" y="97271"/>
                </a:lnTo>
                <a:lnTo>
                  <a:pt x="240873" y="97271"/>
                </a:lnTo>
                <a:close/>
                <a:moveTo>
                  <a:pt x="239205" y="104509"/>
                </a:moveTo>
                <a:lnTo>
                  <a:pt x="242073" y="107378"/>
                </a:lnTo>
                <a:lnTo>
                  <a:pt x="239705" y="107378"/>
                </a:lnTo>
                <a:lnTo>
                  <a:pt x="237437" y="105076"/>
                </a:lnTo>
                <a:lnTo>
                  <a:pt x="237437" y="101840"/>
                </a:lnTo>
                <a:lnTo>
                  <a:pt x="239105" y="100139"/>
                </a:lnTo>
                <a:lnTo>
                  <a:pt x="239105" y="104209"/>
                </a:lnTo>
                <a:close/>
                <a:moveTo>
                  <a:pt x="239105" y="115384"/>
                </a:moveTo>
                <a:lnTo>
                  <a:pt x="237437" y="113716"/>
                </a:lnTo>
                <a:lnTo>
                  <a:pt x="237437" y="110447"/>
                </a:lnTo>
                <a:lnTo>
                  <a:pt x="239705" y="108145"/>
                </a:lnTo>
                <a:lnTo>
                  <a:pt x="242073" y="108145"/>
                </a:lnTo>
                <a:lnTo>
                  <a:pt x="239105" y="111147"/>
                </a:lnTo>
                <a:lnTo>
                  <a:pt x="239105" y="115384"/>
                </a:lnTo>
                <a:close/>
                <a:moveTo>
                  <a:pt x="220425" y="117685"/>
                </a:moveTo>
                <a:lnTo>
                  <a:pt x="220425" y="112114"/>
                </a:lnTo>
                <a:lnTo>
                  <a:pt x="216488" y="108178"/>
                </a:lnTo>
                <a:lnTo>
                  <a:pt x="218657" y="108178"/>
                </a:lnTo>
                <a:lnTo>
                  <a:pt x="221959" y="111481"/>
                </a:lnTo>
                <a:lnTo>
                  <a:pt x="221959" y="116151"/>
                </a:lnTo>
                <a:close/>
                <a:moveTo>
                  <a:pt x="210618" y="117685"/>
                </a:moveTo>
                <a:lnTo>
                  <a:pt x="209083" y="116184"/>
                </a:lnTo>
                <a:lnTo>
                  <a:pt x="209083" y="111481"/>
                </a:lnTo>
                <a:lnTo>
                  <a:pt x="212419" y="108178"/>
                </a:lnTo>
                <a:lnTo>
                  <a:pt x="214587" y="108178"/>
                </a:lnTo>
                <a:lnTo>
                  <a:pt x="210618" y="112114"/>
                </a:lnTo>
                <a:lnTo>
                  <a:pt x="210618" y="117685"/>
                </a:lnTo>
                <a:close/>
                <a:moveTo>
                  <a:pt x="189636" y="117685"/>
                </a:moveTo>
                <a:lnTo>
                  <a:pt x="189636" y="112114"/>
                </a:lnTo>
                <a:lnTo>
                  <a:pt x="185700" y="108178"/>
                </a:lnTo>
                <a:lnTo>
                  <a:pt x="187868" y="108178"/>
                </a:lnTo>
                <a:lnTo>
                  <a:pt x="191170" y="111481"/>
                </a:lnTo>
                <a:lnTo>
                  <a:pt x="191170" y="116151"/>
                </a:lnTo>
                <a:close/>
                <a:moveTo>
                  <a:pt x="179829" y="117685"/>
                </a:moveTo>
                <a:lnTo>
                  <a:pt x="178294" y="116184"/>
                </a:lnTo>
                <a:lnTo>
                  <a:pt x="178294" y="111481"/>
                </a:lnTo>
                <a:lnTo>
                  <a:pt x="181630" y="108178"/>
                </a:lnTo>
                <a:lnTo>
                  <a:pt x="183798" y="108178"/>
                </a:lnTo>
                <a:lnTo>
                  <a:pt x="179829" y="112114"/>
                </a:lnTo>
                <a:lnTo>
                  <a:pt x="179829" y="117685"/>
                </a:lnTo>
                <a:close/>
                <a:moveTo>
                  <a:pt x="158847" y="117685"/>
                </a:moveTo>
                <a:lnTo>
                  <a:pt x="158847" y="112114"/>
                </a:lnTo>
                <a:lnTo>
                  <a:pt x="154911" y="108178"/>
                </a:lnTo>
                <a:lnTo>
                  <a:pt x="157079" y="108178"/>
                </a:lnTo>
                <a:lnTo>
                  <a:pt x="160382" y="111481"/>
                </a:lnTo>
                <a:lnTo>
                  <a:pt x="160382" y="116151"/>
                </a:lnTo>
                <a:close/>
                <a:moveTo>
                  <a:pt x="149040" y="117685"/>
                </a:moveTo>
                <a:lnTo>
                  <a:pt x="147506" y="116184"/>
                </a:lnTo>
                <a:lnTo>
                  <a:pt x="147506" y="111481"/>
                </a:lnTo>
                <a:lnTo>
                  <a:pt x="150842" y="108178"/>
                </a:lnTo>
                <a:lnTo>
                  <a:pt x="152976" y="108178"/>
                </a:lnTo>
                <a:lnTo>
                  <a:pt x="149040" y="112114"/>
                </a:lnTo>
                <a:lnTo>
                  <a:pt x="149040" y="117685"/>
                </a:lnTo>
                <a:close/>
                <a:moveTo>
                  <a:pt x="128059" y="117685"/>
                </a:moveTo>
                <a:lnTo>
                  <a:pt x="128059" y="112114"/>
                </a:lnTo>
                <a:lnTo>
                  <a:pt x="124122" y="108178"/>
                </a:lnTo>
                <a:lnTo>
                  <a:pt x="126291" y="108178"/>
                </a:lnTo>
                <a:lnTo>
                  <a:pt x="129593" y="111481"/>
                </a:lnTo>
                <a:lnTo>
                  <a:pt x="129593" y="116151"/>
                </a:lnTo>
                <a:close/>
                <a:moveTo>
                  <a:pt x="118252" y="117685"/>
                </a:moveTo>
                <a:lnTo>
                  <a:pt x="116717" y="116184"/>
                </a:lnTo>
                <a:lnTo>
                  <a:pt x="116717" y="111481"/>
                </a:lnTo>
                <a:lnTo>
                  <a:pt x="120053" y="108178"/>
                </a:lnTo>
                <a:lnTo>
                  <a:pt x="122188" y="108178"/>
                </a:lnTo>
                <a:lnTo>
                  <a:pt x="118252" y="112114"/>
                </a:lnTo>
                <a:close/>
                <a:moveTo>
                  <a:pt x="97270" y="117685"/>
                </a:moveTo>
                <a:lnTo>
                  <a:pt x="97270" y="112114"/>
                </a:lnTo>
                <a:lnTo>
                  <a:pt x="93334" y="108178"/>
                </a:lnTo>
                <a:lnTo>
                  <a:pt x="95469" y="108178"/>
                </a:lnTo>
                <a:lnTo>
                  <a:pt x="98804" y="111481"/>
                </a:lnTo>
                <a:lnTo>
                  <a:pt x="98804" y="116151"/>
                </a:lnTo>
                <a:close/>
                <a:moveTo>
                  <a:pt x="87463" y="117685"/>
                </a:moveTo>
                <a:lnTo>
                  <a:pt x="85929" y="116184"/>
                </a:lnTo>
                <a:lnTo>
                  <a:pt x="85929" y="111481"/>
                </a:lnTo>
                <a:lnTo>
                  <a:pt x="89231" y="108178"/>
                </a:lnTo>
                <a:lnTo>
                  <a:pt x="91399" y="108178"/>
                </a:lnTo>
                <a:lnTo>
                  <a:pt x="87463" y="112114"/>
                </a:lnTo>
                <a:close/>
                <a:moveTo>
                  <a:pt x="66481" y="117685"/>
                </a:moveTo>
                <a:lnTo>
                  <a:pt x="66481" y="112114"/>
                </a:lnTo>
                <a:lnTo>
                  <a:pt x="62545" y="108178"/>
                </a:lnTo>
                <a:lnTo>
                  <a:pt x="64680" y="108178"/>
                </a:lnTo>
                <a:lnTo>
                  <a:pt x="68016" y="111481"/>
                </a:lnTo>
                <a:lnTo>
                  <a:pt x="68016" y="116151"/>
                </a:lnTo>
                <a:close/>
                <a:moveTo>
                  <a:pt x="56674" y="117685"/>
                </a:moveTo>
                <a:lnTo>
                  <a:pt x="55140" y="116184"/>
                </a:lnTo>
                <a:lnTo>
                  <a:pt x="55140" y="111481"/>
                </a:lnTo>
                <a:lnTo>
                  <a:pt x="58442" y="108178"/>
                </a:lnTo>
                <a:lnTo>
                  <a:pt x="60610" y="108178"/>
                </a:lnTo>
                <a:lnTo>
                  <a:pt x="56674" y="112114"/>
                </a:lnTo>
                <a:close/>
                <a:moveTo>
                  <a:pt x="35693" y="117685"/>
                </a:moveTo>
                <a:lnTo>
                  <a:pt x="35693" y="112114"/>
                </a:lnTo>
                <a:lnTo>
                  <a:pt x="31723" y="108178"/>
                </a:lnTo>
                <a:lnTo>
                  <a:pt x="33891" y="108178"/>
                </a:lnTo>
                <a:lnTo>
                  <a:pt x="37227" y="111481"/>
                </a:lnTo>
                <a:lnTo>
                  <a:pt x="37227" y="116151"/>
                </a:lnTo>
                <a:close/>
                <a:moveTo>
                  <a:pt x="25886" y="117685"/>
                </a:moveTo>
                <a:lnTo>
                  <a:pt x="24351" y="116184"/>
                </a:lnTo>
                <a:lnTo>
                  <a:pt x="24351" y="111481"/>
                </a:lnTo>
                <a:lnTo>
                  <a:pt x="27654" y="108178"/>
                </a:lnTo>
                <a:lnTo>
                  <a:pt x="29822" y="108178"/>
                </a:lnTo>
                <a:lnTo>
                  <a:pt x="25886" y="112114"/>
                </a:lnTo>
                <a:lnTo>
                  <a:pt x="25886" y="117685"/>
                </a:lnTo>
                <a:close/>
                <a:moveTo>
                  <a:pt x="6972" y="85929"/>
                </a:moveTo>
                <a:lnTo>
                  <a:pt x="11675" y="85929"/>
                </a:lnTo>
                <a:lnTo>
                  <a:pt x="14978" y="89265"/>
                </a:lnTo>
                <a:lnTo>
                  <a:pt x="14978" y="91400"/>
                </a:lnTo>
                <a:lnTo>
                  <a:pt x="11042" y="87464"/>
                </a:lnTo>
                <a:lnTo>
                  <a:pt x="5438" y="87464"/>
                </a:lnTo>
                <a:close/>
                <a:moveTo>
                  <a:pt x="7106" y="80258"/>
                </a:moveTo>
                <a:lnTo>
                  <a:pt x="4237" y="77356"/>
                </a:lnTo>
                <a:lnTo>
                  <a:pt x="6605" y="77356"/>
                </a:lnTo>
                <a:lnTo>
                  <a:pt x="8873" y="79658"/>
                </a:lnTo>
                <a:lnTo>
                  <a:pt x="8873" y="82927"/>
                </a:lnTo>
                <a:lnTo>
                  <a:pt x="7206" y="84595"/>
                </a:lnTo>
                <a:lnTo>
                  <a:pt x="7206" y="80525"/>
                </a:lnTo>
                <a:close/>
                <a:moveTo>
                  <a:pt x="6972" y="55140"/>
                </a:moveTo>
                <a:lnTo>
                  <a:pt x="11675" y="55140"/>
                </a:lnTo>
                <a:lnTo>
                  <a:pt x="14978" y="58443"/>
                </a:lnTo>
                <a:lnTo>
                  <a:pt x="14978" y="60611"/>
                </a:lnTo>
                <a:lnTo>
                  <a:pt x="11042" y="56675"/>
                </a:lnTo>
                <a:lnTo>
                  <a:pt x="5438" y="56675"/>
                </a:lnTo>
                <a:close/>
                <a:moveTo>
                  <a:pt x="6972" y="24352"/>
                </a:moveTo>
                <a:lnTo>
                  <a:pt x="11675" y="24352"/>
                </a:lnTo>
                <a:lnTo>
                  <a:pt x="14978" y="27654"/>
                </a:lnTo>
                <a:lnTo>
                  <a:pt x="14978" y="29822"/>
                </a:lnTo>
                <a:lnTo>
                  <a:pt x="11042" y="25886"/>
                </a:lnTo>
                <a:lnTo>
                  <a:pt x="5438" y="25886"/>
                </a:lnTo>
                <a:close/>
                <a:moveTo>
                  <a:pt x="7106" y="18648"/>
                </a:moveTo>
                <a:lnTo>
                  <a:pt x="4237" y="15779"/>
                </a:lnTo>
                <a:lnTo>
                  <a:pt x="6605" y="15779"/>
                </a:lnTo>
                <a:lnTo>
                  <a:pt x="8873" y="18081"/>
                </a:lnTo>
                <a:lnTo>
                  <a:pt x="8873" y="21316"/>
                </a:lnTo>
                <a:lnTo>
                  <a:pt x="7206" y="23017"/>
                </a:lnTo>
                <a:lnTo>
                  <a:pt x="7206" y="18948"/>
                </a:lnTo>
                <a:close/>
                <a:moveTo>
                  <a:pt x="7206" y="7773"/>
                </a:moveTo>
                <a:lnTo>
                  <a:pt x="8873" y="9441"/>
                </a:lnTo>
                <a:lnTo>
                  <a:pt x="8873" y="12710"/>
                </a:lnTo>
                <a:lnTo>
                  <a:pt x="6605" y="15012"/>
                </a:lnTo>
                <a:lnTo>
                  <a:pt x="4237" y="15012"/>
                </a:lnTo>
                <a:lnTo>
                  <a:pt x="7206" y="12010"/>
                </a:lnTo>
                <a:lnTo>
                  <a:pt x="7206" y="7773"/>
                </a:lnTo>
                <a:close/>
                <a:moveTo>
                  <a:pt x="25886" y="5471"/>
                </a:moveTo>
                <a:lnTo>
                  <a:pt x="25886" y="11042"/>
                </a:lnTo>
                <a:lnTo>
                  <a:pt x="29822" y="15012"/>
                </a:lnTo>
                <a:lnTo>
                  <a:pt x="27654" y="15012"/>
                </a:lnTo>
                <a:lnTo>
                  <a:pt x="24351" y="11676"/>
                </a:lnTo>
                <a:lnTo>
                  <a:pt x="24351" y="6973"/>
                </a:lnTo>
                <a:close/>
                <a:moveTo>
                  <a:pt x="35693" y="5471"/>
                </a:moveTo>
                <a:lnTo>
                  <a:pt x="37227" y="6973"/>
                </a:lnTo>
                <a:lnTo>
                  <a:pt x="37227" y="11676"/>
                </a:lnTo>
                <a:lnTo>
                  <a:pt x="33891" y="15012"/>
                </a:lnTo>
                <a:lnTo>
                  <a:pt x="31723" y="15012"/>
                </a:lnTo>
                <a:lnTo>
                  <a:pt x="35693" y="11042"/>
                </a:lnTo>
                <a:lnTo>
                  <a:pt x="35693" y="5471"/>
                </a:lnTo>
                <a:close/>
                <a:moveTo>
                  <a:pt x="56674" y="5471"/>
                </a:moveTo>
                <a:lnTo>
                  <a:pt x="56674" y="11042"/>
                </a:lnTo>
                <a:lnTo>
                  <a:pt x="60610" y="15012"/>
                </a:lnTo>
                <a:lnTo>
                  <a:pt x="58442" y="15012"/>
                </a:lnTo>
                <a:lnTo>
                  <a:pt x="55140" y="11676"/>
                </a:lnTo>
                <a:lnTo>
                  <a:pt x="55140" y="6973"/>
                </a:lnTo>
                <a:close/>
                <a:moveTo>
                  <a:pt x="66481" y="5471"/>
                </a:moveTo>
                <a:lnTo>
                  <a:pt x="68016" y="6973"/>
                </a:lnTo>
                <a:lnTo>
                  <a:pt x="68016" y="11676"/>
                </a:lnTo>
                <a:lnTo>
                  <a:pt x="64680" y="15012"/>
                </a:lnTo>
                <a:lnTo>
                  <a:pt x="62512" y="15012"/>
                </a:lnTo>
                <a:lnTo>
                  <a:pt x="66481" y="11042"/>
                </a:lnTo>
                <a:lnTo>
                  <a:pt x="66481" y="5471"/>
                </a:lnTo>
                <a:close/>
                <a:moveTo>
                  <a:pt x="87463" y="5471"/>
                </a:moveTo>
                <a:lnTo>
                  <a:pt x="87463" y="11042"/>
                </a:lnTo>
                <a:lnTo>
                  <a:pt x="91399" y="15012"/>
                </a:lnTo>
                <a:lnTo>
                  <a:pt x="89231" y="15012"/>
                </a:lnTo>
                <a:lnTo>
                  <a:pt x="85929" y="11676"/>
                </a:lnTo>
                <a:lnTo>
                  <a:pt x="85929" y="6973"/>
                </a:lnTo>
                <a:close/>
                <a:moveTo>
                  <a:pt x="97270" y="5471"/>
                </a:moveTo>
                <a:lnTo>
                  <a:pt x="98804" y="6973"/>
                </a:lnTo>
                <a:lnTo>
                  <a:pt x="98804" y="11676"/>
                </a:lnTo>
                <a:lnTo>
                  <a:pt x="95502" y="15012"/>
                </a:lnTo>
                <a:lnTo>
                  <a:pt x="93334" y="15012"/>
                </a:lnTo>
                <a:lnTo>
                  <a:pt x="97270" y="11042"/>
                </a:lnTo>
                <a:lnTo>
                  <a:pt x="97270" y="5471"/>
                </a:lnTo>
                <a:close/>
                <a:moveTo>
                  <a:pt x="118252" y="5471"/>
                </a:moveTo>
                <a:lnTo>
                  <a:pt x="118252" y="11042"/>
                </a:lnTo>
                <a:lnTo>
                  <a:pt x="122188" y="15012"/>
                </a:lnTo>
                <a:lnTo>
                  <a:pt x="120053" y="15012"/>
                </a:lnTo>
                <a:lnTo>
                  <a:pt x="116717" y="11676"/>
                </a:lnTo>
                <a:lnTo>
                  <a:pt x="116717" y="6973"/>
                </a:lnTo>
                <a:close/>
                <a:moveTo>
                  <a:pt x="128059" y="5471"/>
                </a:moveTo>
                <a:lnTo>
                  <a:pt x="129593" y="6973"/>
                </a:lnTo>
                <a:lnTo>
                  <a:pt x="129593" y="11676"/>
                </a:lnTo>
                <a:lnTo>
                  <a:pt x="126291" y="15012"/>
                </a:lnTo>
                <a:lnTo>
                  <a:pt x="124122" y="15012"/>
                </a:lnTo>
                <a:lnTo>
                  <a:pt x="128059" y="11042"/>
                </a:lnTo>
                <a:lnTo>
                  <a:pt x="128059" y="5471"/>
                </a:lnTo>
                <a:close/>
                <a:moveTo>
                  <a:pt x="149040" y="5471"/>
                </a:moveTo>
                <a:lnTo>
                  <a:pt x="149040" y="11042"/>
                </a:lnTo>
                <a:lnTo>
                  <a:pt x="153010" y="15012"/>
                </a:lnTo>
                <a:lnTo>
                  <a:pt x="150842" y="15012"/>
                </a:lnTo>
                <a:lnTo>
                  <a:pt x="147506" y="11676"/>
                </a:lnTo>
                <a:lnTo>
                  <a:pt x="147506" y="6973"/>
                </a:lnTo>
                <a:close/>
                <a:moveTo>
                  <a:pt x="158847" y="5471"/>
                </a:moveTo>
                <a:lnTo>
                  <a:pt x="160382" y="6973"/>
                </a:lnTo>
                <a:lnTo>
                  <a:pt x="160382" y="11676"/>
                </a:lnTo>
                <a:lnTo>
                  <a:pt x="157079" y="15012"/>
                </a:lnTo>
                <a:lnTo>
                  <a:pt x="154911" y="15012"/>
                </a:lnTo>
                <a:lnTo>
                  <a:pt x="158847" y="11042"/>
                </a:lnTo>
                <a:close/>
                <a:moveTo>
                  <a:pt x="179829" y="5471"/>
                </a:moveTo>
                <a:lnTo>
                  <a:pt x="179829" y="11042"/>
                </a:lnTo>
                <a:lnTo>
                  <a:pt x="183798" y="15012"/>
                </a:lnTo>
                <a:lnTo>
                  <a:pt x="181630" y="15012"/>
                </a:lnTo>
                <a:lnTo>
                  <a:pt x="178294" y="11676"/>
                </a:lnTo>
                <a:lnTo>
                  <a:pt x="178294" y="6973"/>
                </a:lnTo>
                <a:close/>
                <a:moveTo>
                  <a:pt x="189636" y="5471"/>
                </a:moveTo>
                <a:lnTo>
                  <a:pt x="191170" y="6973"/>
                </a:lnTo>
                <a:lnTo>
                  <a:pt x="191170" y="11676"/>
                </a:lnTo>
                <a:lnTo>
                  <a:pt x="187868" y="15012"/>
                </a:lnTo>
                <a:lnTo>
                  <a:pt x="185700" y="15012"/>
                </a:lnTo>
                <a:lnTo>
                  <a:pt x="189636" y="11042"/>
                </a:lnTo>
                <a:lnTo>
                  <a:pt x="189636" y="5471"/>
                </a:lnTo>
                <a:close/>
                <a:moveTo>
                  <a:pt x="210618" y="5471"/>
                </a:moveTo>
                <a:lnTo>
                  <a:pt x="210618" y="11042"/>
                </a:lnTo>
                <a:lnTo>
                  <a:pt x="214587" y="15012"/>
                </a:lnTo>
                <a:lnTo>
                  <a:pt x="212419" y="15012"/>
                </a:lnTo>
                <a:lnTo>
                  <a:pt x="209083" y="11676"/>
                </a:lnTo>
                <a:lnTo>
                  <a:pt x="209083" y="6973"/>
                </a:lnTo>
                <a:close/>
                <a:moveTo>
                  <a:pt x="220425" y="5471"/>
                </a:moveTo>
                <a:lnTo>
                  <a:pt x="221959" y="6973"/>
                </a:lnTo>
                <a:lnTo>
                  <a:pt x="221959" y="11676"/>
                </a:lnTo>
                <a:lnTo>
                  <a:pt x="218657" y="15012"/>
                </a:lnTo>
                <a:lnTo>
                  <a:pt x="216488" y="15012"/>
                </a:lnTo>
                <a:lnTo>
                  <a:pt x="220425" y="11042"/>
                </a:lnTo>
                <a:lnTo>
                  <a:pt x="220425" y="5471"/>
                </a:lnTo>
                <a:close/>
                <a:moveTo>
                  <a:pt x="236636" y="112915"/>
                </a:moveTo>
                <a:lnTo>
                  <a:pt x="235302" y="111581"/>
                </a:lnTo>
                <a:lnTo>
                  <a:pt x="235302" y="109579"/>
                </a:lnTo>
                <a:lnTo>
                  <a:pt x="236736" y="108145"/>
                </a:lnTo>
                <a:lnTo>
                  <a:pt x="238604" y="108145"/>
                </a:lnTo>
                <a:lnTo>
                  <a:pt x="236636" y="110113"/>
                </a:lnTo>
                <a:close/>
                <a:moveTo>
                  <a:pt x="219757" y="107378"/>
                </a:moveTo>
                <a:lnTo>
                  <a:pt x="222760" y="104376"/>
                </a:lnTo>
                <a:lnTo>
                  <a:pt x="222760" y="100139"/>
                </a:lnTo>
                <a:lnTo>
                  <a:pt x="224427" y="101840"/>
                </a:lnTo>
                <a:lnTo>
                  <a:pt x="224427" y="105076"/>
                </a:lnTo>
                <a:lnTo>
                  <a:pt x="222159" y="107378"/>
                </a:lnTo>
                <a:close/>
                <a:moveTo>
                  <a:pt x="216488" y="107378"/>
                </a:moveTo>
                <a:lnTo>
                  <a:pt x="220425" y="103408"/>
                </a:lnTo>
                <a:lnTo>
                  <a:pt x="220425" y="97838"/>
                </a:lnTo>
                <a:lnTo>
                  <a:pt x="221959" y="99372"/>
                </a:lnTo>
                <a:lnTo>
                  <a:pt x="221959" y="104042"/>
                </a:lnTo>
                <a:lnTo>
                  <a:pt x="218657" y="107378"/>
                </a:lnTo>
                <a:lnTo>
                  <a:pt x="216488" y="107378"/>
                </a:lnTo>
                <a:close/>
                <a:moveTo>
                  <a:pt x="212419" y="107378"/>
                </a:moveTo>
                <a:lnTo>
                  <a:pt x="209083" y="104042"/>
                </a:lnTo>
                <a:lnTo>
                  <a:pt x="209083" y="99372"/>
                </a:lnTo>
                <a:lnTo>
                  <a:pt x="210618" y="97838"/>
                </a:lnTo>
                <a:lnTo>
                  <a:pt x="210618" y="103408"/>
                </a:lnTo>
                <a:lnTo>
                  <a:pt x="214587" y="107378"/>
                </a:lnTo>
                <a:lnTo>
                  <a:pt x="212419" y="107378"/>
                </a:lnTo>
                <a:close/>
                <a:moveTo>
                  <a:pt x="208916" y="107378"/>
                </a:moveTo>
                <a:lnTo>
                  <a:pt x="206648" y="105076"/>
                </a:lnTo>
                <a:lnTo>
                  <a:pt x="206648" y="101840"/>
                </a:lnTo>
                <a:lnTo>
                  <a:pt x="208316" y="100139"/>
                </a:lnTo>
                <a:lnTo>
                  <a:pt x="208316" y="104376"/>
                </a:lnTo>
                <a:lnTo>
                  <a:pt x="211285" y="107378"/>
                </a:lnTo>
                <a:lnTo>
                  <a:pt x="208916" y="107378"/>
                </a:lnTo>
                <a:close/>
                <a:moveTo>
                  <a:pt x="205848" y="112915"/>
                </a:moveTo>
                <a:lnTo>
                  <a:pt x="204513" y="111581"/>
                </a:lnTo>
                <a:lnTo>
                  <a:pt x="204513" y="109579"/>
                </a:lnTo>
                <a:lnTo>
                  <a:pt x="205948" y="108145"/>
                </a:lnTo>
                <a:lnTo>
                  <a:pt x="207816" y="108145"/>
                </a:lnTo>
                <a:lnTo>
                  <a:pt x="205848" y="110113"/>
                </a:lnTo>
                <a:close/>
                <a:moveTo>
                  <a:pt x="188969" y="107378"/>
                </a:moveTo>
                <a:lnTo>
                  <a:pt x="191837" y="104509"/>
                </a:lnTo>
                <a:lnTo>
                  <a:pt x="191971" y="104209"/>
                </a:lnTo>
                <a:lnTo>
                  <a:pt x="191971" y="100139"/>
                </a:lnTo>
                <a:lnTo>
                  <a:pt x="193639" y="101840"/>
                </a:lnTo>
                <a:lnTo>
                  <a:pt x="193639" y="105076"/>
                </a:lnTo>
                <a:lnTo>
                  <a:pt x="191337" y="107378"/>
                </a:lnTo>
                <a:lnTo>
                  <a:pt x="188969" y="107378"/>
                </a:lnTo>
                <a:close/>
                <a:moveTo>
                  <a:pt x="185700" y="107378"/>
                </a:moveTo>
                <a:lnTo>
                  <a:pt x="189636" y="103408"/>
                </a:lnTo>
                <a:lnTo>
                  <a:pt x="189636" y="97838"/>
                </a:lnTo>
                <a:lnTo>
                  <a:pt x="191170" y="99372"/>
                </a:lnTo>
                <a:lnTo>
                  <a:pt x="191170" y="104042"/>
                </a:lnTo>
                <a:lnTo>
                  <a:pt x="187868" y="107378"/>
                </a:lnTo>
                <a:lnTo>
                  <a:pt x="185700" y="107378"/>
                </a:lnTo>
                <a:close/>
                <a:moveTo>
                  <a:pt x="181630" y="107378"/>
                </a:moveTo>
                <a:lnTo>
                  <a:pt x="178294" y="104042"/>
                </a:lnTo>
                <a:lnTo>
                  <a:pt x="178294" y="99372"/>
                </a:lnTo>
                <a:lnTo>
                  <a:pt x="179829" y="97838"/>
                </a:lnTo>
                <a:lnTo>
                  <a:pt x="179829" y="103408"/>
                </a:lnTo>
                <a:lnTo>
                  <a:pt x="183798" y="107378"/>
                </a:lnTo>
                <a:lnTo>
                  <a:pt x="181630" y="107378"/>
                </a:lnTo>
                <a:close/>
                <a:moveTo>
                  <a:pt x="178128" y="107378"/>
                </a:moveTo>
                <a:lnTo>
                  <a:pt x="175826" y="105076"/>
                </a:lnTo>
                <a:lnTo>
                  <a:pt x="175826" y="101840"/>
                </a:lnTo>
                <a:lnTo>
                  <a:pt x="177527" y="100139"/>
                </a:lnTo>
                <a:lnTo>
                  <a:pt x="177527" y="104209"/>
                </a:lnTo>
                <a:lnTo>
                  <a:pt x="177627" y="104509"/>
                </a:lnTo>
                <a:lnTo>
                  <a:pt x="180496" y="107378"/>
                </a:lnTo>
                <a:lnTo>
                  <a:pt x="178128" y="107378"/>
                </a:lnTo>
                <a:close/>
                <a:moveTo>
                  <a:pt x="175059" y="112915"/>
                </a:moveTo>
                <a:lnTo>
                  <a:pt x="173725" y="111581"/>
                </a:lnTo>
                <a:lnTo>
                  <a:pt x="173725" y="109579"/>
                </a:lnTo>
                <a:lnTo>
                  <a:pt x="175159" y="108145"/>
                </a:lnTo>
                <a:lnTo>
                  <a:pt x="177027" y="108145"/>
                </a:lnTo>
                <a:lnTo>
                  <a:pt x="175059" y="110113"/>
                </a:lnTo>
                <a:close/>
                <a:moveTo>
                  <a:pt x="158180" y="107378"/>
                </a:moveTo>
                <a:lnTo>
                  <a:pt x="161182" y="104376"/>
                </a:lnTo>
                <a:lnTo>
                  <a:pt x="161182" y="100139"/>
                </a:lnTo>
                <a:lnTo>
                  <a:pt x="162850" y="101840"/>
                </a:lnTo>
                <a:lnTo>
                  <a:pt x="162850" y="105076"/>
                </a:lnTo>
                <a:lnTo>
                  <a:pt x="160548" y="107378"/>
                </a:lnTo>
                <a:close/>
                <a:moveTo>
                  <a:pt x="154911" y="107378"/>
                </a:moveTo>
                <a:lnTo>
                  <a:pt x="158847" y="103408"/>
                </a:lnTo>
                <a:lnTo>
                  <a:pt x="158847" y="97838"/>
                </a:lnTo>
                <a:lnTo>
                  <a:pt x="160382" y="99372"/>
                </a:lnTo>
                <a:lnTo>
                  <a:pt x="160382" y="104042"/>
                </a:lnTo>
                <a:lnTo>
                  <a:pt x="157079" y="107378"/>
                </a:lnTo>
                <a:lnTo>
                  <a:pt x="154911" y="107378"/>
                </a:lnTo>
                <a:close/>
                <a:moveTo>
                  <a:pt x="150842" y="107378"/>
                </a:moveTo>
                <a:lnTo>
                  <a:pt x="147506" y="104042"/>
                </a:lnTo>
                <a:lnTo>
                  <a:pt x="147506" y="99372"/>
                </a:lnTo>
                <a:lnTo>
                  <a:pt x="149040" y="97838"/>
                </a:lnTo>
                <a:lnTo>
                  <a:pt x="149040" y="103408"/>
                </a:lnTo>
                <a:lnTo>
                  <a:pt x="153010" y="107378"/>
                </a:lnTo>
                <a:lnTo>
                  <a:pt x="150842" y="107378"/>
                </a:lnTo>
                <a:close/>
                <a:moveTo>
                  <a:pt x="147339" y="107378"/>
                </a:moveTo>
                <a:lnTo>
                  <a:pt x="145037" y="105076"/>
                </a:lnTo>
                <a:lnTo>
                  <a:pt x="145037" y="101840"/>
                </a:lnTo>
                <a:lnTo>
                  <a:pt x="146739" y="100139"/>
                </a:lnTo>
                <a:lnTo>
                  <a:pt x="146739" y="104376"/>
                </a:lnTo>
                <a:lnTo>
                  <a:pt x="149707" y="107378"/>
                </a:lnTo>
                <a:lnTo>
                  <a:pt x="147339" y="107378"/>
                </a:lnTo>
                <a:close/>
                <a:moveTo>
                  <a:pt x="144270" y="112915"/>
                </a:moveTo>
                <a:lnTo>
                  <a:pt x="142936" y="111581"/>
                </a:lnTo>
                <a:lnTo>
                  <a:pt x="142936" y="109579"/>
                </a:lnTo>
                <a:lnTo>
                  <a:pt x="144370" y="108145"/>
                </a:lnTo>
                <a:lnTo>
                  <a:pt x="146238" y="108145"/>
                </a:lnTo>
                <a:lnTo>
                  <a:pt x="144270" y="110113"/>
                </a:lnTo>
                <a:close/>
                <a:moveTo>
                  <a:pt x="127391" y="107378"/>
                </a:moveTo>
                <a:lnTo>
                  <a:pt x="130260" y="104509"/>
                </a:lnTo>
                <a:lnTo>
                  <a:pt x="130394" y="104209"/>
                </a:lnTo>
                <a:lnTo>
                  <a:pt x="130394" y="100139"/>
                </a:lnTo>
                <a:lnTo>
                  <a:pt x="132061" y="101840"/>
                </a:lnTo>
                <a:lnTo>
                  <a:pt x="132061" y="105076"/>
                </a:lnTo>
                <a:lnTo>
                  <a:pt x="129760" y="107378"/>
                </a:lnTo>
                <a:lnTo>
                  <a:pt x="127391" y="107378"/>
                </a:lnTo>
                <a:close/>
                <a:moveTo>
                  <a:pt x="124122" y="107378"/>
                </a:moveTo>
                <a:lnTo>
                  <a:pt x="128059" y="103408"/>
                </a:lnTo>
                <a:lnTo>
                  <a:pt x="128059" y="97838"/>
                </a:lnTo>
                <a:lnTo>
                  <a:pt x="129593" y="99372"/>
                </a:lnTo>
                <a:lnTo>
                  <a:pt x="129593" y="104042"/>
                </a:lnTo>
                <a:lnTo>
                  <a:pt x="126291" y="107378"/>
                </a:lnTo>
                <a:lnTo>
                  <a:pt x="124122" y="107378"/>
                </a:lnTo>
                <a:close/>
                <a:moveTo>
                  <a:pt x="120053" y="107378"/>
                </a:moveTo>
                <a:lnTo>
                  <a:pt x="116717" y="104042"/>
                </a:lnTo>
                <a:lnTo>
                  <a:pt x="116717" y="99372"/>
                </a:lnTo>
                <a:lnTo>
                  <a:pt x="118252" y="97838"/>
                </a:lnTo>
                <a:lnTo>
                  <a:pt x="118252" y="103408"/>
                </a:lnTo>
                <a:lnTo>
                  <a:pt x="122188" y="107378"/>
                </a:lnTo>
                <a:lnTo>
                  <a:pt x="120053" y="107378"/>
                </a:lnTo>
                <a:close/>
                <a:moveTo>
                  <a:pt x="116550" y="107378"/>
                </a:moveTo>
                <a:lnTo>
                  <a:pt x="114249" y="105076"/>
                </a:lnTo>
                <a:lnTo>
                  <a:pt x="114249" y="101840"/>
                </a:lnTo>
                <a:lnTo>
                  <a:pt x="115950" y="100139"/>
                </a:lnTo>
                <a:lnTo>
                  <a:pt x="115950" y="104209"/>
                </a:lnTo>
                <a:lnTo>
                  <a:pt x="116050" y="104509"/>
                </a:lnTo>
                <a:lnTo>
                  <a:pt x="118919" y="107378"/>
                </a:lnTo>
                <a:lnTo>
                  <a:pt x="116550" y="107378"/>
                </a:lnTo>
                <a:close/>
                <a:moveTo>
                  <a:pt x="113482" y="112915"/>
                </a:moveTo>
                <a:lnTo>
                  <a:pt x="112147" y="111581"/>
                </a:lnTo>
                <a:lnTo>
                  <a:pt x="112147" y="109579"/>
                </a:lnTo>
                <a:lnTo>
                  <a:pt x="113582" y="108145"/>
                </a:lnTo>
                <a:lnTo>
                  <a:pt x="115450" y="108145"/>
                </a:lnTo>
                <a:lnTo>
                  <a:pt x="113482" y="110113"/>
                </a:lnTo>
                <a:close/>
                <a:moveTo>
                  <a:pt x="96603" y="107378"/>
                </a:moveTo>
                <a:lnTo>
                  <a:pt x="99605" y="104376"/>
                </a:lnTo>
                <a:lnTo>
                  <a:pt x="99605" y="100139"/>
                </a:lnTo>
                <a:lnTo>
                  <a:pt x="101273" y="101840"/>
                </a:lnTo>
                <a:lnTo>
                  <a:pt x="101273" y="105076"/>
                </a:lnTo>
                <a:lnTo>
                  <a:pt x="98971" y="107378"/>
                </a:lnTo>
                <a:close/>
                <a:moveTo>
                  <a:pt x="93334" y="107378"/>
                </a:moveTo>
                <a:lnTo>
                  <a:pt x="97270" y="103408"/>
                </a:lnTo>
                <a:lnTo>
                  <a:pt x="97270" y="97838"/>
                </a:lnTo>
                <a:lnTo>
                  <a:pt x="98804" y="99372"/>
                </a:lnTo>
                <a:lnTo>
                  <a:pt x="98804" y="104042"/>
                </a:lnTo>
                <a:lnTo>
                  <a:pt x="95469" y="107378"/>
                </a:lnTo>
                <a:lnTo>
                  <a:pt x="93334" y="107378"/>
                </a:lnTo>
                <a:close/>
                <a:moveTo>
                  <a:pt x="89231" y="107378"/>
                </a:moveTo>
                <a:lnTo>
                  <a:pt x="85929" y="104042"/>
                </a:lnTo>
                <a:lnTo>
                  <a:pt x="85929" y="99372"/>
                </a:lnTo>
                <a:lnTo>
                  <a:pt x="87463" y="97838"/>
                </a:lnTo>
                <a:lnTo>
                  <a:pt x="87463" y="103408"/>
                </a:lnTo>
                <a:lnTo>
                  <a:pt x="91399" y="107378"/>
                </a:lnTo>
                <a:lnTo>
                  <a:pt x="89231" y="107378"/>
                </a:lnTo>
                <a:close/>
                <a:moveTo>
                  <a:pt x="85762" y="107378"/>
                </a:moveTo>
                <a:lnTo>
                  <a:pt x="83460" y="105076"/>
                </a:lnTo>
                <a:lnTo>
                  <a:pt x="83460" y="101840"/>
                </a:lnTo>
                <a:lnTo>
                  <a:pt x="85128" y="100139"/>
                </a:lnTo>
                <a:lnTo>
                  <a:pt x="85128" y="104376"/>
                </a:lnTo>
                <a:lnTo>
                  <a:pt x="88130" y="107378"/>
                </a:lnTo>
                <a:lnTo>
                  <a:pt x="85762" y="107378"/>
                </a:lnTo>
                <a:close/>
                <a:moveTo>
                  <a:pt x="82660" y="112915"/>
                </a:moveTo>
                <a:lnTo>
                  <a:pt x="81359" y="111581"/>
                </a:lnTo>
                <a:lnTo>
                  <a:pt x="81359" y="109579"/>
                </a:lnTo>
                <a:lnTo>
                  <a:pt x="82793" y="108145"/>
                </a:lnTo>
                <a:lnTo>
                  <a:pt x="84628" y="108145"/>
                </a:lnTo>
                <a:lnTo>
                  <a:pt x="82660" y="110113"/>
                </a:lnTo>
                <a:close/>
                <a:moveTo>
                  <a:pt x="65814" y="107378"/>
                </a:moveTo>
                <a:lnTo>
                  <a:pt x="68683" y="104509"/>
                </a:lnTo>
                <a:lnTo>
                  <a:pt x="68816" y="104209"/>
                </a:lnTo>
                <a:lnTo>
                  <a:pt x="68816" y="100139"/>
                </a:lnTo>
                <a:lnTo>
                  <a:pt x="70484" y="101840"/>
                </a:lnTo>
                <a:lnTo>
                  <a:pt x="70484" y="105076"/>
                </a:lnTo>
                <a:lnTo>
                  <a:pt x="68183" y="107378"/>
                </a:lnTo>
                <a:lnTo>
                  <a:pt x="65814" y="107378"/>
                </a:lnTo>
                <a:close/>
                <a:moveTo>
                  <a:pt x="62512" y="107378"/>
                </a:moveTo>
                <a:lnTo>
                  <a:pt x="66481" y="103408"/>
                </a:lnTo>
                <a:lnTo>
                  <a:pt x="66481" y="97838"/>
                </a:lnTo>
                <a:lnTo>
                  <a:pt x="68016" y="99372"/>
                </a:lnTo>
                <a:lnTo>
                  <a:pt x="68016" y="104042"/>
                </a:lnTo>
                <a:lnTo>
                  <a:pt x="64680" y="107378"/>
                </a:lnTo>
                <a:lnTo>
                  <a:pt x="62512" y="107378"/>
                </a:lnTo>
                <a:close/>
                <a:moveTo>
                  <a:pt x="58442" y="107378"/>
                </a:moveTo>
                <a:lnTo>
                  <a:pt x="55140" y="104042"/>
                </a:lnTo>
                <a:lnTo>
                  <a:pt x="55140" y="99372"/>
                </a:lnTo>
                <a:lnTo>
                  <a:pt x="56674" y="97838"/>
                </a:lnTo>
                <a:lnTo>
                  <a:pt x="56674" y="103408"/>
                </a:lnTo>
                <a:lnTo>
                  <a:pt x="60610" y="107378"/>
                </a:lnTo>
                <a:lnTo>
                  <a:pt x="58442" y="107378"/>
                </a:lnTo>
                <a:close/>
                <a:moveTo>
                  <a:pt x="54973" y="107378"/>
                </a:moveTo>
                <a:lnTo>
                  <a:pt x="52671" y="105076"/>
                </a:lnTo>
                <a:lnTo>
                  <a:pt x="52671" y="101840"/>
                </a:lnTo>
                <a:lnTo>
                  <a:pt x="54339" y="100139"/>
                </a:lnTo>
                <a:lnTo>
                  <a:pt x="54339" y="104209"/>
                </a:lnTo>
                <a:lnTo>
                  <a:pt x="54473" y="104509"/>
                </a:lnTo>
                <a:lnTo>
                  <a:pt x="57341" y="107378"/>
                </a:lnTo>
                <a:lnTo>
                  <a:pt x="54973" y="107378"/>
                </a:lnTo>
                <a:close/>
                <a:moveTo>
                  <a:pt x="51871" y="112915"/>
                </a:moveTo>
                <a:lnTo>
                  <a:pt x="50570" y="111581"/>
                </a:lnTo>
                <a:lnTo>
                  <a:pt x="50570" y="109579"/>
                </a:lnTo>
                <a:lnTo>
                  <a:pt x="51971" y="108145"/>
                </a:lnTo>
                <a:lnTo>
                  <a:pt x="53839" y="108145"/>
                </a:lnTo>
                <a:lnTo>
                  <a:pt x="51871" y="110113"/>
                </a:lnTo>
                <a:close/>
                <a:moveTo>
                  <a:pt x="35026" y="107378"/>
                </a:moveTo>
                <a:lnTo>
                  <a:pt x="37994" y="104376"/>
                </a:lnTo>
                <a:lnTo>
                  <a:pt x="37994" y="100139"/>
                </a:lnTo>
                <a:lnTo>
                  <a:pt x="39696" y="101840"/>
                </a:lnTo>
                <a:lnTo>
                  <a:pt x="39696" y="105076"/>
                </a:lnTo>
                <a:lnTo>
                  <a:pt x="37394" y="107378"/>
                </a:lnTo>
                <a:close/>
                <a:moveTo>
                  <a:pt x="31723" y="107378"/>
                </a:moveTo>
                <a:lnTo>
                  <a:pt x="35693" y="103408"/>
                </a:lnTo>
                <a:lnTo>
                  <a:pt x="35693" y="97838"/>
                </a:lnTo>
                <a:lnTo>
                  <a:pt x="37227" y="99372"/>
                </a:lnTo>
                <a:lnTo>
                  <a:pt x="37227" y="104042"/>
                </a:lnTo>
                <a:lnTo>
                  <a:pt x="33891" y="107378"/>
                </a:lnTo>
                <a:lnTo>
                  <a:pt x="31723" y="107378"/>
                </a:lnTo>
                <a:close/>
                <a:moveTo>
                  <a:pt x="27654" y="107378"/>
                </a:moveTo>
                <a:lnTo>
                  <a:pt x="24351" y="104042"/>
                </a:lnTo>
                <a:lnTo>
                  <a:pt x="24351" y="99372"/>
                </a:lnTo>
                <a:lnTo>
                  <a:pt x="25886" y="97838"/>
                </a:lnTo>
                <a:lnTo>
                  <a:pt x="25886" y="103408"/>
                </a:lnTo>
                <a:lnTo>
                  <a:pt x="29822" y="107378"/>
                </a:lnTo>
                <a:lnTo>
                  <a:pt x="27654" y="107378"/>
                </a:lnTo>
                <a:close/>
                <a:moveTo>
                  <a:pt x="24184" y="107378"/>
                </a:moveTo>
                <a:lnTo>
                  <a:pt x="21883" y="105076"/>
                </a:lnTo>
                <a:lnTo>
                  <a:pt x="21883" y="101840"/>
                </a:lnTo>
                <a:lnTo>
                  <a:pt x="23551" y="100139"/>
                </a:lnTo>
                <a:lnTo>
                  <a:pt x="23551" y="104376"/>
                </a:lnTo>
                <a:lnTo>
                  <a:pt x="26553" y="107378"/>
                </a:lnTo>
                <a:lnTo>
                  <a:pt x="24184" y="107378"/>
                </a:lnTo>
                <a:close/>
                <a:moveTo>
                  <a:pt x="21082" y="112915"/>
                </a:moveTo>
                <a:lnTo>
                  <a:pt x="19781" y="111581"/>
                </a:lnTo>
                <a:lnTo>
                  <a:pt x="19781" y="109579"/>
                </a:lnTo>
                <a:lnTo>
                  <a:pt x="21182" y="108145"/>
                </a:lnTo>
                <a:lnTo>
                  <a:pt x="23050" y="108145"/>
                </a:lnTo>
                <a:lnTo>
                  <a:pt x="21082" y="110113"/>
                </a:lnTo>
                <a:close/>
                <a:moveTo>
                  <a:pt x="9674" y="10242"/>
                </a:moveTo>
                <a:lnTo>
                  <a:pt x="11008" y="11576"/>
                </a:lnTo>
                <a:lnTo>
                  <a:pt x="11008" y="13577"/>
                </a:lnTo>
                <a:lnTo>
                  <a:pt x="9574" y="15012"/>
                </a:lnTo>
                <a:lnTo>
                  <a:pt x="7706" y="15012"/>
                </a:lnTo>
                <a:lnTo>
                  <a:pt x="9674" y="13044"/>
                </a:lnTo>
                <a:close/>
                <a:moveTo>
                  <a:pt x="26553" y="15779"/>
                </a:moveTo>
                <a:lnTo>
                  <a:pt x="23551" y="18781"/>
                </a:lnTo>
                <a:lnTo>
                  <a:pt x="23551" y="23017"/>
                </a:lnTo>
                <a:lnTo>
                  <a:pt x="21883" y="21316"/>
                </a:lnTo>
                <a:lnTo>
                  <a:pt x="21883" y="18081"/>
                </a:lnTo>
                <a:lnTo>
                  <a:pt x="24184" y="15779"/>
                </a:lnTo>
                <a:lnTo>
                  <a:pt x="26553" y="15779"/>
                </a:lnTo>
                <a:close/>
                <a:moveTo>
                  <a:pt x="29822" y="15779"/>
                </a:moveTo>
                <a:lnTo>
                  <a:pt x="25886" y="19748"/>
                </a:lnTo>
                <a:lnTo>
                  <a:pt x="25886" y="25319"/>
                </a:lnTo>
                <a:lnTo>
                  <a:pt x="24351" y="23785"/>
                </a:lnTo>
                <a:lnTo>
                  <a:pt x="24351" y="19115"/>
                </a:lnTo>
                <a:lnTo>
                  <a:pt x="27654" y="15779"/>
                </a:lnTo>
                <a:lnTo>
                  <a:pt x="29822" y="15779"/>
                </a:lnTo>
                <a:close/>
                <a:moveTo>
                  <a:pt x="33891" y="15779"/>
                </a:moveTo>
                <a:lnTo>
                  <a:pt x="37227" y="19115"/>
                </a:lnTo>
                <a:lnTo>
                  <a:pt x="37227" y="23785"/>
                </a:lnTo>
                <a:lnTo>
                  <a:pt x="35693" y="25319"/>
                </a:lnTo>
                <a:lnTo>
                  <a:pt x="35693" y="19748"/>
                </a:lnTo>
                <a:lnTo>
                  <a:pt x="31723" y="15779"/>
                </a:lnTo>
                <a:lnTo>
                  <a:pt x="33891" y="15779"/>
                </a:lnTo>
                <a:close/>
                <a:moveTo>
                  <a:pt x="37394" y="15779"/>
                </a:moveTo>
                <a:lnTo>
                  <a:pt x="39696" y="18081"/>
                </a:lnTo>
                <a:lnTo>
                  <a:pt x="39696" y="21316"/>
                </a:lnTo>
                <a:lnTo>
                  <a:pt x="37994" y="23017"/>
                </a:lnTo>
                <a:lnTo>
                  <a:pt x="37994" y="18781"/>
                </a:lnTo>
                <a:lnTo>
                  <a:pt x="35026" y="15779"/>
                </a:lnTo>
                <a:lnTo>
                  <a:pt x="37394" y="15779"/>
                </a:lnTo>
                <a:close/>
                <a:moveTo>
                  <a:pt x="40463" y="10242"/>
                </a:moveTo>
                <a:lnTo>
                  <a:pt x="41797" y="11576"/>
                </a:lnTo>
                <a:lnTo>
                  <a:pt x="41797" y="13577"/>
                </a:lnTo>
                <a:lnTo>
                  <a:pt x="40363" y="15012"/>
                </a:lnTo>
                <a:lnTo>
                  <a:pt x="38495" y="15012"/>
                </a:lnTo>
                <a:lnTo>
                  <a:pt x="40463" y="13044"/>
                </a:lnTo>
                <a:close/>
                <a:moveTo>
                  <a:pt x="57341" y="15779"/>
                </a:moveTo>
                <a:lnTo>
                  <a:pt x="54473" y="18648"/>
                </a:lnTo>
                <a:lnTo>
                  <a:pt x="54339" y="18948"/>
                </a:lnTo>
                <a:lnTo>
                  <a:pt x="54339" y="23017"/>
                </a:lnTo>
                <a:lnTo>
                  <a:pt x="52671" y="21316"/>
                </a:lnTo>
                <a:lnTo>
                  <a:pt x="52671" y="18081"/>
                </a:lnTo>
                <a:lnTo>
                  <a:pt x="54973" y="15779"/>
                </a:lnTo>
                <a:lnTo>
                  <a:pt x="57341" y="15779"/>
                </a:lnTo>
                <a:close/>
                <a:moveTo>
                  <a:pt x="60610" y="15779"/>
                </a:moveTo>
                <a:lnTo>
                  <a:pt x="56674" y="19748"/>
                </a:lnTo>
                <a:lnTo>
                  <a:pt x="56674" y="25319"/>
                </a:lnTo>
                <a:lnTo>
                  <a:pt x="55140" y="23785"/>
                </a:lnTo>
                <a:lnTo>
                  <a:pt x="55140" y="19115"/>
                </a:lnTo>
                <a:lnTo>
                  <a:pt x="58442" y="15779"/>
                </a:lnTo>
                <a:lnTo>
                  <a:pt x="60610" y="15779"/>
                </a:lnTo>
                <a:close/>
                <a:moveTo>
                  <a:pt x="64680" y="15779"/>
                </a:moveTo>
                <a:lnTo>
                  <a:pt x="68016" y="19115"/>
                </a:lnTo>
                <a:lnTo>
                  <a:pt x="68016" y="23785"/>
                </a:lnTo>
                <a:lnTo>
                  <a:pt x="66481" y="25319"/>
                </a:lnTo>
                <a:lnTo>
                  <a:pt x="66481" y="19748"/>
                </a:lnTo>
                <a:lnTo>
                  <a:pt x="62545" y="15779"/>
                </a:lnTo>
                <a:lnTo>
                  <a:pt x="64680" y="15779"/>
                </a:lnTo>
                <a:close/>
                <a:moveTo>
                  <a:pt x="68183" y="15779"/>
                </a:moveTo>
                <a:lnTo>
                  <a:pt x="70484" y="18081"/>
                </a:lnTo>
                <a:lnTo>
                  <a:pt x="70484" y="21316"/>
                </a:lnTo>
                <a:lnTo>
                  <a:pt x="68783" y="23017"/>
                </a:lnTo>
                <a:lnTo>
                  <a:pt x="68783" y="18948"/>
                </a:lnTo>
                <a:lnTo>
                  <a:pt x="68683" y="18648"/>
                </a:lnTo>
                <a:lnTo>
                  <a:pt x="65814" y="15779"/>
                </a:lnTo>
                <a:lnTo>
                  <a:pt x="68183" y="15779"/>
                </a:lnTo>
                <a:close/>
                <a:moveTo>
                  <a:pt x="71251" y="10242"/>
                </a:moveTo>
                <a:lnTo>
                  <a:pt x="72586" y="11576"/>
                </a:lnTo>
                <a:lnTo>
                  <a:pt x="72586" y="13577"/>
                </a:lnTo>
                <a:lnTo>
                  <a:pt x="71151" y="15012"/>
                </a:lnTo>
                <a:lnTo>
                  <a:pt x="69283" y="15012"/>
                </a:lnTo>
                <a:lnTo>
                  <a:pt x="71251" y="13044"/>
                </a:lnTo>
                <a:lnTo>
                  <a:pt x="71251" y="10242"/>
                </a:lnTo>
                <a:close/>
                <a:moveTo>
                  <a:pt x="88130" y="15779"/>
                </a:moveTo>
                <a:lnTo>
                  <a:pt x="85128" y="18781"/>
                </a:lnTo>
                <a:lnTo>
                  <a:pt x="85128" y="23017"/>
                </a:lnTo>
                <a:lnTo>
                  <a:pt x="83460" y="21316"/>
                </a:lnTo>
                <a:lnTo>
                  <a:pt x="83460" y="18081"/>
                </a:lnTo>
                <a:lnTo>
                  <a:pt x="85762" y="15779"/>
                </a:lnTo>
                <a:lnTo>
                  <a:pt x="88130" y="15779"/>
                </a:lnTo>
                <a:close/>
                <a:moveTo>
                  <a:pt x="91399" y="15779"/>
                </a:moveTo>
                <a:lnTo>
                  <a:pt x="87463" y="19748"/>
                </a:lnTo>
                <a:lnTo>
                  <a:pt x="87463" y="25319"/>
                </a:lnTo>
                <a:lnTo>
                  <a:pt x="85929" y="23785"/>
                </a:lnTo>
                <a:lnTo>
                  <a:pt x="85929" y="19115"/>
                </a:lnTo>
                <a:lnTo>
                  <a:pt x="89231" y="15779"/>
                </a:lnTo>
                <a:lnTo>
                  <a:pt x="91399" y="15779"/>
                </a:lnTo>
                <a:close/>
                <a:moveTo>
                  <a:pt x="95469" y="15779"/>
                </a:moveTo>
                <a:lnTo>
                  <a:pt x="98804" y="19115"/>
                </a:lnTo>
                <a:lnTo>
                  <a:pt x="98804" y="23785"/>
                </a:lnTo>
                <a:lnTo>
                  <a:pt x="97270" y="25319"/>
                </a:lnTo>
                <a:lnTo>
                  <a:pt x="97270" y="19748"/>
                </a:lnTo>
                <a:lnTo>
                  <a:pt x="93334" y="15779"/>
                </a:lnTo>
                <a:lnTo>
                  <a:pt x="95469" y="15779"/>
                </a:lnTo>
                <a:close/>
                <a:moveTo>
                  <a:pt x="98971" y="15779"/>
                </a:moveTo>
                <a:lnTo>
                  <a:pt x="101273" y="18081"/>
                </a:lnTo>
                <a:lnTo>
                  <a:pt x="101273" y="21316"/>
                </a:lnTo>
                <a:lnTo>
                  <a:pt x="99572" y="23017"/>
                </a:lnTo>
                <a:lnTo>
                  <a:pt x="99572" y="18781"/>
                </a:lnTo>
                <a:lnTo>
                  <a:pt x="96603" y="15779"/>
                </a:lnTo>
                <a:lnTo>
                  <a:pt x="98971" y="15779"/>
                </a:lnTo>
                <a:close/>
                <a:moveTo>
                  <a:pt x="102040" y="10242"/>
                </a:moveTo>
                <a:lnTo>
                  <a:pt x="103374" y="11576"/>
                </a:lnTo>
                <a:lnTo>
                  <a:pt x="103374" y="13577"/>
                </a:lnTo>
                <a:lnTo>
                  <a:pt x="101940" y="15012"/>
                </a:lnTo>
                <a:lnTo>
                  <a:pt x="100072" y="15012"/>
                </a:lnTo>
                <a:lnTo>
                  <a:pt x="102040" y="13044"/>
                </a:lnTo>
                <a:close/>
                <a:moveTo>
                  <a:pt x="118919" y="15779"/>
                </a:moveTo>
                <a:lnTo>
                  <a:pt x="116050" y="18648"/>
                </a:lnTo>
                <a:lnTo>
                  <a:pt x="115917" y="18948"/>
                </a:lnTo>
                <a:lnTo>
                  <a:pt x="115917" y="23017"/>
                </a:lnTo>
                <a:lnTo>
                  <a:pt x="114249" y="21316"/>
                </a:lnTo>
                <a:lnTo>
                  <a:pt x="114249" y="18081"/>
                </a:lnTo>
                <a:lnTo>
                  <a:pt x="116550" y="15779"/>
                </a:lnTo>
                <a:lnTo>
                  <a:pt x="118919" y="15779"/>
                </a:lnTo>
                <a:close/>
                <a:moveTo>
                  <a:pt x="122188" y="15779"/>
                </a:moveTo>
                <a:lnTo>
                  <a:pt x="118252" y="19748"/>
                </a:lnTo>
                <a:lnTo>
                  <a:pt x="118252" y="25319"/>
                </a:lnTo>
                <a:lnTo>
                  <a:pt x="116717" y="23785"/>
                </a:lnTo>
                <a:lnTo>
                  <a:pt x="116717" y="19115"/>
                </a:lnTo>
                <a:lnTo>
                  <a:pt x="120053" y="15779"/>
                </a:lnTo>
                <a:lnTo>
                  <a:pt x="122188" y="15779"/>
                </a:lnTo>
                <a:close/>
                <a:moveTo>
                  <a:pt x="126291" y="15779"/>
                </a:moveTo>
                <a:lnTo>
                  <a:pt x="129593" y="19115"/>
                </a:lnTo>
                <a:lnTo>
                  <a:pt x="129593" y="23785"/>
                </a:lnTo>
                <a:lnTo>
                  <a:pt x="128059" y="25319"/>
                </a:lnTo>
                <a:lnTo>
                  <a:pt x="128059" y="19748"/>
                </a:lnTo>
                <a:lnTo>
                  <a:pt x="124122" y="15779"/>
                </a:lnTo>
                <a:lnTo>
                  <a:pt x="126291" y="15779"/>
                </a:lnTo>
                <a:close/>
                <a:moveTo>
                  <a:pt x="129760" y="15779"/>
                </a:moveTo>
                <a:lnTo>
                  <a:pt x="132061" y="18081"/>
                </a:lnTo>
                <a:lnTo>
                  <a:pt x="132061" y="21316"/>
                </a:lnTo>
                <a:lnTo>
                  <a:pt x="130394" y="23017"/>
                </a:lnTo>
                <a:lnTo>
                  <a:pt x="130394" y="18948"/>
                </a:lnTo>
                <a:lnTo>
                  <a:pt x="130260" y="18648"/>
                </a:lnTo>
                <a:lnTo>
                  <a:pt x="127391" y="15779"/>
                </a:lnTo>
                <a:lnTo>
                  <a:pt x="129760" y="15779"/>
                </a:lnTo>
                <a:close/>
                <a:moveTo>
                  <a:pt x="132862" y="10242"/>
                </a:moveTo>
                <a:lnTo>
                  <a:pt x="134163" y="11576"/>
                </a:lnTo>
                <a:lnTo>
                  <a:pt x="134163" y="13577"/>
                </a:lnTo>
                <a:lnTo>
                  <a:pt x="132729" y="15012"/>
                </a:lnTo>
                <a:lnTo>
                  <a:pt x="130894" y="15012"/>
                </a:lnTo>
                <a:lnTo>
                  <a:pt x="132862" y="13044"/>
                </a:lnTo>
                <a:close/>
                <a:moveTo>
                  <a:pt x="149707" y="15779"/>
                </a:moveTo>
                <a:lnTo>
                  <a:pt x="146739" y="18781"/>
                </a:lnTo>
                <a:lnTo>
                  <a:pt x="146739" y="23017"/>
                </a:lnTo>
                <a:lnTo>
                  <a:pt x="145037" y="21316"/>
                </a:lnTo>
                <a:lnTo>
                  <a:pt x="145037" y="18081"/>
                </a:lnTo>
                <a:lnTo>
                  <a:pt x="147339" y="15779"/>
                </a:lnTo>
                <a:lnTo>
                  <a:pt x="149707" y="15779"/>
                </a:lnTo>
                <a:close/>
                <a:moveTo>
                  <a:pt x="153010" y="15779"/>
                </a:moveTo>
                <a:lnTo>
                  <a:pt x="149040" y="19748"/>
                </a:lnTo>
                <a:lnTo>
                  <a:pt x="149040" y="25319"/>
                </a:lnTo>
                <a:lnTo>
                  <a:pt x="147506" y="23785"/>
                </a:lnTo>
                <a:lnTo>
                  <a:pt x="147506" y="19115"/>
                </a:lnTo>
                <a:lnTo>
                  <a:pt x="150842" y="15779"/>
                </a:lnTo>
                <a:lnTo>
                  <a:pt x="153010" y="15779"/>
                </a:lnTo>
                <a:close/>
                <a:moveTo>
                  <a:pt x="157079" y="15779"/>
                </a:moveTo>
                <a:lnTo>
                  <a:pt x="160382" y="19115"/>
                </a:lnTo>
                <a:lnTo>
                  <a:pt x="160382" y="23785"/>
                </a:lnTo>
                <a:lnTo>
                  <a:pt x="158847" y="25319"/>
                </a:lnTo>
                <a:lnTo>
                  <a:pt x="158847" y="19748"/>
                </a:lnTo>
                <a:lnTo>
                  <a:pt x="154911" y="15779"/>
                </a:lnTo>
                <a:lnTo>
                  <a:pt x="157079" y="15779"/>
                </a:lnTo>
                <a:close/>
                <a:moveTo>
                  <a:pt x="160548" y="15779"/>
                </a:moveTo>
                <a:lnTo>
                  <a:pt x="162850" y="18081"/>
                </a:lnTo>
                <a:lnTo>
                  <a:pt x="162850" y="21316"/>
                </a:lnTo>
                <a:lnTo>
                  <a:pt x="161182" y="23017"/>
                </a:lnTo>
                <a:lnTo>
                  <a:pt x="161182" y="18781"/>
                </a:lnTo>
                <a:lnTo>
                  <a:pt x="158180" y="15779"/>
                </a:lnTo>
                <a:lnTo>
                  <a:pt x="160548" y="15779"/>
                </a:lnTo>
                <a:close/>
                <a:moveTo>
                  <a:pt x="163651" y="10242"/>
                </a:moveTo>
                <a:lnTo>
                  <a:pt x="164952" y="11576"/>
                </a:lnTo>
                <a:lnTo>
                  <a:pt x="164952" y="13577"/>
                </a:lnTo>
                <a:lnTo>
                  <a:pt x="163551" y="15012"/>
                </a:lnTo>
                <a:lnTo>
                  <a:pt x="161683" y="15012"/>
                </a:lnTo>
                <a:lnTo>
                  <a:pt x="163651" y="13044"/>
                </a:lnTo>
                <a:close/>
                <a:moveTo>
                  <a:pt x="180496" y="15779"/>
                </a:moveTo>
                <a:lnTo>
                  <a:pt x="177627" y="18648"/>
                </a:lnTo>
                <a:lnTo>
                  <a:pt x="177527" y="18948"/>
                </a:lnTo>
                <a:lnTo>
                  <a:pt x="177527" y="23017"/>
                </a:lnTo>
                <a:lnTo>
                  <a:pt x="175826" y="21316"/>
                </a:lnTo>
                <a:lnTo>
                  <a:pt x="175826" y="18081"/>
                </a:lnTo>
                <a:lnTo>
                  <a:pt x="178128" y="15779"/>
                </a:lnTo>
                <a:lnTo>
                  <a:pt x="180496" y="15779"/>
                </a:lnTo>
                <a:close/>
                <a:moveTo>
                  <a:pt x="183798" y="15779"/>
                </a:moveTo>
                <a:lnTo>
                  <a:pt x="179829" y="19748"/>
                </a:lnTo>
                <a:lnTo>
                  <a:pt x="179829" y="25319"/>
                </a:lnTo>
                <a:lnTo>
                  <a:pt x="178294" y="23785"/>
                </a:lnTo>
                <a:lnTo>
                  <a:pt x="178294" y="19115"/>
                </a:lnTo>
                <a:lnTo>
                  <a:pt x="181630" y="15779"/>
                </a:lnTo>
                <a:lnTo>
                  <a:pt x="183798" y="15779"/>
                </a:lnTo>
                <a:close/>
                <a:moveTo>
                  <a:pt x="187868" y="15779"/>
                </a:moveTo>
                <a:lnTo>
                  <a:pt x="191170" y="19115"/>
                </a:lnTo>
                <a:lnTo>
                  <a:pt x="191170" y="23785"/>
                </a:lnTo>
                <a:lnTo>
                  <a:pt x="189636" y="25319"/>
                </a:lnTo>
                <a:lnTo>
                  <a:pt x="189636" y="19748"/>
                </a:lnTo>
                <a:lnTo>
                  <a:pt x="185700" y="15779"/>
                </a:lnTo>
                <a:lnTo>
                  <a:pt x="187868" y="15779"/>
                </a:lnTo>
                <a:close/>
                <a:moveTo>
                  <a:pt x="191337" y="15779"/>
                </a:moveTo>
                <a:lnTo>
                  <a:pt x="193639" y="18081"/>
                </a:lnTo>
                <a:lnTo>
                  <a:pt x="193639" y="21316"/>
                </a:lnTo>
                <a:lnTo>
                  <a:pt x="191971" y="23017"/>
                </a:lnTo>
                <a:lnTo>
                  <a:pt x="191971" y="18948"/>
                </a:lnTo>
                <a:lnTo>
                  <a:pt x="191837" y="18648"/>
                </a:lnTo>
                <a:lnTo>
                  <a:pt x="188969" y="15779"/>
                </a:lnTo>
                <a:lnTo>
                  <a:pt x="191337" y="15779"/>
                </a:lnTo>
                <a:close/>
                <a:moveTo>
                  <a:pt x="194439" y="10242"/>
                </a:moveTo>
                <a:lnTo>
                  <a:pt x="195740" y="11576"/>
                </a:lnTo>
                <a:lnTo>
                  <a:pt x="195740" y="13577"/>
                </a:lnTo>
                <a:lnTo>
                  <a:pt x="194339" y="15012"/>
                </a:lnTo>
                <a:lnTo>
                  <a:pt x="192471" y="15012"/>
                </a:lnTo>
                <a:lnTo>
                  <a:pt x="194439" y="13044"/>
                </a:lnTo>
                <a:close/>
                <a:moveTo>
                  <a:pt x="211285" y="15779"/>
                </a:moveTo>
                <a:lnTo>
                  <a:pt x="208316" y="18781"/>
                </a:lnTo>
                <a:lnTo>
                  <a:pt x="208316" y="23017"/>
                </a:lnTo>
                <a:lnTo>
                  <a:pt x="206615" y="21316"/>
                </a:lnTo>
                <a:lnTo>
                  <a:pt x="206615" y="18081"/>
                </a:lnTo>
                <a:lnTo>
                  <a:pt x="208916" y="15779"/>
                </a:lnTo>
                <a:lnTo>
                  <a:pt x="211285" y="15779"/>
                </a:lnTo>
                <a:close/>
                <a:moveTo>
                  <a:pt x="214587" y="15779"/>
                </a:moveTo>
                <a:lnTo>
                  <a:pt x="210618" y="19748"/>
                </a:lnTo>
                <a:lnTo>
                  <a:pt x="210618" y="25319"/>
                </a:lnTo>
                <a:lnTo>
                  <a:pt x="209083" y="23785"/>
                </a:lnTo>
                <a:lnTo>
                  <a:pt x="209083" y="19115"/>
                </a:lnTo>
                <a:lnTo>
                  <a:pt x="212419" y="15779"/>
                </a:lnTo>
                <a:lnTo>
                  <a:pt x="214587" y="15779"/>
                </a:lnTo>
                <a:close/>
                <a:moveTo>
                  <a:pt x="218657" y="15779"/>
                </a:moveTo>
                <a:lnTo>
                  <a:pt x="221959" y="19115"/>
                </a:lnTo>
                <a:lnTo>
                  <a:pt x="221959" y="23785"/>
                </a:lnTo>
                <a:lnTo>
                  <a:pt x="220425" y="25319"/>
                </a:lnTo>
                <a:lnTo>
                  <a:pt x="220425" y="19748"/>
                </a:lnTo>
                <a:lnTo>
                  <a:pt x="216488" y="15779"/>
                </a:lnTo>
                <a:lnTo>
                  <a:pt x="218657" y="15779"/>
                </a:lnTo>
                <a:close/>
                <a:moveTo>
                  <a:pt x="222126" y="15779"/>
                </a:moveTo>
                <a:lnTo>
                  <a:pt x="224427" y="18081"/>
                </a:lnTo>
                <a:lnTo>
                  <a:pt x="224427" y="21316"/>
                </a:lnTo>
                <a:lnTo>
                  <a:pt x="222760" y="23017"/>
                </a:lnTo>
                <a:lnTo>
                  <a:pt x="222760" y="18781"/>
                </a:lnTo>
                <a:lnTo>
                  <a:pt x="219757" y="15779"/>
                </a:lnTo>
                <a:lnTo>
                  <a:pt x="222126" y="15779"/>
                </a:lnTo>
                <a:close/>
                <a:moveTo>
                  <a:pt x="225228" y="10242"/>
                </a:moveTo>
                <a:lnTo>
                  <a:pt x="226529" y="11576"/>
                </a:lnTo>
                <a:lnTo>
                  <a:pt x="226529" y="13577"/>
                </a:lnTo>
                <a:lnTo>
                  <a:pt x="225128" y="15012"/>
                </a:lnTo>
                <a:lnTo>
                  <a:pt x="223260" y="15012"/>
                </a:lnTo>
                <a:lnTo>
                  <a:pt x="225228" y="13044"/>
                </a:lnTo>
                <a:close/>
                <a:moveTo>
                  <a:pt x="234635" y="14011"/>
                </a:moveTo>
                <a:lnTo>
                  <a:pt x="235635" y="15012"/>
                </a:lnTo>
                <a:lnTo>
                  <a:pt x="231866" y="15012"/>
                </a:lnTo>
                <a:lnTo>
                  <a:pt x="234535" y="12343"/>
                </a:lnTo>
                <a:lnTo>
                  <a:pt x="234535" y="13744"/>
                </a:lnTo>
                <a:close/>
                <a:moveTo>
                  <a:pt x="234635" y="75588"/>
                </a:moveTo>
                <a:lnTo>
                  <a:pt x="235635" y="76589"/>
                </a:lnTo>
                <a:lnTo>
                  <a:pt x="231866" y="76589"/>
                </a:lnTo>
                <a:lnTo>
                  <a:pt x="234535" y="73920"/>
                </a:lnTo>
                <a:lnTo>
                  <a:pt x="234535" y="75321"/>
                </a:lnTo>
                <a:close/>
                <a:moveTo>
                  <a:pt x="234535" y="109413"/>
                </a:moveTo>
                <a:lnTo>
                  <a:pt x="234535" y="110814"/>
                </a:lnTo>
                <a:lnTo>
                  <a:pt x="231899" y="108178"/>
                </a:lnTo>
                <a:lnTo>
                  <a:pt x="235635" y="108178"/>
                </a:lnTo>
                <a:lnTo>
                  <a:pt x="234635" y="109146"/>
                </a:lnTo>
                <a:close/>
                <a:moveTo>
                  <a:pt x="227229" y="109146"/>
                </a:moveTo>
                <a:lnTo>
                  <a:pt x="226229" y="108178"/>
                </a:lnTo>
                <a:lnTo>
                  <a:pt x="229965" y="108178"/>
                </a:lnTo>
                <a:lnTo>
                  <a:pt x="227330" y="110814"/>
                </a:lnTo>
                <a:lnTo>
                  <a:pt x="227330" y="109413"/>
                </a:lnTo>
                <a:close/>
                <a:moveTo>
                  <a:pt x="227330" y="104743"/>
                </a:moveTo>
                <a:lnTo>
                  <a:pt x="229965" y="107378"/>
                </a:lnTo>
                <a:lnTo>
                  <a:pt x="226229" y="107378"/>
                </a:lnTo>
                <a:lnTo>
                  <a:pt x="227330" y="106277"/>
                </a:lnTo>
                <a:lnTo>
                  <a:pt x="227330" y="104743"/>
                </a:lnTo>
                <a:close/>
                <a:moveTo>
                  <a:pt x="227897" y="104175"/>
                </a:moveTo>
                <a:lnTo>
                  <a:pt x="229264" y="104175"/>
                </a:lnTo>
                <a:lnTo>
                  <a:pt x="229431" y="104175"/>
                </a:lnTo>
                <a:lnTo>
                  <a:pt x="230532" y="103075"/>
                </a:lnTo>
                <a:lnTo>
                  <a:pt x="230532" y="106811"/>
                </a:lnTo>
                <a:close/>
                <a:moveTo>
                  <a:pt x="230532" y="108712"/>
                </a:moveTo>
                <a:lnTo>
                  <a:pt x="230532" y="112448"/>
                </a:lnTo>
                <a:lnTo>
                  <a:pt x="229431" y="111381"/>
                </a:lnTo>
                <a:lnTo>
                  <a:pt x="227897" y="111381"/>
                </a:lnTo>
                <a:close/>
                <a:moveTo>
                  <a:pt x="231332" y="108712"/>
                </a:moveTo>
                <a:lnTo>
                  <a:pt x="233968" y="111381"/>
                </a:lnTo>
                <a:lnTo>
                  <a:pt x="232567" y="111381"/>
                </a:lnTo>
                <a:lnTo>
                  <a:pt x="232300" y="111481"/>
                </a:lnTo>
                <a:lnTo>
                  <a:pt x="231332" y="112448"/>
                </a:lnTo>
                <a:lnTo>
                  <a:pt x="231332" y="108712"/>
                </a:lnTo>
                <a:close/>
                <a:moveTo>
                  <a:pt x="231866" y="107378"/>
                </a:moveTo>
                <a:lnTo>
                  <a:pt x="234535" y="104743"/>
                </a:lnTo>
                <a:lnTo>
                  <a:pt x="234535" y="106277"/>
                </a:lnTo>
                <a:lnTo>
                  <a:pt x="235635" y="107378"/>
                </a:lnTo>
                <a:close/>
                <a:moveTo>
                  <a:pt x="231332" y="106811"/>
                </a:moveTo>
                <a:lnTo>
                  <a:pt x="231332" y="103075"/>
                </a:lnTo>
                <a:lnTo>
                  <a:pt x="232300" y="104042"/>
                </a:lnTo>
                <a:lnTo>
                  <a:pt x="232567" y="104175"/>
                </a:lnTo>
                <a:lnTo>
                  <a:pt x="233968" y="104175"/>
                </a:lnTo>
                <a:close/>
                <a:moveTo>
                  <a:pt x="230532" y="101941"/>
                </a:moveTo>
                <a:lnTo>
                  <a:pt x="229097" y="103375"/>
                </a:lnTo>
                <a:lnTo>
                  <a:pt x="227096" y="103375"/>
                </a:lnTo>
                <a:lnTo>
                  <a:pt x="225762" y="102074"/>
                </a:lnTo>
                <a:lnTo>
                  <a:pt x="228397" y="102074"/>
                </a:lnTo>
                <a:lnTo>
                  <a:pt x="228564" y="102074"/>
                </a:lnTo>
                <a:lnTo>
                  <a:pt x="230532" y="100106"/>
                </a:lnTo>
                <a:lnTo>
                  <a:pt x="230532" y="101941"/>
                </a:lnTo>
                <a:close/>
                <a:moveTo>
                  <a:pt x="228230" y="101273"/>
                </a:moveTo>
                <a:lnTo>
                  <a:pt x="224995" y="101273"/>
                </a:lnTo>
                <a:lnTo>
                  <a:pt x="223327" y="99606"/>
                </a:lnTo>
                <a:lnTo>
                  <a:pt x="227363" y="99606"/>
                </a:lnTo>
                <a:lnTo>
                  <a:pt x="227530" y="99606"/>
                </a:lnTo>
                <a:lnTo>
                  <a:pt x="230532" y="96603"/>
                </a:lnTo>
                <a:lnTo>
                  <a:pt x="230532" y="98972"/>
                </a:lnTo>
                <a:close/>
                <a:moveTo>
                  <a:pt x="227229" y="98805"/>
                </a:moveTo>
                <a:lnTo>
                  <a:pt x="222526" y="98805"/>
                </a:lnTo>
                <a:lnTo>
                  <a:pt x="220992" y="97271"/>
                </a:lnTo>
                <a:lnTo>
                  <a:pt x="226429" y="97271"/>
                </a:lnTo>
                <a:lnTo>
                  <a:pt x="226596" y="97271"/>
                </a:lnTo>
                <a:lnTo>
                  <a:pt x="230532" y="93334"/>
                </a:lnTo>
                <a:lnTo>
                  <a:pt x="230532" y="95503"/>
                </a:lnTo>
                <a:close/>
                <a:moveTo>
                  <a:pt x="203746" y="109413"/>
                </a:moveTo>
                <a:lnTo>
                  <a:pt x="203746" y="110814"/>
                </a:lnTo>
                <a:lnTo>
                  <a:pt x="201077" y="108178"/>
                </a:lnTo>
                <a:lnTo>
                  <a:pt x="204847" y="108178"/>
                </a:lnTo>
                <a:lnTo>
                  <a:pt x="203846" y="109146"/>
                </a:lnTo>
                <a:close/>
                <a:moveTo>
                  <a:pt x="196407" y="109146"/>
                </a:moveTo>
                <a:lnTo>
                  <a:pt x="195440" y="108178"/>
                </a:lnTo>
                <a:lnTo>
                  <a:pt x="199176" y="108178"/>
                </a:lnTo>
                <a:lnTo>
                  <a:pt x="196541" y="110814"/>
                </a:lnTo>
                <a:lnTo>
                  <a:pt x="196541" y="109413"/>
                </a:lnTo>
                <a:close/>
                <a:moveTo>
                  <a:pt x="192538" y="99606"/>
                </a:moveTo>
                <a:lnTo>
                  <a:pt x="196741" y="99606"/>
                </a:lnTo>
                <a:lnTo>
                  <a:pt x="199743" y="96603"/>
                </a:lnTo>
                <a:lnTo>
                  <a:pt x="199743" y="98972"/>
                </a:lnTo>
                <a:lnTo>
                  <a:pt x="197441" y="101273"/>
                </a:lnTo>
                <a:lnTo>
                  <a:pt x="194206" y="101273"/>
                </a:lnTo>
                <a:close/>
                <a:moveTo>
                  <a:pt x="190203" y="97271"/>
                </a:moveTo>
                <a:lnTo>
                  <a:pt x="195807" y="97271"/>
                </a:lnTo>
                <a:lnTo>
                  <a:pt x="199743" y="93334"/>
                </a:lnTo>
                <a:lnTo>
                  <a:pt x="199743" y="95503"/>
                </a:lnTo>
                <a:lnTo>
                  <a:pt x="196441" y="98805"/>
                </a:lnTo>
                <a:lnTo>
                  <a:pt x="191737" y="98805"/>
                </a:lnTo>
                <a:close/>
                <a:moveTo>
                  <a:pt x="177761" y="98805"/>
                </a:moveTo>
                <a:lnTo>
                  <a:pt x="173057" y="98805"/>
                </a:lnTo>
                <a:lnTo>
                  <a:pt x="169755" y="95503"/>
                </a:lnTo>
                <a:lnTo>
                  <a:pt x="169755" y="93334"/>
                </a:lnTo>
                <a:lnTo>
                  <a:pt x="173691" y="97271"/>
                </a:lnTo>
                <a:lnTo>
                  <a:pt x="179262" y="97271"/>
                </a:lnTo>
                <a:close/>
                <a:moveTo>
                  <a:pt x="175292" y="101273"/>
                </a:moveTo>
                <a:lnTo>
                  <a:pt x="172023" y="101273"/>
                </a:lnTo>
                <a:lnTo>
                  <a:pt x="169755" y="98972"/>
                </a:lnTo>
                <a:lnTo>
                  <a:pt x="169755" y="96603"/>
                </a:lnTo>
                <a:lnTo>
                  <a:pt x="172724" y="99606"/>
                </a:lnTo>
                <a:lnTo>
                  <a:pt x="176960" y="99606"/>
                </a:lnTo>
                <a:close/>
                <a:moveTo>
                  <a:pt x="173191" y="103375"/>
                </a:moveTo>
                <a:lnTo>
                  <a:pt x="171156" y="103375"/>
                </a:lnTo>
                <a:lnTo>
                  <a:pt x="169755" y="101941"/>
                </a:lnTo>
                <a:lnTo>
                  <a:pt x="169755" y="100106"/>
                </a:lnTo>
                <a:lnTo>
                  <a:pt x="171723" y="102074"/>
                </a:lnTo>
                <a:lnTo>
                  <a:pt x="174492" y="102074"/>
                </a:lnTo>
                <a:close/>
                <a:moveTo>
                  <a:pt x="172957" y="109413"/>
                </a:moveTo>
                <a:lnTo>
                  <a:pt x="172957" y="110814"/>
                </a:lnTo>
                <a:lnTo>
                  <a:pt x="170289" y="108178"/>
                </a:lnTo>
                <a:lnTo>
                  <a:pt x="174025" y="108178"/>
                </a:lnTo>
                <a:lnTo>
                  <a:pt x="173057" y="109146"/>
                </a:lnTo>
                <a:close/>
                <a:moveTo>
                  <a:pt x="165619" y="109146"/>
                </a:moveTo>
                <a:lnTo>
                  <a:pt x="164651" y="108178"/>
                </a:lnTo>
                <a:lnTo>
                  <a:pt x="168387" y="108178"/>
                </a:lnTo>
                <a:lnTo>
                  <a:pt x="165752" y="110814"/>
                </a:lnTo>
                <a:lnTo>
                  <a:pt x="165752" y="109413"/>
                </a:lnTo>
                <a:close/>
                <a:moveTo>
                  <a:pt x="161749" y="99606"/>
                </a:moveTo>
                <a:lnTo>
                  <a:pt x="165786" y="99606"/>
                </a:lnTo>
                <a:lnTo>
                  <a:pt x="165952" y="99606"/>
                </a:lnTo>
                <a:lnTo>
                  <a:pt x="168954" y="96603"/>
                </a:lnTo>
                <a:lnTo>
                  <a:pt x="168954" y="98972"/>
                </a:lnTo>
                <a:lnTo>
                  <a:pt x="166653" y="101273"/>
                </a:lnTo>
                <a:lnTo>
                  <a:pt x="163417" y="101273"/>
                </a:lnTo>
                <a:close/>
                <a:moveTo>
                  <a:pt x="159414" y="97271"/>
                </a:moveTo>
                <a:lnTo>
                  <a:pt x="164852" y="97271"/>
                </a:lnTo>
                <a:lnTo>
                  <a:pt x="164985" y="97271"/>
                </a:lnTo>
                <a:lnTo>
                  <a:pt x="168954" y="93334"/>
                </a:lnTo>
                <a:lnTo>
                  <a:pt x="168954" y="95503"/>
                </a:lnTo>
                <a:lnTo>
                  <a:pt x="165619" y="98805"/>
                </a:lnTo>
                <a:lnTo>
                  <a:pt x="160949" y="98805"/>
                </a:lnTo>
                <a:close/>
                <a:moveTo>
                  <a:pt x="142135" y="109413"/>
                </a:moveTo>
                <a:lnTo>
                  <a:pt x="142135" y="110814"/>
                </a:lnTo>
                <a:lnTo>
                  <a:pt x="139500" y="108178"/>
                </a:lnTo>
                <a:lnTo>
                  <a:pt x="143236" y="108178"/>
                </a:lnTo>
                <a:lnTo>
                  <a:pt x="142269" y="109146"/>
                </a:lnTo>
                <a:close/>
                <a:moveTo>
                  <a:pt x="134830" y="109146"/>
                </a:moveTo>
                <a:lnTo>
                  <a:pt x="133863" y="108178"/>
                </a:lnTo>
                <a:lnTo>
                  <a:pt x="137599" y="108178"/>
                </a:lnTo>
                <a:lnTo>
                  <a:pt x="134964" y="110814"/>
                </a:lnTo>
                <a:lnTo>
                  <a:pt x="134964" y="109413"/>
                </a:lnTo>
                <a:close/>
                <a:moveTo>
                  <a:pt x="130927" y="99606"/>
                </a:moveTo>
                <a:lnTo>
                  <a:pt x="135164" y="99606"/>
                </a:lnTo>
                <a:lnTo>
                  <a:pt x="138166" y="96603"/>
                </a:lnTo>
                <a:lnTo>
                  <a:pt x="138166" y="98972"/>
                </a:lnTo>
                <a:lnTo>
                  <a:pt x="135864" y="101273"/>
                </a:lnTo>
                <a:lnTo>
                  <a:pt x="132629" y="101273"/>
                </a:lnTo>
                <a:close/>
                <a:moveTo>
                  <a:pt x="128626" y="97271"/>
                </a:moveTo>
                <a:lnTo>
                  <a:pt x="134196" y="97271"/>
                </a:lnTo>
                <a:lnTo>
                  <a:pt x="138166" y="93334"/>
                </a:lnTo>
                <a:lnTo>
                  <a:pt x="138166" y="95503"/>
                </a:lnTo>
                <a:lnTo>
                  <a:pt x="134830" y="98805"/>
                </a:lnTo>
                <a:lnTo>
                  <a:pt x="130160" y="98805"/>
                </a:lnTo>
                <a:close/>
                <a:moveTo>
                  <a:pt x="116150" y="98805"/>
                </a:moveTo>
                <a:lnTo>
                  <a:pt x="111480" y="98805"/>
                </a:lnTo>
                <a:lnTo>
                  <a:pt x="108144" y="95503"/>
                </a:lnTo>
                <a:lnTo>
                  <a:pt x="108144" y="93334"/>
                </a:lnTo>
                <a:lnTo>
                  <a:pt x="112114" y="97271"/>
                </a:lnTo>
                <a:lnTo>
                  <a:pt x="117685" y="97271"/>
                </a:lnTo>
                <a:close/>
                <a:moveTo>
                  <a:pt x="113682" y="101273"/>
                </a:moveTo>
                <a:lnTo>
                  <a:pt x="110446" y="101273"/>
                </a:lnTo>
                <a:lnTo>
                  <a:pt x="108144" y="98972"/>
                </a:lnTo>
                <a:lnTo>
                  <a:pt x="108144" y="96603"/>
                </a:lnTo>
                <a:lnTo>
                  <a:pt x="111147" y="99606"/>
                </a:lnTo>
                <a:lnTo>
                  <a:pt x="115383" y="99606"/>
                </a:lnTo>
                <a:close/>
                <a:moveTo>
                  <a:pt x="111580" y="103375"/>
                </a:moveTo>
                <a:lnTo>
                  <a:pt x="109579" y="103375"/>
                </a:lnTo>
                <a:lnTo>
                  <a:pt x="108144" y="101941"/>
                </a:lnTo>
                <a:lnTo>
                  <a:pt x="108144" y="100106"/>
                </a:lnTo>
                <a:lnTo>
                  <a:pt x="110112" y="102074"/>
                </a:lnTo>
                <a:lnTo>
                  <a:pt x="112914" y="102074"/>
                </a:lnTo>
                <a:close/>
                <a:moveTo>
                  <a:pt x="111347" y="109413"/>
                </a:moveTo>
                <a:lnTo>
                  <a:pt x="111347" y="110814"/>
                </a:lnTo>
                <a:lnTo>
                  <a:pt x="108711" y="108178"/>
                </a:lnTo>
                <a:lnTo>
                  <a:pt x="112447" y="108178"/>
                </a:lnTo>
                <a:lnTo>
                  <a:pt x="111480" y="109146"/>
                </a:lnTo>
                <a:close/>
                <a:moveTo>
                  <a:pt x="104041" y="109146"/>
                </a:moveTo>
                <a:lnTo>
                  <a:pt x="103074" y="108178"/>
                </a:lnTo>
                <a:lnTo>
                  <a:pt x="106810" y="108178"/>
                </a:lnTo>
                <a:lnTo>
                  <a:pt x="104175" y="110814"/>
                </a:lnTo>
                <a:lnTo>
                  <a:pt x="104175" y="109413"/>
                </a:lnTo>
                <a:close/>
                <a:moveTo>
                  <a:pt x="100139" y="99606"/>
                </a:moveTo>
                <a:lnTo>
                  <a:pt x="104208" y="99606"/>
                </a:lnTo>
                <a:lnTo>
                  <a:pt x="104375" y="99606"/>
                </a:lnTo>
                <a:lnTo>
                  <a:pt x="107377" y="96603"/>
                </a:lnTo>
                <a:lnTo>
                  <a:pt x="107377" y="98972"/>
                </a:lnTo>
                <a:lnTo>
                  <a:pt x="105076" y="101273"/>
                </a:lnTo>
                <a:lnTo>
                  <a:pt x="101807" y="101273"/>
                </a:lnTo>
                <a:close/>
                <a:moveTo>
                  <a:pt x="97837" y="97271"/>
                </a:moveTo>
                <a:lnTo>
                  <a:pt x="103241" y="97271"/>
                </a:lnTo>
                <a:lnTo>
                  <a:pt x="103408" y="97271"/>
                </a:lnTo>
                <a:lnTo>
                  <a:pt x="107344" y="93334"/>
                </a:lnTo>
                <a:lnTo>
                  <a:pt x="107344" y="95503"/>
                </a:lnTo>
                <a:lnTo>
                  <a:pt x="104041" y="98805"/>
                </a:lnTo>
                <a:lnTo>
                  <a:pt x="99371" y="98805"/>
                </a:lnTo>
                <a:close/>
                <a:moveTo>
                  <a:pt x="80558" y="109413"/>
                </a:moveTo>
                <a:lnTo>
                  <a:pt x="80558" y="110814"/>
                </a:lnTo>
                <a:lnTo>
                  <a:pt x="77923" y="108178"/>
                </a:lnTo>
                <a:lnTo>
                  <a:pt x="81659" y="108178"/>
                </a:lnTo>
                <a:lnTo>
                  <a:pt x="80691" y="109146"/>
                </a:lnTo>
                <a:close/>
                <a:moveTo>
                  <a:pt x="73253" y="109146"/>
                </a:moveTo>
                <a:lnTo>
                  <a:pt x="72285" y="108178"/>
                </a:lnTo>
                <a:lnTo>
                  <a:pt x="76021" y="108178"/>
                </a:lnTo>
                <a:lnTo>
                  <a:pt x="73386" y="110814"/>
                </a:lnTo>
                <a:lnTo>
                  <a:pt x="73386" y="109413"/>
                </a:lnTo>
                <a:close/>
                <a:moveTo>
                  <a:pt x="69350" y="99606"/>
                </a:moveTo>
                <a:lnTo>
                  <a:pt x="73586" y="99606"/>
                </a:lnTo>
                <a:lnTo>
                  <a:pt x="76589" y="96603"/>
                </a:lnTo>
                <a:lnTo>
                  <a:pt x="76589" y="98972"/>
                </a:lnTo>
                <a:lnTo>
                  <a:pt x="74287" y="101273"/>
                </a:lnTo>
                <a:lnTo>
                  <a:pt x="71018" y="101273"/>
                </a:lnTo>
                <a:close/>
                <a:moveTo>
                  <a:pt x="67048" y="97271"/>
                </a:moveTo>
                <a:lnTo>
                  <a:pt x="72619" y="97271"/>
                </a:lnTo>
                <a:lnTo>
                  <a:pt x="76589" y="93334"/>
                </a:lnTo>
                <a:lnTo>
                  <a:pt x="76589" y="95503"/>
                </a:lnTo>
                <a:lnTo>
                  <a:pt x="73253" y="98805"/>
                </a:lnTo>
                <a:lnTo>
                  <a:pt x="68583" y="98805"/>
                </a:lnTo>
                <a:close/>
                <a:moveTo>
                  <a:pt x="54573" y="98805"/>
                </a:moveTo>
                <a:lnTo>
                  <a:pt x="49903" y="98805"/>
                </a:lnTo>
                <a:lnTo>
                  <a:pt x="46567" y="95503"/>
                </a:lnTo>
                <a:lnTo>
                  <a:pt x="46567" y="93334"/>
                </a:lnTo>
                <a:lnTo>
                  <a:pt x="50537" y="97271"/>
                </a:lnTo>
                <a:lnTo>
                  <a:pt x="56107" y="97271"/>
                </a:lnTo>
                <a:close/>
                <a:moveTo>
                  <a:pt x="52104" y="101273"/>
                </a:moveTo>
                <a:lnTo>
                  <a:pt x="48869" y="101273"/>
                </a:lnTo>
                <a:lnTo>
                  <a:pt x="46567" y="98972"/>
                </a:lnTo>
                <a:lnTo>
                  <a:pt x="46567" y="96603"/>
                </a:lnTo>
                <a:lnTo>
                  <a:pt x="49569" y="99606"/>
                </a:lnTo>
                <a:lnTo>
                  <a:pt x="53806" y="99606"/>
                </a:lnTo>
                <a:close/>
                <a:moveTo>
                  <a:pt x="50003" y="103375"/>
                </a:moveTo>
                <a:lnTo>
                  <a:pt x="48001" y="103375"/>
                </a:lnTo>
                <a:lnTo>
                  <a:pt x="46567" y="101941"/>
                </a:lnTo>
                <a:lnTo>
                  <a:pt x="46567" y="100106"/>
                </a:lnTo>
                <a:lnTo>
                  <a:pt x="48535" y="102074"/>
                </a:lnTo>
                <a:lnTo>
                  <a:pt x="51337" y="102074"/>
                </a:lnTo>
                <a:close/>
                <a:moveTo>
                  <a:pt x="49769" y="109413"/>
                </a:moveTo>
                <a:lnTo>
                  <a:pt x="49769" y="110814"/>
                </a:lnTo>
                <a:lnTo>
                  <a:pt x="47134" y="108178"/>
                </a:lnTo>
                <a:lnTo>
                  <a:pt x="50870" y="108178"/>
                </a:lnTo>
                <a:lnTo>
                  <a:pt x="49903" y="109146"/>
                </a:lnTo>
                <a:close/>
                <a:moveTo>
                  <a:pt x="42464" y="109146"/>
                </a:moveTo>
                <a:lnTo>
                  <a:pt x="41497" y="108178"/>
                </a:lnTo>
                <a:lnTo>
                  <a:pt x="45233" y="108178"/>
                </a:lnTo>
                <a:lnTo>
                  <a:pt x="42564" y="110814"/>
                </a:lnTo>
                <a:lnTo>
                  <a:pt x="42564" y="109413"/>
                </a:lnTo>
                <a:close/>
                <a:moveTo>
                  <a:pt x="38561" y="99606"/>
                </a:moveTo>
                <a:lnTo>
                  <a:pt x="42631" y="99606"/>
                </a:lnTo>
                <a:lnTo>
                  <a:pt x="42798" y="99606"/>
                </a:lnTo>
                <a:lnTo>
                  <a:pt x="45800" y="96603"/>
                </a:lnTo>
                <a:lnTo>
                  <a:pt x="45800" y="98972"/>
                </a:lnTo>
                <a:lnTo>
                  <a:pt x="43498" y="101273"/>
                </a:lnTo>
                <a:lnTo>
                  <a:pt x="40229" y="101273"/>
                </a:lnTo>
                <a:close/>
                <a:moveTo>
                  <a:pt x="36260" y="97271"/>
                </a:moveTo>
                <a:lnTo>
                  <a:pt x="41664" y="97271"/>
                </a:lnTo>
                <a:lnTo>
                  <a:pt x="41830" y="97271"/>
                </a:lnTo>
                <a:lnTo>
                  <a:pt x="45767" y="93334"/>
                </a:lnTo>
                <a:lnTo>
                  <a:pt x="45767" y="95503"/>
                </a:lnTo>
                <a:lnTo>
                  <a:pt x="42464" y="98805"/>
                </a:lnTo>
                <a:lnTo>
                  <a:pt x="37761" y="98805"/>
                </a:lnTo>
                <a:close/>
                <a:moveTo>
                  <a:pt x="18981" y="109413"/>
                </a:moveTo>
                <a:lnTo>
                  <a:pt x="18981" y="110814"/>
                </a:lnTo>
                <a:lnTo>
                  <a:pt x="16346" y="108178"/>
                </a:lnTo>
                <a:lnTo>
                  <a:pt x="20082" y="108178"/>
                </a:lnTo>
                <a:lnTo>
                  <a:pt x="19114" y="109146"/>
                </a:lnTo>
                <a:close/>
                <a:moveTo>
                  <a:pt x="11675" y="109146"/>
                </a:moveTo>
                <a:lnTo>
                  <a:pt x="10675" y="108178"/>
                </a:lnTo>
                <a:lnTo>
                  <a:pt x="14444" y="108178"/>
                </a:lnTo>
                <a:lnTo>
                  <a:pt x="11776" y="110814"/>
                </a:lnTo>
                <a:lnTo>
                  <a:pt x="11776" y="109413"/>
                </a:lnTo>
                <a:close/>
                <a:moveTo>
                  <a:pt x="15778" y="103075"/>
                </a:moveTo>
                <a:lnTo>
                  <a:pt x="16879" y="104175"/>
                </a:lnTo>
                <a:lnTo>
                  <a:pt x="17046" y="104175"/>
                </a:lnTo>
                <a:lnTo>
                  <a:pt x="18414" y="104175"/>
                </a:lnTo>
                <a:lnTo>
                  <a:pt x="15778" y="106811"/>
                </a:lnTo>
                <a:close/>
                <a:moveTo>
                  <a:pt x="14978" y="106811"/>
                </a:moveTo>
                <a:lnTo>
                  <a:pt x="12343" y="104175"/>
                </a:lnTo>
                <a:lnTo>
                  <a:pt x="13744" y="104175"/>
                </a:lnTo>
                <a:lnTo>
                  <a:pt x="14011" y="104042"/>
                </a:lnTo>
                <a:lnTo>
                  <a:pt x="14978" y="103075"/>
                </a:lnTo>
                <a:close/>
                <a:moveTo>
                  <a:pt x="14978" y="101941"/>
                </a:moveTo>
                <a:lnTo>
                  <a:pt x="13577" y="103375"/>
                </a:lnTo>
                <a:lnTo>
                  <a:pt x="11542" y="103375"/>
                </a:lnTo>
                <a:lnTo>
                  <a:pt x="10241" y="102074"/>
                </a:lnTo>
                <a:lnTo>
                  <a:pt x="13010" y="102074"/>
                </a:lnTo>
                <a:lnTo>
                  <a:pt x="14978" y="100106"/>
                </a:lnTo>
                <a:lnTo>
                  <a:pt x="14978" y="101941"/>
                </a:lnTo>
                <a:close/>
                <a:moveTo>
                  <a:pt x="11776" y="104743"/>
                </a:moveTo>
                <a:lnTo>
                  <a:pt x="14411" y="107378"/>
                </a:lnTo>
                <a:lnTo>
                  <a:pt x="10675" y="107378"/>
                </a:lnTo>
                <a:lnTo>
                  <a:pt x="11776" y="106277"/>
                </a:lnTo>
                <a:lnTo>
                  <a:pt x="11776" y="104743"/>
                </a:lnTo>
                <a:close/>
                <a:moveTo>
                  <a:pt x="14978" y="108712"/>
                </a:moveTo>
                <a:lnTo>
                  <a:pt x="14978" y="112448"/>
                </a:lnTo>
                <a:lnTo>
                  <a:pt x="14011" y="111481"/>
                </a:lnTo>
                <a:lnTo>
                  <a:pt x="13744" y="111381"/>
                </a:lnTo>
                <a:lnTo>
                  <a:pt x="12343" y="111381"/>
                </a:lnTo>
                <a:close/>
                <a:moveTo>
                  <a:pt x="15778" y="108712"/>
                </a:moveTo>
                <a:lnTo>
                  <a:pt x="18414" y="111381"/>
                </a:lnTo>
                <a:lnTo>
                  <a:pt x="16879" y="111381"/>
                </a:lnTo>
                <a:lnTo>
                  <a:pt x="15778" y="112448"/>
                </a:lnTo>
                <a:close/>
                <a:moveTo>
                  <a:pt x="16346" y="107378"/>
                </a:moveTo>
                <a:lnTo>
                  <a:pt x="18981" y="104743"/>
                </a:lnTo>
                <a:lnTo>
                  <a:pt x="18981" y="106277"/>
                </a:lnTo>
                <a:lnTo>
                  <a:pt x="20082" y="107378"/>
                </a:lnTo>
                <a:close/>
                <a:moveTo>
                  <a:pt x="19214" y="103375"/>
                </a:moveTo>
                <a:lnTo>
                  <a:pt x="17213" y="103375"/>
                </a:lnTo>
                <a:lnTo>
                  <a:pt x="15778" y="101941"/>
                </a:lnTo>
                <a:lnTo>
                  <a:pt x="15778" y="100106"/>
                </a:lnTo>
                <a:lnTo>
                  <a:pt x="17747" y="102074"/>
                </a:lnTo>
                <a:lnTo>
                  <a:pt x="17913" y="102074"/>
                </a:lnTo>
                <a:lnTo>
                  <a:pt x="20515" y="102074"/>
                </a:lnTo>
                <a:close/>
                <a:moveTo>
                  <a:pt x="21316" y="101273"/>
                </a:moveTo>
                <a:lnTo>
                  <a:pt x="18080" y="101273"/>
                </a:lnTo>
                <a:lnTo>
                  <a:pt x="15778" y="98972"/>
                </a:lnTo>
                <a:lnTo>
                  <a:pt x="15778" y="96603"/>
                </a:lnTo>
                <a:lnTo>
                  <a:pt x="18781" y="99606"/>
                </a:lnTo>
                <a:lnTo>
                  <a:pt x="18914" y="99606"/>
                </a:lnTo>
                <a:lnTo>
                  <a:pt x="22984" y="99606"/>
                </a:lnTo>
                <a:close/>
                <a:moveTo>
                  <a:pt x="23784" y="98805"/>
                </a:moveTo>
                <a:lnTo>
                  <a:pt x="19081" y="98805"/>
                </a:lnTo>
                <a:lnTo>
                  <a:pt x="15778" y="95503"/>
                </a:lnTo>
                <a:lnTo>
                  <a:pt x="15778" y="93334"/>
                </a:lnTo>
                <a:lnTo>
                  <a:pt x="19715" y="97271"/>
                </a:lnTo>
                <a:lnTo>
                  <a:pt x="19881" y="97271"/>
                </a:lnTo>
                <a:lnTo>
                  <a:pt x="25319" y="97271"/>
                </a:lnTo>
                <a:close/>
                <a:moveTo>
                  <a:pt x="11675" y="47568"/>
                </a:moveTo>
                <a:lnTo>
                  <a:pt x="10675" y="46568"/>
                </a:lnTo>
                <a:lnTo>
                  <a:pt x="14444" y="46568"/>
                </a:lnTo>
                <a:lnTo>
                  <a:pt x="11776" y="49236"/>
                </a:lnTo>
                <a:lnTo>
                  <a:pt x="11776" y="47835"/>
                </a:lnTo>
                <a:close/>
                <a:moveTo>
                  <a:pt x="11776" y="13744"/>
                </a:moveTo>
                <a:lnTo>
                  <a:pt x="11776" y="12343"/>
                </a:lnTo>
                <a:lnTo>
                  <a:pt x="14411" y="15012"/>
                </a:lnTo>
                <a:lnTo>
                  <a:pt x="10675" y="15012"/>
                </a:lnTo>
                <a:lnTo>
                  <a:pt x="11675" y="14011"/>
                </a:lnTo>
                <a:close/>
                <a:moveTo>
                  <a:pt x="19114" y="14011"/>
                </a:moveTo>
                <a:lnTo>
                  <a:pt x="20082" y="15012"/>
                </a:lnTo>
                <a:lnTo>
                  <a:pt x="16346" y="15012"/>
                </a:lnTo>
                <a:lnTo>
                  <a:pt x="18981" y="12343"/>
                </a:lnTo>
                <a:lnTo>
                  <a:pt x="18981" y="13744"/>
                </a:lnTo>
                <a:close/>
                <a:moveTo>
                  <a:pt x="18981" y="18447"/>
                </a:moveTo>
                <a:lnTo>
                  <a:pt x="16346" y="15779"/>
                </a:lnTo>
                <a:lnTo>
                  <a:pt x="20082" y="15779"/>
                </a:lnTo>
                <a:lnTo>
                  <a:pt x="18981" y="16880"/>
                </a:lnTo>
                <a:lnTo>
                  <a:pt x="18981" y="18447"/>
                </a:lnTo>
                <a:close/>
                <a:moveTo>
                  <a:pt x="18414" y="18981"/>
                </a:moveTo>
                <a:lnTo>
                  <a:pt x="17046" y="18981"/>
                </a:lnTo>
                <a:lnTo>
                  <a:pt x="16879" y="18981"/>
                </a:lnTo>
                <a:lnTo>
                  <a:pt x="15778" y="20082"/>
                </a:lnTo>
                <a:lnTo>
                  <a:pt x="15778" y="16346"/>
                </a:lnTo>
                <a:close/>
                <a:moveTo>
                  <a:pt x="15778" y="14445"/>
                </a:moveTo>
                <a:lnTo>
                  <a:pt x="15778" y="10709"/>
                </a:lnTo>
                <a:lnTo>
                  <a:pt x="16879" y="11776"/>
                </a:lnTo>
                <a:lnTo>
                  <a:pt x="18414" y="11776"/>
                </a:lnTo>
                <a:close/>
                <a:moveTo>
                  <a:pt x="14978" y="14445"/>
                </a:moveTo>
                <a:lnTo>
                  <a:pt x="12343" y="11776"/>
                </a:lnTo>
                <a:lnTo>
                  <a:pt x="13744" y="11776"/>
                </a:lnTo>
                <a:lnTo>
                  <a:pt x="14011" y="11676"/>
                </a:lnTo>
                <a:lnTo>
                  <a:pt x="14978" y="10709"/>
                </a:lnTo>
                <a:close/>
                <a:moveTo>
                  <a:pt x="14444" y="15779"/>
                </a:moveTo>
                <a:lnTo>
                  <a:pt x="11776" y="18414"/>
                </a:lnTo>
                <a:lnTo>
                  <a:pt x="11776" y="16880"/>
                </a:lnTo>
                <a:lnTo>
                  <a:pt x="10675" y="15779"/>
                </a:lnTo>
                <a:close/>
                <a:moveTo>
                  <a:pt x="14978" y="16346"/>
                </a:moveTo>
                <a:lnTo>
                  <a:pt x="14978" y="20082"/>
                </a:lnTo>
                <a:lnTo>
                  <a:pt x="14011" y="19115"/>
                </a:lnTo>
                <a:lnTo>
                  <a:pt x="13744" y="18981"/>
                </a:lnTo>
                <a:lnTo>
                  <a:pt x="12343" y="18981"/>
                </a:lnTo>
                <a:close/>
                <a:moveTo>
                  <a:pt x="15778" y="21216"/>
                </a:moveTo>
                <a:lnTo>
                  <a:pt x="17213" y="19782"/>
                </a:lnTo>
                <a:lnTo>
                  <a:pt x="19214" y="19782"/>
                </a:lnTo>
                <a:lnTo>
                  <a:pt x="20515" y="21083"/>
                </a:lnTo>
                <a:lnTo>
                  <a:pt x="17913" y="21083"/>
                </a:lnTo>
                <a:lnTo>
                  <a:pt x="17747" y="21083"/>
                </a:lnTo>
                <a:lnTo>
                  <a:pt x="15778" y="23051"/>
                </a:lnTo>
                <a:close/>
                <a:moveTo>
                  <a:pt x="18080" y="21883"/>
                </a:moveTo>
                <a:lnTo>
                  <a:pt x="21316" y="21883"/>
                </a:lnTo>
                <a:lnTo>
                  <a:pt x="23017" y="23551"/>
                </a:lnTo>
                <a:lnTo>
                  <a:pt x="18947" y="23551"/>
                </a:lnTo>
                <a:lnTo>
                  <a:pt x="18781" y="23551"/>
                </a:lnTo>
                <a:lnTo>
                  <a:pt x="15778" y="26553"/>
                </a:lnTo>
                <a:lnTo>
                  <a:pt x="15778" y="24185"/>
                </a:lnTo>
                <a:close/>
                <a:moveTo>
                  <a:pt x="19081" y="24352"/>
                </a:moveTo>
                <a:lnTo>
                  <a:pt x="23784" y="24352"/>
                </a:lnTo>
                <a:lnTo>
                  <a:pt x="25319" y="25886"/>
                </a:lnTo>
                <a:lnTo>
                  <a:pt x="19881" y="25886"/>
                </a:lnTo>
                <a:lnTo>
                  <a:pt x="19748" y="25886"/>
                </a:lnTo>
                <a:lnTo>
                  <a:pt x="15778" y="29822"/>
                </a:lnTo>
                <a:lnTo>
                  <a:pt x="15778" y="27654"/>
                </a:lnTo>
                <a:close/>
                <a:moveTo>
                  <a:pt x="42564" y="13744"/>
                </a:moveTo>
                <a:lnTo>
                  <a:pt x="42564" y="12343"/>
                </a:lnTo>
                <a:lnTo>
                  <a:pt x="45233" y="15012"/>
                </a:lnTo>
                <a:lnTo>
                  <a:pt x="41497" y="15012"/>
                </a:lnTo>
                <a:lnTo>
                  <a:pt x="42464" y="14011"/>
                </a:lnTo>
                <a:close/>
                <a:moveTo>
                  <a:pt x="49903" y="14011"/>
                </a:moveTo>
                <a:lnTo>
                  <a:pt x="50870" y="15012"/>
                </a:lnTo>
                <a:lnTo>
                  <a:pt x="47134" y="15012"/>
                </a:lnTo>
                <a:lnTo>
                  <a:pt x="49769" y="12343"/>
                </a:lnTo>
                <a:lnTo>
                  <a:pt x="49769" y="13744"/>
                </a:lnTo>
                <a:close/>
                <a:moveTo>
                  <a:pt x="53772" y="23551"/>
                </a:moveTo>
                <a:lnTo>
                  <a:pt x="49569" y="23551"/>
                </a:lnTo>
                <a:lnTo>
                  <a:pt x="46567" y="26553"/>
                </a:lnTo>
                <a:lnTo>
                  <a:pt x="46567" y="24185"/>
                </a:lnTo>
                <a:lnTo>
                  <a:pt x="48869" y="21883"/>
                </a:lnTo>
                <a:lnTo>
                  <a:pt x="52104" y="21883"/>
                </a:lnTo>
                <a:close/>
                <a:moveTo>
                  <a:pt x="56107" y="25886"/>
                </a:moveTo>
                <a:lnTo>
                  <a:pt x="50537" y="25886"/>
                </a:lnTo>
                <a:lnTo>
                  <a:pt x="46567" y="29822"/>
                </a:lnTo>
                <a:lnTo>
                  <a:pt x="46567" y="27654"/>
                </a:lnTo>
                <a:lnTo>
                  <a:pt x="49903" y="24352"/>
                </a:lnTo>
                <a:lnTo>
                  <a:pt x="54573" y="24352"/>
                </a:lnTo>
                <a:close/>
                <a:moveTo>
                  <a:pt x="68583" y="24352"/>
                </a:moveTo>
                <a:lnTo>
                  <a:pt x="73253" y="24352"/>
                </a:lnTo>
                <a:lnTo>
                  <a:pt x="76555" y="27654"/>
                </a:lnTo>
                <a:lnTo>
                  <a:pt x="76555" y="29822"/>
                </a:lnTo>
                <a:lnTo>
                  <a:pt x="72619" y="25886"/>
                </a:lnTo>
                <a:lnTo>
                  <a:pt x="67048" y="25886"/>
                </a:lnTo>
                <a:close/>
                <a:moveTo>
                  <a:pt x="71018" y="21883"/>
                </a:moveTo>
                <a:lnTo>
                  <a:pt x="74287" y="21883"/>
                </a:lnTo>
                <a:lnTo>
                  <a:pt x="76589" y="24185"/>
                </a:lnTo>
                <a:lnTo>
                  <a:pt x="76589" y="26553"/>
                </a:lnTo>
                <a:lnTo>
                  <a:pt x="73586" y="23551"/>
                </a:lnTo>
                <a:lnTo>
                  <a:pt x="69350" y="23551"/>
                </a:lnTo>
                <a:close/>
                <a:moveTo>
                  <a:pt x="73153" y="19782"/>
                </a:moveTo>
                <a:lnTo>
                  <a:pt x="75154" y="19782"/>
                </a:lnTo>
                <a:lnTo>
                  <a:pt x="76555" y="21216"/>
                </a:lnTo>
                <a:lnTo>
                  <a:pt x="76555" y="23051"/>
                </a:lnTo>
                <a:lnTo>
                  <a:pt x="74587" y="21083"/>
                </a:lnTo>
                <a:lnTo>
                  <a:pt x="71818" y="21083"/>
                </a:lnTo>
                <a:close/>
                <a:moveTo>
                  <a:pt x="73386" y="13744"/>
                </a:moveTo>
                <a:lnTo>
                  <a:pt x="73386" y="12343"/>
                </a:lnTo>
                <a:lnTo>
                  <a:pt x="76021" y="15012"/>
                </a:lnTo>
                <a:lnTo>
                  <a:pt x="72285" y="15012"/>
                </a:lnTo>
                <a:lnTo>
                  <a:pt x="73253" y="14011"/>
                </a:lnTo>
                <a:close/>
                <a:moveTo>
                  <a:pt x="80691" y="14011"/>
                </a:moveTo>
                <a:lnTo>
                  <a:pt x="81659" y="15012"/>
                </a:lnTo>
                <a:lnTo>
                  <a:pt x="77923" y="15012"/>
                </a:lnTo>
                <a:lnTo>
                  <a:pt x="80558" y="12343"/>
                </a:lnTo>
                <a:lnTo>
                  <a:pt x="80558" y="13744"/>
                </a:lnTo>
                <a:close/>
                <a:moveTo>
                  <a:pt x="84561" y="23551"/>
                </a:moveTo>
                <a:lnTo>
                  <a:pt x="80525" y="23551"/>
                </a:lnTo>
                <a:lnTo>
                  <a:pt x="80358" y="23551"/>
                </a:lnTo>
                <a:lnTo>
                  <a:pt x="77356" y="26553"/>
                </a:lnTo>
                <a:lnTo>
                  <a:pt x="77356" y="24185"/>
                </a:lnTo>
                <a:lnTo>
                  <a:pt x="79657" y="21883"/>
                </a:lnTo>
                <a:lnTo>
                  <a:pt x="82893" y="21883"/>
                </a:lnTo>
                <a:close/>
                <a:moveTo>
                  <a:pt x="86896" y="25886"/>
                </a:moveTo>
                <a:lnTo>
                  <a:pt x="81492" y="25886"/>
                </a:lnTo>
                <a:lnTo>
                  <a:pt x="81325" y="25886"/>
                </a:lnTo>
                <a:lnTo>
                  <a:pt x="77356" y="29822"/>
                </a:lnTo>
                <a:lnTo>
                  <a:pt x="77356" y="27654"/>
                </a:lnTo>
                <a:lnTo>
                  <a:pt x="80691" y="24352"/>
                </a:lnTo>
                <a:lnTo>
                  <a:pt x="85361" y="24352"/>
                </a:lnTo>
                <a:close/>
                <a:moveTo>
                  <a:pt x="104175" y="13744"/>
                </a:moveTo>
                <a:lnTo>
                  <a:pt x="104175" y="12343"/>
                </a:lnTo>
                <a:lnTo>
                  <a:pt x="106810" y="15012"/>
                </a:lnTo>
                <a:lnTo>
                  <a:pt x="103074" y="15012"/>
                </a:lnTo>
                <a:lnTo>
                  <a:pt x="104041" y="14011"/>
                </a:lnTo>
                <a:close/>
                <a:moveTo>
                  <a:pt x="111480" y="14011"/>
                </a:moveTo>
                <a:lnTo>
                  <a:pt x="112447" y="15012"/>
                </a:lnTo>
                <a:lnTo>
                  <a:pt x="108711" y="15012"/>
                </a:lnTo>
                <a:lnTo>
                  <a:pt x="111347" y="12343"/>
                </a:lnTo>
                <a:lnTo>
                  <a:pt x="111347" y="13744"/>
                </a:lnTo>
                <a:close/>
                <a:moveTo>
                  <a:pt x="115383" y="23551"/>
                </a:moveTo>
                <a:lnTo>
                  <a:pt x="111147" y="23551"/>
                </a:lnTo>
                <a:lnTo>
                  <a:pt x="108144" y="26553"/>
                </a:lnTo>
                <a:lnTo>
                  <a:pt x="108144" y="24185"/>
                </a:lnTo>
                <a:lnTo>
                  <a:pt x="110446" y="21883"/>
                </a:lnTo>
                <a:lnTo>
                  <a:pt x="113682" y="21883"/>
                </a:lnTo>
                <a:close/>
                <a:moveTo>
                  <a:pt x="117685" y="25886"/>
                </a:moveTo>
                <a:lnTo>
                  <a:pt x="112114" y="25886"/>
                </a:lnTo>
                <a:lnTo>
                  <a:pt x="108144" y="29822"/>
                </a:lnTo>
                <a:lnTo>
                  <a:pt x="108144" y="27654"/>
                </a:lnTo>
                <a:lnTo>
                  <a:pt x="111480" y="24352"/>
                </a:lnTo>
                <a:lnTo>
                  <a:pt x="116150" y="24352"/>
                </a:lnTo>
                <a:close/>
                <a:moveTo>
                  <a:pt x="130160" y="24352"/>
                </a:moveTo>
                <a:lnTo>
                  <a:pt x="134830" y="24352"/>
                </a:lnTo>
                <a:lnTo>
                  <a:pt x="138166" y="27654"/>
                </a:lnTo>
                <a:lnTo>
                  <a:pt x="138166" y="29822"/>
                </a:lnTo>
                <a:lnTo>
                  <a:pt x="134196" y="25886"/>
                </a:lnTo>
                <a:lnTo>
                  <a:pt x="128626" y="25886"/>
                </a:lnTo>
                <a:close/>
                <a:moveTo>
                  <a:pt x="132629" y="21883"/>
                </a:moveTo>
                <a:lnTo>
                  <a:pt x="135864" y="21883"/>
                </a:lnTo>
                <a:lnTo>
                  <a:pt x="138166" y="24185"/>
                </a:lnTo>
                <a:lnTo>
                  <a:pt x="138166" y="26553"/>
                </a:lnTo>
                <a:lnTo>
                  <a:pt x="135164" y="23551"/>
                </a:lnTo>
                <a:lnTo>
                  <a:pt x="130927" y="23551"/>
                </a:lnTo>
                <a:close/>
                <a:moveTo>
                  <a:pt x="134730" y="19782"/>
                </a:moveTo>
                <a:lnTo>
                  <a:pt x="136731" y="19782"/>
                </a:lnTo>
                <a:lnTo>
                  <a:pt x="138166" y="21216"/>
                </a:lnTo>
                <a:lnTo>
                  <a:pt x="138166" y="23051"/>
                </a:lnTo>
                <a:lnTo>
                  <a:pt x="136198" y="21083"/>
                </a:lnTo>
                <a:lnTo>
                  <a:pt x="133396" y="21083"/>
                </a:lnTo>
                <a:close/>
                <a:moveTo>
                  <a:pt x="134964" y="13744"/>
                </a:moveTo>
                <a:lnTo>
                  <a:pt x="134964" y="12343"/>
                </a:lnTo>
                <a:lnTo>
                  <a:pt x="137599" y="15012"/>
                </a:lnTo>
                <a:lnTo>
                  <a:pt x="133863" y="15012"/>
                </a:lnTo>
                <a:lnTo>
                  <a:pt x="134830" y="14011"/>
                </a:lnTo>
                <a:close/>
                <a:moveTo>
                  <a:pt x="142269" y="14011"/>
                </a:moveTo>
                <a:lnTo>
                  <a:pt x="143236" y="15012"/>
                </a:lnTo>
                <a:lnTo>
                  <a:pt x="139500" y="15012"/>
                </a:lnTo>
                <a:lnTo>
                  <a:pt x="142135" y="12343"/>
                </a:lnTo>
                <a:lnTo>
                  <a:pt x="142135" y="13744"/>
                </a:lnTo>
                <a:close/>
                <a:moveTo>
                  <a:pt x="146172" y="23551"/>
                </a:moveTo>
                <a:lnTo>
                  <a:pt x="142102" y="23551"/>
                </a:lnTo>
                <a:lnTo>
                  <a:pt x="141935" y="23551"/>
                </a:lnTo>
                <a:lnTo>
                  <a:pt x="138933" y="26553"/>
                </a:lnTo>
                <a:lnTo>
                  <a:pt x="138933" y="24185"/>
                </a:lnTo>
                <a:lnTo>
                  <a:pt x="141235" y="21883"/>
                </a:lnTo>
                <a:lnTo>
                  <a:pt x="144504" y="21883"/>
                </a:lnTo>
                <a:close/>
                <a:moveTo>
                  <a:pt x="148473" y="25886"/>
                </a:moveTo>
                <a:lnTo>
                  <a:pt x="143069" y="25886"/>
                </a:lnTo>
                <a:lnTo>
                  <a:pt x="142903" y="25886"/>
                </a:lnTo>
                <a:lnTo>
                  <a:pt x="138966" y="29822"/>
                </a:lnTo>
                <a:lnTo>
                  <a:pt x="138966" y="27654"/>
                </a:lnTo>
                <a:lnTo>
                  <a:pt x="142269" y="24352"/>
                </a:lnTo>
                <a:lnTo>
                  <a:pt x="146972" y="24352"/>
                </a:lnTo>
                <a:close/>
                <a:moveTo>
                  <a:pt x="165752" y="13744"/>
                </a:moveTo>
                <a:lnTo>
                  <a:pt x="165752" y="12343"/>
                </a:lnTo>
                <a:lnTo>
                  <a:pt x="168387" y="15012"/>
                </a:lnTo>
                <a:lnTo>
                  <a:pt x="164651" y="15012"/>
                </a:lnTo>
                <a:lnTo>
                  <a:pt x="165619" y="14011"/>
                </a:lnTo>
                <a:close/>
                <a:moveTo>
                  <a:pt x="173057" y="14011"/>
                </a:moveTo>
                <a:lnTo>
                  <a:pt x="174025" y="15012"/>
                </a:lnTo>
                <a:lnTo>
                  <a:pt x="170289" y="15012"/>
                </a:lnTo>
                <a:lnTo>
                  <a:pt x="172957" y="12343"/>
                </a:lnTo>
                <a:lnTo>
                  <a:pt x="172957" y="13744"/>
                </a:lnTo>
                <a:close/>
                <a:moveTo>
                  <a:pt x="176960" y="23551"/>
                </a:moveTo>
                <a:lnTo>
                  <a:pt x="172724" y="23551"/>
                </a:lnTo>
                <a:lnTo>
                  <a:pt x="169722" y="26553"/>
                </a:lnTo>
                <a:lnTo>
                  <a:pt x="169722" y="24185"/>
                </a:lnTo>
                <a:lnTo>
                  <a:pt x="172023" y="21883"/>
                </a:lnTo>
                <a:lnTo>
                  <a:pt x="175292" y="21883"/>
                </a:lnTo>
                <a:close/>
                <a:moveTo>
                  <a:pt x="179262" y="25886"/>
                </a:moveTo>
                <a:lnTo>
                  <a:pt x="173691" y="25886"/>
                </a:lnTo>
                <a:lnTo>
                  <a:pt x="169755" y="29822"/>
                </a:lnTo>
                <a:lnTo>
                  <a:pt x="169755" y="27654"/>
                </a:lnTo>
                <a:lnTo>
                  <a:pt x="173057" y="24352"/>
                </a:lnTo>
                <a:lnTo>
                  <a:pt x="177727" y="24352"/>
                </a:lnTo>
                <a:close/>
                <a:moveTo>
                  <a:pt x="191737" y="24352"/>
                </a:moveTo>
                <a:lnTo>
                  <a:pt x="196441" y="24352"/>
                </a:lnTo>
                <a:lnTo>
                  <a:pt x="199743" y="27654"/>
                </a:lnTo>
                <a:lnTo>
                  <a:pt x="199743" y="29822"/>
                </a:lnTo>
                <a:lnTo>
                  <a:pt x="195807" y="25886"/>
                </a:lnTo>
                <a:lnTo>
                  <a:pt x="190203" y="25886"/>
                </a:lnTo>
                <a:close/>
                <a:moveTo>
                  <a:pt x="194206" y="21883"/>
                </a:moveTo>
                <a:lnTo>
                  <a:pt x="197441" y="21883"/>
                </a:lnTo>
                <a:lnTo>
                  <a:pt x="199743" y="24185"/>
                </a:lnTo>
                <a:lnTo>
                  <a:pt x="199743" y="26553"/>
                </a:lnTo>
                <a:lnTo>
                  <a:pt x="196741" y="23551"/>
                </a:lnTo>
                <a:lnTo>
                  <a:pt x="192538" y="23551"/>
                </a:lnTo>
                <a:close/>
                <a:moveTo>
                  <a:pt x="196307" y="19782"/>
                </a:moveTo>
                <a:lnTo>
                  <a:pt x="198309" y="19782"/>
                </a:lnTo>
                <a:lnTo>
                  <a:pt x="199743" y="21216"/>
                </a:lnTo>
                <a:lnTo>
                  <a:pt x="199743" y="23051"/>
                </a:lnTo>
                <a:lnTo>
                  <a:pt x="197775" y="21083"/>
                </a:lnTo>
                <a:lnTo>
                  <a:pt x="195006" y="21083"/>
                </a:lnTo>
                <a:close/>
                <a:moveTo>
                  <a:pt x="196541" y="13744"/>
                </a:moveTo>
                <a:lnTo>
                  <a:pt x="196541" y="12343"/>
                </a:lnTo>
                <a:lnTo>
                  <a:pt x="199176" y="15012"/>
                </a:lnTo>
                <a:lnTo>
                  <a:pt x="195440" y="15012"/>
                </a:lnTo>
                <a:lnTo>
                  <a:pt x="196407" y="14011"/>
                </a:lnTo>
                <a:close/>
                <a:moveTo>
                  <a:pt x="203846" y="14011"/>
                </a:moveTo>
                <a:lnTo>
                  <a:pt x="204847" y="15012"/>
                </a:lnTo>
                <a:lnTo>
                  <a:pt x="201077" y="15012"/>
                </a:lnTo>
                <a:lnTo>
                  <a:pt x="203746" y="12343"/>
                </a:lnTo>
                <a:lnTo>
                  <a:pt x="203746" y="13744"/>
                </a:lnTo>
                <a:close/>
                <a:moveTo>
                  <a:pt x="207749" y="23551"/>
                </a:moveTo>
                <a:lnTo>
                  <a:pt x="203679" y="23551"/>
                </a:lnTo>
                <a:lnTo>
                  <a:pt x="203512" y="23551"/>
                </a:lnTo>
                <a:lnTo>
                  <a:pt x="200544" y="26553"/>
                </a:lnTo>
                <a:lnTo>
                  <a:pt x="200544" y="24185"/>
                </a:lnTo>
                <a:lnTo>
                  <a:pt x="202812" y="21883"/>
                </a:lnTo>
                <a:lnTo>
                  <a:pt x="206081" y="21883"/>
                </a:lnTo>
                <a:close/>
                <a:moveTo>
                  <a:pt x="210084" y="25886"/>
                </a:moveTo>
                <a:lnTo>
                  <a:pt x="204647" y="25886"/>
                </a:lnTo>
                <a:lnTo>
                  <a:pt x="204480" y="25886"/>
                </a:lnTo>
                <a:lnTo>
                  <a:pt x="200544" y="29822"/>
                </a:lnTo>
                <a:lnTo>
                  <a:pt x="200544" y="27654"/>
                </a:lnTo>
                <a:lnTo>
                  <a:pt x="203846" y="24352"/>
                </a:lnTo>
                <a:lnTo>
                  <a:pt x="208549" y="24352"/>
                </a:lnTo>
                <a:close/>
                <a:moveTo>
                  <a:pt x="224427" y="40263"/>
                </a:moveTo>
                <a:lnTo>
                  <a:pt x="224427" y="43499"/>
                </a:lnTo>
                <a:lnTo>
                  <a:pt x="222126" y="45800"/>
                </a:lnTo>
                <a:lnTo>
                  <a:pt x="219757" y="45800"/>
                </a:lnTo>
                <a:lnTo>
                  <a:pt x="222760" y="42798"/>
                </a:lnTo>
                <a:lnTo>
                  <a:pt x="222760" y="38562"/>
                </a:lnTo>
                <a:close/>
                <a:moveTo>
                  <a:pt x="226529" y="42365"/>
                </a:moveTo>
                <a:lnTo>
                  <a:pt x="226529" y="44366"/>
                </a:lnTo>
                <a:lnTo>
                  <a:pt x="225128" y="45800"/>
                </a:lnTo>
                <a:lnTo>
                  <a:pt x="223260" y="45800"/>
                </a:lnTo>
                <a:lnTo>
                  <a:pt x="225228" y="43832"/>
                </a:lnTo>
                <a:lnTo>
                  <a:pt x="225228" y="41030"/>
                </a:lnTo>
                <a:close/>
                <a:moveTo>
                  <a:pt x="222760" y="53806"/>
                </a:moveTo>
                <a:lnTo>
                  <a:pt x="222760" y="49570"/>
                </a:lnTo>
                <a:lnTo>
                  <a:pt x="219757" y="46568"/>
                </a:lnTo>
                <a:lnTo>
                  <a:pt x="222126" y="46568"/>
                </a:lnTo>
                <a:lnTo>
                  <a:pt x="224427" y="48869"/>
                </a:lnTo>
                <a:lnTo>
                  <a:pt x="224427" y="52105"/>
                </a:lnTo>
                <a:close/>
                <a:moveTo>
                  <a:pt x="220425" y="56108"/>
                </a:moveTo>
                <a:lnTo>
                  <a:pt x="220425" y="50537"/>
                </a:lnTo>
                <a:lnTo>
                  <a:pt x="216488" y="46568"/>
                </a:lnTo>
                <a:lnTo>
                  <a:pt x="218657" y="46568"/>
                </a:lnTo>
                <a:lnTo>
                  <a:pt x="221959" y="49903"/>
                </a:lnTo>
                <a:lnTo>
                  <a:pt x="221959" y="54573"/>
                </a:lnTo>
                <a:close/>
                <a:moveTo>
                  <a:pt x="224427" y="71052"/>
                </a:moveTo>
                <a:lnTo>
                  <a:pt x="224427" y="74287"/>
                </a:lnTo>
                <a:lnTo>
                  <a:pt x="222126" y="76589"/>
                </a:lnTo>
                <a:lnTo>
                  <a:pt x="219757" y="76589"/>
                </a:lnTo>
                <a:lnTo>
                  <a:pt x="222760" y="73587"/>
                </a:lnTo>
                <a:lnTo>
                  <a:pt x="222760" y="69351"/>
                </a:lnTo>
                <a:close/>
                <a:moveTo>
                  <a:pt x="226529" y="73153"/>
                </a:moveTo>
                <a:lnTo>
                  <a:pt x="226529" y="75155"/>
                </a:lnTo>
                <a:lnTo>
                  <a:pt x="225128" y="76589"/>
                </a:lnTo>
                <a:lnTo>
                  <a:pt x="223260" y="76589"/>
                </a:lnTo>
                <a:lnTo>
                  <a:pt x="225228" y="74621"/>
                </a:lnTo>
                <a:lnTo>
                  <a:pt x="225228" y="71819"/>
                </a:lnTo>
                <a:close/>
                <a:moveTo>
                  <a:pt x="222760" y="84595"/>
                </a:moveTo>
                <a:lnTo>
                  <a:pt x="222760" y="80358"/>
                </a:lnTo>
                <a:lnTo>
                  <a:pt x="219757" y="77356"/>
                </a:lnTo>
                <a:lnTo>
                  <a:pt x="222126" y="77356"/>
                </a:lnTo>
                <a:lnTo>
                  <a:pt x="224427" y="79658"/>
                </a:lnTo>
                <a:lnTo>
                  <a:pt x="224427" y="82894"/>
                </a:lnTo>
                <a:close/>
                <a:moveTo>
                  <a:pt x="220425" y="86896"/>
                </a:moveTo>
                <a:lnTo>
                  <a:pt x="220425" y="81326"/>
                </a:lnTo>
                <a:lnTo>
                  <a:pt x="216488" y="77356"/>
                </a:lnTo>
                <a:lnTo>
                  <a:pt x="218657" y="77356"/>
                </a:lnTo>
                <a:lnTo>
                  <a:pt x="221959" y="80692"/>
                </a:lnTo>
                <a:lnTo>
                  <a:pt x="221959" y="85362"/>
                </a:lnTo>
                <a:close/>
                <a:moveTo>
                  <a:pt x="200544" y="103075"/>
                </a:moveTo>
                <a:lnTo>
                  <a:pt x="201644" y="104175"/>
                </a:lnTo>
                <a:lnTo>
                  <a:pt x="201778" y="104175"/>
                </a:lnTo>
                <a:lnTo>
                  <a:pt x="203179" y="104175"/>
                </a:lnTo>
                <a:lnTo>
                  <a:pt x="200544" y="106811"/>
                </a:lnTo>
                <a:close/>
                <a:moveTo>
                  <a:pt x="199743" y="106811"/>
                </a:moveTo>
                <a:lnTo>
                  <a:pt x="197108" y="104175"/>
                </a:lnTo>
                <a:lnTo>
                  <a:pt x="198476" y="104175"/>
                </a:lnTo>
                <a:lnTo>
                  <a:pt x="198776" y="104042"/>
                </a:lnTo>
                <a:lnTo>
                  <a:pt x="199743" y="103075"/>
                </a:lnTo>
                <a:lnTo>
                  <a:pt x="199743" y="106811"/>
                </a:lnTo>
                <a:close/>
                <a:moveTo>
                  <a:pt x="168954" y="106811"/>
                </a:moveTo>
                <a:lnTo>
                  <a:pt x="166319" y="104175"/>
                </a:lnTo>
                <a:lnTo>
                  <a:pt x="167687" y="104175"/>
                </a:lnTo>
                <a:lnTo>
                  <a:pt x="167854" y="104175"/>
                </a:lnTo>
                <a:lnTo>
                  <a:pt x="168954" y="103075"/>
                </a:lnTo>
                <a:close/>
                <a:moveTo>
                  <a:pt x="138933" y="103075"/>
                </a:moveTo>
                <a:lnTo>
                  <a:pt x="140034" y="104175"/>
                </a:lnTo>
                <a:lnTo>
                  <a:pt x="140201" y="104175"/>
                </a:lnTo>
                <a:lnTo>
                  <a:pt x="141602" y="104175"/>
                </a:lnTo>
                <a:lnTo>
                  <a:pt x="138933" y="106811"/>
                </a:lnTo>
                <a:close/>
                <a:moveTo>
                  <a:pt x="138166" y="106811"/>
                </a:moveTo>
                <a:lnTo>
                  <a:pt x="135531" y="104175"/>
                </a:lnTo>
                <a:lnTo>
                  <a:pt x="136898" y="104175"/>
                </a:lnTo>
                <a:lnTo>
                  <a:pt x="137165" y="104042"/>
                </a:lnTo>
                <a:lnTo>
                  <a:pt x="138166" y="103075"/>
                </a:lnTo>
                <a:lnTo>
                  <a:pt x="138166" y="106811"/>
                </a:lnTo>
                <a:close/>
                <a:moveTo>
                  <a:pt x="107377" y="106811"/>
                </a:moveTo>
                <a:lnTo>
                  <a:pt x="104709" y="104175"/>
                </a:lnTo>
                <a:lnTo>
                  <a:pt x="106110" y="104175"/>
                </a:lnTo>
                <a:lnTo>
                  <a:pt x="106276" y="104175"/>
                </a:lnTo>
                <a:lnTo>
                  <a:pt x="107377" y="103075"/>
                </a:lnTo>
                <a:lnTo>
                  <a:pt x="107377" y="106811"/>
                </a:lnTo>
                <a:close/>
                <a:moveTo>
                  <a:pt x="77356" y="103075"/>
                </a:moveTo>
                <a:lnTo>
                  <a:pt x="78457" y="104175"/>
                </a:lnTo>
                <a:lnTo>
                  <a:pt x="78623" y="104175"/>
                </a:lnTo>
                <a:lnTo>
                  <a:pt x="79991" y="104175"/>
                </a:lnTo>
                <a:lnTo>
                  <a:pt x="77356" y="106811"/>
                </a:lnTo>
                <a:lnTo>
                  <a:pt x="77356" y="103075"/>
                </a:lnTo>
                <a:close/>
                <a:moveTo>
                  <a:pt x="76589" y="106811"/>
                </a:moveTo>
                <a:lnTo>
                  <a:pt x="73920" y="104175"/>
                </a:lnTo>
                <a:lnTo>
                  <a:pt x="75321" y="104175"/>
                </a:lnTo>
                <a:lnTo>
                  <a:pt x="75588" y="104042"/>
                </a:lnTo>
                <a:lnTo>
                  <a:pt x="76555" y="103075"/>
                </a:lnTo>
                <a:lnTo>
                  <a:pt x="76555" y="106811"/>
                </a:lnTo>
                <a:close/>
                <a:moveTo>
                  <a:pt x="45767" y="106811"/>
                </a:moveTo>
                <a:lnTo>
                  <a:pt x="43131" y="104175"/>
                </a:lnTo>
                <a:lnTo>
                  <a:pt x="44532" y="104175"/>
                </a:lnTo>
                <a:lnTo>
                  <a:pt x="44699" y="104175"/>
                </a:lnTo>
                <a:lnTo>
                  <a:pt x="45767" y="103075"/>
                </a:lnTo>
                <a:close/>
                <a:moveTo>
                  <a:pt x="21883" y="82927"/>
                </a:moveTo>
                <a:lnTo>
                  <a:pt x="21883" y="79658"/>
                </a:lnTo>
                <a:lnTo>
                  <a:pt x="24184" y="77356"/>
                </a:lnTo>
                <a:lnTo>
                  <a:pt x="26553" y="77356"/>
                </a:lnTo>
                <a:lnTo>
                  <a:pt x="23551" y="80358"/>
                </a:lnTo>
                <a:lnTo>
                  <a:pt x="23551" y="84595"/>
                </a:lnTo>
                <a:close/>
                <a:moveTo>
                  <a:pt x="19781" y="80792"/>
                </a:moveTo>
                <a:lnTo>
                  <a:pt x="19781" y="78791"/>
                </a:lnTo>
                <a:lnTo>
                  <a:pt x="21182" y="77356"/>
                </a:lnTo>
                <a:lnTo>
                  <a:pt x="23050" y="77356"/>
                </a:lnTo>
                <a:lnTo>
                  <a:pt x="21082" y="79324"/>
                </a:lnTo>
                <a:lnTo>
                  <a:pt x="21082" y="82126"/>
                </a:lnTo>
                <a:close/>
                <a:moveTo>
                  <a:pt x="23551" y="69351"/>
                </a:moveTo>
                <a:lnTo>
                  <a:pt x="23551" y="73587"/>
                </a:lnTo>
                <a:lnTo>
                  <a:pt x="26553" y="76589"/>
                </a:lnTo>
                <a:lnTo>
                  <a:pt x="24184" y="76589"/>
                </a:lnTo>
                <a:lnTo>
                  <a:pt x="21883" y="74287"/>
                </a:lnTo>
                <a:lnTo>
                  <a:pt x="21883" y="71052"/>
                </a:lnTo>
                <a:close/>
                <a:moveTo>
                  <a:pt x="25886" y="67049"/>
                </a:moveTo>
                <a:lnTo>
                  <a:pt x="25886" y="72620"/>
                </a:lnTo>
                <a:lnTo>
                  <a:pt x="29822" y="76589"/>
                </a:lnTo>
                <a:lnTo>
                  <a:pt x="27654" y="76589"/>
                </a:lnTo>
                <a:lnTo>
                  <a:pt x="24351" y="73253"/>
                </a:lnTo>
                <a:lnTo>
                  <a:pt x="24351" y="68583"/>
                </a:lnTo>
                <a:close/>
                <a:moveTo>
                  <a:pt x="21883" y="52105"/>
                </a:moveTo>
                <a:lnTo>
                  <a:pt x="21883" y="48869"/>
                </a:lnTo>
                <a:lnTo>
                  <a:pt x="24184" y="46568"/>
                </a:lnTo>
                <a:lnTo>
                  <a:pt x="26553" y="46568"/>
                </a:lnTo>
                <a:lnTo>
                  <a:pt x="23551" y="49570"/>
                </a:lnTo>
                <a:lnTo>
                  <a:pt x="23551" y="53806"/>
                </a:lnTo>
                <a:close/>
                <a:moveTo>
                  <a:pt x="19781" y="50003"/>
                </a:moveTo>
                <a:lnTo>
                  <a:pt x="19781" y="48002"/>
                </a:lnTo>
                <a:lnTo>
                  <a:pt x="21182" y="46568"/>
                </a:lnTo>
                <a:lnTo>
                  <a:pt x="23050" y="46568"/>
                </a:lnTo>
                <a:lnTo>
                  <a:pt x="21082" y="48536"/>
                </a:lnTo>
                <a:lnTo>
                  <a:pt x="21082" y="51338"/>
                </a:lnTo>
                <a:close/>
                <a:moveTo>
                  <a:pt x="23551" y="38562"/>
                </a:moveTo>
                <a:lnTo>
                  <a:pt x="23551" y="42798"/>
                </a:lnTo>
                <a:lnTo>
                  <a:pt x="26553" y="45800"/>
                </a:lnTo>
                <a:lnTo>
                  <a:pt x="24184" y="45800"/>
                </a:lnTo>
                <a:lnTo>
                  <a:pt x="21883" y="43499"/>
                </a:lnTo>
                <a:lnTo>
                  <a:pt x="21883" y="40230"/>
                </a:lnTo>
                <a:close/>
                <a:moveTo>
                  <a:pt x="25886" y="36260"/>
                </a:moveTo>
                <a:lnTo>
                  <a:pt x="25886" y="41831"/>
                </a:lnTo>
                <a:lnTo>
                  <a:pt x="29822" y="45800"/>
                </a:lnTo>
                <a:lnTo>
                  <a:pt x="27654" y="45800"/>
                </a:lnTo>
                <a:lnTo>
                  <a:pt x="24351" y="42465"/>
                </a:lnTo>
                <a:lnTo>
                  <a:pt x="24351" y="37795"/>
                </a:lnTo>
                <a:close/>
                <a:moveTo>
                  <a:pt x="45767" y="20082"/>
                </a:moveTo>
                <a:lnTo>
                  <a:pt x="44699" y="18981"/>
                </a:lnTo>
                <a:lnTo>
                  <a:pt x="44532" y="18981"/>
                </a:lnTo>
                <a:lnTo>
                  <a:pt x="43131" y="18981"/>
                </a:lnTo>
                <a:lnTo>
                  <a:pt x="45767" y="16346"/>
                </a:lnTo>
                <a:close/>
                <a:moveTo>
                  <a:pt x="46567" y="16346"/>
                </a:moveTo>
                <a:lnTo>
                  <a:pt x="49202" y="18981"/>
                </a:lnTo>
                <a:lnTo>
                  <a:pt x="47835" y="18981"/>
                </a:lnTo>
                <a:lnTo>
                  <a:pt x="47568" y="19115"/>
                </a:lnTo>
                <a:lnTo>
                  <a:pt x="46567" y="20082"/>
                </a:lnTo>
                <a:lnTo>
                  <a:pt x="46567" y="16346"/>
                </a:lnTo>
                <a:close/>
                <a:moveTo>
                  <a:pt x="77356" y="16346"/>
                </a:moveTo>
                <a:lnTo>
                  <a:pt x="80024" y="18981"/>
                </a:lnTo>
                <a:lnTo>
                  <a:pt x="78623" y="18981"/>
                </a:lnTo>
                <a:lnTo>
                  <a:pt x="78457" y="18981"/>
                </a:lnTo>
                <a:lnTo>
                  <a:pt x="77356" y="20082"/>
                </a:lnTo>
                <a:lnTo>
                  <a:pt x="77356" y="16346"/>
                </a:lnTo>
                <a:close/>
                <a:moveTo>
                  <a:pt x="107377" y="20082"/>
                </a:moveTo>
                <a:lnTo>
                  <a:pt x="106276" y="18981"/>
                </a:lnTo>
                <a:lnTo>
                  <a:pt x="106110" y="18981"/>
                </a:lnTo>
                <a:lnTo>
                  <a:pt x="104709" y="18981"/>
                </a:lnTo>
                <a:lnTo>
                  <a:pt x="107377" y="16346"/>
                </a:lnTo>
                <a:lnTo>
                  <a:pt x="107377" y="20082"/>
                </a:lnTo>
                <a:close/>
                <a:moveTo>
                  <a:pt x="108144" y="16346"/>
                </a:moveTo>
                <a:lnTo>
                  <a:pt x="110813" y="18981"/>
                </a:lnTo>
                <a:lnTo>
                  <a:pt x="109412" y="18981"/>
                </a:lnTo>
                <a:lnTo>
                  <a:pt x="109145" y="19115"/>
                </a:lnTo>
                <a:lnTo>
                  <a:pt x="108144" y="20082"/>
                </a:lnTo>
                <a:lnTo>
                  <a:pt x="108144" y="16346"/>
                </a:lnTo>
                <a:close/>
                <a:moveTo>
                  <a:pt x="138933" y="16346"/>
                </a:moveTo>
                <a:lnTo>
                  <a:pt x="141602" y="18981"/>
                </a:lnTo>
                <a:lnTo>
                  <a:pt x="140201" y="18981"/>
                </a:lnTo>
                <a:lnTo>
                  <a:pt x="140034" y="18981"/>
                </a:lnTo>
                <a:lnTo>
                  <a:pt x="138933" y="20082"/>
                </a:lnTo>
                <a:close/>
                <a:moveTo>
                  <a:pt x="168954" y="20082"/>
                </a:moveTo>
                <a:lnTo>
                  <a:pt x="167854" y="18981"/>
                </a:lnTo>
                <a:lnTo>
                  <a:pt x="167687" y="18981"/>
                </a:lnTo>
                <a:lnTo>
                  <a:pt x="166319" y="18981"/>
                </a:lnTo>
                <a:lnTo>
                  <a:pt x="168954" y="16346"/>
                </a:lnTo>
                <a:close/>
                <a:moveTo>
                  <a:pt x="169755" y="16346"/>
                </a:moveTo>
                <a:lnTo>
                  <a:pt x="172390" y="18981"/>
                </a:lnTo>
                <a:lnTo>
                  <a:pt x="170989" y="18981"/>
                </a:lnTo>
                <a:lnTo>
                  <a:pt x="170722" y="19115"/>
                </a:lnTo>
                <a:lnTo>
                  <a:pt x="169755" y="20082"/>
                </a:lnTo>
                <a:lnTo>
                  <a:pt x="169755" y="16346"/>
                </a:lnTo>
                <a:close/>
                <a:moveTo>
                  <a:pt x="200544" y="16346"/>
                </a:moveTo>
                <a:lnTo>
                  <a:pt x="203179" y="18981"/>
                </a:lnTo>
                <a:lnTo>
                  <a:pt x="201778" y="18981"/>
                </a:lnTo>
                <a:lnTo>
                  <a:pt x="201644" y="18981"/>
                </a:lnTo>
                <a:lnTo>
                  <a:pt x="200544" y="20082"/>
                </a:lnTo>
                <a:close/>
                <a:moveTo>
                  <a:pt x="219757" y="96170"/>
                </a:moveTo>
                <a:lnTo>
                  <a:pt x="218457" y="94902"/>
                </a:lnTo>
                <a:lnTo>
                  <a:pt x="218457" y="93568"/>
                </a:lnTo>
                <a:lnTo>
                  <a:pt x="219290" y="92767"/>
                </a:lnTo>
                <a:lnTo>
                  <a:pt x="221092" y="92767"/>
                </a:lnTo>
                <a:lnTo>
                  <a:pt x="219757" y="94102"/>
                </a:lnTo>
                <a:lnTo>
                  <a:pt x="219757" y="96170"/>
                </a:lnTo>
                <a:close/>
                <a:moveTo>
                  <a:pt x="215521" y="95403"/>
                </a:moveTo>
                <a:lnTo>
                  <a:pt x="214654" y="94502"/>
                </a:lnTo>
                <a:lnTo>
                  <a:pt x="213386" y="94502"/>
                </a:lnTo>
                <a:lnTo>
                  <a:pt x="213386" y="93434"/>
                </a:lnTo>
                <a:lnTo>
                  <a:pt x="213286" y="93134"/>
                </a:lnTo>
                <a:lnTo>
                  <a:pt x="212486" y="92367"/>
                </a:lnTo>
                <a:lnTo>
                  <a:pt x="213286" y="91600"/>
                </a:lnTo>
                <a:lnTo>
                  <a:pt x="213386" y="91333"/>
                </a:lnTo>
                <a:lnTo>
                  <a:pt x="213386" y="90232"/>
                </a:lnTo>
                <a:lnTo>
                  <a:pt x="214654" y="90232"/>
                </a:lnTo>
                <a:lnTo>
                  <a:pt x="215521" y="89332"/>
                </a:lnTo>
                <a:lnTo>
                  <a:pt x="216422" y="90232"/>
                </a:lnTo>
                <a:lnTo>
                  <a:pt x="217689" y="90232"/>
                </a:lnTo>
                <a:lnTo>
                  <a:pt x="217689" y="91333"/>
                </a:lnTo>
                <a:lnTo>
                  <a:pt x="217789" y="91600"/>
                </a:lnTo>
                <a:lnTo>
                  <a:pt x="218557" y="92367"/>
                </a:lnTo>
                <a:lnTo>
                  <a:pt x="217789" y="93134"/>
                </a:lnTo>
                <a:lnTo>
                  <a:pt x="217689" y="93434"/>
                </a:lnTo>
                <a:lnTo>
                  <a:pt x="217689" y="94502"/>
                </a:lnTo>
                <a:lnTo>
                  <a:pt x="216422" y="94502"/>
                </a:lnTo>
                <a:close/>
                <a:moveTo>
                  <a:pt x="211318" y="96170"/>
                </a:moveTo>
                <a:lnTo>
                  <a:pt x="211318" y="94135"/>
                </a:lnTo>
                <a:lnTo>
                  <a:pt x="209950" y="92767"/>
                </a:lnTo>
                <a:lnTo>
                  <a:pt x="211785" y="92767"/>
                </a:lnTo>
                <a:lnTo>
                  <a:pt x="212586" y="93601"/>
                </a:lnTo>
                <a:lnTo>
                  <a:pt x="212586" y="94902"/>
                </a:lnTo>
                <a:close/>
                <a:moveTo>
                  <a:pt x="188969" y="96170"/>
                </a:moveTo>
                <a:lnTo>
                  <a:pt x="187668" y="94902"/>
                </a:lnTo>
                <a:lnTo>
                  <a:pt x="187668" y="93568"/>
                </a:lnTo>
                <a:lnTo>
                  <a:pt x="188502" y="92767"/>
                </a:lnTo>
                <a:lnTo>
                  <a:pt x="190303" y="92767"/>
                </a:lnTo>
                <a:lnTo>
                  <a:pt x="188969" y="94102"/>
                </a:lnTo>
                <a:lnTo>
                  <a:pt x="188969" y="96170"/>
                </a:lnTo>
                <a:close/>
                <a:moveTo>
                  <a:pt x="184732" y="95403"/>
                </a:moveTo>
                <a:lnTo>
                  <a:pt x="183865" y="94502"/>
                </a:lnTo>
                <a:lnTo>
                  <a:pt x="182598" y="94502"/>
                </a:lnTo>
                <a:lnTo>
                  <a:pt x="182598" y="93434"/>
                </a:lnTo>
                <a:lnTo>
                  <a:pt x="182464" y="93134"/>
                </a:lnTo>
                <a:lnTo>
                  <a:pt x="181697" y="92367"/>
                </a:lnTo>
                <a:lnTo>
                  <a:pt x="182464" y="91600"/>
                </a:lnTo>
                <a:lnTo>
                  <a:pt x="182598" y="91333"/>
                </a:lnTo>
                <a:lnTo>
                  <a:pt x="182598" y="90232"/>
                </a:lnTo>
                <a:lnTo>
                  <a:pt x="183865" y="90232"/>
                </a:lnTo>
                <a:lnTo>
                  <a:pt x="184732" y="89332"/>
                </a:lnTo>
                <a:lnTo>
                  <a:pt x="185633" y="90232"/>
                </a:lnTo>
                <a:lnTo>
                  <a:pt x="186901" y="90232"/>
                </a:lnTo>
                <a:lnTo>
                  <a:pt x="186901" y="91333"/>
                </a:lnTo>
                <a:lnTo>
                  <a:pt x="187001" y="91600"/>
                </a:lnTo>
                <a:lnTo>
                  <a:pt x="187768" y="92367"/>
                </a:lnTo>
                <a:lnTo>
                  <a:pt x="187001" y="93134"/>
                </a:lnTo>
                <a:lnTo>
                  <a:pt x="186901" y="93434"/>
                </a:lnTo>
                <a:lnTo>
                  <a:pt x="186901" y="94502"/>
                </a:lnTo>
                <a:lnTo>
                  <a:pt x="185633" y="94502"/>
                </a:lnTo>
                <a:close/>
                <a:moveTo>
                  <a:pt x="180529" y="96170"/>
                </a:moveTo>
                <a:lnTo>
                  <a:pt x="180529" y="94135"/>
                </a:lnTo>
                <a:lnTo>
                  <a:pt x="179162" y="92767"/>
                </a:lnTo>
                <a:lnTo>
                  <a:pt x="180996" y="92767"/>
                </a:lnTo>
                <a:lnTo>
                  <a:pt x="181797" y="93601"/>
                </a:lnTo>
                <a:lnTo>
                  <a:pt x="181797" y="94902"/>
                </a:lnTo>
                <a:close/>
                <a:moveTo>
                  <a:pt x="158180" y="96170"/>
                </a:moveTo>
                <a:lnTo>
                  <a:pt x="156879" y="94902"/>
                </a:lnTo>
                <a:lnTo>
                  <a:pt x="156879" y="93568"/>
                </a:lnTo>
                <a:lnTo>
                  <a:pt x="157713" y="92767"/>
                </a:lnTo>
                <a:lnTo>
                  <a:pt x="159514" y="92767"/>
                </a:lnTo>
                <a:lnTo>
                  <a:pt x="158180" y="94102"/>
                </a:lnTo>
                <a:lnTo>
                  <a:pt x="158180" y="96170"/>
                </a:lnTo>
                <a:close/>
                <a:moveTo>
                  <a:pt x="153944" y="95403"/>
                </a:moveTo>
                <a:lnTo>
                  <a:pt x="153076" y="94502"/>
                </a:lnTo>
                <a:lnTo>
                  <a:pt x="151809" y="94502"/>
                </a:lnTo>
                <a:lnTo>
                  <a:pt x="151809" y="93434"/>
                </a:lnTo>
                <a:lnTo>
                  <a:pt x="151675" y="93134"/>
                </a:lnTo>
                <a:lnTo>
                  <a:pt x="150908" y="92367"/>
                </a:lnTo>
                <a:lnTo>
                  <a:pt x="151675" y="91600"/>
                </a:lnTo>
                <a:lnTo>
                  <a:pt x="151809" y="91333"/>
                </a:lnTo>
                <a:lnTo>
                  <a:pt x="151809" y="90232"/>
                </a:lnTo>
                <a:lnTo>
                  <a:pt x="153076" y="90232"/>
                </a:lnTo>
                <a:lnTo>
                  <a:pt x="153944" y="89332"/>
                </a:lnTo>
                <a:lnTo>
                  <a:pt x="154844" y="90232"/>
                </a:lnTo>
                <a:lnTo>
                  <a:pt x="156112" y="90232"/>
                </a:lnTo>
                <a:lnTo>
                  <a:pt x="156112" y="91333"/>
                </a:lnTo>
                <a:lnTo>
                  <a:pt x="156212" y="91600"/>
                </a:lnTo>
                <a:lnTo>
                  <a:pt x="156979" y="92367"/>
                </a:lnTo>
                <a:lnTo>
                  <a:pt x="156212" y="93134"/>
                </a:lnTo>
                <a:lnTo>
                  <a:pt x="156112" y="93434"/>
                </a:lnTo>
                <a:lnTo>
                  <a:pt x="156112" y="94502"/>
                </a:lnTo>
                <a:lnTo>
                  <a:pt x="154844" y="94502"/>
                </a:lnTo>
                <a:close/>
                <a:moveTo>
                  <a:pt x="149741" y="96170"/>
                </a:moveTo>
                <a:lnTo>
                  <a:pt x="149741" y="94135"/>
                </a:lnTo>
                <a:lnTo>
                  <a:pt x="148373" y="92767"/>
                </a:lnTo>
                <a:lnTo>
                  <a:pt x="150208" y="92767"/>
                </a:lnTo>
                <a:lnTo>
                  <a:pt x="151008" y="93601"/>
                </a:lnTo>
                <a:lnTo>
                  <a:pt x="151008" y="94902"/>
                </a:lnTo>
                <a:close/>
                <a:moveTo>
                  <a:pt x="127391" y="96170"/>
                </a:moveTo>
                <a:lnTo>
                  <a:pt x="126091" y="94902"/>
                </a:lnTo>
                <a:lnTo>
                  <a:pt x="126091" y="93568"/>
                </a:lnTo>
                <a:lnTo>
                  <a:pt x="126924" y="92767"/>
                </a:lnTo>
                <a:lnTo>
                  <a:pt x="128726" y="92767"/>
                </a:lnTo>
                <a:lnTo>
                  <a:pt x="127391" y="94102"/>
                </a:lnTo>
                <a:lnTo>
                  <a:pt x="127391" y="96170"/>
                </a:lnTo>
                <a:close/>
                <a:moveTo>
                  <a:pt x="123155" y="95403"/>
                </a:moveTo>
                <a:lnTo>
                  <a:pt x="122254" y="94502"/>
                </a:lnTo>
                <a:lnTo>
                  <a:pt x="121020" y="94502"/>
                </a:lnTo>
                <a:lnTo>
                  <a:pt x="121020" y="93434"/>
                </a:lnTo>
                <a:lnTo>
                  <a:pt x="120887" y="93134"/>
                </a:lnTo>
                <a:lnTo>
                  <a:pt x="120120" y="92367"/>
                </a:lnTo>
                <a:lnTo>
                  <a:pt x="120887" y="91600"/>
                </a:lnTo>
                <a:lnTo>
                  <a:pt x="121020" y="91333"/>
                </a:lnTo>
                <a:lnTo>
                  <a:pt x="121020" y="90232"/>
                </a:lnTo>
                <a:lnTo>
                  <a:pt x="122254" y="90232"/>
                </a:lnTo>
                <a:lnTo>
                  <a:pt x="123155" y="89332"/>
                </a:lnTo>
                <a:lnTo>
                  <a:pt x="124056" y="90232"/>
                </a:lnTo>
                <a:lnTo>
                  <a:pt x="125290" y="90232"/>
                </a:lnTo>
                <a:lnTo>
                  <a:pt x="125290" y="91333"/>
                </a:lnTo>
                <a:lnTo>
                  <a:pt x="125423" y="91600"/>
                </a:lnTo>
                <a:lnTo>
                  <a:pt x="126191" y="92367"/>
                </a:lnTo>
                <a:lnTo>
                  <a:pt x="125423" y="93134"/>
                </a:lnTo>
                <a:lnTo>
                  <a:pt x="125290" y="93434"/>
                </a:lnTo>
                <a:lnTo>
                  <a:pt x="125290" y="94502"/>
                </a:lnTo>
                <a:lnTo>
                  <a:pt x="124056" y="94502"/>
                </a:lnTo>
                <a:close/>
                <a:moveTo>
                  <a:pt x="118952" y="96170"/>
                </a:moveTo>
                <a:lnTo>
                  <a:pt x="118952" y="94135"/>
                </a:lnTo>
                <a:lnTo>
                  <a:pt x="117584" y="92767"/>
                </a:lnTo>
                <a:lnTo>
                  <a:pt x="119386" y="92767"/>
                </a:lnTo>
                <a:lnTo>
                  <a:pt x="120220" y="93601"/>
                </a:lnTo>
                <a:lnTo>
                  <a:pt x="120220" y="94902"/>
                </a:lnTo>
                <a:close/>
                <a:moveTo>
                  <a:pt x="96569" y="96170"/>
                </a:moveTo>
                <a:lnTo>
                  <a:pt x="95302" y="94902"/>
                </a:lnTo>
                <a:lnTo>
                  <a:pt x="95302" y="93568"/>
                </a:lnTo>
                <a:lnTo>
                  <a:pt x="96136" y="92767"/>
                </a:lnTo>
                <a:lnTo>
                  <a:pt x="97937" y="92767"/>
                </a:lnTo>
                <a:lnTo>
                  <a:pt x="96569" y="94102"/>
                </a:lnTo>
                <a:lnTo>
                  <a:pt x="96569" y="96170"/>
                </a:lnTo>
                <a:close/>
                <a:moveTo>
                  <a:pt x="92366" y="95403"/>
                </a:moveTo>
                <a:lnTo>
                  <a:pt x="91466" y="94502"/>
                </a:lnTo>
                <a:lnTo>
                  <a:pt x="90232" y="94502"/>
                </a:lnTo>
                <a:lnTo>
                  <a:pt x="90232" y="93434"/>
                </a:lnTo>
                <a:lnTo>
                  <a:pt x="90098" y="93134"/>
                </a:lnTo>
                <a:lnTo>
                  <a:pt x="89331" y="92367"/>
                </a:lnTo>
                <a:lnTo>
                  <a:pt x="90098" y="91600"/>
                </a:lnTo>
                <a:lnTo>
                  <a:pt x="90232" y="91333"/>
                </a:lnTo>
                <a:lnTo>
                  <a:pt x="90232" y="90232"/>
                </a:lnTo>
                <a:lnTo>
                  <a:pt x="91466" y="90232"/>
                </a:lnTo>
                <a:lnTo>
                  <a:pt x="92366" y="89332"/>
                </a:lnTo>
                <a:lnTo>
                  <a:pt x="93267" y="90232"/>
                </a:lnTo>
                <a:lnTo>
                  <a:pt x="94501" y="90232"/>
                </a:lnTo>
                <a:lnTo>
                  <a:pt x="94501" y="91333"/>
                </a:lnTo>
                <a:lnTo>
                  <a:pt x="94635" y="91600"/>
                </a:lnTo>
                <a:lnTo>
                  <a:pt x="95402" y="92367"/>
                </a:lnTo>
                <a:lnTo>
                  <a:pt x="94635" y="93134"/>
                </a:lnTo>
                <a:lnTo>
                  <a:pt x="94501" y="93434"/>
                </a:lnTo>
                <a:lnTo>
                  <a:pt x="94501" y="94502"/>
                </a:lnTo>
                <a:lnTo>
                  <a:pt x="93267" y="94502"/>
                </a:lnTo>
                <a:close/>
                <a:moveTo>
                  <a:pt x="88130" y="96170"/>
                </a:moveTo>
                <a:lnTo>
                  <a:pt x="88130" y="94135"/>
                </a:lnTo>
                <a:lnTo>
                  <a:pt x="86796" y="92767"/>
                </a:lnTo>
                <a:lnTo>
                  <a:pt x="88597" y="92767"/>
                </a:lnTo>
                <a:lnTo>
                  <a:pt x="89431" y="93601"/>
                </a:lnTo>
                <a:lnTo>
                  <a:pt x="89431" y="94902"/>
                </a:lnTo>
                <a:close/>
                <a:moveTo>
                  <a:pt x="65781" y="96170"/>
                </a:moveTo>
                <a:lnTo>
                  <a:pt x="64513" y="94902"/>
                </a:lnTo>
                <a:lnTo>
                  <a:pt x="64513" y="93568"/>
                </a:lnTo>
                <a:lnTo>
                  <a:pt x="65347" y="92767"/>
                </a:lnTo>
                <a:lnTo>
                  <a:pt x="67148" y="92767"/>
                </a:lnTo>
                <a:lnTo>
                  <a:pt x="65781" y="94102"/>
                </a:lnTo>
                <a:close/>
                <a:moveTo>
                  <a:pt x="61578" y="95403"/>
                </a:moveTo>
                <a:lnTo>
                  <a:pt x="60677" y="94502"/>
                </a:lnTo>
                <a:lnTo>
                  <a:pt x="59410" y="94502"/>
                </a:lnTo>
                <a:lnTo>
                  <a:pt x="59410" y="93434"/>
                </a:lnTo>
                <a:lnTo>
                  <a:pt x="59310" y="93134"/>
                </a:lnTo>
                <a:lnTo>
                  <a:pt x="58542" y="92367"/>
                </a:lnTo>
                <a:lnTo>
                  <a:pt x="59310" y="91600"/>
                </a:lnTo>
                <a:lnTo>
                  <a:pt x="59410" y="91333"/>
                </a:lnTo>
                <a:lnTo>
                  <a:pt x="59410" y="90232"/>
                </a:lnTo>
                <a:lnTo>
                  <a:pt x="60677" y="90232"/>
                </a:lnTo>
                <a:lnTo>
                  <a:pt x="61578" y="89332"/>
                </a:lnTo>
                <a:lnTo>
                  <a:pt x="62445" y="90232"/>
                </a:lnTo>
                <a:lnTo>
                  <a:pt x="63713" y="90232"/>
                </a:lnTo>
                <a:lnTo>
                  <a:pt x="63713" y="91333"/>
                </a:lnTo>
                <a:lnTo>
                  <a:pt x="63846" y="91600"/>
                </a:lnTo>
                <a:lnTo>
                  <a:pt x="64613" y="92367"/>
                </a:lnTo>
                <a:lnTo>
                  <a:pt x="63846" y="93134"/>
                </a:lnTo>
                <a:lnTo>
                  <a:pt x="63713" y="93434"/>
                </a:lnTo>
                <a:lnTo>
                  <a:pt x="63713" y="94502"/>
                </a:lnTo>
                <a:lnTo>
                  <a:pt x="62445" y="94502"/>
                </a:lnTo>
                <a:close/>
                <a:moveTo>
                  <a:pt x="57341" y="96170"/>
                </a:moveTo>
                <a:lnTo>
                  <a:pt x="57341" y="94135"/>
                </a:lnTo>
                <a:lnTo>
                  <a:pt x="56007" y="92767"/>
                </a:lnTo>
                <a:lnTo>
                  <a:pt x="57808" y="92767"/>
                </a:lnTo>
                <a:lnTo>
                  <a:pt x="58642" y="93601"/>
                </a:lnTo>
                <a:lnTo>
                  <a:pt x="58642" y="94902"/>
                </a:lnTo>
                <a:close/>
                <a:moveTo>
                  <a:pt x="34992" y="96170"/>
                </a:moveTo>
                <a:lnTo>
                  <a:pt x="33725" y="94902"/>
                </a:lnTo>
                <a:lnTo>
                  <a:pt x="33725" y="93568"/>
                </a:lnTo>
                <a:lnTo>
                  <a:pt x="34525" y="92767"/>
                </a:lnTo>
                <a:lnTo>
                  <a:pt x="36360" y="92767"/>
                </a:lnTo>
                <a:lnTo>
                  <a:pt x="34992" y="94102"/>
                </a:lnTo>
                <a:close/>
                <a:moveTo>
                  <a:pt x="30789" y="95403"/>
                </a:moveTo>
                <a:lnTo>
                  <a:pt x="29889" y="94502"/>
                </a:lnTo>
                <a:lnTo>
                  <a:pt x="28621" y="94502"/>
                </a:lnTo>
                <a:lnTo>
                  <a:pt x="28621" y="93434"/>
                </a:lnTo>
                <a:lnTo>
                  <a:pt x="28521" y="93134"/>
                </a:lnTo>
                <a:lnTo>
                  <a:pt x="27754" y="92367"/>
                </a:lnTo>
                <a:lnTo>
                  <a:pt x="28521" y="91600"/>
                </a:lnTo>
                <a:lnTo>
                  <a:pt x="28621" y="91333"/>
                </a:lnTo>
                <a:lnTo>
                  <a:pt x="28621" y="90232"/>
                </a:lnTo>
                <a:lnTo>
                  <a:pt x="29889" y="90232"/>
                </a:lnTo>
                <a:lnTo>
                  <a:pt x="30789" y="89332"/>
                </a:lnTo>
                <a:lnTo>
                  <a:pt x="31656" y="90232"/>
                </a:lnTo>
                <a:lnTo>
                  <a:pt x="32924" y="90232"/>
                </a:lnTo>
                <a:lnTo>
                  <a:pt x="32924" y="91333"/>
                </a:lnTo>
                <a:lnTo>
                  <a:pt x="33057" y="91600"/>
                </a:lnTo>
                <a:lnTo>
                  <a:pt x="33825" y="92367"/>
                </a:lnTo>
                <a:lnTo>
                  <a:pt x="33057" y="93134"/>
                </a:lnTo>
                <a:lnTo>
                  <a:pt x="32924" y="93434"/>
                </a:lnTo>
                <a:lnTo>
                  <a:pt x="32924" y="94502"/>
                </a:lnTo>
                <a:lnTo>
                  <a:pt x="31656" y="94502"/>
                </a:lnTo>
                <a:close/>
                <a:moveTo>
                  <a:pt x="26553" y="96170"/>
                </a:moveTo>
                <a:lnTo>
                  <a:pt x="26553" y="94135"/>
                </a:lnTo>
                <a:lnTo>
                  <a:pt x="25219" y="92767"/>
                </a:lnTo>
                <a:lnTo>
                  <a:pt x="27020" y="92767"/>
                </a:lnTo>
                <a:lnTo>
                  <a:pt x="27854" y="93601"/>
                </a:lnTo>
                <a:lnTo>
                  <a:pt x="27854" y="94902"/>
                </a:lnTo>
                <a:close/>
                <a:moveTo>
                  <a:pt x="26553" y="26987"/>
                </a:moveTo>
                <a:lnTo>
                  <a:pt x="27854" y="28254"/>
                </a:lnTo>
                <a:lnTo>
                  <a:pt x="27854" y="29555"/>
                </a:lnTo>
                <a:lnTo>
                  <a:pt x="27020" y="30389"/>
                </a:lnTo>
                <a:lnTo>
                  <a:pt x="25219" y="30389"/>
                </a:lnTo>
                <a:lnTo>
                  <a:pt x="26553" y="29055"/>
                </a:lnTo>
                <a:lnTo>
                  <a:pt x="26553" y="26987"/>
                </a:lnTo>
                <a:close/>
                <a:moveTo>
                  <a:pt x="30789" y="27754"/>
                </a:moveTo>
                <a:lnTo>
                  <a:pt x="31656" y="28655"/>
                </a:lnTo>
                <a:lnTo>
                  <a:pt x="32924" y="28655"/>
                </a:lnTo>
                <a:lnTo>
                  <a:pt x="32924" y="29722"/>
                </a:lnTo>
                <a:lnTo>
                  <a:pt x="33057" y="30022"/>
                </a:lnTo>
                <a:lnTo>
                  <a:pt x="33825" y="30790"/>
                </a:lnTo>
                <a:lnTo>
                  <a:pt x="33057" y="31557"/>
                </a:lnTo>
                <a:lnTo>
                  <a:pt x="32924" y="31824"/>
                </a:lnTo>
                <a:lnTo>
                  <a:pt x="32924" y="32924"/>
                </a:lnTo>
                <a:lnTo>
                  <a:pt x="31656" y="32924"/>
                </a:lnTo>
                <a:lnTo>
                  <a:pt x="30789" y="33825"/>
                </a:lnTo>
                <a:lnTo>
                  <a:pt x="29889" y="32924"/>
                </a:lnTo>
                <a:lnTo>
                  <a:pt x="28621" y="32924"/>
                </a:lnTo>
                <a:lnTo>
                  <a:pt x="28621" y="31824"/>
                </a:lnTo>
                <a:lnTo>
                  <a:pt x="28521" y="31557"/>
                </a:lnTo>
                <a:lnTo>
                  <a:pt x="27754" y="30790"/>
                </a:lnTo>
                <a:lnTo>
                  <a:pt x="28521" y="30022"/>
                </a:lnTo>
                <a:lnTo>
                  <a:pt x="28621" y="29722"/>
                </a:lnTo>
                <a:lnTo>
                  <a:pt x="28621" y="28655"/>
                </a:lnTo>
                <a:lnTo>
                  <a:pt x="29889" y="28655"/>
                </a:lnTo>
                <a:close/>
                <a:moveTo>
                  <a:pt x="34992" y="26987"/>
                </a:moveTo>
                <a:lnTo>
                  <a:pt x="34992" y="29022"/>
                </a:lnTo>
                <a:lnTo>
                  <a:pt x="36360" y="30389"/>
                </a:lnTo>
                <a:lnTo>
                  <a:pt x="34525" y="30389"/>
                </a:lnTo>
                <a:lnTo>
                  <a:pt x="33725" y="29555"/>
                </a:lnTo>
                <a:lnTo>
                  <a:pt x="33725" y="28254"/>
                </a:lnTo>
                <a:close/>
                <a:moveTo>
                  <a:pt x="57341" y="26987"/>
                </a:moveTo>
                <a:lnTo>
                  <a:pt x="58642" y="28254"/>
                </a:lnTo>
                <a:lnTo>
                  <a:pt x="58642" y="29555"/>
                </a:lnTo>
                <a:lnTo>
                  <a:pt x="57808" y="30389"/>
                </a:lnTo>
                <a:lnTo>
                  <a:pt x="56007" y="30389"/>
                </a:lnTo>
                <a:lnTo>
                  <a:pt x="57341" y="29055"/>
                </a:lnTo>
                <a:close/>
                <a:moveTo>
                  <a:pt x="61578" y="27754"/>
                </a:moveTo>
                <a:lnTo>
                  <a:pt x="62445" y="28655"/>
                </a:lnTo>
                <a:lnTo>
                  <a:pt x="63713" y="28655"/>
                </a:lnTo>
                <a:lnTo>
                  <a:pt x="63713" y="29722"/>
                </a:lnTo>
                <a:lnTo>
                  <a:pt x="63846" y="30022"/>
                </a:lnTo>
                <a:lnTo>
                  <a:pt x="64613" y="30790"/>
                </a:lnTo>
                <a:lnTo>
                  <a:pt x="63846" y="31557"/>
                </a:lnTo>
                <a:lnTo>
                  <a:pt x="63713" y="31824"/>
                </a:lnTo>
                <a:lnTo>
                  <a:pt x="63713" y="32924"/>
                </a:lnTo>
                <a:lnTo>
                  <a:pt x="62445" y="32924"/>
                </a:lnTo>
                <a:lnTo>
                  <a:pt x="61578" y="33825"/>
                </a:lnTo>
                <a:lnTo>
                  <a:pt x="60677" y="32924"/>
                </a:lnTo>
                <a:lnTo>
                  <a:pt x="59410" y="32924"/>
                </a:lnTo>
                <a:lnTo>
                  <a:pt x="59410" y="31824"/>
                </a:lnTo>
                <a:lnTo>
                  <a:pt x="59310" y="31557"/>
                </a:lnTo>
                <a:lnTo>
                  <a:pt x="58542" y="30790"/>
                </a:lnTo>
                <a:lnTo>
                  <a:pt x="59310" y="30022"/>
                </a:lnTo>
                <a:lnTo>
                  <a:pt x="59410" y="29722"/>
                </a:lnTo>
                <a:lnTo>
                  <a:pt x="59410" y="28655"/>
                </a:lnTo>
                <a:lnTo>
                  <a:pt x="60677" y="28655"/>
                </a:lnTo>
                <a:close/>
                <a:moveTo>
                  <a:pt x="65781" y="26987"/>
                </a:moveTo>
                <a:lnTo>
                  <a:pt x="65781" y="29022"/>
                </a:lnTo>
                <a:lnTo>
                  <a:pt x="67148" y="30389"/>
                </a:lnTo>
                <a:lnTo>
                  <a:pt x="65347" y="30389"/>
                </a:lnTo>
                <a:lnTo>
                  <a:pt x="64513" y="29555"/>
                </a:lnTo>
                <a:lnTo>
                  <a:pt x="64513" y="28254"/>
                </a:lnTo>
                <a:close/>
                <a:moveTo>
                  <a:pt x="88130" y="26987"/>
                </a:moveTo>
                <a:lnTo>
                  <a:pt x="89431" y="28254"/>
                </a:lnTo>
                <a:lnTo>
                  <a:pt x="89431" y="29555"/>
                </a:lnTo>
                <a:lnTo>
                  <a:pt x="88597" y="30389"/>
                </a:lnTo>
                <a:lnTo>
                  <a:pt x="86796" y="30389"/>
                </a:lnTo>
                <a:lnTo>
                  <a:pt x="88130" y="29055"/>
                </a:lnTo>
                <a:lnTo>
                  <a:pt x="88130" y="26987"/>
                </a:lnTo>
                <a:close/>
                <a:moveTo>
                  <a:pt x="92366" y="27754"/>
                </a:moveTo>
                <a:lnTo>
                  <a:pt x="93267" y="28655"/>
                </a:lnTo>
                <a:lnTo>
                  <a:pt x="94501" y="28655"/>
                </a:lnTo>
                <a:lnTo>
                  <a:pt x="94501" y="29722"/>
                </a:lnTo>
                <a:lnTo>
                  <a:pt x="94635" y="30022"/>
                </a:lnTo>
                <a:lnTo>
                  <a:pt x="95402" y="30790"/>
                </a:lnTo>
                <a:lnTo>
                  <a:pt x="94635" y="31557"/>
                </a:lnTo>
                <a:lnTo>
                  <a:pt x="94501" y="31824"/>
                </a:lnTo>
                <a:lnTo>
                  <a:pt x="94501" y="32924"/>
                </a:lnTo>
                <a:lnTo>
                  <a:pt x="93267" y="32924"/>
                </a:lnTo>
                <a:lnTo>
                  <a:pt x="92366" y="33825"/>
                </a:lnTo>
                <a:lnTo>
                  <a:pt x="91466" y="32924"/>
                </a:lnTo>
                <a:lnTo>
                  <a:pt x="90232" y="32924"/>
                </a:lnTo>
                <a:lnTo>
                  <a:pt x="90232" y="31824"/>
                </a:lnTo>
                <a:lnTo>
                  <a:pt x="90098" y="31557"/>
                </a:lnTo>
                <a:lnTo>
                  <a:pt x="89331" y="30790"/>
                </a:lnTo>
                <a:lnTo>
                  <a:pt x="90098" y="30022"/>
                </a:lnTo>
                <a:lnTo>
                  <a:pt x="90232" y="29722"/>
                </a:lnTo>
                <a:lnTo>
                  <a:pt x="90232" y="28655"/>
                </a:lnTo>
                <a:lnTo>
                  <a:pt x="91466" y="28655"/>
                </a:lnTo>
                <a:close/>
                <a:moveTo>
                  <a:pt x="96569" y="26987"/>
                </a:moveTo>
                <a:lnTo>
                  <a:pt x="96569" y="29022"/>
                </a:lnTo>
                <a:lnTo>
                  <a:pt x="97937" y="30389"/>
                </a:lnTo>
                <a:lnTo>
                  <a:pt x="96136" y="30389"/>
                </a:lnTo>
                <a:lnTo>
                  <a:pt x="95302" y="29555"/>
                </a:lnTo>
                <a:lnTo>
                  <a:pt x="95302" y="28254"/>
                </a:lnTo>
                <a:close/>
                <a:moveTo>
                  <a:pt x="118952" y="26987"/>
                </a:moveTo>
                <a:lnTo>
                  <a:pt x="120220" y="28254"/>
                </a:lnTo>
                <a:lnTo>
                  <a:pt x="120220" y="29555"/>
                </a:lnTo>
                <a:lnTo>
                  <a:pt x="119386" y="30389"/>
                </a:lnTo>
                <a:lnTo>
                  <a:pt x="117584" y="30389"/>
                </a:lnTo>
                <a:lnTo>
                  <a:pt x="118952" y="29055"/>
                </a:lnTo>
                <a:lnTo>
                  <a:pt x="118952" y="26987"/>
                </a:lnTo>
                <a:close/>
                <a:moveTo>
                  <a:pt x="123155" y="27754"/>
                </a:moveTo>
                <a:lnTo>
                  <a:pt x="124056" y="28655"/>
                </a:lnTo>
                <a:lnTo>
                  <a:pt x="125290" y="28655"/>
                </a:lnTo>
                <a:lnTo>
                  <a:pt x="125290" y="29722"/>
                </a:lnTo>
                <a:lnTo>
                  <a:pt x="125423" y="30022"/>
                </a:lnTo>
                <a:lnTo>
                  <a:pt x="126191" y="30790"/>
                </a:lnTo>
                <a:lnTo>
                  <a:pt x="125423" y="31557"/>
                </a:lnTo>
                <a:lnTo>
                  <a:pt x="125290" y="31824"/>
                </a:lnTo>
                <a:lnTo>
                  <a:pt x="125290" y="32924"/>
                </a:lnTo>
                <a:lnTo>
                  <a:pt x="124056" y="32924"/>
                </a:lnTo>
                <a:lnTo>
                  <a:pt x="123155" y="33825"/>
                </a:lnTo>
                <a:lnTo>
                  <a:pt x="122254" y="32924"/>
                </a:lnTo>
                <a:lnTo>
                  <a:pt x="121020" y="32924"/>
                </a:lnTo>
                <a:lnTo>
                  <a:pt x="121020" y="31857"/>
                </a:lnTo>
                <a:lnTo>
                  <a:pt x="120887" y="31557"/>
                </a:lnTo>
                <a:lnTo>
                  <a:pt x="120120" y="30790"/>
                </a:lnTo>
                <a:lnTo>
                  <a:pt x="120887" y="30022"/>
                </a:lnTo>
                <a:lnTo>
                  <a:pt x="121020" y="29722"/>
                </a:lnTo>
                <a:lnTo>
                  <a:pt x="121020" y="28655"/>
                </a:lnTo>
                <a:lnTo>
                  <a:pt x="122254" y="28655"/>
                </a:lnTo>
                <a:close/>
                <a:moveTo>
                  <a:pt x="127391" y="26987"/>
                </a:moveTo>
                <a:lnTo>
                  <a:pt x="127391" y="29022"/>
                </a:lnTo>
                <a:lnTo>
                  <a:pt x="128726" y="30389"/>
                </a:lnTo>
                <a:lnTo>
                  <a:pt x="126924" y="30389"/>
                </a:lnTo>
                <a:lnTo>
                  <a:pt x="126091" y="29555"/>
                </a:lnTo>
                <a:lnTo>
                  <a:pt x="126091" y="28254"/>
                </a:lnTo>
                <a:close/>
                <a:moveTo>
                  <a:pt x="149741" y="26987"/>
                </a:moveTo>
                <a:lnTo>
                  <a:pt x="151008" y="28254"/>
                </a:lnTo>
                <a:lnTo>
                  <a:pt x="151008" y="29555"/>
                </a:lnTo>
                <a:lnTo>
                  <a:pt x="150174" y="30389"/>
                </a:lnTo>
                <a:lnTo>
                  <a:pt x="148373" y="30389"/>
                </a:lnTo>
                <a:lnTo>
                  <a:pt x="149741" y="29055"/>
                </a:lnTo>
                <a:lnTo>
                  <a:pt x="149741" y="26987"/>
                </a:lnTo>
                <a:close/>
                <a:moveTo>
                  <a:pt x="153944" y="27754"/>
                </a:moveTo>
                <a:lnTo>
                  <a:pt x="154844" y="28655"/>
                </a:lnTo>
                <a:lnTo>
                  <a:pt x="156112" y="28655"/>
                </a:lnTo>
                <a:lnTo>
                  <a:pt x="156112" y="29722"/>
                </a:lnTo>
                <a:lnTo>
                  <a:pt x="156212" y="30022"/>
                </a:lnTo>
                <a:lnTo>
                  <a:pt x="156979" y="30790"/>
                </a:lnTo>
                <a:lnTo>
                  <a:pt x="156212" y="31557"/>
                </a:lnTo>
                <a:lnTo>
                  <a:pt x="156112" y="31824"/>
                </a:lnTo>
                <a:lnTo>
                  <a:pt x="156112" y="32924"/>
                </a:lnTo>
                <a:lnTo>
                  <a:pt x="154844" y="32924"/>
                </a:lnTo>
                <a:lnTo>
                  <a:pt x="153944" y="33825"/>
                </a:lnTo>
                <a:lnTo>
                  <a:pt x="153076" y="32924"/>
                </a:lnTo>
                <a:lnTo>
                  <a:pt x="151809" y="32924"/>
                </a:lnTo>
                <a:lnTo>
                  <a:pt x="151809" y="31824"/>
                </a:lnTo>
                <a:lnTo>
                  <a:pt x="151675" y="31557"/>
                </a:lnTo>
                <a:lnTo>
                  <a:pt x="150908" y="30790"/>
                </a:lnTo>
                <a:lnTo>
                  <a:pt x="151675" y="30022"/>
                </a:lnTo>
                <a:lnTo>
                  <a:pt x="151809" y="29722"/>
                </a:lnTo>
                <a:lnTo>
                  <a:pt x="151809" y="28655"/>
                </a:lnTo>
                <a:lnTo>
                  <a:pt x="153076" y="28655"/>
                </a:lnTo>
                <a:close/>
                <a:moveTo>
                  <a:pt x="158180" y="26987"/>
                </a:moveTo>
                <a:lnTo>
                  <a:pt x="158180" y="29022"/>
                </a:lnTo>
                <a:lnTo>
                  <a:pt x="159514" y="30389"/>
                </a:lnTo>
                <a:lnTo>
                  <a:pt x="157713" y="30389"/>
                </a:lnTo>
                <a:lnTo>
                  <a:pt x="156879" y="29555"/>
                </a:lnTo>
                <a:lnTo>
                  <a:pt x="156879" y="28254"/>
                </a:lnTo>
                <a:close/>
                <a:moveTo>
                  <a:pt x="180529" y="26987"/>
                </a:moveTo>
                <a:lnTo>
                  <a:pt x="181797" y="28254"/>
                </a:lnTo>
                <a:lnTo>
                  <a:pt x="181797" y="29555"/>
                </a:lnTo>
                <a:lnTo>
                  <a:pt x="180963" y="30389"/>
                </a:lnTo>
                <a:lnTo>
                  <a:pt x="179162" y="30389"/>
                </a:lnTo>
                <a:lnTo>
                  <a:pt x="180529" y="29055"/>
                </a:lnTo>
                <a:lnTo>
                  <a:pt x="180529" y="26987"/>
                </a:lnTo>
                <a:close/>
                <a:moveTo>
                  <a:pt x="184732" y="27754"/>
                </a:moveTo>
                <a:lnTo>
                  <a:pt x="185633" y="28655"/>
                </a:lnTo>
                <a:lnTo>
                  <a:pt x="186901" y="28655"/>
                </a:lnTo>
                <a:lnTo>
                  <a:pt x="186901" y="29722"/>
                </a:lnTo>
                <a:lnTo>
                  <a:pt x="187001" y="30022"/>
                </a:lnTo>
                <a:lnTo>
                  <a:pt x="187768" y="30790"/>
                </a:lnTo>
                <a:lnTo>
                  <a:pt x="187001" y="31557"/>
                </a:lnTo>
                <a:lnTo>
                  <a:pt x="186901" y="31824"/>
                </a:lnTo>
                <a:lnTo>
                  <a:pt x="186901" y="32924"/>
                </a:lnTo>
                <a:lnTo>
                  <a:pt x="185633" y="32924"/>
                </a:lnTo>
                <a:lnTo>
                  <a:pt x="184732" y="33825"/>
                </a:lnTo>
                <a:lnTo>
                  <a:pt x="183865" y="32924"/>
                </a:lnTo>
                <a:lnTo>
                  <a:pt x="182598" y="32924"/>
                </a:lnTo>
                <a:lnTo>
                  <a:pt x="182598" y="31824"/>
                </a:lnTo>
                <a:lnTo>
                  <a:pt x="182464" y="31557"/>
                </a:lnTo>
                <a:lnTo>
                  <a:pt x="181697" y="30790"/>
                </a:lnTo>
                <a:lnTo>
                  <a:pt x="182464" y="30022"/>
                </a:lnTo>
                <a:lnTo>
                  <a:pt x="182598" y="29722"/>
                </a:lnTo>
                <a:lnTo>
                  <a:pt x="182598" y="28655"/>
                </a:lnTo>
                <a:lnTo>
                  <a:pt x="183865" y="28655"/>
                </a:lnTo>
                <a:close/>
                <a:moveTo>
                  <a:pt x="188969" y="26987"/>
                </a:moveTo>
                <a:lnTo>
                  <a:pt x="188969" y="29022"/>
                </a:lnTo>
                <a:lnTo>
                  <a:pt x="190303" y="30389"/>
                </a:lnTo>
                <a:lnTo>
                  <a:pt x="188502" y="30389"/>
                </a:lnTo>
                <a:lnTo>
                  <a:pt x="187668" y="29555"/>
                </a:lnTo>
                <a:lnTo>
                  <a:pt x="187668" y="28254"/>
                </a:lnTo>
                <a:close/>
                <a:moveTo>
                  <a:pt x="211318" y="26987"/>
                </a:moveTo>
                <a:lnTo>
                  <a:pt x="212586" y="28254"/>
                </a:lnTo>
                <a:lnTo>
                  <a:pt x="212586" y="29555"/>
                </a:lnTo>
                <a:lnTo>
                  <a:pt x="211785" y="30389"/>
                </a:lnTo>
                <a:lnTo>
                  <a:pt x="209950" y="30389"/>
                </a:lnTo>
                <a:lnTo>
                  <a:pt x="211318" y="29055"/>
                </a:lnTo>
                <a:lnTo>
                  <a:pt x="211318" y="26987"/>
                </a:lnTo>
                <a:close/>
                <a:moveTo>
                  <a:pt x="215521" y="27754"/>
                </a:moveTo>
                <a:lnTo>
                  <a:pt x="216422" y="28655"/>
                </a:lnTo>
                <a:lnTo>
                  <a:pt x="217689" y="28655"/>
                </a:lnTo>
                <a:lnTo>
                  <a:pt x="217689" y="29722"/>
                </a:lnTo>
                <a:lnTo>
                  <a:pt x="217789" y="30022"/>
                </a:lnTo>
                <a:lnTo>
                  <a:pt x="218557" y="30790"/>
                </a:lnTo>
                <a:lnTo>
                  <a:pt x="217789" y="31557"/>
                </a:lnTo>
                <a:lnTo>
                  <a:pt x="217689" y="31824"/>
                </a:lnTo>
                <a:lnTo>
                  <a:pt x="217689" y="32924"/>
                </a:lnTo>
                <a:lnTo>
                  <a:pt x="216422" y="32924"/>
                </a:lnTo>
                <a:lnTo>
                  <a:pt x="215521" y="33825"/>
                </a:lnTo>
                <a:lnTo>
                  <a:pt x="214654" y="32924"/>
                </a:lnTo>
                <a:lnTo>
                  <a:pt x="213386" y="32924"/>
                </a:lnTo>
                <a:lnTo>
                  <a:pt x="213386" y="31824"/>
                </a:lnTo>
                <a:lnTo>
                  <a:pt x="213286" y="31557"/>
                </a:lnTo>
                <a:lnTo>
                  <a:pt x="212486" y="30790"/>
                </a:lnTo>
                <a:lnTo>
                  <a:pt x="213286" y="30022"/>
                </a:lnTo>
                <a:lnTo>
                  <a:pt x="213386" y="29722"/>
                </a:lnTo>
                <a:lnTo>
                  <a:pt x="213386" y="28655"/>
                </a:lnTo>
                <a:lnTo>
                  <a:pt x="214654" y="28655"/>
                </a:lnTo>
                <a:close/>
                <a:moveTo>
                  <a:pt x="218056" y="89432"/>
                </a:moveTo>
                <a:lnTo>
                  <a:pt x="216755" y="89432"/>
                </a:lnTo>
                <a:lnTo>
                  <a:pt x="215921" y="88598"/>
                </a:lnTo>
                <a:lnTo>
                  <a:pt x="215921" y="86796"/>
                </a:lnTo>
                <a:lnTo>
                  <a:pt x="217156" y="88031"/>
                </a:lnTo>
                <a:lnTo>
                  <a:pt x="217456" y="88164"/>
                </a:lnTo>
                <a:lnTo>
                  <a:pt x="219324" y="88164"/>
                </a:lnTo>
                <a:close/>
                <a:moveTo>
                  <a:pt x="211785" y="91967"/>
                </a:moveTo>
                <a:lnTo>
                  <a:pt x="209950" y="91967"/>
                </a:lnTo>
                <a:lnTo>
                  <a:pt x="211318" y="90632"/>
                </a:lnTo>
                <a:lnTo>
                  <a:pt x="211318" y="88564"/>
                </a:lnTo>
                <a:lnTo>
                  <a:pt x="212586" y="89865"/>
                </a:lnTo>
                <a:lnTo>
                  <a:pt x="212586" y="91166"/>
                </a:lnTo>
                <a:close/>
                <a:moveTo>
                  <a:pt x="188502" y="91967"/>
                </a:moveTo>
                <a:lnTo>
                  <a:pt x="187668" y="91166"/>
                </a:lnTo>
                <a:lnTo>
                  <a:pt x="187668" y="89865"/>
                </a:lnTo>
                <a:lnTo>
                  <a:pt x="188969" y="88564"/>
                </a:lnTo>
                <a:lnTo>
                  <a:pt x="188969" y="90632"/>
                </a:lnTo>
                <a:lnTo>
                  <a:pt x="190303" y="91967"/>
                </a:lnTo>
                <a:lnTo>
                  <a:pt x="188502" y="91967"/>
                </a:lnTo>
                <a:close/>
                <a:moveTo>
                  <a:pt x="180996" y="91967"/>
                </a:moveTo>
                <a:lnTo>
                  <a:pt x="179162" y="91967"/>
                </a:lnTo>
                <a:lnTo>
                  <a:pt x="180529" y="90632"/>
                </a:lnTo>
                <a:lnTo>
                  <a:pt x="180529" y="88564"/>
                </a:lnTo>
                <a:lnTo>
                  <a:pt x="181797" y="89865"/>
                </a:lnTo>
                <a:lnTo>
                  <a:pt x="181797" y="91166"/>
                </a:lnTo>
                <a:close/>
                <a:moveTo>
                  <a:pt x="157713" y="91967"/>
                </a:moveTo>
                <a:lnTo>
                  <a:pt x="156879" y="91166"/>
                </a:lnTo>
                <a:lnTo>
                  <a:pt x="156879" y="89865"/>
                </a:lnTo>
                <a:lnTo>
                  <a:pt x="158180" y="88564"/>
                </a:lnTo>
                <a:lnTo>
                  <a:pt x="158180" y="90632"/>
                </a:lnTo>
                <a:lnTo>
                  <a:pt x="159514" y="91967"/>
                </a:lnTo>
                <a:lnTo>
                  <a:pt x="157713" y="91967"/>
                </a:lnTo>
                <a:close/>
                <a:moveTo>
                  <a:pt x="150174" y="91967"/>
                </a:moveTo>
                <a:lnTo>
                  <a:pt x="148373" y="91967"/>
                </a:lnTo>
                <a:lnTo>
                  <a:pt x="149741" y="90632"/>
                </a:lnTo>
                <a:lnTo>
                  <a:pt x="149741" y="88564"/>
                </a:lnTo>
                <a:lnTo>
                  <a:pt x="151008" y="89865"/>
                </a:lnTo>
                <a:lnTo>
                  <a:pt x="151008" y="91166"/>
                </a:lnTo>
                <a:close/>
                <a:moveTo>
                  <a:pt x="126924" y="91967"/>
                </a:moveTo>
                <a:lnTo>
                  <a:pt x="126091" y="91166"/>
                </a:lnTo>
                <a:lnTo>
                  <a:pt x="126091" y="89865"/>
                </a:lnTo>
                <a:lnTo>
                  <a:pt x="127358" y="88564"/>
                </a:lnTo>
                <a:lnTo>
                  <a:pt x="127358" y="90632"/>
                </a:lnTo>
                <a:lnTo>
                  <a:pt x="128726" y="91967"/>
                </a:lnTo>
                <a:lnTo>
                  <a:pt x="126924" y="91967"/>
                </a:lnTo>
                <a:close/>
                <a:moveTo>
                  <a:pt x="119386" y="91967"/>
                </a:moveTo>
                <a:lnTo>
                  <a:pt x="117584" y="91967"/>
                </a:lnTo>
                <a:lnTo>
                  <a:pt x="118952" y="90632"/>
                </a:lnTo>
                <a:lnTo>
                  <a:pt x="118952" y="88564"/>
                </a:lnTo>
                <a:lnTo>
                  <a:pt x="120220" y="89865"/>
                </a:lnTo>
                <a:lnTo>
                  <a:pt x="120220" y="91166"/>
                </a:lnTo>
                <a:close/>
                <a:moveTo>
                  <a:pt x="96136" y="91967"/>
                </a:moveTo>
                <a:lnTo>
                  <a:pt x="95302" y="91166"/>
                </a:lnTo>
                <a:lnTo>
                  <a:pt x="95302" y="89865"/>
                </a:lnTo>
                <a:lnTo>
                  <a:pt x="96569" y="88564"/>
                </a:lnTo>
                <a:lnTo>
                  <a:pt x="96569" y="90632"/>
                </a:lnTo>
                <a:lnTo>
                  <a:pt x="97937" y="91967"/>
                </a:lnTo>
                <a:lnTo>
                  <a:pt x="96136" y="91967"/>
                </a:lnTo>
                <a:close/>
                <a:moveTo>
                  <a:pt x="88597" y="91967"/>
                </a:moveTo>
                <a:lnTo>
                  <a:pt x="86796" y="91967"/>
                </a:lnTo>
                <a:lnTo>
                  <a:pt x="88130" y="90632"/>
                </a:lnTo>
                <a:lnTo>
                  <a:pt x="88130" y="88564"/>
                </a:lnTo>
                <a:lnTo>
                  <a:pt x="89431" y="89865"/>
                </a:lnTo>
                <a:lnTo>
                  <a:pt x="89431" y="91166"/>
                </a:lnTo>
                <a:close/>
                <a:moveTo>
                  <a:pt x="65347" y="91967"/>
                </a:moveTo>
                <a:lnTo>
                  <a:pt x="64513" y="91166"/>
                </a:lnTo>
                <a:lnTo>
                  <a:pt x="64513" y="89865"/>
                </a:lnTo>
                <a:lnTo>
                  <a:pt x="65781" y="88564"/>
                </a:lnTo>
                <a:lnTo>
                  <a:pt x="65781" y="90632"/>
                </a:lnTo>
                <a:lnTo>
                  <a:pt x="67148" y="91967"/>
                </a:lnTo>
                <a:lnTo>
                  <a:pt x="65347" y="91967"/>
                </a:lnTo>
                <a:close/>
                <a:moveTo>
                  <a:pt x="57808" y="91967"/>
                </a:moveTo>
                <a:lnTo>
                  <a:pt x="56007" y="91967"/>
                </a:lnTo>
                <a:lnTo>
                  <a:pt x="57341" y="90632"/>
                </a:lnTo>
                <a:lnTo>
                  <a:pt x="57341" y="88564"/>
                </a:lnTo>
                <a:lnTo>
                  <a:pt x="58642" y="89865"/>
                </a:lnTo>
                <a:lnTo>
                  <a:pt x="58642" y="91166"/>
                </a:lnTo>
                <a:close/>
                <a:moveTo>
                  <a:pt x="34525" y="91967"/>
                </a:moveTo>
                <a:lnTo>
                  <a:pt x="33725" y="91166"/>
                </a:lnTo>
                <a:lnTo>
                  <a:pt x="33725" y="89865"/>
                </a:lnTo>
                <a:lnTo>
                  <a:pt x="34992" y="88564"/>
                </a:lnTo>
                <a:lnTo>
                  <a:pt x="34992" y="90632"/>
                </a:lnTo>
                <a:lnTo>
                  <a:pt x="36360" y="91967"/>
                </a:lnTo>
                <a:lnTo>
                  <a:pt x="34525" y="91967"/>
                </a:lnTo>
                <a:close/>
                <a:moveTo>
                  <a:pt x="28254" y="89432"/>
                </a:moveTo>
                <a:lnTo>
                  <a:pt x="26986" y="88164"/>
                </a:lnTo>
                <a:lnTo>
                  <a:pt x="28854" y="88164"/>
                </a:lnTo>
                <a:lnTo>
                  <a:pt x="29155" y="88031"/>
                </a:lnTo>
                <a:lnTo>
                  <a:pt x="30389" y="86796"/>
                </a:lnTo>
                <a:lnTo>
                  <a:pt x="30389" y="88598"/>
                </a:lnTo>
                <a:lnTo>
                  <a:pt x="29555" y="89432"/>
                </a:lnTo>
                <a:lnTo>
                  <a:pt x="28254" y="89432"/>
                </a:lnTo>
                <a:close/>
                <a:moveTo>
                  <a:pt x="28254" y="33725"/>
                </a:moveTo>
                <a:lnTo>
                  <a:pt x="29555" y="33725"/>
                </a:lnTo>
                <a:lnTo>
                  <a:pt x="30389" y="34559"/>
                </a:lnTo>
                <a:lnTo>
                  <a:pt x="30389" y="36360"/>
                </a:lnTo>
                <a:lnTo>
                  <a:pt x="29155" y="35126"/>
                </a:lnTo>
                <a:lnTo>
                  <a:pt x="28854" y="34993"/>
                </a:lnTo>
                <a:lnTo>
                  <a:pt x="26986" y="34993"/>
                </a:lnTo>
                <a:close/>
                <a:moveTo>
                  <a:pt x="34525" y="31190"/>
                </a:moveTo>
                <a:lnTo>
                  <a:pt x="36360" y="31190"/>
                </a:lnTo>
                <a:lnTo>
                  <a:pt x="34992" y="32524"/>
                </a:lnTo>
                <a:lnTo>
                  <a:pt x="34992" y="34592"/>
                </a:lnTo>
                <a:lnTo>
                  <a:pt x="33725" y="33291"/>
                </a:lnTo>
                <a:lnTo>
                  <a:pt x="33725" y="31990"/>
                </a:lnTo>
                <a:close/>
                <a:moveTo>
                  <a:pt x="57808" y="31190"/>
                </a:moveTo>
                <a:lnTo>
                  <a:pt x="58642" y="31990"/>
                </a:lnTo>
                <a:lnTo>
                  <a:pt x="58642" y="33291"/>
                </a:lnTo>
                <a:lnTo>
                  <a:pt x="57341" y="34592"/>
                </a:lnTo>
                <a:lnTo>
                  <a:pt x="57341" y="32524"/>
                </a:lnTo>
                <a:lnTo>
                  <a:pt x="56007" y="31190"/>
                </a:lnTo>
                <a:lnTo>
                  <a:pt x="57808" y="31190"/>
                </a:lnTo>
                <a:close/>
                <a:moveTo>
                  <a:pt x="65347" y="31190"/>
                </a:moveTo>
                <a:lnTo>
                  <a:pt x="67148" y="31190"/>
                </a:lnTo>
                <a:lnTo>
                  <a:pt x="65781" y="32524"/>
                </a:lnTo>
                <a:lnTo>
                  <a:pt x="65781" y="34592"/>
                </a:lnTo>
                <a:lnTo>
                  <a:pt x="64513" y="33291"/>
                </a:lnTo>
                <a:lnTo>
                  <a:pt x="64513" y="31990"/>
                </a:lnTo>
                <a:close/>
                <a:moveTo>
                  <a:pt x="88597" y="31190"/>
                </a:moveTo>
                <a:lnTo>
                  <a:pt x="89431" y="31990"/>
                </a:lnTo>
                <a:lnTo>
                  <a:pt x="89431" y="33291"/>
                </a:lnTo>
                <a:lnTo>
                  <a:pt x="88130" y="34592"/>
                </a:lnTo>
                <a:lnTo>
                  <a:pt x="88130" y="32524"/>
                </a:lnTo>
                <a:lnTo>
                  <a:pt x="86796" y="31190"/>
                </a:lnTo>
                <a:lnTo>
                  <a:pt x="88597" y="31190"/>
                </a:lnTo>
                <a:close/>
                <a:moveTo>
                  <a:pt x="96136" y="31190"/>
                </a:moveTo>
                <a:lnTo>
                  <a:pt x="97937" y="31190"/>
                </a:lnTo>
                <a:lnTo>
                  <a:pt x="96569" y="32524"/>
                </a:lnTo>
                <a:lnTo>
                  <a:pt x="96569" y="34592"/>
                </a:lnTo>
                <a:lnTo>
                  <a:pt x="95302" y="33291"/>
                </a:lnTo>
                <a:lnTo>
                  <a:pt x="95302" y="31990"/>
                </a:lnTo>
                <a:close/>
                <a:moveTo>
                  <a:pt x="119386" y="31190"/>
                </a:moveTo>
                <a:lnTo>
                  <a:pt x="120220" y="31990"/>
                </a:lnTo>
                <a:lnTo>
                  <a:pt x="120220" y="33291"/>
                </a:lnTo>
                <a:lnTo>
                  <a:pt x="118952" y="34592"/>
                </a:lnTo>
                <a:lnTo>
                  <a:pt x="118952" y="32524"/>
                </a:lnTo>
                <a:lnTo>
                  <a:pt x="117584" y="31190"/>
                </a:lnTo>
                <a:lnTo>
                  <a:pt x="119386" y="31190"/>
                </a:lnTo>
                <a:close/>
                <a:moveTo>
                  <a:pt x="126924" y="31190"/>
                </a:moveTo>
                <a:lnTo>
                  <a:pt x="128726" y="31190"/>
                </a:lnTo>
                <a:lnTo>
                  <a:pt x="127391" y="32524"/>
                </a:lnTo>
                <a:lnTo>
                  <a:pt x="127391" y="34592"/>
                </a:lnTo>
                <a:lnTo>
                  <a:pt x="126091" y="33291"/>
                </a:lnTo>
                <a:lnTo>
                  <a:pt x="126091" y="31990"/>
                </a:lnTo>
                <a:close/>
                <a:moveTo>
                  <a:pt x="150174" y="31190"/>
                </a:moveTo>
                <a:lnTo>
                  <a:pt x="151008" y="31990"/>
                </a:lnTo>
                <a:lnTo>
                  <a:pt x="151008" y="33291"/>
                </a:lnTo>
                <a:lnTo>
                  <a:pt x="149741" y="34592"/>
                </a:lnTo>
                <a:lnTo>
                  <a:pt x="149741" y="32524"/>
                </a:lnTo>
                <a:lnTo>
                  <a:pt x="148373" y="31190"/>
                </a:lnTo>
                <a:lnTo>
                  <a:pt x="150174" y="31190"/>
                </a:lnTo>
                <a:close/>
                <a:moveTo>
                  <a:pt x="157713" y="31190"/>
                </a:moveTo>
                <a:lnTo>
                  <a:pt x="159514" y="31190"/>
                </a:lnTo>
                <a:lnTo>
                  <a:pt x="158180" y="32524"/>
                </a:lnTo>
                <a:lnTo>
                  <a:pt x="158180" y="34592"/>
                </a:lnTo>
                <a:lnTo>
                  <a:pt x="156879" y="33291"/>
                </a:lnTo>
                <a:lnTo>
                  <a:pt x="156879" y="31990"/>
                </a:lnTo>
                <a:close/>
                <a:moveTo>
                  <a:pt x="180996" y="31190"/>
                </a:moveTo>
                <a:lnTo>
                  <a:pt x="181797" y="31990"/>
                </a:lnTo>
                <a:lnTo>
                  <a:pt x="181797" y="33291"/>
                </a:lnTo>
                <a:lnTo>
                  <a:pt x="180529" y="34592"/>
                </a:lnTo>
                <a:lnTo>
                  <a:pt x="180529" y="32524"/>
                </a:lnTo>
                <a:lnTo>
                  <a:pt x="179162" y="31190"/>
                </a:lnTo>
                <a:lnTo>
                  <a:pt x="180996" y="31190"/>
                </a:lnTo>
                <a:close/>
                <a:moveTo>
                  <a:pt x="188502" y="31190"/>
                </a:moveTo>
                <a:lnTo>
                  <a:pt x="190303" y="31190"/>
                </a:lnTo>
                <a:lnTo>
                  <a:pt x="188969" y="32524"/>
                </a:lnTo>
                <a:lnTo>
                  <a:pt x="188969" y="34592"/>
                </a:lnTo>
                <a:lnTo>
                  <a:pt x="187668" y="33291"/>
                </a:lnTo>
                <a:lnTo>
                  <a:pt x="187668" y="31990"/>
                </a:lnTo>
                <a:close/>
                <a:moveTo>
                  <a:pt x="211785" y="31190"/>
                </a:moveTo>
                <a:lnTo>
                  <a:pt x="212586" y="31990"/>
                </a:lnTo>
                <a:lnTo>
                  <a:pt x="212586" y="33291"/>
                </a:lnTo>
                <a:lnTo>
                  <a:pt x="211318" y="34592"/>
                </a:lnTo>
                <a:lnTo>
                  <a:pt x="211318" y="32524"/>
                </a:lnTo>
                <a:lnTo>
                  <a:pt x="209950" y="31190"/>
                </a:lnTo>
                <a:lnTo>
                  <a:pt x="211785" y="31190"/>
                </a:lnTo>
                <a:close/>
                <a:moveTo>
                  <a:pt x="215121" y="57809"/>
                </a:moveTo>
                <a:lnTo>
                  <a:pt x="214320" y="58643"/>
                </a:lnTo>
                <a:lnTo>
                  <a:pt x="213019" y="58643"/>
                </a:lnTo>
                <a:lnTo>
                  <a:pt x="211718" y="57375"/>
                </a:lnTo>
                <a:lnTo>
                  <a:pt x="213620" y="57375"/>
                </a:lnTo>
                <a:lnTo>
                  <a:pt x="213887" y="57242"/>
                </a:lnTo>
                <a:lnTo>
                  <a:pt x="215121" y="56008"/>
                </a:lnTo>
                <a:close/>
                <a:moveTo>
                  <a:pt x="31189" y="65348"/>
                </a:moveTo>
                <a:lnTo>
                  <a:pt x="31990" y="64514"/>
                </a:lnTo>
                <a:lnTo>
                  <a:pt x="33291" y="64514"/>
                </a:lnTo>
                <a:lnTo>
                  <a:pt x="34592" y="65815"/>
                </a:lnTo>
                <a:lnTo>
                  <a:pt x="32691" y="65815"/>
                </a:lnTo>
                <a:lnTo>
                  <a:pt x="32424" y="65915"/>
                </a:lnTo>
                <a:lnTo>
                  <a:pt x="31156" y="67149"/>
                </a:lnTo>
                <a:lnTo>
                  <a:pt x="31156" y="65348"/>
                </a:lnTo>
                <a:close/>
                <a:moveTo>
                  <a:pt x="210618" y="86896"/>
                </a:moveTo>
                <a:lnTo>
                  <a:pt x="209083" y="85362"/>
                </a:lnTo>
                <a:lnTo>
                  <a:pt x="209083" y="80692"/>
                </a:lnTo>
                <a:lnTo>
                  <a:pt x="212419" y="77356"/>
                </a:lnTo>
                <a:lnTo>
                  <a:pt x="214587" y="77356"/>
                </a:lnTo>
                <a:lnTo>
                  <a:pt x="210618" y="81326"/>
                </a:lnTo>
                <a:lnTo>
                  <a:pt x="210618" y="86896"/>
                </a:lnTo>
                <a:close/>
                <a:moveTo>
                  <a:pt x="189636" y="86896"/>
                </a:moveTo>
                <a:lnTo>
                  <a:pt x="189636" y="81326"/>
                </a:lnTo>
                <a:lnTo>
                  <a:pt x="185700" y="77356"/>
                </a:lnTo>
                <a:lnTo>
                  <a:pt x="187868" y="77356"/>
                </a:lnTo>
                <a:lnTo>
                  <a:pt x="191170" y="80692"/>
                </a:lnTo>
                <a:lnTo>
                  <a:pt x="191170" y="85362"/>
                </a:lnTo>
                <a:close/>
                <a:moveTo>
                  <a:pt x="179829" y="86896"/>
                </a:moveTo>
                <a:lnTo>
                  <a:pt x="178294" y="85362"/>
                </a:lnTo>
                <a:lnTo>
                  <a:pt x="178294" y="80692"/>
                </a:lnTo>
                <a:lnTo>
                  <a:pt x="181630" y="77356"/>
                </a:lnTo>
                <a:lnTo>
                  <a:pt x="183798" y="77356"/>
                </a:lnTo>
                <a:lnTo>
                  <a:pt x="179829" y="81326"/>
                </a:lnTo>
                <a:lnTo>
                  <a:pt x="179829" y="86896"/>
                </a:lnTo>
                <a:close/>
                <a:moveTo>
                  <a:pt x="158847" y="86896"/>
                </a:moveTo>
                <a:lnTo>
                  <a:pt x="158847" y="81326"/>
                </a:lnTo>
                <a:lnTo>
                  <a:pt x="154911" y="77356"/>
                </a:lnTo>
                <a:lnTo>
                  <a:pt x="157079" y="77356"/>
                </a:lnTo>
                <a:lnTo>
                  <a:pt x="160382" y="80692"/>
                </a:lnTo>
                <a:lnTo>
                  <a:pt x="160382" y="85362"/>
                </a:lnTo>
                <a:close/>
                <a:moveTo>
                  <a:pt x="149040" y="86896"/>
                </a:moveTo>
                <a:lnTo>
                  <a:pt x="147506" y="85362"/>
                </a:lnTo>
                <a:lnTo>
                  <a:pt x="147506" y="80692"/>
                </a:lnTo>
                <a:lnTo>
                  <a:pt x="150842" y="77356"/>
                </a:lnTo>
                <a:lnTo>
                  <a:pt x="152976" y="77356"/>
                </a:lnTo>
                <a:lnTo>
                  <a:pt x="149040" y="81326"/>
                </a:lnTo>
                <a:lnTo>
                  <a:pt x="149040" y="86896"/>
                </a:lnTo>
                <a:close/>
                <a:moveTo>
                  <a:pt x="128059" y="86896"/>
                </a:moveTo>
                <a:lnTo>
                  <a:pt x="128059" y="81326"/>
                </a:lnTo>
                <a:lnTo>
                  <a:pt x="124122" y="77356"/>
                </a:lnTo>
                <a:lnTo>
                  <a:pt x="126291" y="77356"/>
                </a:lnTo>
                <a:lnTo>
                  <a:pt x="129593" y="80692"/>
                </a:lnTo>
                <a:lnTo>
                  <a:pt x="129593" y="85362"/>
                </a:lnTo>
                <a:close/>
                <a:moveTo>
                  <a:pt x="118252" y="86896"/>
                </a:moveTo>
                <a:lnTo>
                  <a:pt x="116717" y="85362"/>
                </a:lnTo>
                <a:lnTo>
                  <a:pt x="116717" y="80692"/>
                </a:lnTo>
                <a:lnTo>
                  <a:pt x="120053" y="77356"/>
                </a:lnTo>
                <a:lnTo>
                  <a:pt x="122188" y="77356"/>
                </a:lnTo>
                <a:lnTo>
                  <a:pt x="118252" y="81326"/>
                </a:lnTo>
                <a:close/>
                <a:moveTo>
                  <a:pt x="97270" y="86896"/>
                </a:moveTo>
                <a:lnTo>
                  <a:pt x="97270" y="81326"/>
                </a:lnTo>
                <a:lnTo>
                  <a:pt x="93334" y="77356"/>
                </a:lnTo>
                <a:lnTo>
                  <a:pt x="95469" y="77356"/>
                </a:lnTo>
                <a:lnTo>
                  <a:pt x="98804" y="80692"/>
                </a:lnTo>
                <a:lnTo>
                  <a:pt x="98804" y="85362"/>
                </a:lnTo>
                <a:close/>
                <a:moveTo>
                  <a:pt x="87463" y="86896"/>
                </a:moveTo>
                <a:lnTo>
                  <a:pt x="85929" y="85362"/>
                </a:lnTo>
                <a:lnTo>
                  <a:pt x="85929" y="80692"/>
                </a:lnTo>
                <a:lnTo>
                  <a:pt x="89231" y="77356"/>
                </a:lnTo>
                <a:lnTo>
                  <a:pt x="91399" y="77356"/>
                </a:lnTo>
                <a:lnTo>
                  <a:pt x="87463" y="81326"/>
                </a:lnTo>
                <a:close/>
                <a:moveTo>
                  <a:pt x="66481" y="86896"/>
                </a:moveTo>
                <a:lnTo>
                  <a:pt x="66481" y="81326"/>
                </a:lnTo>
                <a:lnTo>
                  <a:pt x="62545" y="77356"/>
                </a:lnTo>
                <a:lnTo>
                  <a:pt x="64713" y="77356"/>
                </a:lnTo>
                <a:lnTo>
                  <a:pt x="68016" y="80692"/>
                </a:lnTo>
                <a:lnTo>
                  <a:pt x="68016" y="85362"/>
                </a:lnTo>
                <a:close/>
                <a:moveTo>
                  <a:pt x="56674" y="86896"/>
                </a:moveTo>
                <a:lnTo>
                  <a:pt x="55140" y="85362"/>
                </a:lnTo>
                <a:lnTo>
                  <a:pt x="55140" y="80692"/>
                </a:lnTo>
                <a:lnTo>
                  <a:pt x="58442" y="77356"/>
                </a:lnTo>
                <a:lnTo>
                  <a:pt x="60610" y="77356"/>
                </a:lnTo>
                <a:lnTo>
                  <a:pt x="56674" y="81326"/>
                </a:lnTo>
                <a:close/>
                <a:moveTo>
                  <a:pt x="35693" y="86896"/>
                </a:moveTo>
                <a:lnTo>
                  <a:pt x="35693" y="81326"/>
                </a:lnTo>
                <a:lnTo>
                  <a:pt x="31723" y="77356"/>
                </a:lnTo>
                <a:lnTo>
                  <a:pt x="33891" y="77356"/>
                </a:lnTo>
                <a:lnTo>
                  <a:pt x="37227" y="80692"/>
                </a:lnTo>
                <a:lnTo>
                  <a:pt x="37227" y="85362"/>
                </a:lnTo>
                <a:close/>
                <a:moveTo>
                  <a:pt x="35693" y="36260"/>
                </a:moveTo>
                <a:lnTo>
                  <a:pt x="37227" y="37795"/>
                </a:lnTo>
                <a:lnTo>
                  <a:pt x="37227" y="42465"/>
                </a:lnTo>
                <a:lnTo>
                  <a:pt x="33891" y="45800"/>
                </a:lnTo>
                <a:lnTo>
                  <a:pt x="31723" y="45800"/>
                </a:lnTo>
                <a:lnTo>
                  <a:pt x="35693" y="41831"/>
                </a:lnTo>
                <a:lnTo>
                  <a:pt x="35693" y="36260"/>
                </a:lnTo>
                <a:close/>
                <a:moveTo>
                  <a:pt x="56674" y="36260"/>
                </a:moveTo>
                <a:lnTo>
                  <a:pt x="56674" y="41831"/>
                </a:lnTo>
                <a:lnTo>
                  <a:pt x="60610" y="45800"/>
                </a:lnTo>
                <a:lnTo>
                  <a:pt x="58442" y="45800"/>
                </a:lnTo>
                <a:lnTo>
                  <a:pt x="55140" y="42465"/>
                </a:lnTo>
                <a:lnTo>
                  <a:pt x="55140" y="37795"/>
                </a:lnTo>
                <a:close/>
                <a:moveTo>
                  <a:pt x="66481" y="36260"/>
                </a:moveTo>
                <a:lnTo>
                  <a:pt x="68016" y="37795"/>
                </a:lnTo>
                <a:lnTo>
                  <a:pt x="68016" y="42465"/>
                </a:lnTo>
                <a:lnTo>
                  <a:pt x="64680" y="45800"/>
                </a:lnTo>
                <a:lnTo>
                  <a:pt x="62512" y="45800"/>
                </a:lnTo>
                <a:lnTo>
                  <a:pt x="66481" y="41831"/>
                </a:lnTo>
                <a:lnTo>
                  <a:pt x="66481" y="36260"/>
                </a:lnTo>
                <a:close/>
                <a:moveTo>
                  <a:pt x="87463" y="36260"/>
                </a:moveTo>
                <a:lnTo>
                  <a:pt x="87463" y="41831"/>
                </a:lnTo>
                <a:lnTo>
                  <a:pt x="91399" y="45800"/>
                </a:lnTo>
                <a:lnTo>
                  <a:pt x="89231" y="45800"/>
                </a:lnTo>
                <a:lnTo>
                  <a:pt x="85929" y="42465"/>
                </a:lnTo>
                <a:lnTo>
                  <a:pt x="85929" y="37795"/>
                </a:lnTo>
                <a:close/>
                <a:moveTo>
                  <a:pt x="97270" y="36260"/>
                </a:moveTo>
                <a:lnTo>
                  <a:pt x="98804" y="37795"/>
                </a:lnTo>
                <a:lnTo>
                  <a:pt x="98804" y="42465"/>
                </a:lnTo>
                <a:lnTo>
                  <a:pt x="95469" y="45800"/>
                </a:lnTo>
                <a:lnTo>
                  <a:pt x="93334" y="45800"/>
                </a:lnTo>
                <a:lnTo>
                  <a:pt x="97270" y="41831"/>
                </a:lnTo>
                <a:close/>
                <a:moveTo>
                  <a:pt x="118252" y="36260"/>
                </a:moveTo>
                <a:lnTo>
                  <a:pt x="118252" y="41831"/>
                </a:lnTo>
                <a:lnTo>
                  <a:pt x="122188" y="45800"/>
                </a:lnTo>
                <a:lnTo>
                  <a:pt x="120053" y="45800"/>
                </a:lnTo>
                <a:lnTo>
                  <a:pt x="116717" y="42465"/>
                </a:lnTo>
                <a:lnTo>
                  <a:pt x="116717" y="37795"/>
                </a:lnTo>
                <a:close/>
                <a:moveTo>
                  <a:pt x="128059" y="36260"/>
                </a:moveTo>
                <a:lnTo>
                  <a:pt x="129593" y="37795"/>
                </a:lnTo>
                <a:lnTo>
                  <a:pt x="129593" y="42465"/>
                </a:lnTo>
                <a:lnTo>
                  <a:pt x="126291" y="45800"/>
                </a:lnTo>
                <a:lnTo>
                  <a:pt x="124122" y="45800"/>
                </a:lnTo>
                <a:lnTo>
                  <a:pt x="128059" y="41831"/>
                </a:lnTo>
                <a:lnTo>
                  <a:pt x="128059" y="36260"/>
                </a:lnTo>
                <a:close/>
                <a:moveTo>
                  <a:pt x="149040" y="36260"/>
                </a:moveTo>
                <a:lnTo>
                  <a:pt x="149040" y="41831"/>
                </a:lnTo>
                <a:lnTo>
                  <a:pt x="153010" y="45800"/>
                </a:lnTo>
                <a:lnTo>
                  <a:pt x="150842" y="45800"/>
                </a:lnTo>
                <a:lnTo>
                  <a:pt x="147506" y="42465"/>
                </a:lnTo>
                <a:lnTo>
                  <a:pt x="147506" y="37795"/>
                </a:lnTo>
                <a:close/>
                <a:moveTo>
                  <a:pt x="158847" y="36260"/>
                </a:moveTo>
                <a:lnTo>
                  <a:pt x="160382" y="37795"/>
                </a:lnTo>
                <a:lnTo>
                  <a:pt x="160382" y="42465"/>
                </a:lnTo>
                <a:lnTo>
                  <a:pt x="157079" y="45800"/>
                </a:lnTo>
                <a:lnTo>
                  <a:pt x="154911" y="45800"/>
                </a:lnTo>
                <a:lnTo>
                  <a:pt x="158847" y="41831"/>
                </a:lnTo>
                <a:lnTo>
                  <a:pt x="158847" y="36260"/>
                </a:lnTo>
                <a:close/>
                <a:moveTo>
                  <a:pt x="179829" y="36260"/>
                </a:moveTo>
                <a:lnTo>
                  <a:pt x="179829" y="41831"/>
                </a:lnTo>
                <a:lnTo>
                  <a:pt x="183798" y="45800"/>
                </a:lnTo>
                <a:lnTo>
                  <a:pt x="181630" y="45800"/>
                </a:lnTo>
                <a:lnTo>
                  <a:pt x="178294" y="42465"/>
                </a:lnTo>
                <a:lnTo>
                  <a:pt x="178294" y="37795"/>
                </a:lnTo>
                <a:close/>
                <a:moveTo>
                  <a:pt x="189636" y="36260"/>
                </a:moveTo>
                <a:lnTo>
                  <a:pt x="191170" y="37795"/>
                </a:lnTo>
                <a:lnTo>
                  <a:pt x="191170" y="42465"/>
                </a:lnTo>
                <a:lnTo>
                  <a:pt x="187868" y="45800"/>
                </a:lnTo>
                <a:lnTo>
                  <a:pt x="185700" y="45800"/>
                </a:lnTo>
                <a:lnTo>
                  <a:pt x="189636" y="41831"/>
                </a:lnTo>
                <a:lnTo>
                  <a:pt x="189636" y="36260"/>
                </a:lnTo>
                <a:close/>
                <a:moveTo>
                  <a:pt x="208549" y="68016"/>
                </a:moveTo>
                <a:lnTo>
                  <a:pt x="203846" y="68016"/>
                </a:lnTo>
                <a:lnTo>
                  <a:pt x="200544" y="64714"/>
                </a:lnTo>
                <a:lnTo>
                  <a:pt x="200544" y="62546"/>
                </a:lnTo>
                <a:lnTo>
                  <a:pt x="204480" y="66482"/>
                </a:lnTo>
                <a:lnTo>
                  <a:pt x="210084" y="66482"/>
                </a:lnTo>
                <a:close/>
                <a:moveTo>
                  <a:pt x="208916" y="76589"/>
                </a:moveTo>
                <a:lnTo>
                  <a:pt x="206648" y="74287"/>
                </a:lnTo>
                <a:lnTo>
                  <a:pt x="206648" y="71052"/>
                </a:lnTo>
                <a:lnTo>
                  <a:pt x="208316" y="69351"/>
                </a:lnTo>
                <a:lnTo>
                  <a:pt x="208316" y="73587"/>
                </a:lnTo>
                <a:lnTo>
                  <a:pt x="211285" y="76589"/>
                </a:lnTo>
                <a:lnTo>
                  <a:pt x="208916" y="76589"/>
                </a:lnTo>
                <a:close/>
                <a:moveTo>
                  <a:pt x="205848" y="82126"/>
                </a:moveTo>
                <a:lnTo>
                  <a:pt x="204513" y="80792"/>
                </a:lnTo>
                <a:lnTo>
                  <a:pt x="204513" y="78791"/>
                </a:lnTo>
                <a:lnTo>
                  <a:pt x="205948" y="77356"/>
                </a:lnTo>
                <a:lnTo>
                  <a:pt x="207816" y="77356"/>
                </a:lnTo>
                <a:lnTo>
                  <a:pt x="205848" y="79324"/>
                </a:lnTo>
                <a:close/>
                <a:moveTo>
                  <a:pt x="188969" y="76589"/>
                </a:moveTo>
                <a:lnTo>
                  <a:pt x="191971" y="73587"/>
                </a:lnTo>
                <a:lnTo>
                  <a:pt x="191971" y="69351"/>
                </a:lnTo>
                <a:lnTo>
                  <a:pt x="193639" y="71052"/>
                </a:lnTo>
                <a:lnTo>
                  <a:pt x="193639" y="74287"/>
                </a:lnTo>
                <a:lnTo>
                  <a:pt x="191337" y="76589"/>
                </a:lnTo>
                <a:close/>
                <a:moveTo>
                  <a:pt x="185700" y="76589"/>
                </a:moveTo>
                <a:lnTo>
                  <a:pt x="189636" y="72620"/>
                </a:lnTo>
                <a:lnTo>
                  <a:pt x="189636" y="67049"/>
                </a:lnTo>
                <a:lnTo>
                  <a:pt x="191170" y="68583"/>
                </a:lnTo>
                <a:lnTo>
                  <a:pt x="191170" y="73253"/>
                </a:lnTo>
                <a:lnTo>
                  <a:pt x="187868" y="76589"/>
                </a:lnTo>
                <a:lnTo>
                  <a:pt x="185700" y="76589"/>
                </a:lnTo>
                <a:close/>
                <a:moveTo>
                  <a:pt x="181630" y="76589"/>
                </a:moveTo>
                <a:lnTo>
                  <a:pt x="178294" y="73253"/>
                </a:lnTo>
                <a:lnTo>
                  <a:pt x="178294" y="68583"/>
                </a:lnTo>
                <a:lnTo>
                  <a:pt x="179829" y="67049"/>
                </a:lnTo>
                <a:lnTo>
                  <a:pt x="179829" y="72620"/>
                </a:lnTo>
                <a:lnTo>
                  <a:pt x="183798" y="76589"/>
                </a:lnTo>
                <a:lnTo>
                  <a:pt x="181630" y="76589"/>
                </a:lnTo>
                <a:close/>
                <a:moveTo>
                  <a:pt x="178128" y="76589"/>
                </a:moveTo>
                <a:lnTo>
                  <a:pt x="175826" y="74287"/>
                </a:lnTo>
                <a:lnTo>
                  <a:pt x="175826" y="71052"/>
                </a:lnTo>
                <a:lnTo>
                  <a:pt x="177527" y="69351"/>
                </a:lnTo>
                <a:lnTo>
                  <a:pt x="177527" y="73587"/>
                </a:lnTo>
                <a:lnTo>
                  <a:pt x="180496" y="76589"/>
                </a:lnTo>
                <a:lnTo>
                  <a:pt x="178128" y="76589"/>
                </a:lnTo>
                <a:close/>
                <a:moveTo>
                  <a:pt x="175059" y="82126"/>
                </a:moveTo>
                <a:lnTo>
                  <a:pt x="173725" y="80792"/>
                </a:lnTo>
                <a:lnTo>
                  <a:pt x="173725" y="78791"/>
                </a:lnTo>
                <a:lnTo>
                  <a:pt x="175159" y="77356"/>
                </a:lnTo>
                <a:lnTo>
                  <a:pt x="177027" y="77356"/>
                </a:lnTo>
                <a:lnTo>
                  <a:pt x="175059" y="79324"/>
                </a:lnTo>
                <a:close/>
                <a:moveTo>
                  <a:pt x="158180" y="76589"/>
                </a:moveTo>
                <a:lnTo>
                  <a:pt x="161182" y="73587"/>
                </a:lnTo>
                <a:lnTo>
                  <a:pt x="161182" y="69351"/>
                </a:lnTo>
                <a:lnTo>
                  <a:pt x="162850" y="71052"/>
                </a:lnTo>
                <a:lnTo>
                  <a:pt x="162850" y="74287"/>
                </a:lnTo>
                <a:lnTo>
                  <a:pt x="160548" y="76589"/>
                </a:lnTo>
                <a:close/>
                <a:moveTo>
                  <a:pt x="154911" y="76589"/>
                </a:moveTo>
                <a:lnTo>
                  <a:pt x="158847" y="72620"/>
                </a:lnTo>
                <a:lnTo>
                  <a:pt x="158847" y="67049"/>
                </a:lnTo>
                <a:lnTo>
                  <a:pt x="160382" y="68583"/>
                </a:lnTo>
                <a:lnTo>
                  <a:pt x="160382" y="73253"/>
                </a:lnTo>
                <a:lnTo>
                  <a:pt x="157079" y="76589"/>
                </a:lnTo>
                <a:lnTo>
                  <a:pt x="154911" y="76589"/>
                </a:lnTo>
                <a:close/>
                <a:moveTo>
                  <a:pt x="150842" y="76589"/>
                </a:moveTo>
                <a:lnTo>
                  <a:pt x="147506" y="73253"/>
                </a:lnTo>
                <a:lnTo>
                  <a:pt x="147506" y="68583"/>
                </a:lnTo>
                <a:lnTo>
                  <a:pt x="149040" y="67049"/>
                </a:lnTo>
                <a:lnTo>
                  <a:pt x="149040" y="72620"/>
                </a:lnTo>
                <a:lnTo>
                  <a:pt x="153010" y="76589"/>
                </a:lnTo>
                <a:lnTo>
                  <a:pt x="150842" y="76589"/>
                </a:lnTo>
                <a:close/>
                <a:moveTo>
                  <a:pt x="147339" y="76589"/>
                </a:moveTo>
                <a:lnTo>
                  <a:pt x="145037" y="74287"/>
                </a:lnTo>
                <a:lnTo>
                  <a:pt x="145037" y="71052"/>
                </a:lnTo>
                <a:lnTo>
                  <a:pt x="146739" y="69351"/>
                </a:lnTo>
                <a:lnTo>
                  <a:pt x="146739" y="73587"/>
                </a:lnTo>
                <a:lnTo>
                  <a:pt x="149707" y="76589"/>
                </a:lnTo>
                <a:lnTo>
                  <a:pt x="147339" y="76589"/>
                </a:lnTo>
                <a:close/>
                <a:moveTo>
                  <a:pt x="144270" y="82126"/>
                </a:moveTo>
                <a:lnTo>
                  <a:pt x="142936" y="80792"/>
                </a:lnTo>
                <a:lnTo>
                  <a:pt x="142936" y="78791"/>
                </a:lnTo>
                <a:lnTo>
                  <a:pt x="144370" y="77356"/>
                </a:lnTo>
                <a:lnTo>
                  <a:pt x="146238" y="77356"/>
                </a:lnTo>
                <a:lnTo>
                  <a:pt x="144270" y="79324"/>
                </a:lnTo>
                <a:close/>
                <a:moveTo>
                  <a:pt x="127391" y="76589"/>
                </a:moveTo>
                <a:lnTo>
                  <a:pt x="130394" y="73587"/>
                </a:lnTo>
                <a:lnTo>
                  <a:pt x="130394" y="69351"/>
                </a:lnTo>
                <a:lnTo>
                  <a:pt x="132061" y="71052"/>
                </a:lnTo>
                <a:lnTo>
                  <a:pt x="132061" y="74287"/>
                </a:lnTo>
                <a:lnTo>
                  <a:pt x="129760" y="76589"/>
                </a:lnTo>
                <a:close/>
                <a:moveTo>
                  <a:pt x="124122" y="76589"/>
                </a:moveTo>
                <a:lnTo>
                  <a:pt x="128059" y="72620"/>
                </a:lnTo>
                <a:lnTo>
                  <a:pt x="128059" y="67049"/>
                </a:lnTo>
                <a:lnTo>
                  <a:pt x="129593" y="68583"/>
                </a:lnTo>
                <a:lnTo>
                  <a:pt x="129593" y="73253"/>
                </a:lnTo>
                <a:lnTo>
                  <a:pt x="126291" y="76589"/>
                </a:lnTo>
                <a:lnTo>
                  <a:pt x="124122" y="76589"/>
                </a:lnTo>
                <a:close/>
                <a:moveTo>
                  <a:pt x="120053" y="76589"/>
                </a:moveTo>
                <a:lnTo>
                  <a:pt x="116717" y="73253"/>
                </a:lnTo>
                <a:lnTo>
                  <a:pt x="116717" y="68583"/>
                </a:lnTo>
                <a:lnTo>
                  <a:pt x="118252" y="67049"/>
                </a:lnTo>
                <a:lnTo>
                  <a:pt x="118252" y="72620"/>
                </a:lnTo>
                <a:lnTo>
                  <a:pt x="122188" y="76589"/>
                </a:lnTo>
                <a:lnTo>
                  <a:pt x="120053" y="76589"/>
                </a:lnTo>
                <a:close/>
                <a:moveTo>
                  <a:pt x="116550" y="76589"/>
                </a:moveTo>
                <a:lnTo>
                  <a:pt x="114249" y="74287"/>
                </a:lnTo>
                <a:lnTo>
                  <a:pt x="114249" y="71052"/>
                </a:lnTo>
                <a:lnTo>
                  <a:pt x="115950" y="69351"/>
                </a:lnTo>
                <a:lnTo>
                  <a:pt x="115950" y="73587"/>
                </a:lnTo>
                <a:lnTo>
                  <a:pt x="118919" y="76589"/>
                </a:lnTo>
                <a:lnTo>
                  <a:pt x="116550" y="76589"/>
                </a:lnTo>
                <a:close/>
                <a:moveTo>
                  <a:pt x="113482" y="82126"/>
                </a:moveTo>
                <a:lnTo>
                  <a:pt x="112147" y="80792"/>
                </a:lnTo>
                <a:lnTo>
                  <a:pt x="112147" y="78791"/>
                </a:lnTo>
                <a:lnTo>
                  <a:pt x="113582" y="77356"/>
                </a:lnTo>
                <a:lnTo>
                  <a:pt x="115450" y="77356"/>
                </a:lnTo>
                <a:lnTo>
                  <a:pt x="113482" y="79324"/>
                </a:lnTo>
                <a:close/>
                <a:moveTo>
                  <a:pt x="96603" y="76589"/>
                </a:moveTo>
                <a:lnTo>
                  <a:pt x="99605" y="73587"/>
                </a:lnTo>
                <a:lnTo>
                  <a:pt x="99605" y="69351"/>
                </a:lnTo>
                <a:lnTo>
                  <a:pt x="101273" y="71052"/>
                </a:lnTo>
                <a:lnTo>
                  <a:pt x="101273" y="74287"/>
                </a:lnTo>
                <a:lnTo>
                  <a:pt x="98971" y="76589"/>
                </a:lnTo>
                <a:close/>
                <a:moveTo>
                  <a:pt x="93334" y="76589"/>
                </a:moveTo>
                <a:lnTo>
                  <a:pt x="97270" y="72620"/>
                </a:lnTo>
                <a:lnTo>
                  <a:pt x="97270" y="67049"/>
                </a:lnTo>
                <a:lnTo>
                  <a:pt x="98804" y="68583"/>
                </a:lnTo>
                <a:lnTo>
                  <a:pt x="98804" y="73253"/>
                </a:lnTo>
                <a:lnTo>
                  <a:pt x="95469" y="76589"/>
                </a:lnTo>
                <a:lnTo>
                  <a:pt x="93334" y="76589"/>
                </a:lnTo>
                <a:close/>
                <a:moveTo>
                  <a:pt x="89231" y="76589"/>
                </a:moveTo>
                <a:lnTo>
                  <a:pt x="85929" y="73253"/>
                </a:lnTo>
                <a:lnTo>
                  <a:pt x="85929" y="68583"/>
                </a:lnTo>
                <a:lnTo>
                  <a:pt x="87463" y="67049"/>
                </a:lnTo>
                <a:lnTo>
                  <a:pt x="87463" y="72620"/>
                </a:lnTo>
                <a:lnTo>
                  <a:pt x="91399" y="76589"/>
                </a:lnTo>
                <a:lnTo>
                  <a:pt x="89231" y="76589"/>
                </a:lnTo>
                <a:close/>
                <a:moveTo>
                  <a:pt x="85762" y="76589"/>
                </a:moveTo>
                <a:lnTo>
                  <a:pt x="83460" y="74287"/>
                </a:lnTo>
                <a:lnTo>
                  <a:pt x="83460" y="71052"/>
                </a:lnTo>
                <a:lnTo>
                  <a:pt x="85128" y="69351"/>
                </a:lnTo>
                <a:lnTo>
                  <a:pt x="85128" y="73587"/>
                </a:lnTo>
                <a:lnTo>
                  <a:pt x="88130" y="76589"/>
                </a:lnTo>
                <a:lnTo>
                  <a:pt x="85762" y="76589"/>
                </a:lnTo>
                <a:close/>
                <a:moveTo>
                  <a:pt x="82660" y="82126"/>
                </a:moveTo>
                <a:lnTo>
                  <a:pt x="81359" y="80792"/>
                </a:lnTo>
                <a:lnTo>
                  <a:pt x="81359" y="78791"/>
                </a:lnTo>
                <a:lnTo>
                  <a:pt x="82793" y="77356"/>
                </a:lnTo>
                <a:lnTo>
                  <a:pt x="84628" y="77356"/>
                </a:lnTo>
                <a:lnTo>
                  <a:pt x="82660" y="79324"/>
                </a:lnTo>
                <a:close/>
                <a:moveTo>
                  <a:pt x="65814" y="76589"/>
                </a:moveTo>
                <a:lnTo>
                  <a:pt x="68816" y="73587"/>
                </a:lnTo>
                <a:lnTo>
                  <a:pt x="68816" y="69351"/>
                </a:lnTo>
                <a:lnTo>
                  <a:pt x="70484" y="71052"/>
                </a:lnTo>
                <a:lnTo>
                  <a:pt x="70484" y="74287"/>
                </a:lnTo>
                <a:lnTo>
                  <a:pt x="68183" y="76589"/>
                </a:lnTo>
                <a:close/>
                <a:moveTo>
                  <a:pt x="62512" y="76589"/>
                </a:moveTo>
                <a:lnTo>
                  <a:pt x="66481" y="72620"/>
                </a:lnTo>
                <a:lnTo>
                  <a:pt x="66481" y="67049"/>
                </a:lnTo>
                <a:lnTo>
                  <a:pt x="68016" y="68583"/>
                </a:lnTo>
                <a:lnTo>
                  <a:pt x="68016" y="73253"/>
                </a:lnTo>
                <a:lnTo>
                  <a:pt x="64680" y="76589"/>
                </a:lnTo>
                <a:lnTo>
                  <a:pt x="62512" y="76589"/>
                </a:lnTo>
                <a:close/>
                <a:moveTo>
                  <a:pt x="58442" y="76589"/>
                </a:moveTo>
                <a:lnTo>
                  <a:pt x="55140" y="73253"/>
                </a:lnTo>
                <a:lnTo>
                  <a:pt x="55140" y="68583"/>
                </a:lnTo>
                <a:lnTo>
                  <a:pt x="56674" y="67049"/>
                </a:lnTo>
                <a:lnTo>
                  <a:pt x="56674" y="72620"/>
                </a:lnTo>
                <a:lnTo>
                  <a:pt x="60610" y="76589"/>
                </a:lnTo>
                <a:lnTo>
                  <a:pt x="58442" y="76589"/>
                </a:lnTo>
                <a:close/>
                <a:moveTo>
                  <a:pt x="54973" y="76589"/>
                </a:moveTo>
                <a:lnTo>
                  <a:pt x="52671" y="74287"/>
                </a:lnTo>
                <a:lnTo>
                  <a:pt x="52671" y="71052"/>
                </a:lnTo>
                <a:lnTo>
                  <a:pt x="54339" y="69351"/>
                </a:lnTo>
                <a:lnTo>
                  <a:pt x="54339" y="73587"/>
                </a:lnTo>
                <a:lnTo>
                  <a:pt x="57341" y="76589"/>
                </a:lnTo>
                <a:lnTo>
                  <a:pt x="54973" y="76589"/>
                </a:lnTo>
                <a:close/>
                <a:moveTo>
                  <a:pt x="51871" y="82126"/>
                </a:moveTo>
                <a:lnTo>
                  <a:pt x="50570" y="80792"/>
                </a:lnTo>
                <a:lnTo>
                  <a:pt x="50570" y="78791"/>
                </a:lnTo>
                <a:lnTo>
                  <a:pt x="51971" y="77356"/>
                </a:lnTo>
                <a:lnTo>
                  <a:pt x="53839" y="77356"/>
                </a:lnTo>
                <a:lnTo>
                  <a:pt x="51871" y="79324"/>
                </a:lnTo>
                <a:close/>
                <a:moveTo>
                  <a:pt x="35026" y="76589"/>
                </a:moveTo>
                <a:lnTo>
                  <a:pt x="37994" y="73587"/>
                </a:lnTo>
                <a:lnTo>
                  <a:pt x="37994" y="69351"/>
                </a:lnTo>
                <a:lnTo>
                  <a:pt x="39696" y="71052"/>
                </a:lnTo>
                <a:lnTo>
                  <a:pt x="39696" y="74287"/>
                </a:lnTo>
                <a:lnTo>
                  <a:pt x="37394" y="76589"/>
                </a:lnTo>
                <a:close/>
                <a:moveTo>
                  <a:pt x="37761" y="55140"/>
                </a:moveTo>
                <a:lnTo>
                  <a:pt x="42464" y="55140"/>
                </a:lnTo>
                <a:lnTo>
                  <a:pt x="45767" y="58443"/>
                </a:lnTo>
                <a:lnTo>
                  <a:pt x="45767" y="60611"/>
                </a:lnTo>
                <a:lnTo>
                  <a:pt x="41830" y="56675"/>
                </a:lnTo>
                <a:lnTo>
                  <a:pt x="36226" y="56675"/>
                </a:lnTo>
                <a:close/>
                <a:moveTo>
                  <a:pt x="37394" y="46568"/>
                </a:moveTo>
                <a:lnTo>
                  <a:pt x="39696" y="48869"/>
                </a:lnTo>
                <a:lnTo>
                  <a:pt x="39696" y="52105"/>
                </a:lnTo>
                <a:lnTo>
                  <a:pt x="37994" y="53806"/>
                </a:lnTo>
                <a:lnTo>
                  <a:pt x="37994" y="49570"/>
                </a:lnTo>
                <a:lnTo>
                  <a:pt x="35026" y="46568"/>
                </a:lnTo>
                <a:close/>
                <a:moveTo>
                  <a:pt x="40463" y="41030"/>
                </a:moveTo>
                <a:lnTo>
                  <a:pt x="41797" y="42365"/>
                </a:lnTo>
                <a:lnTo>
                  <a:pt x="41797" y="44366"/>
                </a:lnTo>
                <a:lnTo>
                  <a:pt x="40363" y="45800"/>
                </a:lnTo>
                <a:lnTo>
                  <a:pt x="38495" y="45800"/>
                </a:lnTo>
                <a:lnTo>
                  <a:pt x="40463" y="43832"/>
                </a:lnTo>
                <a:close/>
                <a:moveTo>
                  <a:pt x="57341" y="46568"/>
                </a:moveTo>
                <a:lnTo>
                  <a:pt x="54339" y="49570"/>
                </a:lnTo>
                <a:lnTo>
                  <a:pt x="54339" y="53806"/>
                </a:lnTo>
                <a:lnTo>
                  <a:pt x="52671" y="52105"/>
                </a:lnTo>
                <a:lnTo>
                  <a:pt x="52671" y="48869"/>
                </a:lnTo>
                <a:lnTo>
                  <a:pt x="54973" y="46568"/>
                </a:lnTo>
                <a:close/>
                <a:moveTo>
                  <a:pt x="60610" y="46568"/>
                </a:moveTo>
                <a:lnTo>
                  <a:pt x="56674" y="50537"/>
                </a:lnTo>
                <a:lnTo>
                  <a:pt x="56674" y="56108"/>
                </a:lnTo>
                <a:lnTo>
                  <a:pt x="55140" y="54573"/>
                </a:lnTo>
                <a:lnTo>
                  <a:pt x="55140" y="49903"/>
                </a:lnTo>
                <a:lnTo>
                  <a:pt x="58442" y="46568"/>
                </a:lnTo>
                <a:close/>
                <a:moveTo>
                  <a:pt x="64680" y="46568"/>
                </a:moveTo>
                <a:lnTo>
                  <a:pt x="68016" y="49903"/>
                </a:lnTo>
                <a:lnTo>
                  <a:pt x="68016" y="54573"/>
                </a:lnTo>
                <a:lnTo>
                  <a:pt x="66481" y="56108"/>
                </a:lnTo>
                <a:lnTo>
                  <a:pt x="66481" y="50537"/>
                </a:lnTo>
                <a:lnTo>
                  <a:pt x="62545" y="46568"/>
                </a:lnTo>
                <a:close/>
                <a:moveTo>
                  <a:pt x="68183" y="46568"/>
                </a:moveTo>
                <a:lnTo>
                  <a:pt x="70484" y="48869"/>
                </a:lnTo>
                <a:lnTo>
                  <a:pt x="70484" y="52105"/>
                </a:lnTo>
                <a:lnTo>
                  <a:pt x="68783" y="53806"/>
                </a:lnTo>
                <a:lnTo>
                  <a:pt x="68783" y="49570"/>
                </a:lnTo>
                <a:lnTo>
                  <a:pt x="65814" y="46568"/>
                </a:lnTo>
                <a:close/>
                <a:moveTo>
                  <a:pt x="71251" y="41030"/>
                </a:moveTo>
                <a:lnTo>
                  <a:pt x="72586" y="42365"/>
                </a:lnTo>
                <a:lnTo>
                  <a:pt x="72586" y="44366"/>
                </a:lnTo>
                <a:lnTo>
                  <a:pt x="71151" y="45800"/>
                </a:lnTo>
                <a:lnTo>
                  <a:pt x="69283" y="45800"/>
                </a:lnTo>
                <a:lnTo>
                  <a:pt x="71251" y="43832"/>
                </a:lnTo>
                <a:lnTo>
                  <a:pt x="71251" y="41030"/>
                </a:lnTo>
                <a:close/>
                <a:moveTo>
                  <a:pt x="88130" y="46568"/>
                </a:moveTo>
                <a:lnTo>
                  <a:pt x="85128" y="49570"/>
                </a:lnTo>
                <a:lnTo>
                  <a:pt x="85128" y="53806"/>
                </a:lnTo>
                <a:lnTo>
                  <a:pt x="83460" y="52105"/>
                </a:lnTo>
                <a:lnTo>
                  <a:pt x="83460" y="48869"/>
                </a:lnTo>
                <a:lnTo>
                  <a:pt x="85762" y="46568"/>
                </a:lnTo>
                <a:close/>
                <a:moveTo>
                  <a:pt x="91399" y="46568"/>
                </a:moveTo>
                <a:lnTo>
                  <a:pt x="87463" y="50537"/>
                </a:lnTo>
                <a:lnTo>
                  <a:pt x="87463" y="56108"/>
                </a:lnTo>
                <a:lnTo>
                  <a:pt x="85929" y="54573"/>
                </a:lnTo>
                <a:lnTo>
                  <a:pt x="85929" y="49903"/>
                </a:lnTo>
                <a:lnTo>
                  <a:pt x="89231" y="46568"/>
                </a:lnTo>
                <a:close/>
                <a:moveTo>
                  <a:pt x="95469" y="46568"/>
                </a:moveTo>
                <a:lnTo>
                  <a:pt x="98804" y="49903"/>
                </a:lnTo>
                <a:lnTo>
                  <a:pt x="98804" y="54573"/>
                </a:lnTo>
                <a:lnTo>
                  <a:pt x="97270" y="56108"/>
                </a:lnTo>
                <a:lnTo>
                  <a:pt x="97270" y="50537"/>
                </a:lnTo>
                <a:lnTo>
                  <a:pt x="93334" y="46568"/>
                </a:lnTo>
                <a:close/>
                <a:moveTo>
                  <a:pt x="98971" y="46568"/>
                </a:moveTo>
                <a:lnTo>
                  <a:pt x="101273" y="48869"/>
                </a:lnTo>
                <a:lnTo>
                  <a:pt x="101273" y="52105"/>
                </a:lnTo>
                <a:lnTo>
                  <a:pt x="99572" y="53806"/>
                </a:lnTo>
                <a:lnTo>
                  <a:pt x="99572" y="49570"/>
                </a:lnTo>
                <a:lnTo>
                  <a:pt x="96603" y="46568"/>
                </a:lnTo>
                <a:close/>
                <a:moveTo>
                  <a:pt x="102040" y="41030"/>
                </a:moveTo>
                <a:lnTo>
                  <a:pt x="103374" y="42365"/>
                </a:lnTo>
                <a:lnTo>
                  <a:pt x="103374" y="44366"/>
                </a:lnTo>
                <a:lnTo>
                  <a:pt x="101940" y="45800"/>
                </a:lnTo>
                <a:lnTo>
                  <a:pt x="100072" y="45800"/>
                </a:lnTo>
                <a:lnTo>
                  <a:pt x="102040" y="43832"/>
                </a:lnTo>
                <a:close/>
                <a:moveTo>
                  <a:pt x="118919" y="46568"/>
                </a:moveTo>
                <a:lnTo>
                  <a:pt x="115917" y="49570"/>
                </a:lnTo>
                <a:lnTo>
                  <a:pt x="115917" y="53806"/>
                </a:lnTo>
                <a:lnTo>
                  <a:pt x="114249" y="52105"/>
                </a:lnTo>
                <a:lnTo>
                  <a:pt x="114249" y="48869"/>
                </a:lnTo>
                <a:lnTo>
                  <a:pt x="116550" y="46568"/>
                </a:lnTo>
                <a:close/>
                <a:moveTo>
                  <a:pt x="122188" y="46568"/>
                </a:moveTo>
                <a:lnTo>
                  <a:pt x="118252" y="50537"/>
                </a:lnTo>
                <a:lnTo>
                  <a:pt x="118252" y="56108"/>
                </a:lnTo>
                <a:lnTo>
                  <a:pt x="116717" y="54573"/>
                </a:lnTo>
                <a:lnTo>
                  <a:pt x="116717" y="49903"/>
                </a:lnTo>
                <a:lnTo>
                  <a:pt x="120053" y="46568"/>
                </a:lnTo>
                <a:close/>
                <a:moveTo>
                  <a:pt x="126291" y="46568"/>
                </a:moveTo>
                <a:lnTo>
                  <a:pt x="129593" y="49903"/>
                </a:lnTo>
                <a:lnTo>
                  <a:pt x="129593" y="54573"/>
                </a:lnTo>
                <a:lnTo>
                  <a:pt x="128059" y="56108"/>
                </a:lnTo>
                <a:lnTo>
                  <a:pt x="128059" y="50537"/>
                </a:lnTo>
                <a:lnTo>
                  <a:pt x="124122" y="46568"/>
                </a:lnTo>
                <a:close/>
                <a:moveTo>
                  <a:pt x="129760" y="46568"/>
                </a:moveTo>
                <a:lnTo>
                  <a:pt x="132061" y="48869"/>
                </a:lnTo>
                <a:lnTo>
                  <a:pt x="132061" y="52105"/>
                </a:lnTo>
                <a:lnTo>
                  <a:pt x="130394" y="53806"/>
                </a:lnTo>
                <a:lnTo>
                  <a:pt x="130394" y="49570"/>
                </a:lnTo>
                <a:lnTo>
                  <a:pt x="127391" y="46568"/>
                </a:lnTo>
                <a:close/>
                <a:moveTo>
                  <a:pt x="132862" y="41030"/>
                </a:moveTo>
                <a:lnTo>
                  <a:pt x="134163" y="42365"/>
                </a:lnTo>
                <a:lnTo>
                  <a:pt x="134163" y="44366"/>
                </a:lnTo>
                <a:lnTo>
                  <a:pt x="132729" y="45800"/>
                </a:lnTo>
                <a:lnTo>
                  <a:pt x="130894" y="45800"/>
                </a:lnTo>
                <a:lnTo>
                  <a:pt x="132862" y="43832"/>
                </a:lnTo>
                <a:close/>
                <a:moveTo>
                  <a:pt x="149707" y="46568"/>
                </a:moveTo>
                <a:lnTo>
                  <a:pt x="146739" y="49570"/>
                </a:lnTo>
                <a:lnTo>
                  <a:pt x="146739" y="53806"/>
                </a:lnTo>
                <a:lnTo>
                  <a:pt x="145037" y="52105"/>
                </a:lnTo>
                <a:lnTo>
                  <a:pt x="145037" y="48869"/>
                </a:lnTo>
                <a:lnTo>
                  <a:pt x="147339" y="46568"/>
                </a:lnTo>
                <a:close/>
                <a:moveTo>
                  <a:pt x="153010" y="46568"/>
                </a:moveTo>
                <a:lnTo>
                  <a:pt x="149040" y="50537"/>
                </a:lnTo>
                <a:lnTo>
                  <a:pt x="149040" y="56108"/>
                </a:lnTo>
                <a:lnTo>
                  <a:pt x="147506" y="54573"/>
                </a:lnTo>
                <a:lnTo>
                  <a:pt x="147506" y="49903"/>
                </a:lnTo>
                <a:lnTo>
                  <a:pt x="150842" y="46568"/>
                </a:lnTo>
                <a:close/>
                <a:moveTo>
                  <a:pt x="157079" y="46568"/>
                </a:moveTo>
                <a:lnTo>
                  <a:pt x="160382" y="49903"/>
                </a:lnTo>
                <a:lnTo>
                  <a:pt x="160382" y="54573"/>
                </a:lnTo>
                <a:lnTo>
                  <a:pt x="158847" y="56108"/>
                </a:lnTo>
                <a:lnTo>
                  <a:pt x="158847" y="50537"/>
                </a:lnTo>
                <a:lnTo>
                  <a:pt x="154911" y="46568"/>
                </a:lnTo>
                <a:close/>
                <a:moveTo>
                  <a:pt x="160548" y="46568"/>
                </a:moveTo>
                <a:lnTo>
                  <a:pt x="162850" y="48869"/>
                </a:lnTo>
                <a:lnTo>
                  <a:pt x="162850" y="52105"/>
                </a:lnTo>
                <a:lnTo>
                  <a:pt x="161182" y="53806"/>
                </a:lnTo>
                <a:lnTo>
                  <a:pt x="161182" y="49570"/>
                </a:lnTo>
                <a:lnTo>
                  <a:pt x="158180" y="46568"/>
                </a:lnTo>
                <a:close/>
                <a:moveTo>
                  <a:pt x="163651" y="41030"/>
                </a:moveTo>
                <a:lnTo>
                  <a:pt x="164952" y="42365"/>
                </a:lnTo>
                <a:lnTo>
                  <a:pt x="164952" y="44366"/>
                </a:lnTo>
                <a:lnTo>
                  <a:pt x="163551" y="45800"/>
                </a:lnTo>
                <a:lnTo>
                  <a:pt x="161683" y="45800"/>
                </a:lnTo>
                <a:lnTo>
                  <a:pt x="163651" y="43832"/>
                </a:lnTo>
                <a:close/>
                <a:moveTo>
                  <a:pt x="180496" y="46568"/>
                </a:moveTo>
                <a:lnTo>
                  <a:pt x="177494" y="49570"/>
                </a:lnTo>
                <a:lnTo>
                  <a:pt x="177494" y="53806"/>
                </a:lnTo>
                <a:lnTo>
                  <a:pt x="175826" y="52105"/>
                </a:lnTo>
                <a:lnTo>
                  <a:pt x="175826" y="48869"/>
                </a:lnTo>
                <a:lnTo>
                  <a:pt x="178128" y="46568"/>
                </a:lnTo>
                <a:close/>
                <a:moveTo>
                  <a:pt x="183798" y="46568"/>
                </a:moveTo>
                <a:lnTo>
                  <a:pt x="179829" y="50537"/>
                </a:lnTo>
                <a:lnTo>
                  <a:pt x="179829" y="56108"/>
                </a:lnTo>
                <a:lnTo>
                  <a:pt x="178294" y="54573"/>
                </a:lnTo>
                <a:lnTo>
                  <a:pt x="178294" y="49903"/>
                </a:lnTo>
                <a:lnTo>
                  <a:pt x="181630" y="46568"/>
                </a:lnTo>
                <a:close/>
                <a:moveTo>
                  <a:pt x="187868" y="46568"/>
                </a:moveTo>
                <a:lnTo>
                  <a:pt x="191170" y="49903"/>
                </a:lnTo>
                <a:lnTo>
                  <a:pt x="191170" y="54573"/>
                </a:lnTo>
                <a:lnTo>
                  <a:pt x="189636" y="56108"/>
                </a:lnTo>
                <a:lnTo>
                  <a:pt x="189636" y="50537"/>
                </a:lnTo>
                <a:lnTo>
                  <a:pt x="185700" y="46568"/>
                </a:lnTo>
                <a:close/>
                <a:moveTo>
                  <a:pt x="191337" y="46568"/>
                </a:moveTo>
                <a:lnTo>
                  <a:pt x="193639" y="48869"/>
                </a:lnTo>
                <a:lnTo>
                  <a:pt x="193639" y="52105"/>
                </a:lnTo>
                <a:lnTo>
                  <a:pt x="191971" y="53806"/>
                </a:lnTo>
                <a:lnTo>
                  <a:pt x="191971" y="49570"/>
                </a:lnTo>
                <a:lnTo>
                  <a:pt x="188969" y="46568"/>
                </a:lnTo>
                <a:close/>
                <a:moveTo>
                  <a:pt x="194439" y="41030"/>
                </a:moveTo>
                <a:lnTo>
                  <a:pt x="195740" y="42365"/>
                </a:lnTo>
                <a:lnTo>
                  <a:pt x="195740" y="44366"/>
                </a:lnTo>
                <a:lnTo>
                  <a:pt x="194339" y="45800"/>
                </a:lnTo>
                <a:lnTo>
                  <a:pt x="192471" y="45800"/>
                </a:lnTo>
                <a:lnTo>
                  <a:pt x="194439" y="43832"/>
                </a:lnTo>
                <a:close/>
                <a:moveTo>
                  <a:pt x="203979" y="72586"/>
                </a:moveTo>
                <a:lnTo>
                  <a:pt x="201945" y="72586"/>
                </a:lnTo>
                <a:lnTo>
                  <a:pt x="200544" y="71152"/>
                </a:lnTo>
                <a:lnTo>
                  <a:pt x="200544" y="69317"/>
                </a:lnTo>
                <a:lnTo>
                  <a:pt x="202512" y="71285"/>
                </a:lnTo>
                <a:lnTo>
                  <a:pt x="205280" y="71285"/>
                </a:lnTo>
                <a:close/>
                <a:moveTo>
                  <a:pt x="203846" y="75588"/>
                </a:moveTo>
                <a:lnTo>
                  <a:pt x="204847" y="76589"/>
                </a:lnTo>
                <a:lnTo>
                  <a:pt x="201077" y="76589"/>
                </a:lnTo>
                <a:lnTo>
                  <a:pt x="203746" y="73920"/>
                </a:lnTo>
                <a:lnTo>
                  <a:pt x="203746" y="75321"/>
                </a:lnTo>
                <a:close/>
                <a:moveTo>
                  <a:pt x="203746" y="80025"/>
                </a:moveTo>
                <a:lnTo>
                  <a:pt x="201077" y="77356"/>
                </a:lnTo>
                <a:lnTo>
                  <a:pt x="204847" y="77356"/>
                </a:lnTo>
                <a:lnTo>
                  <a:pt x="203746" y="78457"/>
                </a:lnTo>
                <a:lnTo>
                  <a:pt x="203746" y="80025"/>
                </a:lnTo>
                <a:close/>
                <a:moveTo>
                  <a:pt x="192538" y="68817"/>
                </a:moveTo>
                <a:lnTo>
                  <a:pt x="196741" y="68817"/>
                </a:lnTo>
                <a:lnTo>
                  <a:pt x="199743" y="65815"/>
                </a:lnTo>
                <a:lnTo>
                  <a:pt x="199743" y="68183"/>
                </a:lnTo>
                <a:lnTo>
                  <a:pt x="197441" y="70485"/>
                </a:lnTo>
                <a:lnTo>
                  <a:pt x="194206" y="70485"/>
                </a:lnTo>
                <a:close/>
                <a:moveTo>
                  <a:pt x="190203" y="66482"/>
                </a:moveTo>
                <a:lnTo>
                  <a:pt x="195807" y="66482"/>
                </a:lnTo>
                <a:lnTo>
                  <a:pt x="199743" y="62546"/>
                </a:lnTo>
                <a:lnTo>
                  <a:pt x="199743" y="64714"/>
                </a:lnTo>
                <a:lnTo>
                  <a:pt x="196441" y="68016"/>
                </a:lnTo>
                <a:lnTo>
                  <a:pt x="191737" y="68016"/>
                </a:lnTo>
                <a:close/>
                <a:moveTo>
                  <a:pt x="177761" y="68016"/>
                </a:moveTo>
                <a:lnTo>
                  <a:pt x="173057" y="68016"/>
                </a:lnTo>
                <a:lnTo>
                  <a:pt x="169755" y="64714"/>
                </a:lnTo>
                <a:lnTo>
                  <a:pt x="169755" y="62546"/>
                </a:lnTo>
                <a:lnTo>
                  <a:pt x="173691" y="66482"/>
                </a:lnTo>
                <a:lnTo>
                  <a:pt x="179262" y="66482"/>
                </a:lnTo>
                <a:close/>
                <a:moveTo>
                  <a:pt x="175292" y="70485"/>
                </a:moveTo>
                <a:lnTo>
                  <a:pt x="172023" y="70485"/>
                </a:lnTo>
                <a:lnTo>
                  <a:pt x="169755" y="68183"/>
                </a:lnTo>
                <a:lnTo>
                  <a:pt x="169755" y="65815"/>
                </a:lnTo>
                <a:lnTo>
                  <a:pt x="172724" y="68817"/>
                </a:lnTo>
                <a:lnTo>
                  <a:pt x="176960" y="68817"/>
                </a:lnTo>
                <a:close/>
                <a:moveTo>
                  <a:pt x="173191" y="72586"/>
                </a:moveTo>
                <a:lnTo>
                  <a:pt x="171156" y="72586"/>
                </a:lnTo>
                <a:lnTo>
                  <a:pt x="169755" y="71152"/>
                </a:lnTo>
                <a:lnTo>
                  <a:pt x="169755" y="69317"/>
                </a:lnTo>
                <a:lnTo>
                  <a:pt x="171723" y="71285"/>
                </a:lnTo>
                <a:lnTo>
                  <a:pt x="174492" y="71285"/>
                </a:lnTo>
                <a:close/>
                <a:moveTo>
                  <a:pt x="173057" y="75588"/>
                </a:moveTo>
                <a:lnTo>
                  <a:pt x="174025" y="76589"/>
                </a:lnTo>
                <a:lnTo>
                  <a:pt x="170289" y="76589"/>
                </a:lnTo>
                <a:lnTo>
                  <a:pt x="172957" y="73920"/>
                </a:lnTo>
                <a:lnTo>
                  <a:pt x="172957" y="75321"/>
                </a:lnTo>
                <a:close/>
                <a:moveTo>
                  <a:pt x="172957" y="80025"/>
                </a:moveTo>
                <a:lnTo>
                  <a:pt x="170289" y="77356"/>
                </a:lnTo>
                <a:lnTo>
                  <a:pt x="174025" y="77356"/>
                </a:lnTo>
                <a:lnTo>
                  <a:pt x="172957" y="78457"/>
                </a:lnTo>
                <a:lnTo>
                  <a:pt x="172957" y="80025"/>
                </a:lnTo>
                <a:close/>
                <a:moveTo>
                  <a:pt x="161749" y="68817"/>
                </a:moveTo>
                <a:lnTo>
                  <a:pt x="165786" y="68817"/>
                </a:lnTo>
                <a:lnTo>
                  <a:pt x="166086" y="68683"/>
                </a:lnTo>
                <a:lnTo>
                  <a:pt x="168954" y="65815"/>
                </a:lnTo>
                <a:lnTo>
                  <a:pt x="168954" y="68183"/>
                </a:lnTo>
                <a:lnTo>
                  <a:pt x="166653" y="70485"/>
                </a:lnTo>
                <a:lnTo>
                  <a:pt x="163417" y="70485"/>
                </a:lnTo>
                <a:close/>
                <a:moveTo>
                  <a:pt x="159414" y="66482"/>
                </a:moveTo>
                <a:lnTo>
                  <a:pt x="164985" y="66482"/>
                </a:lnTo>
                <a:lnTo>
                  <a:pt x="168954" y="62546"/>
                </a:lnTo>
                <a:lnTo>
                  <a:pt x="168954" y="64714"/>
                </a:lnTo>
                <a:lnTo>
                  <a:pt x="165619" y="68016"/>
                </a:lnTo>
                <a:lnTo>
                  <a:pt x="160949" y="68016"/>
                </a:lnTo>
                <a:close/>
                <a:moveTo>
                  <a:pt x="146939" y="68016"/>
                </a:moveTo>
                <a:lnTo>
                  <a:pt x="142269" y="68016"/>
                </a:lnTo>
                <a:lnTo>
                  <a:pt x="138933" y="64714"/>
                </a:lnTo>
                <a:lnTo>
                  <a:pt x="138933" y="62546"/>
                </a:lnTo>
                <a:lnTo>
                  <a:pt x="142903" y="66482"/>
                </a:lnTo>
                <a:lnTo>
                  <a:pt x="148473" y="66482"/>
                </a:lnTo>
                <a:close/>
                <a:moveTo>
                  <a:pt x="144504" y="70485"/>
                </a:moveTo>
                <a:lnTo>
                  <a:pt x="141235" y="70485"/>
                </a:lnTo>
                <a:lnTo>
                  <a:pt x="138933" y="68183"/>
                </a:lnTo>
                <a:lnTo>
                  <a:pt x="138933" y="65815"/>
                </a:lnTo>
                <a:lnTo>
                  <a:pt x="141835" y="68683"/>
                </a:lnTo>
                <a:lnTo>
                  <a:pt x="142102" y="68817"/>
                </a:lnTo>
                <a:lnTo>
                  <a:pt x="146172" y="68817"/>
                </a:lnTo>
                <a:close/>
                <a:moveTo>
                  <a:pt x="142369" y="72586"/>
                </a:moveTo>
                <a:lnTo>
                  <a:pt x="140367" y="72586"/>
                </a:lnTo>
                <a:lnTo>
                  <a:pt x="138933" y="71152"/>
                </a:lnTo>
                <a:lnTo>
                  <a:pt x="138933" y="69317"/>
                </a:lnTo>
                <a:lnTo>
                  <a:pt x="140901" y="71285"/>
                </a:lnTo>
                <a:lnTo>
                  <a:pt x="143703" y="71285"/>
                </a:lnTo>
                <a:close/>
                <a:moveTo>
                  <a:pt x="142269" y="75588"/>
                </a:moveTo>
                <a:lnTo>
                  <a:pt x="143236" y="76589"/>
                </a:lnTo>
                <a:lnTo>
                  <a:pt x="139500" y="76589"/>
                </a:lnTo>
                <a:lnTo>
                  <a:pt x="142135" y="73920"/>
                </a:lnTo>
                <a:lnTo>
                  <a:pt x="142135" y="75321"/>
                </a:lnTo>
                <a:close/>
                <a:moveTo>
                  <a:pt x="142135" y="80025"/>
                </a:moveTo>
                <a:lnTo>
                  <a:pt x="139500" y="77356"/>
                </a:lnTo>
                <a:lnTo>
                  <a:pt x="143236" y="77356"/>
                </a:lnTo>
                <a:lnTo>
                  <a:pt x="142135" y="78457"/>
                </a:lnTo>
                <a:lnTo>
                  <a:pt x="142135" y="80025"/>
                </a:lnTo>
                <a:close/>
                <a:moveTo>
                  <a:pt x="130927" y="68817"/>
                </a:moveTo>
                <a:lnTo>
                  <a:pt x="135164" y="68817"/>
                </a:lnTo>
                <a:lnTo>
                  <a:pt x="138166" y="65815"/>
                </a:lnTo>
                <a:lnTo>
                  <a:pt x="138166" y="68183"/>
                </a:lnTo>
                <a:lnTo>
                  <a:pt x="135864" y="70485"/>
                </a:lnTo>
                <a:lnTo>
                  <a:pt x="132629" y="70485"/>
                </a:lnTo>
                <a:close/>
                <a:moveTo>
                  <a:pt x="128626" y="66482"/>
                </a:moveTo>
                <a:lnTo>
                  <a:pt x="134196" y="66482"/>
                </a:lnTo>
                <a:lnTo>
                  <a:pt x="138166" y="62546"/>
                </a:lnTo>
                <a:lnTo>
                  <a:pt x="138166" y="64714"/>
                </a:lnTo>
                <a:lnTo>
                  <a:pt x="134830" y="68016"/>
                </a:lnTo>
                <a:lnTo>
                  <a:pt x="130160" y="68016"/>
                </a:lnTo>
                <a:close/>
                <a:moveTo>
                  <a:pt x="116150" y="68016"/>
                </a:moveTo>
                <a:lnTo>
                  <a:pt x="111480" y="68016"/>
                </a:lnTo>
                <a:lnTo>
                  <a:pt x="108144" y="64714"/>
                </a:lnTo>
                <a:lnTo>
                  <a:pt x="108144" y="62546"/>
                </a:lnTo>
                <a:lnTo>
                  <a:pt x="112114" y="66482"/>
                </a:lnTo>
                <a:lnTo>
                  <a:pt x="117685" y="66482"/>
                </a:lnTo>
                <a:close/>
                <a:moveTo>
                  <a:pt x="113682" y="70485"/>
                </a:moveTo>
                <a:lnTo>
                  <a:pt x="110446" y="70485"/>
                </a:lnTo>
                <a:lnTo>
                  <a:pt x="108144" y="68183"/>
                </a:lnTo>
                <a:lnTo>
                  <a:pt x="108144" y="65815"/>
                </a:lnTo>
                <a:lnTo>
                  <a:pt x="111147" y="68817"/>
                </a:lnTo>
                <a:lnTo>
                  <a:pt x="115383" y="68817"/>
                </a:lnTo>
                <a:close/>
                <a:moveTo>
                  <a:pt x="111580" y="72586"/>
                </a:moveTo>
                <a:lnTo>
                  <a:pt x="109579" y="72586"/>
                </a:lnTo>
                <a:lnTo>
                  <a:pt x="108144" y="71152"/>
                </a:lnTo>
                <a:lnTo>
                  <a:pt x="108144" y="69317"/>
                </a:lnTo>
                <a:lnTo>
                  <a:pt x="110112" y="71285"/>
                </a:lnTo>
                <a:lnTo>
                  <a:pt x="112914" y="71285"/>
                </a:lnTo>
                <a:close/>
                <a:moveTo>
                  <a:pt x="111480" y="75588"/>
                </a:moveTo>
                <a:lnTo>
                  <a:pt x="112447" y="76589"/>
                </a:lnTo>
                <a:lnTo>
                  <a:pt x="108711" y="76589"/>
                </a:lnTo>
                <a:lnTo>
                  <a:pt x="111347" y="73920"/>
                </a:lnTo>
                <a:lnTo>
                  <a:pt x="111347" y="75321"/>
                </a:lnTo>
                <a:close/>
                <a:moveTo>
                  <a:pt x="111347" y="80025"/>
                </a:moveTo>
                <a:lnTo>
                  <a:pt x="108711" y="77356"/>
                </a:lnTo>
                <a:lnTo>
                  <a:pt x="112447" y="77356"/>
                </a:lnTo>
                <a:lnTo>
                  <a:pt x="111347" y="78457"/>
                </a:lnTo>
                <a:close/>
                <a:moveTo>
                  <a:pt x="100139" y="68817"/>
                </a:moveTo>
                <a:lnTo>
                  <a:pt x="104208" y="68817"/>
                </a:lnTo>
                <a:lnTo>
                  <a:pt x="104475" y="68683"/>
                </a:lnTo>
                <a:lnTo>
                  <a:pt x="107377" y="65815"/>
                </a:lnTo>
                <a:lnTo>
                  <a:pt x="107377" y="68183"/>
                </a:lnTo>
                <a:lnTo>
                  <a:pt x="105076" y="70485"/>
                </a:lnTo>
                <a:lnTo>
                  <a:pt x="101807" y="70485"/>
                </a:lnTo>
                <a:close/>
                <a:moveTo>
                  <a:pt x="97837" y="66482"/>
                </a:moveTo>
                <a:lnTo>
                  <a:pt x="103408" y="66482"/>
                </a:lnTo>
                <a:lnTo>
                  <a:pt x="107377" y="62546"/>
                </a:lnTo>
                <a:lnTo>
                  <a:pt x="107377" y="64714"/>
                </a:lnTo>
                <a:lnTo>
                  <a:pt x="104041" y="68016"/>
                </a:lnTo>
                <a:lnTo>
                  <a:pt x="99371" y="68016"/>
                </a:lnTo>
                <a:close/>
                <a:moveTo>
                  <a:pt x="85361" y="68016"/>
                </a:moveTo>
                <a:lnTo>
                  <a:pt x="80691" y="68016"/>
                </a:lnTo>
                <a:lnTo>
                  <a:pt x="77356" y="64714"/>
                </a:lnTo>
                <a:lnTo>
                  <a:pt x="77356" y="62546"/>
                </a:lnTo>
                <a:lnTo>
                  <a:pt x="81325" y="66482"/>
                </a:lnTo>
                <a:lnTo>
                  <a:pt x="86896" y="66482"/>
                </a:lnTo>
                <a:close/>
                <a:moveTo>
                  <a:pt x="82893" y="70485"/>
                </a:moveTo>
                <a:lnTo>
                  <a:pt x="79657" y="70485"/>
                </a:lnTo>
                <a:lnTo>
                  <a:pt x="77356" y="68183"/>
                </a:lnTo>
                <a:lnTo>
                  <a:pt x="77356" y="65815"/>
                </a:lnTo>
                <a:lnTo>
                  <a:pt x="80224" y="68683"/>
                </a:lnTo>
                <a:lnTo>
                  <a:pt x="80525" y="68817"/>
                </a:lnTo>
                <a:lnTo>
                  <a:pt x="84594" y="68817"/>
                </a:lnTo>
                <a:close/>
                <a:moveTo>
                  <a:pt x="80792" y="72586"/>
                </a:moveTo>
                <a:lnTo>
                  <a:pt x="78790" y="72586"/>
                </a:lnTo>
                <a:lnTo>
                  <a:pt x="77356" y="71152"/>
                </a:lnTo>
                <a:lnTo>
                  <a:pt x="77356" y="69317"/>
                </a:lnTo>
                <a:lnTo>
                  <a:pt x="79324" y="71285"/>
                </a:lnTo>
                <a:lnTo>
                  <a:pt x="82126" y="71285"/>
                </a:lnTo>
                <a:close/>
                <a:moveTo>
                  <a:pt x="80691" y="75588"/>
                </a:moveTo>
                <a:lnTo>
                  <a:pt x="81659" y="76589"/>
                </a:lnTo>
                <a:lnTo>
                  <a:pt x="77923" y="76589"/>
                </a:lnTo>
                <a:lnTo>
                  <a:pt x="80558" y="73920"/>
                </a:lnTo>
                <a:lnTo>
                  <a:pt x="80558" y="75321"/>
                </a:lnTo>
                <a:close/>
                <a:moveTo>
                  <a:pt x="80558" y="80025"/>
                </a:moveTo>
                <a:lnTo>
                  <a:pt x="77923" y="77356"/>
                </a:lnTo>
                <a:lnTo>
                  <a:pt x="81659" y="77356"/>
                </a:lnTo>
                <a:lnTo>
                  <a:pt x="80558" y="78457"/>
                </a:lnTo>
                <a:close/>
                <a:moveTo>
                  <a:pt x="69350" y="68817"/>
                </a:moveTo>
                <a:lnTo>
                  <a:pt x="73586" y="68817"/>
                </a:lnTo>
                <a:lnTo>
                  <a:pt x="76589" y="65815"/>
                </a:lnTo>
                <a:lnTo>
                  <a:pt x="76589" y="68183"/>
                </a:lnTo>
                <a:lnTo>
                  <a:pt x="74287" y="70485"/>
                </a:lnTo>
                <a:lnTo>
                  <a:pt x="71018" y="70485"/>
                </a:lnTo>
                <a:close/>
                <a:moveTo>
                  <a:pt x="67048" y="66482"/>
                </a:moveTo>
                <a:lnTo>
                  <a:pt x="72619" y="66482"/>
                </a:lnTo>
                <a:lnTo>
                  <a:pt x="76589" y="62546"/>
                </a:lnTo>
                <a:lnTo>
                  <a:pt x="76589" y="64714"/>
                </a:lnTo>
                <a:lnTo>
                  <a:pt x="73253" y="68016"/>
                </a:lnTo>
                <a:lnTo>
                  <a:pt x="68583" y="68016"/>
                </a:lnTo>
                <a:close/>
                <a:moveTo>
                  <a:pt x="54573" y="68016"/>
                </a:moveTo>
                <a:lnTo>
                  <a:pt x="49903" y="68016"/>
                </a:lnTo>
                <a:lnTo>
                  <a:pt x="46567" y="64714"/>
                </a:lnTo>
                <a:lnTo>
                  <a:pt x="46567" y="62546"/>
                </a:lnTo>
                <a:lnTo>
                  <a:pt x="50537" y="66482"/>
                </a:lnTo>
                <a:lnTo>
                  <a:pt x="56107" y="66482"/>
                </a:lnTo>
                <a:close/>
                <a:moveTo>
                  <a:pt x="52104" y="70485"/>
                </a:moveTo>
                <a:lnTo>
                  <a:pt x="48869" y="70485"/>
                </a:lnTo>
                <a:lnTo>
                  <a:pt x="46567" y="68183"/>
                </a:lnTo>
                <a:lnTo>
                  <a:pt x="46567" y="65815"/>
                </a:lnTo>
                <a:lnTo>
                  <a:pt x="49569" y="68817"/>
                </a:lnTo>
                <a:lnTo>
                  <a:pt x="53806" y="68817"/>
                </a:lnTo>
                <a:close/>
                <a:moveTo>
                  <a:pt x="50003" y="72586"/>
                </a:moveTo>
                <a:lnTo>
                  <a:pt x="48001" y="72586"/>
                </a:lnTo>
                <a:lnTo>
                  <a:pt x="46567" y="71152"/>
                </a:lnTo>
                <a:lnTo>
                  <a:pt x="46567" y="69317"/>
                </a:lnTo>
                <a:lnTo>
                  <a:pt x="48535" y="71285"/>
                </a:lnTo>
                <a:lnTo>
                  <a:pt x="51337" y="71285"/>
                </a:lnTo>
                <a:close/>
                <a:moveTo>
                  <a:pt x="49903" y="75588"/>
                </a:moveTo>
                <a:lnTo>
                  <a:pt x="50870" y="76589"/>
                </a:lnTo>
                <a:lnTo>
                  <a:pt x="47134" y="76589"/>
                </a:lnTo>
                <a:lnTo>
                  <a:pt x="49769" y="73920"/>
                </a:lnTo>
                <a:lnTo>
                  <a:pt x="49769" y="75321"/>
                </a:lnTo>
                <a:close/>
                <a:moveTo>
                  <a:pt x="49769" y="80025"/>
                </a:moveTo>
                <a:lnTo>
                  <a:pt x="47134" y="77356"/>
                </a:lnTo>
                <a:lnTo>
                  <a:pt x="50870" y="77356"/>
                </a:lnTo>
                <a:lnTo>
                  <a:pt x="49769" y="78457"/>
                </a:lnTo>
                <a:close/>
                <a:moveTo>
                  <a:pt x="38561" y="68817"/>
                </a:moveTo>
                <a:lnTo>
                  <a:pt x="42631" y="68817"/>
                </a:lnTo>
                <a:lnTo>
                  <a:pt x="42898" y="68683"/>
                </a:lnTo>
                <a:lnTo>
                  <a:pt x="45800" y="65815"/>
                </a:lnTo>
                <a:lnTo>
                  <a:pt x="45800" y="68183"/>
                </a:lnTo>
                <a:lnTo>
                  <a:pt x="43498" y="70485"/>
                </a:lnTo>
                <a:lnTo>
                  <a:pt x="40229" y="70485"/>
                </a:lnTo>
                <a:close/>
                <a:moveTo>
                  <a:pt x="42364" y="50570"/>
                </a:moveTo>
                <a:lnTo>
                  <a:pt x="44366" y="50570"/>
                </a:lnTo>
                <a:lnTo>
                  <a:pt x="45767" y="52005"/>
                </a:lnTo>
                <a:lnTo>
                  <a:pt x="45767" y="53873"/>
                </a:lnTo>
                <a:lnTo>
                  <a:pt x="43798" y="51905"/>
                </a:lnTo>
                <a:lnTo>
                  <a:pt x="41030" y="51905"/>
                </a:lnTo>
                <a:close/>
                <a:moveTo>
                  <a:pt x="42464" y="47568"/>
                </a:moveTo>
                <a:lnTo>
                  <a:pt x="41497" y="46568"/>
                </a:lnTo>
                <a:lnTo>
                  <a:pt x="45233" y="46568"/>
                </a:lnTo>
                <a:lnTo>
                  <a:pt x="42564" y="49236"/>
                </a:lnTo>
                <a:lnTo>
                  <a:pt x="42564" y="47835"/>
                </a:lnTo>
                <a:close/>
                <a:moveTo>
                  <a:pt x="42564" y="43132"/>
                </a:moveTo>
                <a:lnTo>
                  <a:pt x="45233" y="45800"/>
                </a:lnTo>
                <a:lnTo>
                  <a:pt x="41497" y="45800"/>
                </a:lnTo>
                <a:lnTo>
                  <a:pt x="42564" y="44700"/>
                </a:lnTo>
                <a:lnTo>
                  <a:pt x="42564" y="43132"/>
                </a:lnTo>
                <a:close/>
                <a:moveTo>
                  <a:pt x="53806" y="54340"/>
                </a:moveTo>
                <a:lnTo>
                  <a:pt x="49569" y="54340"/>
                </a:lnTo>
                <a:lnTo>
                  <a:pt x="46567" y="57342"/>
                </a:lnTo>
                <a:lnTo>
                  <a:pt x="46567" y="54974"/>
                </a:lnTo>
                <a:lnTo>
                  <a:pt x="48869" y="52672"/>
                </a:lnTo>
                <a:lnTo>
                  <a:pt x="52104" y="52672"/>
                </a:lnTo>
                <a:close/>
                <a:moveTo>
                  <a:pt x="56107" y="56675"/>
                </a:moveTo>
                <a:lnTo>
                  <a:pt x="50537" y="56675"/>
                </a:lnTo>
                <a:lnTo>
                  <a:pt x="46567" y="60611"/>
                </a:lnTo>
                <a:lnTo>
                  <a:pt x="46567" y="58476"/>
                </a:lnTo>
                <a:lnTo>
                  <a:pt x="49903" y="55140"/>
                </a:lnTo>
                <a:lnTo>
                  <a:pt x="54573" y="55140"/>
                </a:lnTo>
                <a:close/>
                <a:moveTo>
                  <a:pt x="68583" y="55140"/>
                </a:moveTo>
                <a:lnTo>
                  <a:pt x="73253" y="55140"/>
                </a:lnTo>
                <a:lnTo>
                  <a:pt x="76555" y="58443"/>
                </a:lnTo>
                <a:lnTo>
                  <a:pt x="76555" y="60611"/>
                </a:lnTo>
                <a:lnTo>
                  <a:pt x="72619" y="56675"/>
                </a:lnTo>
                <a:lnTo>
                  <a:pt x="67048" y="56675"/>
                </a:lnTo>
                <a:close/>
                <a:moveTo>
                  <a:pt x="71018" y="52672"/>
                </a:moveTo>
                <a:lnTo>
                  <a:pt x="74287" y="52672"/>
                </a:lnTo>
                <a:lnTo>
                  <a:pt x="76589" y="54974"/>
                </a:lnTo>
                <a:lnTo>
                  <a:pt x="76589" y="57342"/>
                </a:lnTo>
                <a:lnTo>
                  <a:pt x="73586" y="54340"/>
                </a:lnTo>
                <a:lnTo>
                  <a:pt x="69350" y="54340"/>
                </a:lnTo>
                <a:close/>
                <a:moveTo>
                  <a:pt x="73153" y="50570"/>
                </a:moveTo>
                <a:lnTo>
                  <a:pt x="75154" y="50570"/>
                </a:lnTo>
                <a:lnTo>
                  <a:pt x="76555" y="52005"/>
                </a:lnTo>
                <a:lnTo>
                  <a:pt x="76555" y="53873"/>
                </a:lnTo>
                <a:lnTo>
                  <a:pt x="74587" y="51905"/>
                </a:lnTo>
                <a:lnTo>
                  <a:pt x="71818" y="51905"/>
                </a:lnTo>
                <a:close/>
                <a:moveTo>
                  <a:pt x="73253" y="47568"/>
                </a:moveTo>
                <a:lnTo>
                  <a:pt x="72285" y="46568"/>
                </a:lnTo>
                <a:lnTo>
                  <a:pt x="76021" y="46568"/>
                </a:lnTo>
                <a:lnTo>
                  <a:pt x="73386" y="49236"/>
                </a:lnTo>
                <a:lnTo>
                  <a:pt x="73386" y="47835"/>
                </a:lnTo>
                <a:close/>
                <a:moveTo>
                  <a:pt x="73386" y="43132"/>
                </a:moveTo>
                <a:lnTo>
                  <a:pt x="76021" y="45800"/>
                </a:lnTo>
                <a:lnTo>
                  <a:pt x="72285" y="45800"/>
                </a:lnTo>
                <a:lnTo>
                  <a:pt x="73386" y="44700"/>
                </a:lnTo>
                <a:close/>
                <a:moveTo>
                  <a:pt x="84561" y="54340"/>
                </a:moveTo>
                <a:lnTo>
                  <a:pt x="80525" y="54340"/>
                </a:lnTo>
                <a:lnTo>
                  <a:pt x="80224" y="54473"/>
                </a:lnTo>
                <a:lnTo>
                  <a:pt x="77356" y="57342"/>
                </a:lnTo>
                <a:lnTo>
                  <a:pt x="77356" y="54974"/>
                </a:lnTo>
                <a:lnTo>
                  <a:pt x="79657" y="52672"/>
                </a:lnTo>
                <a:lnTo>
                  <a:pt x="82893" y="52672"/>
                </a:lnTo>
                <a:close/>
                <a:moveTo>
                  <a:pt x="86896" y="56675"/>
                </a:moveTo>
                <a:lnTo>
                  <a:pt x="81325" y="56675"/>
                </a:lnTo>
                <a:lnTo>
                  <a:pt x="77356" y="60611"/>
                </a:lnTo>
                <a:lnTo>
                  <a:pt x="77356" y="58476"/>
                </a:lnTo>
                <a:lnTo>
                  <a:pt x="80691" y="55140"/>
                </a:lnTo>
                <a:lnTo>
                  <a:pt x="85361" y="55140"/>
                </a:lnTo>
                <a:close/>
                <a:moveTo>
                  <a:pt x="99371" y="55140"/>
                </a:moveTo>
                <a:lnTo>
                  <a:pt x="104041" y="55140"/>
                </a:lnTo>
                <a:lnTo>
                  <a:pt x="107377" y="58443"/>
                </a:lnTo>
                <a:lnTo>
                  <a:pt x="107377" y="60611"/>
                </a:lnTo>
                <a:lnTo>
                  <a:pt x="103408" y="56675"/>
                </a:lnTo>
                <a:lnTo>
                  <a:pt x="97837" y="56675"/>
                </a:lnTo>
                <a:close/>
                <a:moveTo>
                  <a:pt x="101840" y="52672"/>
                </a:moveTo>
                <a:lnTo>
                  <a:pt x="105076" y="52672"/>
                </a:lnTo>
                <a:lnTo>
                  <a:pt x="107377" y="54974"/>
                </a:lnTo>
                <a:lnTo>
                  <a:pt x="107377" y="57342"/>
                </a:lnTo>
                <a:lnTo>
                  <a:pt x="104508" y="54473"/>
                </a:lnTo>
                <a:lnTo>
                  <a:pt x="104208" y="54340"/>
                </a:lnTo>
                <a:lnTo>
                  <a:pt x="100139" y="54340"/>
                </a:lnTo>
                <a:close/>
                <a:moveTo>
                  <a:pt x="103941" y="50570"/>
                </a:moveTo>
                <a:lnTo>
                  <a:pt x="105943" y="50570"/>
                </a:lnTo>
                <a:lnTo>
                  <a:pt x="107377" y="52005"/>
                </a:lnTo>
                <a:lnTo>
                  <a:pt x="107377" y="53873"/>
                </a:lnTo>
                <a:lnTo>
                  <a:pt x="105409" y="51905"/>
                </a:lnTo>
                <a:lnTo>
                  <a:pt x="102607" y="51905"/>
                </a:lnTo>
                <a:close/>
                <a:moveTo>
                  <a:pt x="104041" y="47568"/>
                </a:moveTo>
                <a:lnTo>
                  <a:pt x="103074" y="46568"/>
                </a:lnTo>
                <a:lnTo>
                  <a:pt x="106810" y="46568"/>
                </a:lnTo>
                <a:lnTo>
                  <a:pt x="104175" y="49236"/>
                </a:lnTo>
                <a:lnTo>
                  <a:pt x="104175" y="47835"/>
                </a:lnTo>
                <a:close/>
                <a:moveTo>
                  <a:pt x="104175" y="43132"/>
                </a:moveTo>
                <a:lnTo>
                  <a:pt x="106810" y="45800"/>
                </a:lnTo>
                <a:lnTo>
                  <a:pt x="103074" y="45800"/>
                </a:lnTo>
                <a:lnTo>
                  <a:pt x="104175" y="44700"/>
                </a:lnTo>
                <a:close/>
                <a:moveTo>
                  <a:pt x="115383" y="54340"/>
                </a:moveTo>
                <a:lnTo>
                  <a:pt x="111147" y="54340"/>
                </a:lnTo>
                <a:lnTo>
                  <a:pt x="108144" y="57342"/>
                </a:lnTo>
                <a:lnTo>
                  <a:pt x="108144" y="54974"/>
                </a:lnTo>
                <a:lnTo>
                  <a:pt x="110446" y="52672"/>
                </a:lnTo>
                <a:lnTo>
                  <a:pt x="113682" y="52672"/>
                </a:lnTo>
                <a:close/>
                <a:moveTo>
                  <a:pt x="117685" y="56675"/>
                </a:moveTo>
                <a:lnTo>
                  <a:pt x="112114" y="56675"/>
                </a:lnTo>
                <a:lnTo>
                  <a:pt x="108144" y="60611"/>
                </a:lnTo>
                <a:lnTo>
                  <a:pt x="108144" y="58476"/>
                </a:lnTo>
                <a:lnTo>
                  <a:pt x="111480" y="55140"/>
                </a:lnTo>
                <a:lnTo>
                  <a:pt x="116150" y="55140"/>
                </a:lnTo>
                <a:close/>
                <a:moveTo>
                  <a:pt x="130160" y="55140"/>
                </a:moveTo>
                <a:lnTo>
                  <a:pt x="134830" y="55140"/>
                </a:lnTo>
                <a:lnTo>
                  <a:pt x="138166" y="58443"/>
                </a:lnTo>
                <a:lnTo>
                  <a:pt x="138166" y="60611"/>
                </a:lnTo>
                <a:lnTo>
                  <a:pt x="134196" y="56675"/>
                </a:lnTo>
                <a:lnTo>
                  <a:pt x="128626" y="56675"/>
                </a:lnTo>
                <a:close/>
                <a:moveTo>
                  <a:pt x="132629" y="52672"/>
                </a:moveTo>
                <a:lnTo>
                  <a:pt x="135864" y="52672"/>
                </a:lnTo>
                <a:lnTo>
                  <a:pt x="138166" y="54974"/>
                </a:lnTo>
                <a:lnTo>
                  <a:pt x="138166" y="57342"/>
                </a:lnTo>
                <a:lnTo>
                  <a:pt x="135164" y="54340"/>
                </a:lnTo>
                <a:lnTo>
                  <a:pt x="130927" y="54340"/>
                </a:lnTo>
                <a:close/>
                <a:moveTo>
                  <a:pt x="134730" y="50570"/>
                </a:moveTo>
                <a:lnTo>
                  <a:pt x="136731" y="50570"/>
                </a:lnTo>
                <a:lnTo>
                  <a:pt x="138166" y="52005"/>
                </a:lnTo>
                <a:lnTo>
                  <a:pt x="138166" y="53873"/>
                </a:lnTo>
                <a:lnTo>
                  <a:pt x="136198" y="51905"/>
                </a:lnTo>
                <a:lnTo>
                  <a:pt x="133396" y="51905"/>
                </a:lnTo>
                <a:close/>
                <a:moveTo>
                  <a:pt x="134830" y="47568"/>
                </a:moveTo>
                <a:lnTo>
                  <a:pt x="133863" y="46568"/>
                </a:lnTo>
                <a:lnTo>
                  <a:pt x="137599" y="46568"/>
                </a:lnTo>
                <a:lnTo>
                  <a:pt x="134964" y="49236"/>
                </a:lnTo>
                <a:lnTo>
                  <a:pt x="134964" y="47835"/>
                </a:lnTo>
                <a:close/>
                <a:moveTo>
                  <a:pt x="134964" y="43132"/>
                </a:moveTo>
                <a:lnTo>
                  <a:pt x="137599" y="45800"/>
                </a:lnTo>
                <a:lnTo>
                  <a:pt x="133863" y="45800"/>
                </a:lnTo>
                <a:lnTo>
                  <a:pt x="134964" y="44700"/>
                </a:lnTo>
                <a:lnTo>
                  <a:pt x="134964" y="43132"/>
                </a:lnTo>
                <a:close/>
                <a:moveTo>
                  <a:pt x="146172" y="54340"/>
                </a:moveTo>
                <a:lnTo>
                  <a:pt x="142102" y="54340"/>
                </a:lnTo>
                <a:lnTo>
                  <a:pt x="141835" y="54473"/>
                </a:lnTo>
                <a:lnTo>
                  <a:pt x="138933" y="57342"/>
                </a:lnTo>
                <a:lnTo>
                  <a:pt x="138933" y="54974"/>
                </a:lnTo>
                <a:lnTo>
                  <a:pt x="141235" y="52672"/>
                </a:lnTo>
                <a:lnTo>
                  <a:pt x="144504" y="52672"/>
                </a:lnTo>
                <a:close/>
                <a:moveTo>
                  <a:pt x="148473" y="56675"/>
                </a:moveTo>
                <a:lnTo>
                  <a:pt x="142903" y="56675"/>
                </a:lnTo>
                <a:lnTo>
                  <a:pt x="138966" y="60611"/>
                </a:lnTo>
                <a:lnTo>
                  <a:pt x="138966" y="58476"/>
                </a:lnTo>
                <a:lnTo>
                  <a:pt x="142269" y="55140"/>
                </a:lnTo>
                <a:lnTo>
                  <a:pt x="146972" y="55140"/>
                </a:lnTo>
                <a:close/>
                <a:moveTo>
                  <a:pt x="160949" y="55140"/>
                </a:moveTo>
                <a:lnTo>
                  <a:pt x="165619" y="55140"/>
                </a:lnTo>
                <a:lnTo>
                  <a:pt x="168954" y="58443"/>
                </a:lnTo>
                <a:lnTo>
                  <a:pt x="168954" y="60611"/>
                </a:lnTo>
                <a:lnTo>
                  <a:pt x="164985" y="56675"/>
                </a:lnTo>
                <a:lnTo>
                  <a:pt x="159414" y="56675"/>
                </a:lnTo>
                <a:close/>
                <a:moveTo>
                  <a:pt x="163417" y="52672"/>
                </a:moveTo>
                <a:lnTo>
                  <a:pt x="166653" y="52672"/>
                </a:lnTo>
                <a:lnTo>
                  <a:pt x="168954" y="54974"/>
                </a:lnTo>
                <a:lnTo>
                  <a:pt x="168954" y="57342"/>
                </a:lnTo>
                <a:lnTo>
                  <a:pt x="166086" y="54473"/>
                </a:lnTo>
                <a:lnTo>
                  <a:pt x="165786" y="54340"/>
                </a:lnTo>
                <a:lnTo>
                  <a:pt x="161716" y="54340"/>
                </a:lnTo>
                <a:close/>
                <a:moveTo>
                  <a:pt x="165519" y="50570"/>
                </a:moveTo>
                <a:lnTo>
                  <a:pt x="167520" y="50570"/>
                </a:lnTo>
                <a:lnTo>
                  <a:pt x="168954" y="52005"/>
                </a:lnTo>
                <a:lnTo>
                  <a:pt x="168954" y="53873"/>
                </a:lnTo>
                <a:lnTo>
                  <a:pt x="166986" y="51905"/>
                </a:lnTo>
                <a:lnTo>
                  <a:pt x="164184" y="51905"/>
                </a:lnTo>
                <a:close/>
                <a:moveTo>
                  <a:pt x="165619" y="47568"/>
                </a:moveTo>
                <a:lnTo>
                  <a:pt x="164651" y="46568"/>
                </a:lnTo>
                <a:lnTo>
                  <a:pt x="168387" y="46568"/>
                </a:lnTo>
                <a:lnTo>
                  <a:pt x="165752" y="49236"/>
                </a:lnTo>
                <a:lnTo>
                  <a:pt x="165752" y="47835"/>
                </a:lnTo>
                <a:close/>
                <a:moveTo>
                  <a:pt x="165752" y="43132"/>
                </a:moveTo>
                <a:lnTo>
                  <a:pt x="168387" y="45800"/>
                </a:lnTo>
                <a:lnTo>
                  <a:pt x="164651" y="45800"/>
                </a:lnTo>
                <a:lnTo>
                  <a:pt x="165752" y="44700"/>
                </a:lnTo>
                <a:lnTo>
                  <a:pt x="165752" y="43132"/>
                </a:lnTo>
                <a:close/>
                <a:moveTo>
                  <a:pt x="176960" y="54340"/>
                </a:moveTo>
                <a:lnTo>
                  <a:pt x="172724" y="54340"/>
                </a:lnTo>
                <a:lnTo>
                  <a:pt x="169755" y="57342"/>
                </a:lnTo>
                <a:lnTo>
                  <a:pt x="169755" y="54974"/>
                </a:lnTo>
                <a:lnTo>
                  <a:pt x="172023" y="52672"/>
                </a:lnTo>
                <a:lnTo>
                  <a:pt x="175292" y="52672"/>
                </a:lnTo>
                <a:close/>
                <a:moveTo>
                  <a:pt x="179262" y="56675"/>
                </a:moveTo>
                <a:lnTo>
                  <a:pt x="173691" y="56675"/>
                </a:lnTo>
                <a:lnTo>
                  <a:pt x="169755" y="60611"/>
                </a:lnTo>
                <a:lnTo>
                  <a:pt x="169755" y="58476"/>
                </a:lnTo>
                <a:lnTo>
                  <a:pt x="173057" y="55140"/>
                </a:lnTo>
                <a:lnTo>
                  <a:pt x="177727" y="55140"/>
                </a:lnTo>
                <a:close/>
                <a:moveTo>
                  <a:pt x="191737" y="55140"/>
                </a:moveTo>
                <a:lnTo>
                  <a:pt x="196441" y="55140"/>
                </a:lnTo>
                <a:lnTo>
                  <a:pt x="199743" y="58443"/>
                </a:lnTo>
                <a:lnTo>
                  <a:pt x="199743" y="60611"/>
                </a:lnTo>
                <a:lnTo>
                  <a:pt x="195807" y="56675"/>
                </a:lnTo>
                <a:lnTo>
                  <a:pt x="190203" y="56675"/>
                </a:lnTo>
                <a:close/>
                <a:moveTo>
                  <a:pt x="194206" y="52672"/>
                </a:moveTo>
                <a:lnTo>
                  <a:pt x="197441" y="52672"/>
                </a:lnTo>
                <a:lnTo>
                  <a:pt x="199743" y="54974"/>
                </a:lnTo>
                <a:lnTo>
                  <a:pt x="199743" y="57342"/>
                </a:lnTo>
                <a:lnTo>
                  <a:pt x="196741" y="54340"/>
                </a:lnTo>
                <a:lnTo>
                  <a:pt x="192538" y="54340"/>
                </a:lnTo>
                <a:close/>
                <a:moveTo>
                  <a:pt x="196307" y="50570"/>
                </a:moveTo>
                <a:lnTo>
                  <a:pt x="198309" y="50570"/>
                </a:lnTo>
                <a:lnTo>
                  <a:pt x="199743" y="52005"/>
                </a:lnTo>
                <a:lnTo>
                  <a:pt x="199743" y="53873"/>
                </a:lnTo>
                <a:lnTo>
                  <a:pt x="197775" y="51905"/>
                </a:lnTo>
                <a:lnTo>
                  <a:pt x="195006" y="51905"/>
                </a:lnTo>
                <a:close/>
                <a:moveTo>
                  <a:pt x="196407" y="47568"/>
                </a:moveTo>
                <a:lnTo>
                  <a:pt x="195440" y="46568"/>
                </a:lnTo>
                <a:lnTo>
                  <a:pt x="199176" y="46568"/>
                </a:lnTo>
                <a:lnTo>
                  <a:pt x="196541" y="49236"/>
                </a:lnTo>
                <a:lnTo>
                  <a:pt x="196541" y="47835"/>
                </a:lnTo>
                <a:close/>
                <a:moveTo>
                  <a:pt x="196541" y="43132"/>
                </a:moveTo>
                <a:lnTo>
                  <a:pt x="199176" y="45800"/>
                </a:lnTo>
                <a:lnTo>
                  <a:pt x="195440" y="45800"/>
                </a:lnTo>
                <a:lnTo>
                  <a:pt x="196541" y="44700"/>
                </a:lnTo>
                <a:lnTo>
                  <a:pt x="196541" y="43132"/>
                </a:lnTo>
                <a:close/>
                <a:moveTo>
                  <a:pt x="200544" y="47135"/>
                </a:moveTo>
                <a:lnTo>
                  <a:pt x="203179" y="49770"/>
                </a:lnTo>
                <a:lnTo>
                  <a:pt x="201644" y="49770"/>
                </a:lnTo>
                <a:lnTo>
                  <a:pt x="200544" y="50871"/>
                </a:lnTo>
                <a:close/>
                <a:moveTo>
                  <a:pt x="200544" y="52005"/>
                </a:moveTo>
                <a:lnTo>
                  <a:pt x="201945" y="50570"/>
                </a:lnTo>
                <a:lnTo>
                  <a:pt x="203979" y="50570"/>
                </a:lnTo>
                <a:lnTo>
                  <a:pt x="205280" y="51905"/>
                </a:lnTo>
                <a:lnTo>
                  <a:pt x="202512" y="51905"/>
                </a:lnTo>
                <a:lnTo>
                  <a:pt x="200544" y="53873"/>
                </a:lnTo>
                <a:close/>
                <a:moveTo>
                  <a:pt x="203746" y="47835"/>
                </a:moveTo>
                <a:lnTo>
                  <a:pt x="203746" y="49203"/>
                </a:lnTo>
                <a:lnTo>
                  <a:pt x="201077" y="46568"/>
                </a:lnTo>
                <a:lnTo>
                  <a:pt x="204847" y="46568"/>
                </a:lnTo>
                <a:lnTo>
                  <a:pt x="203846" y="47568"/>
                </a:lnTo>
                <a:close/>
                <a:moveTo>
                  <a:pt x="201077" y="45800"/>
                </a:moveTo>
                <a:lnTo>
                  <a:pt x="203746" y="43132"/>
                </a:lnTo>
                <a:lnTo>
                  <a:pt x="203746" y="44700"/>
                </a:lnTo>
                <a:lnTo>
                  <a:pt x="204847" y="45800"/>
                </a:lnTo>
                <a:lnTo>
                  <a:pt x="201077" y="45800"/>
                </a:lnTo>
                <a:close/>
                <a:moveTo>
                  <a:pt x="200544" y="45233"/>
                </a:moveTo>
                <a:lnTo>
                  <a:pt x="200544" y="41497"/>
                </a:lnTo>
                <a:lnTo>
                  <a:pt x="201644" y="42598"/>
                </a:lnTo>
                <a:lnTo>
                  <a:pt x="201778" y="42598"/>
                </a:lnTo>
                <a:lnTo>
                  <a:pt x="203179" y="42598"/>
                </a:lnTo>
                <a:close/>
                <a:moveTo>
                  <a:pt x="199743" y="45233"/>
                </a:moveTo>
                <a:lnTo>
                  <a:pt x="197108" y="42598"/>
                </a:lnTo>
                <a:lnTo>
                  <a:pt x="198476" y="42598"/>
                </a:lnTo>
                <a:lnTo>
                  <a:pt x="198776" y="42465"/>
                </a:lnTo>
                <a:lnTo>
                  <a:pt x="199743" y="41497"/>
                </a:lnTo>
                <a:lnTo>
                  <a:pt x="199743" y="45233"/>
                </a:lnTo>
                <a:close/>
                <a:moveTo>
                  <a:pt x="199743" y="47135"/>
                </a:moveTo>
                <a:lnTo>
                  <a:pt x="199743" y="50871"/>
                </a:lnTo>
                <a:lnTo>
                  <a:pt x="198776" y="49903"/>
                </a:lnTo>
                <a:lnTo>
                  <a:pt x="198476" y="49770"/>
                </a:lnTo>
                <a:lnTo>
                  <a:pt x="197108" y="49770"/>
                </a:lnTo>
                <a:close/>
                <a:moveTo>
                  <a:pt x="168954" y="76022"/>
                </a:moveTo>
                <a:lnTo>
                  <a:pt x="166319" y="73387"/>
                </a:lnTo>
                <a:lnTo>
                  <a:pt x="167854" y="73387"/>
                </a:lnTo>
                <a:lnTo>
                  <a:pt x="168954" y="72286"/>
                </a:lnTo>
                <a:close/>
                <a:moveTo>
                  <a:pt x="138166" y="76022"/>
                </a:moveTo>
                <a:lnTo>
                  <a:pt x="135531" y="73387"/>
                </a:lnTo>
                <a:lnTo>
                  <a:pt x="136898" y="73387"/>
                </a:lnTo>
                <a:lnTo>
                  <a:pt x="137165" y="73253"/>
                </a:lnTo>
                <a:lnTo>
                  <a:pt x="138166" y="72286"/>
                </a:lnTo>
                <a:lnTo>
                  <a:pt x="138166" y="76022"/>
                </a:lnTo>
                <a:close/>
                <a:moveTo>
                  <a:pt x="107377" y="76022"/>
                </a:moveTo>
                <a:lnTo>
                  <a:pt x="104709" y="73387"/>
                </a:lnTo>
                <a:lnTo>
                  <a:pt x="106276" y="73387"/>
                </a:lnTo>
                <a:lnTo>
                  <a:pt x="107377" y="72286"/>
                </a:lnTo>
                <a:close/>
                <a:moveTo>
                  <a:pt x="76589" y="76022"/>
                </a:moveTo>
                <a:lnTo>
                  <a:pt x="73920" y="73387"/>
                </a:lnTo>
                <a:lnTo>
                  <a:pt x="75321" y="73387"/>
                </a:lnTo>
                <a:lnTo>
                  <a:pt x="75588" y="73253"/>
                </a:lnTo>
                <a:lnTo>
                  <a:pt x="76555" y="72286"/>
                </a:lnTo>
                <a:lnTo>
                  <a:pt x="76555" y="76022"/>
                </a:lnTo>
                <a:close/>
                <a:moveTo>
                  <a:pt x="77356" y="47135"/>
                </a:moveTo>
                <a:lnTo>
                  <a:pt x="80024" y="49770"/>
                </a:lnTo>
                <a:lnTo>
                  <a:pt x="78457" y="49770"/>
                </a:lnTo>
                <a:lnTo>
                  <a:pt x="77356" y="50871"/>
                </a:lnTo>
                <a:close/>
                <a:moveTo>
                  <a:pt x="108144" y="47135"/>
                </a:moveTo>
                <a:lnTo>
                  <a:pt x="110813" y="49770"/>
                </a:lnTo>
                <a:lnTo>
                  <a:pt x="109412" y="49770"/>
                </a:lnTo>
                <a:lnTo>
                  <a:pt x="109145" y="49903"/>
                </a:lnTo>
                <a:lnTo>
                  <a:pt x="108144" y="50871"/>
                </a:lnTo>
                <a:lnTo>
                  <a:pt x="108144" y="47135"/>
                </a:lnTo>
                <a:close/>
                <a:moveTo>
                  <a:pt x="138933" y="47135"/>
                </a:moveTo>
                <a:lnTo>
                  <a:pt x="141602" y="49770"/>
                </a:lnTo>
                <a:lnTo>
                  <a:pt x="140034" y="49770"/>
                </a:lnTo>
                <a:lnTo>
                  <a:pt x="138933" y="50871"/>
                </a:lnTo>
                <a:close/>
                <a:moveTo>
                  <a:pt x="169755" y="47135"/>
                </a:moveTo>
                <a:lnTo>
                  <a:pt x="172390" y="49770"/>
                </a:lnTo>
                <a:lnTo>
                  <a:pt x="170989" y="49770"/>
                </a:lnTo>
                <a:lnTo>
                  <a:pt x="170722" y="49903"/>
                </a:lnTo>
                <a:lnTo>
                  <a:pt x="169755" y="50871"/>
                </a:lnTo>
                <a:lnTo>
                  <a:pt x="169755" y="47135"/>
                </a:lnTo>
                <a:close/>
                <a:moveTo>
                  <a:pt x="188969" y="65381"/>
                </a:moveTo>
                <a:lnTo>
                  <a:pt x="187668" y="64080"/>
                </a:lnTo>
                <a:lnTo>
                  <a:pt x="187668" y="62779"/>
                </a:lnTo>
                <a:lnTo>
                  <a:pt x="188502" y="61979"/>
                </a:lnTo>
                <a:lnTo>
                  <a:pt x="190303" y="61979"/>
                </a:lnTo>
                <a:lnTo>
                  <a:pt x="188969" y="63313"/>
                </a:lnTo>
                <a:lnTo>
                  <a:pt x="188969" y="65381"/>
                </a:lnTo>
                <a:close/>
                <a:moveTo>
                  <a:pt x="184732" y="64614"/>
                </a:moveTo>
                <a:lnTo>
                  <a:pt x="183865" y="63713"/>
                </a:lnTo>
                <a:lnTo>
                  <a:pt x="182598" y="63713"/>
                </a:lnTo>
                <a:lnTo>
                  <a:pt x="182598" y="62646"/>
                </a:lnTo>
                <a:lnTo>
                  <a:pt x="182464" y="62346"/>
                </a:lnTo>
                <a:lnTo>
                  <a:pt x="181697" y="61578"/>
                </a:lnTo>
                <a:lnTo>
                  <a:pt x="182464" y="60811"/>
                </a:lnTo>
                <a:lnTo>
                  <a:pt x="182598" y="60544"/>
                </a:lnTo>
                <a:lnTo>
                  <a:pt x="182598" y="59443"/>
                </a:lnTo>
                <a:lnTo>
                  <a:pt x="183865" y="59443"/>
                </a:lnTo>
                <a:lnTo>
                  <a:pt x="184732" y="58543"/>
                </a:lnTo>
                <a:lnTo>
                  <a:pt x="185633" y="59443"/>
                </a:lnTo>
                <a:lnTo>
                  <a:pt x="186901" y="59443"/>
                </a:lnTo>
                <a:lnTo>
                  <a:pt x="186901" y="60544"/>
                </a:lnTo>
                <a:lnTo>
                  <a:pt x="187001" y="60811"/>
                </a:lnTo>
                <a:lnTo>
                  <a:pt x="187768" y="61578"/>
                </a:lnTo>
                <a:lnTo>
                  <a:pt x="187001" y="62346"/>
                </a:lnTo>
                <a:lnTo>
                  <a:pt x="186901" y="62646"/>
                </a:lnTo>
                <a:lnTo>
                  <a:pt x="186901" y="63713"/>
                </a:lnTo>
                <a:lnTo>
                  <a:pt x="185633" y="63713"/>
                </a:lnTo>
                <a:close/>
                <a:moveTo>
                  <a:pt x="180529" y="65381"/>
                </a:moveTo>
                <a:lnTo>
                  <a:pt x="180529" y="63313"/>
                </a:lnTo>
                <a:lnTo>
                  <a:pt x="179162" y="61979"/>
                </a:lnTo>
                <a:lnTo>
                  <a:pt x="180963" y="61979"/>
                </a:lnTo>
                <a:lnTo>
                  <a:pt x="181797" y="62813"/>
                </a:lnTo>
                <a:lnTo>
                  <a:pt x="181797" y="64113"/>
                </a:lnTo>
                <a:close/>
                <a:moveTo>
                  <a:pt x="158180" y="65381"/>
                </a:moveTo>
                <a:lnTo>
                  <a:pt x="156879" y="64080"/>
                </a:lnTo>
                <a:lnTo>
                  <a:pt x="156879" y="62779"/>
                </a:lnTo>
                <a:lnTo>
                  <a:pt x="157713" y="61979"/>
                </a:lnTo>
                <a:lnTo>
                  <a:pt x="159514" y="61979"/>
                </a:lnTo>
                <a:lnTo>
                  <a:pt x="158180" y="63313"/>
                </a:lnTo>
                <a:lnTo>
                  <a:pt x="158180" y="65381"/>
                </a:lnTo>
                <a:close/>
                <a:moveTo>
                  <a:pt x="153944" y="64614"/>
                </a:moveTo>
                <a:lnTo>
                  <a:pt x="153076" y="63713"/>
                </a:lnTo>
                <a:lnTo>
                  <a:pt x="151809" y="63713"/>
                </a:lnTo>
                <a:lnTo>
                  <a:pt x="151809" y="62646"/>
                </a:lnTo>
                <a:lnTo>
                  <a:pt x="151675" y="62346"/>
                </a:lnTo>
                <a:lnTo>
                  <a:pt x="150908" y="61578"/>
                </a:lnTo>
                <a:lnTo>
                  <a:pt x="151675" y="60811"/>
                </a:lnTo>
                <a:lnTo>
                  <a:pt x="151809" y="60544"/>
                </a:lnTo>
                <a:lnTo>
                  <a:pt x="151809" y="59443"/>
                </a:lnTo>
                <a:lnTo>
                  <a:pt x="153076" y="59443"/>
                </a:lnTo>
                <a:lnTo>
                  <a:pt x="153944" y="58543"/>
                </a:lnTo>
                <a:lnTo>
                  <a:pt x="154844" y="59443"/>
                </a:lnTo>
                <a:lnTo>
                  <a:pt x="156112" y="59443"/>
                </a:lnTo>
                <a:lnTo>
                  <a:pt x="156112" y="60544"/>
                </a:lnTo>
                <a:lnTo>
                  <a:pt x="156212" y="60811"/>
                </a:lnTo>
                <a:lnTo>
                  <a:pt x="156979" y="61578"/>
                </a:lnTo>
                <a:lnTo>
                  <a:pt x="156212" y="62346"/>
                </a:lnTo>
                <a:lnTo>
                  <a:pt x="156112" y="62646"/>
                </a:lnTo>
                <a:lnTo>
                  <a:pt x="156112" y="63713"/>
                </a:lnTo>
                <a:lnTo>
                  <a:pt x="154844" y="63713"/>
                </a:lnTo>
                <a:close/>
                <a:moveTo>
                  <a:pt x="149741" y="65381"/>
                </a:moveTo>
                <a:lnTo>
                  <a:pt x="149741" y="63313"/>
                </a:lnTo>
                <a:lnTo>
                  <a:pt x="148373" y="61979"/>
                </a:lnTo>
                <a:lnTo>
                  <a:pt x="150174" y="61979"/>
                </a:lnTo>
                <a:lnTo>
                  <a:pt x="151008" y="62813"/>
                </a:lnTo>
                <a:lnTo>
                  <a:pt x="151008" y="64113"/>
                </a:lnTo>
                <a:close/>
                <a:moveTo>
                  <a:pt x="127391" y="65381"/>
                </a:moveTo>
                <a:lnTo>
                  <a:pt x="126091" y="64080"/>
                </a:lnTo>
                <a:lnTo>
                  <a:pt x="126091" y="62779"/>
                </a:lnTo>
                <a:lnTo>
                  <a:pt x="126924" y="61979"/>
                </a:lnTo>
                <a:lnTo>
                  <a:pt x="128726" y="61979"/>
                </a:lnTo>
                <a:lnTo>
                  <a:pt x="127358" y="63313"/>
                </a:lnTo>
                <a:lnTo>
                  <a:pt x="127358" y="65381"/>
                </a:lnTo>
                <a:close/>
                <a:moveTo>
                  <a:pt x="123155" y="64614"/>
                </a:moveTo>
                <a:lnTo>
                  <a:pt x="122254" y="63713"/>
                </a:lnTo>
                <a:lnTo>
                  <a:pt x="121020" y="63713"/>
                </a:lnTo>
                <a:lnTo>
                  <a:pt x="121020" y="62646"/>
                </a:lnTo>
                <a:lnTo>
                  <a:pt x="120887" y="62346"/>
                </a:lnTo>
                <a:lnTo>
                  <a:pt x="120120" y="61578"/>
                </a:lnTo>
                <a:lnTo>
                  <a:pt x="120887" y="60811"/>
                </a:lnTo>
                <a:lnTo>
                  <a:pt x="121020" y="60544"/>
                </a:lnTo>
                <a:lnTo>
                  <a:pt x="121020" y="59443"/>
                </a:lnTo>
                <a:lnTo>
                  <a:pt x="122254" y="59443"/>
                </a:lnTo>
                <a:lnTo>
                  <a:pt x="123155" y="58543"/>
                </a:lnTo>
                <a:lnTo>
                  <a:pt x="124056" y="59443"/>
                </a:lnTo>
                <a:lnTo>
                  <a:pt x="125290" y="59443"/>
                </a:lnTo>
                <a:lnTo>
                  <a:pt x="125290" y="60544"/>
                </a:lnTo>
                <a:lnTo>
                  <a:pt x="125423" y="60811"/>
                </a:lnTo>
                <a:lnTo>
                  <a:pt x="126191" y="61578"/>
                </a:lnTo>
                <a:lnTo>
                  <a:pt x="125423" y="62346"/>
                </a:lnTo>
                <a:lnTo>
                  <a:pt x="125290" y="62646"/>
                </a:lnTo>
                <a:lnTo>
                  <a:pt x="125290" y="63713"/>
                </a:lnTo>
                <a:lnTo>
                  <a:pt x="124056" y="63713"/>
                </a:lnTo>
                <a:close/>
                <a:moveTo>
                  <a:pt x="118952" y="65381"/>
                </a:moveTo>
                <a:lnTo>
                  <a:pt x="118952" y="63313"/>
                </a:lnTo>
                <a:lnTo>
                  <a:pt x="117584" y="61979"/>
                </a:lnTo>
                <a:lnTo>
                  <a:pt x="119386" y="61979"/>
                </a:lnTo>
                <a:lnTo>
                  <a:pt x="120220" y="62813"/>
                </a:lnTo>
                <a:lnTo>
                  <a:pt x="120220" y="64113"/>
                </a:lnTo>
                <a:close/>
                <a:moveTo>
                  <a:pt x="96569" y="65381"/>
                </a:moveTo>
                <a:lnTo>
                  <a:pt x="95302" y="64080"/>
                </a:lnTo>
                <a:lnTo>
                  <a:pt x="95302" y="62779"/>
                </a:lnTo>
                <a:lnTo>
                  <a:pt x="96136" y="61979"/>
                </a:lnTo>
                <a:lnTo>
                  <a:pt x="97937" y="61979"/>
                </a:lnTo>
                <a:lnTo>
                  <a:pt x="96569" y="63313"/>
                </a:lnTo>
                <a:lnTo>
                  <a:pt x="96569" y="65381"/>
                </a:lnTo>
                <a:close/>
                <a:moveTo>
                  <a:pt x="92366" y="64614"/>
                </a:moveTo>
                <a:lnTo>
                  <a:pt x="91466" y="63713"/>
                </a:lnTo>
                <a:lnTo>
                  <a:pt x="90232" y="63713"/>
                </a:lnTo>
                <a:lnTo>
                  <a:pt x="90232" y="62646"/>
                </a:lnTo>
                <a:lnTo>
                  <a:pt x="90098" y="62346"/>
                </a:lnTo>
                <a:lnTo>
                  <a:pt x="89331" y="61578"/>
                </a:lnTo>
                <a:lnTo>
                  <a:pt x="90098" y="60811"/>
                </a:lnTo>
                <a:lnTo>
                  <a:pt x="90232" y="60544"/>
                </a:lnTo>
                <a:lnTo>
                  <a:pt x="90232" y="59443"/>
                </a:lnTo>
                <a:lnTo>
                  <a:pt x="91466" y="59443"/>
                </a:lnTo>
                <a:lnTo>
                  <a:pt x="92366" y="58543"/>
                </a:lnTo>
                <a:lnTo>
                  <a:pt x="93267" y="59443"/>
                </a:lnTo>
                <a:lnTo>
                  <a:pt x="94501" y="59443"/>
                </a:lnTo>
                <a:lnTo>
                  <a:pt x="94501" y="60544"/>
                </a:lnTo>
                <a:lnTo>
                  <a:pt x="94635" y="60811"/>
                </a:lnTo>
                <a:lnTo>
                  <a:pt x="95402" y="61578"/>
                </a:lnTo>
                <a:lnTo>
                  <a:pt x="94635" y="62346"/>
                </a:lnTo>
                <a:lnTo>
                  <a:pt x="94501" y="62646"/>
                </a:lnTo>
                <a:lnTo>
                  <a:pt x="94501" y="63713"/>
                </a:lnTo>
                <a:lnTo>
                  <a:pt x="93267" y="63713"/>
                </a:lnTo>
                <a:close/>
                <a:moveTo>
                  <a:pt x="88130" y="65381"/>
                </a:moveTo>
                <a:lnTo>
                  <a:pt x="88130" y="63313"/>
                </a:lnTo>
                <a:lnTo>
                  <a:pt x="86796" y="61979"/>
                </a:lnTo>
                <a:lnTo>
                  <a:pt x="88597" y="61979"/>
                </a:lnTo>
                <a:lnTo>
                  <a:pt x="89431" y="62813"/>
                </a:lnTo>
                <a:lnTo>
                  <a:pt x="89431" y="64113"/>
                </a:lnTo>
                <a:close/>
                <a:moveTo>
                  <a:pt x="65781" y="65381"/>
                </a:moveTo>
                <a:lnTo>
                  <a:pt x="64513" y="64080"/>
                </a:lnTo>
                <a:lnTo>
                  <a:pt x="64513" y="62779"/>
                </a:lnTo>
                <a:lnTo>
                  <a:pt x="65347" y="61979"/>
                </a:lnTo>
                <a:lnTo>
                  <a:pt x="67148" y="61979"/>
                </a:lnTo>
                <a:lnTo>
                  <a:pt x="65781" y="63313"/>
                </a:lnTo>
                <a:lnTo>
                  <a:pt x="65781" y="65381"/>
                </a:lnTo>
                <a:close/>
                <a:moveTo>
                  <a:pt x="61578" y="64614"/>
                </a:moveTo>
                <a:lnTo>
                  <a:pt x="60677" y="63713"/>
                </a:lnTo>
                <a:lnTo>
                  <a:pt x="59410" y="63713"/>
                </a:lnTo>
                <a:lnTo>
                  <a:pt x="59410" y="62646"/>
                </a:lnTo>
                <a:lnTo>
                  <a:pt x="59310" y="62346"/>
                </a:lnTo>
                <a:lnTo>
                  <a:pt x="58542" y="61578"/>
                </a:lnTo>
                <a:lnTo>
                  <a:pt x="59310" y="60811"/>
                </a:lnTo>
                <a:lnTo>
                  <a:pt x="59410" y="60544"/>
                </a:lnTo>
                <a:lnTo>
                  <a:pt x="59410" y="59443"/>
                </a:lnTo>
                <a:lnTo>
                  <a:pt x="60677" y="59443"/>
                </a:lnTo>
                <a:lnTo>
                  <a:pt x="61578" y="58543"/>
                </a:lnTo>
                <a:lnTo>
                  <a:pt x="62445" y="59443"/>
                </a:lnTo>
                <a:lnTo>
                  <a:pt x="63713" y="59443"/>
                </a:lnTo>
                <a:lnTo>
                  <a:pt x="63713" y="60544"/>
                </a:lnTo>
                <a:lnTo>
                  <a:pt x="63846" y="60811"/>
                </a:lnTo>
                <a:lnTo>
                  <a:pt x="64613" y="61578"/>
                </a:lnTo>
                <a:lnTo>
                  <a:pt x="63846" y="62346"/>
                </a:lnTo>
                <a:lnTo>
                  <a:pt x="63713" y="62646"/>
                </a:lnTo>
                <a:lnTo>
                  <a:pt x="63713" y="63713"/>
                </a:lnTo>
                <a:lnTo>
                  <a:pt x="62445" y="63713"/>
                </a:lnTo>
                <a:close/>
                <a:moveTo>
                  <a:pt x="57341" y="65381"/>
                </a:moveTo>
                <a:lnTo>
                  <a:pt x="57341" y="63313"/>
                </a:lnTo>
                <a:lnTo>
                  <a:pt x="56007" y="61979"/>
                </a:lnTo>
                <a:lnTo>
                  <a:pt x="57808" y="61979"/>
                </a:lnTo>
                <a:lnTo>
                  <a:pt x="58642" y="62813"/>
                </a:lnTo>
                <a:lnTo>
                  <a:pt x="58642" y="64113"/>
                </a:lnTo>
                <a:close/>
                <a:moveTo>
                  <a:pt x="57341" y="57776"/>
                </a:moveTo>
                <a:lnTo>
                  <a:pt x="58642" y="59077"/>
                </a:lnTo>
                <a:lnTo>
                  <a:pt x="58642" y="60377"/>
                </a:lnTo>
                <a:lnTo>
                  <a:pt x="57808" y="61178"/>
                </a:lnTo>
                <a:lnTo>
                  <a:pt x="56007" y="61178"/>
                </a:lnTo>
                <a:lnTo>
                  <a:pt x="57341" y="59844"/>
                </a:lnTo>
                <a:close/>
                <a:moveTo>
                  <a:pt x="65781" y="57776"/>
                </a:moveTo>
                <a:lnTo>
                  <a:pt x="65781" y="59844"/>
                </a:lnTo>
                <a:lnTo>
                  <a:pt x="67148" y="61178"/>
                </a:lnTo>
                <a:lnTo>
                  <a:pt x="65347" y="61178"/>
                </a:lnTo>
                <a:lnTo>
                  <a:pt x="64513" y="60344"/>
                </a:lnTo>
                <a:lnTo>
                  <a:pt x="64513" y="59043"/>
                </a:lnTo>
                <a:close/>
                <a:moveTo>
                  <a:pt x="88130" y="57776"/>
                </a:moveTo>
                <a:lnTo>
                  <a:pt x="89431" y="59077"/>
                </a:lnTo>
                <a:lnTo>
                  <a:pt x="89431" y="60377"/>
                </a:lnTo>
                <a:lnTo>
                  <a:pt x="88597" y="61178"/>
                </a:lnTo>
                <a:lnTo>
                  <a:pt x="86796" y="61178"/>
                </a:lnTo>
                <a:lnTo>
                  <a:pt x="88130" y="59844"/>
                </a:lnTo>
                <a:lnTo>
                  <a:pt x="88130" y="57776"/>
                </a:lnTo>
                <a:close/>
                <a:moveTo>
                  <a:pt x="96569" y="57776"/>
                </a:moveTo>
                <a:lnTo>
                  <a:pt x="96569" y="59844"/>
                </a:lnTo>
                <a:lnTo>
                  <a:pt x="97937" y="61178"/>
                </a:lnTo>
                <a:lnTo>
                  <a:pt x="96136" y="61178"/>
                </a:lnTo>
                <a:lnTo>
                  <a:pt x="95302" y="60377"/>
                </a:lnTo>
                <a:lnTo>
                  <a:pt x="95302" y="59077"/>
                </a:lnTo>
                <a:close/>
                <a:moveTo>
                  <a:pt x="118952" y="57776"/>
                </a:moveTo>
                <a:lnTo>
                  <a:pt x="120220" y="59077"/>
                </a:lnTo>
                <a:lnTo>
                  <a:pt x="120220" y="60377"/>
                </a:lnTo>
                <a:lnTo>
                  <a:pt x="119386" y="61178"/>
                </a:lnTo>
                <a:lnTo>
                  <a:pt x="117584" y="61178"/>
                </a:lnTo>
                <a:lnTo>
                  <a:pt x="118952" y="59844"/>
                </a:lnTo>
                <a:lnTo>
                  <a:pt x="118952" y="57776"/>
                </a:lnTo>
                <a:close/>
                <a:moveTo>
                  <a:pt x="127391" y="57776"/>
                </a:moveTo>
                <a:lnTo>
                  <a:pt x="127391" y="59844"/>
                </a:lnTo>
                <a:lnTo>
                  <a:pt x="128726" y="61178"/>
                </a:lnTo>
                <a:lnTo>
                  <a:pt x="126924" y="61178"/>
                </a:lnTo>
                <a:lnTo>
                  <a:pt x="126091" y="60344"/>
                </a:lnTo>
                <a:lnTo>
                  <a:pt x="126091" y="59043"/>
                </a:lnTo>
                <a:close/>
                <a:moveTo>
                  <a:pt x="149741" y="57776"/>
                </a:moveTo>
                <a:lnTo>
                  <a:pt x="151008" y="59077"/>
                </a:lnTo>
                <a:lnTo>
                  <a:pt x="151008" y="60377"/>
                </a:lnTo>
                <a:lnTo>
                  <a:pt x="150174" y="61178"/>
                </a:lnTo>
                <a:lnTo>
                  <a:pt x="148373" y="61178"/>
                </a:lnTo>
                <a:lnTo>
                  <a:pt x="149741" y="59844"/>
                </a:lnTo>
                <a:lnTo>
                  <a:pt x="149741" y="57776"/>
                </a:lnTo>
                <a:close/>
                <a:moveTo>
                  <a:pt x="158180" y="57776"/>
                </a:moveTo>
                <a:lnTo>
                  <a:pt x="158180" y="59844"/>
                </a:lnTo>
                <a:lnTo>
                  <a:pt x="159514" y="61178"/>
                </a:lnTo>
                <a:lnTo>
                  <a:pt x="157713" y="61178"/>
                </a:lnTo>
                <a:lnTo>
                  <a:pt x="156879" y="60344"/>
                </a:lnTo>
                <a:lnTo>
                  <a:pt x="156879" y="59043"/>
                </a:lnTo>
                <a:close/>
                <a:moveTo>
                  <a:pt x="180529" y="57776"/>
                </a:moveTo>
                <a:lnTo>
                  <a:pt x="181797" y="59077"/>
                </a:lnTo>
                <a:lnTo>
                  <a:pt x="181797" y="60377"/>
                </a:lnTo>
                <a:lnTo>
                  <a:pt x="180963" y="61178"/>
                </a:lnTo>
                <a:lnTo>
                  <a:pt x="179162" y="61178"/>
                </a:lnTo>
                <a:lnTo>
                  <a:pt x="180529" y="59844"/>
                </a:lnTo>
                <a:lnTo>
                  <a:pt x="180529" y="57776"/>
                </a:lnTo>
                <a:close/>
                <a:moveTo>
                  <a:pt x="188969" y="57776"/>
                </a:moveTo>
                <a:lnTo>
                  <a:pt x="188969" y="59844"/>
                </a:lnTo>
                <a:lnTo>
                  <a:pt x="190303" y="61178"/>
                </a:lnTo>
                <a:lnTo>
                  <a:pt x="188502" y="61178"/>
                </a:lnTo>
                <a:lnTo>
                  <a:pt x="187668" y="60344"/>
                </a:lnTo>
                <a:lnTo>
                  <a:pt x="187668" y="59043"/>
                </a:lnTo>
                <a:close/>
                <a:moveTo>
                  <a:pt x="191437" y="61178"/>
                </a:moveTo>
                <a:lnTo>
                  <a:pt x="189736" y="59510"/>
                </a:lnTo>
                <a:lnTo>
                  <a:pt x="189736" y="57475"/>
                </a:lnTo>
                <a:lnTo>
                  <a:pt x="195473" y="57475"/>
                </a:lnTo>
                <a:lnTo>
                  <a:pt x="199176" y="61178"/>
                </a:lnTo>
                <a:close/>
                <a:moveTo>
                  <a:pt x="187268" y="58643"/>
                </a:moveTo>
                <a:lnTo>
                  <a:pt x="185967" y="58643"/>
                </a:lnTo>
                <a:lnTo>
                  <a:pt x="185133" y="57809"/>
                </a:lnTo>
                <a:lnTo>
                  <a:pt x="185133" y="56008"/>
                </a:lnTo>
                <a:lnTo>
                  <a:pt x="186367" y="57242"/>
                </a:lnTo>
                <a:lnTo>
                  <a:pt x="186667" y="57375"/>
                </a:lnTo>
                <a:lnTo>
                  <a:pt x="188535" y="57375"/>
                </a:lnTo>
                <a:close/>
                <a:moveTo>
                  <a:pt x="184332" y="57809"/>
                </a:moveTo>
                <a:lnTo>
                  <a:pt x="183532" y="58643"/>
                </a:lnTo>
                <a:lnTo>
                  <a:pt x="182231" y="58643"/>
                </a:lnTo>
                <a:lnTo>
                  <a:pt x="180930" y="57375"/>
                </a:lnTo>
                <a:lnTo>
                  <a:pt x="182831" y="57375"/>
                </a:lnTo>
                <a:lnTo>
                  <a:pt x="183098" y="57242"/>
                </a:lnTo>
                <a:lnTo>
                  <a:pt x="184332" y="56008"/>
                </a:lnTo>
                <a:close/>
                <a:moveTo>
                  <a:pt x="179729" y="59510"/>
                </a:moveTo>
                <a:lnTo>
                  <a:pt x="178061" y="61178"/>
                </a:lnTo>
                <a:lnTo>
                  <a:pt x="170289" y="61178"/>
                </a:lnTo>
                <a:lnTo>
                  <a:pt x="174025" y="57475"/>
                </a:lnTo>
                <a:lnTo>
                  <a:pt x="179729" y="57475"/>
                </a:lnTo>
                <a:lnTo>
                  <a:pt x="179729" y="59510"/>
                </a:lnTo>
                <a:close/>
                <a:moveTo>
                  <a:pt x="160649" y="61178"/>
                </a:moveTo>
                <a:lnTo>
                  <a:pt x="158947" y="59510"/>
                </a:lnTo>
                <a:lnTo>
                  <a:pt x="158947" y="57475"/>
                </a:lnTo>
                <a:lnTo>
                  <a:pt x="164685" y="57475"/>
                </a:lnTo>
                <a:lnTo>
                  <a:pt x="168387" y="61178"/>
                </a:lnTo>
                <a:close/>
                <a:moveTo>
                  <a:pt x="156479" y="58643"/>
                </a:moveTo>
                <a:lnTo>
                  <a:pt x="155178" y="58643"/>
                </a:lnTo>
                <a:lnTo>
                  <a:pt x="154344" y="57809"/>
                </a:lnTo>
                <a:lnTo>
                  <a:pt x="154344" y="56008"/>
                </a:lnTo>
                <a:lnTo>
                  <a:pt x="155578" y="57242"/>
                </a:lnTo>
                <a:lnTo>
                  <a:pt x="155845" y="57375"/>
                </a:lnTo>
                <a:lnTo>
                  <a:pt x="157746" y="57375"/>
                </a:lnTo>
                <a:close/>
                <a:moveTo>
                  <a:pt x="153543" y="57809"/>
                </a:moveTo>
                <a:lnTo>
                  <a:pt x="152743" y="58643"/>
                </a:lnTo>
                <a:lnTo>
                  <a:pt x="151442" y="58643"/>
                </a:lnTo>
                <a:lnTo>
                  <a:pt x="150141" y="57375"/>
                </a:lnTo>
                <a:lnTo>
                  <a:pt x="152042" y="57375"/>
                </a:lnTo>
                <a:lnTo>
                  <a:pt x="152309" y="57242"/>
                </a:lnTo>
                <a:lnTo>
                  <a:pt x="153543" y="56008"/>
                </a:lnTo>
                <a:close/>
                <a:moveTo>
                  <a:pt x="148940" y="59510"/>
                </a:moveTo>
                <a:lnTo>
                  <a:pt x="147272" y="61178"/>
                </a:lnTo>
                <a:lnTo>
                  <a:pt x="139500" y="61178"/>
                </a:lnTo>
                <a:lnTo>
                  <a:pt x="143236" y="57475"/>
                </a:lnTo>
                <a:lnTo>
                  <a:pt x="148940" y="57475"/>
                </a:lnTo>
                <a:lnTo>
                  <a:pt x="148940" y="59510"/>
                </a:lnTo>
                <a:close/>
                <a:moveTo>
                  <a:pt x="129860" y="61178"/>
                </a:moveTo>
                <a:lnTo>
                  <a:pt x="128159" y="59510"/>
                </a:lnTo>
                <a:lnTo>
                  <a:pt x="128159" y="57475"/>
                </a:lnTo>
                <a:lnTo>
                  <a:pt x="133896" y="57475"/>
                </a:lnTo>
                <a:lnTo>
                  <a:pt x="137599" y="61178"/>
                </a:lnTo>
                <a:close/>
                <a:moveTo>
                  <a:pt x="125690" y="58643"/>
                </a:moveTo>
                <a:lnTo>
                  <a:pt x="124389" y="58643"/>
                </a:lnTo>
                <a:lnTo>
                  <a:pt x="123555" y="57809"/>
                </a:lnTo>
                <a:lnTo>
                  <a:pt x="123555" y="56008"/>
                </a:lnTo>
                <a:lnTo>
                  <a:pt x="124790" y="57242"/>
                </a:lnTo>
                <a:lnTo>
                  <a:pt x="125056" y="57375"/>
                </a:lnTo>
                <a:lnTo>
                  <a:pt x="126958" y="57375"/>
                </a:lnTo>
                <a:close/>
                <a:moveTo>
                  <a:pt x="122755" y="57809"/>
                </a:moveTo>
                <a:lnTo>
                  <a:pt x="121954" y="58643"/>
                </a:lnTo>
                <a:lnTo>
                  <a:pt x="120653" y="58643"/>
                </a:lnTo>
                <a:lnTo>
                  <a:pt x="119352" y="57375"/>
                </a:lnTo>
                <a:lnTo>
                  <a:pt x="121254" y="57375"/>
                </a:lnTo>
                <a:lnTo>
                  <a:pt x="121521" y="57242"/>
                </a:lnTo>
                <a:lnTo>
                  <a:pt x="122755" y="56008"/>
                </a:lnTo>
                <a:lnTo>
                  <a:pt x="122755" y="57809"/>
                </a:lnTo>
                <a:close/>
                <a:moveTo>
                  <a:pt x="118152" y="59510"/>
                </a:moveTo>
                <a:lnTo>
                  <a:pt x="116450" y="61178"/>
                </a:lnTo>
                <a:lnTo>
                  <a:pt x="108711" y="61178"/>
                </a:lnTo>
                <a:lnTo>
                  <a:pt x="112414" y="57475"/>
                </a:lnTo>
                <a:lnTo>
                  <a:pt x="118152" y="57475"/>
                </a:lnTo>
                <a:lnTo>
                  <a:pt x="118152" y="59510"/>
                </a:lnTo>
                <a:close/>
                <a:moveTo>
                  <a:pt x="99071" y="61178"/>
                </a:moveTo>
                <a:lnTo>
                  <a:pt x="97370" y="59510"/>
                </a:lnTo>
                <a:lnTo>
                  <a:pt x="97370" y="57475"/>
                </a:lnTo>
                <a:lnTo>
                  <a:pt x="103074" y="57475"/>
                </a:lnTo>
                <a:lnTo>
                  <a:pt x="106810" y="61178"/>
                </a:lnTo>
                <a:close/>
                <a:moveTo>
                  <a:pt x="94868" y="58643"/>
                </a:moveTo>
                <a:lnTo>
                  <a:pt x="93567" y="58643"/>
                </a:lnTo>
                <a:lnTo>
                  <a:pt x="92767" y="57809"/>
                </a:lnTo>
                <a:lnTo>
                  <a:pt x="92767" y="56008"/>
                </a:lnTo>
                <a:lnTo>
                  <a:pt x="94001" y="57242"/>
                </a:lnTo>
                <a:lnTo>
                  <a:pt x="94268" y="57375"/>
                </a:lnTo>
                <a:lnTo>
                  <a:pt x="96169" y="57375"/>
                </a:lnTo>
                <a:close/>
                <a:moveTo>
                  <a:pt x="91966" y="57809"/>
                </a:moveTo>
                <a:lnTo>
                  <a:pt x="91166" y="58643"/>
                </a:lnTo>
                <a:lnTo>
                  <a:pt x="89865" y="58643"/>
                </a:lnTo>
                <a:lnTo>
                  <a:pt x="88564" y="57375"/>
                </a:lnTo>
                <a:lnTo>
                  <a:pt x="90465" y="57375"/>
                </a:lnTo>
                <a:lnTo>
                  <a:pt x="90732" y="57242"/>
                </a:lnTo>
                <a:lnTo>
                  <a:pt x="91966" y="56008"/>
                </a:lnTo>
                <a:lnTo>
                  <a:pt x="91966" y="57809"/>
                </a:lnTo>
                <a:close/>
                <a:moveTo>
                  <a:pt x="87363" y="59510"/>
                </a:moveTo>
                <a:lnTo>
                  <a:pt x="85662" y="61178"/>
                </a:lnTo>
                <a:lnTo>
                  <a:pt x="77923" y="61178"/>
                </a:lnTo>
                <a:lnTo>
                  <a:pt x="81625" y="57475"/>
                </a:lnTo>
                <a:lnTo>
                  <a:pt x="87363" y="57475"/>
                </a:lnTo>
                <a:lnTo>
                  <a:pt x="87363" y="59510"/>
                </a:lnTo>
                <a:close/>
                <a:moveTo>
                  <a:pt x="68249" y="61178"/>
                </a:moveTo>
                <a:lnTo>
                  <a:pt x="66581" y="59510"/>
                </a:lnTo>
                <a:lnTo>
                  <a:pt x="66581" y="57475"/>
                </a:lnTo>
                <a:lnTo>
                  <a:pt x="72285" y="57475"/>
                </a:lnTo>
                <a:lnTo>
                  <a:pt x="76021" y="61178"/>
                </a:lnTo>
                <a:close/>
                <a:moveTo>
                  <a:pt x="64080" y="58643"/>
                </a:moveTo>
                <a:lnTo>
                  <a:pt x="62779" y="58643"/>
                </a:lnTo>
                <a:lnTo>
                  <a:pt x="61978" y="57809"/>
                </a:lnTo>
                <a:lnTo>
                  <a:pt x="61978" y="56008"/>
                </a:lnTo>
                <a:lnTo>
                  <a:pt x="63212" y="57242"/>
                </a:lnTo>
                <a:lnTo>
                  <a:pt x="63479" y="57375"/>
                </a:lnTo>
                <a:lnTo>
                  <a:pt x="65381" y="57375"/>
                </a:lnTo>
                <a:close/>
                <a:moveTo>
                  <a:pt x="61178" y="57809"/>
                </a:moveTo>
                <a:lnTo>
                  <a:pt x="60344" y="58643"/>
                </a:lnTo>
                <a:lnTo>
                  <a:pt x="59043" y="58643"/>
                </a:lnTo>
                <a:lnTo>
                  <a:pt x="57775" y="57375"/>
                </a:lnTo>
                <a:lnTo>
                  <a:pt x="59676" y="57375"/>
                </a:lnTo>
                <a:lnTo>
                  <a:pt x="59943" y="57242"/>
                </a:lnTo>
                <a:lnTo>
                  <a:pt x="61178" y="56008"/>
                </a:lnTo>
                <a:close/>
                <a:moveTo>
                  <a:pt x="56574" y="59510"/>
                </a:moveTo>
                <a:lnTo>
                  <a:pt x="54873" y="61178"/>
                </a:lnTo>
                <a:lnTo>
                  <a:pt x="47134" y="61178"/>
                </a:lnTo>
                <a:lnTo>
                  <a:pt x="50837" y="57475"/>
                </a:lnTo>
                <a:lnTo>
                  <a:pt x="56574" y="57475"/>
                </a:lnTo>
                <a:close/>
                <a:moveTo>
                  <a:pt x="54873" y="61979"/>
                </a:moveTo>
                <a:lnTo>
                  <a:pt x="56574" y="63646"/>
                </a:lnTo>
                <a:lnTo>
                  <a:pt x="56574" y="65681"/>
                </a:lnTo>
                <a:lnTo>
                  <a:pt x="50837" y="65681"/>
                </a:lnTo>
                <a:lnTo>
                  <a:pt x="47134" y="61979"/>
                </a:lnTo>
                <a:lnTo>
                  <a:pt x="54873" y="61979"/>
                </a:lnTo>
                <a:close/>
                <a:moveTo>
                  <a:pt x="59043" y="64514"/>
                </a:moveTo>
                <a:lnTo>
                  <a:pt x="60344" y="64514"/>
                </a:lnTo>
                <a:lnTo>
                  <a:pt x="61178" y="65348"/>
                </a:lnTo>
                <a:lnTo>
                  <a:pt x="61178" y="67149"/>
                </a:lnTo>
                <a:lnTo>
                  <a:pt x="59943" y="65915"/>
                </a:lnTo>
                <a:lnTo>
                  <a:pt x="59676" y="65781"/>
                </a:lnTo>
                <a:lnTo>
                  <a:pt x="57775" y="65781"/>
                </a:lnTo>
                <a:close/>
                <a:moveTo>
                  <a:pt x="61978" y="65348"/>
                </a:moveTo>
                <a:lnTo>
                  <a:pt x="62779" y="64514"/>
                </a:lnTo>
                <a:lnTo>
                  <a:pt x="64080" y="64514"/>
                </a:lnTo>
                <a:lnTo>
                  <a:pt x="65381" y="65815"/>
                </a:lnTo>
                <a:lnTo>
                  <a:pt x="63479" y="65815"/>
                </a:lnTo>
                <a:lnTo>
                  <a:pt x="63212" y="65915"/>
                </a:lnTo>
                <a:lnTo>
                  <a:pt x="61978" y="67149"/>
                </a:lnTo>
                <a:close/>
                <a:moveTo>
                  <a:pt x="66581" y="63646"/>
                </a:moveTo>
                <a:lnTo>
                  <a:pt x="68249" y="61979"/>
                </a:lnTo>
                <a:lnTo>
                  <a:pt x="76021" y="61979"/>
                </a:lnTo>
                <a:lnTo>
                  <a:pt x="72285" y="65681"/>
                </a:lnTo>
                <a:lnTo>
                  <a:pt x="66581" y="65681"/>
                </a:lnTo>
                <a:lnTo>
                  <a:pt x="66581" y="63646"/>
                </a:lnTo>
                <a:close/>
                <a:moveTo>
                  <a:pt x="85662" y="61979"/>
                </a:moveTo>
                <a:lnTo>
                  <a:pt x="87363" y="63646"/>
                </a:lnTo>
                <a:lnTo>
                  <a:pt x="87363" y="65681"/>
                </a:lnTo>
                <a:lnTo>
                  <a:pt x="81659" y="65681"/>
                </a:lnTo>
                <a:lnTo>
                  <a:pt x="77923" y="61979"/>
                </a:lnTo>
                <a:lnTo>
                  <a:pt x="85662" y="61979"/>
                </a:lnTo>
                <a:close/>
                <a:moveTo>
                  <a:pt x="89831" y="64514"/>
                </a:moveTo>
                <a:lnTo>
                  <a:pt x="91132" y="64514"/>
                </a:lnTo>
                <a:lnTo>
                  <a:pt x="91966" y="65348"/>
                </a:lnTo>
                <a:lnTo>
                  <a:pt x="91966" y="67149"/>
                </a:lnTo>
                <a:lnTo>
                  <a:pt x="90732" y="65915"/>
                </a:lnTo>
                <a:lnTo>
                  <a:pt x="90465" y="65781"/>
                </a:lnTo>
                <a:lnTo>
                  <a:pt x="88564" y="65781"/>
                </a:lnTo>
                <a:close/>
                <a:moveTo>
                  <a:pt x="92767" y="65348"/>
                </a:moveTo>
                <a:lnTo>
                  <a:pt x="93567" y="64514"/>
                </a:lnTo>
                <a:lnTo>
                  <a:pt x="94868" y="64514"/>
                </a:lnTo>
                <a:lnTo>
                  <a:pt x="96169" y="65815"/>
                </a:lnTo>
                <a:lnTo>
                  <a:pt x="94268" y="65815"/>
                </a:lnTo>
                <a:lnTo>
                  <a:pt x="94001" y="65915"/>
                </a:lnTo>
                <a:lnTo>
                  <a:pt x="92767" y="67149"/>
                </a:lnTo>
                <a:lnTo>
                  <a:pt x="92767" y="65348"/>
                </a:lnTo>
                <a:close/>
                <a:moveTo>
                  <a:pt x="97370" y="63646"/>
                </a:moveTo>
                <a:lnTo>
                  <a:pt x="99071" y="61979"/>
                </a:lnTo>
                <a:lnTo>
                  <a:pt x="106810" y="61979"/>
                </a:lnTo>
                <a:lnTo>
                  <a:pt x="103074" y="65681"/>
                </a:lnTo>
                <a:lnTo>
                  <a:pt x="97370" y="65681"/>
                </a:lnTo>
                <a:lnTo>
                  <a:pt x="97370" y="63646"/>
                </a:lnTo>
                <a:close/>
                <a:moveTo>
                  <a:pt x="116450" y="61979"/>
                </a:moveTo>
                <a:lnTo>
                  <a:pt x="118152" y="63646"/>
                </a:lnTo>
                <a:lnTo>
                  <a:pt x="118152" y="65681"/>
                </a:lnTo>
                <a:lnTo>
                  <a:pt x="112447" y="65681"/>
                </a:lnTo>
                <a:lnTo>
                  <a:pt x="108711" y="61979"/>
                </a:lnTo>
                <a:lnTo>
                  <a:pt x="116450" y="61979"/>
                </a:lnTo>
                <a:close/>
                <a:moveTo>
                  <a:pt x="120653" y="64514"/>
                </a:moveTo>
                <a:lnTo>
                  <a:pt x="121954" y="64514"/>
                </a:lnTo>
                <a:lnTo>
                  <a:pt x="122755" y="65348"/>
                </a:lnTo>
                <a:lnTo>
                  <a:pt x="122755" y="67149"/>
                </a:lnTo>
                <a:lnTo>
                  <a:pt x="121521" y="65915"/>
                </a:lnTo>
                <a:lnTo>
                  <a:pt x="121254" y="65781"/>
                </a:lnTo>
                <a:lnTo>
                  <a:pt x="119352" y="65781"/>
                </a:lnTo>
                <a:close/>
                <a:moveTo>
                  <a:pt x="123555" y="65348"/>
                </a:moveTo>
                <a:lnTo>
                  <a:pt x="124389" y="64514"/>
                </a:lnTo>
                <a:lnTo>
                  <a:pt x="125657" y="64514"/>
                </a:lnTo>
                <a:lnTo>
                  <a:pt x="126958" y="65815"/>
                </a:lnTo>
                <a:lnTo>
                  <a:pt x="125056" y="65815"/>
                </a:lnTo>
                <a:lnTo>
                  <a:pt x="124790" y="65915"/>
                </a:lnTo>
                <a:lnTo>
                  <a:pt x="123555" y="67149"/>
                </a:lnTo>
                <a:lnTo>
                  <a:pt x="123555" y="65348"/>
                </a:lnTo>
                <a:close/>
                <a:moveTo>
                  <a:pt x="128159" y="63646"/>
                </a:moveTo>
                <a:lnTo>
                  <a:pt x="129860" y="61979"/>
                </a:lnTo>
                <a:lnTo>
                  <a:pt x="137599" y="61979"/>
                </a:lnTo>
                <a:lnTo>
                  <a:pt x="133863" y="65681"/>
                </a:lnTo>
                <a:lnTo>
                  <a:pt x="128159" y="65681"/>
                </a:lnTo>
                <a:lnTo>
                  <a:pt x="128159" y="63646"/>
                </a:lnTo>
                <a:close/>
                <a:moveTo>
                  <a:pt x="147272" y="61979"/>
                </a:moveTo>
                <a:lnTo>
                  <a:pt x="148940" y="63646"/>
                </a:lnTo>
                <a:lnTo>
                  <a:pt x="148940" y="65681"/>
                </a:lnTo>
                <a:lnTo>
                  <a:pt x="143236" y="65681"/>
                </a:lnTo>
                <a:lnTo>
                  <a:pt x="139500" y="61979"/>
                </a:lnTo>
                <a:lnTo>
                  <a:pt x="147272" y="61979"/>
                </a:lnTo>
                <a:close/>
                <a:moveTo>
                  <a:pt x="151442" y="64514"/>
                </a:moveTo>
                <a:lnTo>
                  <a:pt x="152743" y="64514"/>
                </a:lnTo>
                <a:lnTo>
                  <a:pt x="153543" y="65348"/>
                </a:lnTo>
                <a:lnTo>
                  <a:pt x="153543" y="67149"/>
                </a:lnTo>
                <a:lnTo>
                  <a:pt x="152309" y="65915"/>
                </a:lnTo>
                <a:lnTo>
                  <a:pt x="152042" y="65781"/>
                </a:lnTo>
                <a:lnTo>
                  <a:pt x="150141" y="65781"/>
                </a:lnTo>
                <a:close/>
                <a:moveTo>
                  <a:pt x="154344" y="65348"/>
                </a:moveTo>
                <a:lnTo>
                  <a:pt x="155178" y="64514"/>
                </a:lnTo>
                <a:lnTo>
                  <a:pt x="156479" y="64514"/>
                </a:lnTo>
                <a:lnTo>
                  <a:pt x="157746" y="65815"/>
                </a:lnTo>
                <a:lnTo>
                  <a:pt x="155845" y="65815"/>
                </a:lnTo>
                <a:lnTo>
                  <a:pt x="155578" y="65915"/>
                </a:lnTo>
                <a:lnTo>
                  <a:pt x="154344" y="67149"/>
                </a:lnTo>
                <a:close/>
                <a:moveTo>
                  <a:pt x="158947" y="63646"/>
                </a:moveTo>
                <a:lnTo>
                  <a:pt x="160649" y="61979"/>
                </a:lnTo>
                <a:lnTo>
                  <a:pt x="168387" y="61979"/>
                </a:lnTo>
                <a:lnTo>
                  <a:pt x="164651" y="65681"/>
                </a:lnTo>
                <a:lnTo>
                  <a:pt x="158947" y="65681"/>
                </a:lnTo>
                <a:lnTo>
                  <a:pt x="158947" y="63646"/>
                </a:lnTo>
                <a:close/>
                <a:moveTo>
                  <a:pt x="178061" y="61979"/>
                </a:moveTo>
                <a:lnTo>
                  <a:pt x="179729" y="63646"/>
                </a:lnTo>
                <a:lnTo>
                  <a:pt x="179729" y="65681"/>
                </a:lnTo>
                <a:lnTo>
                  <a:pt x="174025" y="65681"/>
                </a:lnTo>
                <a:lnTo>
                  <a:pt x="170289" y="61979"/>
                </a:lnTo>
                <a:lnTo>
                  <a:pt x="178061" y="61979"/>
                </a:lnTo>
                <a:close/>
                <a:moveTo>
                  <a:pt x="182231" y="64514"/>
                </a:moveTo>
                <a:lnTo>
                  <a:pt x="183532" y="64514"/>
                </a:lnTo>
                <a:lnTo>
                  <a:pt x="184332" y="65348"/>
                </a:lnTo>
                <a:lnTo>
                  <a:pt x="184332" y="67149"/>
                </a:lnTo>
                <a:lnTo>
                  <a:pt x="183098" y="65915"/>
                </a:lnTo>
                <a:lnTo>
                  <a:pt x="182831" y="65781"/>
                </a:lnTo>
                <a:lnTo>
                  <a:pt x="180930" y="65781"/>
                </a:lnTo>
                <a:close/>
                <a:moveTo>
                  <a:pt x="185133" y="65348"/>
                </a:moveTo>
                <a:lnTo>
                  <a:pt x="185967" y="64514"/>
                </a:lnTo>
                <a:lnTo>
                  <a:pt x="187268" y="64514"/>
                </a:lnTo>
                <a:lnTo>
                  <a:pt x="188535" y="65815"/>
                </a:lnTo>
                <a:lnTo>
                  <a:pt x="186667" y="65815"/>
                </a:lnTo>
                <a:lnTo>
                  <a:pt x="186367" y="65915"/>
                </a:lnTo>
                <a:lnTo>
                  <a:pt x="185133" y="67149"/>
                </a:lnTo>
                <a:close/>
                <a:moveTo>
                  <a:pt x="189736" y="63646"/>
                </a:moveTo>
                <a:lnTo>
                  <a:pt x="191437" y="61979"/>
                </a:lnTo>
                <a:lnTo>
                  <a:pt x="199176" y="61979"/>
                </a:lnTo>
                <a:lnTo>
                  <a:pt x="195473" y="65681"/>
                </a:lnTo>
                <a:lnTo>
                  <a:pt x="189736" y="65681"/>
                </a:lnTo>
                <a:lnTo>
                  <a:pt x="189736" y="63646"/>
                </a:lnTo>
                <a:close/>
                <a:moveTo>
                  <a:pt x="188869" y="56575"/>
                </a:moveTo>
                <a:lnTo>
                  <a:pt x="186801" y="56575"/>
                </a:lnTo>
                <a:lnTo>
                  <a:pt x="185133" y="54874"/>
                </a:lnTo>
                <a:lnTo>
                  <a:pt x="185133" y="47135"/>
                </a:lnTo>
                <a:lnTo>
                  <a:pt x="188869" y="50871"/>
                </a:lnTo>
                <a:lnTo>
                  <a:pt x="188869" y="56575"/>
                </a:lnTo>
                <a:close/>
                <a:moveTo>
                  <a:pt x="184332" y="54874"/>
                </a:moveTo>
                <a:lnTo>
                  <a:pt x="182664" y="56575"/>
                </a:lnTo>
                <a:lnTo>
                  <a:pt x="180629" y="56575"/>
                </a:lnTo>
                <a:lnTo>
                  <a:pt x="180629" y="50871"/>
                </a:lnTo>
                <a:lnTo>
                  <a:pt x="184332" y="47135"/>
                </a:lnTo>
                <a:lnTo>
                  <a:pt x="184332" y="54874"/>
                </a:lnTo>
                <a:close/>
                <a:moveTo>
                  <a:pt x="171723" y="51905"/>
                </a:moveTo>
                <a:lnTo>
                  <a:pt x="169755" y="53873"/>
                </a:lnTo>
                <a:lnTo>
                  <a:pt x="169755" y="52005"/>
                </a:lnTo>
                <a:lnTo>
                  <a:pt x="171156" y="50570"/>
                </a:lnTo>
                <a:lnTo>
                  <a:pt x="173157" y="50570"/>
                </a:lnTo>
                <a:lnTo>
                  <a:pt x="174492" y="51905"/>
                </a:lnTo>
                <a:close/>
                <a:moveTo>
                  <a:pt x="172957" y="47835"/>
                </a:moveTo>
                <a:lnTo>
                  <a:pt x="172957" y="49203"/>
                </a:lnTo>
                <a:lnTo>
                  <a:pt x="170289" y="46568"/>
                </a:lnTo>
                <a:lnTo>
                  <a:pt x="174025" y="46568"/>
                </a:lnTo>
                <a:lnTo>
                  <a:pt x="173057" y="47568"/>
                </a:lnTo>
                <a:close/>
                <a:moveTo>
                  <a:pt x="170289" y="45800"/>
                </a:moveTo>
                <a:lnTo>
                  <a:pt x="172957" y="43132"/>
                </a:lnTo>
                <a:lnTo>
                  <a:pt x="172957" y="44700"/>
                </a:lnTo>
                <a:lnTo>
                  <a:pt x="174025" y="45800"/>
                </a:lnTo>
                <a:lnTo>
                  <a:pt x="170289" y="45800"/>
                </a:lnTo>
                <a:close/>
                <a:moveTo>
                  <a:pt x="169755" y="45233"/>
                </a:moveTo>
                <a:lnTo>
                  <a:pt x="169755" y="41497"/>
                </a:lnTo>
                <a:lnTo>
                  <a:pt x="170722" y="42465"/>
                </a:lnTo>
                <a:lnTo>
                  <a:pt x="170989" y="42598"/>
                </a:lnTo>
                <a:lnTo>
                  <a:pt x="172390" y="42598"/>
                </a:lnTo>
                <a:close/>
                <a:moveTo>
                  <a:pt x="168954" y="45233"/>
                </a:moveTo>
                <a:lnTo>
                  <a:pt x="166319" y="42598"/>
                </a:lnTo>
                <a:lnTo>
                  <a:pt x="167687" y="42598"/>
                </a:lnTo>
                <a:lnTo>
                  <a:pt x="167854" y="42598"/>
                </a:lnTo>
                <a:lnTo>
                  <a:pt x="168954" y="41497"/>
                </a:lnTo>
                <a:close/>
                <a:moveTo>
                  <a:pt x="168954" y="47135"/>
                </a:moveTo>
                <a:lnTo>
                  <a:pt x="168954" y="50871"/>
                </a:lnTo>
                <a:lnTo>
                  <a:pt x="167854" y="49770"/>
                </a:lnTo>
                <a:lnTo>
                  <a:pt x="166319" y="49770"/>
                </a:lnTo>
                <a:close/>
                <a:moveTo>
                  <a:pt x="158047" y="56575"/>
                </a:moveTo>
                <a:lnTo>
                  <a:pt x="156012" y="56575"/>
                </a:lnTo>
                <a:lnTo>
                  <a:pt x="154344" y="54874"/>
                </a:lnTo>
                <a:lnTo>
                  <a:pt x="154344" y="47135"/>
                </a:lnTo>
                <a:lnTo>
                  <a:pt x="158047" y="50871"/>
                </a:lnTo>
                <a:lnTo>
                  <a:pt x="158047" y="56575"/>
                </a:lnTo>
                <a:close/>
                <a:moveTo>
                  <a:pt x="153543" y="54874"/>
                </a:moveTo>
                <a:lnTo>
                  <a:pt x="151876" y="56575"/>
                </a:lnTo>
                <a:lnTo>
                  <a:pt x="149841" y="56575"/>
                </a:lnTo>
                <a:lnTo>
                  <a:pt x="149841" y="50871"/>
                </a:lnTo>
                <a:lnTo>
                  <a:pt x="153543" y="47135"/>
                </a:lnTo>
                <a:lnTo>
                  <a:pt x="153543" y="54874"/>
                </a:lnTo>
                <a:close/>
                <a:moveTo>
                  <a:pt x="140901" y="51905"/>
                </a:moveTo>
                <a:lnTo>
                  <a:pt x="138933" y="53873"/>
                </a:lnTo>
                <a:lnTo>
                  <a:pt x="138933" y="52005"/>
                </a:lnTo>
                <a:lnTo>
                  <a:pt x="140367" y="50570"/>
                </a:lnTo>
                <a:lnTo>
                  <a:pt x="142369" y="50570"/>
                </a:lnTo>
                <a:lnTo>
                  <a:pt x="143703" y="51905"/>
                </a:lnTo>
                <a:close/>
                <a:moveTo>
                  <a:pt x="142135" y="47835"/>
                </a:moveTo>
                <a:lnTo>
                  <a:pt x="142135" y="49203"/>
                </a:lnTo>
                <a:lnTo>
                  <a:pt x="139500" y="46568"/>
                </a:lnTo>
                <a:lnTo>
                  <a:pt x="143236" y="46568"/>
                </a:lnTo>
                <a:lnTo>
                  <a:pt x="142269" y="47568"/>
                </a:lnTo>
                <a:close/>
                <a:moveTo>
                  <a:pt x="139500" y="45800"/>
                </a:moveTo>
                <a:lnTo>
                  <a:pt x="142135" y="43132"/>
                </a:lnTo>
                <a:lnTo>
                  <a:pt x="142135" y="44700"/>
                </a:lnTo>
                <a:lnTo>
                  <a:pt x="143236" y="45800"/>
                </a:lnTo>
                <a:lnTo>
                  <a:pt x="139500" y="45800"/>
                </a:lnTo>
                <a:close/>
                <a:moveTo>
                  <a:pt x="138933" y="45233"/>
                </a:moveTo>
                <a:lnTo>
                  <a:pt x="138933" y="41497"/>
                </a:lnTo>
                <a:lnTo>
                  <a:pt x="140034" y="42598"/>
                </a:lnTo>
                <a:lnTo>
                  <a:pt x="140201" y="42598"/>
                </a:lnTo>
                <a:lnTo>
                  <a:pt x="141602" y="42598"/>
                </a:lnTo>
                <a:close/>
                <a:moveTo>
                  <a:pt x="138166" y="45233"/>
                </a:moveTo>
                <a:lnTo>
                  <a:pt x="135531" y="42598"/>
                </a:lnTo>
                <a:lnTo>
                  <a:pt x="136898" y="42598"/>
                </a:lnTo>
                <a:lnTo>
                  <a:pt x="137165" y="42465"/>
                </a:lnTo>
                <a:lnTo>
                  <a:pt x="138166" y="41497"/>
                </a:lnTo>
                <a:lnTo>
                  <a:pt x="138166" y="45233"/>
                </a:lnTo>
                <a:close/>
                <a:moveTo>
                  <a:pt x="138166" y="47135"/>
                </a:moveTo>
                <a:lnTo>
                  <a:pt x="138166" y="50871"/>
                </a:lnTo>
                <a:lnTo>
                  <a:pt x="137165" y="49903"/>
                </a:lnTo>
                <a:lnTo>
                  <a:pt x="136898" y="49770"/>
                </a:lnTo>
                <a:lnTo>
                  <a:pt x="135531" y="49770"/>
                </a:lnTo>
                <a:close/>
                <a:moveTo>
                  <a:pt x="127258" y="56575"/>
                </a:moveTo>
                <a:lnTo>
                  <a:pt x="125223" y="56575"/>
                </a:lnTo>
                <a:lnTo>
                  <a:pt x="123555" y="54874"/>
                </a:lnTo>
                <a:lnTo>
                  <a:pt x="123555" y="47135"/>
                </a:lnTo>
                <a:lnTo>
                  <a:pt x="127258" y="50871"/>
                </a:lnTo>
                <a:close/>
                <a:moveTo>
                  <a:pt x="122755" y="54874"/>
                </a:moveTo>
                <a:lnTo>
                  <a:pt x="121087" y="56575"/>
                </a:lnTo>
                <a:lnTo>
                  <a:pt x="119052" y="56575"/>
                </a:lnTo>
                <a:lnTo>
                  <a:pt x="119052" y="50871"/>
                </a:lnTo>
                <a:lnTo>
                  <a:pt x="122755" y="47135"/>
                </a:lnTo>
                <a:close/>
                <a:moveTo>
                  <a:pt x="110112" y="51905"/>
                </a:moveTo>
                <a:lnTo>
                  <a:pt x="108144" y="53873"/>
                </a:lnTo>
                <a:lnTo>
                  <a:pt x="108144" y="52005"/>
                </a:lnTo>
                <a:lnTo>
                  <a:pt x="109579" y="50570"/>
                </a:lnTo>
                <a:lnTo>
                  <a:pt x="111580" y="50570"/>
                </a:lnTo>
                <a:lnTo>
                  <a:pt x="112914" y="51905"/>
                </a:lnTo>
                <a:close/>
                <a:moveTo>
                  <a:pt x="111347" y="47835"/>
                </a:moveTo>
                <a:lnTo>
                  <a:pt x="111347" y="49203"/>
                </a:lnTo>
                <a:lnTo>
                  <a:pt x="108711" y="46568"/>
                </a:lnTo>
                <a:lnTo>
                  <a:pt x="112447" y="46568"/>
                </a:lnTo>
                <a:lnTo>
                  <a:pt x="111480" y="47568"/>
                </a:lnTo>
                <a:close/>
                <a:moveTo>
                  <a:pt x="108711" y="45800"/>
                </a:moveTo>
                <a:lnTo>
                  <a:pt x="111347" y="43132"/>
                </a:lnTo>
                <a:lnTo>
                  <a:pt x="111347" y="44700"/>
                </a:lnTo>
                <a:lnTo>
                  <a:pt x="112447" y="45800"/>
                </a:lnTo>
                <a:lnTo>
                  <a:pt x="108711" y="45800"/>
                </a:lnTo>
                <a:close/>
                <a:moveTo>
                  <a:pt x="108144" y="45233"/>
                </a:moveTo>
                <a:lnTo>
                  <a:pt x="108144" y="41497"/>
                </a:lnTo>
                <a:lnTo>
                  <a:pt x="109145" y="42465"/>
                </a:lnTo>
                <a:lnTo>
                  <a:pt x="109412" y="42598"/>
                </a:lnTo>
                <a:lnTo>
                  <a:pt x="110813" y="42598"/>
                </a:lnTo>
                <a:close/>
                <a:moveTo>
                  <a:pt x="107377" y="45233"/>
                </a:moveTo>
                <a:lnTo>
                  <a:pt x="104709" y="42598"/>
                </a:lnTo>
                <a:lnTo>
                  <a:pt x="106110" y="42598"/>
                </a:lnTo>
                <a:lnTo>
                  <a:pt x="106276" y="42598"/>
                </a:lnTo>
                <a:lnTo>
                  <a:pt x="107377" y="41497"/>
                </a:lnTo>
                <a:lnTo>
                  <a:pt x="107377" y="45233"/>
                </a:lnTo>
                <a:close/>
                <a:moveTo>
                  <a:pt x="107377" y="47135"/>
                </a:moveTo>
                <a:lnTo>
                  <a:pt x="107377" y="50871"/>
                </a:lnTo>
                <a:lnTo>
                  <a:pt x="106276" y="49770"/>
                </a:lnTo>
                <a:lnTo>
                  <a:pt x="104709" y="49770"/>
                </a:lnTo>
                <a:close/>
                <a:moveTo>
                  <a:pt x="96469" y="56575"/>
                </a:moveTo>
                <a:lnTo>
                  <a:pt x="94435" y="56575"/>
                </a:lnTo>
                <a:lnTo>
                  <a:pt x="92767" y="54874"/>
                </a:lnTo>
                <a:lnTo>
                  <a:pt x="92767" y="47135"/>
                </a:lnTo>
                <a:lnTo>
                  <a:pt x="96469" y="50871"/>
                </a:lnTo>
                <a:close/>
                <a:moveTo>
                  <a:pt x="91966" y="54874"/>
                </a:moveTo>
                <a:lnTo>
                  <a:pt x="90298" y="56575"/>
                </a:lnTo>
                <a:lnTo>
                  <a:pt x="88264" y="56575"/>
                </a:lnTo>
                <a:lnTo>
                  <a:pt x="88264" y="50871"/>
                </a:lnTo>
                <a:lnTo>
                  <a:pt x="91966" y="47135"/>
                </a:lnTo>
                <a:close/>
                <a:moveTo>
                  <a:pt x="79324" y="51905"/>
                </a:moveTo>
                <a:lnTo>
                  <a:pt x="77356" y="53873"/>
                </a:lnTo>
                <a:lnTo>
                  <a:pt x="77356" y="52005"/>
                </a:lnTo>
                <a:lnTo>
                  <a:pt x="78790" y="50570"/>
                </a:lnTo>
                <a:lnTo>
                  <a:pt x="80792" y="50570"/>
                </a:lnTo>
                <a:lnTo>
                  <a:pt x="82126" y="51905"/>
                </a:lnTo>
                <a:close/>
                <a:moveTo>
                  <a:pt x="80558" y="47835"/>
                </a:moveTo>
                <a:lnTo>
                  <a:pt x="80558" y="49203"/>
                </a:lnTo>
                <a:lnTo>
                  <a:pt x="77923" y="46568"/>
                </a:lnTo>
                <a:lnTo>
                  <a:pt x="81659" y="46568"/>
                </a:lnTo>
                <a:lnTo>
                  <a:pt x="80691" y="47568"/>
                </a:lnTo>
                <a:close/>
                <a:moveTo>
                  <a:pt x="77923" y="45800"/>
                </a:moveTo>
                <a:lnTo>
                  <a:pt x="80558" y="43132"/>
                </a:lnTo>
                <a:lnTo>
                  <a:pt x="80558" y="44700"/>
                </a:lnTo>
                <a:lnTo>
                  <a:pt x="81659" y="45800"/>
                </a:lnTo>
                <a:lnTo>
                  <a:pt x="77923" y="45800"/>
                </a:lnTo>
                <a:close/>
                <a:moveTo>
                  <a:pt x="77356" y="45233"/>
                </a:moveTo>
                <a:lnTo>
                  <a:pt x="77356" y="41497"/>
                </a:lnTo>
                <a:lnTo>
                  <a:pt x="78457" y="42598"/>
                </a:lnTo>
                <a:lnTo>
                  <a:pt x="78623" y="42598"/>
                </a:lnTo>
                <a:lnTo>
                  <a:pt x="79991" y="42598"/>
                </a:lnTo>
                <a:close/>
                <a:moveTo>
                  <a:pt x="76589" y="45233"/>
                </a:moveTo>
                <a:lnTo>
                  <a:pt x="73920" y="42598"/>
                </a:lnTo>
                <a:lnTo>
                  <a:pt x="75321" y="42598"/>
                </a:lnTo>
                <a:lnTo>
                  <a:pt x="75588" y="42465"/>
                </a:lnTo>
                <a:lnTo>
                  <a:pt x="76555" y="41497"/>
                </a:lnTo>
                <a:lnTo>
                  <a:pt x="76555" y="45233"/>
                </a:lnTo>
                <a:close/>
                <a:moveTo>
                  <a:pt x="76589" y="47135"/>
                </a:moveTo>
                <a:lnTo>
                  <a:pt x="76589" y="50871"/>
                </a:lnTo>
                <a:lnTo>
                  <a:pt x="75588" y="49903"/>
                </a:lnTo>
                <a:lnTo>
                  <a:pt x="75321" y="49770"/>
                </a:lnTo>
                <a:lnTo>
                  <a:pt x="73920" y="49770"/>
                </a:lnTo>
                <a:close/>
                <a:moveTo>
                  <a:pt x="65681" y="56575"/>
                </a:moveTo>
                <a:lnTo>
                  <a:pt x="63646" y="56575"/>
                </a:lnTo>
                <a:lnTo>
                  <a:pt x="61978" y="54874"/>
                </a:lnTo>
                <a:lnTo>
                  <a:pt x="61978" y="47135"/>
                </a:lnTo>
                <a:lnTo>
                  <a:pt x="65681" y="50871"/>
                </a:lnTo>
                <a:close/>
                <a:moveTo>
                  <a:pt x="61178" y="54874"/>
                </a:moveTo>
                <a:lnTo>
                  <a:pt x="59510" y="56575"/>
                </a:lnTo>
                <a:lnTo>
                  <a:pt x="57475" y="56575"/>
                </a:lnTo>
                <a:lnTo>
                  <a:pt x="57475" y="50871"/>
                </a:lnTo>
                <a:lnTo>
                  <a:pt x="61178" y="47135"/>
                </a:lnTo>
                <a:close/>
                <a:moveTo>
                  <a:pt x="48535" y="51905"/>
                </a:moveTo>
                <a:lnTo>
                  <a:pt x="46567" y="53873"/>
                </a:lnTo>
                <a:lnTo>
                  <a:pt x="46567" y="52005"/>
                </a:lnTo>
                <a:lnTo>
                  <a:pt x="48001" y="50570"/>
                </a:lnTo>
                <a:lnTo>
                  <a:pt x="50003" y="50570"/>
                </a:lnTo>
                <a:lnTo>
                  <a:pt x="51337" y="51905"/>
                </a:lnTo>
                <a:close/>
                <a:moveTo>
                  <a:pt x="46567" y="47135"/>
                </a:moveTo>
                <a:lnTo>
                  <a:pt x="49202" y="49770"/>
                </a:lnTo>
                <a:lnTo>
                  <a:pt x="47835" y="49770"/>
                </a:lnTo>
                <a:lnTo>
                  <a:pt x="47568" y="49903"/>
                </a:lnTo>
                <a:lnTo>
                  <a:pt x="46567" y="50871"/>
                </a:lnTo>
                <a:lnTo>
                  <a:pt x="46567" y="47135"/>
                </a:lnTo>
                <a:close/>
                <a:moveTo>
                  <a:pt x="49769" y="47835"/>
                </a:moveTo>
                <a:lnTo>
                  <a:pt x="49769" y="49203"/>
                </a:lnTo>
                <a:lnTo>
                  <a:pt x="47134" y="46568"/>
                </a:lnTo>
                <a:lnTo>
                  <a:pt x="50870" y="46568"/>
                </a:lnTo>
                <a:lnTo>
                  <a:pt x="49903" y="47568"/>
                </a:lnTo>
                <a:close/>
                <a:moveTo>
                  <a:pt x="47134" y="45800"/>
                </a:moveTo>
                <a:lnTo>
                  <a:pt x="49769" y="43132"/>
                </a:lnTo>
                <a:lnTo>
                  <a:pt x="49769" y="44700"/>
                </a:lnTo>
                <a:lnTo>
                  <a:pt x="50870" y="45800"/>
                </a:lnTo>
                <a:lnTo>
                  <a:pt x="47134" y="45800"/>
                </a:lnTo>
                <a:close/>
                <a:moveTo>
                  <a:pt x="46567" y="45233"/>
                </a:moveTo>
                <a:lnTo>
                  <a:pt x="46567" y="41497"/>
                </a:lnTo>
                <a:lnTo>
                  <a:pt x="47534" y="42465"/>
                </a:lnTo>
                <a:lnTo>
                  <a:pt x="47835" y="42598"/>
                </a:lnTo>
                <a:lnTo>
                  <a:pt x="49202" y="42598"/>
                </a:lnTo>
                <a:close/>
                <a:moveTo>
                  <a:pt x="45767" y="45233"/>
                </a:moveTo>
                <a:lnTo>
                  <a:pt x="43131" y="42598"/>
                </a:lnTo>
                <a:lnTo>
                  <a:pt x="44532" y="42598"/>
                </a:lnTo>
                <a:lnTo>
                  <a:pt x="44699" y="42598"/>
                </a:lnTo>
                <a:lnTo>
                  <a:pt x="45767" y="41497"/>
                </a:lnTo>
                <a:close/>
                <a:moveTo>
                  <a:pt x="45767" y="47135"/>
                </a:moveTo>
                <a:lnTo>
                  <a:pt x="45767" y="50871"/>
                </a:lnTo>
                <a:lnTo>
                  <a:pt x="44699" y="49770"/>
                </a:lnTo>
                <a:lnTo>
                  <a:pt x="43131" y="49770"/>
                </a:lnTo>
                <a:close/>
                <a:moveTo>
                  <a:pt x="45767" y="76022"/>
                </a:moveTo>
                <a:lnTo>
                  <a:pt x="43131" y="73387"/>
                </a:lnTo>
                <a:lnTo>
                  <a:pt x="44699" y="73387"/>
                </a:lnTo>
                <a:lnTo>
                  <a:pt x="45767" y="72286"/>
                </a:lnTo>
                <a:close/>
                <a:moveTo>
                  <a:pt x="43798" y="71285"/>
                </a:moveTo>
                <a:lnTo>
                  <a:pt x="45767" y="69317"/>
                </a:lnTo>
                <a:lnTo>
                  <a:pt x="45767" y="71152"/>
                </a:lnTo>
                <a:lnTo>
                  <a:pt x="44366" y="72586"/>
                </a:lnTo>
                <a:lnTo>
                  <a:pt x="42364" y="72586"/>
                </a:lnTo>
                <a:lnTo>
                  <a:pt x="41030" y="71285"/>
                </a:lnTo>
                <a:close/>
                <a:moveTo>
                  <a:pt x="42564" y="75321"/>
                </a:moveTo>
                <a:lnTo>
                  <a:pt x="42564" y="73954"/>
                </a:lnTo>
                <a:lnTo>
                  <a:pt x="45233" y="76589"/>
                </a:lnTo>
                <a:lnTo>
                  <a:pt x="41497" y="76589"/>
                </a:lnTo>
                <a:lnTo>
                  <a:pt x="42464" y="75588"/>
                </a:lnTo>
                <a:close/>
                <a:moveTo>
                  <a:pt x="45233" y="77356"/>
                </a:moveTo>
                <a:lnTo>
                  <a:pt x="42564" y="80025"/>
                </a:lnTo>
                <a:lnTo>
                  <a:pt x="42564" y="78457"/>
                </a:lnTo>
                <a:lnTo>
                  <a:pt x="41497" y="77356"/>
                </a:lnTo>
                <a:close/>
                <a:moveTo>
                  <a:pt x="45767" y="77923"/>
                </a:moveTo>
                <a:lnTo>
                  <a:pt x="45767" y="81659"/>
                </a:lnTo>
                <a:lnTo>
                  <a:pt x="44699" y="80559"/>
                </a:lnTo>
                <a:lnTo>
                  <a:pt x="44532" y="80559"/>
                </a:lnTo>
                <a:lnTo>
                  <a:pt x="43131" y="80559"/>
                </a:lnTo>
                <a:close/>
                <a:moveTo>
                  <a:pt x="46567" y="77923"/>
                </a:moveTo>
                <a:lnTo>
                  <a:pt x="49202" y="80559"/>
                </a:lnTo>
                <a:lnTo>
                  <a:pt x="47835" y="80559"/>
                </a:lnTo>
                <a:lnTo>
                  <a:pt x="47568" y="80692"/>
                </a:lnTo>
                <a:lnTo>
                  <a:pt x="46567" y="81659"/>
                </a:lnTo>
                <a:lnTo>
                  <a:pt x="46567" y="77923"/>
                </a:lnTo>
                <a:close/>
                <a:moveTo>
                  <a:pt x="46567" y="76022"/>
                </a:moveTo>
                <a:lnTo>
                  <a:pt x="46567" y="72286"/>
                </a:lnTo>
                <a:lnTo>
                  <a:pt x="47534" y="73253"/>
                </a:lnTo>
                <a:lnTo>
                  <a:pt x="47835" y="73387"/>
                </a:lnTo>
                <a:lnTo>
                  <a:pt x="49202" y="73387"/>
                </a:lnTo>
                <a:close/>
                <a:moveTo>
                  <a:pt x="57475" y="66582"/>
                </a:moveTo>
                <a:lnTo>
                  <a:pt x="59510" y="66582"/>
                </a:lnTo>
                <a:lnTo>
                  <a:pt x="61178" y="68283"/>
                </a:lnTo>
                <a:lnTo>
                  <a:pt x="61178" y="76022"/>
                </a:lnTo>
                <a:lnTo>
                  <a:pt x="57475" y="72286"/>
                </a:lnTo>
                <a:close/>
                <a:moveTo>
                  <a:pt x="61978" y="68283"/>
                </a:moveTo>
                <a:lnTo>
                  <a:pt x="63646" y="66582"/>
                </a:lnTo>
                <a:lnTo>
                  <a:pt x="65681" y="66582"/>
                </a:lnTo>
                <a:lnTo>
                  <a:pt x="65681" y="72286"/>
                </a:lnTo>
                <a:lnTo>
                  <a:pt x="61978" y="76022"/>
                </a:lnTo>
                <a:close/>
                <a:moveTo>
                  <a:pt x="74620" y="71285"/>
                </a:moveTo>
                <a:lnTo>
                  <a:pt x="76589" y="69317"/>
                </a:lnTo>
                <a:lnTo>
                  <a:pt x="76589" y="71152"/>
                </a:lnTo>
                <a:lnTo>
                  <a:pt x="75154" y="72586"/>
                </a:lnTo>
                <a:lnTo>
                  <a:pt x="73153" y="72586"/>
                </a:lnTo>
                <a:lnTo>
                  <a:pt x="71818" y="71285"/>
                </a:lnTo>
                <a:close/>
                <a:moveTo>
                  <a:pt x="73386" y="75321"/>
                </a:moveTo>
                <a:lnTo>
                  <a:pt x="73386" y="73954"/>
                </a:lnTo>
                <a:lnTo>
                  <a:pt x="76021" y="76589"/>
                </a:lnTo>
                <a:lnTo>
                  <a:pt x="72285" y="76589"/>
                </a:lnTo>
                <a:lnTo>
                  <a:pt x="73253" y="75588"/>
                </a:lnTo>
                <a:close/>
                <a:moveTo>
                  <a:pt x="76021" y="77356"/>
                </a:moveTo>
                <a:lnTo>
                  <a:pt x="73386" y="80025"/>
                </a:lnTo>
                <a:lnTo>
                  <a:pt x="73386" y="78457"/>
                </a:lnTo>
                <a:lnTo>
                  <a:pt x="72285" y="77356"/>
                </a:lnTo>
                <a:close/>
                <a:moveTo>
                  <a:pt x="76589" y="77923"/>
                </a:moveTo>
                <a:lnTo>
                  <a:pt x="76589" y="81659"/>
                </a:lnTo>
                <a:lnTo>
                  <a:pt x="75588" y="80692"/>
                </a:lnTo>
                <a:lnTo>
                  <a:pt x="75321" y="80559"/>
                </a:lnTo>
                <a:lnTo>
                  <a:pt x="73920" y="80559"/>
                </a:lnTo>
                <a:close/>
                <a:moveTo>
                  <a:pt x="77356" y="77923"/>
                </a:moveTo>
                <a:lnTo>
                  <a:pt x="80024" y="80559"/>
                </a:lnTo>
                <a:lnTo>
                  <a:pt x="78623" y="80559"/>
                </a:lnTo>
                <a:lnTo>
                  <a:pt x="78457" y="80559"/>
                </a:lnTo>
                <a:lnTo>
                  <a:pt x="77356" y="81659"/>
                </a:lnTo>
                <a:lnTo>
                  <a:pt x="77356" y="77923"/>
                </a:lnTo>
                <a:close/>
                <a:moveTo>
                  <a:pt x="77356" y="76022"/>
                </a:moveTo>
                <a:lnTo>
                  <a:pt x="77356" y="72286"/>
                </a:lnTo>
                <a:lnTo>
                  <a:pt x="78457" y="73387"/>
                </a:lnTo>
                <a:lnTo>
                  <a:pt x="80024" y="73387"/>
                </a:lnTo>
                <a:close/>
                <a:moveTo>
                  <a:pt x="88264" y="66582"/>
                </a:moveTo>
                <a:lnTo>
                  <a:pt x="90298" y="66582"/>
                </a:lnTo>
                <a:lnTo>
                  <a:pt x="91966" y="68283"/>
                </a:lnTo>
                <a:lnTo>
                  <a:pt x="91966" y="76022"/>
                </a:lnTo>
                <a:lnTo>
                  <a:pt x="88264" y="72286"/>
                </a:lnTo>
                <a:close/>
                <a:moveTo>
                  <a:pt x="92767" y="68283"/>
                </a:moveTo>
                <a:lnTo>
                  <a:pt x="94435" y="66582"/>
                </a:lnTo>
                <a:lnTo>
                  <a:pt x="96469" y="66582"/>
                </a:lnTo>
                <a:lnTo>
                  <a:pt x="96469" y="72286"/>
                </a:lnTo>
                <a:lnTo>
                  <a:pt x="92767" y="76022"/>
                </a:lnTo>
                <a:close/>
                <a:moveTo>
                  <a:pt x="105409" y="71285"/>
                </a:moveTo>
                <a:lnTo>
                  <a:pt x="107377" y="69317"/>
                </a:lnTo>
                <a:lnTo>
                  <a:pt x="107377" y="71152"/>
                </a:lnTo>
                <a:lnTo>
                  <a:pt x="105943" y="72586"/>
                </a:lnTo>
                <a:lnTo>
                  <a:pt x="103941" y="72586"/>
                </a:lnTo>
                <a:lnTo>
                  <a:pt x="102607" y="71285"/>
                </a:lnTo>
                <a:close/>
                <a:moveTo>
                  <a:pt x="104175" y="75321"/>
                </a:moveTo>
                <a:lnTo>
                  <a:pt x="104175" y="73954"/>
                </a:lnTo>
                <a:lnTo>
                  <a:pt x="106810" y="76589"/>
                </a:lnTo>
                <a:lnTo>
                  <a:pt x="103074" y="76589"/>
                </a:lnTo>
                <a:lnTo>
                  <a:pt x="104041" y="75588"/>
                </a:lnTo>
                <a:close/>
                <a:moveTo>
                  <a:pt x="106810" y="77356"/>
                </a:moveTo>
                <a:lnTo>
                  <a:pt x="104175" y="80025"/>
                </a:lnTo>
                <a:lnTo>
                  <a:pt x="104175" y="78457"/>
                </a:lnTo>
                <a:lnTo>
                  <a:pt x="103074" y="77356"/>
                </a:lnTo>
                <a:close/>
                <a:moveTo>
                  <a:pt x="107377" y="77923"/>
                </a:moveTo>
                <a:lnTo>
                  <a:pt x="107377" y="81659"/>
                </a:lnTo>
                <a:lnTo>
                  <a:pt x="106276" y="80559"/>
                </a:lnTo>
                <a:lnTo>
                  <a:pt x="106110" y="80559"/>
                </a:lnTo>
                <a:lnTo>
                  <a:pt x="104709" y="80559"/>
                </a:lnTo>
                <a:close/>
                <a:moveTo>
                  <a:pt x="108144" y="77923"/>
                </a:moveTo>
                <a:lnTo>
                  <a:pt x="110813" y="80559"/>
                </a:lnTo>
                <a:lnTo>
                  <a:pt x="109412" y="80559"/>
                </a:lnTo>
                <a:lnTo>
                  <a:pt x="109145" y="80692"/>
                </a:lnTo>
                <a:lnTo>
                  <a:pt x="108144" y="81659"/>
                </a:lnTo>
                <a:lnTo>
                  <a:pt x="108144" y="77923"/>
                </a:lnTo>
                <a:close/>
                <a:moveTo>
                  <a:pt x="108144" y="76022"/>
                </a:moveTo>
                <a:lnTo>
                  <a:pt x="108144" y="72286"/>
                </a:lnTo>
                <a:lnTo>
                  <a:pt x="109145" y="73253"/>
                </a:lnTo>
                <a:lnTo>
                  <a:pt x="109412" y="73387"/>
                </a:lnTo>
                <a:lnTo>
                  <a:pt x="110813" y="73387"/>
                </a:lnTo>
                <a:close/>
                <a:moveTo>
                  <a:pt x="119052" y="66582"/>
                </a:moveTo>
                <a:lnTo>
                  <a:pt x="121087" y="66582"/>
                </a:lnTo>
                <a:lnTo>
                  <a:pt x="122755" y="68283"/>
                </a:lnTo>
                <a:lnTo>
                  <a:pt x="122755" y="76022"/>
                </a:lnTo>
                <a:lnTo>
                  <a:pt x="119052" y="72286"/>
                </a:lnTo>
                <a:close/>
                <a:moveTo>
                  <a:pt x="123555" y="68283"/>
                </a:moveTo>
                <a:lnTo>
                  <a:pt x="125223" y="66582"/>
                </a:lnTo>
                <a:lnTo>
                  <a:pt x="127258" y="66582"/>
                </a:lnTo>
                <a:lnTo>
                  <a:pt x="127258" y="72286"/>
                </a:lnTo>
                <a:lnTo>
                  <a:pt x="123555" y="76022"/>
                </a:lnTo>
                <a:lnTo>
                  <a:pt x="123555" y="68283"/>
                </a:lnTo>
                <a:close/>
                <a:moveTo>
                  <a:pt x="136198" y="71285"/>
                </a:moveTo>
                <a:lnTo>
                  <a:pt x="138166" y="69317"/>
                </a:lnTo>
                <a:lnTo>
                  <a:pt x="138166" y="71152"/>
                </a:lnTo>
                <a:lnTo>
                  <a:pt x="136731" y="72586"/>
                </a:lnTo>
                <a:lnTo>
                  <a:pt x="134730" y="72586"/>
                </a:lnTo>
                <a:lnTo>
                  <a:pt x="133396" y="71285"/>
                </a:lnTo>
                <a:close/>
                <a:moveTo>
                  <a:pt x="134964" y="75321"/>
                </a:moveTo>
                <a:lnTo>
                  <a:pt x="134964" y="73954"/>
                </a:lnTo>
                <a:lnTo>
                  <a:pt x="137599" y="76589"/>
                </a:lnTo>
                <a:lnTo>
                  <a:pt x="133863" y="76589"/>
                </a:lnTo>
                <a:lnTo>
                  <a:pt x="134830" y="75588"/>
                </a:lnTo>
                <a:close/>
                <a:moveTo>
                  <a:pt x="137599" y="77356"/>
                </a:moveTo>
                <a:lnTo>
                  <a:pt x="134964" y="80025"/>
                </a:lnTo>
                <a:lnTo>
                  <a:pt x="134964" y="78457"/>
                </a:lnTo>
                <a:lnTo>
                  <a:pt x="133863" y="77356"/>
                </a:lnTo>
                <a:close/>
                <a:moveTo>
                  <a:pt x="138166" y="77923"/>
                </a:moveTo>
                <a:lnTo>
                  <a:pt x="138166" y="81659"/>
                </a:lnTo>
                <a:lnTo>
                  <a:pt x="137165" y="80692"/>
                </a:lnTo>
                <a:lnTo>
                  <a:pt x="136898" y="80559"/>
                </a:lnTo>
                <a:lnTo>
                  <a:pt x="135531" y="80559"/>
                </a:lnTo>
                <a:close/>
                <a:moveTo>
                  <a:pt x="138933" y="77923"/>
                </a:moveTo>
                <a:lnTo>
                  <a:pt x="141602" y="80559"/>
                </a:lnTo>
                <a:lnTo>
                  <a:pt x="140201" y="80559"/>
                </a:lnTo>
                <a:lnTo>
                  <a:pt x="140034" y="80559"/>
                </a:lnTo>
                <a:lnTo>
                  <a:pt x="138933" y="81659"/>
                </a:lnTo>
                <a:close/>
                <a:moveTo>
                  <a:pt x="138933" y="76022"/>
                </a:moveTo>
                <a:lnTo>
                  <a:pt x="138933" y="72286"/>
                </a:lnTo>
                <a:lnTo>
                  <a:pt x="140034" y="73387"/>
                </a:lnTo>
                <a:lnTo>
                  <a:pt x="141602" y="73387"/>
                </a:lnTo>
                <a:close/>
                <a:moveTo>
                  <a:pt x="149841" y="66582"/>
                </a:moveTo>
                <a:lnTo>
                  <a:pt x="151876" y="66582"/>
                </a:lnTo>
                <a:lnTo>
                  <a:pt x="153543" y="68283"/>
                </a:lnTo>
                <a:lnTo>
                  <a:pt x="153543" y="76022"/>
                </a:lnTo>
                <a:lnTo>
                  <a:pt x="149841" y="72286"/>
                </a:lnTo>
                <a:lnTo>
                  <a:pt x="149841" y="66582"/>
                </a:lnTo>
                <a:close/>
                <a:moveTo>
                  <a:pt x="154344" y="68283"/>
                </a:moveTo>
                <a:lnTo>
                  <a:pt x="156012" y="66582"/>
                </a:lnTo>
                <a:lnTo>
                  <a:pt x="158047" y="66582"/>
                </a:lnTo>
                <a:lnTo>
                  <a:pt x="158047" y="72286"/>
                </a:lnTo>
                <a:lnTo>
                  <a:pt x="154344" y="76022"/>
                </a:lnTo>
                <a:lnTo>
                  <a:pt x="154344" y="68283"/>
                </a:lnTo>
                <a:close/>
                <a:moveTo>
                  <a:pt x="166986" y="71285"/>
                </a:moveTo>
                <a:lnTo>
                  <a:pt x="168954" y="69317"/>
                </a:lnTo>
                <a:lnTo>
                  <a:pt x="168954" y="71152"/>
                </a:lnTo>
                <a:lnTo>
                  <a:pt x="167520" y="72586"/>
                </a:lnTo>
                <a:lnTo>
                  <a:pt x="165519" y="72586"/>
                </a:lnTo>
                <a:lnTo>
                  <a:pt x="164184" y="71285"/>
                </a:lnTo>
                <a:close/>
                <a:moveTo>
                  <a:pt x="165752" y="75321"/>
                </a:moveTo>
                <a:lnTo>
                  <a:pt x="165752" y="73954"/>
                </a:lnTo>
                <a:lnTo>
                  <a:pt x="168387" y="76589"/>
                </a:lnTo>
                <a:lnTo>
                  <a:pt x="164651" y="76589"/>
                </a:lnTo>
                <a:lnTo>
                  <a:pt x="165619" y="75588"/>
                </a:lnTo>
                <a:close/>
                <a:moveTo>
                  <a:pt x="168387" y="77356"/>
                </a:moveTo>
                <a:lnTo>
                  <a:pt x="165752" y="80025"/>
                </a:lnTo>
                <a:lnTo>
                  <a:pt x="165752" y="78457"/>
                </a:lnTo>
                <a:lnTo>
                  <a:pt x="164651" y="77356"/>
                </a:lnTo>
                <a:close/>
                <a:moveTo>
                  <a:pt x="168954" y="77923"/>
                </a:moveTo>
                <a:lnTo>
                  <a:pt x="168954" y="81659"/>
                </a:lnTo>
                <a:lnTo>
                  <a:pt x="167854" y="80559"/>
                </a:lnTo>
                <a:lnTo>
                  <a:pt x="167687" y="80559"/>
                </a:lnTo>
                <a:lnTo>
                  <a:pt x="166319" y="80559"/>
                </a:lnTo>
                <a:close/>
                <a:moveTo>
                  <a:pt x="169755" y="77923"/>
                </a:moveTo>
                <a:lnTo>
                  <a:pt x="172390" y="80559"/>
                </a:lnTo>
                <a:lnTo>
                  <a:pt x="170989" y="80559"/>
                </a:lnTo>
                <a:lnTo>
                  <a:pt x="170722" y="80692"/>
                </a:lnTo>
                <a:lnTo>
                  <a:pt x="169755" y="81659"/>
                </a:lnTo>
                <a:lnTo>
                  <a:pt x="169755" y="77923"/>
                </a:lnTo>
                <a:close/>
                <a:moveTo>
                  <a:pt x="169755" y="76022"/>
                </a:moveTo>
                <a:lnTo>
                  <a:pt x="169755" y="72286"/>
                </a:lnTo>
                <a:lnTo>
                  <a:pt x="170722" y="73253"/>
                </a:lnTo>
                <a:lnTo>
                  <a:pt x="170989" y="73387"/>
                </a:lnTo>
                <a:lnTo>
                  <a:pt x="172390" y="73387"/>
                </a:lnTo>
                <a:close/>
                <a:moveTo>
                  <a:pt x="180629" y="66582"/>
                </a:moveTo>
                <a:lnTo>
                  <a:pt x="182664" y="66582"/>
                </a:lnTo>
                <a:lnTo>
                  <a:pt x="184332" y="68283"/>
                </a:lnTo>
                <a:lnTo>
                  <a:pt x="184332" y="76022"/>
                </a:lnTo>
                <a:lnTo>
                  <a:pt x="180629" y="72286"/>
                </a:lnTo>
                <a:lnTo>
                  <a:pt x="180629" y="66582"/>
                </a:lnTo>
                <a:close/>
                <a:moveTo>
                  <a:pt x="185133" y="68283"/>
                </a:moveTo>
                <a:lnTo>
                  <a:pt x="186801" y="66582"/>
                </a:lnTo>
                <a:lnTo>
                  <a:pt x="188835" y="66582"/>
                </a:lnTo>
                <a:lnTo>
                  <a:pt x="188835" y="72286"/>
                </a:lnTo>
                <a:lnTo>
                  <a:pt x="185133" y="76022"/>
                </a:lnTo>
                <a:lnTo>
                  <a:pt x="185133" y="68283"/>
                </a:lnTo>
                <a:close/>
                <a:moveTo>
                  <a:pt x="197775" y="71285"/>
                </a:moveTo>
                <a:lnTo>
                  <a:pt x="199743" y="69317"/>
                </a:lnTo>
                <a:lnTo>
                  <a:pt x="199743" y="71152"/>
                </a:lnTo>
                <a:lnTo>
                  <a:pt x="198309" y="72586"/>
                </a:lnTo>
                <a:lnTo>
                  <a:pt x="196307" y="72586"/>
                </a:lnTo>
                <a:lnTo>
                  <a:pt x="194973" y="71285"/>
                </a:lnTo>
                <a:close/>
                <a:moveTo>
                  <a:pt x="199743" y="76022"/>
                </a:moveTo>
                <a:lnTo>
                  <a:pt x="197108" y="73387"/>
                </a:lnTo>
                <a:lnTo>
                  <a:pt x="198476" y="73387"/>
                </a:lnTo>
                <a:lnTo>
                  <a:pt x="198776" y="73253"/>
                </a:lnTo>
                <a:lnTo>
                  <a:pt x="199743" y="72286"/>
                </a:lnTo>
                <a:lnTo>
                  <a:pt x="199743" y="76022"/>
                </a:lnTo>
                <a:close/>
                <a:moveTo>
                  <a:pt x="196541" y="75321"/>
                </a:moveTo>
                <a:lnTo>
                  <a:pt x="196541" y="73954"/>
                </a:lnTo>
                <a:lnTo>
                  <a:pt x="199176" y="76589"/>
                </a:lnTo>
                <a:lnTo>
                  <a:pt x="195440" y="76589"/>
                </a:lnTo>
                <a:lnTo>
                  <a:pt x="196407" y="75588"/>
                </a:lnTo>
                <a:close/>
                <a:moveTo>
                  <a:pt x="199176" y="77356"/>
                </a:moveTo>
                <a:lnTo>
                  <a:pt x="196541" y="80025"/>
                </a:lnTo>
                <a:lnTo>
                  <a:pt x="196541" y="78457"/>
                </a:lnTo>
                <a:lnTo>
                  <a:pt x="195440" y="77356"/>
                </a:lnTo>
                <a:close/>
                <a:moveTo>
                  <a:pt x="199743" y="77923"/>
                </a:moveTo>
                <a:lnTo>
                  <a:pt x="199743" y="81659"/>
                </a:lnTo>
                <a:lnTo>
                  <a:pt x="198776" y="80692"/>
                </a:lnTo>
                <a:lnTo>
                  <a:pt x="198476" y="80559"/>
                </a:lnTo>
                <a:lnTo>
                  <a:pt x="197108" y="80559"/>
                </a:lnTo>
                <a:close/>
                <a:moveTo>
                  <a:pt x="200544" y="77923"/>
                </a:moveTo>
                <a:lnTo>
                  <a:pt x="203179" y="80559"/>
                </a:lnTo>
                <a:lnTo>
                  <a:pt x="201778" y="80559"/>
                </a:lnTo>
                <a:lnTo>
                  <a:pt x="201644" y="80559"/>
                </a:lnTo>
                <a:lnTo>
                  <a:pt x="200544" y="81659"/>
                </a:lnTo>
                <a:close/>
                <a:moveTo>
                  <a:pt x="200544" y="76022"/>
                </a:moveTo>
                <a:lnTo>
                  <a:pt x="200544" y="72286"/>
                </a:lnTo>
                <a:lnTo>
                  <a:pt x="201644" y="73387"/>
                </a:lnTo>
                <a:lnTo>
                  <a:pt x="203179" y="73387"/>
                </a:lnTo>
                <a:close/>
                <a:moveTo>
                  <a:pt x="200544" y="54974"/>
                </a:moveTo>
                <a:lnTo>
                  <a:pt x="202812" y="52672"/>
                </a:lnTo>
                <a:lnTo>
                  <a:pt x="206081" y="52672"/>
                </a:lnTo>
                <a:lnTo>
                  <a:pt x="207749" y="54373"/>
                </a:lnTo>
                <a:lnTo>
                  <a:pt x="203679" y="54373"/>
                </a:lnTo>
                <a:lnTo>
                  <a:pt x="203412" y="54473"/>
                </a:lnTo>
                <a:lnTo>
                  <a:pt x="200544" y="57342"/>
                </a:lnTo>
                <a:close/>
                <a:moveTo>
                  <a:pt x="205848" y="51338"/>
                </a:moveTo>
                <a:lnTo>
                  <a:pt x="204513" y="50003"/>
                </a:lnTo>
                <a:lnTo>
                  <a:pt x="204513" y="48002"/>
                </a:lnTo>
                <a:lnTo>
                  <a:pt x="205948" y="46568"/>
                </a:lnTo>
                <a:lnTo>
                  <a:pt x="207816" y="46568"/>
                </a:lnTo>
                <a:lnTo>
                  <a:pt x="205848" y="48536"/>
                </a:lnTo>
                <a:close/>
                <a:moveTo>
                  <a:pt x="205948" y="45800"/>
                </a:moveTo>
                <a:lnTo>
                  <a:pt x="204513" y="44366"/>
                </a:lnTo>
                <a:lnTo>
                  <a:pt x="204513" y="42365"/>
                </a:lnTo>
                <a:lnTo>
                  <a:pt x="205848" y="41030"/>
                </a:lnTo>
                <a:lnTo>
                  <a:pt x="205848" y="43832"/>
                </a:lnTo>
                <a:lnTo>
                  <a:pt x="207816" y="45800"/>
                </a:lnTo>
                <a:lnTo>
                  <a:pt x="205948" y="45800"/>
                </a:lnTo>
                <a:close/>
                <a:moveTo>
                  <a:pt x="203979" y="41797"/>
                </a:moveTo>
                <a:lnTo>
                  <a:pt x="201945" y="41797"/>
                </a:lnTo>
                <a:lnTo>
                  <a:pt x="200544" y="40363"/>
                </a:lnTo>
                <a:lnTo>
                  <a:pt x="200544" y="38495"/>
                </a:lnTo>
                <a:lnTo>
                  <a:pt x="202512" y="40463"/>
                </a:lnTo>
                <a:lnTo>
                  <a:pt x="202645" y="40463"/>
                </a:lnTo>
                <a:lnTo>
                  <a:pt x="205280" y="40463"/>
                </a:lnTo>
                <a:close/>
                <a:moveTo>
                  <a:pt x="199743" y="40363"/>
                </a:moveTo>
                <a:lnTo>
                  <a:pt x="198309" y="41797"/>
                </a:lnTo>
                <a:lnTo>
                  <a:pt x="196307" y="41797"/>
                </a:lnTo>
                <a:lnTo>
                  <a:pt x="194973" y="40463"/>
                </a:lnTo>
                <a:lnTo>
                  <a:pt x="197775" y="40463"/>
                </a:lnTo>
                <a:lnTo>
                  <a:pt x="199743" y="38495"/>
                </a:lnTo>
                <a:lnTo>
                  <a:pt x="199743" y="40363"/>
                </a:lnTo>
                <a:close/>
                <a:moveTo>
                  <a:pt x="194339" y="46568"/>
                </a:moveTo>
                <a:lnTo>
                  <a:pt x="195740" y="48002"/>
                </a:lnTo>
                <a:lnTo>
                  <a:pt x="195740" y="50003"/>
                </a:lnTo>
                <a:lnTo>
                  <a:pt x="194439" y="51338"/>
                </a:lnTo>
                <a:lnTo>
                  <a:pt x="194439" y="48536"/>
                </a:lnTo>
                <a:lnTo>
                  <a:pt x="192471" y="46568"/>
                </a:lnTo>
                <a:lnTo>
                  <a:pt x="194339" y="46568"/>
                </a:lnTo>
                <a:close/>
                <a:moveTo>
                  <a:pt x="175059" y="48536"/>
                </a:moveTo>
                <a:lnTo>
                  <a:pt x="175059" y="51338"/>
                </a:lnTo>
                <a:lnTo>
                  <a:pt x="173725" y="50003"/>
                </a:lnTo>
                <a:lnTo>
                  <a:pt x="173725" y="48002"/>
                </a:lnTo>
                <a:lnTo>
                  <a:pt x="175159" y="46568"/>
                </a:lnTo>
                <a:lnTo>
                  <a:pt x="177027" y="46568"/>
                </a:lnTo>
                <a:close/>
                <a:moveTo>
                  <a:pt x="175159" y="45800"/>
                </a:moveTo>
                <a:lnTo>
                  <a:pt x="173725" y="44366"/>
                </a:lnTo>
                <a:lnTo>
                  <a:pt x="173725" y="42365"/>
                </a:lnTo>
                <a:lnTo>
                  <a:pt x="175059" y="41030"/>
                </a:lnTo>
                <a:lnTo>
                  <a:pt x="175059" y="43832"/>
                </a:lnTo>
                <a:lnTo>
                  <a:pt x="177027" y="45800"/>
                </a:lnTo>
                <a:lnTo>
                  <a:pt x="175159" y="45800"/>
                </a:lnTo>
                <a:close/>
                <a:moveTo>
                  <a:pt x="173191" y="41797"/>
                </a:moveTo>
                <a:lnTo>
                  <a:pt x="171156" y="41797"/>
                </a:lnTo>
                <a:lnTo>
                  <a:pt x="169755" y="40363"/>
                </a:lnTo>
                <a:lnTo>
                  <a:pt x="169755" y="38495"/>
                </a:lnTo>
                <a:lnTo>
                  <a:pt x="171723" y="40463"/>
                </a:lnTo>
                <a:lnTo>
                  <a:pt x="174492" y="40463"/>
                </a:lnTo>
                <a:close/>
                <a:moveTo>
                  <a:pt x="168954" y="40363"/>
                </a:moveTo>
                <a:lnTo>
                  <a:pt x="167520" y="41797"/>
                </a:lnTo>
                <a:lnTo>
                  <a:pt x="165519" y="41797"/>
                </a:lnTo>
                <a:lnTo>
                  <a:pt x="164184" y="40463"/>
                </a:lnTo>
                <a:lnTo>
                  <a:pt x="166820" y="40463"/>
                </a:lnTo>
                <a:lnTo>
                  <a:pt x="166986" y="40463"/>
                </a:lnTo>
                <a:lnTo>
                  <a:pt x="168954" y="38495"/>
                </a:lnTo>
                <a:lnTo>
                  <a:pt x="168954" y="40363"/>
                </a:lnTo>
                <a:close/>
                <a:moveTo>
                  <a:pt x="163517" y="46568"/>
                </a:moveTo>
                <a:lnTo>
                  <a:pt x="164952" y="48002"/>
                </a:lnTo>
                <a:lnTo>
                  <a:pt x="164952" y="50003"/>
                </a:lnTo>
                <a:lnTo>
                  <a:pt x="163651" y="51338"/>
                </a:lnTo>
                <a:lnTo>
                  <a:pt x="163651" y="48536"/>
                </a:lnTo>
                <a:lnTo>
                  <a:pt x="161649" y="46568"/>
                </a:lnTo>
                <a:lnTo>
                  <a:pt x="163517" y="46568"/>
                </a:lnTo>
                <a:close/>
                <a:moveTo>
                  <a:pt x="144270" y="48536"/>
                </a:moveTo>
                <a:lnTo>
                  <a:pt x="144270" y="51338"/>
                </a:lnTo>
                <a:lnTo>
                  <a:pt x="142936" y="50003"/>
                </a:lnTo>
                <a:lnTo>
                  <a:pt x="142936" y="48002"/>
                </a:lnTo>
                <a:lnTo>
                  <a:pt x="144370" y="46568"/>
                </a:lnTo>
                <a:lnTo>
                  <a:pt x="146238" y="46568"/>
                </a:lnTo>
                <a:close/>
                <a:moveTo>
                  <a:pt x="144370" y="45800"/>
                </a:moveTo>
                <a:lnTo>
                  <a:pt x="142936" y="44366"/>
                </a:lnTo>
                <a:lnTo>
                  <a:pt x="142936" y="42365"/>
                </a:lnTo>
                <a:lnTo>
                  <a:pt x="144270" y="41030"/>
                </a:lnTo>
                <a:lnTo>
                  <a:pt x="144270" y="43832"/>
                </a:lnTo>
                <a:lnTo>
                  <a:pt x="146238" y="45800"/>
                </a:lnTo>
                <a:lnTo>
                  <a:pt x="144370" y="45800"/>
                </a:lnTo>
                <a:close/>
                <a:moveTo>
                  <a:pt x="142369" y="41797"/>
                </a:moveTo>
                <a:lnTo>
                  <a:pt x="140367" y="41797"/>
                </a:lnTo>
                <a:lnTo>
                  <a:pt x="138933" y="40363"/>
                </a:lnTo>
                <a:lnTo>
                  <a:pt x="138933" y="38495"/>
                </a:lnTo>
                <a:lnTo>
                  <a:pt x="140901" y="40463"/>
                </a:lnTo>
                <a:lnTo>
                  <a:pt x="141068" y="40463"/>
                </a:lnTo>
                <a:lnTo>
                  <a:pt x="143703" y="40463"/>
                </a:lnTo>
                <a:close/>
                <a:moveTo>
                  <a:pt x="138166" y="40363"/>
                </a:moveTo>
                <a:lnTo>
                  <a:pt x="136731" y="41797"/>
                </a:lnTo>
                <a:lnTo>
                  <a:pt x="134730" y="41797"/>
                </a:lnTo>
                <a:lnTo>
                  <a:pt x="133396" y="40463"/>
                </a:lnTo>
                <a:lnTo>
                  <a:pt x="136198" y="40463"/>
                </a:lnTo>
                <a:lnTo>
                  <a:pt x="138166" y="38495"/>
                </a:lnTo>
                <a:close/>
                <a:moveTo>
                  <a:pt x="132729" y="46568"/>
                </a:moveTo>
                <a:lnTo>
                  <a:pt x="134163" y="48002"/>
                </a:lnTo>
                <a:lnTo>
                  <a:pt x="134163" y="50003"/>
                </a:lnTo>
                <a:lnTo>
                  <a:pt x="132862" y="51338"/>
                </a:lnTo>
                <a:lnTo>
                  <a:pt x="132862" y="48536"/>
                </a:lnTo>
                <a:lnTo>
                  <a:pt x="130894" y="46568"/>
                </a:lnTo>
                <a:lnTo>
                  <a:pt x="132729" y="46568"/>
                </a:lnTo>
                <a:close/>
                <a:moveTo>
                  <a:pt x="113482" y="48536"/>
                </a:moveTo>
                <a:lnTo>
                  <a:pt x="113482" y="51338"/>
                </a:lnTo>
                <a:lnTo>
                  <a:pt x="112147" y="50003"/>
                </a:lnTo>
                <a:lnTo>
                  <a:pt x="112147" y="48002"/>
                </a:lnTo>
                <a:lnTo>
                  <a:pt x="113582" y="46568"/>
                </a:lnTo>
                <a:lnTo>
                  <a:pt x="115450" y="46568"/>
                </a:lnTo>
                <a:close/>
                <a:moveTo>
                  <a:pt x="113582" y="45800"/>
                </a:moveTo>
                <a:lnTo>
                  <a:pt x="112147" y="44366"/>
                </a:lnTo>
                <a:lnTo>
                  <a:pt x="112147" y="42365"/>
                </a:lnTo>
                <a:lnTo>
                  <a:pt x="113482" y="41030"/>
                </a:lnTo>
                <a:lnTo>
                  <a:pt x="113482" y="43832"/>
                </a:lnTo>
                <a:lnTo>
                  <a:pt x="115450" y="45800"/>
                </a:lnTo>
                <a:lnTo>
                  <a:pt x="113582" y="45800"/>
                </a:lnTo>
                <a:close/>
                <a:moveTo>
                  <a:pt x="111580" y="41797"/>
                </a:moveTo>
                <a:lnTo>
                  <a:pt x="109579" y="41797"/>
                </a:lnTo>
                <a:lnTo>
                  <a:pt x="108144" y="40363"/>
                </a:lnTo>
                <a:lnTo>
                  <a:pt x="108144" y="38495"/>
                </a:lnTo>
                <a:lnTo>
                  <a:pt x="110112" y="40463"/>
                </a:lnTo>
                <a:lnTo>
                  <a:pt x="112914" y="40463"/>
                </a:lnTo>
                <a:close/>
                <a:moveTo>
                  <a:pt x="107377" y="40363"/>
                </a:moveTo>
                <a:lnTo>
                  <a:pt x="105943" y="41797"/>
                </a:lnTo>
                <a:lnTo>
                  <a:pt x="103941" y="41797"/>
                </a:lnTo>
                <a:lnTo>
                  <a:pt x="102607" y="40463"/>
                </a:lnTo>
                <a:lnTo>
                  <a:pt x="105242" y="40463"/>
                </a:lnTo>
                <a:lnTo>
                  <a:pt x="105376" y="40463"/>
                </a:lnTo>
                <a:lnTo>
                  <a:pt x="107344" y="38495"/>
                </a:lnTo>
                <a:lnTo>
                  <a:pt x="107344" y="40363"/>
                </a:lnTo>
                <a:close/>
                <a:moveTo>
                  <a:pt x="101940" y="46568"/>
                </a:moveTo>
                <a:lnTo>
                  <a:pt x="103374" y="48002"/>
                </a:lnTo>
                <a:lnTo>
                  <a:pt x="103374" y="50003"/>
                </a:lnTo>
                <a:lnTo>
                  <a:pt x="102040" y="51338"/>
                </a:lnTo>
                <a:lnTo>
                  <a:pt x="102040" y="48536"/>
                </a:lnTo>
                <a:lnTo>
                  <a:pt x="100072" y="46568"/>
                </a:lnTo>
                <a:lnTo>
                  <a:pt x="101940" y="46568"/>
                </a:lnTo>
                <a:close/>
                <a:moveTo>
                  <a:pt x="82660" y="48536"/>
                </a:moveTo>
                <a:lnTo>
                  <a:pt x="82660" y="51338"/>
                </a:lnTo>
                <a:lnTo>
                  <a:pt x="81359" y="50003"/>
                </a:lnTo>
                <a:lnTo>
                  <a:pt x="81359" y="48002"/>
                </a:lnTo>
                <a:lnTo>
                  <a:pt x="82793" y="46568"/>
                </a:lnTo>
                <a:lnTo>
                  <a:pt x="84628" y="46568"/>
                </a:lnTo>
                <a:close/>
                <a:moveTo>
                  <a:pt x="82793" y="45800"/>
                </a:moveTo>
                <a:lnTo>
                  <a:pt x="81359" y="44366"/>
                </a:lnTo>
                <a:lnTo>
                  <a:pt x="81359" y="42365"/>
                </a:lnTo>
                <a:lnTo>
                  <a:pt x="82660" y="41030"/>
                </a:lnTo>
                <a:lnTo>
                  <a:pt x="82660" y="43832"/>
                </a:lnTo>
                <a:lnTo>
                  <a:pt x="84628" y="45800"/>
                </a:lnTo>
                <a:lnTo>
                  <a:pt x="82793" y="45800"/>
                </a:lnTo>
                <a:close/>
                <a:moveTo>
                  <a:pt x="80792" y="41797"/>
                </a:moveTo>
                <a:lnTo>
                  <a:pt x="78790" y="41797"/>
                </a:lnTo>
                <a:lnTo>
                  <a:pt x="77356" y="40363"/>
                </a:lnTo>
                <a:lnTo>
                  <a:pt x="77356" y="38495"/>
                </a:lnTo>
                <a:lnTo>
                  <a:pt x="79324" y="40463"/>
                </a:lnTo>
                <a:lnTo>
                  <a:pt x="79491" y="40463"/>
                </a:lnTo>
                <a:lnTo>
                  <a:pt x="82092" y="40463"/>
                </a:lnTo>
                <a:close/>
                <a:moveTo>
                  <a:pt x="76589" y="40363"/>
                </a:moveTo>
                <a:lnTo>
                  <a:pt x="75154" y="41797"/>
                </a:lnTo>
                <a:lnTo>
                  <a:pt x="73153" y="41797"/>
                </a:lnTo>
                <a:lnTo>
                  <a:pt x="71818" y="40463"/>
                </a:lnTo>
                <a:lnTo>
                  <a:pt x="74620" y="40463"/>
                </a:lnTo>
                <a:lnTo>
                  <a:pt x="76589" y="38495"/>
                </a:lnTo>
                <a:close/>
                <a:moveTo>
                  <a:pt x="71151" y="46568"/>
                </a:moveTo>
                <a:lnTo>
                  <a:pt x="72586" y="48002"/>
                </a:lnTo>
                <a:lnTo>
                  <a:pt x="72586" y="50003"/>
                </a:lnTo>
                <a:lnTo>
                  <a:pt x="71251" y="51338"/>
                </a:lnTo>
                <a:lnTo>
                  <a:pt x="71251" y="48536"/>
                </a:lnTo>
                <a:lnTo>
                  <a:pt x="69283" y="46568"/>
                </a:lnTo>
                <a:lnTo>
                  <a:pt x="71151" y="46568"/>
                </a:lnTo>
                <a:close/>
                <a:moveTo>
                  <a:pt x="51871" y="48536"/>
                </a:moveTo>
                <a:lnTo>
                  <a:pt x="51871" y="51338"/>
                </a:lnTo>
                <a:lnTo>
                  <a:pt x="50570" y="50003"/>
                </a:lnTo>
                <a:lnTo>
                  <a:pt x="50570" y="48002"/>
                </a:lnTo>
                <a:lnTo>
                  <a:pt x="51971" y="46568"/>
                </a:lnTo>
                <a:lnTo>
                  <a:pt x="53839" y="46568"/>
                </a:lnTo>
                <a:close/>
                <a:moveTo>
                  <a:pt x="51971" y="45800"/>
                </a:moveTo>
                <a:lnTo>
                  <a:pt x="50570" y="44366"/>
                </a:lnTo>
                <a:lnTo>
                  <a:pt x="50570" y="42365"/>
                </a:lnTo>
                <a:lnTo>
                  <a:pt x="51871" y="41030"/>
                </a:lnTo>
                <a:lnTo>
                  <a:pt x="51871" y="43832"/>
                </a:lnTo>
                <a:lnTo>
                  <a:pt x="53839" y="45800"/>
                </a:lnTo>
                <a:lnTo>
                  <a:pt x="51971" y="45800"/>
                </a:lnTo>
                <a:close/>
                <a:moveTo>
                  <a:pt x="50003" y="41797"/>
                </a:moveTo>
                <a:lnTo>
                  <a:pt x="48001" y="41797"/>
                </a:lnTo>
                <a:lnTo>
                  <a:pt x="46567" y="40363"/>
                </a:lnTo>
                <a:lnTo>
                  <a:pt x="46567" y="38495"/>
                </a:lnTo>
                <a:lnTo>
                  <a:pt x="48535" y="40463"/>
                </a:lnTo>
                <a:lnTo>
                  <a:pt x="51337" y="40463"/>
                </a:lnTo>
                <a:close/>
                <a:moveTo>
                  <a:pt x="45767" y="40363"/>
                </a:moveTo>
                <a:lnTo>
                  <a:pt x="44366" y="41797"/>
                </a:lnTo>
                <a:lnTo>
                  <a:pt x="42364" y="41797"/>
                </a:lnTo>
                <a:lnTo>
                  <a:pt x="41030" y="40463"/>
                </a:lnTo>
                <a:lnTo>
                  <a:pt x="43665" y="40463"/>
                </a:lnTo>
                <a:lnTo>
                  <a:pt x="43798" y="40463"/>
                </a:lnTo>
                <a:lnTo>
                  <a:pt x="45767" y="38495"/>
                </a:lnTo>
                <a:close/>
                <a:moveTo>
                  <a:pt x="40363" y="46568"/>
                </a:moveTo>
                <a:lnTo>
                  <a:pt x="41797" y="48002"/>
                </a:lnTo>
                <a:lnTo>
                  <a:pt x="41797" y="50003"/>
                </a:lnTo>
                <a:lnTo>
                  <a:pt x="40463" y="51338"/>
                </a:lnTo>
                <a:lnTo>
                  <a:pt x="40463" y="48536"/>
                </a:lnTo>
                <a:lnTo>
                  <a:pt x="38495" y="46568"/>
                </a:lnTo>
                <a:lnTo>
                  <a:pt x="40363" y="46568"/>
                </a:lnTo>
                <a:close/>
                <a:moveTo>
                  <a:pt x="40229" y="52672"/>
                </a:moveTo>
                <a:lnTo>
                  <a:pt x="43498" y="52672"/>
                </a:lnTo>
                <a:lnTo>
                  <a:pt x="45767" y="54974"/>
                </a:lnTo>
                <a:lnTo>
                  <a:pt x="45767" y="57342"/>
                </a:lnTo>
                <a:lnTo>
                  <a:pt x="42898" y="54473"/>
                </a:lnTo>
                <a:lnTo>
                  <a:pt x="42631" y="54340"/>
                </a:lnTo>
                <a:lnTo>
                  <a:pt x="38561" y="54340"/>
                </a:lnTo>
                <a:close/>
                <a:moveTo>
                  <a:pt x="45767" y="64714"/>
                </a:moveTo>
                <a:lnTo>
                  <a:pt x="42464" y="68016"/>
                </a:lnTo>
                <a:lnTo>
                  <a:pt x="37761" y="68016"/>
                </a:lnTo>
                <a:lnTo>
                  <a:pt x="36226" y="66482"/>
                </a:lnTo>
                <a:lnTo>
                  <a:pt x="41830" y="66482"/>
                </a:lnTo>
                <a:lnTo>
                  <a:pt x="45767" y="62546"/>
                </a:lnTo>
                <a:lnTo>
                  <a:pt x="45767" y="64714"/>
                </a:lnTo>
                <a:close/>
                <a:moveTo>
                  <a:pt x="40463" y="74621"/>
                </a:moveTo>
                <a:lnTo>
                  <a:pt x="40463" y="71819"/>
                </a:lnTo>
                <a:lnTo>
                  <a:pt x="41797" y="73153"/>
                </a:lnTo>
                <a:lnTo>
                  <a:pt x="41797" y="75155"/>
                </a:lnTo>
                <a:lnTo>
                  <a:pt x="40363" y="76589"/>
                </a:lnTo>
                <a:lnTo>
                  <a:pt x="38495" y="76589"/>
                </a:lnTo>
                <a:close/>
                <a:moveTo>
                  <a:pt x="40363" y="77356"/>
                </a:moveTo>
                <a:lnTo>
                  <a:pt x="41797" y="78791"/>
                </a:lnTo>
                <a:lnTo>
                  <a:pt x="41797" y="80792"/>
                </a:lnTo>
                <a:lnTo>
                  <a:pt x="40463" y="82126"/>
                </a:lnTo>
                <a:lnTo>
                  <a:pt x="40463" y="79324"/>
                </a:lnTo>
                <a:lnTo>
                  <a:pt x="38495" y="77356"/>
                </a:lnTo>
                <a:close/>
                <a:moveTo>
                  <a:pt x="42364" y="81359"/>
                </a:moveTo>
                <a:lnTo>
                  <a:pt x="44366" y="81359"/>
                </a:lnTo>
                <a:lnTo>
                  <a:pt x="45767" y="82794"/>
                </a:lnTo>
                <a:lnTo>
                  <a:pt x="45767" y="84662"/>
                </a:lnTo>
                <a:lnTo>
                  <a:pt x="43798" y="82693"/>
                </a:lnTo>
                <a:lnTo>
                  <a:pt x="43665" y="82693"/>
                </a:lnTo>
                <a:lnTo>
                  <a:pt x="41030" y="82693"/>
                </a:lnTo>
                <a:close/>
                <a:moveTo>
                  <a:pt x="46567" y="82794"/>
                </a:moveTo>
                <a:lnTo>
                  <a:pt x="48001" y="81359"/>
                </a:lnTo>
                <a:lnTo>
                  <a:pt x="50003" y="81359"/>
                </a:lnTo>
                <a:lnTo>
                  <a:pt x="51337" y="82693"/>
                </a:lnTo>
                <a:lnTo>
                  <a:pt x="48535" y="82693"/>
                </a:lnTo>
                <a:lnTo>
                  <a:pt x="46567" y="84662"/>
                </a:lnTo>
                <a:lnTo>
                  <a:pt x="46567" y="82794"/>
                </a:lnTo>
                <a:close/>
                <a:moveTo>
                  <a:pt x="51971" y="76589"/>
                </a:moveTo>
                <a:lnTo>
                  <a:pt x="50570" y="75155"/>
                </a:lnTo>
                <a:lnTo>
                  <a:pt x="50570" y="73153"/>
                </a:lnTo>
                <a:lnTo>
                  <a:pt x="51871" y="71819"/>
                </a:lnTo>
                <a:lnTo>
                  <a:pt x="51871" y="74621"/>
                </a:lnTo>
                <a:lnTo>
                  <a:pt x="53839" y="76589"/>
                </a:lnTo>
                <a:close/>
                <a:moveTo>
                  <a:pt x="71251" y="74621"/>
                </a:moveTo>
                <a:lnTo>
                  <a:pt x="71251" y="71819"/>
                </a:lnTo>
                <a:lnTo>
                  <a:pt x="72586" y="73153"/>
                </a:lnTo>
                <a:lnTo>
                  <a:pt x="72586" y="75155"/>
                </a:lnTo>
                <a:lnTo>
                  <a:pt x="71151" y="76589"/>
                </a:lnTo>
                <a:lnTo>
                  <a:pt x="69283" y="76589"/>
                </a:lnTo>
                <a:close/>
                <a:moveTo>
                  <a:pt x="71151" y="77356"/>
                </a:moveTo>
                <a:lnTo>
                  <a:pt x="72586" y="78791"/>
                </a:lnTo>
                <a:lnTo>
                  <a:pt x="72586" y="80792"/>
                </a:lnTo>
                <a:lnTo>
                  <a:pt x="71251" y="82126"/>
                </a:lnTo>
                <a:lnTo>
                  <a:pt x="71251" y="79324"/>
                </a:lnTo>
                <a:lnTo>
                  <a:pt x="69283" y="77356"/>
                </a:lnTo>
                <a:close/>
                <a:moveTo>
                  <a:pt x="73153" y="81359"/>
                </a:moveTo>
                <a:lnTo>
                  <a:pt x="75154" y="81359"/>
                </a:lnTo>
                <a:lnTo>
                  <a:pt x="76555" y="82794"/>
                </a:lnTo>
                <a:lnTo>
                  <a:pt x="76555" y="84662"/>
                </a:lnTo>
                <a:lnTo>
                  <a:pt x="74587" y="82693"/>
                </a:lnTo>
                <a:lnTo>
                  <a:pt x="71818" y="82693"/>
                </a:lnTo>
                <a:close/>
                <a:moveTo>
                  <a:pt x="77356" y="82794"/>
                </a:moveTo>
                <a:lnTo>
                  <a:pt x="78790" y="81359"/>
                </a:lnTo>
                <a:lnTo>
                  <a:pt x="80792" y="81359"/>
                </a:lnTo>
                <a:lnTo>
                  <a:pt x="82126" y="82693"/>
                </a:lnTo>
                <a:lnTo>
                  <a:pt x="79491" y="82693"/>
                </a:lnTo>
                <a:lnTo>
                  <a:pt x="79324" y="82693"/>
                </a:lnTo>
                <a:lnTo>
                  <a:pt x="77356" y="84662"/>
                </a:lnTo>
                <a:lnTo>
                  <a:pt x="77356" y="82794"/>
                </a:lnTo>
                <a:close/>
                <a:moveTo>
                  <a:pt x="82793" y="76589"/>
                </a:moveTo>
                <a:lnTo>
                  <a:pt x="81359" y="75155"/>
                </a:lnTo>
                <a:lnTo>
                  <a:pt x="81359" y="73153"/>
                </a:lnTo>
                <a:lnTo>
                  <a:pt x="82660" y="71819"/>
                </a:lnTo>
                <a:lnTo>
                  <a:pt x="82660" y="74621"/>
                </a:lnTo>
                <a:lnTo>
                  <a:pt x="84628" y="76589"/>
                </a:lnTo>
                <a:close/>
                <a:moveTo>
                  <a:pt x="102040" y="74621"/>
                </a:moveTo>
                <a:lnTo>
                  <a:pt x="102040" y="71819"/>
                </a:lnTo>
                <a:lnTo>
                  <a:pt x="103374" y="73153"/>
                </a:lnTo>
                <a:lnTo>
                  <a:pt x="103374" y="75155"/>
                </a:lnTo>
                <a:lnTo>
                  <a:pt x="101940" y="76589"/>
                </a:lnTo>
                <a:lnTo>
                  <a:pt x="100072" y="76589"/>
                </a:lnTo>
                <a:close/>
                <a:moveTo>
                  <a:pt x="101940" y="77356"/>
                </a:moveTo>
                <a:lnTo>
                  <a:pt x="103374" y="78791"/>
                </a:lnTo>
                <a:lnTo>
                  <a:pt x="103374" y="80792"/>
                </a:lnTo>
                <a:lnTo>
                  <a:pt x="102040" y="82126"/>
                </a:lnTo>
                <a:lnTo>
                  <a:pt x="102040" y="79324"/>
                </a:lnTo>
                <a:lnTo>
                  <a:pt x="100072" y="77356"/>
                </a:lnTo>
                <a:close/>
                <a:moveTo>
                  <a:pt x="103941" y="81359"/>
                </a:moveTo>
                <a:lnTo>
                  <a:pt x="105943" y="81359"/>
                </a:lnTo>
                <a:lnTo>
                  <a:pt x="107377" y="82794"/>
                </a:lnTo>
                <a:lnTo>
                  <a:pt x="107377" y="84662"/>
                </a:lnTo>
                <a:lnTo>
                  <a:pt x="105409" y="82693"/>
                </a:lnTo>
                <a:lnTo>
                  <a:pt x="105242" y="82693"/>
                </a:lnTo>
                <a:lnTo>
                  <a:pt x="102607" y="82693"/>
                </a:lnTo>
                <a:close/>
                <a:moveTo>
                  <a:pt x="108144" y="82794"/>
                </a:moveTo>
                <a:lnTo>
                  <a:pt x="109579" y="81359"/>
                </a:lnTo>
                <a:lnTo>
                  <a:pt x="111580" y="81359"/>
                </a:lnTo>
                <a:lnTo>
                  <a:pt x="112914" y="82693"/>
                </a:lnTo>
                <a:lnTo>
                  <a:pt x="110112" y="82693"/>
                </a:lnTo>
                <a:lnTo>
                  <a:pt x="108144" y="84662"/>
                </a:lnTo>
                <a:close/>
                <a:moveTo>
                  <a:pt x="113582" y="76589"/>
                </a:moveTo>
                <a:lnTo>
                  <a:pt x="112147" y="75155"/>
                </a:lnTo>
                <a:lnTo>
                  <a:pt x="112147" y="73153"/>
                </a:lnTo>
                <a:lnTo>
                  <a:pt x="113482" y="71819"/>
                </a:lnTo>
                <a:lnTo>
                  <a:pt x="113482" y="74621"/>
                </a:lnTo>
                <a:lnTo>
                  <a:pt x="115450" y="76589"/>
                </a:lnTo>
                <a:close/>
                <a:moveTo>
                  <a:pt x="132862" y="74621"/>
                </a:moveTo>
                <a:lnTo>
                  <a:pt x="132862" y="71819"/>
                </a:lnTo>
                <a:lnTo>
                  <a:pt x="134163" y="73153"/>
                </a:lnTo>
                <a:lnTo>
                  <a:pt x="134163" y="75155"/>
                </a:lnTo>
                <a:lnTo>
                  <a:pt x="132729" y="76589"/>
                </a:lnTo>
                <a:lnTo>
                  <a:pt x="130894" y="76589"/>
                </a:lnTo>
                <a:close/>
                <a:moveTo>
                  <a:pt x="132729" y="77356"/>
                </a:moveTo>
                <a:lnTo>
                  <a:pt x="134163" y="78791"/>
                </a:lnTo>
                <a:lnTo>
                  <a:pt x="134163" y="80792"/>
                </a:lnTo>
                <a:lnTo>
                  <a:pt x="132862" y="82126"/>
                </a:lnTo>
                <a:lnTo>
                  <a:pt x="132862" y="79324"/>
                </a:lnTo>
                <a:lnTo>
                  <a:pt x="130894" y="77356"/>
                </a:lnTo>
                <a:close/>
                <a:moveTo>
                  <a:pt x="134730" y="81359"/>
                </a:moveTo>
                <a:lnTo>
                  <a:pt x="136731" y="81359"/>
                </a:lnTo>
                <a:lnTo>
                  <a:pt x="138166" y="82794"/>
                </a:lnTo>
                <a:lnTo>
                  <a:pt x="138166" y="84662"/>
                </a:lnTo>
                <a:lnTo>
                  <a:pt x="136198" y="82693"/>
                </a:lnTo>
                <a:lnTo>
                  <a:pt x="133396" y="82693"/>
                </a:lnTo>
                <a:close/>
                <a:moveTo>
                  <a:pt x="138933" y="82794"/>
                </a:moveTo>
                <a:lnTo>
                  <a:pt x="140367" y="81359"/>
                </a:lnTo>
                <a:lnTo>
                  <a:pt x="142369" y="81359"/>
                </a:lnTo>
                <a:lnTo>
                  <a:pt x="143703" y="82693"/>
                </a:lnTo>
                <a:lnTo>
                  <a:pt x="141068" y="82693"/>
                </a:lnTo>
                <a:lnTo>
                  <a:pt x="140934" y="82693"/>
                </a:lnTo>
                <a:lnTo>
                  <a:pt x="138966" y="84662"/>
                </a:lnTo>
                <a:lnTo>
                  <a:pt x="138966" y="82794"/>
                </a:lnTo>
                <a:close/>
                <a:moveTo>
                  <a:pt x="144370" y="76589"/>
                </a:moveTo>
                <a:lnTo>
                  <a:pt x="142936" y="75155"/>
                </a:lnTo>
                <a:lnTo>
                  <a:pt x="142936" y="73153"/>
                </a:lnTo>
                <a:lnTo>
                  <a:pt x="144270" y="71819"/>
                </a:lnTo>
                <a:lnTo>
                  <a:pt x="144270" y="74621"/>
                </a:lnTo>
                <a:lnTo>
                  <a:pt x="146238" y="76589"/>
                </a:lnTo>
                <a:close/>
                <a:moveTo>
                  <a:pt x="163651" y="74621"/>
                </a:moveTo>
                <a:lnTo>
                  <a:pt x="163651" y="71819"/>
                </a:lnTo>
                <a:lnTo>
                  <a:pt x="164952" y="73153"/>
                </a:lnTo>
                <a:lnTo>
                  <a:pt x="164952" y="75155"/>
                </a:lnTo>
                <a:lnTo>
                  <a:pt x="163551" y="76589"/>
                </a:lnTo>
                <a:lnTo>
                  <a:pt x="161683" y="76589"/>
                </a:lnTo>
                <a:close/>
                <a:moveTo>
                  <a:pt x="163517" y="77356"/>
                </a:moveTo>
                <a:lnTo>
                  <a:pt x="164952" y="78791"/>
                </a:lnTo>
                <a:lnTo>
                  <a:pt x="164952" y="80792"/>
                </a:lnTo>
                <a:lnTo>
                  <a:pt x="163651" y="82126"/>
                </a:lnTo>
                <a:lnTo>
                  <a:pt x="163651" y="79324"/>
                </a:lnTo>
                <a:lnTo>
                  <a:pt x="161649" y="77356"/>
                </a:lnTo>
                <a:close/>
                <a:moveTo>
                  <a:pt x="165519" y="81359"/>
                </a:moveTo>
                <a:lnTo>
                  <a:pt x="167520" y="81359"/>
                </a:lnTo>
                <a:lnTo>
                  <a:pt x="168954" y="82794"/>
                </a:lnTo>
                <a:lnTo>
                  <a:pt x="168954" y="84662"/>
                </a:lnTo>
                <a:lnTo>
                  <a:pt x="166986" y="82693"/>
                </a:lnTo>
                <a:lnTo>
                  <a:pt x="166820" y="82693"/>
                </a:lnTo>
                <a:lnTo>
                  <a:pt x="164218" y="82693"/>
                </a:lnTo>
                <a:close/>
                <a:moveTo>
                  <a:pt x="169755" y="82794"/>
                </a:moveTo>
                <a:lnTo>
                  <a:pt x="171156" y="81359"/>
                </a:lnTo>
                <a:lnTo>
                  <a:pt x="173191" y="81359"/>
                </a:lnTo>
                <a:lnTo>
                  <a:pt x="174492" y="82693"/>
                </a:lnTo>
                <a:lnTo>
                  <a:pt x="171723" y="82693"/>
                </a:lnTo>
                <a:lnTo>
                  <a:pt x="169755" y="84662"/>
                </a:lnTo>
                <a:lnTo>
                  <a:pt x="169755" y="82794"/>
                </a:lnTo>
                <a:close/>
                <a:moveTo>
                  <a:pt x="175159" y="76589"/>
                </a:moveTo>
                <a:lnTo>
                  <a:pt x="173725" y="75155"/>
                </a:lnTo>
                <a:lnTo>
                  <a:pt x="173725" y="73153"/>
                </a:lnTo>
                <a:lnTo>
                  <a:pt x="175059" y="71819"/>
                </a:lnTo>
                <a:lnTo>
                  <a:pt x="175059" y="74621"/>
                </a:lnTo>
                <a:lnTo>
                  <a:pt x="177027" y="76589"/>
                </a:lnTo>
                <a:close/>
                <a:moveTo>
                  <a:pt x="194439" y="74621"/>
                </a:moveTo>
                <a:lnTo>
                  <a:pt x="194439" y="71819"/>
                </a:lnTo>
                <a:lnTo>
                  <a:pt x="195740" y="73153"/>
                </a:lnTo>
                <a:lnTo>
                  <a:pt x="195740" y="75155"/>
                </a:lnTo>
                <a:lnTo>
                  <a:pt x="194339" y="76589"/>
                </a:lnTo>
                <a:lnTo>
                  <a:pt x="192471" y="76589"/>
                </a:lnTo>
                <a:close/>
                <a:moveTo>
                  <a:pt x="194339" y="77356"/>
                </a:moveTo>
                <a:lnTo>
                  <a:pt x="195740" y="78791"/>
                </a:lnTo>
                <a:lnTo>
                  <a:pt x="195740" y="80792"/>
                </a:lnTo>
                <a:lnTo>
                  <a:pt x="194439" y="82126"/>
                </a:lnTo>
                <a:lnTo>
                  <a:pt x="194439" y="79324"/>
                </a:lnTo>
                <a:lnTo>
                  <a:pt x="192471" y="77356"/>
                </a:lnTo>
                <a:close/>
                <a:moveTo>
                  <a:pt x="196307" y="81359"/>
                </a:moveTo>
                <a:lnTo>
                  <a:pt x="198309" y="81359"/>
                </a:lnTo>
                <a:lnTo>
                  <a:pt x="199743" y="82794"/>
                </a:lnTo>
                <a:lnTo>
                  <a:pt x="199743" y="84662"/>
                </a:lnTo>
                <a:lnTo>
                  <a:pt x="197775" y="82693"/>
                </a:lnTo>
                <a:lnTo>
                  <a:pt x="195006" y="82693"/>
                </a:lnTo>
                <a:close/>
                <a:moveTo>
                  <a:pt x="200544" y="82794"/>
                </a:moveTo>
                <a:lnTo>
                  <a:pt x="201945" y="81359"/>
                </a:lnTo>
                <a:lnTo>
                  <a:pt x="203979" y="81359"/>
                </a:lnTo>
                <a:lnTo>
                  <a:pt x="205280" y="82693"/>
                </a:lnTo>
                <a:lnTo>
                  <a:pt x="202679" y="82693"/>
                </a:lnTo>
                <a:lnTo>
                  <a:pt x="202512" y="82693"/>
                </a:lnTo>
                <a:lnTo>
                  <a:pt x="200544" y="84662"/>
                </a:lnTo>
                <a:lnTo>
                  <a:pt x="200544" y="82794"/>
                </a:lnTo>
                <a:close/>
                <a:moveTo>
                  <a:pt x="205948" y="76589"/>
                </a:moveTo>
                <a:lnTo>
                  <a:pt x="204513" y="75155"/>
                </a:lnTo>
                <a:lnTo>
                  <a:pt x="204513" y="73153"/>
                </a:lnTo>
                <a:lnTo>
                  <a:pt x="205848" y="71819"/>
                </a:lnTo>
                <a:lnTo>
                  <a:pt x="205848" y="74588"/>
                </a:lnTo>
                <a:lnTo>
                  <a:pt x="207816" y="76556"/>
                </a:lnTo>
                <a:lnTo>
                  <a:pt x="205948" y="76556"/>
                </a:lnTo>
                <a:close/>
                <a:moveTo>
                  <a:pt x="206081" y="70485"/>
                </a:moveTo>
                <a:lnTo>
                  <a:pt x="202812" y="70485"/>
                </a:lnTo>
                <a:lnTo>
                  <a:pt x="200544" y="68183"/>
                </a:lnTo>
                <a:lnTo>
                  <a:pt x="200544" y="65815"/>
                </a:lnTo>
                <a:lnTo>
                  <a:pt x="203412" y="68683"/>
                </a:lnTo>
                <a:lnTo>
                  <a:pt x="203679" y="68817"/>
                </a:lnTo>
                <a:lnTo>
                  <a:pt x="207749" y="68817"/>
                </a:lnTo>
                <a:close/>
                <a:moveTo>
                  <a:pt x="200544" y="58476"/>
                </a:moveTo>
                <a:lnTo>
                  <a:pt x="203846" y="55140"/>
                </a:lnTo>
                <a:lnTo>
                  <a:pt x="208549" y="55140"/>
                </a:lnTo>
                <a:lnTo>
                  <a:pt x="210084" y="56675"/>
                </a:lnTo>
                <a:lnTo>
                  <a:pt x="204480" y="56675"/>
                </a:lnTo>
                <a:lnTo>
                  <a:pt x="200544" y="60611"/>
                </a:lnTo>
                <a:close/>
                <a:moveTo>
                  <a:pt x="208316" y="53806"/>
                </a:moveTo>
                <a:lnTo>
                  <a:pt x="206615" y="52105"/>
                </a:lnTo>
                <a:lnTo>
                  <a:pt x="206615" y="48869"/>
                </a:lnTo>
                <a:lnTo>
                  <a:pt x="208916" y="46568"/>
                </a:lnTo>
                <a:lnTo>
                  <a:pt x="211285" y="46568"/>
                </a:lnTo>
                <a:lnTo>
                  <a:pt x="208316" y="49570"/>
                </a:lnTo>
                <a:lnTo>
                  <a:pt x="208316" y="53806"/>
                </a:lnTo>
                <a:close/>
                <a:moveTo>
                  <a:pt x="208916" y="45800"/>
                </a:moveTo>
                <a:lnTo>
                  <a:pt x="206648" y="43499"/>
                </a:lnTo>
                <a:lnTo>
                  <a:pt x="206648" y="40230"/>
                </a:lnTo>
                <a:lnTo>
                  <a:pt x="208316" y="38562"/>
                </a:lnTo>
                <a:lnTo>
                  <a:pt x="208316" y="42798"/>
                </a:lnTo>
                <a:lnTo>
                  <a:pt x="211285" y="45800"/>
                </a:lnTo>
                <a:close/>
                <a:moveTo>
                  <a:pt x="206081" y="39696"/>
                </a:moveTo>
                <a:lnTo>
                  <a:pt x="202812" y="39696"/>
                </a:lnTo>
                <a:lnTo>
                  <a:pt x="200544" y="37394"/>
                </a:lnTo>
                <a:lnTo>
                  <a:pt x="200544" y="35026"/>
                </a:lnTo>
                <a:lnTo>
                  <a:pt x="203512" y="38028"/>
                </a:lnTo>
                <a:lnTo>
                  <a:pt x="203679" y="38028"/>
                </a:lnTo>
                <a:lnTo>
                  <a:pt x="207749" y="38028"/>
                </a:lnTo>
                <a:close/>
                <a:moveTo>
                  <a:pt x="199743" y="37394"/>
                </a:moveTo>
                <a:lnTo>
                  <a:pt x="197441" y="39696"/>
                </a:lnTo>
                <a:lnTo>
                  <a:pt x="194206" y="39696"/>
                </a:lnTo>
                <a:lnTo>
                  <a:pt x="192538" y="37995"/>
                </a:lnTo>
                <a:lnTo>
                  <a:pt x="196741" y="37995"/>
                </a:lnTo>
                <a:lnTo>
                  <a:pt x="199743" y="35026"/>
                </a:lnTo>
                <a:close/>
                <a:moveTo>
                  <a:pt x="193639" y="40263"/>
                </a:moveTo>
                <a:lnTo>
                  <a:pt x="193639" y="43499"/>
                </a:lnTo>
                <a:lnTo>
                  <a:pt x="191337" y="45800"/>
                </a:lnTo>
                <a:lnTo>
                  <a:pt x="188969" y="45800"/>
                </a:lnTo>
                <a:lnTo>
                  <a:pt x="191837" y="42932"/>
                </a:lnTo>
                <a:lnTo>
                  <a:pt x="191971" y="42631"/>
                </a:lnTo>
                <a:lnTo>
                  <a:pt x="191971" y="38562"/>
                </a:lnTo>
                <a:close/>
                <a:moveTo>
                  <a:pt x="177627" y="42932"/>
                </a:moveTo>
                <a:lnTo>
                  <a:pt x="180496" y="45800"/>
                </a:lnTo>
                <a:lnTo>
                  <a:pt x="178128" y="45800"/>
                </a:lnTo>
                <a:lnTo>
                  <a:pt x="175826" y="43499"/>
                </a:lnTo>
                <a:lnTo>
                  <a:pt x="175826" y="40230"/>
                </a:lnTo>
                <a:lnTo>
                  <a:pt x="177527" y="38562"/>
                </a:lnTo>
                <a:lnTo>
                  <a:pt x="177527" y="42631"/>
                </a:lnTo>
                <a:close/>
                <a:moveTo>
                  <a:pt x="175292" y="39696"/>
                </a:moveTo>
                <a:lnTo>
                  <a:pt x="172023" y="39696"/>
                </a:lnTo>
                <a:lnTo>
                  <a:pt x="169755" y="37394"/>
                </a:lnTo>
                <a:lnTo>
                  <a:pt x="169755" y="35026"/>
                </a:lnTo>
                <a:lnTo>
                  <a:pt x="172724" y="38028"/>
                </a:lnTo>
                <a:lnTo>
                  <a:pt x="176960" y="38028"/>
                </a:lnTo>
                <a:close/>
                <a:moveTo>
                  <a:pt x="168954" y="37394"/>
                </a:moveTo>
                <a:lnTo>
                  <a:pt x="166653" y="39696"/>
                </a:lnTo>
                <a:lnTo>
                  <a:pt x="163417" y="39696"/>
                </a:lnTo>
                <a:lnTo>
                  <a:pt x="161716" y="37995"/>
                </a:lnTo>
                <a:lnTo>
                  <a:pt x="165786" y="37995"/>
                </a:lnTo>
                <a:lnTo>
                  <a:pt x="165952" y="37995"/>
                </a:lnTo>
                <a:lnTo>
                  <a:pt x="168954" y="35026"/>
                </a:lnTo>
                <a:close/>
                <a:moveTo>
                  <a:pt x="162850" y="40263"/>
                </a:moveTo>
                <a:lnTo>
                  <a:pt x="162850" y="43499"/>
                </a:lnTo>
                <a:lnTo>
                  <a:pt x="160548" y="45800"/>
                </a:lnTo>
                <a:lnTo>
                  <a:pt x="158180" y="45800"/>
                </a:lnTo>
                <a:lnTo>
                  <a:pt x="161182" y="42798"/>
                </a:lnTo>
                <a:lnTo>
                  <a:pt x="161182" y="38562"/>
                </a:lnTo>
                <a:close/>
                <a:moveTo>
                  <a:pt x="149707" y="45800"/>
                </a:moveTo>
                <a:lnTo>
                  <a:pt x="147339" y="45800"/>
                </a:lnTo>
                <a:lnTo>
                  <a:pt x="145037" y="43499"/>
                </a:lnTo>
                <a:lnTo>
                  <a:pt x="145037" y="40230"/>
                </a:lnTo>
                <a:lnTo>
                  <a:pt x="146739" y="38562"/>
                </a:lnTo>
                <a:lnTo>
                  <a:pt x="146739" y="42798"/>
                </a:lnTo>
                <a:close/>
                <a:moveTo>
                  <a:pt x="144504" y="39696"/>
                </a:moveTo>
                <a:lnTo>
                  <a:pt x="141235" y="39696"/>
                </a:lnTo>
                <a:lnTo>
                  <a:pt x="138933" y="37394"/>
                </a:lnTo>
                <a:lnTo>
                  <a:pt x="138933" y="35026"/>
                </a:lnTo>
                <a:lnTo>
                  <a:pt x="141935" y="38028"/>
                </a:lnTo>
                <a:lnTo>
                  <a:pt x="142102" y="38028"/>
                </a:lnTo>
                <a:lnTo>
                  <a:pt x="146172" y="38028"/>
                </a:lnTo>
                <a:close/>
                <a:moveTo>
                  <a:pt x="138166" y="37394"/>
                </a:moveTo>
                <a:lnTo>
                  <a:pt x="135864" y="39696"/>
                </a:lnTo>
                <a:lnTo>
                  <a:pt x="132629" y="39696"/>
                </a:lnTo>
                <a:lnTo>
                  <a:pt x="130927" y="37995"/>
                </a:lnTo>
                <a:lnTo>
                  <a:pt x="135164" y="37995"/>
                </a:lnTo>
                <a:lnTo>
                  <a:pt x="138166" y="35026"/>
                </a:lnTo>
                <a:close/>
                <a:moveTo>
                  <a:pt x="132061" y="40263"/>
                </a:moveTo>
                <a:lnTo>
                  <a:pt x="132061" y="43499"/>
                </a:lnTo>
                <a:lnTo>
                  <a:pt x="129760" y="45800"/>
                </a:lnTo>
                <a:lnTo>
                  <a:pt x="127391" y="45800"/>
                </a:lnTo>
                <a:lnTo>
                  <a:pt x="130260" y="42932"/>
                </a:lnTo>
                <a:lnTo>
                  <a:pt x="130394" y="42631"/>
                </a:lnTo>
                <a:lnTo>
                  <a:pt x="130394" y="38562"/>
                </a:lnTo>
                <a:close/>
                <a:moveTo>
                  <a:pt x="116050" y="42932"/>
                </a:moveTo>
                <a:lnTo>
                  <a:pt x="118919" y="45800"/>
                </a:lnTo>
                <a:lnTo>
                  <a:pt x="116550" y="45800"/>
                </a:lnTo>
                <a:lnTo>
                  <a:pt x="114249" y="43499"/>
                </a:lnTo>
                <a:lnTo>
                  <a:pt x="114249" y="40230"/>
                </a:lnTo>
                <a:lnTo>
                  <a:pt x="115917" y="38562"/>
                </a:lnTo>
                <a:lnTo>
                  <a:pt x="115917" y="42631"/>
                </a:lnTo>
                <a:close/>
                <a:moveTo>
                  <a:pt x="113682" y="39696"/>
                </a:moveTo>
                <a:lnTo>
                  <a:pt x="110446" y="39696"/>
                </a:lnTo>
                <a:lnTo>
                  <a:pt x="108144" y="37394"/>
                </a:lnTo>
                <a:lnTo>
                  <a:pt x="108144" y="35026"/>
                </a:lnTo>
                <a:lnTo>
                  <a:pt x="111147" y="38028"/>
                </a:lnTo>
                <a:lnTo>
                  <a:pt x="115383" y="38028"/>
                </a:lnTo>
                <a:close/>
                <a:moveTo>
                  <a:pt x="107377" y="37394"/>
                </a:moveTo>
                <a:lnTo>
                  <a:pt x="105076" y="39696"/>
                </a:lnTo>
                <a:lnTo>
                  <a:pt x="101840" y="39696"/>
                </a:lnTo>
                <a:lnTo>
                  <a:pt x="100139" y="37995"/>
                </a:lnTo>
                <a:lnTo>
                  <a:pt x="104208" y="37995"/>
                </a:lnTo>
                <a:lnTo>
                  <a:pt x="104375" y="37995"/>
                </a:lnTo>
                <a:lnTo>
                  <a:pt x="107377" y="35026"/>
                </a:lnTo>
                <a:lnTo>
                  <a:pt x="107377" y="37394"/>
                </a:lnTo>
                <a:close/>
                <a:moveTo>
                  <a:pt x="101273" y="40263"/>
                </a:moveTo>
                <a:lnTo>
                  <a:pt x="101273" y="43499"/>
                </a:lnTo>
                <a:lnTo>
                  <a:pt x="98971" y="45800"/>
                </a:lnTo>
                <a:lnTo>
                  <a:pt x="96603" y="45800"/>
                </a:lnTo>
                <a:lnTo>
                  <a:pt x="99605" y="42798"/>
                </a:lnTo>
                <a:lnTo>
                  <a:pt x="99605" y="38562"/>
                </a:lnTo>
                <a:close/>
                <a:moveTo>
                  <a:pt x="88130" y="45800"/>
                </a:moveTo>
                <a:lnTo>
                  <a:pt x="85762" y="45800"/>
                </a:lnTo>
                <a:lnTo>
                  <a:pt x="83460" y="43499"/>
                </a:lnTo>
                <a:lnTo>
                  <a:pt x="83460" y="40230"/>
                </a:lnTo>
                <a:lnTo>
                  <a:pt x="85128" y="38562"/>
                </a:lnTo>
                <a:lnTo>
                  <a:pt x="85128" y="42798"/>
                </a:lnTo>
                <a:close/>
                <a:moveTo>
                  <a:pt x="82893" y="39696"/>
                </a:moveTo>
                <a:lnTo>
                  <a:pt x="79657" y="39696"/>
                </a:lnTo>
                <a:lnTo>
                  <a:pt x="77356" y="37394"/>
                </a:lnTo>
                <a:lnTo>
                  <a:pt x="77356" y="35026"/>
                </a:lnTo>
                <a:lnTo>
                  <a:pt x="80358" y="38028"/>
                </a:lnTo>
                <a:lnTo>
                  <a:pt x="80525" y="38028"/>
                </a:lnTo>
                <a:lnTo>
                  <a:pt x="84594" y="38028"/>
                </a:lnTo>
                <a:close/>
                <a:moveTo>
                  <a:pt x="76589" y="37394"/>
                </a:moveTo>
                <a:lnTo>
                  <a:pt x="74287" y="39696"/>
                </a:lnTo>
                <a:lnTo>
                  <a:pt x="71018" y="39696"/>
                </a:lnTo>
                <a:lnTo>
                  <a:pt x="69350" y="37995"/>
                </a:lnTo>
                <a:lnTo>
                  <a:pt x="73586" y="37995"/>
                </a:lnTo>
                <a:lnTo>
                  <a:pt x="76589" y="35026"/>
                </a:lnTo>
                <a:close/>
                <a:moveTo>
                  <a:pt x="70484" y="40263"/>
                </a:moveTo>
                <a:lnTo>
                  <a:pt x="70484" y="43499"/>
                </a:lnTo>
                <a:lnTo>
                  <a:pt x="68183" y="45800"/>
                </a:lnTo>
                <a:lnTo>
                  <a:pt x="65814" y="45800"/>
                </a:lnTo>
                <a:lnTo>
                  <a:pt x="68683" y="42932"/>
                </a:lnTo>
                <a:lnTo>
                  <a:pt x="68816" y="42631"/>
                </a:lnTo>
                <a:lnTo>
                  <a:pt x="68816" y="38562"/>
                </a:lnTo>
                <a:close/>
                <a:moveTo>
                  <a:pt x="54473" y="42932"/>
                </a:moveTo>
                <a:lnTo>
                  <a:pt x="57341" y="45800"/>
                </a:lnTo>
                <a:lnTo>
                  <a:pt x="54973" y="45800"/>
                </a:lnTo>
                <a:lnTo>
                  <a:pt x="52671" y="43499"/>
                </a:lnTo>
                <a:lnTo>
                  <a:pt x="52671" y="40230"/>
                </a:lnTo>
                <a:lnTo>
                  <a:pt x="54339" y="38562"/>
                </a:lnTo>
                <a:lnTo>
                  <a:pt x="54339" y="42631"/>
                </a:lnTo>
                <a:close/>
                <a:moveTo>
                  <a:pt x="52104" y="39696"/>
                </a:moveTo>
                <a:lnTo>
                  <a:pt x="48869" y="39696"/>
                </a:lnTo>
                <a:lnTo>
                  <a:pt x="46567" y="37394"/>
                </a:lnTo>
                <a:lnTo>
                  <a:pt x="46567" y="35026"/>
                </a:lnTo>
                <a:lnTo>
                  <a:pt x="49569" y="38028"/>
                </a:lnTo>
                <a:lnTo>
                  <a:pt x="53806" y="38028"/>
                </a:lnTo>
                <a:close/>
                <a:moveTo>
                  <a:pt x="45767" y="37394"/>
                </a:moveTo>
                <a:lnTo>
                  <a:pt x="43498" y="39696"/>
                </a:lnTo>
                <a:lnTo>
                  <a:pt x="40229" y="39696"/>
                </a:lnTo>
                <a:lnTo>
                  <a:pt x="38561" y="37995"/>
                </a:lnTo>
                <a:lnTo>
                  <a:pt x="42631" y="37995"/>
                </a:lnTo>
                <a:lnTo>
                  <a:pt x="42798" y="37995"/>
                </a:lnTo>
                <a:lnTo>
                  <a:pt x="45767" y="35026"/>
                </a:lnTo>
                <a:close/>
                <a:moveTo>
                  <a:pt x="39696" y="40263"/>
                </a:moveTo>
                <a:lnTo>
                  <a:pt x="39696" y="43499"/>
                </a:lnTo>
                <a:lnTo>
                  <a:pt x="37394" y="45800"/>
                </a:lnTo>
                <a:lnTo>
                  <a:pt x="35026" y="45800"/>
                </a:lnTo>
                <a:lnTo>
                  <a:pt x="37994" y="42798"/>
                </a:lnTo>
                <a:lnTo>
                  <a:pt x="37994" y="38562"/>
                </a:lnTo>
                <a:close/>
                <a:moveTo>
                  <a:pt x="33891" y="46568"/>
                </a:moveTo>
                <a:lnTo>
                  <a:pt x="37227" y="49903"/>
                </a:lnTo>
                <a:lnTo>
                  <a:pt x="37227" y="54573"/>
                </a:lnTo>
                <a:lnTo>
                  <a:pt x="35693" y="56108"/>
                </a:lnTo>
                <a:lnTo>
                  <a:pt x="35693" y="50537"/>
                </a:lnTo>
                <a:lnTo>
                  <a:pt x="31723" y="46568"/>
                </a:lnTo>
                <a:close/>
                <a:moveTo>
                  <a:pt x="35793" y="57475"/>
                </a:moveTo>
                <a:lnTo>
                  <a:pt x="41497" y="57475"/>
                </a:lnTo>
                <a:lnTo>
                  <a:pt x="45233" y="61178"/>
                </a:lnTo>
                <a:lnTo>
                  <a:pt x="37461" y="61178"/>
                </a:lnTo>
                <a:lnTo>
                  <a:pt x="35793" y="59510"/>
                </a:lnTo>
                <a:close/>
                <a:moveTo>
                  <a:pt x="45233" y="61979"/>
                </a:moveTo>
                <a:lnTo>
                  <a:pt x="41497" y="65681"/>
                </a:lnTo>
                <a:lnTo>
                  <a:pt x="35793" y="65681"/>
                </a:lnTo>
                <a:lnTo>
                  <a:pt x="35793" y="63646"/>
                </a:lnTo>
                <a:lnTo>
                  <a:pt x="37461" y="61979"/>
                </a:lnTo>
                <a:close/>
                <a:moveTo>
                  <a:pt x="35693" y="67049"/>
                </a:moveTo>
                <a:lnTo>
                  <a:pt x="37227" y="68583"/>
                </a:lnTo>
                <a:lnTo>
                  <a:pt x="37227" y="73253"/>
                </a:lnTo>
                <a:lnTo>
                  <a:pt x="33891" y="76589"/>
                </a:lnTo>
                <a:lnTo>
                  <a:pt x="31723" y="76589"/>
                </a:lnTo>
                <a:lnTo>
                  <a:pt x="35693" y="72620"/>
                </a:lnTo>
                <a:lnTo>
                  <a:pt x="35693" y="67049"/>
                </a:lnTo>
                <a:close/>
                <a:moveTo>
                  <a:pt x="35026" y="77356"/>
                </a:moveTo>
                <a:lnTo>
                  <a:pt x="37394" y="77356"/>
                </a:lnTo>
                <a:lnTo>
                  <a:pt x="39696" y="79658"/>
                </a:lnTo>
                <a:lnTo>
                  <a:pt x="39696" y="82927"/>
                </a:lnTo>
                <a:lnTo>
                  <a:pt x="37994" y="84595"/>
                </a:lnTo>
                <a:lnTo>
                  <a:pt x="37994" y="80358"/>
                </a:lnTo>
                <a:close/>
                <a:moveTo>
                  <a:pt x="40229" y="83461"/>
                </a:moveTo>
                <a:lnTo>
                  <a:pt x="43498" y="83461"/>
                </a:lnTo>
                <a:lnTo>
                  <a:pt x="45767" y="85762"/>
                </a:lnTo>
                <a:lnTo>
                  <a:pt x="45767" y="88131"/>
                </a:lnTo>
                <a:lnTo>
                  <a:pt x="42798" y="85129"/>
                </a:lnTo>
                <a:lnTo>
                  <a:pt x="42631" y="85129"/>
                </a:lnTo>
                <a:lnTo>
                  <a:pt x="38561" y="85129"/>
                </a:lnTo>
                <a:close/>
                <a:moveTo>
                  <a:pt x="46567" y="85762"/>
                </a:moveTo>
                <a:lnTo>
                  <a:pt x="48869" y="83461"/>
                </a:lnTo>
                <a:lnTo>
                  <a:pt x="52104" y="83461"/>
                </a:lnTo>
                <a:lnTo>
                  <a:pt x="53806" y="85162"/>
                </a:lnTo>
                <a:lnTo>
                  <a:pt x="49569" y="85162"/>
                </a:lnTo>
                <a:lnTo>
                  <a:pt x="46567" y="88131"/>
                </a:lnTo>
                <a:close/>
                <a:moveTo>
                  <a:pt x="52671" y="82927"/>
                </a:moveTo>
                <a:lnTo>
                  <a:pt x="52671" y="79658"/>
                </a:lnTo>
                <a:lnTo>
                  <a:pt x="54973" y="77356"/>
                </a:lnTo>
                <a:lnTo>
                  <a:pt x="57341" y="77356"/>
                </a:lnTo>
                <a:lnTo>
                  <a:pt x="54473" y="80258"/>
                </a:lnTo>
                <a:lnTo>
                  <a:pt x="54339" y="80525"/>
                </a:lnTo>
                <a:lnTo>
                  <a:pt x="54339" y="84595"/>
                </a:lnTo>
                <a:close/>
                <a:moveTo>
                  <a:pt x="68683" y="80258"/>
                </a:moveTo>
                <a:lnTo>
                  <a:pt x="65814" y="77356"/>
                </a:lnTo>
                <a:lnTo>
                  <a:pt x="68183" y="77356"/>
                </a:lnTo>
                <a:lnTo>
                  <a:pt x="70484" y="79658"/>
                </a:lnTo>
                <a:lnTo>
                  <a:pt x="70484" y="82927"/>
                </a:lnTo>
                <a:lnTo>
                  <a:pt x="68783" y="84595"/>
                </a:lnTo>
                <a:lnTo>
                  <a:pt x="68783" y="80525"/>
                </a:lnTo>
                <a:close/>
                <a:moveTo>
                  <a:pt x="71018" y="83461"/>
                </a:moveTo>
                <a:lnTo>
                  <a:pt x="74287" y="83461"/>
                </a:lnTo>
                <a:lnTo>
                  <a:pt x="76589" y="85762"/>
                </a:lnTo>
                <a:lnTo>
                  <a:pt x="76589" y="88131"/>
                </a:lnTo>
                <a:lnTo>
                  <a:pt x="73586" y="85129"/>
                </a:lnTo>
                <a:lnTo>
                  <a:pt x="69350" y="85129"/>
                </a:lnTo>
                <a:close/>
                <a:moveTo>
                  <a:pt x="77356" y="85762"/>
                </a:moveTo>
                <a:lnTo>
                  <a:pt x="79657" y="83461"/>
                </a:lnTo>
                <a:lnTo>
                  <a:pt x="82893" y="83461"/>
                </a:lnTo>
                <a:lnTo>
                  <a:pt x="84594" y="85162"/>
                </a:lnTo>
                <a:lnTo>
                  <a:pt x="80525" y="85162"/>
                </a:lnTo>
                <a:lnTo>
                  <a:pt x="80358" y="85162"/>
                </a:lnTo>
                <a:lnTo>
                  <a:pt x="77356" y="88131"/>
                </a:lnTo>
                <a:lnTo>
                  <a:pt x="77356" y="85762"/>
                </a:lnTo>
                <a:close/>
                <a:moveTo>
                  <a:pt x="83460" y="82927"/>
                </a:moveTo>
                <a:lnTo>
                  <a:pt x="83460" y="79658"/>
                </a:lnTo>
                <a:lnTo>
                  <a:pt x="85762" y="77356"/>
                </a:lnTo>
                <a:lnTo>
                  <a:pt x="88130" y="77356"/>
                </a:lnTo>
                <a:lnTo>
                  <a:pt x="85128" y="80358"/>
                </a:lnTo>
                <a:lnTo>
                  <a:pt x="85128" y="84595"/>
                </a:lnTo>
                <a:close/>
                <a:moveTo>
                  <a:pt x="96603" y="77356"/>
                </a:moveTo>
                <a:lnTo>
                  <a:pt x="98971" y="77356"/>
                </a:lnTo>
                <a:lnTo>
                  <a:pt x="101273" y="79658"/>
                </a:lnTo>
                <a:lnTo>
                  <a:pt x="101273" y="82927"/>
                </a:lnTo>
                <a:lnTo>
                  <a:pt x="99572" y="84595"/>
                </a:lnTo>
                <a:lnTo>
                  <a:pt x="99572" y="80358"/>
                </a:lnTo>
                <a:close/>
                <a:moveTo>
                  <a:pt x="101840" y="83461"/>
                </a:moveTo>
                <a:lnTo>
                  <a:pt x="105076" y="83461"/>
                </a:lnTo>
                <a:lnTo>
                  <a:pt x="107377" y="85762"/>
                </a:lnTo>
                <a:lnTo>
                  <a:pt x="107377" y="88131"/>
                </a:lnTo>
                <a:lnTo>
                  <a:pt x="104375" y="85129"/>
                </a:lnTo>
                <a:lnTo>
                  <a:pt x="104208" y="85129"/>
                </a:lnTo>
                <a:lnTo>
                  <a:pt x="100139" y="85129"/>
                </a:lnTo>
                <a:close/>
                <a:moveTo>
                  <a:pt x="108144" y="85762"/>
                </a:moveTo>
                <a:lnTo>
                  <a:pt x="110446" y="83461"/>
                </a:lnTo>
                <a:lnTo>
                  <a:pt x="113682" y="83461"/>
                </a:lnTo>
                <a:lnTo>
                  <a:pt x="115383" y="85162"/>
                </a:lnTo>
                <a:lnTo>
                  <a:pt x="111147" y="85162"/>
                </a:lnTo>
                <a:lnTo>
                  <a:pt x="108144" y="88131"/>
                </a:lnTo>
                <a:close/>
                <a:moveTo>
                  <a:pt x="114249" y="82927"/>
                </a:moveTo>
                <a:lnTo>
                  <a:pt x="114249" y="79658"/>
                </a:lnTo>
                <a:lnTo>
                  <a:pt x="116550" y="77356"/>
                </a:lnTo>
                <a:lnTo>
                  <a:pt x="118919" y="77356"/>
                </a:lnTo>
                <a:lnTo>
                  <a:pt x="116050" y="80258"/>
                </a:lnTo>
                <a:lnTo>
                  <a:pt x="115917" y="80525"/>
                </a:lnTo>
                <a:lnTo>
                  <a:pt x="115917" y="84595"/>
                </a:lnTo>
                <a:close/>
                <a:moveTo>
                  <a:pt x="130260" y="80258"/>
                </a:moveTo>
                <a:lnTo>
                  <a:pt x="127391" y="77356"/>
                </a:lnTo>
                <a:lnTo>
                  <a:pt x="129760" y="77356"/>
                </a:lnTo>
                <a:lnTo>
                  <a:pt x="132061" y="79658"/>
                </a:lnTo>
                <a:lnTo>
                  <a:pt x="132061" y="82927"/>
                </a:lnTo>
                <a:lnTo>
                  <a:pt x="130394" y="84595"/>
                </a:lnTo>
                <a:lnTo>
                  <a:pt x="130394" y="80525"/>
                </a:lnTo>
                <a:close/>
                <a:moveTo>
                  <a:pt x="132629" y="83461"/>
                </a:moveTo>
                <a:lnTo>
                  <a:pt x="135864" y="83461"/>
                </a:lnTo>
                <a:lnTo>
                  <a:pt x="138166" y="85762"/>
                </a:lnTo>
                <a:lnTo>
                  <a:pt x="138166" y="88131"/>
                </a:lnTo>
                <a:lnTo>
                  <a:pt x="135164" y="85129"/>
                </a:lnTo>
                <a:lnTo>
                  <a:pt x="130927" y="85129"/>
                </a:lnTo>
                <a:close/>
                <a:moveTo>
                  <a:pt x="138933" y="85762"/>
                </a:moveTo>
                <a:lnTo>
                  <a:pt x="141235" y="83461"/>
                </a:lnTo>
                <a:lnTo>
                  <a:pt x="144504" y="83461"/>
                </a:lnTo>
                <a:lnTo>
                  <a:pt x="146172" y="85162"/>
                </a:lnTo>
                <a:lnTo>
                  <a:pt x="142102" y="85162"/>
                </a:lnTo>
                <a:lnTo>
                  <a:pt x="141935" y="85162"/>
                </a:lnTo>
                <a:lnTo>
                  <a:pt x="138933" y="88131"/>
                </a:lnTo>
                <a:close/>
                <a:moveTo>
                  <a:pt x="145037" y="82927"/>
                </a:moveTo>
                <a:lnTo>
                  <a:pt x="145037" y="79658"/>
                </a:lnTo>
                <a:lnTo>
                  <a:pt x="147339" y="77356"/>
                </a:lnTo>
                <a:lnTo>
                  <a:pt x="149707" y="77356"/>
                </a:lnTo>
                <a:lnTo>
                  <a:pt x="146705" y="80358"/>
                </a:lnTo>
                <a:lnTo>
                  <a:pt x="146705" y="84595"/>
                </a:lnTo>
                <a:close/>
                <a:moveTo>
                  <a:pt x="158180" y="77356"/>
                </a:moveTo>
                <a:lnTo>
                  <a:pt x="160548" y="77356"/>
                </a:lnTo>
                <a:lnTo>
                  <a:pt x="162850" y="79658"/>
                </a:lnTo>
                <a:lnTo>
                  <a:pt x="162850" y="82927"/>
                </a:lnTo>
                <a:lnTo>
                  <a:pt x="161182" y="84595"/>
                </a:lnTo>
                <a:lnTo>
                  <a:pt x="161182" y="80358"/>
                </a:lnTo>
                <a:close/>
                <a:moveTo>
                  <a:pt x="163417" y="83461"/>
                </a:moveTo>
                <a:lnTo>
                  <a:pt x="166653" y="83461"/>
                </a:lnTo>
                <a:lnTo>
                  <a:pt x="168954" y="85762"/>
                </a:lnTo>
                <a:lnTo>
                  <a:pt x="168954" y="88131"/>
                </a:lnTo>
                <a:lnTo>
                  <a:pt x="165952" y="85129"/>
                </a:lnTo>
                <a:lnTo>
                  <a:pt x="165786" y="85129"/>
                </a:lnTo>
                <a:lnTo>
                  <a:pt x="161716" y="85129"/>
                </a:lnTo>
                <a:close/>
                <a:moveTo>
                  <a:pt x="169755" y="85762"/>
                </a:moveTo>
                <a:lnTo>
                  <a:pt x="172023" y="83461"/>
                </a:lnTo>
                <a:lnTo>
                  <a:pt x="175292" y="83461"/>
                </a:lnTo>
                <a:lnTo>
                  <a:pt x="176960" y="85162"/>
                </a:lnTo>
                <a:lnTo>
                  <a:pt x="172724" y="85162"/>
                </a:lnTo>
                <a:lnTo>
                  <a:pt x="169755" y="88131"/>
                </a:lnTo>
                <a:close/>
                <a:moveTo>
                  <a:pt x="175826" y="82927"/>
                </a:moveTo>
                <a:lnTo>
                  <a:pt x="175826" y="79658"/>
                </a:lnTo>
                <a:lnTo>
                  <a:pt x="178128" y="77356"/>
                </a:lnTo>
                <a:lnTo>
                  <a:pt x="180496" y="77356"/>
                </a:lnTo>
                <a:lnTo>
                  <a:pt x="177627" y="80258"/>
                </a:lnTo>
                <a:lnTo>
                  <a:pt x="177527" y="80525"/>
                </a:lnTo>
                <a:lnTo>
                  <a:pt x="177527" y="84595"/>
                </a:lnTo>
                <a:close/>
                <a:moveTo>
                  <a:pt x="191837" y="80258"/>
                </a:moveTo>
                <a:lnTo>
                  <a:pt x="188969" y="77356"/>
                </a:lnTo>
                <a:lnTo>
                  <a:pt x="191337" y="77356"/>
                </a:lnTo>
                <a:lnTo>
                  <a:pt x="193639" y="79658"/>
                </a:lnTo>
                <a:lnTo>
                  <a:pt x="193639" y="82927"/>
                </a:lnTo>
                <a:lnTo>
                  <a:pt x="191971" y="84595"/>
                </a:lnTo>
                <a:lnTo>
                  <a:pt x="191971" y="80525"/>
                </a:lnTo>
                <a:close/>
                <a:moveTo>
                  <a:pt x="194206" y="83461"/>
                </a:moveTo>
                <a:lnTo>
                  <a:pt x="197441" y="83461"/>
                </a:lnTo>
                <a:lnTo>
                  <a:pt x="199743" y="85762"/>
                </a:lnTo>
                <a:lnTo>
                  <a:pt x="199743" y="88131"/>
                </a:lnTo>
                <a:lnTo>
                  <a:pt x="196741" y="85129"/>
                </a:lnTo>
                <a:lnTo>
                  <a:pt x="192538" y="85129"/>
                </a:lnTo>
                <a:close/>
                <a:moveTo>
                  <a:pt x="200544" y="85762"/>
                </a:moveTo>
                <a:lnTo>
                  <a:pt x="202812" y="83461"/>
                </a:lnTo>
                <a:lnTo>
                  <a:pt x="206081" y="83461"/>
                </a:lnTo>
                <a:lnTo>
                  <a:pt x="207749" y="85162"/>
                </a:lnTo>
                <a:lnTo>
                  <a:pt x="203679" y="85162"/>
                </a:lnTo>
                <a:lnTo>
                  <a:pt x="203512" y="85162"/>
                </a:lnTo>
                <a:lnTo>
                  <a:pt x="200544" y="88131"/>
                </a:lnTo>
                <a:close/>
                <a:moveTo>
                  <a:pt x="206648" y="82927"/>
                </a:moveTo>
                <a:lnTo>
                  <a:pt x="206648" y="79658"/>
                </a:lnTo>
                <a:lnTo>
                  <a:pt x="208916" y="77356"/>
                </a:lnTo>
                <a:lnTo>
                  <a:pt x="211285" y="77356"/>
                </a:lnTo>
                <a:lnTo>
                  <a:pt x="208316" y="80358"/>
                </a:lnTo>
                <a:lnTo>
                  <a:pt x="208316" y="84595"/>
                </a:lnTo>
                <a:close/>
                <a:moveTo>
                  <a:pt x="212419" y="76589"/>
                </a:moveTo>
                <a:lnTo>
                  <a:pt x="209083" y="73253"/>
                </a:lnTo>
                <a:lnTo>
                  <a:pt x="209083" y="68583"/>
                </a:lnTo>
                <a:lnTo>
                  <a:pt x="210618" y="67049"/>
                </a:lnTo>
                <a:lnTo>
                  <a:pt x="210618" y="72620"/>
                </a:lnTo>
                <a:lnTo>
                  <a:pt x="214587" y="76589"/>
                </a:lnTo>
                <a:lnTo>
                  <a:pt x="212419" y="76589"/>
                </a:lnTo>
                <a:close/>
                <a:moveTo>
                  <a:pt x="210518" y="65681"/>
                </a:moveTo>
                <a:lnTo>
                  <a:pt x="204813" y="65681"/>
                </a:lnTo>
                <a:lnTo>
                  <a:pt x="201077" y="61979"/>
                </a:lnTo>
                <a:lnTo>
                  <a:pt x="208850" y="61979"/>
                </a:lnTo>
                <a:lnTo>
                  <a:pt x="210518" y="63646"/>
                </a:lnTo>
                <a:lnTo>
                  <a:pt x="210518" y="65681"/>
                </a:lnTo>
                <a:close/>
                <a:moveTo>
                  <a:pt x="201077" y="61178"/>
                </a:moveTo>
                <a:lnTo>
                  <a:pt x="204813" y="57475"/>
                </a:lnTo>
                <a:lnTo>
                  <a:pt x="210518" y="57475"/>
                </a:lnTo>
                <a:lnTo>
                  <a:pt x="210518" y="59510"/>
                </a:lnTo>
                <a:lnTo>
                  <a:pt x="208850" y="61178"/>
                </a:lnTo>
                <a:close/>
                <a:moveTo>
                  <a:pt x="210618" y="56108"/>
                </a:moveTo>
                <a:lnTo>
                  <a:pt x="209083" y="54573"/>
                </a:lnTo>
                <a:lnTo>
                  <a:pt x="209083" y="49903"/>
                </a:lnTo>
                <a:lnTo>
                  <a:pt x="212419" y="46568"/>
                </a:lnTo>
                <a:lnTo>
                  <a:pt x="214587" y="46568"/>
                </a:lnTo>
                <a:lnTo>
                  <a:pt x="210618" y="50537"/>
                </a:lnTo>
                <a:lnTo>
                  <a:pt x="210618" y="56108"/>
                </a:lnTo>
                <a:close/>
                <a:moveTo>
                  <a:pt x="212419" y="45800"/>
                </a:moveTo>
                <a:lnTo>
                  <a:pt x="209083" y="42465"/>
                </a:lnTo>
                <a:lnTo>
                  <a:pt x="209083" y="37795"/>
                </a:lnTo>
                <a:lnTo>
                  <a:pt x="210618" y="36260"/>
                </a:lnTo>
                <a:lnTo>
                  <a:pt x="210618" y="41831"/>
                </a:lnTo>
                <a:lnTo>
                  <a:pt x="214587" y="45800"/>
                </a:lnTo>
                <a:close/>
                <a:moveTo>
                  <a:pt x="208549" y="37228"/>
                </a:moveTo>
                <a:lnTo>
                  <a:pt x="203846" y="37228"/>
                </a:lnTo>
                <a:lnTo>
                  <a:pt x="200544" y="33892"/>
                </a:lnTo>
                <a:lnTo>
                  <a:pt x="200544" y="31757"/>
                </a:lnTo>
                <a:lnTo>
                  <a:pt x="204480" y="35693"/>
                </a:lnTo>
                <a:lnTo>
                  <a:pt x="204647" y="35693"/>
                </a:lnTo>
                <a:lnTo>
                  <a:pt x="210084" y="35693"/>
                </a:lnTo>
                <a:close/>
                <a:moveTo>
                  <a:pt x="199743" y="33892"/>
                </a:moveTo>
                <a:lnTo>
                  <a:pt x="196441" y="37228"/>
                </a:lnTo>
                <a:lnTo>
                  <a:pt x="191737" y="37228"/>
                </a:lnTo>
                <a:lnTo>
                  <a:pt x="190203" y="35693"/>
                </a:lnTo>
                <a:lnTo>
                  <a:pt x="195807" y="35693"/>
                </a:lnTo>
                <a:lnTo>
                  <a:pt x="199743" y="31757"/>
                </a:lnTo>
                <a:close/>
                <a:moveTo>
                  <a:pt x="188869" y="41497"/>
                </a:moveTo>
                <a:lnTo>
                  <a:pt x="185133" y="45233"/>
                </a:lnTo>
                <a:lnTo>
                  <a:pt x="185133" y="37494"/>
                </a:lnTo>
                <a:lnTo>
                  <a:pt x="186801" y="35793"/>
                </a:lnTo>
                <a:lnTo>
                  <a:pt x="188835" y="35793"/>
                </a:lnTo>
                <a:lnTo>
                  <a:pt x="188835" y="41497"/>
                </a:lnTo>
                <a:close/>
                <a:moveTo>
                  <a:pt x="184332" y="45233"/>
                </a:moveTo>
                <a:lnTo>
                  <a:pt x="180629" y="41497"/>
                </a:lnTo>
                <a:lnTo>
                  <a:pt x="180629" y="35793"/>
                </a:lnTo>
                <a:lnTo>
                  <a:pt x="182664" y="35793"/>
                </a:lnTo>
                <a:lnTo>
                  <a:pt x="184332" y="37461"/>
                </a:lnTo>
                <a:lnTo>
                  <a:pt x="184332" y="45233"/>
                </a:lnTo>
                <a:close/>
                <a:moveTo>
                  <a:pt x="177761" y="37228"/>
                </a:moveTo>
                <a:lnTo>
                  <a:pt x="173057" y="37228"/>
                </a:lnTo>
                <a:lnTo>
                  <a:pt x="169755" y="33892"/>
                </a:lnTo>
                <a:lnTo>
                  <a:pt x="169755" y="31757"/>
                </a:lnTo>
                <a:lnTo>
                  <a:pt x="173691" y="35693"/>
                </a:lnTo>
                <a:lnTo>
                  <a:pt x="179262" y="35693"/>
                </a:lnTo>
                <a:close/>
                <a:moveTo>
                  <a:pt x="168954" y="33892"/>
                </a:moveTo>
                <a:lnTo>
                  <a:pt x="165619" y="37228"/>
                </a:lnTo>
                <a:lnTo>
                  <a:pt x="160949" y="37228"/>
                </a:lnTo>
                <a:lnTo>
                  <a:pt x="159414" y="35693"/>
                </a:lnTo>
                <a:lnTo>
                  <a:pt x="164852" y="35693"/>
                </a:lnTo>
                <a:lnTo>
                  <a:pt x="164985" y="35693"/>
                </a:lnTo>
                <a:lnTo>
                  <a:pt x="168954" y="31757"/>
                </a:lnTo>
                <a:close/>
                <a:moveTo>
                  <a:pt x="158047" y="41497"/>
                </a:moveTo>
                <a:lnTo>
                  <a:pt x="154344" y="45233"/>
                </a:lnTo>
                <a:lnTo>
                  <a:pt x="154344" y="37494"/>
                </a:lnTo>
                <a:lnTo>
                  <a:pt x="156012" y="35793"/>
                </a:lnTo>
                <a:lnTo>
                  <a:pt x="158047" y="35793"/>
                </a:lnTo>
                <a:lnTo>
                  <a:pt x="158047" y="41497"/>
                </a:lnTo>
                <a:close/>
                <a:moveTo>
                  <a:pt x="153543" y="45233"/>
                </a:moveTo>
                <a:lnTo>
                  <a:pt x="149841" y="41497"/>
                </a:lnTo>
                <a:lnTo>
                  <a:pt x="149841" y="35793"/>
                </a:lnTo>
                <a:lnTo>
                  <a:pt x="151876" y="35793"/>
                </a:lnTo>
                <a:lnTo>
                  <a:pt x="153543" y="37461"/>
                </a:lnTo>
                <a:lnTo>
                  <a:pt x="153543" y="45233"/>
                </a:lnTo>
                <a:close/>
                <a:moveTo>
                  <a:pt x="146939" y="37228"/>
                </a:moveTo>
                <a:lnTo>
                  <a:pt x="142269" y="37228"/>
                </a:lnTo>
                <a:lnTo>
                  <a:pt x="138933" y="33892"/>
                </a:lnTo>
                <a:lnTo>
                  <a:pt x="138933" y="31757"/>
                </a:lnTo>
                <a:lnTo>
                  <a:pt x="142903" y="35693"/>
                </a:lnTo>
                <a:lnTo>
                  <a:pt x="143069" y="35693"/>
                </a:lnTo>
                <a:lnTo>
                  <a:pt x="148473" y="35693"/>
                </a:lnTo>
                <a:close/>
                <a:moveTo>
                  <a:pt x="138166" y="33892"/>
                </a:moveTo>
                <a:lnTo>
                  <a:pt x="134830" y="37228"/>
                </a:lnTo>
                <a:lnTo>
                  <a:pt x="130160" y="37228"/>
                </a:lnTo>
                <a:lnTo>
                  <a:pt x="128626" y="35693"/>
                </a:lnTo>
                <a:lnTo>
                  <a:pt x="134196" y="35693"/>
                </a:lnTo>
                <a:lnTo>
                  <a:pt x="138166" y="31757"/>
                </a:lnTo>
                <a:close/>
                <a:moveTo>
                  <a:pt x="127258" y="41497"/>
                </a:moveTo>
                <a:lnTo>
                  <a:pt x="123555" y="45233"/>
                </a:lnTo>
                <a:lnTo>
                  <a:pt x="123555" y="37494"/>
                </a:lnTo>
                <a:lnTo>
                  <a:pt x="125223" y="35793"/>
                </a:lnTo>
                <a:lnTo>
                  <a:pt x="127258" y="35793"/>
                </a:lnTo>
                <a:close/>
                <a:moveTo>
                  <a:pt x="122755" y="45233"/>
                </a:moveTo>
                <a:lnTo>
                  <a:pt x="119052" y="41497"/>
                </a:lnTo>
                <a:lnTo>
                  <a:pt x="119052" y="35793"/>
                </a:lnTo>
                <a:lnTo>
                  <a:pt x="121087" y="35793"/>
                </a:lnTo>
                <a:lnTo>
                  <a:pt x="122755" y="37461"/>
                </a:lnTo>
                <a:close/>
                <a:moveTo>
                  <a:pt x="116150" y="37228"/>
                </a:moveTo>
                <a:lnTo>
                  <a:pt x="111480" y="37228"/>
                </a:lnTo>
                <a:lnTo>
                  <a:pt x="108144" y="33892"/>
                </a:lnTo>
                <a:lnTo>
                  <a:pt x="108144" y="31757"/>
                </a:lnTo>
                <a:lnTo>
                  <a:pt x="112114" y="35693"/>
                </a:lnTo>
                <a:lnTo>
                  <a:pt x="117685" y="35693"/>
                </a:lnTo>
                <a:close/>
                <a:moveTo>
                  <a:pt x="107377" y="33892"/>
                </a:moveTo>
                <a:lnTo>
                  <a:pt x="104041" y="37228"/>
                </a:lnTo>
                <a:lnTo>
                  <a:pt x="99371" y="37228"/>
                </a:lnTo>
                <a:lnTo>
                  <a:pt x="97837" y="35693"/>
                </a:lnTo>
                <a:lnTo>
                  <a:pt x="103241" y="35693"/>
                </a:lnTo>
                <a:lnTo>
                  <a:pt x="103408" y="35693"/>
                </a:lnTo>
                <a:lnTo>
                  <a:pt x="107377" y="31757"/>
                </a:lnTo>
                <a:close/>
                <a:moveTo>
                  <a:pt x="96469" y="41497"/>
                </a:moveTo>
                <a:lnTo>
                  <a:pt x="92767" y="45233"/>
                </a:lnTo>
                <a:lnTo>
                  <a:pt x="92767" y="37494"/>
                </a:lnTo>
                <a:lnTo>
                  <a:pt x="94435" y="35793"/>
                </a:lnTo>
                <a:lnTo>
                  <a:pt x="96469" y="35793"/>
                </a:lnTo>
                <a:close/>
                <a:moveTo>
                  <a:pt x="91966" y="45233"/>
                </a:moveTo>
                <a:lnTo>
                  <a:pt x="88264" y="41497"/>
                </a:lnTo>
                <a:lnTo>
                  <a:pt x="88264" y="35793"/>
                </a:lnTo>
                <a:lnTo>
                  <a:pt x="90298" y="35793"/>
                </a:lnTo>
                <a:lnTo>
                  <a:pt x="91966" y="37461"/>
                </a:lnTo>
                <a:close/>
                <a:moveTo>
                  <a:pt x="85361" y="37228"/>
                </a:moveTo>
                <a:lnTo>
                  <a:pt x="80691" y="37228"/>
                </a:lnTo>
                <a:lnTo>
                  <a:pt x="77356" y="33892"/>
                </a:lnTo>
                <a:lnTo>
                  <a:pt x="77356" y="31757"/>
                </a:lnTo>
                <a:lnTo>
                  <a:pt x="81325" y="35693"/>
                </a:lnTo>
                <a:lnTo>
                  <a:pt x="81492" y="35693"/>
                </a:lnTo>
                <a:lnTo>
                  <a:pt x="86896" y="35693"/>
                </a:lnTo>
                <a:close/>
                <a:moveTo>
                  <a:pt x="76589" y="33892"/>
                </a:moveTo>
                <a:lnTo>
                  <a:pt x="73253" y="37228"/>
                </a:lnTo>
                <a:lnTo>
                  <a:pt x="68583" y="37228"/>
                </a:lnTo>
                <a:lnTo>
                  <a:pt x="67048" y="35693"/>
                </a:lnTo>
                <a:lnTo>
                  <a:pt x="72619" y="35693"/>
                </a:lnTo>
                <a:lnTo>
                  <a:pt x="76589" y="31757"/>
                </a:lnTo>
                <a:close/>
                <a:moveTo>
                  <a:pt x="65681" y="41497"/>
                </a:moveTo>
                <a:lnTo>
                  <a:pt x="61978" y="45233"/>
                </a:lnTo>
                <a:lnTo>
                  <a:pt x="61978" y="37494"/>
                </a:lnTo>
                <a:lnTo>
                  <a:pt x="63646" y="35793"/>
                </a:lnTo>
                <a:lnTo>
                  <a:pt x="65681" y="35793"/>
                </a:lnTo>
                <a:close/>
                <a:moveTo>
                  <a:pt x="61178" y="45233"/>
                </a:moveTo>
                <a:lnTo>
                  <a:pt x="57475" y="41497"/>
                </a:lnTo>
                <a:lnTo>
                  <a:pt x="57475" y="35793"/>
                </a:lnTo>
                <a:lnTo>
                  <a:pt x="59510" y="35793"/>
                </a:lnTo>
                <a:lnTo>
                  <a:pt x="61178" y="37461"/>
                </a:lnTo>
                <a:close/>
                <a:moveTo>
                  <a:pt x="54573" y="37228"/>
                </a:moveTo>
                <a:lnTo>
                  <a:pt x="49903" y="37228"/>
                </a:lnTo>
                <a:lnTo>
                  <a:pt x="46567" y="33892"/>
                </a:lnTo>
                <a:lnTo>
                  <a:pt x="46567" y="31757"/>
                </a:lnTo>
                <a:lnTo>
                  <a:pt x="50537" y="35693"/>
                </a:lnTo>
                <a:lnTo>
                  <a:pt x="56107" y="35693"/>
                </a:lnTo>
                <a:close/>
                <a:moveTo>
                  <a:pt x="45767" y="33892"/>
                </a:moveTo>
                <a:lnTo>
                  <a:pt x="42464" y="37228"/>
                </a:lnTo>
                <a:lnTo>
                  <a:pt x="37761" y="37228"/>
                </a:lnTo>
                <a:lnTo>
                  <a:pt x="36226" y="35693"/>
                </a:lnTo>
                <a:lnTo>
                  <a:pt x="41664" y="35693"/>
                </a:lnTo>
                <a:lnTo>
                  <a:pt x="41830" y="35693"/>
                </a:lnTo>
                <a:lnTo>
                  <a:pt x="45767" y="31757"/>
                </a:lnTo>
                <a:lnTo>
                  <a:pt x="45767" y="33892"/>
                </a:lnTo>
                <a:close/>
                <a:moveTo>
                  <a:pt x="34892" y="41497"/>
                </a:moveTo>
                <a:lnTo>
                  <a:pt x="31189" y="45233"/>
                </a:lnTo>
                <a:lnTo>
                  <a:pt x="31189" y="37494"/>
                </a:lnTo>
                <a:lnTo>
                  <a:pt x="32857" y="35793"/>
                </a:lnTo>
                <a:lnTo>
                  <a:pt x="34892" y="35793"/>
                </a:lnTo>
                <a:close/>
                <a:moveTo>
                  <a:pt x="34892" y="50871"/>
                </a:moveTo>
                <a:lnTo>
                  <a:pt x="34892" y="56575"/>
                </a:lnTo>
                <a:lnTo>
                  <a:pt x="32857" y="56575"/>
                </a:lnTo>
                <a:lnTo>
                  <a:pt x="31189" y="54874"/>
                </a:lnTo>
                <a:lnTo>
                  <a:pt x="31189" y="47135"/>
                </a:lnTo>
                <a:close/>
                <a:moveTo>
                  <a:pt x="32424" y="57242"/>
                </a:moveTo>
                <a:lnTo>
                  <a:pt x="32691" y="57375"/>
                </a:lnTo>
                <a:lnTo>
                  <a:pt x="34592" y="57375"/>
                </a:lnTo>
                <a:lnTo>
                  <a:pt x="33291" y="58643"/>
                </a:lnTo>
                <a:lnTo>
                  <a:pt x="31990" y="58643"/>
                </a:lnTo>
                <a:lnTo>
                  <a:pt x="31189" y="57809"/>
                </a:lnTo>
                <a:lnTo>
                  <a:pt x="31189" y="56008"/>
                </a:lnTo>
                <a:close/>
                <a:moveTo>
                  <a:pt x="33725" y="59077"/>
                </a:moveTo>
                <a:lnTo>
                  <a:pt x="34992" y="57776"/>
                </a:lnTo>
                <a:lnTo>
                  <a:pt x="34992" y="59844"/>
                </a:lnTo>
                <a:lnTo>
                  <a:pt x="36360" y="61178"/>
                </a:lnTo>
                <a:lnTo>
                  <a:pt x="34525" y="61178"/>
                </a:lnTo>
                <a:lnTo>
                  <a:pt x="33725" y="60377"/>
                </a:lnTo>
                <a:close/>
                <a:moveTo>
                  <a:pt x="34525" y="61979"/>
                </a:moveTo>
                <a:lnTo>
                  <a:pt x="36360" y="61979"/>
                </a:lnTo>
                <a:lnTo>
                  <a:pt x="34992" y="63313"/>
                </a:lnTo>
                <a:lnTo>
                  <a:pt x="34992" y="65381"/>
                </a:lnTo>
                <a:lnTo>
                  <a:pt x="33725" y="64080"/>
                </a:lnTo>
                <a:lnTo>
                  <a:pt x="33725" y="62779"/>
                </a:lnTo>
                <a:close/>
                <a:moveTo>
                  <a:pt x="32857" y="66582"/>
                </a:moveTo>
                <a:lnTo>
                  <a:pt x="34892" y="66582"/>
                </a:lnTo>
                <a:lnTo>
                  <a:pt x="34892" y="72286"/>
                </a:lnTo>
                <a:lnTo>
                  <a:pt x="31189" y="76022"/>
                </a:lnTo>
                <a:lnTo>
                  <a:pt x="31189" y="68250"/>
                </a:lnTo>
                <a:close/>
                <a:moveTo>
                  <a:pt x="34892" y="81659"/>
                </a:moveTo>
                <a:lnTo>
                  <a:pt x="34892" y="87363"/>
                </a:lnTo>
                <a:lnTo>
                  <a:pt x="32857" y="87363"/>
                </a:lnTo>
                <a:lnTo>
                  <a:pt x="31189" y="85696"/>
                </a:lnTo>
                <a:lnTo>
                  <a:pt x="31189" y="77923"/>
                </a:lnTo>
                <a:close/>
                <a:moveTo>
                  <a:pt x="37761" y="85929"/>
                </a:moveTo>
                <a:lnTo>
                  <a:pt x="42464" y="85929"/>
                </a:lnTo>
                <a:lnTo>
                  <a:pt x="45767" y="89265"/>
                </a:lnTo>
                <a:lnTo>
                  <a:pt x="45767" y="91400"/>
                </a:lnTo>
                <a:lnTo>
                  <a:pt x="41830" y="87464"/>
                </a:lnTo>
                <a:lnTo>
                  <a:pt x="41664" y="87464"/>
                </a:lnTo>
                <a:lnTo>
                  <a:pt x="36260" y="87464"/>
                </a:lnTo>
                <a:close/>
                <a:moveTo>
                  <a:pt x="46567" y="89265"/>
                </a:moveTo>
                <a:lnTo>
                  <a:pt x="49903" y="85929"/>
                </a:lnTo>
                <a:lnTo>
                  <a:pt x="54573" y="85929"/>
                </a:lnTo>
                <a:lnTo>
                  <a:pt x="56107" y="87464"/>
                </a:lnTo>
                <a:lnTo>
                  <a:pt x="50537" y="87464"/>
                </a:lnTo>
                <a:lnTo>
                  <a:pt x="46567" y="91400"/>
                </a:lnTo>
                <a:close/>
                <a:moveTo>
                  <a:pt x="57475" y="81659"/>
                </a:moveTo>
                <a:lnTo>
                  <a:pt x="61178" y="77923"/>
                </a:lnTo>
                <a:lnTo>
                  <a:pt x="61178" y="85696"/>
                </a:lnTo>
                <a:lnTo>
                  <a:pt x="59510" y="87363"/>
                </a:lnTo>
                <a:lnTo>
                  <a:pt x="57475" y="87363"/>
                </a:lnTo>
                <a:close/>
                <a:moveTo>
                  <a:pt x="61978" y="77923"/>
                </a:moveTo>
                <a:lnTo>
                  <a:pt x="65681" y="81659"/>
                </a:lnTo>
                <a:lnTo>
                  <a:pt x="65681" y="87363"/>
                </a:lnTo>
                <a:lnTo>
                  <a:pt x="63646" y="87363"/>
                </a:lnTo>
                <a:lnTo>
                  <a:pt x="61978" y="85662"/>
                </a:lnTo>
                <a:close/>
                <a:moveTo>
                  <a:pt x="68583" y="85929"/>
                </a:moveTo>
                <a:lnTo>
                  <a:pt x="73253" y="85929"/>
                </a:lnTo>
                <a:lnTo>
                  <a:pt x="76555" y="89265"/>
                </a:lnTo>
                <a:lnTo>
                  <a:pt x="76555" y="91400"/>
                </a:lnTo>
                <a:lnTo>
                  <a:pt x="72619" y="87464"/>
                </a:lnTo>
                <a:lnTo>
                  <a:pt x="67048" y="87464"/>
                </a:lnTo>
                <a:close/>
                <a:moveTo>
                  <a:pt x="77356" y="89265"/>
                </a:moveTo>
                <a:lnTo>
                  <a:pt x="80691" y="85929"/>
                </a:lnTo>
                <a:lnTo>
                  <a:pt x="85361" y="85929"/>
                </a:lnTo>
                <a:lnTo>
                  <a:pt x="86896" y="87464"/>
                </a:lnTo>
                <a:lnTo>
                  <a:pt x="81492" y="87464"/>
                </a:lnTo>
                <a:lnTo>
                  <a:pt x="81325" y="87464"/>
                </a:lnTo>
                <a:lnTo>
                  <a:pt x="77356" y="91400"/>
                </a:lnTo>
                <a:close/>
                <a:moveTo>
                  <a:pt x="88264" y="81659"/>
                </a:moveTo>
                <a:lnTo>
                  <a:pt x="91966" y="77923"/>
                </a:lnTo>
                <a:lnTo>
                  <a:pt x="91966" y="85696"/>
                </a:lnTo>
                <a:lnTo>
                  <a:pt x="90298" y="87363"/>
                </a:lnTo>
                <a:lnTo>
                  <a:pt x="88264" y="87363"/>
                </a:lnTo>
                <a:close/>
                <a:moveTo>
                  <a:pt x="92767" y="77923"/>
                </a:moveTo>
                <a:lnTo>
                  <a:pt x="96469" y="81659"/>
                </a:lnTo>
                <a:lnTo>
                  <a:pt x="96469" y="87363"/>
                </a:lnTo>
                <a:lnTo>
                  <a:pt x="94435" y="87363"/>
                </a:lnTo>
                <a:lnTo>
                  <a:pt x="92767" y="85662"/>
                </a:lnTo>
                <a:close/>
                <a:moveTo>
                  <a:pt x="99371" y="85929"/>
                </a:moveTo>
                <a:lnTo>
                  <a:pt x="104041" y="85929"/>
                </a:lnTo>
                <a:lnTo>
                  <a:pt x="107377" y="89265"/>
                </a:lnTo>
                <a:lnTo>
                  <a:pt x="107377" y="91400"/>
                </a:lnTo>
                <a:lnTo>
                  <a:pt x="103408" y="87464"/>
                </a:lnTo>
                <a:lnTo>
                  <a:pt x="103241" y="87464"/>
                </a:lnTo>
                <a:lnTo>
                  <a:pt x="97837" y="87464"/>
                </a:lnTo>
                <a:close/>
                <a:moveTo>
                  <a:pt x="108144" y="89265"/>
                </a:moveTo>
                <a:lnTo>
                  <a:pt x="111480" y="85929"/>
                </a:lnTo>
                <a:lnTo>
                  <a:pt x="116150" y="85929"/>
                </a:lnTo>
                <a:lnTo>
                  <a:pt x="117685" y="87464"/>
                </a:lnTo>
                <a:lnTo>
                  <a:pt x="112114" y="87464"/>
                </a:lnTo>
                <a:lnTo>
                  <a:pt x="108144" y="91400"/>
                </a:lnTo>
                <a:lnTo>
                  <a:pt x="108144" y="89265"/>
                </a:lnTo>
                <a:close/>
                <a:moveTo>
                  <a:pt x="119052" y="81659"/>
                </a:moveTo>
                <a:lnTo>
                  <a:pt x="122755" y="77923"/>
                </a:lnTo>
                <a:lnTo>
                  <a:pt x="122755" y="85696"/>
                </a:lnTo>
                <a:lnTo>
                  <a:pt x="121087" y="87363"/>
                </a:lnTo>
                <a:lnTo>
                  <a:pt x="119052" y="87363"/>
                </a:lnTo>
                <a:close/>
                <a:moveTo>
                  <a:pt x="123555" y="77923"/>
                </a:moveTo>
                <a:lnTo>
                  <a:pt x="127258" y="81659"/>
                </a:lnTo>
                <a:lnTo>
                  <a:pt x="127258" y="87363"/>
                </a:lnTo>
                <a:lnTo>
                  <a:pt x="125223" y="87363"/>
                </a:lnTo>
                <a:lnTo>
                  <a:pt x="123555" y="85662"/>
                </a:lnTo>
                <a:lnTo>
                  <a:pt x="123555" y="77923"/>
                </a:lnTo>
                <a:close/>
                <a:moveTo>
                  <a:pt x="130160" y="85929"/>
                </a:moveTo>
                <a:lnTo>
                  <a:pt x="134830" y="85929"/>
                </a:lnTo>
                <a:lnTo>
                  <a:pt x="138166" y="89265"/>
                </a:lnTo>
                <a:lnTo>
                  <a:pt x="138166" y="91400"/>
                </a:lnTo>
                <a:lnTo>
                  <a:pt x="134196" y="87464"/>
                </a:lnTo>
                <a:lnTo>
                  <a:pt x="128626" y="87464"/>
                </a:lnTo>
                <a:close/>
                <a:moveTo>
                  <a:pt x="138933" y="89265"/>
                </a:moveTo>
                <a:lnTo>
                  <a:pt x="142269" y="85929"/>
                </a:lnTo>
                <a:lnTo>
                  <a:pt x="146939" y="85929"/>
                </a:lnTo>
                <a:lnTo>
                  <a:pt x="148473" y="87464"/>
                </a:lnTo>
                <a:lnTo>
                  <a:pt x="143069" y="87464"/>
                </a:lnTo>
                <a:lnTo>
                  <a:pt x="142903" y="87464"/>
                </a:lnTo>
                <a:lnTo>
                  <a:pt x="138933" y="91400"/>
                </a:lnTo>
                <a:close/>
                <a:moveTo>
                  <a:pt x="149841" y="81659"/>
                </a:moveTo>
                <a:lnTo>
                  <a:pt x="153543" y="77923"/>
                </a:lnTo>
                <a:lnTo>
                  <a:pt x="153543" y="85696"/>
                </a:lnTo>
                <a:lnTo>
                  <a:pt x="151876" y="87363"/>
                </a:lnTo>
                <a:lnTo>
                  <a:pt x="149841" y="87363"/>
                </a:lnTo>
                <a:lnTo>
                  <a:pt x="149841" y="81659"/>
                </a:lnTo>
                <a:close/>
                <a:moveTo>
                  <a:pt x="154344" y="77923"/>
                </a:moveTo>
                <a:lnTo>
                  <a:pt x="158047" y="81659"/>
                </a:lnTo>
                <a:lnTo>
                  <a:pt x="158047" y="87363"/>
                </a:lnTo>
                <a:lnTo>
                  <a:pt x="156012" y="87363"/>
                </a:lnTo>
                <a:lnTo>
                  <a:pt x="154344" y="85662"/>
                </a:lnTo>
                <a:lnTo>
                  <a:pt x="154344" y="77923"/>
                </a:lnTo>
                <a:close/>
                <a:moveTo>
                  <a:pt x="160949" y="85929"/>
                </a:moveTo>
                <a:lnTo>
                  <a:pt x="165619" y="85929"/>
                </a:lnTo>
                <a:lnTo>
                  <a:pt x="168954" y="89265"/>
                </a:lnTo>
                <a:lnTo>
                  <a:pt x="168954" y="91400"/>
                </a:lnTo>
                <a:lnTo>
                  <a:pt x="164985" y="87464"/>
                </a:lnTo>
                <a:lnTo>
                  <a:pt x="164852" y="87464"/>
                </a:lnTo>
                <a:lnTo>
                  <a:pt x="159414" y="87464"/>
                </a:lnTo>
                <a:close/>
                <a:moveTo>
                  <a:pt x="169755" y="89265"/>
                </a:moveTo>
                <a:lnTo>
                  <a:pt x="173057" y="85929"/>
                </a:lnTo>
                <a:lnTo>
                  <a:pt x="177761" y="85929"/>
                </a:lnTo>
                <a:lnTo>
                  <a:pt x="179262" y="87464"/>
                </a:lnTo>
                <a:lnTo>
                  <a:pt x="173691" y="87464"/>
                </a:lnTo>
                <a:lnTo>
                  <a:pt x="169755" y="91400"/>
                </a:lnTo>
                <a:close/>
                <a:moveTo>
                  <a:pt x="180629" y="81659"/>
                </a:moveTo>
                <a:lnTo>
                  <a:pt x="184332" y="77923"/>
                </a:lnTo>
                <a:lnTo>
                  <a:pt x="184332" y="85696"/>
                </a:lnTo>
                <a:lnTo>
                  <a:pt x="182664" y="87363"/>
                </a:lnTo>
                <a:lnTo>
                  <a:pt x="180629" y="87363"/>
                </a:lnTo>
                <a:lnTo>
                  <a:pt x="180629" y="81659"/>
                </a:lnTo>
                <a:close/>
                <a:moveTo>
                  <a:pt x="185133" y="77923"/>
                </a:moveTo>
                <a:lnTo>
                  <a:pt x="188869" y="81659"/>
                </a:lnTo>
                <a:lnTo>
                  <a:pt x="188869" y="87363"/>
                </a:lnTo>
                <a:lnTo>
                  <a:pt x="186801" y="87363"/>
                </a:lnTo>
                <a:lnTo>
                  <a:pt x="185133" y="85662"/>
                </a:lnTo>
                <a:lnTo>
                  <a:pt x="185133" y="77923"/>
                </a:lnTo>
                <a:close/>
                <a:moveTo>
                  <a:pt x="191737" y="85929"/>
                </a:moveTo>
                <a:lnTo>
                  <a:pt x="196441" y="85929"/>
                </a:lnTo>
                <a:lnTo>
                  <a:pt x="199743" y="89265"/>
                </a:lnTo>
                <a:lnTo>
                  <a:pt x="199743" y="91400"/>
                </a:lnTo>
                <a:lnTo>
                  <a:pt x="195807" y="87464"/>
                </a:lnTo>
                <a:lnTo>
                  <a:pt x="190203" y="87464"/>
                </a:lnTo>
                <a:close/>
                <a:moveTo>
                  <a:pt x="200544" y="89265"/>
                </a:moveTo>
                <a:lnTo>
                  <a:pt x="203846" y="85929"/>
                </a:lnTo>
                <a:lnTo>
                  <a:pt x="208549" y="85929"/>
                </a:lnTo>
                <a:lnTo>
                  <a:pt x="210084" y="87464"/>
                </a:lnTo>
                <a:lnTo>
                  <a:pt x="204647" y="87464"/>
                </a:lnTo>
                <a:lnTo>
                  <a:pt x="204480" y="87464"/>
                </a:lnTo>
                <a:lnTo>
                  <a:pt x="200544" y="91400"/>
                </a:lnTo>
                <a:close/>
                <a:moveTo>
                  <a:pt x="211418" y="81659"/>
                </a:moveTo>
                <a:lnTo>
                  <a:pt x="215154" y="77923"/>
                </a:lnTo>
                <a:lnTo>
                  <a:pt x="215154" y="85696"/>
                </a:lnTo>
                <a:lnTo>
                  <a:pt x="213453" y="87363"/>
                </a:lnTo>
                <a:lnTo>
                  <a:pt x="211418" y="87363"/>
                </a:lnTo>
                <a:lnTo>
                  <a:pt x="211418" y="81659"/>
                </a:lnTo>
                <a:close/>
                <a:moveTo>
                  <a:pt x="211418" y="72286"/>
                </a:moveTo>
                <a:lnTo>
                  <a:pt x="211418" y="66582"/>
                </a:lnTo>
                <a:lnTo>
                  <a:pt x="213453" y="66582"/>
                </a:lnTo>
                <a:lnTo>
                  <a:pt x="215154" y="68283"/>
                </a:lnTo>
                <a:lnTo>
                  <a:pt x="215154" y="76022"/>
                </a:lnTo>
                <a:close/>
                <a:moveTo>
                  <a:pt x="213887" y="65915"/>
                </a:moveTo>
                <a:lnTo>
                  <a:pt x="213620" y="65815"/>
                </a:lnTo>
                <a:lnTo>
                  <a:pt x="211718" y="65815"/>
                </a:lnTo>
                <a:lnTo>
                  <a:pt x="213019" y="64514"/>
                </a:lnTo>
                <a:lnTo>
                  <a:pt x="214320" y="64514"/>
                </a:lnTo>
                <a:lnTo>
                  <a:pt x="215154" y="65348"/>
                </a:lnTo>
                <a:lnTo>
                  <a:pt x="215154" y="67149"/>
                </a:lnTo>
                <a:close/>
                <a:moveTo>
                  <a:pt x="212586" y="64113"/>
                </a:moveTo>
                <a:lnTo>
                  <a:pt x="211318" y="65381"/>
                </a:lnTo>
                <a:lnTo>
                  <a:pt x="211318" y="63346"/>
                </a:lnTo>
                <a:lnTo>
                  <a:pt x="209950" y="61979"/>
                </a:lnTo>
                <a:lnTo>
                  <a:pt x="211785" y="61979"/>
                </a:lnTo>
                <a:lnTo>
                  <a:pt x="212586" y="62813"/>
                </a:lnTo>
                <a:lnTo>
                  <a:pt x="212586" y="64113"/>
                </a:lnTo>
                <a:close/>
                <a:moveTo>
                  <a:pt x="211785" y="61178"/>
                </a:moveTo>
                <a:lnTo>
                  <a:pt x="209950" y="61178"/>
                </a:lnTo>
                <a:lnTo>
                  <a:pt x="211318" y="59844"/>
                </a:lnTo>
                <a:lnTo>
                  <a:pt x="211318" y="57776"/>
                </a:lnTo>
                <a:lnTo>
                  <a:pt x="212586" y="59077"/>
                </a:lnTo>
                <a:lnTo>
                  <a:pt x="212586" y="60377"/>
                </a:lnTo>
                <a:close/>
                <a:moveTo>
                  <a:pt x="213453" y="56575"/>
                </a:moveTo>
                <a:lnTo>
                  <a:pt x="211418" y="56575"/>
                </a:lnTo>
                <a:lnTo>
                  <a:pt x="211418" y="50871"/>
                </a:lnTo>
                <a:lnTo>
                  <a:pt x="215154" y="47135"/>
                </a:lnTo>
                <a:lnTo>
                  <a:pt x="215154" y="54874"/>
                </a:lnTo>
                <a:close/>
                <a:moveTo>
                  <a:pt x="211418" y="41497"/>
                </a:moveTo>
                <a:lnTo>
                  <a:pt x="211418" y="35793"/>
                </a:lnTo>
                <a:lnTo>
                  <a:pt x="213453" y="35793"/>
                </a:lnTo>
                <a:lnTo>
                  <a:pt x="215154" y="37494"/>
                </a:lnTo>
                <a:lnTo>
                  <a:pt x="215154" y="45233"/>
                </a:lnTo>
                <a:close/>
                <a:moveTo>
                  <a:pt x="213887" y="35126"/>
                </a:moveTo>
                <a:lnTo>
                  <a:pt x="213620" y="34993"/>
                </a:lnTo>
                <a:lnTo>
                  <a:pt x="211718" y="34993"/>
                </a:lnTo>
                <a:lnTo>
                  <a:pt x="213019" y="33725"/>
                </a:lnTo>
                <a:lnTo>
                  <a:pt x="214320" y="33725"/>
                </a:lnTo>
                <a:lnTo>
                  <a:pt x="215154" y="34559"/>
                </a:lnTo>
                <a:lnTo>
                  <a:pt x="215154" y="36360"/>
                </a:lnTo>
                <a:close/>
                <a:moveTo>
                  <a:pt x="210518" y="32858"/>
                </a:moveTo>
                <a:lnTo>
                  <a:pt x="210518" y="34893"/>
                </a:lnTo>
                <a:lnTo>
                  <a:pt x="204813" y="34893"/>
                </a:lnTo>
                <a:lnTo>
                  <a:pt x="201077" y="31190"/>
                </a:lnTo>
                <a:lnTo>
                  <a:pt x="208850" y="31190"/>
                </a:lnTo>
                <a:close/>
                <a:moveTo>
                  <a:pt x="195473" y="34893"/>
                </a:moveTo>
                <a:lnTo>
                  <a:pt x="189736" y="34893"/>
                </a:lnTo>
                <a:lnTo>
                  <a:pt x="189736" y="32858"/>
                </a:lnTo>
                <a:lnTo>
                  <a:pt x="191437" y="31190"/>
                </a:lnTo>
                <a:lnTo>
                  <a:pt x="199176" y="31190"/>
                </a:lnTo>
                <a:close/>
                <a:moveTo>
                  <a:pt x="187268" y="33725"/>
                </a:moveTo>
                <a:lnTo>
                  <a:pt x="188535" y="34993"/>
                </a:lnTo>
                <a:lnTo>
                  <a:pt x="186667" y="34993"/>
                </a:lnTo>
                <a:lnTo>
                  <a:pt x="186367" y="35126"/>
                </a:lnTo>
                <a:lnTo>
                  <a:pt x="185133" y="36360"/>
                </a:lnTo>
                <a:lnTo>
                  <a:pt x="185133" y="34559"/>
                </a:lnTo>
                <a:lnTo>
                  <a:pt x="185967" y="33725"/>
                </a:lnTo>
                <a:lnTo>
                  <a:pt x="187268" y="33725"/>
                </a:lnTo>
                <a:close/>
                <a:moveTo>
                  <a:pt x="184332" y="36360"/>
                </a:moveTo>
                <a:lnTo>
                  <a:pt x="183098" y="35126"/>
                </a:lnTo>
                <a:lnTo>
                  <a:pt x="182831" y="34993"/>
                </a:lnTo>
                <a:lnTo>
                  <a:pt x="180930" y="34993"/>
                </a:lnTo>
                <a:lnTo>
                  <a:pt x="182231" y="33725"/>
                </a:lnTo>
                <a:lnTo>
                  <a:pt x="183532" y="33725"/>
                </a:lnTo>
                <a:lnTo>
                  <a:pt x="184332" y="34559"/>
                </a:lnTo>
                <a:close/>
                <a:moveTo>
                  <a:pt x="179729" y="32858"/>
                </a:moveTo>
                <a:lnTo>
                  <a:pt x="179729" y="34893"/>
                </a:lnTo>
                <a:lnTo>
                  <a:pt x="174025" y="34893"/>
                </a:lnTo>
                <a:lnTo>
                  <a:pt x="170289" y="31190"/>
                </a:lnTo>
                <a:lnTo>
                  <a:pt x="178061" y="31190"/>
                </a:lnTo>
                <a:close/>
                <a:moveTo>
                  <a:pt x="164685" y="34893"/>
                </a:moveTo>
                <a:lnTo>
                  <a:pt x="158947" y="34893"/>
                </a:lnTo>
                <a:lnTo>
                  <a:pt x="158947" y="32858"/>
                </a:lnTo>
                <a:lnTo>
                  <a:pt x="160649" y="31190"/>
                </a:lnTo>
                <a:lnTo>
                  <a:pt x="168387" y="31190"/>
                </a:lnTo>
                <a:close/>
                <a:moveTo>
                  <a:pt x="156479" y="33725"/>
                </a:moveTo>
                <a:lnTo>
                  <a:pt x="157746" y="34993"/>
                </a:lnTo>
                <a:lnTo>
                  <a:pt x="155878" y="34993"/>
                </a:lnTo>
                <a:lnTo>
                  <a:pt x="155578" y="35126"/>
                </a:lnTo>
                <a:lnTo>
                  <a:pt x="154344" y="36360"/>
                </a:lnTo>
                <a:lnTo>
                  <a:pt x="154344" y="34559"/>
                </a:lnTo>
                <a:lnTo>
                  <a:pt x="155178" y="33725"/>
                </a:lnTo>
                <a:lnTo>
                  <a:pt x="156479" y="33725"/>
                </a:lnTo>
                <a:close/>
                <a:moveTo>
                  <a:pt x="153543" y="36360"/>
                </a:moveTo>
                <a:lnTo>
                  <a:pt x="152309" y="35126"/>
                </a:lnTo>
                <a:lnTo>
                  <a:pt x="152042" y="34993"/>
                </a:lnTo>
                <a:lnTo>
                  <a:pt x="150141" y="34993"/>
                </a:lnTo>
                <a:lnTo>
                  <a:pt x="151442" y="33725"/>
                </a:lnTo>
                <a:lnTo>
                  <a:pt x="152743" y="33725"/>
                </a:lnTo>
                <a:lnTo>
                  <a:pt x="153543" y="34559"/>
                </a:lnTo>
                <a:close/>
                <a:moveTo>
                  <a:pt x="148940" y="32858"/>
                </a:moveTo>
                <a:lnTo>
                  <a:pt x="148940" y="34893"/>
                </a:lnTo>
                <a:lnTo>
                  <a:pt x="143236" y="34893"/>
                </a:lnTo>
                <a:lnTo>
                  <a:pt x="139500" y="31190"/>
                </a:lnTo>
                <a:lnTo>
                  <a:pt x="147239" y="31190"/>
                </a:lnTo>
                <a:close/>
                <a:moveTo>
                  <a:pt x="133896" y="34893"/>
                </a:moveTo>
                <a:lnTo>
                  <a:pt x="128159" y="34893"/>
                </a:lnTo>
                <a:lnTo>
                  <a:pt x="128159" y="32858"/>
                </a:lnTo>
                <a:lnTo>
                  <a:pt x="129860" y="31190"/>
                </a:lnTo>
                <a:lnTo>
                  <a:pt x="137599" y="31190"/>
                </a:lnTo>
                <a:close/>
                <a:moveTo>
                  <a:pt x="125690" y="33725"/>
                </a:moveTo>
                <a:lnTo>
                  <a:pt x="126958" y="34993"/>
                </a:lnTo>
                <a:lnTo>
                  <a:pt x="125056" y="34993"/>
                </a:lnTo>
                <a:lnTo>
                  <a:pt x="124790" y="35126"/>
                </a:lnTo>
                <a:lnTo>
                  <a:pt x="123555" y="36360"/>
                </a:lnTo>
                <a:lnTo>
                  <a:pt x="123555" y="34559"/>
                </a:lnTo>
                <a:lnTo>
                  <a:pt x="124389" y="33725"/>
                </a:lnTo>
                <a:lnTo>
                  <a:pt x="125690" y="33725"/>
                </a:lnTo>
                <a:close/>
                <a:moveTo>
                  <a:pt x="122755" y="36360"/>
                </a:moveTo>
                <a:lnTo>
                  <a:pt x="121521" y="35126"/>
                </a:lnTo>
                <a:lnTo>
                  <a:pt x="121254" y="34993"/>
                </a:lnTo>
                <a:lnTo>
                  <a:pt x="119352" y="34993"/>
                </a:lnTo>
                <a:lnTo>
                  <a:pt x="120653" y="33725"/>
                </a:lnTo>
                <a:lnTo>
                  <a:pt x="121954" y="33725"/>
                </a:lnTo>
                <a:lnTo>
                  <a:pt x="122755" y="34559"/>
                </a:lnTo>
                <a:lnTo>
                  <a:pt x="122755" y="36360"/>
                </a:lnTo>
                <a:close/>
                <a:moveTo>
                  <a:pt x="118152" y="32858"/>
                </a:moveTo>
                <a:lnTo>
                  <a:pt x="118152" y="34893"/>
                </a:lnTo>
                <a:lnTo>
                  <a:pt x="112447" y="34893"/>
                </a:lnTo>
                <a:lnTo>
                  <a:pt x="108711" y="31190"/>
                </a:lnTo>
                <a:lnTo>
                  <a:pt x="116450" y="31190"/>
                </a:lnTo>
                <a:close/>
                <a:moveTo>
                  <a:pt x="103074" y="34893"/>
                </a:moveTo>
                <a:lnTo>
                  <a:pt x="97370" y="34893"/>
                </a:lnTo>
                <a:lnTo>
                  <a:pt x="97370" y="32858"/>
                </a:lnTo>
                <a:lnTo>
                  <a:pt x="99071" y="31190"/>
                </a:lnTo>
                <a:lnTo>
                  <a:pt x="106810" y="31190"/>
                </a:lnTo>
                <a:close/>
                <a:moveTo>
                  <a:pt x="94868" y="33725"/>
                </a:moveTo>
                <a:lnTo>
                  <a:pt x="96169" y="34993"/>
                </a:lnTo>
                <a:lnTo>
                  <a:pt x="94268" y="34993"/>
                </a:lnTo>
                <a:lnTo>
                  <a:pt x="94001" y="35126"/>
                </a:lnTo>
                <a:lnTo>
                  <a:pt x="92767" y="36360"/>
                </a:lnTo>
                <a:lnTo>
                  <a:pt x="92767" y="34559"/>
                </a:lnTo>
                <a:lnTo>
                  <a:pt x="93567" y="33725"/>
                </a:lnTo>
                <a:lnTo>
                  <a:pt x="94868" y="33725"/>
                </a:lnTo>
                <a:close/>
                <a:moveTo>
                  <a:pt x="91966" y="36360"/>
                </a:moveTo>
                <a:lnTo>
                  <a:pt x="90732" y="35126"/>
                </a:lnTo>
                <a:lnTo>
                  <a:pt x="90465" y="34993"/>
                </a:lnTo>
                <a:lnTo>
                  <a:pt x="88564" y="34993"/>
                </a:lnTo>
                <a:lnTo>
                  <a:pt x="89865" y="33725"/>
                </a:lnTo>
                <a:lnTo>
                  <a:pt x="91166" y="33725"/>
                </a:lnTo>
                <a:lnTo>
                  <a:pt x="91966" y="34559"/>
                </a:lnTo>
                <a:lnTo>
                  <a:pt x="91966" y="36360"/>
                </a:lnTo>
                <a:close/>
                <a:moveTo>
                  <a:pt x="87363" y="32858"/>
                </a:moveTo>
                <a:lnTo>
                  <a:pt x="87363" y="34893"/>
                </a:lnTo>
                <a:lnTo>
                  <a:pt x="81659" y="34893"/>
                </a:lnTo>
                <a:lnTo>
                  <a:pt x="77923" y="31190"/>
                </a:lnTo>
                <a:lnTo>
                  <a:pt x="85662" y="31190"/>
                </a:lnTo>
                <a:close/>
                <a:moveTo>
                  <a:pt x="72285" y="34893"/>
                </a:moveTo>
                <a:lnTo>
                  <a:pt x="66581" y="34893"/>
                </a:lnTo>
                <a:lnTo>
                  <a:pt x="66581" y="32858"/>
                </a:lnTo>
                <a:lnTo>
                  <a:pt x="68249" y="31190"/>
                </a:lnTo>
                <a:lnTo>
                  <a:pt x="76021" y="31190"/>
                </a:lnTo>
                <a:close/>
                <a:moveTo>
                  <a:pt x="64080" y="33725"/>
                </a:moveTo>
                <a:lnTo>
                  <a:pt x="65381" y="34993"/>
                </a:lnTo>
                <a:lnTo>
                  <a:pt x="63479" y="34993"/>
                </a:lnTo>
                <a:lnTo>
                  <a:pt x="63212" y="35126"/>
                </a:lnTo>
                <a:lnTo>
                  <a:pt x="61978" y="36360"/>
                </a:lnTo>
                <a:lnTo>
                  <a:pt x="61978" y="34559"/>
                </a:lnTo>
                <a:lnTo>
                  <a:pt x="62779" y="33725"/>
                </a:lnTo>
                <a:lnTo>
                  <a:pt x="64080" y="33725"/>
                </a:lnTo>
                <a:close/>
                <a:moveTo>
                  <a:pt x="61178" y="36360"/>
                </a:moveTo>
                <a:lnTo>
                  <a:pt x="59943" y="35126"/>
                </a:lnTo>
                <a:lnTo>
                  <a:pt x="59676" y="34993"/>
                </a:lnTo>
                <a:lnTo>
                  <a:pt x="57775" y="34993"/>
                </a:lnTo>
                <a:lnTo>
                  <a:pt x="59043" y="33725"/>
                </a:lnTo>
                <a:lnTo>
                  <a:pt x="60344" y="33725"/>
                </a:lnTo>
                <a:lnTo>
                  <a:pt x="61178" y="34559"/>
                </a:lnTo>
                <a:close/>
                <a:moveTo>
                  <a:pt x="56574" y="32858"/>
                </a:moveTo>
                <a:lnTo>
                  <a:pt x="56574" y="34893"/>
                </a:lnTo>
                <a:lnTo>
                  <a:pt x="50837" y="34893"/>
                </a:lnTo>
                <a:lnTo>
                  <a:pt x="47134" y="31190"/>
                </a:lnTo>
                <a:lnTo>
                  <a:pt x="54873" y="31190"/>
                </a:lnTo>
                <a:close/>
                <a:moveTo>
                  <a:pt x="41497" y="34893"/>
                </a:moveTo>
                <a:lnTo>
                  <a:pt x="35793" y="34893"/>
                </a:lnTo>
                <a:lnTo>
                  <a:pt x="35793" y="32858"/>
                </a:lnTo>
                <a:lnTo>
                  <a:pt x="37461" y="31190"/>
                </a:lnTo>
                <a:lnTo>
                  <a:pt x="45233" y="31190"/>
                </a:lnTo>
                <a:close/>
                <a:moveTo>
                  <a:pt x="33291" y="33725"/>
                </a:moveTo>
                <a:lnTo>
                  <a:pt x="34592" y="34993"/>
                </a:lnTo>
                <a:lnTo>
                  <a:pt x="32691" y="34993"/>
                </a:lnTo>
                <a:lnTo>
                  <a:pt x="32424" y="35126"/>
                </a:lnTo>
                <a:lnTo>
                  <a:pt x="31189" y="36360"/>
                </a:lnTo>
                <a:lnTo>
                  <a:pt x="31189" y="34559"/>
                </a:lnTo>
                <a:lnTo>
                  <a:pt x="31990" y="33725"/>
                </a:lnTo>
                <a:lnTo>
                  <a:pt x="33291" y="33725"/>
                </a:lnTo>
                <a:close/>
                <a:moveTo>
                  <a:pt x="30389" y="57809"/>
                </a:moveTo>
                <a:lnTo>
                  <a:pt x="29555" y="58643"/>
                </a:lnTo>
                <a:lnTo>
                  <a:pt x="28254" y="58643"/>
                </a:lnTo>
                <a:lnTo>
                  <a:pt x="26986" y="57375"/>
                </a:lnTo>
                <a:lnTo>
                  <a:pt x="28854" y="57375"/>
                </a:lnTo>
                <a:lnTo>
                  <a:pt x="29155" y="57242"/>
                </a:lnTo>
                <a:lnTo>
                  <a:pt x="30389" y="56008"/>
                </a:lnTo>
                <a:lnTo>
                  <a:pt x="30389" y="57809"/>
                </a:lnTo>
                <a:close/>
                <a:moveTo>
                  <a:pt x="28521" y="60811"/>
                </a:moveTo>
                <a:lnTo>
                  <a:pt x="28621" y="60511"/>
                </a:lnTo>
                <a:lnTo>
                  <a:pt x="28621" y="59443"/>
                </a:lnTo>
                <a:lnTo>
                  <a:pt x="29889" y="59443"/>
                </a:lnTo>
                <a:lnTo>
                  <a:pt x="30789" y="58543"/>
                </a:lnTo>
                <a:lnTo>
                  <a:pt x="31656" y="59443"/>
                </a:lnTo>
                <a:lnTo>
                  <a:pt x="32924" y="59443"/>
                </a:lnTo>
                <a:lnTo>
                  <a:pt x="32924" y="60511"/>
                </a:lnTo>
                <a:lnTo>
                  <a:pt x="33057" y="60811"/>
                </a:lnTo>
                <a:lnTo>
                  <a:pt x="33825" y="61578"/>
                </a:lnTo>
                <a:lnTo>
                  <a:pt x="33057" y="62346"/>
                </a:lnTo>
                <a:lnTo>
                  <a:pt x="32924" y="62612"/>
                </a:lnTo>
                <a:lnTo>
                  <a:pt x="32924" y="63713"/>
                </a:lnTo>
                <a:lnTo>
                  <a:pt x="31656" y="63713"/>
                </a:lnTo>
                <a:lnTo>
                  <a:pt x="30789" y="64614"/>
                </a:lnTo>
                <a:lnTo>
                  <a:pt x="29889" y="63713"/>
                </a:lnTo>
                <a:lnTo>
                  <a:pt x="28621" y="63713"/>
                </a:lnTo>
                <a:lnTo>
                  <a:pt x="28621" y="62612"/>
                </a:lnTo>
                <a:lnTo>
                  <a:pt x="28521" y="62346"/>
                </a:lnTo>
                <a:lnTo>
                  <a:pt x="27754" y="61578"/>
                </a:lnTo>
                <a:close/>
                <a:moveTo>
                  <a:pt x="28254" y="64514"/>
                </a:moveTo>
                <a:lnTo>
                  <a:pt x="29555" y="64514"/>
                </a:lnTo>
                <a:lnTo>
                  <a:pt x="30389" y="65348"/>
                </a:lnTo>
                <a:lnTo>
                  <a:pt x="30389" y="67149"/>
                </a:lnTo>
                <a:lnTo>
                  <a:pt x="29155" y="65915"/>
                </a:lnTo>
                <a:lnTo>
                  <a:pt x="28854" y="65781"/>
                </a:lnTo>
                <a:lnTo>
                  <a:pt x="26986" y="65781"/>
                </a:lnTo>
                <a:close/>
                <a:moveTo>
                  <a:pt x="31189" y="86796"/>
                </a:moveTo>
                <a:lnTo>
                  <a:pt x="32424" y="88031"/>
                </a:lnTo>
                <a:lnTo>
                  <a:pt x="32691" y="88164"/>
                </a:lnTo>
                <a:lnTo>
                  <a:pt x="34592" y="88164"/>
                </a:lnTo>
                <a:lnTo>
                  <a:pt x="33291" y="89432"/>
                </a:lnTo>
                <a:lnTo>
                  <a:pt x="31990" y="89432"/>
                </a:lnTo>
                <a:lnTo>
                  <a:pt x="31189" y="88631"/>
                </a:lnTo>
                <a:lnTo>
                  <a:pt x="31189" y="86796"/>
                </a:lnTo>
                <a:close/>
                <a:moveTo>
                  <a:pt x="35793" y="90299"/>
                </a:moveTo>
                <a:lnTo>
                  <a:pt x="35793" y="88264"/>
                </a:lnTo>
                <a:lnTo>
                  <a:pt x="41497" y="88264"/>
                </a:lnTo>
                <a:lnTo>
                  <a:pt x="45233" y="91967"/>
                </a:lnTo>
                <a:lnTo>
                  <a:pt x="37461" y="91967"/>
                </a:lnTo>
                <a:close/>
                <a:moveTo>
                  <a:pt x="50837" y="88264"/>
                </a:moveTo>
                <a:lnTo>
                  <a:pt x="56574" y="88264"/>
                </a:lnTo>
                <a:lnTo>
                  <a:pt x="56574" y="90299"/>
                </a:lnTo>
                <a:lnTo>
                  <a:pt x="54873" y="91967"/>
                </a:lnTo>
                <a:lnTo>
                  <a:pt x="47134" y="91967"/>
                </a:lnTo>
                <a:close/>
                <a:moveTo>
                  <a:pt x="59043" y="89432"/>
                </a:moveTo>
                <a:lnTo>
                  <a:pt x="57775" y="88164"/>
                </a:lnTo>
                <a:lnTo>
                  <a:pt x="59676" y="88164"/>
                </a:lnTo>
                <a:lnTo>
                  <a:pt x="59943" y="88031"/>
                </a:lnTo>
                <a:lnTo>
                  <a:pt x="61178" y="86796"/>
                </a:lnTo>
                <a:lnTo>
                  <a:pt x="61178" y="88598"/>
                </a:lnTo>
                <a:lnTo>
                  <a:pt x="60344" y="89432"/>
                </a:lnTo>
                <a:lnTo>
                  <a:pt x="59043" y="89432"/>
                </a:lnTo>
                <a:close/>
                <a:moveTo>
                  <a:pt x="61978" y="86796"/>
                </a:moveTo>
                <a:lnTo>
                  <a:pt x="63212" y="88031"/>
                </a:lnTo>
                <a:lnTo>
                  <a:pt x="63479" y="88164"/>
                </a:lnTo>
                <a:lnTo>
                  <a:pt x="65381" y="88164"/>
                </a:lnTo>
                <a:lnTo>
                  <a:pt x="64080" y="89432"/>
                </a:lnTo>
                <a:lnTo>
                  <a:pt x="62779" y="89432"/>
                </a:lnTo>
                <a:lnTo>
                  <a:pt x="61978" y="88631"/>
                </a:lnTo>
                <a:close/>
                <a:moveTo>
                  <a:pt x="66581" y="90299"/>
                </a:moveTo>
                <a:lnTo>
                  <a:pt x="66581" y="88264"/>
                </a:lnTo>
                <a:lnTo>
                  <a:pt x="72285" y="88264"/>
                </a:lnTo>
                <a:lnTo>
                  <a:pt x="76021" y="91967"/>
                </a:lnTo>
                <a:lnTo>
                  <a:pt x="68249" y="91967"/>
                </a:lnTo>
                <a:close/>
                <a:moveTo>
                  <a:pt x="81659" y="88264"/>
                </a:moveTo>
                <a:lnTo>
                  <a:pt x="87363" y="88264"/>
                </a:lnTo>
                <a:lnTo>
                  <a:pt x="87363" y="90299"/>
                </a:lnTo>
                <a:lnTo>
                  <a:pt x="85662" y="91967"/>
                </a:lnTo>
                <a:lnTo>
                  <a:pt x="77923" y="91967"/>
                </a:lnTo>
                <a:close/>
                <a:moveTo>
                  <a:pt x="89831" y="89432"/>
                </a:moveTo>
                <a:lnTo>
                  <a:pt x="88564" y="88164"/>
                </a:lnTo>
                <a:lnTo>
                  <a:pt x="90465" y="88164"/>
                </a:lnTo>
                <a:lnTo>
                  <a:pt x="90732" y="88031"/>
                </a:lnTo>
                <a:lnTo>
                  <a:pt x="91966" y="86796"/>
                </a:lnTo>
                <a:lnTo>
                  <a:pt x="91966" y="88598"/>
                </a:lnTo>
                <a:lnTo>
                  <a:pt x="91132" y="89432"/>
                </a:lnTo>
                <a:lnTo>
                  <a:pt x="89831" y="89432"/>
                </a:lnTo>
                <a:close/>
                <a:moveTo>
                  <a:pt x="92767" y="86796"/>
                </a:moveTo>
                <a:lnTo>
                  <a:pt x="94001" y="88031"/>
                </a:lnTo>
                <a:lnTo>
                  <a:pt x="94268" y="88164"/>
                </a:lnTo>
                <a:lnTo>
                  <a:pt x="96169" y="88164"/>
                </a:lnTo>
                <a:lnTo>
                  <a:pt x="94868" y="89432"/>
                </a:lnTo>
                <a:lnTo>
                  <a:pt x="93567" y="89432"/>
                </a:lnTo>
                <a:lnTo>
                  <a:pt x="92767" y="88631"/>
                </a:lnTo>
                <a:lnTo>
                  <a:pt x="92767" y="86796"/>
                </a:lnTo>
                <a:close/>
                <a:moveTo>
                  <a:pt x="97370" y="90299"/>
                </a:moveTo>
                <a:lnTo>
                  <a:pt x="97370" y="88264"/>
                </a:lnTo>
                <a:lnTo>
                  <a:pt x="103074" y="88264"/>
                </a:lnTo>
                <a:lnTo>
                  <a:pt x="106810" y="91967"/>
                </a:lnTo>
                <a:lnTo>
                  <a:pt x="99071" y="91967"/>
                </a:lnTo>
                <a:close/>
                <a:moveTo>
                  <a:pt x="112447" y="88264"/>
                </a:moveTo>
                <a:lnTo>
                  <a:pt x="118152" y="88264"/>
                </a:lnTo>
                <a:lnTo>
                  <a:pt x="118152" y="90299"/>
                </a:lnTo>
                <a:lnTo>
                  <a:pt x="116450" y="91967"/>
                </a:lnTo>
                <a:lnTo>
                  <a:pt x="108711" y="91967"/>
                </a:lnTo>
                <a:close/>
                <a:moveTo>
                  <a:pt x="120653" y="89432"/>
                </a:moveTo>
                <a:lnTo>
                  <a:pt x="119352" y="88164"/>
                </a:lnTo>
                <a:lnTo>
                  <a:pt x="121254" y="88164"/>
                </a:lnTo>
                <a:lnTo>
                  <a:pt x="121521" y="88031"/>
                </a:lnTo>
                <a:lnTo>
                  <a:pt x="122755" y="86796"/>
                </a:lnTo>
                <a:lnTo>
                  <a:pt x="122755" y="88598"/>
                </a:lnTo>
                <a:lnTo>
                  <a:pt x="121954" y="89432"/>
                </a:lnTo>
                <a:lnTo>
                  <a:pt x="120653" y="89432"/>
                </a:lnTo>
                <a:close/>
                <a:moveTo>
                  <a:pt x="123555" y="86796"/>
                </a:moveTo>
                <a:lnTo>
                  <a:pt x="124790" y="88031"/>
                </a:lnTo>
                <a:lnTo>
                  <a:pt x="125056" y="88164"/>
                </a:lnTo>
                <a:lnTo>
                  <a:pt x="126958" y="88164"/>
                </a:lnTo>
                <a:lnTo>
                  <a:pt x="125657" y="89432"/>
                </a:lnTo>
                <a:lnTo>
                  <a:pt x="124356" y="89432"/>
                </a:lnTo>
                <a:lnTo>
                  <a:pt x="123555" y="88631"/>
                </a:lnTo>
                <a:lnTo>
                  <a:pt x="123555" y="86796"/>
                </a:lnTo>
                <a:close/>
                <a:moveTo>
                  <a:pt x="128159" y="90299"/>
                </a:moveTo>
                <a:lnTo>
                  <a:pt x="128159" y="88264"/>
                </a:lnTo>
                <a:lnTo>
                  <a:pt x="133863" y="88264"/>
                </a:lnTo>
                <a:lnTo>
                  <a:pt x="137599" y="91967"/>
                </a:lnTo>
                <a:lnTo>
                  <a:pt x="129860" y="91967"/>
                </a:lnTo>
                <a:close/>
                <a:moveTo>
                  <a:pt x="143236" y="88264"/>
                </a:moveTo>
                <a:lnTo>
                  <a:pt x="148940" y="88264"/>
                </a:lnTo>
                <a:lnTo>
                  <a:pt x="148940" y="90299"/>
                </a:lnTo>
                <a:lnTo>
                  <a:pt x="147272" y="91967"/>
                </a:lnTo>
                <a:lnTo>
                  <a:pt x="139500" y="91967"/>
                </a:lnTo>
                <a:close/>
                <a:moveTo>
                  <a:pt x="151442" y="89432"/>
                </a:moveTo>
                <a:lnTo>
                  <a:pt x="150141" y="88164"/>
                </a:lnTo>
                <a:lnTo>
                  <a:pt x="152042" y="88164"/>
                </a:lnTo>
                <a:lnTo>
                  <a:pt x="152309" y="88031"/>
                </a:lnTo>
                <a:lnTo>
                  <a:pt x="153543" y="86796"/>
                </a:lnTo>
                <a:lnTo>
                  <a:pt x="153543" y="88598"/>
                </a:lnTo>
                <a:lnTo>
                  <a:pt x="152743" y="89432"/>
                </a:lnTo>
                <a:lnTo>
                  <a:pt x="151442" y="89432"/>
                </a:lnTo>
                <a:close/>
                <a:moveTo>
                  <a:pt x="154344" y="86796"/>
                </a:moveTo>
                <a:lnTo>
                  <a:pt x="155578" y="88031"/>
                </a:lnTo>
                <a:lnTo>
                  <a:pt x="155845" y="88164"/>
                </a:lnTo>
                <a:lnTo>
                  <a:pt x="157746" y="88164"/>
                </a:lnTo>
                <a:lnTo>
                  <a:pt x="156479" y="89432"/>
                </a:lnTo>
                <a:lnTo>
                  <a:pt x="155178" y="89432"/>
                </a:lnTo>
                <a:lnTo>
                  <a:pt x="154344" y="88631"/>
                </a:lnTo>
                <a:close/>
                <a:moveTo>
                  <a:pt x="158947" y="90299"/>
                </a:moveTo>
                <a:lnTo>
                  <a:pt x="158947" y="88264"/>
                </a:lnTo>
                <a:lnTo>
                  <a:pt x="164685" y="88264"/>
                </a:lnTo>
                <a:lnTo>
                  <a:pt x="168387" y="91967"/>
                </a:lnTo>
                <a:lnTo>
                  <a:pt x="160649" y="91967"/>
                </a:lnTo>
                <a:close/>
                <a:moveTo>
                  <a:pt x="174025" y="88264"/>
                </a:moveTo>
                <a:lnTo>
                  <a:pt x="179729" y="88264"/>
                </a:lnTo>
                <a:lnTo>
                  <a:pt x="179729" y="90299"/>
                </a:lnTo>
                <a:lnTo>
                  <a:pt x="178061" y="91967"/>
                </a:lnTo>
                <a:lnTo>
                  <a:pt x="170289" y="91967"/>
                </a:lnTo>
                <a:close/>
                <a:moveTo>
                  <a:pt x="182231" y="89432"/>
                </a:moveTo>
                <a:lnTo>
                  <a:pt x="180930" y="88164"/>
                </a:lnTo>
                <a:lnTo>
                  <a:pt x="182831" y="88164"/>
                </a:lnTo>
                <a:lnTo>
                  <a:pt x="183098" y="88031"/>
                </a:lnTo>
                <a:lnTo>
                  <a:pt x="184332" y="86796"/>
                </a:lnTo>
                <a:lnTo>
                  <a:pt x="184332" y="88598"/>
                </a:lnTo>
                <a:lnTo>
                  <a:pt x="183532" y="89432"/>
                </a:lnTo>
                <a:lnTo>
                  <a:pt x="182231" y="89432"/>
                </a:lnTo>
                <a:close/>
                <a:moveTo>
                  <a:pt x="185133" y="86796"/>
                </a:moveTo>
                <a:lnTo>
                  <a:pt x="186367" y="88031"/>
                </a:lnTo>
                <a:lnTo>
                  <a:pt x="186667" y="88164"/>
                </a:lnTo>
                <a:lnTo>
                  <a:pt x="188535" y="88164"/>
                </a:lnTo>
                <a:lnTo>
                  <a:pt x="187268" y="89432"/>
                </a:lnTo>
                <a:lnTo>
                  <a:pt x="185967" y="89432"/>
                </a:lnTo>
                <a:lnTo>
                  <a:pt x="185133" y="88631"/>
                </a:lnTo>
                <a:close/>
                <a:moveTo>
                  <a:pt x="189736" y="90299"/>
                </a:moveTo>
                <a:lnTo>
                  <a:pt x="189736" y="88264"/>
                </a:lnTo>
                <a:lnTo>
                  <a:pt x="195473" y="88264"/>
                </a:lnTo>
                <a:lnTo>
                  <a:pt x="199176" y="91967"/>
                </a:lnTo>
                <a:lnTo>
                  <a:pt x="191437" y="91967"/>
                </a:lnTo>
                <a:close/>
                <a:moveTo>
                  <a:pt x="204813" y="88264"/>
                </a:moveTo>
                <a:lnTo>
                  <a:pt x="210518" y="88264"/>
                </a:lnTo>
                <a:lnTo>
                  <a:pt x="210518" y="90299"/>
                </a:lnTo>
                <a:lnTo>
                  <a:pt x="208850" y="91967"/>
                </a:lnTo>
                <a:lnTo>
                  <a:pt x="201077" y="91967"/>
                </a:lnTo>
                <a:close/>
                <a:moveTo>
                  <a:pt x="213019" y="89432"/>
                </a:moveTo>
                <a:lnTo>
                  <a:pt x="211718" y="88164"/>
                </a:lnTo>
                <a:lnTo>
                  <a:pt x="213620" y="88164"/>
                </a:lnTo>
                <a:lnTo>
                  <a:pt x="213887" y="88031"/>
                </a:lnTo>
                <a:lnTo>
                  <a:pt x="215121" y="86796"/>
                </a:lnTo>
                <a:lnTo>
                  <a:pt x="215121" y="88598"/>
                </a:lnTo>
                <a:lnTo>
                  <a:pt x="214320" y="89432"/>
                </a:lnTo>
                <a:lnTo>
                  <a:pt x="213019" y="89432"/>
                </a:lnTo>
                <a:close/>
                <a:moveTo>
                  <a:pt x="215921" y="65348"/>
                </a:moveTo>
                <a:lnTo>
                  <a:pt x="216755" y="64514"/>
                </a:lnTo>
                <a:lnTo>
                  <a:pt x="218056" y="64514"/>
                </a:lnTo>
                <a:lnTo>
                  <a:pt x="219324" y="65815"/>
                </a:lnTo>
                <a:lnTo>
                  <a:pt x="217456" y="65815"/>
                </a:lnTo>
                <a:lnTo>
                  <a:pt x="217156" y="65915"/>
                </a:lnTo>
                <a:lnTo>
                  <a:pt x="215921" y="67149"/>
                </a:lnTo>
                <a:close/>
                <a:moveTo>
                  <a:pt x="217789" y="62346"/>
                </a:moveTo>
                <a:lnTo>
                  <a:pt x="217689" y="62646"/>
                </a:lnTo>
                <a:lnTo>
                  <a:pt x="217689" y="63713"/>
                </a:lnTo>
                <a:lnTo>
                  <a:pt x="216422" y="63713"/>
                </a:lnTo>
                <a:lnTo>
                  <a:pt x="215521" y="64614"/>
                </a:lnTo>
                <a:lnTo>
                  <a:pt x="214654" y="63713"/>
                </a:lnTo>
                <a:lnTo>
                  <a:pt x="213386" y="63713"/>
                </a:lnTo>
                <a:lnTo>
                  <a:pt x="213386" y="62646"/>
                </a:lnTo>
                <a:lnTo>
                  <a:pt x="213286" y="62346"/>
                </a:lnTo>
                <a:lnTo>
                  <a:pt x="212486" y="61578"/>
                </a:lnTo>
                <a:lnTo>
                  <a:pt x="213286" y="60811"/>
                </a:lnTo>
                <a:lnTo>
                  <a:pt x="213386" y="60544"/>
                </a:lnTo>
                <a:lnTo>
                  <a:pt x="213386" y="59443"/>
                </a:lnTo>
                <a:lnTo>
                  <a:pt x="214654" y="59443"/>
                </a:lnTo>
                <a:lnTo>
                  <a:pt x="215521" y="58543"/>
                </a:lnTo>
                <a:lnTo>
                  <a:pt x="216422" y="59443"/>
                </a:lnTo>
                <a:lnTo>
                  <a:pt x="217689" y="59443"/>
                </a:lnTo>
                <a:lnTo>
                  <a:pt x="217689" y="60544"/>
                </a:lnTo>
                <a:lnTo>
                  <a:pt x="217789" y="60811"/>
                </a:lnTo>
                <a:lnTo>
                  <a:pt x="218557" y="61578"/>
                </a:lnTo>
                <a:close/>
                <a:moveTo>
                  <a:pt x="218056" y="58643"/>
                </a:moveTo>
                <a:lnTo>
                  <a:pt x="216755" y="58643"/>
                </a:lnTo>
                <a:lnTo>
                  <a:pt x="215921" y="57809"/>
                </a:lnTo>
                <a:lnTo>
                  <a:pt x="215921" y="56008"/>
                </a:lnTo>
                <a:lnTo>
                  <a:pt x="217156" y="57242"/>
                </a:lnTo>
                <a:lnTo>
                  <a:pt x="217456" y="57375"/>
                </a:lnTo>
                <a:lnTo>
                  <a:pt x="219324" y="57375"/>
                </a:lnTo>
                <a:close/>
                <a:moveTo>
                  <a:pt x="215921" y="34559"/>
                </a:moveTo>
                <a:lnTo>
                  <a:pt x="216755" y="33725"/>
                </a:lnTo>
                <a:lnTo>
                  <a:pt x="218056" y="33725"/>
                </a:lnTo>
                <a:lnTo>
                  <a:pt x="219324" y="34993"/>
                </a:lnTo>
                <a:lnTo>
                  <a:pt x="217456" y="34993"/>
                </a:lnTo>
                <a:lnTo>
                  <a:pt x="217156" y="35126"/>
                </a:lnTo>
                <a:lnTo>
                  <a:pt x="215921" y="36360"/>
                </a:lnTo>
                <a:close/>
                <a:moveTo>
                  <a:pt x="27020" y="31190"/>
                </a:moveTo>
                <a:lnTo>
                  <a:pt x="27854" y="31990"/>
                </a:lnTo>
                <a:lnTo>
                  <a:pt x="27854" y="33291"/>
                </a:lnTo>
                <a:lnTo>
                  <a:pt x="26553" y="34592"/>
                </a:lnTo>
                <a:lnTo>
                  <a:pt x="26553" y="32524"/>
                </a:lnTo>
                <a:lnTo>
                  <a:pt x="25219" y="31190"/>
                </a:lnTo>
                <a:lnTo>
                  <a:pt x="27020" y="31190"/>
                </a:lnTo>
                <a:close/>
                <a:moveTo>
                  <a:pt x="26653" y="35793"/>
                </a:moveTo>
                <a:lnTo>
                  <a:pt x="28721" y="35793"/>
                </a:lnTo>
                <a:lnTo>
                  <a:pt x="30389" y="37494"/>
                </a:lnTo>
                <a:lnTo>
                  <a:pt x="30389" y="45233"/>
                </a:lnTo>
                <a:lnTo>
                  <a:pt x="26653" y="41497"/>
                </a:lnTo>
                <a:lnTo>
                  <a:pt x="26653" y="35793"/>
                </a:lnTo>
                <a:close/>
                <a:moveTo>
                  <a:pt x="30389" y="54874"/>
                </a:moveTo>
                <a:lnTo>
                  <a:pt x="28721" y="56575"/>
                </a:lnTo>
                <a:lnTo>
                  <a:pt x="26653" y="56575"/>
                </a:lnTo>
                <a:lnTo>
                  <a:pt x="26653" y="50871"/>
                </a:lnTo>
                <a:lnTo>
                  <a:pt x="30389" y="47135"/>
                </a:lnTo>
                <a:lnTo>
                  <a:pt x="30389" y="54874"/>
                </a:lnTo>
                <a:close/>
                <a:moveTo>
                  <a:pt x="26553" y="57776"/>
                </a:moveTo>
                <a:lnTo>
                  <a:pt x="27854" y="59077"/>
                </a:lnTo>
                <a:lnTo>
                  <a:pt x="27854" y="60377"/>
                </a:lnTo>
                <a:lnTo>
                  <a:pt x="27020" y="61178"/>
                </a:lnTo>
                <a:lnTo>
                  <a:pt x="25219" y="61178"/>
                </a:lnTo>
                <a:lnTo>
                  <a:pt x="26553" y="59844"/>
                </a:lnTo>
                <a:lnTo>
                  <a:pt x="26553" y="57776"/>
                </a:lnTo>
                <a:close/>
                <a:moveTo>
                  <a:pt x="27020" y="61979"/>
                </a:moveTo>
                <a:lnTo>
                  <a:pt x="27854" y="62813"/>
                </a:lnTo>
                <a:lnTo>
                  <a:pt x="27854" y="64113"/>
                </a:lnTo>
                <a:lnTo>
                  <a:pt x="26553" y="65381"/>
                </a:lnTo>
                <a:lnTo>
                  <a:pt x="26553" y="63346"/>
                </a:lnTo>
                <a:lnTo>
                  <a:pt x="25185" y="61979"/>
                </a:lnTo>
                <a:lnTo>
                  <a:pt x="27020" y="61979"/>
                </a:lnTo>
                <a:close/>
                <a:moveTo>
                  <a:pt x="26653" y="66582"/>
                </a:moveTo>
                <a:lnTo>
                  <a:pt x="28721" y="66582"/>
                </a:lnTo>
                <a:lnTo>
                  <a:pt x="30389" y="68283"/>
                </a:lnTo>
                <a:lnTo>
                  <a:pt x="30389" y="76022"/>
                </a:lnTo>
                <a:lnTo>
                  <a:pt x="26653" y="72286"/>
                </a:lnTo>
                <a:lnTo>
                  <a:pt x="26653" y="66582"/>
                </a:lnTo>
                <a:close/>
                <a:moveTo>
                  <a:pt x="30389" y="85696"/>
                </a:moveTo>
                <a:lnTo>
                  <a:pt x="28721" y="87363"/>
                </a:lnTo>
                <a:lnTo>
                  <a:pt x="26653" y="87363"/>
                </a:lnTo>
                <a:lnTo>
                  <a:pt x="26653" y="81659"/>
                </a:lnTo>
                <a:lnTo>
                  <a:pt x="30389" y="77923"/>
                </a:lnTo>
                <a:lnTo>
                  <a:pt x="30389" y="85696"/>
                </a:lnTo>
                <a:close/>
                <a:moveTo>
                  <a:pt x="26553" y="88564"/>
                </a:moveTo>
                <a:lnTo>
                  <a:pt x="27854" y="89865"/>
                </a:lnTo>
                <a:lnTo>
                  <a:pt x="27854" y="91166"/>
                </a:lnTo>
                <a:lnTo>
                  <a:pt x="27020" y="91967"/>
                </a:lnTo>
                <a:lnTo>
                  <a:pt x="25219" y="91967"/>
                </a:lnTo>
                <a:lnTo>
                  <a:pt x="26553" y="90632"/>
                </a:lnTo>
                <a:lnTo>
                  <a:pt x="26553" y="88564"/>
                </a:lnTo>
                <a:close/>
                <a:moveTo>
                  <a:pt x="219290" y="91967"/>
                </a:moveTo>
                <a:lnTo>
                  <a:pt x="218457" y="91166"/>
                </a:lnTo>
                <a:lnTo>
                  <a:pt x="218457" y="89865"/>
                </a:lnTo>
                <a:lnTo>
                  <a:pt x="219757" y="88564"/>
                </a:lnTo>
                <a:lnTo>
                  <a:pt x="219757" y="90632"/>
                </a:lnTo>
                <a:lnTo>
                  <a:pt x="221092" y="91967"/>
                </a:lnTo>
                <a:lnTo>
                  <a:pt x="219290" y="91967"/>
                </a:lnTo>
                <a:close/>
                <a:moveTo>
                  <a:pt x="219657" y="87363"/>
                </a:moveTo>
                <a:lnTo>
                  <a:pt x="217623" y="87363"/>
                </a:lnTo>
                <a:lnTo>
                  <a:pt x="215921" y="85696"/>
                </a:lnTo>
                <a:lnTo>
                  <a:pt x="215921" y="77923"/>
                </a:lnTo>
                <a:lnTo>
                  <a:pt x="219657" y="81659"/>
                </a:lnTo>
                <a:lnTo>
                  <a:pt x="219657" y="87363"/>
                </a:lnTo>
                <a:close/>
                <a:moveTo>
                  <a:pt x="215921" y="68283"/>
                </a:moveTo>
                <a:lnTo>
                  <a:pt x="217623" y="66582"/>
                </a:lnTo>
                <a:lnTo>
                  <a:pt x="219657" y="66582"/>
                </a:lnTo>
                <a:lnTo>
                  <a:pt x="219657" y="72286"/>
                </a:lnTo>
                <a:lnTo>
                  <a:pt x="215921" y="76022"/>
                </a:lnTo>
                <a:lnTo>
                  <a:pt x="215921" y="68283"/>
                </a:lnTo>
                <a:close/>
                <a:moveTo>
                  <a:pt x="219757" y="65381"/>
                </a:moveTo>
                <a:lnTo>
                  <a:pt x="218457" y="64080"/>
                </a:lnTo>
                <a:lnTo>
                  <a:pt x="218457" y="62779"/>
                </a:lnTo>
                <a:lnTo>
                  <a:pt x="219290" y="61979"/>
                </a:lnTo>
                <a:lnTo>
                  <a:pt x="221092" y="61979"/>
                </a:lnTo>
                <a:lnTo>
                  <a:pt x="219757" y="63313"/>
                </a:lnTo>
                <a:lnTo>
                  <a:pt x="219757" y="65381"/>
                </a:lnTo>
                <a:close/>
                <a:moveTo>
                  <a:pt x="219290" y="61178"/>
                </a:moveTo>
                <a:lnTo>
                  <a:pt x="218457" y="60377"/>
                </a:lnTo>
                <a:lnTo>
                  <a:pt x="218457" y="59077"/>
                </a:lnTo>
                <a:lnTo>
                  <a:pt x="219757" y="57776"/>
                </a:lnTo>
                <a:lnTo>
                  <a:pt x="219757" y="59844"/>
                </a:lnTo>
                <a:lnTo>
                  <a:pt x="221092" y="61178"/>
                </a:lnTo>
                <a:lnTo>
                  <a:pt x="219290" y="61178"/>
                </a:lnTo>
                <a:close/>
                <a:moveTo>
                  <a:pt x="219657" y="56575"/>
                </a:moveTo>
                <a:lnTo>
                  <a:pt x="217623" y="56575"/>
                </a:lnTo>
                <a:lnTo>
                  <a:pt x="215921" y="54874"/>
                </a:lnTo>
                <a:lnTo>
                  <a:pt x="215921" y="47135"/>
                </a:lnTo>
                <a:lnTo>
                  <a:pt x="219657" y="50871"/>
                </a:lnTo>
                <a:lnTo>
                  <a:pt x="219657" y="56575"/>
                </a:lnTo>
                <a:close/>
                <a:moveTo>
                  <a:pt x="215921" y="37494"/>
                </a:moveTo>
                <a:lnTo>
                  <a:pt x="217623" y="35793"/>
                </a:lnTo>
                <a:lnTo>
                  <a:pt x="219657" y="35793"/>
                </a:lnTo>
                <a:lnTo>
                  <a:pt x="219657" y="41497"/>
                </a:lnTo>
                <a:lnTo>
                  <a:pt x="215921" y="45233"/>
                </a:lnTo>
                <a:lnTo>
                  <a:pt x="215921" y="37494"/>
                </a:lnTo>
                <a:close/>
                <a:moveTo>
                  <a:pt x="219757" y="34592"/>
                </a:moveTo>
                <a:lnTo>
                  <a:pt x="218457" y="33291"/>
                </a:lnTo>
                <a:lnTo>
                  <a:pt x="218457" y="31990"/>
                </a:lnTo>
                <a:lnTo>
                  <a:pt x="219290" y="31190"/>
                </a:lnTo>
                <a:lnTo>
                  <a:pt x="221092" y="31190"/>
                </a:lnTo>
                <a:lnTo>
                  <a:pt x="219757" y="32524"/>
                </a:lnTo>
                <a:lnTo>
                  <a:pt x="219757" y="34592"/>
                </a:lnTo>
                <a:close/>
                <a:moveTo>
                  <a:pt x="219290" y="30389"/>
                </a:moveTo>
                <a:lnTo>
                  <a:pt x="218457" y="29555"/>
                </a:lnTo>
                <a:lnTo>
                  <a:pt x="218457" y="28254"/>
                </a:lnTo>
                <a:lnTo>
                  <a:pt x="219757" y="26987"/>
                </a:lnTo>
                <a:lnTo>
                  <a:pt x="219757" y="29022"/>
                </a:lnTo>
                <a:lnTo>
                  <a:pt x="221092" y="30389"/>
                </a:lnTo>
                <a:lnTo>
                  <a:pt x="219290" y="30389"/>
                </a:lnTo>
                <a:close/>
                <a:moveTo>
                  <a:pt x="218056" y="27854"/>
                </a:moveTo>
                <a:lnTo>
                  <a:pt x="216755" y="27854"/>
                </a:lnTo>
                <a:lnTo>
                  <a:pt x="215921" y="27020"/>
                </a:lnTo>
                <a:lnTo>
                  <a:pt x="215921" y="25219"/>
                </a:lnTo>
                <a:lnTo>
                  <a:pt x="217156" y="26453"/>
                </a:lnTo>
                <a:lnTo>
                  <a:pt x="217456" y="26553"/>
                </a:lnTo>
                <a:lnTo>
                  <a:pt x="219324" y="26553"/>
                </a:lnTo>
                <a:close/>
                <a:moveTo>
                  <a:pt x="215121" y="27020"/>
                </a:moveTo>
                <a:lnTo>
                  <a:pt x="214320" y="27854"/>
                </a:lnTo>
                <a:lnTo>
                  <a:pt x="213019" y="27854"/>
                </a:lnTo>
                <a:lnTo>
                  <a:pt x="211718" y="26553"/>
                </a:lnTo>
                <a:lnTo>
                  <a:pt x="213620" y="26553"/>
                </a:lnTo>
                <a:lnTo>
                  <a:pt x="213887" y="26453"/>
                </a:lnTo>
                <a:lnTo>
                  <a:pt x="215121" y="25219"/>
                </a:lnTo>
                <a:close/>
                <a:moveTo>
                  <a:pt x="210518" y="28721"/>
                </a:moveTo>
                <a:lnTo>
                  <a:pt x="208850" y="30389"/>
                </a:lnTo>
                <a:lnTo>
                  <a:pt x="201077" y="30389"/>
                </a:lnTo>
                <a:lnTo>
                  <a:pt x="204813" y="26687"/>
                </a:lnTo>
                <a:lnTo>
                  <a:pt x="210518" y="26687"/>
                </a:lnTo>
                <a:lnTo>
                  <a:pt x="210518" y="28721"/>
                </a:lnTo>
                <a:close/>
                <a:moveTo>
                  <a:pt x="191437" y="30389"/>
                </a:moveTo>
                <a:lnTo>
                  <a:pt x="189736" y="28721"/>
                </a:lnTo>
                <a:lnTo>
                  <a:pt x="189736" y="26687"/>
                </a:lnTo>
                <a:lnTo>
                  <a:pt x="195473" y="26687"/>
                </a:lnTo>
                <a:lnTo>
                  <a:pt x="199176" y="30389"/>
                </a:lnTo>
                <a:lnTo>
                  <a:pt x="191437" y="30389"/>
                </a:lnTo>
                <a:close/>
                <a:moveTo>
                  <a:pt x="187268" y="27854"/>
                </a:moveTo>
                <a:lnTo>
                  <a:pt x="185967" y="27854"/>
                </a:lnTo>
                <a:lnTo>
                  <a:pt x="185133" y="27020"/>
                </a:lnTo>
                <a:lnTo>
                  <a:pt x="185133" y="25219"/>
                </a:lnTo>
                <a:lnTo>
                  <a:pt x="186367" y="26453"/>
                </a:lnTo>
                <a:lnTo>
                  <a:pt x="186667" y="26553"/>
                </a:lnTo>
                <a:lnTo>
                  <a:pt x="188535" y="26553"/>
                </a:lnTo>
                <a:close/>
                <a:moveTo>
                  <a:pt x="184332" y="27020"/>
                </a:moveTo>
                <a:lnTo>
                  <a:pt x="183532" y="27854"/>
                </a:lnTo>
                <a:lnTo>
                  <a:pt x="182231" y="27854"/>
                </a:lnTo>
                <a:lnTo>
                  <a:pt x="180930" y="26553"/>
                </a:lnTo>
                <a:lnTo>
                  <a:pt x="182831" y="26553"/>
                </a:lnTo>
                <a:lnTo>
                  <a:pt x="183098" y="26453"/>
                </a:lnTo>
                <a:lnTo>
                  <a:pt x="184332" y="25219"/>
                </a:lnTo>
                <a:close/>
                <a:moveTo>
                  <a:pt x="179729" y="28721"/>
                </a:moveTo>
                <a:lnTo>
                  <a:pt x="178061" y="30389"/>
                </a:lnTo>
                <a:lnTo>
                  <a:pt x="170289" y="30389"/>
                </a:lnTo>
                <a:lnTo>
                  <a:pt x="174025" y="26687"/>
                </a:lnTo>
                <a:lnTo>
                  <a:pt x="179729" y="26687"/>
                </a:lnTo>
                <a:lnTo>
                  <a:pt x="179729" y="28721"/>
                </a:lnTo>
                <a:close/>
                <a:moveTo>
                  <a:pt x="160649" y="30389"/>
                </a:moveTo>
                <a:lnTo>
                  <a:pt x="158947" y="28721"/>
                </a:lnTo>
                <a:lnTo>
                  <a:pt x="158947" y="26687"/>
                </a:lnTo>
                <a:lnTo>
                  <a:pt x="164685" y="26687"/>
                </a:lnTo>
                <a:lnTo>
                  <a:pt x="168387" y="30389"/>
                </a:lnTo>
                <a:lnTo>
                  <a:pt x="160649" y="30389"/>
                </a:lnTo>
                <a:close/>
                <a:moveTo>
                  <a:pt x="156479" y="27854"/>
                </a:moveTo>
                <a:lnTo>
                  <a:pt x="155178" y="27854"/>
                </a:lnTo>
                <a:lnTo>
                  <a:pt x="154344" y="27020"/>
                </a:lnTo>
                <a:lnTo>
                  <a:pt x="154344" y="25219"/>
                </a:lnTo>
                <a:lnTo>
                  <a:pt x="155578" y="26453"/>
                </a:lnTo>
                <a:lnTo>
                  <a:pt x="155878" y="26553"/>
                </a:lnTo>
                <a:lnTo>
                  <a:pt x="157746" y="26553"/>
                </a:lnTo>
                <a:close/>
                <a:moveTo>
                  <a:pt x="153543" y="27020"/>
                </a:moveTo>
                <a:lnTo>
                  <a:pt x="152743" y="27854"/>
                </a:lnTo>
                <a:lnTo>
                  <a:pt x="151442" y="27854"/>
                </a:lnTo>
                <a:lnTo>
                  <a:pt x="150141" y="26553"/>
                </a:lnTo>
                <a:lnTo>
                  <a:pt x="152042" y="26553"/>
                </a:lnTo>
                <a:lnTo>
                  <a:pt x="152309" y="26453"/>
                </a:lnTo>
                <a:lnTo>
                  <a:pt x="153543" y="25219"/>
                </a:lnTo>
                <a:close/>
                <a:moveTo>
                  <a:pt x="148940" y="28721"/>
                </a:moveTo>
                <a:lnTo>
                  <a:pt x="147272" y="30389"/>
                </a:lnTo>
                <a:lnTo>
                  <a:pt x="139500" y="30389"/>
                </a:lnTo>
                <a:lnTo>
                  <a:pt x="143236" y="26687"/>
                </a:lnTo>
                <a:lnTo>
                  <a:pt x="148940" y="26687"/>
                </a:lnTo>
                <a:lnTo>
                  <a:pt x="148940" y="28721"/>
                </a:lnTo>
                <a:close/>
                <a:moveTo>
                  <a:pt x="129860" y="30389"/>
                </a:moveTo>
                <a:lnTo>
                  <a:pt x="128159" y="28721"/>
                </a:lnTo>
                <a:lnTo>
                  <a:pt x="128159" y="26687"/>
                </a:lnTo>
                <a:lnTo>
                  <a:pt x="133896" y="26687"/>
                </a:lnTo>
                <a:lnTo>
                  <a:pt x="137599" y="30389"/>
                </a:lnTo>
                <a:lnTo>
                  <a:pt x="129860" y="30389"/>
                </a:lnTo>
                <a:close/>
                <a:moveTo>
                  <a:pt x="125690" y="27854"/>
                </a:moveTo>
                <a:lnTo>
                  <a:pt x="124389" y="27854"/>
                </a:lnTo>
                <a:lnTo>
                  <a:pt x="123555" y="27020"/>
                </a:lnTo>
                <a:lnTo>
                  <a:pt x="123555" y="25219"/>
                </a:lnTo>
                <a:lnTo>
                  <a:pt x="124790" y="26453"/>
                </a:lnTo>
                <a:lnTo>
                  <a:pt x="125056" y="26553"/>
                </a:lnTo>
                <a:lnTo>
                  <a:pt x="126958" y="26553"/>
                </a:lnTo>
                <a:close/>
                <a:moveTo>
                  <a:pt x="122755" y="27020"/>
                </a:moveTo>
                <a:lnTo>
                  <a:pt x="121954" y="27854"/>
                </a:lnTo>
                <a:lnTo>
                  <a:pt x="120653" y="27854"/>
                </a:lnTo>
                <a:lnTo>
                  <a:pt x="119352" y="26553"/>
                </a:lnTo>
                <a:lnTo>
                  <a:pt x="121254" y="26553"/>
                </a:lnTo>
                <a:lnTo>
                  <a:pt x="121521" y="26453"/>
                </a:lnTo>
                <a:lnTo>
                  <a:pt x="122755" y="25219"/>
                </a:lnTo>
                <a:lnTo>
                  <a:pt x="122755" y="27020"/>
                </a:lnTo>
                <a:close/>
                <a:moveTo>
                  <a:pt x="118152" y="28721"/>
                </a:moveTo>
                <a:lnTo>
                  <a:pt x="116450" y="30389"/>
                </a:lnTo>
                <a:lnTo>
                  <a:pt x="108711" y="30389"/>
                </a:lnTo>
                <a:lnTo>
                  <a:pt x="112414" y="26687"/>
                </a:lnTo>
                <a:lnTo>
                  <a:pt x="118152" y="26687"/>
                </a:lnTo>
                <a:lnTo>
                  <a:pt x="118152" y="28721"/>
                </a:lnTo>
                <a:close/>
                <a:moveTo>
                  <a:pt x="99071" y="30389"/>
                </a:moveTo>
                <a:lnTo>
                  <a:pt x="97370" y="28721"/>
                </a:lnTo>
                <a:lnTo>
                  <a:pt x="97370" y="26687"/>
                </a:lnTo>
                <a:lnTo>
                  <a:pt x="103074" y="26687"/>
                </a:lnTo>
                <a:lnTo>
                  <a:pt x="106810" y="30389"/>
                </a:lnTo>
                <a:lnTo>
                  <a:pt x="99071" y="30389"/>
                </a:lnTo>
                <a:close/>
                <a:moveTo>
                  <a:pt x="94868" y="27854"/>
                </a:moveTo>
                <a:lnTo>
                  <a:pt x="93567" y="27854"/>
                </a:lnTo>
                <a:lnTo>
                  <a:pt x="92767" y="27020"/>
                </a:lnTo>
                <a:lnTo>
                  <a:pt x="92767" y="25219"/>
                </a:lnTo>
                <a:lnTo>
                  <a:pt x="94001" y="26453"/>
                </a:lnTo>
                <a:lnTo>
                  <a:pt x="94268" y="26587"/>
                </a:lnTo>
                <a:lnTo>
                  <a:pt x="96169" y="26587"/>
                </a:lnTo>
                <a:close/>
                <a:moveTo>
                  <a:pt x="91966" y="27020"/>
                </a:moveTo>
                <a:lnTo>
                  <a:pt x="91166" y="27854"/>
                </a:lnTo>
                <a:lnTo>
                  <a:pt x="89865" y="27854"/>
                </a:lnTo>
                <a:lnTo>
                  <a:pt x="88564" y="26553"/>
                </a:lnTo>
                <a:lnTo>
                  <a:pt x="90465" y="26553"/>
                </a:lnTo>
                <a:lnTo>
                  <a:pt x="90732" y="26453"/>
                </a:lnTo>
                <a:lnTo>
                  <a:pt x="91966" y="25219"/>
                </a:lnTo>
                <a:lnTo>
                  <a:pt x="91966" y="27020"/>
                </a:lnTo>
                <a:close/>
                <a:moveTo>
                  <a:pt x="87363" y="28721"/>
                </a:moveTo>
                <a:lnTo>
                  <a:pt x="85662" y="30389"/>
                </a:lnTo>
                <a:lnTo>
                  <a:pt x="77923" y="30389"/>
                </a:lnTo>
                <a:lnTo>
                  <a:pt x="81625" y="26687"/>
                </a:lnTo>
                <a:lnTo>
                  <a:pt x="87363" y="26687"/>
                </a:lnTo>
                <a:lnTo>
                  <a:pt x="87363" y="28721"/>
                </a:lnTo>
                <a:close/>
                <a:moveTo>
                  <a:pt x="68249" y="30389"/>
                </a:moveTo>
                <a:lnTo>
                  <a:pt x="66581" y="28721"/>
                </a:lnTo>
                <a:lnTo>
                  <a:pt x="66581" y="26687"/>
                </a:lnTo>
                <a:lnTo>
                  <a:pt x="72285" y="26687"/>
                </a:lnTo>
                <a:lnTo>
                  <a:pt x="76021" y="30389"/>
                </a:lnTo>
                <a:lnTo>
                  <a:pt x="68249" y="30389"/>
                </a:lnTo>
                <a:close/>
                <a:moveTo>
                  <a:pt x="64080" y="27854"/>
                </a:moveTo>
                <a:lnTo>
                  <a:pt x="62779" y="27854"/>
                </a:lnTo>
                <a:lnTo>
                  <a:pt x="61978" y="27020"/>
                </a:lnTo>
                <a:lnTo>
                  <a:pt x="61978" y="25219"/>
                </a:lnTo>
                <a:lnTo>
                  <a:pt x="63212" y="26453"/>
                </a:lnTo>
                <a:lnTo>
                  <a:pt x="63479" y="26553"/>
                </a:lnTo>
                <a:lnTo>
                  <a:pt x="65381" y="26553"/>
                </a:lnTo>
                <a:close/>
                <a:moveTo>
                  <a:pt x="61178" y="27020"/>
                </a:moveTo>
                <a:lnTo>
                  <a:pt x="60344" y="27854"/>
                </a:lnTo>
                <a:lnTo>
                  <a:pt x="59043" y="27854"/>
                </a:lnTo>
                <a:lnTo>
                  <a:pt x="57775" y="26553"/>
                </a:lnTo>
                <a:lnTo>
                  <a:pt x="59676" y="26553"/>
                </a:lnTo>
                <a:lnTo>
                  <a:pt x="59943" y="26453"/>
                </a:lnTo>
                <a:lnTo>
                  <a:pt x="61178" y="25219"/>
                </a:lnTo>
                <a:close/>
                <a:moveTo>
                  <a:pt x="56574" y="28721"/>
                </a:moveTo>
                <a:lnTo>
                  <a:pt x="54873" y="30389"/>
                </a:lnTo>
                <a:lnTo>
                  <a:pt x="47134" y="30389"/>
                </a:lnTo>
                <a:lnTo>
                  <a:pt x="50837" y="26687"/>
                </a:lnTo>
                <a:lnTo>
                  <a:pt x="56574" y="26687"/>
                </a:lnTo>
                <a:close/>
                <a:moveTo>
                  <a:pt x="37461" y="30389"/>
                </a:moveTo>
                <a:lnTo>
                  <a:pt x="35793" y="28721"/>
                </a:lnTo>
                <a:lnTo>
                  <a:pt x="35793" y="26687"/>
                </a:lnTo>
                <a:lnTo>
                  <a:pt x="41497" y="26687"/>
                </a:lnTo>
                <a:lnTo>
                  <a:pt x="45233" y="30389"/>
                </a:lnTo>
                <a:lnTo>
                  <a:pt x="37461" y="30389"/>
                </a:lnTo>
                <a:close/>
                <a:moveTo>
                  <a:pt x="33291" y="27854"/>
                </a:moveTo>
                <a:lnTo>
                  <a:pt x="31990" y="27854"/>
                </a:lnTo>
                <a:lnTo>
                  <a:pt x="31189" y="27020"/>
                </a:lnTo>
                <a:lnTo>
                  <a:pt x="31189" y="25219"/>
                </a:lnTo>
                <a:lnTo>
                  <a:pt x="32424" y="26453"/>
                </a:lnTo>
                <a:lnTo>
                  <a:pt x="32691" y="26553"/>
                </a:lnTo>
                <a:lnTo>
                  <a:pt x="34592" y="26553"/>
                </a:lnTo>
                <a:close/>
                <a:moveTo>
                  <a:pt x="30389" y="27020"/>
                </a:moveTo>
                <a:lnTo>
                  <a:pt x="29555" y="27854"/>
                </a:lnTo>
                <a:lnTo>
                  <a:pt x="28254" y="27854"/>
                </a:lnTo>
                <a:lnTo>
                  <a:pt x="26986" y="26553"/>
                </a:lnTo>
                <a:lnTo>
                  <a:pt x="28854" y="26553"/>
                </a:lnTo>
                <a:lnTo>
                  <a:pt x="29155" y="26453"/>
                </a:lnTo>
                <a:lnTo>
                  <a:pt x="30389" y="25219"/>
                </a:lnTo>
                <a:lnTo>
                  <a:pt x="30389" y="27020"/>
                </a:lnTo>
                <a:close/>
                <a:moveTo>
                  <a:pt x="25786" y="28721"/>
                </a:moveTo>
                <a:lnTo>
                  <a:pt x="24084" y="30389"/>
                </a:lnTo>
                <a:lnTo>
                  <a:pt x="16346" y="30389"/>
                </a:lnTo>
                <a:lnTo>
                  <a:pt x="20048" y="26687"/>
                </a:lnTo>
                <a:lnTo>
                  <a:pt x="25752" y="26687"/>
                </a:lnTo>
                <a:lnTo>
                  <a:pt x="25752" y="28721"/>
                </a:lnTo>
                <a:close/>
                <a:moveTo>
                  <a:pt x="24084" y="31190"/>
                </a:moveTo>
                <a:lnTo>
                  <a:pt x="25786" y="32858"/>
                </a:lnTo>
                <a:lnTo>
                  <a:pt x="25786" y="34893"/>
                </a:lnTo>
                <a:lnTo>
                  <a:pt x="20048" y="34893"/>
                </a:lnTo>
                <a:lnTo>
                  <a:pt x="16346" y="31190"/>
                </a:lnTo>
                <a:close/>
                <a:moveTo>
                  <a:pt x="23050" y="45800"/>
                </a:moveTo>
                <a:lnTo>
                  <a:pt x="21182" y="45800"/>
                </a:lnTo>
                <a:lnTo>
                  <a:pt x="19781" y="44366"/>
                </a:lnTo>
                <a:lnTo>
                  <a:pt x="19781" y="42365"/>
                </a:lnTo>
                <a:lnTo>
                  <a:pt x="21082" y="41030"/>
                </a:lnTo>
                <a:lnTo>
                  <a:pt x="21082" y="43832"/>
                </a:lnTo>
                <a:close/>
                <a:moveTo>
                  <a:pt x="18981" y="43132"/>
                </a:moveTo>
                <a:lnTo>
                  <a:pt x="18981" y="44700"/>
                </a:lnTo>
                <a:lnTo>
                  <a:pt x="20082" y="45800"/>
                </a:lnTo>
                <a:lnTo>
                  <a:pt x="16346" y="45800"/>
                </a:lnTo>
                <a:close/>
                <a:moveTo>
                  <a:pt x="15778" y="45233"/>
                </a:moveTo>
                <a:lnTo>
                  <a:pt x="15778" y="41497"/>
                </a:lnTo>
                <a:lnTo>
                  <a:pt x="16879" y="42598"/>
                </a:lnTo>
                <a:lnTo>
                  <a:pt x="17046" y="42598"/>
                </a:lnTo>
                <a:lnTo>
                  <a:pt x="18414" y="42598"/>
                </a:lnTo>
                <a:close/>
                <a:moveTo>
                  <a:pt x="19214" y="41797"/>
                </a:moveTo>
                <a:lnTo>
                  <a:pt x="17213" y="41797"/>
                </a:lnTo>
                <a:lnTo>
                  <a:pt x="15778" y="40363"/>
                </a:lnTo>
                <a:lnTo>
                  <a:pt x="15778" y="38495"/>
                </a:lnTo>
                <a:lnTo>
                  <a:pt x="17747" y="40463"/>
                </a:lnTo>
                <a:lnTo>
                  <a:pt x="17913" y="40463"/>
                </a:lnTo>
                <a:lnTo>
                  <a:pt x="20515" y="40463"/>
                </a:lnTo>
                <a:close/>
                <a:moveTo>
                  <a:pt x="14978" y="45233"/>
                </a:moveTo>
                <a:lnTo>
                  <a:pt x="12343" y="42598"/>
                </a:lnTo>
                <a:lnTo>
                  <a:pt x="13744" y="42598"/>
                </a:lnTo>
                <a:lnTo>
                  <a:pt x="14011" y="42465"/>
                </a:lnTo>
                <a:lnTo>
                  <a:pt x="14978" y="41497"/>
                </a:lnTo>
                <a:close/>
                <a:moveTo>
                  <a:pt x="16346" y="46568"/>
                </a:moveTo>
                <a:lnTo>
                  <a:pt x="20082" y="46568"/>
                </a:lnTo>
                <a:lnTo>
                  <a:pt x="19114" y="47568"/>
                </a:lnTo>
                <a:lnTo>
                  <a:pt x="18981" y="47835"/>
                </a:lnTo>
                <a:lnTo>
                  <a:pt x="18981" y="49203"/>
                </a:lnTo>
                <a:close/>
                <a:moveTo>
                  <a:pt x="18414" y="49770"/>
                </a:moveTo>
                <a:lnTo>
                  <a:pt x="16879" y="49770"/>
                </a:lnTo>
                <a:lnTo>
                  <a:pt x="15778" y="50871"/>
                </a:lnTo>
                <a:lnTo>
                  <a:pt x="15778" y="47135"/>
                </a:lnTo>
                <a:close/>
                <a:moveTo>
                  <a:pt x="24351" y="49903"/>
                </a:moveTo>
                <a:lnTo>
                  <a:pt x="27654" y="46568"/>
                </a:lnTo>
                <a:lnTo>
                  <a:pt x="29822" y="46568"/>
                </a:lnTo>
                <a:lnTo>
                  <a:pt x="25886" y="50537"/>
                </a:lnTo>
                <a:lnTo>
                  <a:pt x="25886" y="56108"/>
                </a:lnTo>
                <a:lnTo>
                  <a:pt x="24351" y="54573"/>
                </a:lnTo>
                <a:lnTo>
                  <a:pt x="24351" y="49903"/>
                </a:lnTo>
                <a:close/>
                <a:moveTo>
                  <a:pt x="25786" y="59510"/>
                </a:moveTo>
                <a:lnTo>
                  <a:pt x="24084" y="61178"/>
                </a:lnTo>
                <a:lnTo>
                  <a:pt x="16346" y="61178"/>
                </a:lnTo>
                <a:lnTo>
                  <a:pt x="20048" y="57475"/>
                </a:lnTo>
                <a:lnTo>
                  <a:pt x="25752" y="57475"/>
                </a:lnTo>
                <a:lnTo>
                  <a:pt x="25752" y="59510"/>
                </a:lnTo>
                <a:close/>
                <a:moveTo>
                  <a:pt x="24084" y="61979"/>
                </a:moveTo>
                <a:lnTo>
                  <a:pt x="25786" y="63646"/>
                </a:lnTo>
                <a:lnTo>
                  <a:pt x="25786" y="65681"/>
                </a:lnTo>
                <a:lnTo>
                  <a:pt x="20048" y="65681"/>
                </a:lnTo>
                <a:lnTo>
                  <a:pt x="16346" y="61979"/>
                </a:lnTo>
                <a:lnTo>
                  <a:pt x="24084" y="61979"/>
                </a:lnTo>
                <a:close/>
                <a:moveTo>
                  <a:pt x="23050" y="76589"/>
                </a:moveTo>
                <a:lnTo>
                  <a:pt x="21182" y="76589"/>
                </a:lnTo>
                <a:lnTo>
                  <a:pt x="19781" y="75155"/>
                </a:lnTo>
                <a:lnTo>
                  <a:pt x="19781" y="73153"/>
                </a:lnTo>
                <a:lnTo>
                  <a:pt x="21082" y="71819"/>
                </a:lnTo>
                <a:lnTo>
                  <a:pt x="21082" y="74621"/>
                </a:lnTo>
                <a:close/>
                <a:moveTo>
                  <a:pt x="18981" y="73920"/>
                </a:moveTo>
                <a:lnTo>
                  <a:pt x="18981" y="75321"/>
                </a:lnTo>
                <a:lnTo>
                  <a:pt x="19114" y="75588"/>
                </a:lnTo>
                <a:lnTo>
                  <a:pt x="20082" y="76589"/>
                </a:lnTo>
                <a:lnTo>
                  <a:pt x="16346" y="76589"/>
                </a:lnTo>
                <a:close/>
                <a:moveTo>
                  <a:pt x="15778" y="76022"/>
                </a:moveTo>
                <a:lnTo>
                  <a:pt x="15778" y="72286"/>
                </a:lnTo>
                <a:lnTo>
                  <a:pt x="16879" y="73387"/>
                </a:lnTo>
                <a:lnTo>
                  <a:pt x="18414" y="73387"/>
                </a:lnTo>
                <a:close/>
                <a:moveTo>
                  <a:pt x="19214" y="72586"/>
                </a:moveTo>
                <a:lnTo>
                  <a:pt x="17213" y="72586"/>
                </a:lnTo>
                <a:lnTo>
                  <a:pt x="15778" y="71152"/>
                </a:lnTo>
                <a:lnTo>
                  <a:pt x="15778" y="69317"/>
                </a:lnTo>
                <a:lnTo>
                  <a:pt x="17747" y="71285"/>
                </a:lnTo>
                <a:lnTo>
                  <a:pt x="20515" y="71285"/>
                </a:lnTo>
                <a:close/>
                <a:moveTo>
                  <a:pt x="14978" y="76022"/>
                </a:moveTo>
                <a:lnTo>
                  <a:pt x="12343" y="73387"/>
                </a:lnTo>
                <a:lnTo>
                  <a:pt x="13744" y="73387"/>
                </a:lnTo>
                <a:lnTo>
                  <a:pt x="14011" y="73253"/>
                </a:lnTo>
                <a:lnTo>
                  <a:pt x="14978" y="72286"/>
                </a:lnTo>
                <a:close/>
                <a:moveTo>
                  <a:pt x="16346" y="77356"/>
                </a:moveTo>
                <a:lnTo>
                  <a:pt x="20082" y="77356"/>
                </a:lnTo>
                <a:lnTo>
                  <a:pt x="18981" y="78457"/>
                </a:lnTo>
                <a:lnTo>
                  <a:pt x="18981" y="80025"/>
                </a:lnTo>
                <a:close/>
                <a:moveTo>
                  <a:pt x="18414" y="80559"/>
                </a:moveTo>
                <a:lnTo>
                  <a:pt x="17046" y="80559"/>
                </a:lnTo>
                <a:lnTo>
                  <a:pt x="16879" y="80559"/>
                </a:lnTo>
                <a:lnTo>
                  <a:pt x="15778" y="81659"/>
                </a:lnTo>
                <a:lnTo>
                  <a:pt x="15778" y="77923"/>
                </a:lnTo>
                <a:close/>
                <a:moveTo>
                  <a:pt x="24351" y="80692"/>
                </a:moveTo>
                <a:lnTo>
                  <a:pt x="27654" y="77356"/>
                </a:lnTo>
                <a:lnTo>
                  <a:pt x="29822" y="77356"/>
                </a:lnTo>
                <a:lnTo>
                  <a:pt x="25886" y="81326"/>
                </a:lnTo>
                <a:lnTo>
                  <a:pt x="25886" y="86896"/>
                </a:lnTo>
                <a:lnTo>
                  <a:pt x="24351" y="85362"/>
                </a:lnTo>
                <a:lnTo>
                  <a:pt x="24351" y="80692"/>
                </a:lnTo>
                <a:close/>
                <a:moveTo>
                  <a:pt x="25786" y="90299"/>
                </a:moveTo>
                <a:lnTo>
                  <a:pt x="24084" y="91967"/>
                </a:lnTo>
                <a:lnTo>
                  <a:pt x="16346" y="91967"/>
                </a:lnTo>
                <a:lnTo>
                  <a:pt x="20048" y="88264"/>
                </a:lnTo>
                <a:lnTo>
                  <a:pt x="25752" y="88264"/>
                </a:lnTo>
                <a:lnTo>
                  <a:pt x="25752" y="90299"/>
                </a:lnTo>
                <a:close/>
                <a:moveTo>
                  <a:pt x="24084" y="92767"/>
                </a:moveTo>
                <a:lnTo>
                  <a:pt x="25786" y="94435"/>
                </a:lnTo>
                <a:lnTo>
                  <a:pt x="25786" y="96470"/>
                </a:lnTo>
                <a:lnTo>
                  <a:pt x="20048" y="96470"/>
                </a:lnTo>
                <a:lnTo>
                  <a:pt x="16346" y="92767"/>
                </a:lnTo>
                <a:close/>
                <a:moveTo>
                  <a:pt x="28254" y="95302"/>
                </a:moveTo>
                <a:lnTo>
                  <a:pt x="29555" y="95302"/>
                </a:lnTo>
                <a:lnTo>
                  <a:pt x="30389" y="96136"/>
                </a:lnTo>
                <a:lnTo>
                  <a:pt x="30389" y="97938"/>
                </a:lnTo>
                <a:lnTo>
                  <a:pt x="29155" y="96703"/>
                </a:lnTo>
                <a:lnTo>
                  <a:pt x="28854" y="96603"/>
                </a:lnTo>
                <a:lnTo>
                  <a:pt x="26986" y="96603"/>
                </a:lnTo>
                <a:close/>
                <a:moveTo>
                  <a:pt x="31189" y="96136"/>
                </a:moveTo>
                <a:lnTo>
                  <a:pt x="31990" y="95302"/>
                </a:lnTo>
                <a:lnTo>
                  <a:pt x="33291" y="95302"/>
                </a:lnTo>
                <a:lnTo>
                  <a:pt x="34592" y="96603"/>
                </a:lnTo>
                <a:lnTo>
                  <a:pt x="32691" y="96603"/>
                </a:lnTo>
                <a:lnTo>
                  <a:pt x="32424" y="96703"/>
                </a:lnTo>
                <a:lnTo>
                  <a:pt x="31156" y="97938"/>
                </a:lnTo>
                <a:lnTo>
                  <a:pt x="31156" y="96136"/>
                </a:lnTo>
                <a:close/>
                <a:moveTo>
                  <a:pt x="35793" y="94435"/>
                </a:moveTo>
                <a:lnTo>
                  <a:pt x="37461" y="92767"/>
                </a:lnTo>
                <a:lnTo>
                  <a:pt x="45233" y="92767"/>
                </a:lnTo>
                <a:lnTo>
                  <a:pt x="41497" y="96470"/>
                </a:lnTo>
                <a:lnTo>
                  <a:pt x="35793" y="96470"/>
                </a:lnTo>
                <a:close/>
                <a:moveTo>
                  <a:pt x="54873" y="92767"/>
                </a:moveTo>
                <a:lnTo>
                  <a:pt x="56574" y="94435"/>
                </a:lnTo>
                <a:lnTo>
                  <a:pt x="56574" y="96470"/>
                </a:lnTo>
                <a:lnTo>
                  <a:pt x="50837" y="96470"/>
                </a:lnTo>
                <a:lnTo>
                  <a:pt x="47134" y="92767"/>
                </a:lnTo>
                <a:close/>
                <a:moveTo>
                  <a:pt x="59043" y="95302"/>
                </a:moveTo>
                <a:lnTo>
                  <a:pt x="60344" y="95302"/>
                </a:lnTo>
                <a:lnTo>
                  <a:pt x="61178" y="96136"/>
                </a:lnTo>
                <a:lnTo>
                  <a:pt x="61178" y="97938"/>
                </a:lnTo>
                <a:lnTo>
                  <a:pt x="59943" y="96703"/>
                </a:lnTo>
                <a:lnTo>
                  <a:pt x="59676" y="96603"/>
                </a:lnTo>
                <a:lnTo>
                  <a:pt x="57775" y="96603"/>
                </a:lnTo>
                <a:close/>
                <a:moveTo>
                  <a:pt x="61978" y="96136"/>
                </a:moveTo>
                <a:lnTo>
                  <a:pt x="62779" y="95302"/>
                </a:lnTo>
                <a:lnTo>
                  <a:pt x="64080" y="95302"/>
                </a:lnTo>
                <a:lnTo>
                  <a:pt x="65381" y="96603"/>
                </a:lnTo>
                <a:lnTo>
                  <a:pt x="63479" y="96603"/>
                </a:lnTo>
                <a:lnTo>
                  <a:pt x="63212" y="96703"/>
                </a:lnTo>
                <a:lnTo>
                  <a:pt x="61978" y="97938"/>
                </a:lnTo>
                <a:close/>
                <a:moveTo>
                  <a:pt x="66581" y="94435"/>
                </a:moveTo>
                <a:lnTo>
                  <a:pt x="68249" y="92767"/>
                </a:lnTo>
                <a:lnTo>
                  <a:pt x="76021" y="92767"/>
                </a:lnTo>
                <a:lnTo>
                  <a:pt x="72285" y="96470"/>
                </a:lnTo>
                <a:lnTo>
                  <a:pt x="66581" y="96470"/>
                </a:lnTo>
                <a:lnTo>
                  <a:pt x="66581" y="94435"/>
                </a:lnTo>
                <a:close/>
                <a:moveTo>
                  <a:pt x="85662" y="92767"/>
                </a:moveTo>
                <a:lnTo>
                  <a:pt x="87363" y="94435"/>
                </a:lnTo>
                <a:lnTo>
                  <a:pt x="87363" y="96470"/>
                </a:lnTo>
                <a:lnTo>
                  <a:pt x="81659" y="96470"/>
                </a:lnTo>
                <a:lnTo>
                  <a:pt x="77923" y="92767"/>
                </a:lnTo>
                <a:close/>
                <a:moveTo>
                  <a:pt x="89831" y="95302"/>
                </a:moveTo>
                <a:lnTo>
                  <a:pt x="91132" y="95302"/>
                </a:lnTo>
                <a:lnTo>
                  <a:pt x="91966" y="96136"/>
                </a:lnTo>
                <a:lnTo>
                  <a:pt x="91966" y="97938"/>
                </a:lnTo>
                <a:lnTo>
                  <a:pt x="90732" y="96703"/>
                </a:lnTo>
                <a:lnTo>
                  <a:pt x="90465" y="96603"/>
                </a:lnTo>
                <a:lnTo>
                  <a:pt x="88564" y="96603"/>
                </a:lnTo>
                <a:close/>
                <a:moveTo>
                  <a:pt x="92767" y="96136"/>
                </a:moveTo>
                <a:lnTo>
                  <a:pt x="93567" y="95302"/>
                </a:lnTo>
                <a:lnTo>
                  <a:pt x="94868" y="95302"/>
                </a:lnTo>
                <a:lnTo>
                  <a:pt x="96169" y="96603"/>
                </a:lnTo>
                <a:lnTo>
                  <a:pt x="94268" y="96603"/>
                </a:lnTo>
                <a:lnTo>
                  <a:pt x="94001" y="96703"/>
                </a:lnTo>
                <a:lnTo>
                  <a:pt x="92767" y="97938"/>
                </a:lnTo>
                <a:lnTo>
                  <a:pt x="92767" y="96136"/>
                </a:lnTo>
                <a:close/>
                <a:moveTo>
                  <a:pt x="97370" y="94435"/>
                </a:moveTo>
                <a:lnTo>
                  <a:pt x="99071" y="92767"/>
                </a:lnTo>
                <a:lnTo>
                  <a:pt x="106810" y="92767"/>
                </a:lnTo>
                <a:lnTo>
                  <a:pt x="103074" y="96470"/>
                </a:lnTo>
                <a:lnTo>
                  <a:pt x="97370" y="96470"/>
                </a:lnTo>
                <a:lnTo>
                  <a:pt x="97370" y="94435"/>
                </a:lnTo>
                <a:close/>
                <a:moveTo>
                  <a:pt x="116450" y="92767"/>
                </a:moveTo>
                <a:lnTo>
                  <a:pt x="118152" y="94435"/>
                </a:lnTo>
                <a:lnTo>
                  <a:pt x="118152" y="96470"/>
                </a:lnTo>
                <a:lnTo>
                  <a:pt x="112447" y="96470"/>
                </a:lnTo>
                <a:lnTo>
                  <a:pt x="108711" y="92767"/>
                </a:lnTo>
                <a:close/>
                <a:moveTo>
                  <a:pt x="120653" y="95302"/>
                </a:moveTo>
                <a:lnTo>
                  <a:pt x="121954" y="95302"/>
                </a:lnTo>
                <a:lnTo>
                  <a:pt x="122755" y="96136"/>
                </a:lnTo>
                <a:lnTo>
                  <a:pt x="122755" y="97938"/>
                </a:lnTo>
                <a:lnTo>
                  <a:pt x="121521" y="96703"/>
                </a:lnTo>
                <a:lnTo>
                  <a:pt x="121254" y="96603"/>
                </a:lnTo>
                <a:lnTo>
                  <a:pt x="119352" y="96603"/>
                </a:lnTo>
                <a:close/>
                <a:moveTo>
                  <a:pt x="123555" y="96136"/>
                </a:moveTo>
                <a:lnTo>
                  <a:pt x="124389" y="95302"/>
                </a:lnTo>
                <a:lnTo>
                  <a:pt x="125657" y="95302"/>
                </a:lnTo>
                <a:lnTo>
                  <a:pt x="126958" y="96603"/>
                </a:lnTo>
                <a:lnTo>
                  <a:pt x="125056" y="96603"/>
                </a:lnTo>
                <a:lnTo>
                  <a:pt x="124790" y="96703"/>
                </a:lnTo>
                <a:lnTo>
                  <a:pt x="123555" y="97938"/>
                </a:lnTo>
                <a:lnTo>
                  <a:pt x="123555" y="96136"/>
                </a:lnTo>
                <a:close/>
                <a:moveTo>
                  <a:pt x="128159" y="94435"/>
                </a:moveTo>
                <a:lnTo>
                  <a:pt x="129860" y="92767"/>
                </a:lnTo>
                <a:lnTo>
                  <a:pt x="137599" y="92767"/>
                </a:lnTo>
                <a:lnTo>
                  <a:pt x="133863" y="96470"/>
                </a:lnTo>
                <a:lnTo>
                  <a:pt x="128159" y="96470"/>
                </a:lnTo>
                <a:lnTo>
                  <a:pt x="128159" y="94435"/>
                </a:lnTo>
                <a:close/>
                <a:moveTo>
                  <a:pt x="147272" y="92767"/>
                </a:moveTo>
                <a:lnTo>
                  <a:pt x="148940" y="94435"/>
                </a:lnTo>
                <a:lnTo>
                  <a:pt x="148940" y="96470"/>
                </a:lnTo>
                <a:lnTo>
                  <a:pt x="143236" y="96470"/>
                </a:lnTo>
                <a:lnTo>
                  <a:pt x="139500" y="92767"/>
                </a:lnTo>
                <a:close/>
                <a:moveTo>
                  <a:pt x="151442" y="95302"/>
                </a:moveTo>
                <a:lnTo>
                  <a:pt x="152743" y="95302"/>
                </a:lnTo>
                <a:lnTo>
                  <a:pt x="153543" y="96136"/>
                </a:lnTo>
                <a:lnTo>
                  <a:pt x="153543" y="97938"/>
                </a:lnTo>
                <a:lnTo>
                  <a:pt x="152309" y="96703"/>
                </a:lnTo>
                <a:lnTo>
                  <a:pt x="152042" y="96603"/>
                </a:lnTo>
                <a:lnTo>
                  <a:pt x="150141" y="96603"/>
                </a:lnTo>
                <a:close/>
                <a:moveTo>
                  <a:pt x="154344" y="96136"/>
                </a:moveTo>
                <a:lnTo>
                  <a:pt x="155178" y="95302"/>
                </a:lnTo>
                <a:lnTo>
                  <a:pt x="156479" y="95302"/>
                </a:lnTo>
                <a:lnTo>
                  <a:pt x="157746" y="96603"/>
                </a:lnTo>
                <a:lnTo>
                  <a:pt x="155845" y="96603"/>
                </a:lnTo>
                <a:lnTo>
                  <a:pt x="155578" y="96703"/>
                </a:lnTo>
                <a:lnTo>
                  <a:pt x="154344" y="97938"/>
                </a:lnTo>
                <a:close/>
                <a:moveTo>
                  <a:pt x="158947" y="94435"/>
                </a:moveTo>
                <a:lnTo>
                  <a:pt x="160649" y="92767"/>
                </a:lnTo>
                <a:lnTo>
                  <a:pt x="168387" y="92767"/>
                </a:lnTo>
                <a:lnTo>
                  <a:pt x="164651" y="96470"/>
                </a:lnTo>
                <a:lnTo>
                  <a:pt x="158947" y="96470"/>
                </a:lnTo>
                <a:lnTo>
                  <a:pt x="158947" y="94435"/>
                </a:lnTo>
                <a:close/>
                <a:moveTo>
                  <a:pt x="178061" y="92767"/>
                </a:moveTo>
                <a:lnTo>
                  <a:pt x="179729" y="94435"/>
                </a:lnTo>
                <a:lnTo>
                  <a:pt x="179729" y="96470"/>
                </a:lnTo>
                <a:lnTo>
                  <a:pt x="174025" y="96470"/>
                </a:lnTo>
                <a:lnTo>
                  <a:pt x="170289" y="92767"/>
                </a:lnTo>
                <a:close/>
                <a:moveTo>
                  <a:pt x="182231" y="95302"/>
                </a:moveTo>
                <a:lnTo>
                  <a:pt x="183532" y="95302"/>
                </a:lnTo>
                <a:lnTo>
                  <a:pt x="184332" y="96136"/>
                </a:lnTo>
                <a:lnTo>
                  <a:pt x="184332" y="97938"/>
                </a:lnTo>
                <a:lnTo>
                  <a:pt x="183098" y="96703"/>
                </a:lnTo>
                <a:lnTo>
                  <a:pt x="182831" y="96603"/>
                </a:lnTo>
                <a:lnTo>
                  <a:pt x="180930" y="96603"/>
                </a:lnTo>
                <a:close/>
                <a:moveTo>
                  <a:pt x="185133" y="96136"/>
                </a:moveTo>
                <a:lnTo>
                  <a:pt x="185967" y="95302"/>
                </a:lnTo>
                <a:lnTo>
                  <a:pt x="187268" y="95302"/>
                </a:lnTo>
                <a:lnTo>
                  <a:pt x="188535" y="96603"/>
                </a:lnTo>
                <a:lnTo>
                  <a:pt x="186667" y="96603"/>
                </a:lnTo>
                <a:lnTo>
                  <a:pt x="186367" y="96703"/>
                </a:lnTo>
                <a:lnTo>
                  <a:pt x="185133" y="97938"/>
                </a:lnTo>
                <a:close/>
                <a:moveTo>
                  <a:pt x="189736" y="94435"/>
                </a:moveTo>
                <a:lnTo>
                  <a:pt x="191437" y="92767"/>
                </a:lnTo>
                <a:lnTo>
                  <a:pt x="199176" y="92767"/>
                </a:lnTo>
                <a:lnTo>
                  <a:pt x="195473" y="96470"/>
                </a:lnTo>
                <a:lnTo>
                  <a:pt x="189736" y="96470"/>
                </a:lnTo>
                <a:lnTo>
                  <a:pt x="189736" y="94435"/>
                </a:lnTo>
                <a:close/>
                <a:moveTo>
                  <a:pt x="208850" y="92767"/>
                </a:moveTo>
                <a:lnTo>
                  <a:pt x="210518" y="94435"/>
                </a:lnTo>
                <a:lnTo>
                  <a:pt x="210518" y="96470"/>
                </a:lnTo>
                <a:lnTo>
                  <a:pt x="204813" y="96470"/>
                </a:lnTo>
                <a:lnTo>
                  <a:pt x="201077" y="92767"/>
                </a:lnTo>
                <a:close/>
                <a:moveTo>
                  <a:pt x="213019" y="95302"/>
                </a:moveTo>
                <a:lnTo>
                  <a:pt x="214320" y="95302"/>
                </a:lnTo>
                <a:lnTo>
                  <a:pt x="215121" y="96136"/>
                </a:lnTo>
                <a:lnTo>
                  <a:pt x="215121" y="97938"/>
                </a:lnTo>
                <a:lnTo>
                  <a:pt x="213887" y="96703"/>
                </a:lnTo>
                <a:lnTo>
                  <a:pt x="213620" y="96603"/>
                </a:lnTo>
                <a:lnTo>
                  <a:pt x="211718" y="96603"/>
                </a:lnTo>
                <a:close/>
                <a:moveTo>
                  <a:pt x="215921" y="96136"/>
                </a:moveTo>
                <a:lnTo>
                  <a:pt x="216755" y="95302"/>
                </a:lnTo>
                <a:lnTo>
                  <a:pt x="218056" y="95302"/>
                </a:lnTo>
                <a:lnTo>
                  <a:pt x="219324" y="96603"/>
                </a:lnTo>
                <a:lnTo>
                  <a:pt x="217456" y="96603"/>
                </a:lnTo>
                <a:lnTo>
                  <a:pt x="217156" y="96703"/>
                </a:lnTo>
                <a:lnTo>
                  <a:pt x="215921" y="97938"/>
                </a:lnTo>
                <a:close/>
                <a:moveTo>
                  <a:pt x="220558" y="94435"/>
                </a:moveTo>
                <a:lnTo>
                  <a:pt x="222226" y="92767"/>
                </a:lnTo>
                <a:lnTo>
                  <a:pt x="229965" y="92767"/>
                </a:lnTo>
                <a:lnTo>
                  <a:pt x="226262" y="96470"/>
                </a:lnTo>
                <a:lnTo>
                  <a:pt x="220525" y="96470"/>
                </a:lnTo>
                <a:lnTo>
                  <a:pt x="220525" y="94435"/>
                </a:lnTo>
                <a:close/>
                <a:moveTo>
                  <a:pt x="222226" y="91967"/>
                </a:moveTo>
                <a:lnTo>
                  <a:pt x="220558" y="90299"/>
                </a:lnTo>
                <a:lnTo>
                  <a:pt x="220558" y="88264"/>
                </a:lnTo>
                <a:lnTo>
                  <a:pt x="226262" y="88264"/>
                </a:lnTo>
                <a:lnTo>
                  <a:pt x="229965" y="91967"/>
                </a:lnTo>
                <a:close/>
                <a:moveTo>
                  <a:pt x="223260" y="77356"/>
                </a:moveTo>
                <a:lnTo>
                  <a:pt x="225128" y="77356"/>
                </a:lnTo>
                <a:lnTo>
                  <a:pt x="226529" y="78791"/>
                </a:lnTo>
                <a:lnTo>
                  <a:pt x="226529" y="80792"/>
                </a:lnTo>
                <a:lnTo>
                  <a:pt x="225228" y="82126"/>
                </a:lnTo>
                <a:lnTo>
                  <a:pt x="225228" y="79324"/>
                </a:lnTo>
                <a:close/>
                <a:moveTo>
                  <a:pt x="227330" y="80025"/>
                </a:moveTo>
                <a:lnTo>
                  <a:pt x="227330" y="78457"/>
                </a:lnTo>
                <a:lnTo>
                  <a:pt x="226229" y="77356"/>
                </a:lnTo>
                <a:lnTo>
                  <a:pt x="229965" y="77356"/>
                </a:lnTo>
                <a:close/>
                <a:moveTo>
                  <a:pt x="230532" y="77923"/>
                </a:moveTo>
                <a:lnTo>
                  <a:pt x="230532" y="81659"/>
                </a:lnTo>
                <a:lnTo>
                  <a:pt x="229431" y="80559"/>
                </a:lnTo>
                <a:lnTo>
                  <a:pt x="229264" y="80559"/>
                </a:lnTo>
                <a:lnTo>
                  <a:pt x="227897" y="80559"/>
                </a:lnTo>
                <a:close/>
                <a:moveTo>
                  <a:pt x="227096" y="81359"/>
                </a:moveTo>
                <a:lnTo>
                  <a:pt x="229097" y="81359"/>
                </a:lnTo>
                <a:lnTo>
                  <a:pt x="230532" y="82794"/>
                </a:lnTo>
                <a:lnTo>
                  <a:pt x="230532" y="84662"/>
                </a:lnTo>
                <a:lnTo>
                  <a:pt x="228564" y="82693"/>
                </a:lnTo>
                <a:lnTo>
                  <a:pt x="228397" y="82693"/>
                </a:lnTo>
                <a:lnTo>
                  <a:pt x="225795" y="82693"/>
                </a:lnTo>
                <a:close/>
                <a:moveTo>
                  <a:pt x="231332" y="77923"/>
                </a:moveTo>
                <a:lnTo>
                  <a:pt x="233968" y="80559"/>
                </a:lnTo>
                <a:lnTo>
                  <a:pt x="232567" y="80559"/>
                </a:lnTo>
                <a:lnTo>
                  <a:pt x="232300" y="80692"/>
                </a:lnTo>
                <a:lnTo>
                  <a:pt x="231332" y="81659"/>
                </a:lnTo>
                <a:lnTo>
                  <a:pt x="231332" y="77923"/>
                </a:lnTo>
                <a:close/>
                <a:moveTo>
                  <a:pt x="229965" y="76589"/>
                </a:moveTo>
                <a:lnTo>
                  <a:pt x="226229" y="76589"/>
                </a:lnTo>
                <a:lnTo>
                  <a:pt x="227229" y="75588"/>
                </a:lnTo>
                <a:lnTo>
                  <a:pt x="227330" y="75321"/>
                </a:lnTo>
                <a:lnTo>
                  <a:pt x="227330" y="73920"/>
                </a:lnTo>
                <a:close/>
                <a:moveTo>
                  <a:pt x="227897" y="73387"/>
                </a:moveTo>
                <a:lnTo>
                  <a:pt x="229431" y="73387"/>
                </a:lnTo>
                <a:lnTo>
                  <a:pt x="230532" y="72286"/>
                </a:lnTo>
                <a:lnTo>
                  <a:pt x="230532" y="76022"/>
                </a:lnTo>
                <a:close/>
                <a:moveTo>
                  <a:pt x="221959" y="73253"/>
                </a:moveTo>
                <a:lnTo>
                  <a:pt x="218657" y="76589"/>
                </a:lnTo>
                <a:lnTo>
                  <a:pt x="216488" y="76589"/>
                </a:lnTo>
                <a:lnTo>
                  <a:pt x="220425" y="72620"/>
                </a:lnTo>
                <a:lnTo>
                  <a:pt x="220425" y="67049"/>
                </a:lnTo>
                <a:lnTo>
                  <a:pt x="221959" y="68583"/>
                </a:lnTo>
                <a:lnTo>
                  <a:pt x="221959" y="73253"/>
                </a:lnTo>
                <a:close/>
                <a:moveTo>
                  <a:pt x="220558" y="63646"/>
                </a:moveTo>
                <a:lnTo>
                  <a:pt x="222226" y="61979"/>
                </a:lnTo>
                <a:lnTo>
                  <a:pt x="229965" y="61979"/>
                </a:lnTo>
                <a:lnTo>
                  <a:pt x="226262" y="65681"/>
                </a:lnTo>
                <a:lnTo>
                  <a:pt x="220525" y="65681"/>
                </a:lnTo>
                <a:lnTo>
                  <a:pt x="220525" y="63646"/>
                </a:lnTo>
                <a:close/>
                <a:moveTo>
                  <a:pt x="222226" y="61178"/>
                </a:moveTo>
                <a:lnTo>
                  <a:pt x="220558" y="59510"/>
                </a:lnTo>
                <a:lnTo>
                  <a:pt x="220558" y="57475"/>
                </a:lnTo>
                <a:lnTo>
                  <a:pt x="226262" y="57475"/>
                </a:lnTo>
                <a:lnTo>
                  <a:pt x="229965" y="61178"/>
                </a:lnTo>
                <a:close/>
                <a:moveTo>
                  <a:pt x="223260" y="46568"/>
                </a:moveTo>
                <a:lnTo>
                  <a:pt x="225128" y="46568"/>
                </a:lnTo>
                <a:lnTo>
                  <a:pt x="226529" y="48002"/>
                </a:lnTo>
                <a:lnTo>
                  <a:pt x="226529" y="50003"/>
                </a:lnTo>
                <a:lnTo>
                  <a:pt x="225228" y="51338"/>
                </a:lnTo>
                <a:lnTo>
                  <a:pt x="225228" y="48536"/>
                </a:lnTo>
                <a:close/>
                <a:moveTo>
                  <a:pt x="227330" y="49236"/>
                </a:moveTo>
                <a:lnTo>
                  <a:pt x="227330" y="47835"/>
                </a:lnTo>
                <a:lnTo>
                  <a:pt x="227229" y="47568"/>
                </a:lnTo>
                <a:lnTo>
                  <a:pt x="226229" y="46568"/>
                </a:lnTo>
                <a:lnTo>
                  <a:pt x="229965" y="46568"/>
                </a:lnTo>
                <a:close/>
                <a:moveTo>
                  <a:pt x="230532" y="47135"/>
                </a:moveTo>
                <a:lnTo>
                  <a:pt x="230532" y="50871"/>
                </a:lnTo>
                <a:lnTo>
                  <a:pt x="229431" y="49770"/>
                </a:lnTo>
                <a:lnTo>
                  <a:pt x="227897" y="49770"/>
                </a:lnTo>
                <a:close/>
                <a:moveTo>
                  <a:pt x="227096" y="50570"/>
                </a:moveTo>
                <a:lnTo>
                  <a:pt x="229097" y="50570"/>
                </a:lnTo>
                <a:lnTo>
                  <a:pt x="230532" y="52005"/>
                </a:lnTo>
                <a:lnTo>
                  <a:pt x="230532" y="53873"/>
                </a:lnTo>
                <a:lnTo>
                  <a:pt x="228564" y="51905"/>
                </a:lnTo>
                <a:lnTo>
                  <a:pt x="225762" y="51905"/>
                </a:lnTo>
                <a:close/>
                <a:moveTo>
                  <a:pt x="231332" y="47135"/>
                </a:moveTo>
                <a:lnTo>
                  <a:pt x="233968" y="49770"/>
                </a:lnTo>
                <a:lnTo>
                  <a:pt x="232567" y="49770"/>
                </a:lnTo>
                <a:lnTo>
                  <a:pt x="232300" y="49903"/>
                </a:lnTo>
                <a:lnTo>
                  <a:pt x="231332" y="50871"/>
                </a:lnTo>
                <a:lnTo>
                  <a:pt x="231332" y="47135"/>
                </a:lnTo>
                <a:close/>
                <a:moveTo>
                  <a:pt x="229965" y="45800"/>
                </a:moveTo>
                <a:lnTo>
                  <a:pt x="226229" y="45800"/>
                </a:lnTo>
                <a:lnTo>
                  <a:pt x="227330" y="44700"/>
                </a:lnTo>
                <a:lnTo>
                  <a:pt x="227330" y="43132"/>
                </a:lnTo>
                <a:close/>
                <a:moveTo>
                  <a:pt x="227897" y="42598"/>
                </a:moveTo>
                <a:lnTo>
                  <a:pt x="229264" y="42598"/>
                </a:lnTo>
                <a:lnTo>
                  <a:pt x="229431" y="42598"/>
                </a:lnTo>
                <a:lnTo>
                  <a:pt x="230532" y="41497"/>
                </a:lnTo>
                <a:lnTo>
                  <a:pt x="230532" y="45233"/>
                </a:lnTo>
                <a:close/>
                <a:moveTo>
                  <a:pt x="221959" y="42465"/>
                </a:moveTo>
                <a:lnTo>
                  <a:pt x="218657" y="45800"/>
                </a:lnTo>
                <a:lnTo>
                  <a:pt x="216488" y="45800"/>
                </a:lnTo>
                <a:lnTo>
                  <a:pt x="220425" y="41831"/>
                </a:lnTo>
                <a:lnTo>
                  <a:pt x="220425" y="36260"/>
                </a:lnTo>
                <a:lnTo>
                  <a:pt x="221959" y="37795"/>
                </a:lnTo>
                <a:lnTo>
                  <a:pt x="221959" y="42465"/>
                </a:lnTo>
                <a:close/>
                <a:moveTo>
                  <a:pt x="220558" y="32858"/>
                </a:moveTo>
                <a:lnTo>
                  <a:pt x="222226" y="31190"/>
                </a:lnTo>
                <a:lnTo>
                  <a:pt x="229965" y="31190"/>
                </a:lnTo>
                <a:lnTo>
                  <a:pt x="226262" y="34893"/>
                </a:lnTo>
                <a:lnTo>
                  <a:pt x="220525" y="34893"/>
                </a:lnTo>
                <a:lnTo>
                  <a:pt x="220525" y="32858"/>
                </a:lnTo>
                <a:close/>
                <a:moveTo>
                  <a:pt x="222226" y="30389"/>
                </a:moveTo>
                <a:lnTo>
                  <a:pt x="220558" y="28721"/>
                </a:lnTo>
                <a:lnTo>
                  <a:pt x="220558" y="26687"/>
                </a:lnTo>
                <a:lnTo>
                  <a:pt x="226262" y="26687"/>
                </a:lnTo>
                <a:lnTo>
                  <a:pt x="229965" y="30389"/>
                </a:lnTo>
                <a:lnTo>
                  <a:pt x="222226" y="30389"/>
                </a:lnTo>
                <a:close/>
                <a:moveTo>
                  <a:pt x="219657" y="25786"/>
                </a:moveTo>
                <a:lnTo>
                  <a:pt x="217623" y="25786"/>
                </a:lnTo>
                <a:lnTo>
                  <a:pt x="215921" y="24085"/>
                </a:lnTo>
                <a:lnTo>
                  <a:pt x="215921" y="16346"/>
                </a:lnTo>
                <a:lnTo>
                  <a:pt x="219657" y="20049"/>
                </a:lnTo>
                <a:lnTo>
                  <a:pt x="219657" y="25786"/>
                </a:lnTo>
                <a:close/>
                <a:moveTo>
                  <a:pt x="215121" y="24085"/>
                </a:moveTo>
                <a:lnTo>
                  <a:pt x="213453" y="25786"/>
                </a:lnTo>
                <a:lnTo>
                  <a:pt x="211418" y="25786"/>
                </a:lnTo>
                <a:lnTo>
                  <a:pt x="211418" y="20049"/>
                </a:lnTo>
                <a:lnTo>
                  <a:pt x="215121" y="16346"/>
                </a:lnTo>
                <a:lnTo>
                  <a:pt x="215121" y="24085"/>
                </a:lnTo>
                <a:close/>
                <a:moveTo>
                  <a:pt x="202679" y="21083"/>
                </a:moveTo>
                <a:lnTo>
                  <a:pt x="202512" y="21083"/>
                </a:lnTo>
                <a:lnTo>
                  <a:pt x="200544" y="23051"/>
                </a:lnTo>
                <a:lnTo>
                  <a:pt x="200544" y="21216"/>
                </a:lnTo>
                <a:lnTo>
                  <a:pt x="201945" y="19782"/>
                </a:lnTo>
                <a:lnTo>
                  <a:pt x="203979" y="19782"/>
                </a:lnTo>
                <a:lnTo>
                  <a:pt x="205280" y="21083"/>
                </a:lnTo>
                <a:close/>
                <a:moveTo>
                  <a:pt x="203746" y="18447"/>
                </a:moveTo>
                <a:lnTo>
                  <a:pt x="201077" y="15779"/>
                </a:lnTo>
                <a:lnTo>
                  <a:pt x="204847" y="15779"/>
                </a:lnTo>
                <a:lnTo>
                  <a:pt x="203746" y="16880"/>
                </a:lnTo>
                <a:lnTo>
                  <a:pt x="203746" y="18447"/>
                </a:lnTo>
                <a:close/>
                <a:moveTo>
                  <a:pt x="200544" y="14445"/>
                </a:moveTo>
                <a:lnTo>
                  <a:pt x="200544" y="10709"/>
                </a:lnTo>
                <a:lnTo>
                  <a:pt x="201644" y="11776"/>
                </a:lnTo>
                <a:lnTo>
                  <a:pt x="203179" y="11776"/>
                </a:lnTo>
                <a:close/>
                <a:moveTo>
                  <a:pt x="199743" y="14445"/>
                </a:moveTo>
                <a:lnTo>
                  <a:pt x="197108" y="11776"/>
                </a:lnTo>
                <a:lnTo>
                  <a:pt x="198476" y="11776"/>
                </a:lnTo>
                <a:lnTo>
                  <a:pt x="198776" y="11676"/>
                </a:lnTo>
                <a:lnTo>
                  <a:pt x="199743" y="10709"/>
                </a:lnTo>
                <a:lnTo>
                  <a:pt x="199743" y="14445"/>
                </a:lnTo>
                <a:close/>
                <a:moveTo>
                  <a:pt x="199176" y="15779"/>
                </a:moveTo>
                <a:lnTo>
                  <a:pt x="196541" y="18414"/>
                </a:lnTo>
                <a:lnTo>
                  <a:pt x="196541" y="16880"/>
                </a:lnTo>
                <a:lnTo>
                  <a:pt x="195440" y="15779"/>
                </a:lnTo>
                <a:close/>
                <a:moveTo>
                  <a:pt x="199743" y="16346"/>
                </a:moveTo>
                <a:lnTo>
                  <a:pt x="199743" y="20082"/>
                </a:lnTo>
                <a:lnTo>
                  <a:pt x="198776" y="19115"/>
                </a:lnTo>
                <a:lnTo>
                  <a:pt x="198476" y="18981"/>
                </a:lnTo>
                <a:lnTo>
                  <a:pt x="197108" y="18981"/>
                </a:lnTo>
                <a:close/>
                <a:moveTo>
                  <a:pt x="188869" y="25786"/>
                </a:moveTo>
                <a:lnTo>
                  <a:pt x="186801" y="25786"/>
                </a:lnTo>
                <a:lnTo>
                  <a:pt x="185133" y="24085"/>
                </a:lnTo>
                <a:lnTo>
                  <a:pt x="185133" y="16346"/>
                </a:lnTo>
                <a:lnTo>
                  <a:pt x="188869" y="20049"/>
                </a:lnTo>
                <a:lnTo>
                  <a:pt x="188869" y="25786"/>
                </a:lnTo>
                <a:close/>
                <a:moveTo>
                  <a:pt x="184332" y="24085"/>
                </a:moveTo>
                <a:lnTo>
                  <a:pt x="182664" y="25786"/>
                </a:lnTo>
                <a:lnTo>
                  <a:pt x="180629" y="25786"/>
                </a:lnTo>
                <a:lnTo>
                  <a:pt x="180629" y="20049"/>
                </a:lnTo>
                <a:lnTo>
                  <a:pt x="184332" y="16346"/>
                </a:lnTo>
                <a:lnTo>
                  <a:pt x="184332" y="24085"/>
                </a:lnTo>
                <a:close/>
                <a:moveTo>
                  <a:pt x="171723" y="21083"/>
                </a:moveTo>
                <a:lnTo>
                  <a:pt x="169755" y="23051"/>
                </a:lnTo>
                <a:lnTo>
                  <a:pt x="169755" y="21216"/>
                </a:lnTo>
                <a:lnTo>
                  <a:pt x="171156" y="19782"/>
                </a:lnTo>
                <a:lnTo>
                  <a:pt x="173157" y="19782"/>
                </a:lnTo>
                <a:lnTo>
                  <a:pt x="174492" y="21083"/>
                </a:lnTo>
                <a:close/>
                <a:moveTo>
                  <a:pt x="172957" y="18447"/>
                </a:moveTo>
                <a:lnTo>
                  <a:pt x="170289" y="15779"/>
                </a:lnTo>
                <a:lnTo>
                  <a:pt x="174025" y="15779"/>
                </a:lnTo>
                <a:lnTo>
                  <a:pt x="172957" y="16880"/>
                </a:lnTo>
                <a:lnTo>
                  <a:pt x="172957" y="18447"/>
                </a:lnTo>
                <a:close/>
                <a:moveTo>
                  <a:pt x="169755" y="14445"/>
                </a:moveTo>
                <a:lnTo>
                  <a:pt x="169755" y="10709"/>
                </a:lnTo>
                <a:lnTo>
                  <a:pt x="170722" y="11676"/>
                </a:lnTo>
                <a:lnTo>
                  <a:pt x="170989" y="11809"/>
                </a:lnTo>
                <a:lnTo>
                  <a:pt x="172390" y="11809"/>
                </a:lnTo>
                <a:close/>
                <a:moveTo>
                  <a:pt x="168954" y="14445"/>
                </a:moveTo>
                <a:lnTo>
                  <a:pt x="166319" y="11776"/>
                </a:lnTo>
                <a:lnTo>
                  <a:pt x="167854" y="11776"/>
                </a:lnTo>
                <a:lnTo>
                  <a:pt x="168954" y="10709"/>
                </a:lnTo>
                <a:close/>
                <a:moveTo>
                  <a:pt x="168387" y="15779"/>
                </a:moveTo>
                <a:lnTo>
                  <a:pt x="165752" y="18414"/>
                </a:lnTo>
                <a:lnTo>
                  <a:pt x="165752" y="16880"/>
                </a:lnTo>
                <a:lnTo>
                  <a:pt x="164651" y="15779"/>
                </a:lnTo>
                <a:close/>
                <a:moveTo>
                  <a:pt x="165519" y="19782"/>
                </a:moveTo>
                <a:lnTo>
                  <a:pt x="167520" y="19782"/>
                </a:lnTo>
                <a:lnTo>
                  <a:pt x="168954" y="21216"/>
                </a:lnTo>
                <a:lnTo>
                  <a:pt x="168954" y="23051"/>
                </a:lnTo>
                <a:lnTo>
                  <a:pt x="166986" y="21083"/>
                </a:lnTo>
                <a:lnTo>
                  <a:pt x="166820" y="21083"/>
                </a:lnTo>
                <a:lnTo>
                  <a:pt x="164218" y="21083"/>
                </a:lnTo>
                <a:close/>
                <a:moveTo>
                  <a:pt x="163417" y="21883"/>
                </a:moveTo>
                <a:lnTo>
                  <a:pt x="166653" y="21883"/>
                </a:lnTo>
                <a:lnTo>
                  <a:pt x="168954" y="24185"/>
                </a:lnTo>
                <a:lnTo>
                  <a:pt x="168954" y="26553"/>
                </a:lnTo>
                <a:lnTo>
                  <a:pt x="165952" y="23551"/>
                </a:lnTo>
                <a:lnTo>
                  <a:pt x="165786" y="23551"/>
                </a:lnTo>
                <a:lnTo>
                  <a:pt x="161716" y="23551"/>
                </a:lnTo>
                <a:close/>
                <a:moveTo>
                  <a:pt x="160949" y="24352"/>
                </a:moveTo>
                <a:lnTo>
                  <a:pt x="165619" y="24352"/>
                </a:lnTo>
                <a:lnTo>
                  <a:pt x="168954" y="27654"/>
                </a:lnTo>
                <a:lnTo>
                  <a:pt x="168954" y="29822"/>
                </a:lnTo>
                <a:lnTo>
                  <a:pt x="164985" y="25886"/>
                </a:lnTo>
                <a:lnTo>
                  <a:pt x="164852" y="25886"/>
                </a:lnTo>
                <a:lnTo>
                  <a:pt x="159414" y="25886"/>
                </a:lnTo>
                <a:close/>
                <a:moveTo>
                  <a:pt x="158047" y="25786"/>
                </a:moveTo>
                <a:lnTo>
                  <a:pt x="156012" y="25786"/>
                </a:lnTo>
                <a:lnTo>
                  <a:pt x="154344" y="24085"/>
                </a:lnTo>
                <a:lnTo>
                  <a:pt x="154344" y="16346"/>
                </a:lnTo>
                <a:lnTo>
                  <a:pt x="158047" y="20049"/>
                </a:lnTo>
                <a:lnTo>
                  <a:pt x="158047" y="25786"/>
                </a:lnTo>
                <a:close/>
                <a:moveTo>
                  <a:pt x="153543" y="24085"/>
                </a:moveTo>
                <a:lnTo>
                  <a:pt x="151876" y="25786"/>
                </a:lnTo>
                <a:lnTo>
                  <a:pt x="149841" y="25786"/>
                </a:lnTo>
                <a:lnTo>
                  <a:pt x="149841" y="20049"/>
                </a:lnTo>
                <a:lnTo>
                  <a:pt x="153543" y="16346"/>
                </a:lnTo>
                <a:lnTo>
                  <a:pt x="153543" y="24085"/>
                </a:lnTo>
                <a:close/>
                <a:moveTo>
                  <a:pt x="141068" y="21083"/>
                </a:moveTo>
                <a:lnTo>
                  <a:pt x="140901" y="21083"/>
                </a:lnTo>
                <a:lnTo>
                  <a:pt x="138933" y="23051"/>
                </a:lnTo>
                <a:lnTo>
                  <a:pt x="138933" y="21216"/>
                </a:lnTo>
                <a:lnTo>
                  <a:pt x="140367" y="19782"/>
                </a:lnTo>
                <a:lnTo>
                  <a:pt x="142369" y="19782"/>
                </a:lnTo>
                <a:lnTo>
                  <a:pt x="143703" y="21083"/>
                </a:lnTo>
                <a:close/>
                <a:moveTo>
                  <a:pt x="142135" y="18447"/>
                </a:moveTo>
                <a:lnTo>
                  <a:pt x="139500" y="15779"/>
                </a:lnTo>
                <a:lnTo>
                  <a:pt x="143236" y="15779"/>
                </a:lnTo>
                <a:lnTo>
                  <a:pt x="142135" y="16880"/>
                </a:lnTo>
                <a:lnTo>
                  <a:pt x="142135" y="18447"/>
                </a:lnTo>
                <a:close/>
                <a:moveTo>
                  <a:pt x="138933" y="14445"/>
                </a:moveTo>
                <a:lnTo>
                  <a:pt x="138933" y="10709"/>
                </a:lnTo>
                <a:lnTo>
                  <a:pt x="140034" y="11776"/>
                </a:lnTo>
                <a:lnTo>
                  <a:pt x="141602" y="11776"/>
                </a:lnTo>
                <a:close/>
                <a:moveTo>
                  <a:pt x="138166" y="14445"/>
                </a:moveTo>
                <a:lnTo>
                  <a:pt x="135531" y="11776"/>
                </a:lnTo>
                <a:lnTo>
                  <a:pt x="136898" y="11776"/>
                </a:lnTo>
                <a:lnTo>
                  <a:pt x="137165" y="11676"/>
                </a:lnTo>
                <a:lnTo>
                  <a:pt x="138166" y="10709"/>
                </a:lnTo>
                <a:lnTo>
                  <a:pt x="138166" y="14445"/>
                </a:lnTo>
                <a:close/>
                <a:moveTo>
                  <a:pt x="137599" y="15779"/>
                </a:moveTo>
                <a:lnTo>
                  <a:pt x="134964" y="18414"/>
                </a:lnTo>
                <a:lnTo>
                  <a:pt x="134964" y="16880"/>
                </a:lnTo>
                <a:lnTo>
                  <a:pt x="133863" y="15779"/>
                </a:lnTo>
                <a:close/>
                <a:moveTo>
                  <a:pt x="138166" y="16346"/>
                </a:moveTo>
                <a:lnTo>
                  <a:pt x="138166" y="20082"/>
                </a:lnTo>
                <a:lnTo>
                  <a:pt x="137165" y="19115"/>
                </a:lnTo>
                <a:lnTo>
                  <a:pt x="136898" y="18981"/>
                </a:lnTo>
                <a:lnTo>
                  <a:pt x="135531" y="18981"/>
                </a:lnTo>
                <a:close/>
                <a:moveTo>
                  <a:pt x="127258" y="25786"/>
                </a:moveTo>
                <a:lnTo>
                  <a:pt x="125223" y="25786"/>
                </a:lnTo>
                <a:lnTo>
                  <a:pt x="123555" y="24085"/>
                </a:lnTo>
                <a:lnTo>
                  <a:pt x="123555" y="16346"/>
                </a:lnTo>
                <a:lnTo>
                  <a:pt x="127258" y="20049"/>
                </a:lnTo>
                <a:close/>
                <a:moveTo>
                  <a:pt x="122755" y="24085"/>
                </a:moveTo>
                <a:lnTo>
                  <a:pt x="121087" y="25786"/>
                </a:lnTo>
                <a:lnTo>
                  <a:pt x="119052" y="25786"/>
                </a:lnTo>
                <a:lnTo>
                  <a:pt x="119052" y="20049"/>
                </a:lnTo>
                <a:lnTo>
                  <a:pt x="122755" y="16346"/>
                </a:lnTo>
                <a:close/>
                <a:moveTo>
                  <a:pt x="110112" y="21083"/>
                </a:moveTo>
                <a:lnTo>
                  <a:pt x="108144" y="23051"/>
                </a:lnTo>
                <a:lnTo>
                  <a:pt x="108144" y="21216"/>
                </a:lnTo>
                <a:lnTo>
                  <a:pt x="109579" y="19782"/>
                </a:lnTo>
                <a:lnTo>
                  <a:pt x="111580" y="19782"/>
                </a:lnTo>
                <a:lnTo>
                  <a:pt x="112914" y="21083"/>
                </a:lnTo>
                <a:close/>
                <a:moveTo>
                  <a:pt x="111347" y="18447"/>
                </a:moveTo>
                <a:lnTo>
                  <a:pt x="108711" y="15779"/>
                </a:lnTo>
                <a:lnTo>
                  <a:pt x="112447" y="15779"/>
                </a:lnTo>
                <a:lnTo>
                  <a:pt x="111347" y="16880"/>
                </a:lnTo>
                <a:close/>
                <a:moveTo>
                  <a:pt x="108144" y="14445"/>
                </a:moveTo>
                <a:lnTo>
                  <a:pt x="108144" y="10709"/>
                </a:lnTo>
                <a:lnTo>
                  <a:pt x="109145" y="11676"/>
                </a:lnTo>
                <a:lnTo>
                  <a:pt x="109412" y="11809"/>
                </a:lnTo>
                <a:lnTo>
                  <a:pt x="110813" y="11809"/>
                </a:lnTo>
                <a:close/>
                <a:moveTo>
                  <a:pt x="107377" y="14445"/>
                </a:moveTo>
                <a:lnTo>
                  <a:pt x="104709" y="11776"/>
                </a:lnTo>
                <a:lnTo>
                  <a:pt x="106276" y="11776"/>
                </a:lnTo>
                <a:lnTo>
                  <a:pt x="107377" y="10709"/>
                </a:lnTo>
                <a:close/>
                <a:moveTo>
                  <a:pt x="106810" y="15779"/>
                </a:moveTo>
                <a:lnTo>
                  <a:pt x="104175" y="18414"/>
                </a:lnTo>
                <a:lnTo>
                  <a:pt x="104175" y="16880"/>
                </a:lnTo>
                <a:lnTo>
                  <a:pt x="103074" y="15779"/>
                </a:lnTo>
                <a:close/>
                <a:moveTo>
                  <a:pt x="103941" y="19782"/>
                </a:moveTo>
                <a:lnTo>
                  <a:pt x="105943" y="19782"/>
                </a:lnTo>
                <a:lnTo>
                  <a:pt x="107344" y="21216"/>
                </a:lnTo>
                <a:lnTo>
                  <a:pt x="107344" y="23051"/>
                </a:lnTo>
                <a:lnTo>
                  <a:pt x="105376" y="21083"/>
                </a:lnTo>
                <a:lnTo>
                  <a:pt x="105242" y="21083"/>
                </a:lnTo>
                <a:lnTo>
                  <a:pt x="102607" y="21083"/>
                </a:lnTo>
                <a:close/>
                <a:moveTo>
                  <a:pt x="101840" y="21883"/>
                </a:moveTo>
                <a:lnTo>
                  <a:pt x="105076" y="21883"/>
                </a:lnTo>
                <a:lnTo>
                  <a:pt x="107377" y="24185"/>
                </a:lnTo>
                <a:lnTo>
                  <a:pt x="107377" y="26553"/>
                </a:lnTo>
                <a:lnTo>
                  <a:pt x="104375" y="23551"/>
                </a:lnTo>
                <a:lnTo>
                  <a:pt x="104208" y="23551"/>
                </a:lnTo>
                <a:lnTo>
                  <a:pt x="100139" y="23551"/>
                </a:lnTo>
                <a:close/>
                <a:moveTo>
                  <a:pt x="99371" y="24352"/>
                </a:moveTo>
                <a:lnTo>
                  <a:pt x="104041" y="24352"/>
                </a:lnTo>
                <a:lnTo>
                  <a:pt x="107377" y="27654"/>
                </a:lnTo>
                <a:lnTo>
                  <a:pt x="107377" y="29822"/>
                </a:lnTo>
                <a:lnTo>
                  <a:pt x="103408" y="25886"/>
                </a:lnTo>
                <a:lnTo>
                  <a:pt x="103241" y="25886"/>
                </a:lnTo>
                <a:lnTo>
                  <a:pt x="97837" y="25886"/>
                </a:lnTo>
                <a:close/>
                <a:moveTo>
                  <a:pt x="96469" y="25786"/>
                </a:moveTo>
                <a:lnTo>
                  <a:pt x="94435" y="25786"/>
                </a:lnTo>
                <a:lnTo>
                  <a:pt x="92767" y="24085"/>
                </a:lnTo>
                <a:lnTo>
                  <a:pt x="92767" y="16346"/>
                </a:lnTo>
                <a:lnTo>
                  <a:pt x="96469" y="20082"/>
                </a:lnTo>
                <a:close/>
                <a:moveTo>
                  <a:pt x="91966" y="24085"/>
                </a:moveTo>
                <a:lnTo>
                  <a:pt x="90298" y="25786"/>
                </a:lnTo>
                <a:lnTo>
                  <a:pt x="88264" y="25786"/>
                </a:lnTo>
                <a:lnTo>
                  <a:pt x="88264" y="20049"/>
                </a:lnTo>
                <a:lnTo>
                  <a:pt x="91966" y="16346"/>
                </a:lnTo>
                <a:close/>
                <a:moveTo>
                  <a:pt x="79491" y="21083"/>
                </a:moveTo>
                <a:lnTo>
                  <a:pt x="79324" y="21083"/>
                </a:lnTo>
                <a:lnTo>
                  <a:pt x="77356" y="23051"/>
                </a:lnTo>
                <a:lnTo>
                  <a:pt x="77356" y="21216"/>
                </a:lnTo>
                <a:lnTo>
                  <a:pt x="78790" y="19782"/>
                </a:lnTo>
                <a:lnTo>
                  <a:pt x="80792" y="19782"/>
                </a:lnTo>
                <a:lnTo>
                  <a:pt x="82126" y="21083"/>
                </a:lnTo>
                <a:close/>
                <a:moveTo>
                  <a:pt x="80558" y="18447"/>
                </a:moveTo>
                <a:lnTo>
                  <a:pt x="77923" y="15779"/>
                </a:lnTo>
                <a:lnTo>
                  <a:pt x="81659" y="15779"/>
                </a:lnTo>
                <a:lnTo>
                  <a:pt x="80558" y="16880"/>
                </a:lnTo>
                <a:close/>
                <a:moveTo>
                  <a:pt x="77356" y="14445"/>
                </a:moveTo>
                <a:lnTo>
                  <a:pt x="77356" y="10709"/>
                </a:lnTo>
                <a:lnTo>
                  <a:pt x="78457" y="11776"/>
                </a:lnTo>
                <a:lnTo>
                  <a:pt x="80024" y="11776"/>
                </a:lnTo>
                <a:close/>
                <a:moveTo>
                  <a:pt x="76589" y="14445"/>
                </a:moveTo>
                <a:lnTo>
                  <a:pt x="73920" y="11776"/>
                </a:lnTo>
                <a:lnTo>
                  <a:pt x="75321" y="11776"/>
                </a:lnTo>
                <a:lnTo>
                  <a:pt x="75588" y="11676"/>
                </a:lnTo>
                <a:lnTo>
                  <a:pt x="76555" y="10709"/>
                </a:lnTo>
                <a:lnTo>
                  <a:pt x="76555" y="14445"/>
                </a:lnTo>
                <a:close/>
                <a:moveTo>
                  <a:pt x="76021" y="15779"/>
                </a:moveTo>
                <a:lnTo>
                  <a:pt x="73386" y="18414"/>
                </a:lnTo>
                <a:lnTo>
                  <a:pt x="73386" y="16880"/>
                </a:lnTo>
                <a:lnTo>
                  <a:pt x="72285" y="15779"/>
                </a:lnTo>
                <a:close/>
                <a:moveTo>
                  <a:pt x="76589" y="16346"/>
                </a:moveTo>
                <a:lnTo>
                  <a:pt x="76589" y="20082"/>
                </a:lnTo>
                <a:lnTo>
                  <a:pt x="75588" y="19115"/>
                </a:lnTo>
                <a:lnTo>
                  <a:pt x="75321" y="18981"/>
                </a:lnTo>
                <a:lnTo>
                  <a:pt x="73920" y="18981"/>
                </a:lnTo>
                <a:close/>
                <a:moveTo>
                  <a:pt x="65681" y="25786"/>
                </a:moveTo>
                <a:lnTo>
                  <a:pt x="63646" y="25786"/>
                </a:lnTo>
                <a:lnTo>
                  <a:pt x="61978" y="24085"/>
                </a:lnTo>
                <a:lnTo>
                  <a:pt x="61978" y="16346"/>
                </a:lnTo>
                <a:lnTo>
                  <a:pt x="65681" y="20049"/>
                </a:lnTo>
                <a:close/>
                <a:moveTo>
                  <a:pt x="61178" y="24085"/>
                </a:moveTo>
                <a:lnTo>
                  <a:pt x="59510" y="25786"/>
                </a:lnTo>
                <a:lnTo>
                  <a:pt x="57475" y="25786"/>
                </a:lnTo>
                <a:lnTo>
                  <a:pt x="57475" y="20049"/>
                </a:lnTo>
                <a:lnTo>
                  <a:pt x="61178" y="16346"/>
                </a:lnTo>
                <a:close/>
                <a:moveTo>
                  <a:pt x="48535" y="21083"/>
                </a:moveTo>
                <a:lnTo>
                  <a:pt x="46567" y="23051"/>
                </a:lnTo>
                <a:lnTo>
                  <a:pt x="46567" y="21216"/>
                </a:lnTo>
                <a:lnTo>
                  <a:pt x="48001" y="19782"/>
                </a:lnTo>
                <a:lnTo>
                  <a:pt x="50003" y="19782"/>
                </a:lnTo>
                <a:lnTo>
                  <a:pt x="51337" y="21083"/>
                </a:lnTo>
                <a:close/>
                <a:moveTo>
                  <a:pt x="49769" y="18447"/>
                </a:moveTo>
                <a:lnTo>
                  <a:pt x="47134" y="15779"/>
                </a:lnTo>
                <a:lnTo>
                  <a:pt x="50870" y="15779"/>
                </a:lnTo>
                <a:lnTo>
                  <a:pt x="49769" y="16880"/>
                </a:lnTo>
                <a:close/>
                <a:moveTo>
                  <a:pt x="46567" y="14445"/>
                </a:moveTo>
                <a:lnTo>
                  <a:pt x="46567" y="10709"/>
                </a:lnTo>
                <a:lnTo>
                  <a:pt x="47534" y="11676"/>
                </a:lnTo>
                <a:lnTo>
                  <a:pt x="47835" y="11809"/>
                </a:lnTo>
                <a:lnTo>
                  <a:pt x="49202" y="11809"/>
                </a:lnTo>
                <a:close/>
                <a:moveTo>
                  <a:pt x="45767" y="14445"/>
                </a:moveTo>
                <a:lnTo>
                  <a:pt x="43131" y="11776"/>
                </a:lnTo>
                <a:lnTo>
                  <a:pt x="44699" y="11776"/>
                </a:lnTo>
                <a:lnTo>
                  <a:pt x="45767" y="10709"/>
                </a:lnTo>
                <a:close/>
                <a:moveTo>
                  <a:pt x="45233" y="15779"/>
                </a:moveTo>
                <a:lnTo>
                  <a:pt x="42564" y="18414"/>
                </a:lnTo>
                <a:lnTo>
                  <a:pt x="42564" y="16880"/>
                </a:lnTo>
                <a:lnTo>
                  <a:pt x="41497" y="15779"/>
                </a:lnTo>
                <a:close/>
                <a:moveTo>
                  <a:pt x="42364" y="19782"/>
                </a:moveTo>
                <a:lnTo>
                  <a:pt x="44366" y="19782"/>
                </a:lnTo>
                <a:lnTo>
                  <a:pt x="45767" y="21216"/>
                </a:lnTo>
                <a:lnTo>
                  <a:pt x="45767" y="23051"/>
                </a:lnTo>
                <a:lnTo>
                  <a:pt x="43798" y="21083"/>
                </a:lnTo>
                <a:lnTo>
                  <a:pt x="43665" y="21083"/>
                </a:lnTo>
                <a:lnTo>
                  <a:pt x="41030" y="21083"/>
                </a:lnTo>
                <a:close/>
                <a:moveTo>
                  <a:pt x="40229" y="21883"/>
                </a:moveTo>
                <a:lnTo>
                  <a:pt x="43498" y="21883"/>
                </a:lnTo>
                <a:lnTo>
                  <a:pt x="45767" y="24185"/>
                </a:lnTo>
                <a:lnTo>
                  <a:pt x="45767" y="26553"/>
                </a:lnTo>
                <a:lnTo>
                  <a:pt x="42798" y="23551"/>
                </a:lnTo>
                <a:lnTo>
                  <a:pt x="42631" y="23551"/>
                </a:lnTo>
                <a:lnTo>
                  <a:pt x="38561" y="23551"/>
                </a:lnTo>
                <a:close/>
                <a:moveTo>
                  <a:pt x="37761" y="24352"/>
                </a:moveTo>
                <a:lnTo>
                  <a:pt x="42464" y="24352"/>
                </a:lnTo>
                <a:lnTo>
                  <a:pt x="45767" y="27654"/>
                </a:lnTo>
                <a:lnTo>
                  <a:pt x="45767" y="29822"/>
                </a:lnTo>
                <a:lnTo>
                  <a:pt x="41830" y="25886"/>
                </a:lnTo>
                <a:lnTo>
                  <a:pt x="41664" y="25886"/>
                </a:lnTo>
                <a:lnTo>
                  <a:pt x="36260" y="25886"/>
                </a:lnTo>
                <a:close/>
                <a:moveTo>
                  <a:pt x="34892" y="25786"/>
                </a:moveTo>
                <a:lnTo>
                  <a:pt x="32857" y="25786"/>
                </a:lnTo>
                <a:lnTo>
                  <a:pt x="31189" y="24085"/>
                </a:lnTo>
                <a:lnTo>
                  <a:pt x="31189" y="16346"/>
                </a:lnTo>
                <a:lnTo>
                  <a:pt x="34892" y="20049"/>
                </a:lnTo>
                <a:close/>
                <a:moveTo>
                  <a:pt x="30389" y="24085"/>
                </a:moveTo>
                <a:lnTo>
                  <a:pt x="28721" y="25786"/>
                </a:lnTo>
                <a:lnTo>
                  <a:pt x="26653" y="25786"/>
                </a:lnTo>
                <a:lnTo>
                  <a:pt x="26653" y="20049"/>
                </a:lnTo>
                <a:lnTo>
                  <a:pt x="30389" y="16346"/>
                </a:lnTo>
                <a:lnTo>
                  <a:pt x="30389" y="24085"/>
                </a:lnTo>
                <a:close/>
                <a:moveTo>
                  <a:pt x="19748" y="35693"/>
                </a:moveTo>
                <a:lnTo>
                  <a:pt x="19881" y="35693"/>
                </a:lnTo>
                <a:lnTo>
                  <a:pt x="25319" y="35693"/>
                </a:lnTo>
                <a:lnTo>
                  <a:pt x="23784" y="37228"/>
                </a:lnTo>
                <a:lnTo>
                  <a:pt x="19081" y="37228"/>
                </a:lnTo>
                <a:lnTo>
                  <a:pt x="15778" y="33892"/>
                </a:lnTo>
                <a:lnTo>
                  <a:pt x="15778" y="31757"/>
                </a:lnTo>
                <a:close/>
                <a:moveTo>
                  <a:pt x="18781" y="38028"/>
                </a:moveTo>
                <a:lnTo>
                  <a:pt x="18947" y="38028"/>
                </a:lnTo>
                <a:lnTo>
                  <a:pt x="22984" y="38028"/>
                </a:lnTo>
                <a:lnTo>
                  <a:pt x="21316" y="39696"/>
                </a:lnTo>
                <a:lnTo>
                  <a:pt x="18080" y="39696"/>
                </a:lnTo>
                <a:lnTo>
                  <a:pt x="15778" y="37394"/>
                </a:lnTo>
                <a:lnTo>
                  <a:pt x="15778" y="35026"/>
                </a:lnTo>
                <a:close/>
                <a:moveTo>
                  <a:pt x="14978" y="40363"/>
                </a:moveTo>
                <a:lnTo>
                  <a:pt x="13577" y="41797"/>
                </a:lnTo>
                <a:lnTo>
                  <a:pt x="11542" y="41797"/>
                </a:lnTo>
                <a:lnTo>
                  <a:pt x="10241" y="40463"/>
                </a:lnTo>
                <a:lnTo>
                  <a:pt x="13010" y="40463"/>
                </a:lnTo>
                <a:lnTo>
                  <a:pt x="14978" y="38495"/>
                </a:lnTo>
                <a:lnTo>
                  <a:pt x="14978" y="40363"/>
                </a:lnTo>
                <a:close/>
                <a:moveTo>
                  <a:pt x="11776" y="43132"/>
                </a:moveTo>
                <a:lnTo>
                  <a:pt x="14411" y="45800"/>
                </a:lnTo>
                <a:lnTo>
                  <a:pt x="10675" y="45800"/>
                </a:lnTo>
                <a:lnTo>
                  <a:pt x="11776" y="44700"/>
                </a:lnTo>
                <a:lnTo>
                  <a:pt x="11776" y="43132"/>
                </a:lnTo>
                <a:close/>
                <a:moveTo>
                  <a:pt x="14978" y="47135"/>
                </a:moveTo>
                <a:lnTo>
                  <a:pt x="14978" y="50871"/>
                </a:lnTo>
                <a:lnTo>
                  <a:pt x="14011" y="49903"/>
                </a:lnTo>
                <a:lnTo>
                  <a:pt x="13744" y="49770"/>
                </a:lnTo>
                <a:lnTo>
                  <a:pt x="12343" y="49770"/>
                </a:lnTo>
                <a:close/>
                <a:moveTo>
                  <a:pt x="15778" y="52005"/>
                </a:moveTo>
                <a:lnTo>
                  <a:pt x="17213" y="50570"/>
                </a:lnTo>
                <a:lnTo>
                  <a:pt x="19214" y="50570"/>
                </a:lnTo>
                <a:lnTo>
                  <a:pt x="20549" y="51905"/>
                </a:lnTo>
                <a:lnTo>
                  <a:pt x="17747" y="51905"/>
                </a:lnTo>
                <a:lnTo>
                  <a:pt x="15778" y="53873"/>
                </a:lnTo>
                <a:close/>
                <a:moveTo>
                  <a:pt x="18080" y="52672"/>
                </a:moveTo>
                <a:lnTo>
                  <a:pt x="21316" y="52672"/>
                </a:lnTo>
                <a:lnTo>
                  <a:pt x="23017" y="54340"/>
                </a:lnTo>
                <a:lnTo>
                  <a:pt x="18947" y="54340"/>
                </a:lnTo>
                <a:lnTo>
                  <a:pt x="18647" y="54473"/>
                </a:lnTo>
                <a:lnTo>
                  <a:pt x="15778" y="57342"/>
                </a:lnTo>
                <a:lnTo>
                  <a:pt x="15778" y="54974"/>
                </a:lnTo>
                <a:close/>
                <a:moveTo>
                  <a:pt x="19081" y="55140"/>
                </a:moveTo>
                <a:lnTo>
                  <a:pt x="23784" y="55140"/>
                </a:lnTo>
                <a:lnTo>
                  <a:pt x="25319" y="56675"/>
                </a:lnTo>
                <a:lnTo>
                  <a:pt x="19748" y="56675"/>
                </a:lnTo>
                <a:lnTo>
                  <a:pt x="15778" y="60611"/>
                </a:lnTo>
                <a:lnTo>
                  <a:pt x="15778" y="58443"/>
                </a:lnTo>
                <a:close/>
                <a:moveTo>
                  <a:pt x="19748" y="66482"/>
                </a:moveTo>
                <a:lnTo>
                  <a:pt x="25319" y="66482"/>
                </a:lnTo>
                <a:lnTo>
                  <a:pt x="23784" y="68016"/>
                </a:lnTo>
                <a:lnTo>
                  <a:pt x="19081" y="68016"/>
                </a:lnTo>
                <a:lnTo>
                  <a:pt x="15778" y="64714"/>
                </a:lnTo>
                <a:lnTo>
                  <a:pt x="15778" y="62546"/>
                </a:lnTo>
                <a:close/>
                <a:moveTo>
                  <a:pt x="18647" y="68683"/>
                </a:moveTo>
                <a:lnTo>
                  <a:pt x="18947" y="68817"/>
                </a:lnTo>
                <a:lnTo>
                  <a:pt x="22984" y="68817"/>
                </a:lnTo>
                <a:lnTo>
                  <a:pt x="21316" y="70485"/>
                </a:lnTo>
                <a:lnTo>
                  <a:pt x="18080" y="70485"/>
                </a:lnTo>
                <a:lnTo>
                  <a:pt x="15778" y="68183"/>
                </a:lnTo>
                <a:lnTo>
                  <a:pt x="15778" y="65815"/>
                </a:lnTo>
                <a:close/>
                <a:moveTo>
                  <a:pt x="14978" y="71152"/>
                </a:moveTo>
                <a:lnTo>
                  <a:pt x="13577" y="72586"/>
                </a:lnTo>
                <a:lnTo>
                  <a:pt x="11542" y="72586"/>
                </a:lnTo>
                <a:lnTo>
                  <a:pt x="10241" y="71285"/>
                </a:lnTo>
                <a:lnTo>
                  <a:pt x="13010" y="71285"/>
                </a:lnTo>
                <a:lnTo>
                  <a:pt x="14978" y="69317"/>
                </a:lnTo>
                <a:lnTo>
                  <a:pt x="14978" y="71152"/>
                </a:lnTo>
                <a:close/>
                <a:moveTo>
                  <a:pt x="11776" y="75321"/>
                </a:moveTo>
                <a:lnTo>
                  <a:pt x="11776" y="73954"/>
                </a:lnTo>
                <a:lnTo>
                  <a:pt x="14411" y="76589"/>
                </a:lnTo>
                <a:lnTo>
                  <a:pt x="10675" y="76589"/>
                </a:lnTo>
                <a:lnTo>
                  <a:pt x="11675" y="75588"/>
                </a:lnTo>
                <a:close/>
                <a:moveTo>
                  <a:pt x="14444" y="77356"/>
                </a:moveTo>
                <a:lnTo>
                  <a:pt x="11776" y="80025"/>
                </a:lnTo>
                <a:lnTo>
                  <a:pt x="11776" y="78457"/>
                </a:lnTo>
                <a:lnTo>
                  <a:pt x="10675" y="77356"/>
                </a:lnTo>
                <a:close/>
                <a:moveTo>
                  <a:pt x="14978" y="77923"/>
                </a:moveTo>
                <a:lnTo>
                  <a:pt x="14978" y="81659"/>
                </a:lnTo>
                <a:lnTo>
                  <a:pt x="14011" y="80692"/>
                </a:lnTo>
                <a:lnTo>
                  <a:pt x="13744" y="80559"/>
                </a:lnTo>
                <a:lnTo>
                  <a:pt x="12343" y="80559"/>
                </a:lnTo>
                <a:close/>
                <a:moveTo>
                  <a:pt x="15778" y="82794"/>
                </a:moveTo>
                <a:lnTo>
                  <a:pt x="17213" y="81359"/>
                </a:lnTo>
                <a:lnTo>
                  <a:pt x="19214" y="81359"/>
                </a:lnTo>
                <a:lnTo>
                  <a:pt x="20549" y="82693"/>
                </a:lnTo>
                <a:lnTo>
                  <a:pt x="17913" y="82693"/>
                </a:lnTo>
                <a:lnTo>
                  <a:pt x="17747" y="82693"/>
                </a:lnTo>
                <a:lnTo>
                  <a:pt x="15778" y="84662"/>
                </a:lnTo>
                <a:close/>
                <a:moveTo>
                  <a:pt x="18080" y="83461"/>
                </a:moveTo>
                <a:lnTo>
                  <a:pt x="21316" y="83461"/>
                </a:lnTo>
                <a:lnTo>
                  <a:pt x="23017" y="85162"/>
                </a:lnTo>
                <a:lnTo>
                  <a:pt x="18947" y="85162"/>
                </a:lnTo>
                <a:lnTo>
                  <a:pt x="18781" y="85162"/>
                </a:lnTo>
                <a:lnTo>
                  <a:pt x="15778" y="88131"/>
                </a:lnTo>
                <a:lnTo>
                  <a:pt x="15778" y="85762"/>
                </a:lnTo>
                <a:close/>
                <a:moveTo>
                  <a:pt x="19081" y="85929"/>
                </a:moveTo>
                <a:lnTo>
                  <a:pt x="23784" y="85929"/>
                </a:lnTo>
                <a:lnTo>
                  <a:pt x="25319" y="87464"/>
                </a:lnTo>
                <a:lnTo>
                  <a:pt x="19881" y="87464"/>
                </a:lnTo>
                <a:lnTo>
                  <a:pt x="19748" y="87464"/>
                </a:lnTo>
                <a:lnTo>
                  <a:pt x="15778" y="91400"/>
                </a:lnTo>
                <a:lnTo>
                  <a:pt x="15778" y="89265"/>
                </a:lnTo>
                <a:close/>
                <a:moveTo>
                  <a:pt x="26653" y="97371"/>
                </a:moveTo>
                <a:lnTo>
                  <a:pt x="28721" y="97371"/>
                </a:lnTo>
                <a:lnTo>
                  <a:pt x="30389" y="99072"/>
                </a:lnTo>
                <a:lnTo>
                  <a:pt x="30389" y="106811"/>
                </a:lnTo>
                <a:lnTo>
                  <a:pt x="26653" y="103108"/>
                </a:lnTo>
                <a:lnTo>
                  <a:pt x="26653" y="97371"/>
                </a:lnTo>
                <a:close/>
                <a:moveTo>
                  <a:pt x="31189" y="99072"/>
                </a:moveTo>
                <a:lnTo>
                  <a:pt x="32857" y="97371"/>
                </a:lnTo>
                <a:lnTo>
                  <a:pt x="34892" y="97371"/>
                </a:lnTo>
                <a:lnTo>
                  <a:pt x="34892" y="103108"/>
                </a:lnTo>
                <a:lnTo>
                  <a:pt x="31189" y="106811"/>
                </a:lnTo>
                <a:close/>
                <a:moveTo>
                  <a:pt x="43665" y="102074"/>
                </a:moveTo>
                <a:lnTo>
                  <a:pt x="43798" y="102074"/>
                </a:lnTo>
                <a:lnTo>
                  <a:pt x="45767" y="100106"/>
                </a:lnTo>
                <a:lnTo>
                  <a:pt x="45767" y="101974"/>
                </a:lnTo>
                <a:lnTo>
                  <a:pt x="44366" y="103375"/>
                </a:lnTo>
                <a:lnTo>
                  <a:pt x="42364" y="103375"/>
                </a:lnTo>
                <a:lnTo>
                  <a:pt x="41030" y="102074"/>
                </a:lnTo>
                <a:close/>
                <a:moveTo>
                  <a:pt x="42564" y="104743"/>
                </a:moveTo>
                <a:lnTo>
                  <a:pt x="45233" y="107378"/>
                </a:lnTo>
                <a:lnTo>
                  <a:pt x="41497" y="107378"/>
                </a:lnTo>
                <a:lnTo>
                  <a:pt x="42564" y="106277"/>
                </a:lnTo>
                <a:lnTo>
                  <a:pt x="42564" y="104743"/>
                </a:lnTo>
                <a:close/>
                <a:moveTo>
                  <a:pt x="45767" y="108712"/>
                </a:moveTo>
                <a:lnTo>
                  <a:pt x="45767" y="112448"/>
                </a:lnTo>
                <a:lnTo>
                  <a:pt x="44699" y="111381"/>
                </a:lnTo>
                <a:lnTo>
                  <a:pt x="43131" y="111381"/>
                </a:lnTo>
                <a:close/>
                <a:moveTo>
                  <a:pt x="46567" y="108712"/>
                </a:moveTo>
                <a:lnTo>
                  <a:pt x="49202" y="111381"/>
                </a:lnTo>
                <a:lnTo>
                  <a:pt x="47835" y="111381"/>
                </a:lnTo>
                <a:lnTo>
                  <a:pt x="47568" y="111481"/>
                </a:lnTo>
                <a:lnTo>
                  <a:pt x="46567" y="112448"/>
                </a:lnTo>
                <a:lnTo>
                  <a:pt x="46567" y="108712"/>
                </a:lnTo>
                <a:close/>
                <a:moveTo>
                  <a:pt x="47134" y="107378"/>
                </a:moveTo>
                <a:lnTo>
                  <a:pt x="49769" y="104743"/>
                </a:lnTo>
                <a:lnTo>
                  <a:pt x="49769" y="106277"/>
                </a:lnTo>
                <a:lnTo>
                  <a:pt x="50870" y="107378"/>
                </a:lnTo>
                <a:close/>
                <a:moveTo>
                  <a:pt x="46567" y="106811"/>
                </a:moveTo>
                <a:lnTo>
                  <a:pt x="46567" y="103075"/>
                </a:lnTo>
                <a:lnTo>
                  <a:pt x="47534" y="104042"/>
                </a:lnTo>
                <a:lnTo>
                  <a:pt x="47835" y="104175"/>
                </a:lnTo>
                <a:lnTo>
                  <a:pt x="49202" y="104175"/>
                </a:lnTo>
                <a:close/>
                <a:moveTo>
                  <a:pt x="57475" y="97371"/>
                </a:moveTo>
                <a:lnTo>
                  <a:pt x="59510" y="97371"/>
                </a:lnTo>
                <a:lnTo>
                  <a:pt x="61178" y="99072"/>
                </a:lnTo>
                <a:lnTo>
                  <a:pt x="61178" y="106811"/>
                </a:lnTo>
                <a:lnTo>
                  <a:pt x="57475" y="103108"/>
                </a:lnTo>
                <a:close/>
                <a:moveTo>
                  <a:pt x="61978" y="99072"/>
                </a:moveTo>
                <a:lnTo>
                  <a:pt x="63646" y="97371"/>
                </a:lnTo>
                <a:lnTo>
                  <a:pt x="65681" y="97371"/>
                </a:lnTo>
                <a:lnTo>
                  <a:pt x="65681" y="103108"/>
                </a:lnTo>
                <a:lnTo>
                  <a:pt x="61978" y="106811"/>
                </a:lnTo>
                <a:close/>
                <a:moveTo>
                  <a:pt x="74620" y="102074"/>
                </a:moveTo>
                <a:lnTo>
                  <a:pt x="76589" y="100106"/>
                </a:lnTo>
                <a:lnTo>
                  <a:pt x="76589" y="101974"/>
                </a:lnTo>
                <a:lnTo>
                  <a:pt x="75154" y="103375"/>
                </a:lnTo>
                <a:lnTo>
                  <a:pt x="73153" y="103375"/>
                </a:lnTo>
                <a:lnTo>
                  <a:pt x="71818" y="102074"/>
                </a:lnTo>
                <a:close/>
                <a:moveTo>
                  <a:pt x="73386" y="104743"/>
                </a:moveTo>
                <a:lnTo>
                  <a:pt x="76021" y="107378"/>
                </a:lnTo>
                <a:lnTo>
                  <a:pt x="72285" y="107378"/>
                </a:lnTo>
                <a:lnTo>
                  <a:pt x="73386" y="106277"/>
                </a:lnTo>
                <a:close/>
                <a:moveTo>
                  <a:pt x="76589" y="108712"/>
                </a:moveTo>
                <a:lnTo>
                  <a:pt x="76589" y="112448"/>
                </a:lnTo>
                <a:lnTo>
                  <a:pt x="75588" y="111481"/>
                </a:lnTo>
                <a:lnTo>
                  <a:pt x="75321" y="111381"/>
                </a:lnTo>
                <a:lnTo>
                  <a:pt x="73920" y="111381"/>
                </a:lnTo>
                <a:close/>
                <a:moveTo>
                  <a:pt x="77356" y="108712"/>
                </a:moveTo>
                <a:lnTo>
                  <a:pt x="80024" y="111381"/>
                </a:lnTo>
                <a:lnTo>
                  <a:pt x="78457" y="111381"/>
                </a:lnTo>
                <a:lnTo>
                  <a:pt x="77356" y="112448"/>
                </a:lnTo>
                <a:close/>
                <a:moveTo>
                  <a:pt x="77923" y="107378"/>
                </a:moveTo>
                <a:lnTo>
                  <a:pt x="80558" y="104743"/>
                </a:lnTo>
                <a:lnTo>
                  <a:pt x="80558" y="106277"/>
                </a:lnTo>
                <a:lnTo>
                  <a:pt x="81659" y="107378"/>
                </a:lnTo>
                <a:close/>
                <a:moveTo>
                  <a:pt x="80792" y="103375"/>
                </a:moveTo>
                <a:lnTo>
                  <a:pt x="78790" y="103375"/>
                </a:lnTo>
                <a:lnTo>
                  <a:pt x="77356" y="101941"/>
                </a:lnTo>
                <a:lnTo>
                  <a:pt x="77356" y="100106"/>
                </a:lnTo>
                <a:lnTo>
                  <a:pt x="79324" y="102074"/>
                </a:lnTo>
                <a:lnTo>
                  <a:pt x="79491" y="102074"/>
                </a:lnTo>
                <a:lnTo>
                  <a:pt x="82092" y="102074"/>
                </a:lnTo>
                <a:close/>
                <a:moveTo>
                  <a:pt x="82893" y="101273"/>
                </a:moveTo>
                <a:lnTo>
                  <a:pt x="79657" y="101273"/>
                </a:lnTo>
                <a:lnTo>
                  <a:pt x="77356" y="98972"/>
                </a:lnTo>
                <a:lnTo>
                  <a:pt x="77356" y="96603"/>
                </a:lnTo>
                <a:lnTo>
                  <a:pt x="80358" y="99606"/>
                </a:lnTo>
                <a:lnTo>
                  <a:pt x="80525" y="99606"/>
                </a:lnTo>
                <a:lnTo>
                  <a:pt x="84594" y="99606"/>
                </a:lnTo>
                <a:close/>
                <a:moveTo>
                  <a:pt x="85361" y="98805"/>
                </a:moveTo>
                <a:lnTo>
                  <a:pt x="80691" y="98805"/>
                </a:lnTo>
                <a:lnTo>
                  <a:pt x="77356" y="95503"/>
                </a:lnTo>
                <a:lnTo>
                  <a:pt x="77356" y="93334"/>
                </a:lnTo>
                <a:lnTo>
                  <a:pt x="81325" y="97271"/>
                </a:lnTo>
                <a:lnTo>
                  <a:pt x="81492" y="97271"/>
                </a:lnTo>
                <a:lnTo>
                  <a:pt x="86896" y="97271"/>
                </a:lnTo>
                <a:close/>
                <a:moveTo>
                  <a:pt x="88264" y="97371"/>
                </a:moveTo>
                <a:lnTo>
                  <a:pt x="90298" y="97371"/>
                </a:lnTo>
                <a:lnTo>
                  <a:pt x="91966" y="99072"/>
                </a:lnTo>
                <a:lnTo>
                  <a:pt x="91966" y="106811"/>
                </a:lnTo>
                <a:lnTo>
                  <a:pt x="88264" y="103108"/>
                </a:lnTo>
                <a:close/>
                <a:moveTo>
                  <a:pt x="92767" y="99072"/>
                </a:moveTo>
                <a:lnTo>
                  <a:pt x="94435" y="97371"/>
                </a:lnTo>
                <a:lnTo>
                  <a:pt x="96469" y="97371"/>
                </a:lnTo>
                <a:lnTo>
                  <a:pt x="96469" y="103108"/>
                </a:lnTo>
                <a:lnTo>
                  <a:pt x="92767" y="106811"/>
                </a:lnTo>
                <a:close/>
                <a:moveTo>
                  <a:pt x="105242" y="102074"/>
                </a:moveTo>
                <a:lnTo>
                  <a:pt x="105409" y="102074"/>
                </a:lnTo>
                <a:lnTo>
                  <a:pt x="107377" y="100106"/>
                </a:lnTo>
                <a:lnTo>
                  <a:pt x="107377" y="101974"/>
                </a:lnTo>
                <a:lnTo>
                  <a:pt x="105943" y="103375"/>
                </a:lnTo>
                <a:lnTo>
                  <a:pt x="103941" y="103375"/>
                </a:lnTo>
                <a:lnTo>
                  <a:pt x="102607" y="102074"/>
                </a:lnTo>
                <a:close/>
                <a:moveTo>
                  <a:pt x="104175" y="104743"/>
                </a:moveTo>
                <a:lnTo>
                  <a:pt x="106810" y="107378"/>
                </a:lnTo>
                <a:lnTo>
                  <a:pt x="103074" y="107378"/>
                </a:lnTo>
                <a:lnTo>
                  <a:pt x="104175" y="106277"/>
                </a:lnTo>
                <a:close/>
                <a:moveTo>
                  <a:pt x="107377" y="108712"/>
                </a:moveTo>
                <a:lnTo>
                  <a:pt x="107377" y="112448"/>
                </a:lnTo>
                <a:lnTo>
                  <a:pt x="106276" y="111381"/>
                </a:lnTo>
                <a:lnTo>
                  <a:pt x="104709" y="111381"/>
                </a:lnTo>
                <a:close/>
                <a:moveTo>
                  <a:pt x="108144" y="108712"/>
                </a:moveTo>
                <a:lnTo>
                  <a:pt x="110813" y="111381"/>
                </a:lnTo>
                <a:lnTo>
                  <a:pt x="109412" y="111381"/>
                </a:lnTo>
                <a:lnTo>
                  <a:pt x="109145" y="111481"/>
                </a:lnTo>
                <a:lnTo>
                  <a:pt x="108144" y="112448"/>
                </a:lnTo>
                <a:lnTo>
                  <a:pt x="108144" y="108712"/>
                </a:lnTo>
                <a:close/>
                <a:moveTo>
                  <a:pt x="108711" y="107378"/>
                </a:moveTo>
                <a:lnTo>
                  <a:pt x="111347" y="104743"/>
                </a:lnTo>
                <a:lnTo>
                  <a:pt x="111347" y="106277"/>
                </a:lnTo>
                <a:lnTo>
                  <a:pt x="112447" y="107378"/>
                </a:lnTo>
                <a:close/>
                <a:moveTo>
                  <a:pt x="108144" y="106811"/>
                </a:moveTo>
                <a:lnTo>
                  <a:pt x="108144" y="103075"/>
                </a:lnTo>
                <a:lnTo>
                  <a:pt x="109145" y="104042"/>
                </a:lnTo>
                <a:lnTo>
                  <a:pt x="109412" y="104175"/>
                </a:lnTo>
                <a:lnTo>
                  <a:pt x="110813" y="104175"/>
                </a:lnTo>
                <a:close/>
                <a:moveTo>
                  <a:pt x="119052" y="97371"/>
                </a:moveTo>
                <a:lnTo>
                  <a:pt x="121087" y="97371"/>
                </a:lnTo>
                <a:lnTo>
                  <a:pt x="122755" y="99072"/>
                </a:lnTo>
                <a:lnTo>
                  <a:pt x="122755" y="106811"/>
                </a:lnTo>
                <a:lnTo>
                  <a:pt x="119052" y="103108"/>
                </a:lnTo>
                <a:close/>
                <a:moveTo>
                  <a:pt x="123555" y="99072"/>
                </a:moveTo>
                <a:lnTo>
                  <a:pt x="125223" y="97371"/>
                </a:lnTo>
                <a:lnTo>
                  <a:pt x="127258" y="97371"/>
                </a:lnTo>
                <a:lnTo>
                  <a:pt x="127258" y="103108"/>
                </a:lnTo>
                <a:lnTo>
                  <a:pt x="123555" y="106811"/>
                </a:lnTo>
                <a:lnTo>
                  <a:pt x="123555" y="99072"/>
                </a:lnTo>
                <a:close/>
                <a:moveTo>
                  <a:pt x="136198" y="102074"/>
                </a:moveTo>
                <a:lnTo>
                  <a:pt x="138166" y="100106"/>
                </a:lnTo>
                <a:lnTo>
                  <a:pt x="138166" y="101974"/>
                </a:lnTo>
                <a:lnTo>
                  <a:pt x="136731" y="103375"/>
                </a:lnTo>
                <a:lnTo>
                  <a:pt x="134730" y="103375"/>
                </a:lnTo>
                <a:lnTo>
                  <a:pt x="133396" y="102074"/>
                </a:lnTo>
                <a:close/>
                <a:moveTo>
                  <a:pt x="134964" y="104743"/>
                </a:moveTo>
                <a:lnTo>
                  <a:pt x="137599" y="107378"/>
                </a:lnTo>
                <a:lnTo>
                  <a:pt x="133863" y="107378"/>
                </a:lnTo>
                <a:lnTo>
                  <a:pt x="134964" y="106277"/>
                </a:lnTo>
                <a:lnTo>
                  <a:pt x="134964" y="104743"/>
                </a:lnTo>
                <a:close/>
                <a:moveTo>
                  <a:pt x="138166" y="108712"/>
                </a:moveTo>
                <a:lnTo>
                  <a:pt x="138166" y="112448"/>
                </a:lnTo>
                <a:lnTo>
                  <a:pt x="137165" y="111481"/>
                </a:lnTo>
                <a:lnTo>
                  <a:pt x="136898" y="111381"/>
                </a:lnTo>
                <a:lnTo>
                  <a:pt x="135531" y="111381"/>
                </a:lnTo>
                <a:close/>
                <a:moveTo>
                  <a:pt x="138933" y="108712"/>
                </a:moveTo>
                <a:lnTo>
                  <a:pt x="141602" y="111381"/>
                </a:lnTo>
                <a:lnTo>
                  <a:pt x="140034" y="111381"/>
                </a:lnTo>
                <a:lnTo>
                  <a:pt x="138933" y="112448"/>
                </a:lnTo>
                <a:close/>
                <a:moveTo>
                  <a:pt x="139500" y="107378"/>
                </a:moveTo>
                <a:lnTo>
                  <a:pt x="142135" y="104743"/>
                </a:lnTo>
                <a:lnTo>
                  <a:pt x="142135" y="106277"/>
                </a:lnTo>
                <a:lnTo>
                  <a:pt x="143236" y="107378"/>
                </a:lnTo>
                <a:close/>
                <a:moveTo>
                  <a:pt x="142369" y="103375"/>
                </a:moveTo>
                <a:lnTo>
                  <a:pt x="140367" y="103375"/>
                </a:lnTo>
                <a:lnTo>
                  <a:pt x="138933" y="101941"/>
                </a:lnTo>
                <a:lnTo>
                  <a:pt x="138933" y="100106"/>
                </a:lnTo>
                <a:lnTo>
                  <a:pt x="140901" y="102074"/>
                </a:lnTo>
                <a:lnTo>
                  <a:pt x="141068" y="102074"/>
                </a:lnTo>
                <a:lnTo>
                  <a:pt x="143703" y="102074"/>
                </a:lnTo>
                <a:close/>
                <a:moveTo>
                  <a:pt x="144504" y="101273"/>
                </a:moveTo>
                <a:lnTo>
                  <a:pt x="141235" y="101273"/>
                </a:lnTo>
                <a:lnTo>
                  <a:pt x="138933" y="98972"/>
                </a:lnTo>
                <a:lnTo>
                  <a:pt x="138933" y="96603"/>
                </a:lnTo>
                <a:lnTo>
                  <a:pt x="141935" y="99606"/>
                </a:lnTo>
                <a:lnTo>
                  <a:pt x="142102" y="99606"/>
                </a:lnTo>
                <a:lnTo>
                  <a:pt x="146172" y="99606"/>
                </a:lnTo>
                <a:close/>
                <a:moveTo>
                  <a:pt x="146939" y="98805"/>
                </a:moveTo>
                <a:lnTo>
                  <a:pt x="142269" y="98805"/>
                </a:lnTo>
                <a:lnTo>
                  <a:pt x="138933" y="95503"/>
                </a:lnTo>
                <a:lnTo>
                  <a:pt x="138933" y="93334"/>
                </a:lnTo>
                <a:lnTo>
                  <a:pt x="142903" y="97271"/>
                </a:lnTo>
                <a:lnTo>
                  <a:pt x="143069" y="97271"/>
                </a:lnTo>
                <a:lnTo>
                  <a:pt x="148473" y="97271"/>
                </a:lnTo>
                <a:close/>
                <a:moveTo>
                  <a:pt x="149841" y="97371"/>
                </a:moveTo>
                <a:lnTo>
                  <a:pt x="151876" y="97371"/>
                </a:lnTo>
                <a:lnTo>
                  <a:pt x="153543" y="99072"/>
                </a:lnTo>
                <a:lnTo>
                  <a:pt x="153543" y="106811"/>
                </a:lnTo>
                <a:lnTo>
                  <a:pt x="149841" y="103108"/>
                </a:lnTo>
                <a:lnTo>
                  <a:pt x="149841" y="97371"/>
                </a:lnTo>
                <a:close/>
                <a:moveTo>
                  <a:pt x="154344" y="99072"/>
                </a:moveTo>
                <a:lnTo>
                  <a:pt x="156012" y="97371"/>
                </a:lnTo>
                <a:lnTo>
                  <a:pt x="158047" y="97371"/>
                </a:lnTo>
                <a:lnTo>
                  <a:pt x="158047" y="103108"/>
                </a:lnTo>
                <a:lnTo>
                  <a:pt x="154344" y="106811"/>
                </a:lnTo>
                <a:lnTo>
                  <a:pt x="154344" y="99072"/>
                </a:lnTo>
                <a:close/>
                <a:moveTo>
                  <a:pt x="166820" y="102074"/>
                </a:moveTo>
                <a:lnTo>
                  <a:pt x="166986" y="102074"/>
                </a:lnTo>
                <a:lnTo>
                  <a:pt x="168954" y="100106"/>
                </a:lnTo>
                <a:lnTo>
                  <a:pt x="168954" y="101974"/>
                </a:lnTo>
                <a:lnTo>
                  <a:pt x="167520" y="103375"/>
                </a:lnTo>
                <a:lnTo>
                  <a:pt x="165519" y="103375"/>
                </a:lnTo>
                <a:lnTo>
                  <a:pt x="164184" y="102074"/>
                </a:lnTo>
                <a:close/>
                <a:moveTo>
                  <a:pt x="165752" y="104743"/>
                </a:moveTo>
                <a:lnTo>
                  <a:pt x="168387" y="107378"/>
                </a:lnTo>
                <a:lnTo>
                  <a:pt x="164651" y="107378"/>
                </a:lnTo>
                <a:lnTo>
                  <a:pt x="165752" y="106277"/>
                </a:lnTo>
                <a:lnTo>
                  <a:pt x="165752" y="104743"/>
                </a:lnTo>
                <a:close/>
                <a:moveTo>
                  <a:pt x="168954" y="108712"/>
                </a:moveTo>
                <a:lnTo>
                  <a:pt x="168954" y="112448"/>
                </a:lnTo>
                <a:lnTo>
                  <a:pt x="167854" y="111381"/>
                </a:lnTo>
                <a:lnTo>
                  <a:pt x="166319" y="111381"/>
                </a:lnTo>
                <a:close/>
                <a:moveTo>
                  <a:pt x="169755" y="108712"/>
                </a:moveTo>
                <a:lnTo>
                  <a:pt x="172390" y="111381"/>
                </a:lnTo>
                <a:lnTo>
                  <a:pt x="170989" y="111381"/>
                </a:lnTo>
                <a:lnTo>
                  <a:pt x="170722" y="111481"/>
                </a:lnTo>
                <a:lnTo>
                  <a:pt x="169755" y="112448"/>
                </a:lnTo>
                <a:lnTo>
                  <a:pt x="169755" y="108712"/>
                </a:lnTo>
                <a:close/>
                <a:moveTo>
                  <a:pt x="170289" y="107378"/>
                </a:moveTo>
                <a:lnTo>
                  <a:pt x="172957" y="104743"/>
                </a:lnTo>
                <a:lnTo>
                  <a:pt x="172957" y="106277"/>
                </a:lnTo>
                <a:lnTo>
                  <a:pt x="174025" y="107378"/>
                </a:lnTo>
                <a:close/>
                <a:moveTo>
                  <a:pt x="169755" y="106811"/>
                </a:moveTo>
                <a:lnTo>
                  <a:pt x="169755" y="103075"/>
                </a:lnTo>
                <a:lnTo>
                  <a:pt x="170722" y="104042"/>
                </a:lnTo>
                <a:lnTo>
                  <a:pt x="170989" y="104175"/>
                </a:lnTo>
                <a:lnTo>
                  <a:pt x="172390" y="104175"/>
                </a:lnTo>
                <a:close/>
                <a:moveTo>
                  <a:pt x="180629" y="97371"/>
                </a:moveTo>
                <a:lnTo>
                  <a:pt x="182664" y="97371"/>
                </a:lnTo>
                <a:lnTo>
                  <a:pt x="184332" y="99072"/>
                </a:lnTo>
                <a:lnTo>
                  <a:pt x="184332" y="106811"/>
                </a:lnTo>
                <a:lnTo>
                  <a:pt x="180629" y="103108"/>
                </a:lnTo>
                <a:lnTo>
                  <a:pt x="180629" y="97371"/>
                </a:lnTo>
                <a:close/>
                <a:moveTo>
                  <a:pt x="185133" y="99072"/>
                </a:moveTo>
                <a:lnTo>
                  <a:pt x="186801" y="97371"/>
                </a:lnTo>
                <a:lnTo>
                  <a:pt x="188835" y="97371"/>
                </a:lnTo>
                <a:lnTo>
                  <a:pt x="188835" y="103108"/>
                </a:lnTo>
                <a:lnTo>
                  <a:pt x="185133" y="106811"/>
                </a:lnTo>
                <a:lnTo>
                  <a:pt x="185133" y="99072"/>
                </a:lnTo>
                <a:close/>
                <a:moveTo>
                  <a:pt x="197775" y="102074"/>
                </a:moveTo>
                <a:lnTo>
                  <a:pt x="199743" y="100106"/>
                </a:lnTo>
                <a:lnTo>
                  <a:pt x="199743" y="101974"/>
                </a:lnTo>
                <a:lnTo>
                  <a:pt x="198309" y="103375"/>
                </a:lnTo>
                <a:lnTo>
                  <a:pt x="196307" y="103375"/>
                </a:lnTo>
                <a:lnTo>
                  <a:pt x="194973" y="102074"/>
                </a:lnTo>
                <a:close/>
                <a:moveTo>
                  <a:pt x="196541" y="104743"/>
                </a:moveTo>
                <a:lnTo>
                  <a:pt x="199176" y="107378"/>
                </a:lnTo>
                <a:lnTo>
                  <a:pt x="195440" y="107378"/>
                </a:lnTo>
                <a:lnTo>
                  <a:pt x="196541" y="106277"/>
                </a:lnTo>
                <a:lnTo>
                  <a:pt x="196541" y="104743"/>
                </a:lnTo>
                <a:close/>
                <a:moveTo>
                  <a:pt x="199743" y="108712"/>
                </a:moveTo>
                <a:lnTo>
                  <a:pt x="199743" y="112448"/>
                </a:lnTo>
                <a:lnTo>
                  <a:pt x="198776" y="111481"/>
                </a:lnTo>
                <a:lnTo>
                  <a:pt x="198476" y="111381"/>
                </a:lnTo>
                <a:lnTo>
                  <a:pt x="197108" y="111381"/>
                </a:lnTo>
                <a:close/>
                <a:moveTo>
                  <a:pt x="200544" y="108712"/>
                </a:moveTo>
                <a:lnTo>
                  <a:pt x="203179" y="111381"/>
                </a:lnTo>
                <a:lnTo>
                  <a:pt x="201644" y="111381"/>
                </a:lnTo>
                <a:lnTo>
                  <a:pt x="200544" y="112448"/>
                </a:lnTo>
                <a:close/>
                <a:moveTo>
                  <a:pt x="201077" y="107378"/>
                </a:moveTo>
                <a:lnTo>
                  <a:pt x="203746" y="104743"/>
                </a:lnTo>
                <a:lnTo>
                  <a:pt x="203746" y="106277"/>
                </a:lnTo>
                <a:lnTo>
                  <a:pt x="204847" y="107378"/>
                </a:lnTo>
                <a:close/>
                <a:moveTo>
                  <a:pt x="203979" y="103375"/>
                </a:moveTo>
                <a:lnTo>
                  <a:pt x="201945" y="103375"/>
                </a:lnTo>
                <a:lnTo>
                  <a:pt x="200544" y="101941"/>
                </a:lnTo>
                <a:lnTo>
                  <a:pt x="200544" y="100106"/>
                </a:lnTo>
                <a:lnTo>
                  <a:pt x="202512" y="102074"/>
                </a:lnTo>
                <a:lnTo>
                  <a:pt x="202645" y="102074"/>
                </a:lnTo>
                <a:lnTo>
                  <a:pt x="205280" y="102074"/>
                </a:lnTo>
                <a:close/>
                <a:moveTo>
                  <a:pt x="206081" y="101273"/>
                </a:moveTo>
                <a:lnTo>
                  <a:pt x="202812" y="101273"/>
                </a:lnTo>
                <a:lnTo>
                  <a:pt x="200544" y="98972"/>
                </a:lnTo>
                <a:lnTo>
                  <a:pt x="200544" y="96603"/>
                </a:lnTo>
                <a:lnTo>
                  <a:pt x="203512" y="99606"/>
                </a:lnTo>
                <a:lnTo>
                  <a:pt x="203679" y="99606"/>
                </a:lnTo>
                <a:lnTo>
                  <a:pt x="207749" y="99606"/>
                </a:lnTo>
                <a:close/>
                <a:moveTo>
                  <a:pt x="208549" y="98805"/>
                </a:moveTo>
                <a:lnTo>
                  <a:pt x="203846" y="98805"/>
                </a:lnTo>
                <a:lnTo>
                  <a:pt x="200544" y="95503"/>
                </a:lnTo>
                <a:lnTo>
                  <a:pt x="200544" y="93334"/>
                </a:lnTo>
                <a:lnTo>
                  <a:pt x="204480" y="97271"/>
                </a:lnTo>
                <a:lnTo>
                  <a:pt x="204647" y="97271"/>
                </a:lnTo>
                <a:lnTo>
                  <a:pt x="210084" y="97271"/>
                </a:lnTo>
                <a:close/>
                <a:moveTo>
                  <a:pt x="211418" y="97371"/>
                </a:moveTo>
                <a:lnTo>
                  <a:pt x="213453" y="97371"/>
                </a:lnTo>
                <a:lnTo>
                  <a:pt x="215154" y="99072"/>
                </a:lnTo>
                <a:lnTo>
                  <a:pt x="215154" y="106811"/>
                </a:lnTo>
                <a:lnTo>
                  <a:pt x="211418" y="103108"/>
                </a:lnTo>
                <a:lnTo>
                  <a:pt x="211418" y="97371"/>
                </a:lnTo>
                <a:close/>
                <a:moveTo>
                  <a:pt x="215921" y="99072"/>
                </a:moveTo>
                <a:lnTo>
                  <a:pt x="217623" y="97371"/>
                </a:lnTo>
                <a:lnTo>
                  <a:pt x="219657" y="97371"/>
                </a:lnTo>
                <a:lnTo>
                  <a:pt x="219657" y="103108"/>
                </a:lnTo>
                <a:lnTo>
                  <a:pt x="215921" y="106811"/>
                </a:lnTo>
                <a:lnTo>
                  <a:pt x="215921" y="99072"/>
                </a:lnTo>
                <a:close/>
                <a:moveTo>
                  <a:pt x="226596" y="87464"/>
                </a:moveTo>
                <a:lnTo>
                  <a:pt x="226429" y="87464"/>
                </a:lnTo>
                <a:lnTo>
                  <a:pt x="220992" y="87464"/>
                </a:lnTo>
                <a:lnTo>
                  <a:pt x="222526" y="85929"/>
                </a:lnTo>
                <a:lnTo>
                  <a:pt x="227229" y="85929"/>
                </a:lnTo>
                <a:lnTo>
                  <a:pt x="230532" y="89265"/>
                </a:lnTo>
                <a:lnTo>
                  <a:pt x="230532" y="91400"/>
                </a:lnTo>
                <a:close/>
                <a:moveTo>
                  <a:pt x="227530" y="85162"/>
                </a:moveTo>
                <a:lnTo>
                  <a:pt x="227396" y="85162"/>
                </a:lnTo>
                <a:lnTo>
                  <a:pt x="223327" y="85162"/>
                </a:lnTo>
                <a:lnTo>
                  <a:pt x="224995" y="83461"/>
                </a:lnTo>
                <a:lnTo>
                  <a:pt x="228230" y="83461"/>
                </a:lnTo>
                <a:lnTo>
                  <a:pt x="230532" y="85762"/>
                </a:lnTo>
                <a:lnTo>
                  <a:pt x="230532" y="88131"/>
                </a:lnTo>
                <a:close/>
                <a:moveTo>
                  <a:pt x="231332" y="82794"/>
                </a:moveTo>
                <a:lnTo>
                  <a:pt x="232733" y="81359"/>
                </a:lnTo>
                <a:lnTo>
                  <a:pt x="234768" y="81359"/>
                </a:lnTo>
                <a:lnTo>
                  <a:pt x="236069" y="82693"/>
                </a:lnTo>
                <a:lnTo>
                  <a:pt x="233300" y="82693"/>
                </a:lnTo>
                <a:lnTo>
                  <a:pt x="231332" y="84662"/>
                </a:lnTo>
                <a:lnTo>
                  <a:pt x="231332" y="82794"/>
                </a:lnTo>
                <a:close/>
                <a:moveTo>
                  <a:pt x="234535" y="80025"/>
                </a:moveTo>
                <a:lnTo>
                  <a:pt x="231899" y="77356"/>
                </a:lnTo>
                <a:lnTo>
                  <a:pt x="235635" y="77356"/>
                </a:lnTo>
                <a:lnTo>
                  <a:pt x="234535" y="78457"/>
                </a:lnTo>
                <a:close/>
                <a:moveTo>
                  <a:pt x="231332" y="76022"/>
                </a:moveTo>
                <a:lnTo>
                  <a:pt x="231332" y="72286"/>
                </a:lnTo>
                <a:lnTo>
                  <a:pt x="232300" y="73253"/>
                </a:lnTo>
                <a:lnTo>
                  <a:pt x="232567" y="73387"/>
                </a:lnTo>
                <a:lnTo>
                  <a:pt x="233968" y="73387"/>
                </a:lnTo>
                <a:close/>
                <a:moveTo>
                  <a:pt x="230532" y="71152"/>
                </a:moveTo>
                <a:lnTo>
                  <a:pt x="229097" y="72586"/>
                </a:lnTo>
                <a:lnTo>
                  <a:pt x="227096" y="72586"/>
                </a:lnTo>
                <a:lnTo>
                  <a:pt x="225762" y="71285"/>
                </a:lnTo>
                <a:lnTo>
                  <a:pt x="228564" y="71285"/>
                </a:lnTo>
                <a:lnTo>
                  <a:pt x="230532" y="69317"/>
                </a:lnTo>
                <a:close/>
                <a:moveTo>
                  <a:pt x="228230" y="70485"/>
                </a:moveTo>
                <a:lnTo>
                  <a:pt x="224995" y="70485"/>
                </a:lnTo>
                <a:lnTo>
                  <a:pt x="223327" y="68783"/>
                </a:lnTo>
                <a:lnTo>
                  <a:pt x="227363" y="68783"/>
                </a:lnTo>
                <a:lnTo>
                  <a:pt x="227663" y="68683"/>
                </a:lnTo>
                <a:lnTo>
                  <a:pt x="230532" y="65815"/>
                </a:lnTo>
                <a:lnTo>
                  <a:pt x="230532" y="68183"/>
                </a:lnTo>
                <a:close/>
                <a:moveTo>
                  <a:pt x="227229" y="68016"/>
                </a:moveTo>
                <a:lnTo>
                  <a:pt x="222526" y="68016"/>
                </a:lnTo>
                <a:lnTo>
                  <a:pt x="220992" y="66482"/>
                </a:lnTo>
                <a:lnTo>
                  <a:pt x="226596" y="66482"/>
                </a:lnTo>
                <a:lnTo>
                  <a:pt x="230532" y="62546"/>
                </a:lnTo>
                <a:lnTo>
                  <a:pt x="230532" y="64714"/>
                </a:lnTo>
                <a:close/>
                <a:moveTo>
                  <a:pt x="226596" y="56675"/>
                </a:moveTo>
                <a:lnTo>
                  <a:pt x="220992" y="56675"/>
                </a:lnTo>
                <a:lnTo>
                  <a:pt x="222526" y="55140"/>
                </a:lnTo>
                <a:lnTo>
                  <a:pt x="227229" y="55140"/>
                </a:lnTo>
                <a:lnTo>
                  <a:pt x="230532" y="58476"/>
                </a:lnTo>
                <a:lnTo>
                  <a:pt x="230532" y="60611"/>
                </a:lnTo>
                <a:close/>
                <a:moveTo>
                  <a:pt x="227663" y="54473"/>
                </a:moveTo>
                <a:lnTo>
                  <a:pt x="227396" y="54340"/>
                </a:lnTo>
                <a:lnTo>
                  <a:pt x="223327" y="54340"/>
                </a:lnTo>
                <a:lnTo>
                  <a:pt x="224995" y="52672"/>
                </a:lnTo>
                <a:lnTo>
                  <a:pt x="228230" y="52672"/>
                </a:lnTo>
                <a:lnTo>
                  <a:pt x="230532" y="54974"/>
                </a:lnTo>
                <a:lnTo>
                  <a:pt x="230532" y="57342"/>
                </a:lnTo>
                <a:close/>
                <a:moveTo>
                  <a:pt x="231332" y="52005"/>
                </a:moveTo>
                <a:lnTo>
                  <a:pt x="232733" y="50570"/>
                </a:lnTo>
                <a:lnTo>
                  <a:pt x="234768" y="50570"/>
                </a:lnTo>
                <a:lnTo>
                  <a:pt x="236069" y="51905"/>
                </a:lnTo>
                <a:lnTo>
                  <a:pt x="233300" y="51905"/>
                </a:lnTo>
                <a:lnTo>
                  <a:pt x="231332" y="53873"/>
                </a:lnTo>
                <a:lnTo>
                  <a:pt x="231332" y="52005"/>
                </a:lnTo>
                <a:close/>
                <a:moveTo>
                  <a:pt x="234535" y="47835"/>
                </a:moveTo>
                <a:lnTo>
                  <a:pt x="234535" y="49203"/>
                </a:lnTo>
                <a:lnTo>
                  <a:pt x="231899" y="46568"/>
                </a:lnTo>
                <a:lnTo>
                  <a:pt x="235635" y="46568"/>
                </a:lnTo>
                <a:lnTo>
                  <a:pt x="234635" y="47568"/>
                </a:lnTo>
                <a:close/>
                <a:moveTo>
                  <a:pt x="231866" y="45800"/>
                </a:moveTo>
                <a:lnTo>
                  <a:pt x="234535" y="43132"/>
                </a:lnTo>
                <a:lnTo>
                  <a:pt x="234535" y="44700"/>
                </a:lnTo>
                <a:lnTo>
                  <a:pt x="235635" y="45800"/>
                </a:lnTo>
                <a:lnTo>
                  <a:pt x="231866" y="45800"/>
                </a:lnTo>
                <a:close/>
                <a:moveTo>
                  <a:pt x="231332" y="45233"/>
                </a:moveTo>
                <a:lnTo>
                  <a:pt x="231332" y="41497"/>
                </a:lnTo>
                <a:lnTo>
                  <a:pt x="232300" y="42465"/>
                </a:lnTo>
                <a:lnTo>
                  <a:pt x="232567" y="42598"/>
                </a:lnTo>
                <a:lnTo>
                  <a:pt x="233968" y="42598"/>
                </a:lnTo>
                <a:close/>
                <a:moveTo>
                  <a:pt x="230532" y="40363"/>
                </a:moveTo>
                <a:lnTo>
                  <a:pt x="229097" y="41797"/>
                </a:lnTo>
                <a:lnTo>
                  <a:pt x="227096" y="41797"/>
                </a:lnTo>
                <a:lnTo>
                  <a:pt x="225762" y="40463"/>
                </a:lnTo>
                <a:lnTo>
                  <a:pt x="228397" y="40463"/>
                </a:lnTo>
                <a:lnTo>
                  <a:pt x="228564" y="40463"/>
                </a:lnTo>
                <a:lnTo>
                  <a:pt x="230532" y="38495"/>
                </a:lnTo>
                <a:lnTo>
                  <a:pt x="230532" y="40363"/>
                </a:lnTo>
                <a:close/>
                <a:moveTo>
                  <a:pt x="228230" y="39696"/>
                </a:moveTo>
                <a:lnTo>
                  <a:pt x="224995" y="39696"/>
                </a:lnTo>
                <a:lnTo>
                  <a:pt x="223327" y="38028"/>
                </a:lnTo>
                <a:lnTo>
                  <a:pt x="227363" y="38028"/>
                </a:lnTo>
                <a:lnTo>
                  <a:pt x="227530" y="38028"/>
                </a:lnTo>
                <a:lnTo>
                  <a:pt x="230532" y="35026"/>
                </a:lnTo>
                <a:lnTo>
                  <a:pt x="230532" y="37394"/>
                </a:lnTo>
                <a:close/>
                <a:moveTo>
                  <a:pt x="227229" y="37228"/>
                </a:moveTo>
                <a:lnTo>
                  <a:pt x="222526" y="37228"/>
                </a:lnTo>
                <a:lnTo>
                  <a:pt x="220992" y="35693"/>
                </a:lnTo>
                <a:lnTo>
                  <a:pt x="226429" y="35693"/>
                </a:lnTo>
                <a:lnTo>
                  <a:pt x="226596" y="35693"/>
                </a:lnTo>
                <a:lnTo>
                  <a:pt x="230532" y="31757"/>
                </a:lnTo>
                <a:lnTo>
                  <a:pt x="230532" y="33892"/>
                </a:lnTo>
                <a:close/>
                <a:moveTo>
                  <a:pt x="226596" y="25886"/>
                </a:moveTo>
                <a:lnTo>
                  <a:pt x="226429" y="25886"/>
                </a:lnTo>
                <a:lnTo>
                  <a:pt x="220992" y="25886"/>
                </a:lnTo>
                <a:lnTo>
                  <a:pt x="222526" y="24352"/>
                </a:lnTo>
                <a:lnTo>
                  <a:pt x="227229" y="24352"/>
                </a:lnTo>
                <a:lnTo>
                  <a:pt x="230532" y="27654"/>
                </a:lnTo>
                <a:lnTo>
                  <a:pt x="230532" y="29822"/>
                </a:lnTo>
                <a:close/>
                <a:moveTo>
                  <a:pt x="227530" y="23551"/>
                </a:moveTo>
                <a:lnTo>
                  <a:pt x="227396" y="23551"/>
                </a:lnTo>
                <a:lnTo>
                  <a:pt x="223327" y="23551"/>
                </a:lnTo>
                <a:lnTo>
                  <a:pt x="224995" y="21883"/>
                </a:lnTo>
                <a:lnTo>
                  <a:pt x="228230" y="21883"/>
                </a:lnTo>
                <a:lnTo>
                  <a:pt x="230532" y="24185"/>
                </a:lnTo>
                <a:lnTo>
                  <a:pt x="230532" y="26553"/>
                </a:lnTo>
                <a:close/>
                <a:moveTo>
                  <a:pt x="227330" y="13744"/>
                </a:moveTo>
                <a:lnTo>
                  <a:pt x="227330" y="12343"/>
                </a:lnTo>
                <a:lnTo>
                  <a:pt x="229965" y="15012"/>
                </a:lnTo>
                <a:lnTo>
                  <a:pt x="226229" y="15012"/>
                </a:lnTo>
                <a:lnTo>
                  <a:pt x="227196" y="14011"/>
                </a:lnTo>
                <a:close/>
                <a:moveTo>
                  <a:pt x="230532" y="20082"/>
                </a:moveTo>
                <a:lnTo>
                  <a:pt x="229431" y="18981"/>
                </a:lnTo>
                <a:lnTo>
                  <a:pt x="229264" y="18981"/>
                </a:lnTo>
                <a:lnTo>
                  <a:pt x="227897" y="18981"/>
                </a:lnTo>
                <a:lnTo>
                  <a:pt x="230532" y="16346"/>
                </a:lnTo>
                <a:close/>
                <a:moveTo>
                  <a:pt x="231332" y="16346"/>
                </a:moveTo>
                <a:lnTo>
                  <a:pt x="233968" y="18981"/>
                </a:lnTo>
                <a:lnTo>
                  <a:pt x="232567" y="18981"/>
                </a:lnTo>
                <a:lnTo>
                  <a:pt x="232300" y="19115"/>
                </a:lnTo>
                <a:lnTo>
                  <a:pt x="231332" y="20082"/>
                </a:lnTo>
                <a:lnTo>
                  <a:pt x="231332" y="16346"/>
                </a:lnTo>
                <a:close/>
                <a:moveTo>
                  <a:pt x="227897" y="11776"/>
                </a:moveTo>
                <a:lnTo>
                  <a:pt x="229431" y="11776"/>
                </a:lnTo>
                <a:lnTo>
                  <a:pt x="230532" y="10709"/>
                </a:lnTo>
                <a:lnTo>
                  <a:pt x="230532" y="14445"/>
                </a:lnTo>
                <a:close/>
                <a:moveTo>
                  <a:pt x="229965" y="15779"/>
                </a:moveTo>
                <a:lnTo>
                  <a:pt x="227330" y="18414"/>
                </a:lnTo>
                <a:lnTo>
                  <a:pt x="227330" y="16880"/>
                </a:lnTo>
                <a:lnTo>
                  <a:pt x="226229" y="15779"/>
                </a:lnTo>
                <a:close/>
                <a:moveTo>
                  <a:pt x="227096" y="19782"/>
                </a:moveTo>
                <a:lnTo>
                  <a:pt x="229097" y="19782"/>
                </a:lnTo>
                <a:lnTo>
                  <a:pt x="230532" y="21216"/>
                </a:lnTo>
                <a:lnTo>
                  <a:pt x="230532" y="23051"/>
                </a:lnTo>
                <a:lnTo>
                  <a:pt x="228564" y="21083"/>
                </a:lnTo>
                <a:lnTo>
                  <a:pt x="228397" y="21083"/>
                </a:lnTo>
                <a:lnTo>
                  <a:pt x="225795" y="21083"/>
                </a:lnTo>
                <a:close/>
                <a:moveTo>
                  <a:pt x="231332" y="21216"/>
                </a:moveTo>
                <a:lnTo>
                  <a:pt x="232733" y="19782"/>
                </a:lnTo>
                <a:lnTo>
                  <a:pt x="234768" y="19782"/>
                </a:lnTo>
                <a:lnTo>
                  <a:pt x="236069" y="21083"/>
                </a:lnTo>
                <a:lnTo>
                  <a:pt x="233300" y="21083"/>
                </a:lnTo>
                <a:lnTo>
                  <a:pt x="231332" y="23051"/>
                </a:lnTo>
                <a:lnTo>
                  <a:pt x="231332" y="21216"/>
                </a:lnTo>
                <a:close/>
                <a:moveTo>
                  <a:pt x="234535" y="18447"/>
                </a:moveTo>
                <a:lnTo>
                  <a:pt x="231899" y="15779"/>
                </a:lnTo>
                <a:lnTo>
                  <a:pt x="235635" y="15779"/>
                </a:lnTo>
                <a:lnTo>
                  <a:pt x="234535" y="16880"/>
                </a:lnTo>
                <a:close/>
                <a:moveTo>
                  <a:pt x="231332" y="14445"/>
                </a:moveTo>
                <a:lnTo>
                  <a:pt x="231332" y="10709"/>
                </a:lnTo>
                <a:lnTo>
                  <a:pt x="232300" y="11676"/>
                </a:lnTo>
                <a:lnTo>
                  <a:pt x="232567" y="11809"/>
                </a:lnTo>
                <a:lnTo>
                  <a:pt x="233968" y="11809"/>
                </a:lnTo>
                <a:close/>
                <a:moveTo>
                  <a:pt x="230532" y="9574"/>
                </a:moveTo>
                <a:lnTo>
                  <a:pt x="229097" y="11009"/>
                </a:lnTo>
                <a:lnTo>
                  <a:pt x="227096" y="11009"/>
                </a:lnTo>
                <a:lnTo>
                  <a:pt x="225762" y="9675"/>
                </a:lnTo>
                <a:lnTo>
                  <a:pt x="228564" y="9675"/>
                </a:lnTo>
                <a:lnTo>
                  <a:pt x="230532" y="7706"/>
                </a:lnTo>
                <a:close/>
                <a:moveTo>
                  <a:pt x="225128" y="15779"/>
                </a:moveTo>
                <a:lnTo>
                  <a:pt x="226529" y="17213"/>
                </a:lnTo>
                <a:lnTo>
                  <a:pt x="226529" y="19215"/>
                </a:lnTo>
                <a:lnTo>
                  <a:pt x="225228" y="20549"/>
                </a:lnTo>
                <a:lnTo>
                  <a:pt x="225228" y="17747"/>
                </a:lnTo>
                <a:lnTo>
                  <a:pt x="223260" y="15779"/>
                </a:lnTo>
                <a:close/>
                <a:moveTo>
                  <a:pt x="205848" y="17747"/>
                </a:moveTo>
                <a:lnTo>
                  <a:pt x="205848" y="20516"/>
                </a:lnTo>
                <a:lnTo>
                  <a:pt x="204513" y="19215"/>
                </a:lnTo>
                <a:lnTo>
                  <a:pt x="204513" y="17213"/>
                </a:lnTo>
                <a:lnTo>
                  <a:pt x="205948" y="15779"/>
                </a:lnTo>
                <a:lnTo>
                  <a:pt x="207816" y="15779"/>
                </a:lnTo>
                <a:close/>
                <a:moveTo>
                  <a:pt x="205948" y="15012"/>
                </a:moveTo>
                <a:lnTo>
                  <a:pt x="204513" y="13577"/>
                </a:lnTo>
                <a:lnTo>
                  <a:pt x="204513" y="11576"/>
                </a:lnTo>
                <a:lnTo>
                  <a:pt x="205848" y="10242"/>
                </a:lnTo>
                <a:lnTo>
                  <a:pt x="205848" y="13010"/>
                </a:lnTo>
                <a:lnTo>
                  <a:pt x="207816" y="14978"/>
                </a:lnTo>
                <a:lnTo>
                  <a:pt x="205948" y="14978"/>
                </a:lnTo>
                <a:close/>
                <a:moveTo>
                  <a:pt x="203979" y="11009"/>
                </a:moveTo>
                <a:lnTo>
                  <a:pt x="201945" y="11009"/>
                </a:lnTo>
                <a:lnTo>
                  <a:pt x="200544" y="9574"/>
                </a:lnTo>
                <a:lnTo>
                  <a:pt x="200544" y="7706"/>
                </a:lnTo>
                <a:lnTo>
                  <a:pt x="202512" y="9675"/>
                </a:lnTo>
                <a:lnTo>
                  <a:pt x="205280" y="9675"/>
                </a:lnTo>
                <a:close/>
                <a:moveTo>
                  <a:pt x="199743" y="9574"/>
                </a:moveTo>
                <a:lnTo>
                  <a:pt x="198309" y="11009"/>
                </a:lnTo>
                <a:lnTo>
                  <a:pt x="196307" y="11009"/>
                </a:lnTo>
                <a:lnTo>
                  <a:pt x="194973" y="9675"/>
                </a:lnTo>
                <a:lnTo>
                  <a:pt x="197775" y="9675"/>
                </a:lnTo>
                <a:lnTo>
                  <a:pt x="199743" y="7706"/>
                </a:lnTo>
                <a:lnTo>
                  <a:pt x="199743" y="9574"/>
                </a:lnTo>
                <a:close/>
                <a:moveTo>
                  <a:pt x="194339" y="15779"/>
                </a:moveTo>
                <a:lnTo>
                  <a:pt x="195740" y="17213"/>
                </a:lnTo>
                <a:lnTo>
                  <a:pt x="195740" y="19215"/>
                </a:lnTo>
                <a:lnTo>
                  <a:pt x="194439" y="20549"/>
                </a:lnTo>
                <a:lnTo>
                  <a:pt x="194439" y="17747"/>
                </a:lnTo>
                <a:lnTo>
                  <a:pt x="192471" y="15779"/>
                </a:lnTo>
                <a:close/>
                <a:moveTo>
                  <a:pt x="175059" y="17747"/>
                </a:moveTo>
                <a:lnTo>
                  <a:pt x="175059" y="20549"/>
                </a:lnTo>
                <a:lnTo>
                  <a:pt x="173725" y="19215"/>
                </a:lnTo>
                <a:lnTo>
                  <a:pt x="173725" y="17213"/>
                </a:lnTo>
                <a:lnTo>
                  <a:pt x="175159" y="15779"/>
                </a:lnTo>
                <a:lnTo>
                  <a:pt x="177027" y="15779"/>
                </a:lnTo>
                <a:close/>
                <a:moveTo>
                  <a:pt x="175159" y="15012"/>
                </a:moveTo>
                <a:lnTo>
                  <a:pt x="173725" y="13577"/>
                </a:lnTo>
                <a:lnTo>
                  <a:pt x="173725" y="11576"/>
                </a:lnTo>
                <a:lnTo>
                  <a:pt x="175059" y="10242"/>
                </a:lnTo>
                <a:lnTo>
                  <a:pt x="175059" y="13010"/>
                </a:lnTo>
                <a:lnTo>
                  <a:pt x="177027" y="14978"/>
                </a:lnTo>
                <a:lnTo>
                  <a:pt x="175159" y="14978"/>
                </a:lnTo>
                <a:close/>
                <a:moveTo>
                  <a:pt x="173191" y="11009"/>
                </a:moveTo>
                <a:lnTo>
                  <a:pt x="171156" y="11009"/>
                </a:lnTo>
                <a:lnTo>
                  <a:pt x="169755" y="9574"/>
                </a:lnTo>
                <a:lnTo>
                  <a:pt x="169755" y="7706"/>
                </a:lnTo>
                <a:lnTo>
                  <a:pt x="171723" y="9675"/>
                </a:lnTo>
                <a:lnTo>
                  <a:pt x="174492" y="9675"/>
                </a:lnTo>
                <a:close/>
                <a:moveTo>
                  <a:pt x="168954" y="9574"/>
                </a:moveTo>
                <a:lnTo>
                  <a:pt x="167520" y="11009"/>
                </a:lnTo>
                <a:lnTo>
                  <a:pt x="165519" y="11009"/>
                </a:lnTo>
                <a:lnTo>
                  <a:pt x="164184" y="9675"/>
                </a:lnTo>
                <a:lnTo>
                  <a:pt x="166986" y="9675"/>
                </a:lnTo>
                <a:lnTo>
                  <a:pt x="168954" y="7706"/>
                </a:lnTo>
                <a:close/>
                <a:moveTo>
                  <a:pt x="163517" y="15779"/>
                </a:moveTo>
                <a:lnTo>
                  <a:pt x="164952" y="17213"/>
                </a:lnTo>
                <a:lnTo>
                  <a:pt x="164952" y="19215"/>
                </a:lnTo>
                <a:lnTo>
                  <a:pt x="163651" y="20549"/>
                </a:lnTo>
                <a:lnTo>
                  <a:pt x="163651" y="17747"/>
                </a:lnTo>
                <a:lnTo>
                  <a:pt x="161649" y="15779"/>
                </a:lnTo>
                <a:close/>
                <a:moveTo>
                  <a:pt x="144270" y="17747"/>
                </a:moveTo>
                <a:lnTo>
                  <a:pt x="144270" y="20549"/>
                </a:lnTo>
                <a:lnTo>
                  <a:pt x="142936" y="19215"/>
                </a:lnTo>
                <a:lnTo>
                  <a:pt x="142936" y="17213"/>
                </a:lnTo>
                <a:lnTo>
                  <a:pt x="144370" y="15779"/>
                </a:lnTo>
                <a:lnTo>
                  <a:pt x="146238" y="15779"/>
                </a:lnTo>
                <a:close/>
                <a:moveTo>
                  <a:pt x="144370" y="15012"/>
                </a:moveTo>
                <a:lnTo>
                  <a:pt x="142936" y="13577"/>
                </a:lnTo>
                <a:lnTo>
                  <a:pt x="142936" y="11576"/>
                </a:lnTo>
                <a:lnTo>
                  <a:pt x="144270" y="10242"/>
                </a:lnTo>
                <a:lnTo>
                  <a:pt x="144270" y="13010"/>
                </a:lnTo>
                <a:lnTo>
                  <a:pt x="146238" y="14978"/>
                </a:lnTo>
                <a:lnTo>
                  <a:pt x="144370" y="14978"/>
                </a:lnTo>
                <a:close/>
                <a:moveTo>
                  <a:pt x="142369" y="11009"/>
                </a:moveTo>
                <a:lnTo>
                  <a:pt x="140367" y="11009"/>
                </a:lnTo>
                <a:lnTo>
                  <a:pt x="138933" y="9574"/>
                </a:lnTo>
                <a:lnTo>
                  <a:pt x="138933" y="7706"/>
                </a:lnTo>
                <a:lnTo>
                  <a:pt x="140901" y="9675"/>
                </a:lnTo>
                <a:lnTo>
                  <a:pt x="143703" y="9675"/>
                </a:lnTo>
                <a:close/>
                <a:moveTo>
                  <a:pt x="138166" y="9574"/>
                </a:moveTo>
                <a:lnTo>
                  <a:pt x="136731" y="11009"/>
                </a:lnTo>
                <a:lnTo>
                  <a:pt x="134730" y="11009"/>
                </a:lnTo>
                <a:lnTo>
                  <a:pt x="133396" y="9675"/>
                </a:lnTo>
                <a:lnTo>
                  <a:pt x="136198" y="9675"/>
                </a:lnTo>
                <a:lnTo>
                  <a:pt x="138166" y="7706"/>
                </a:lnTo>
                <a:close/>
                <a:moveTo>
                  <a:pt x="132729" y="15779"/>
                </a:moveTo>
                <a:lnTo>
                  <a:pt x="134163" y="17213"/>
                </a:lnTo>
                <a:lnTo>
                  <a:pt x="134163" y="19215"/>
                </a:lnTo>
                <a:lnTo>
                  <a:pt x="132862" y="20549"/>
                </a:lnTo>
                <a:lnTo>
                  <a:pt x="132862" y="17747"/>
                </a:lnTo>
                <a:lnTo>
                  <a:pt x="130894" y="15779"/>
                </a:lnTo>
                <a:close/>
                <a:moveTo>
                  <a:pt x="113482" y="17747"/>
                </a:moveTo>
                <a:lnTo>
                  <a:pt x="113482" y="20549"/>
                </a:lnTo>
                <a:lnTo>
                  <a:pt x="112147" y="19215"/>
                </a:lnTo>
                <a:lnTo>
                  <a:pt x="112147" y="17213"/>
                </a:lnTo>
                <a:lnTo>
                  <a:pt x="113582" y="15779"/>
                </a:lnTo>
                <a:lnTo>
                  <a:pt x="115450" y="15779"/>
                </a:lnTo>
                <a:close/>
                <a:moveTo>
                  <a:pt x="113582" y="15012"/>
                </a:moveTo>
                <a:lnTo>
                  <a:pt x="112147" y="13577"/>
                </a:lnTo>
                <a:lnTo>
                  <a:pt x="112147" y="11576"/>
                </a:lnTo>
                <a:lnTo>
                  <a:pt x="113482" y="10242"/>
                </a:lnTo>
                <a:lnTo>
                  <a:pt x="113482" y="13010"/>
                </a:lnTo>
                <a:lnTo>
                  <a:pt x="115450" y="14978"/>
                </a:lnTo>
                <a:lnTo>
                  <a:pt x="113582" y="14978"/>
                </a:lnTo>
                <a:close/>
                <a:moveTo>
                  <a:pt x="111580" y="11009"/>
                </a:moveTo>
                <a:lnTo>
                  <a:pt x="109579" y="11009"/>
                </a:lnTo>
                <a:lnTo>
                  <a:pt x="108144" y="9574"/>
                </a:lnTo>
                <a:lnTo>
                  <a:pt x="108144" y="7706"/>
                </a:lnTo>
                <a:lnTo>
                  <a:pt x="110112" y="9675"/>
                </a:lnTo>
                <a:lnTo>
                  <a:pt x="112914" y="9675"/>
                </a:lnTo>
                <a:close/>
                <a:moveTo>
                  <a:pt x="107377" y="9574"/>
                </a:moveTo>
                <a:lnTo>
                  <a:pt x="105943" y="11009"/>
                </a:lnTo>
                <a:lnTo>
                  <a:pt x="103941" y="11009"/>
                </a:lnTo>
                <a:lnTo>
                  <a:pt x="102607" y="9675"/>
                </a:lnTo>
                <a:lnTo>
                  <a:pt x="105409" y="9675"/>
                </a:lnTo>
                <a:lnTo>
                  <a:pt x="107377" y="7706"/>
                </a:lnTo>
                <a:close/>
                <a:moveTo>
                  <a:pt x="101940" y="15779"/>
                </a:moveTo>
                <a:lnTo>
                  <a:pt x="103374" y="17213"/>
                </a:lnTo>
                <a:lnTo>
                  <a:pt x="103374" y="19215"/>
                </a:lnTo>
                <a:lnTo>
                  <a:pt x="102040" y="20549"/>
                </a:lnTo>
                <a:lnTo>
                  <a:pt x="102040" y="17747"/>
                </a:lnTo>
                <a:lnTo>
                  <a:pt x="100072" y="15779"/>
                </a:lnTo>
                <a:lnTo>
                  <a:pt x="101940" y="15779"/>
                </a:lnTo>
                <a:close/>
                <a:moveTo>
                  <a:pt x="82660" y="17747"/>
                </a:moveTo>
                <a:lnTo>
                  <a:pt x="82660" y="20549"/>
                </a:lnTo>
                <a:lnTo>
                  <a:pt x="81359" y="19215"/>
                </a:lnTo>
                <a:lnTo>
                  <a:pt x="81359" y="17213"/>
                </a:lnTo>
                <a:lnTo>
                  <a:pt x="82793" y="15779"/>
                </a:lnTo>
                <a:lnTo>
                  <a:pt x="84628" y="15779"/>
                </a:lnTo>
                <a:close/>
                <a:moveTo>
                  <a:pt x="82793" y="15012"/>
                </a:moveTo>
                <a:lnTo>
                  <a:pt x="81359" y="13577"/>
                </a:lnTo>
                <a:lnTo>
                  <a:pt x="81359" y="11576"/>
                </a:lnTo>
                <a:lnTo>
                  <a:pt x="82660" y="10242"/>
                </a:lnTo>
                <a:lnTo>
                  <a:pt x="82660" y="13010"/>
                </a:lnTo>
                <a:lnTo>
                  <a:pt x="84628" y="14978"/>
                </a:lnTo>
                <a:lnTo>
                  <a:pt x="82793" y="14978"/>
                </a:lnTo>
                <a:close/>
                <a:moveTo>
                  <a:pt x="80792" y="11009"/>
                </a:moveTo>
                <a:lnTo>
                  <a:pt x="78790" y="11009"/>
                </a:lnTo>
                <a:lnTo>
                  <a:pt x="77356" y="9574"/>
                </a:lnTo>
                <a:lnTo>
                  <a:pt x="77356" y="7706"/>
                </a:lnTo>
                <a:lnTo>
                  <a:pt x="79324" y="9675"/>
                </a:lnTo>
                <a:lnTo>
                  <a:pt x="82126" y="9675"/>
                </a:lnTo>
                <a:close/>
                <a:moveTo>
                  <a:pt x="76589" y="9574"/>
                </a:moveTo>
                <a:lnTo>
                  <a:pt x="75154" y="11009"/>
                </a:lnTo>
                <a:lnTo>
                  <a:pt x="73153" y="11009"/>
                </a:lnTo>
                <a:lnTo>
                  <a:pt x="71818" y="9675"/>
                </a:lnTo>
                <a:lnTo>
                  <a:pt x="74620" y="9675"/>
                </a:lnTo>
                <a:lnTo>
                  <a:pt x="76589" y="7706"/>
                </a:lnTo>
                <a:close/>
                <a:moveTo>
                  <a:pt x="71151" y="15779"/>
                </a:moveTo>
                <a:lnTo>
                  <a:pt x="72586" y="17213"/>
                </a:lnTo>
                <a:lnTo>
                  <a:pt x="72586" y="19215"/>
                </a:lnTo>
                <a:lnTo>
                  <a:pt x="71251" y="20549"/>
                </a:lnTo>
                <a:lnTo>
                  <a:pt x="71251" y="17747"/>
                </a:lnTo>
                <a:lnTo>
                  <a:pt x="69283" y="15779"/>
                </a:lnTo>
                <a:lnTo>
                  <a:pt x="71151" y="15779"/>
                </a:lnTo>
                <a:close/>
                <a:moveTo>
                  <a:pt x="51871" y="17747"/>
                </a:moveTo>
                <a:lnTo>
                  <a:pt x="51871" y="20549"/>
                </a:lnTo>
                <a:lnTo>
                  <a:pt x="50570" y="19215"/>
                </a:lnTo>
                <a:lnTo>
                  <a:pt x="50570" y="17213"/>
                </a:lnTo>
                <a:lnTo>
                  <a:pt x="51971" y="15779"/>
                </a:lnTo>
                <a:lnTo>
                  <a:pt x="53839" y="15779"/>
                </a:lnTo>
                <a:close/>
                <a:moveTo>
                  <a:pt x="51971" y="15012"/>
                </a:moveTo>
                <a:lnTo>
                  <a:pt x="50570" y="13577"/>
                </a:lnTo>
                <a:lnTo>
                  <a:pt x="50570" y="11576"/>
                </a:lnTo>
                <a:lnTo>
                  <a:pt x="51871" y="10242"/>
                </a:lnTo>
                <a:lnTo>
                  <a:pt x="51871" y="13010"/>
                </a:lnTo>
                <a:lnTo>
                  <a:pt x="53839" y="14978"/>
                </a:lnTo>
                <a:lnTo>
                  <a:pt x="51971" y="14978"/>
                </a:lnTo>
                <a:close/>
                <a:moveTo>
                  <a:pt x="50003" y="11009"/>
                </a:moveTo>
                <a:lnTo>
                  <a:pt x="48001" y="11009"/>
                </a:lnTo>
                <a:lnTo>
                  <a:pt x="46567" y="9574"/>
                </a:lnTo>
                <a:lnTo>
                  <a:pt x="46567" y="7706"/>
                </a:lnTo>
                <a:lnTo>
                  <a:pt x="48535" y="9675"/>
                </a:lnTo>
                <a:lnTo>
                  <a:pt x="51337" y="9675"/>
                </a:lnTo>
                <a:close/>
                <a:moveTo>
                  <a:pt x="45767" y="9574"/>
                </a:moveTo>
                <a:lnTo>
                  <a:pt x="44366" y="11009"/>
                </a:lnTo>
                <a:lnTo>
                  <a:pt x="42364" y="11009"/>
                </a:lnTo>
                <a:lnTo>
                  <a:pt x="41030" y="9675"/>
                </a:lnTo>
                <a:lnTo>
                  <a:pt x="43798" y="9675"/>
                </a:lnTo>
                <a:lnTo>
                  <a:pt x="45767" y="7706"/>
                </a:lnTo>
                <a:close/>
                <a:moveTo>
                  <a:pt x="40363" y="15779"/>
                </a:moveTo>
                <a:lnTo>
                  <a:pt x="41797" y="17213"/>
                </a:lnTo>
                <a:lnTo>
                  <a:pt x="41797" y="19215"/>
                </a:lnTo>
                <a:lnTo>
                  <a:pt x="40463" y="20549"/>
                </a:lnTo>
                <a:lnTo>
                  <a:pt x="40463" y="17747"/>
                </a:lnTo>
                <a:lnTo>
                  <a:pt x="38495" y="15779"/>
                </a:lnTo>
                <a:lnTo>
                  <a:pt x="40363" y="15779"/>
                </a:lnTo>
                <a:close/>
                <a:moveTo>
                  <a:pt x="21082" y="17747"/>
                </a:moveTo>
                <a:lnTo>
                  <a:pt x="21082" y="20549"/>
                </a:lnTo>
                <a:lnTo>
                  <a:pt x="19781" y="19215"/>
                </a:lnTo>
                <a:lnTo>
                  <a:pt x="19781" y="17213"/>
                </a:lnTo>
                <a:lnTo>
                  <a:pt x="21182" y="15779"/>
                </a:lnTo>
                <a:lnTo>
                  <a:pt x="23050" y="15779"/>
                </a:lnTo>
                <a:close/>
                <a:moveTo>
                  <a:pt x="21182" y="15012"/>
                </a:moveTo>
                <a:lnTo>
                  <a:pt x="19781" y="13577"/>
                </a:lnTo>
                <a:lnTo>
                  <a:pt x="19781" y="11576"/>
                </a:lnTo>
                <a:lnTo>
                  <a:pt x="21082" y="10242"/>
                </a:lnTo>
                <a:lnTo>
                  <a:pt x="21082" y="13010"/>
                </a:lnTo>
                <a:lnTo>
                  <a:pt x="23050" y="14978"/>
                </a:lnTo>
                <a:lnTo>
                  <a:pt x="21182" y="14978"/>
                </a:lnTo>
                <a:close/>
                <a:moveTo>
                  <a:pt x="19214" y="11009"/>
                </a:moveTo>
                <a:lnTo>
                  <a:pt x="17213" y="11009"/>
                </a:lnTo>
                <a:lnTo>
                  <a:pt x="15778" y="9574"/>
                </a:lnTo>
                <a:lnTo>
                  <a:pt x="15778" y="7706"/>
                </a:lnTo>
                <a:lnTo>
                  <a:pt x="17747" y="9675"/>
                </a:lnTo>
                <a:lnTo>
                  <a:pt x="20515" y="9675"/>
                </a:lnTo>
                <a:close/>
                <a:moveTo>
                  <a:pt x="14978" y="9574"/>
                </a:moveTo>
                <a:lnTo>
                  <a:pt x="13577" y="11009"/>
                </a:lnTo>
                <a:lnTo>
                  <a:pt x="11542" y="11009"/>
                </a:lnTo>
                <a:lnTo>
                  <a:pt x="10241" y="9675"/>
                </a:lnTo>
                <a:lnTo>
                  <a:pt x="13010" y="9675"/>
                </a:lnTo>
                <a:lnTo>
                  <a:pt x="14978" y="7706"/>
                </a:lnTo>
                <a:lnTo>
                  <a:pt x="14978" y="9574"/>
                </a:lnTo>
                <a:close/>
                <a:moveTo>
                  <a:pt x="9574" y="15779"/>
                </a:moveTo>
                <a:lnTo>
                  <a:pt x="11008" y="17213"/>
                </a:lnTo>
                <a:lnTo>
                  <a:pt x="11008" y="19215"/>
                </a:lnTo>
                <a:lnTo>
                  <a:pt x="9674" y="20549"/>
                </a:lnTo>
                <a:lnTo>
                  <a:pt x="9674" y="17747"/>
                </a:lnTo>
                <a:lnTo>
                  <a:pt x="7706" y="15779"/>
                </a:lnTo>
                <a:lnTo>
                  <a:pt x="9574" y="15779"/>
                </a:lnTo>
                <a:close/>
                <a:moveTo>
                  <a:pt x="11542" y="19782"/>
                </a:moveTo>
                <a:lnTo>
                  <a:pt x="13577" y="19782"/>
                </a:lnTo>
                <a:lnTo>
                  <a:pt x="14978" y="21216"/>
                </a:lnTo>
                <a:lnTo>
                  <a:pt x="14978" y="23051"/>
                </a:lnTo>
                <a:lnTo>
                  <a:pt x="13010" y="21083"/>
                </a:lnTo>
                <a:lnTo>
                  <a:pt x="10241" y="21083"/>
                </a:lnTo>
                <a:close/>
                <a:moveTo>
                  <a:pt x="14978" y="37394"/>
                </a:moveTo>
                <a:lnTo>
                  <a:pt x="12710" y="39696"/>
                </a:lnTo>
                <a:lnTo>
                  <a:pt x="9441" y="39696"/>
                </a:lnTo>
                <a:lnTo>
                  <a:pt x="7773" y="37995"/>
                </a:lnTo>
                <a:lnTo>
                  <a:pt x="12009" y="37995"/>
                </a:lnTo>
                <a:lnTo>
                  <a:pt x="14978" y="35026"/>
                </a:lnTo>
                <a:lnTo>
                  <a:pt x="14978" y="37394"/>
                </a:lnTo>
                <a:close/>
                <a:moveTo>
                  <a:pt x="9674" y="41030"/>
                </a:moveTo>
                <a:lnTo>
                  <a:pt x="11008" y="42365"/>
                </a:lnTo>
                <a:lnTo>
                  <a:pt x="11008" y="44366"/>
                </a:lnTo>
                <a:lnTo>
                  <a:pt x="9574" y="45800"/>
                </a:lnTo>
                <a:lnTo>
                  <a:pt x="7706" y="45800"/>
                </a:lnTo>
                <a:lnTo>
                  <a:pt x="9674" y="43832"/>
                </a:lnTo>
                <a:close/>
                <a:moveTo>
                  <a:pt x="9574" y="46568"/>
                </a:moveTo>
                <a:lnTo>
                  <a:pt x="11008" y="48002"/>
                </a:lnTo>
                <a:lnTo>
                  <a:pt x="11008" y="50003"/>
                </a:lnTo>
                <a:lnTo>
                  <a:pt x="9674" y="51338"/>
                </a:lnTo>
                <a:lnTo>
                  <a:pt x="9674" y="48536"/>
                </a:lnTo>
                <a:lnTo>
                  <a:pt x="7706" y="46568"/>
                </a:lnTo>
                <a:lnTo>
                  <a:pt x="9574" y="46568"/>
                </a:lnTo>
                <a:close/>
                <a:moveTo>
                  <a:pt x="11542" y="50570"/>
                </a:moveTo>
                <a:lnTo>
                  <a:pt x="13577" y="50570"/>
                </a:lnTo>
                <a:lnTo>
                  <a:pt x="14978" y="52005"/>
                </a:lnTo>
                <a:lnTo>
                  <a:pt x="14978" y="53873"/>
                </a:lnTo>
                <a:lnTo>
                  <a:pt x="13010" y="51905"/>
                </a:lnTo>
                <a:lnTo>
                  <a:pt x="10241" y="51905"/>
                </a:lnTo>
                <a:close/>
                <a:moveTo>
                  <a:pt x="14978" y="68183"/>
                </a:moveTo>
                <a:lnTo>
                  <a:pt x="12710" y="70485"/>
                </a:lnTo>
                <a:lnTo>
                  <a:pt x="9441" y="70485"/>
                </a:lnTo>
                <a:lnTo>
                  <a:pt x="7773" y="68783"/>
                </a:lnTo>
                <a:lnTo>
                  <a:pt x="12009" y="68783"/>
                </a:lnTo>
                <a:lnTo>
                  <a:pt x="14978" y="65815"/>
                </a:lnTo>
                <a:lnTo>
                  <a:pt x="14978" y="68183"/>
                </a:lnTo>
                <a:close/>
                <a:moveTo>
                  <a:pt x="9674" y="71819"/>
                </a:moveTo>
                <a:lnTo>
                  <a:pt x="11008" y="73153"/>
                </a:lnTo>
                <a:lnTo>
                  <a:pt x="11008" y="75155"/>
                </a:lnTo>
                <a:lnTo>
                  <a:pt x="9574" y="76589"/>
                </a:lnTo>
                <a:lnTo>
                  <a:pt x="7706" y="76589"/>
                </a:lnTo>
                <a:lnTo>
                  <a:pt x="9674" y="74621"/>
                </a:lnTo>
                <a:close/>
                <a:moveTo>
                  <a:pt x="9574" y="77356"/>
                </a:moveTo>
                <a:lnTo>
                  <a:pt x="11008" y="78791"/>
                </a:lnTo>
                <a:lnTo>
                  <a:pt x="11008" y="80792"/>
                </a:lnTo>
                <a:lnTo>
                  <a:pt x="9674" y="82126"/>
                </a:lnTo>
                <a:lnTo>
                  <a:pt x="9674" y="79324"/>
                </a:lnTo>
                <a:lnTo>
                  <a:pt x="7706" y="77356"/>
                </a:lnTo>
                <a:close/>
                <a:moveTo>
                  <a:pt x="11542" y="81359"/>
                </a:moveTo>
                <a:lnTo>
                  <a:pt x="13577" y="81359"/>
                </a:lnTo>
                <a:lnTo>
                  <a:pt x="14978" y="82794"/>
                </a:lnTo>
                <a:lnTo>
                  <a:pt x="14978" y="84662"/>
                </a:lnTo>
                <a:lnTo>
                  <a:pt x="13010" y="82693"/>
                </a:lnTo>
                <a:lnTo>
                  <a:pt x="10241" y="82693"/>
                </a:lnTo>
                <a:close/>
                <a:moveTo>
                  <a:pt x="14978" y="98972"/>
                </a:moveTo>
                <a:lnTo>
                  <a:pt x="12710" y="101273"/>
                </a:lnTo>
                <a:lnTo>
                  <a:pt x="9441" y="101273"/>
                </a:lnTo>
                <a:lnTo>
                  <a:pt x="7773" y="99606"/>
                </a:lnTo>
                <a:lnTo>
                  <a:pt x="12009" y="99606"/>
                </a:lnTo>
                <a:lnTo>
                  <a:pt x="14978" y="96603"/>
                </a:lnTo>
                <a:lnTo>
                  <a:pt x="14978" y="98972"/>
                </a:lnTo>
                <a:close/>
                <a:moveTo>
                  <a:pt x="9674" y="102608"/>
                </a:moveTo>
                <a:lnTo>
                  <a:pt x="11008" y="103942"/>
                </a:lnTo>
                <a:lnTo>
                  <a:pt x="11008" y="105943"/>
                </a:lnTo>
                <a:lnTo>
                  <a:pt x="9574" y="107378"/>
                </a:lnTo>
                <a:lnTo>
                  <a:pt x="7706" y="107378"/>
                </a:lnTo>
                <a:lnTo>
                  <a:pt x="9674" y="105410"/>
                </a:lnTo>
                <a:close/>
                <a:moveTo>
                  <a:pt x="9574" y="108178"/>
                </a:moveTo>
                <a:lnTo>
                  <a:pt x="11008" y="109579"/>
                </a:lnTo>
                <a:lnTo>
                  <a:pt x="11008" y="111614"/>
                </a:lnTo>
                <a:lnTo>
                  <a:pt x="9674" y="112915"/>
                </a:lnTo>
                <a:lnTo>
                  <a:pt x="9674" y="110146"/>
                </a:lnTo>
                <a:lnTo>
                  <a:pt x="7706" y="108178"/>
                </a:lnTo>
                <a:close/>
                <a:moveTo>
                  <a:pt x="11542" y="112148"/>
                </a:moveTo>
                <a:lnTo>
                  <a:pt x="13577" y="112148"/>
                </a:lnTo>
                <a:lnTo>
                  <a:pt x="14978" y="113582"/>
                </a:lnTo>
                <a:lnTo>
                  <a:pt x="14978" y="115450"/>
                </a:lnTo>
                <a:lnTo>
                  <a:pt x="13010" y="113482"/>
                </a:lnTo>
                <a:lnTo>
                  <a:pt x="10241" y="113482"/>
                </a:lnTo>
                <a:close/>
                <a:moveTo>
                  <a:pt x="15778" y="113582"/>
                </a:moveTo>
                <a:lnTo>
                  <a:pt x="17213" y="112148"/>
                </a:lnTo>
                <a:lnTo>
                  <a:pt x="19214" y="112148"/>
                </a:lnTo>
                <a:lnTo>
                  <a:pt x="20515" y="113482"/>
                </a:lnTo>
                <a:lnTo>
                  <a:pt x="17747" y="113482"/>
                </a:lnTo>
                <a:lnTo>
                  <a:pt x="15778" y="115450"/>
                </a:lnTo>
                <a:close/>
                <a:moveTo>
                  <a:pt x="21182" y="107378"/>
                </a:moveTo>
                <a:lnTo>
                  <a:pt x="19781" y="105943"/>
                </a:lnTo>
                <a:lnTo>
                  <a:pt x="19781" y="103942"/>
                </a:lnTo>
                <a:lnTo>
                  <a:pt x="21082" y="102608"/>
                </a:lnTo>
                <a:lnTo>
                  <a:pt x="21082" y="105410"/>
                </a:lnTo>
                <a:lnTo>
                  <a:pt x="23050" y="107378"/>
                </a:lnTo>
                <a:close/>
                <a:moveTo>
                  <a:pt x="40463" y="105410"/>
                </a:moveTo>
                <a:lnTo>
                  <a:pt x="40463" y="102608"/>
                </a:lnTo>
                <a:lnTo>
                  <a:pt x="41797" y="103942"/>
                </a:lnTo>
                <a:lnTo>
                  <a:pt x="41797" y="105943"/>
                </a:lnTo>
                <a:lnTo>
                  <a:pt x="40363" y="107378"/>
                </a:lnTo>
                <a:lnTo>
                  <a:pt x="38495" y="107378"/>
                </a:lnTo>
                <a:close/>
                <a:moveTo>
                  <a:pt x="40363" y="108178"/>
                </a:moveTo>
                <a:lnTo>
                  <a:pt x="41797" y="109579"/>
                </a:lnTo>
                <a:lnTo>
                  <a:pt x="41797" y="111614"/>
                </a:lnTo>
                <a:lnTo>
                  <a:pt x="40463" y="112915"/>
                </a:lnTo>
                <a:lnTo>
                  <a:pt x="40463" y="110146"/>
                </a:lnTo>
                <a:lnTo>
                  <a:pt x="38495" y="108178"/>
                </a:lnTo>
                <a:close/>
                <a:moveTo>
                  <a:pt x="42364" y="112148"/>
                </a:moveTo>
                <a:lnTo>
                  <a:pt x="44366" y="112148"/>
                </a:lnTo>
                <a:lnTo>
                  <a:pt x="45767" y="113582"/>
                </a:lnTo>
                <a:lnTo>
                  <a:pt x="45767" y="115450"/>
                </a:lnTo>
                <a:lnTo>
                  <a:pt x="43798" y="113482"/>
                </a:lnTo>
                <a:lnTo>
                  <a:pt x="41030" y="113482"/>
                </a:lnTo>
                <a:close/>
                <a:moveTo>
                  <a:pt x="46567" y="113582"/>
                </a:moveTo>
                <a:lnTo>
                  <a:pt x="48001" y="112148"/>
                </a:lnTo>
                <a:lnTo>
                  <a:pt x="50003" y="112148"/>
                </a:lnTo>
                <a:lnTo>
                  <a:pt x="51337" y="113482"/>
                </a:lnTo>
                <a:lnTo>
                  <a:pt x="48535" y="113482"/>
                </a:lnTo>
                <a:lnTo>
                  <a:pt x="46567" y="115450"/>
                </a:lnTo>
                <a:close/>
                <a:moveTo>
                  <a:pt x="51971" y="107378"/>
                </a:moveTo>
                <a:lnTo>
                  <a:pt x="50570" y="105943"/>
                </a:lnTo>
                <a:lnTo>
                  <a:pt x="50570" y="103942"/>
                </a:lnTo>
                <a:lnTo>
                  <a:pt x="51871" y="102608"/>
                </a:lnTo>
                <a:lnTo>
                  <a:pt x="51871" y="105410"/>
                </a:lnTo>
                <a:lnTo>
                  <a:pt x="53839" y="107378"/>
                </a:lnTo>
                <a:lnTo>
                  <a:pt x="51971" y="107378"/>
                </a:lnTo>
                <a:close/>
                <a:moveTo>
                  <a:pt x="71251" y="105410"/>
                </a:moveTo>
                <a:lnTo>
                  <a:pt x="71251" y="102608"/>
                </a:lnTo>
                <a:lnTo>
                  <a:pt x="72586" y="103942"/>
                </a:lnTo>
                <a:lnTo>
                  <a:pt x="72586" y="105943"/>
                </a:lnTo>
                <a:lnTo>
                  <a:pt x="71151" y="107378"/>
                </a:lnTo>
                <a:lnTo>
                  <a:pt x="69283" y="107378"/>
                </a:lnTo>
                <a:close/>
                <a:moveTo>
                  <a:pt x="71151" y="108178"/>
                </a:moveTo>
                <a:lnTo>
                  <a:pt x="72586" y="109579"/>
                </a:lnTo>
                <a:lnTo>
                  <a:pt x="72586" y="111614"/>
                </a:lnTo>
                <a:lnTo>
                  <a:pt x="71251" y="112915"/>
                </a:lnTo>
                <a:lnTo>
                  <a:pt x="71251" y="110146"/>
                </a:lnTo>
                <a:lnTo>
                  <a:pt x="69283" y="108178"/>
                </a:lnTo>
                <a:close/>
                <a:moveTo>
                  <a:pt x="73153" y="112148"/>
                </a:moveTo>
                <a:lnTo>
                  <a:pt x="75154" y="112148"/>
                </a:lnTo>
                <a:lnTo>
                  <a:pt x="76555" y="113582"/>
                </a:lnTo>
                <a:lnTo>
                  <a:pt x="76555" y="115450"/>
                </a:lnTo>
                <a:lnTo>
                  <a:pt x="74587" y="113482"/>
                </a:lnTo>
                <a:lnTo>
                  <a:pt x="71818" y="113482"/>
                </a:lnTo>
                <a:close/>
                <a:moveTo>
                  <a:pt x="77356" y="113582"/>
                </a:moveTo>
                <a:lnTo>
                  <a:pt x="78790" y="112148"/>
                </a:lnTo>
                <a:lnTo>
                  <a:pt x="80792" y="112148"/>
                </a:lnTo>
                <a:lnTo>
                  <a:pt x="82126" y="113482"/>
                </a:lnTo>
                <a:lnTo>
                  <a:pt x="79324" y="113482"/>
                </a:lnTo>
                <a:lnTo>
                  <a:pt x="77356" y="115450"/>
                </a:lnTo>
                <a:close/>
                <a:moveTo>
                  <a:pt x="82793" y="107378"/>
                </a:moveTo>
                <a:lnTo>
                  <a:pt x="81359" y="105943"/>
                </a:lnTo>
                <a:lnTo>
                  <a:pt x="81359" y="103942"/>
                </a:lnTo>
                <a:lnTo>
                  <a:pt x="82660" y="102608"/>
                </a:lnTo>
                <a:lnTo>
                  <a:pt x="82660" y="105410"/>
                </a:lnTo>
                <a:lnTo>
                  <a:pt x="84628" y="107378"/>
                </a:lnTo>
                <a:close/>
                <a:moveTo>
                  <a:pt x="102040" y="105410"/>
                </a:moveTo>
                <a:lnTo>
                  <a:pt x="102040" y="102608"/>
                </a:lnTo>
                <a:lnTo>
                  <a:pt x="103374" y="103942"/>
                </a:lnTo>
                <a:lnTo>
                  <a:pt x="103374" y="105943"/>
                </a:lnTo>
                <a:lnTo>
                  <a:pt x="101940" y="107378"/>
                </a:lnTo>
                <a:lnTo>
                  <a:pt x="100072" y="107378"/>
                </a:lnTo>
                <a:close/>
                <a:moveTo>
                  <a:pt x="101940" y="108178"/>
                </a:moveTo>
                <a:lnTo>
                  <a:pt x="103374" y="109579"/>
                </a:lnTo>
                <a:lnTo>
                  <a:pt x="103374" y="111614"/>
                </a:lnTo>
                <a:lnTo>
                  <a:pt x="102040" y="112915"/>
                </a:lnTo>
                <a:lnTo>
                  <a:pt x="102040" y="110146"/>
                </a:lnTo>
                <a:lnTo>
                  <a:pt x="100072" y="108178"/>
                </a:lnTo>
                <a:close/>
                <a:moveTo>
                  <a:pt x="103941" y="112148"/>
                </a:moveTo>
                <a:lnTo>
                  <a:pt x="105943" y="112148"/>
                </a:lnTo>
                <a:lnTo>
                  <a:pt x="107344" y="113582"/>
                </a:lnTo>
                <a:lnTo>
                  <a:pt x="107344" y="115450"/>
                </a:lnTo>
                <a:lnTo>
                  <a:pt x="105376" y="113482"/>
                </a:lnTo>
                <a:lnTo>
                  <a:pt x="102607" y="113482"/>
                </a:lnTo>
                <a:close/>
                <a:moveTo>
                  <a:pt x="108144" y="113582"/>
                </a:moveTo>
                <a:lnTo>
                  <a:pt x="109579" y="112148"/>
                </a:lnTo>
                <a:lnTo>
                  <a:pt x="111580" y="112148"/>
                </a:lnTo>
                <a:lnTo>
                  <a:pt x="112914" y="113482"/>
                </a:lnTo>
                <a:lnTo>
                  <a:pt x="110112" y="113482"/>
                </a:lnTo>
                <a:lnTo>
                  <a:pt x="108144" y="115450"/>
                </a:lnTo>
                <a:close/>
                <a:moveTo>
                  <a:pt x="113582" y="107378"/>
                </a:moveTo>
                <a:lnTo>
                  <a:pt x="112147" y="105943"/>
                </a:lnTo>
                <a:lnTo>
                  <a:pt x="112147" y="103942"/>
                </a:lnTo>
                <a:lnTo>
                  <a:pt x="113482" y="102608"/>
                </a:lnTo>
                <a:lnTo>
                  <a:pt x="113482" y="105410"/>
                </a:lnTo>
                <a:lnTo>
                  <a:pt x="115450" y="107378"/>
                </a:lnTo>
                <a:lnTo>
                  <a:pt x="113582" y="107378"/>
                </a:lnTo>
                <a:close/>
                <a:moveTo>
                  <a:pt x="132862" y="105410"/>
                </a:moveTo>
                <a:lnTo>
                  <a:pt x="132862" y="102608"/>
                </a:lnTo>
                <a:lnTo>
                  <a:pt x="134163" y="103942"/>
                </a:lnTo>
                <a:lnTo>
                  <a:pt x="134163" y="105943"/>
                </a:lnTo>
                <a:lnTo>
                  <a:pt x="132729" y="107378"/>
                </a:lnTo>
                <a:lnTo>
                  <a:pt x="130894" y="107378"/>
                </a:lnTo>
                <a:close/>
                <a:moveTo>
                  <a:pt x="132729" y="108178"/>
                </a:moveTo>
                <a:lnTo>
                  <a:pt x="134163" y="109579"/>
                </a:lnTo>
                <a:lnTo>
                  <a:pt x="134163" y="111614"/>
                </a:lnTo>
                <a:lnTo>
                  <a:pt x="132862" y="112915"/>
                </a:lnTo>
                <a:lnTo>
                  <a:pt x="132862" y="110146"/>
                </a:lnTo>
                <a:lnTo>
                  <a:pt x="130894" y="108178"/>
                </a:lnTo>
                <a:close/>
                <a:moveTo>
                  <a:pt x="134730" y="112148"/>
                </a:moveTo>
                <a:lnTo>
                  <a:pt x="136731" y="112148"/>
                </a:lnTo>
                <a:lnTo>
                  <a:pt x="138166" y="113582"/>
                </a:lnTo>
                <a:lnTo>
                  <a:pt x="138166" y="115450"/>
                </a:lnTo>
                <a:lnTo>
                  <a:pt x="136198" y="113482"/>
                </a:lnTo>
                <a:lnTo>
                  <a:pt x="133396" y="113482"/>
                </a:lnTo>
                <a:close/>
                <a:moveTo>
                  <a:pt x="138933" y="113582"/>
                </a:moveTo>
                <a:lnTo>
                  <a:pt x="140367" y="112148"/>
                </a:lnTo>
                <a:lnTo>
                  <a:pt x="142369" y="112148"/>
                </a:lnTo>
                <a:lnTo>
                  <a:pt x="143703" y="113482"/>
                </a:lnTo>
                <a:lnTo>
                  <a:pt x="140901" y="113482"/>
                </a:lnTo>
                <a:lnTo>
                  <a:pt x="138933" y="115450"/>
                </a:lnTo>
                <a:close/>
                <a:moveTo>
                  <a:pt x="144370" y="107378"/>
                </a:moveTo>
                <a:lnTo>
                  <a:pt x="142936" y="105943"/>
                </a:lnTo>
                <a:lnTo>
                  <a:pt x="142936" y="103942"/>
                </a:lnTo>
                <a:lnTo>
                  <a:pt x="144270" y="102608"/>
                </a:lnTo>
                <a:lnTo>
                  <a:pt x="144270" y="105410"/>
                </a:lnTo>
                <a:lnTo>
                  <a:pt x="146238" y="107378"/>
                </a:lnTo>
                <a:lnTo>
                  <a:pt x="144370" y="107378"/>
                </a:lnTo>
                <a:close/>
                <a:moveTo>
                  <a:pt x="163651" y="105410"/>
                </a:moveTo>
                <a:lnTo>
                  <a:pt x="163651" y="102608"/>
                </a:lnTo>
                <a:lnTo>
                  <a:pt x="164952" y="103942"/>
                </a:lnTo>
                <a:lnTo>
                  <a:pt x="164952" y="105943"/>
                </a:lnTo>
                <a:lnTo>
                  <a:pt x="163551" y="107378"/>
                </a:lnTo>
                <a:lnTo>
                  <a:pt x="161683" y="107378"/>
                </a:lnTo>
                <a:close/>
                <a:moveTo>
                  <a:pt x="163551" y="108178"/>
                </a:moveTo>
                <a:lnTo>
                  <a:pt x="164952" y="109579"/>
                </a:lnTo>
                <a:lnTo>
                  <a:pt x="164952" y="111614"/>
                </a:lnTo>
                <a:lnTo>
                  <a:pt x="163651" y="112915"/>
                </a:lnTo>
                <a:lnTo>
                  <a:pt x="163651" y="110146"/>
                </a:lnTo>
                <a:lnTo>
                  <a:pt x="161683" y="108178"/>
                </a:lnTo>
                <a:close/>
                <a:moveTo>
                  <a:pt x="165519" y="112148"/>
                </a:moveTo>
                <a:lnTo>
                  <a:pt x="167520" y="112148"/>
                </a:lnTo>
                <a:lnTo>
                  <a:pt x="168954" y="113582"/>
                </a:lnTo>
                <a:lnTo>
                  <a:pt x="168954" y="115450"/>
                </a:lnTo>
                <a:lnTo>
                  <a:pt x="166986" y="113482"/>
                </a:lnTo>
                <a:lnTo>
                  <a:pt x="164184" y="113482"/>
                </a:lnTo>
                <a:close/>
                <a:moveTo>
                  <a:pt x="169755" y="113582"/>
                </a:moveTo>
                <a:lnTo>
                  <a:pt x="171156" y="112148"/>
                </a:lnTo>
                <a:lnTo>
                  <a:pt x="173157" y="112148"/>
                </a:lnTo>
                <a:lnTo>
                  <a:pt x="174492" y="113482"/>
                </a:lnTo>
                <a:lnTo>
                  <a:pt x="171723" y="113482"/>
                </a:lnTo>
                <a:lnTo>
                  <a:pt x="169755" y="115450"/>
                </a:lnTo>
                <a:close/>
                <a:moveTo>
                  <a:pt x="175159" y="107378"/>
                </a:moveTo>
                <a:lnTo>
                  <a:pt x="173725" y="105943"/>
                </a:lnTo>
                <a:lnTo>
                  <a:pt x="173725" y="103942"/>
                </a:lnTo>
                <a:lnTo>
                  <a:pt x="175059" y="102608"/>
                </a:lnTo>
                <a:lnTo>
                  <a:pt x="175059" y="105410"/>
                </a:lnTo>
                <a:lnTo>
                  <a:pt x="177027" y="107378"/>
                </a:lnTo>
                <a:lnTo>
                  <a:pt x="175159" y="107378"/>
                </a:lnTo>
                <a:close/>
                <a:moveTo>
                  <a:pt x="194439" y="105410"/>
                </a:moveTo>
                <a:lnTo>
                  <a:pt x="194439" y="102608"/>
                </a:lnTo>
                <a:lnTo>
                  <a:pt x="195740" y="103942"/>
                </a:lnTo>
                <a:lnTo>
                  <a:pt x="195740" y="105943"/>
                </a:lnTo>
                <a:lnTo>
                  <a:pt x="194339" y="107378"/>
                </a:lnTo>
                <a:lnTo>
                  <a:pt x="192471" y="107378"/>
                </a:lnTo>
                <a:close/>
                <a:moveTo>
                  <a:pt x="194339" y="108178"/>
                </a:moveTo>
                <a:lnTo>
                  <a:pt x="195740" y="109579"/>
                </a:lnTo>
                <a:lnTo>
                  <a:pt x="195740" y="111614"/>
                </a:lnTo>
                <a:lnTo>
                  <a:pt x="194439" y="112915"/>
                </a:lnTo>
                <a:lnTo>
                  <a:pt x="194439" y="110146"/>
                </a:lnTo>
                <a:lnTo>
                  <a:pt x="192471" y="108178"/>
                </a:lnTo>
                <a:close/>
                <a:moveTo>
                  <a:pt x="196307" y="112148"/>
                </a:moveTo>
                <a:lnTo>
                  <a:pt x="198309" y="112148"/>
                </a:lnTo>
                <a:lnTo>
                  <a:pt x="199743" y="113582"/>
                </a:lnTo>
                <a:lnTo>
                  <a:pt x="199743" y="115450"/>
                </a:lnTo>
                <a:lnTo>
                  <a:pt x="197775" y="113482"/>
                </a:lnTo>
                <a:lnTo>
                  <a:pt x="195006" y="113482"/>
                </a:lnTo>
                <a:close/>
                <a:moveTo>
                  <a:pt x="200544" y="113582"/>
                </a:moveTo>
                <a:lnTo>
                  <a:pt x="201945" y="112148"/>
                </a:lnTo>
                <a:lnTo>
                  <a:pt x="203979" y="112148"/>
                </a:lnTo>
                <a:lnTo>
                  <a:pt x="205280" y="113482"/>
                </a:lnTo>
                <a:lnTo>
                  <a:pt x="202512" y="113482"/>
                </a:lnTo>
                <a:lnTo>
                  <a:pt x="200544" y="115450"/>
                </a:lnTo>
                <a:close/>
                <a:moveTo>
                  <a:pt x="205948" y="107378"/>
                </a:moveTo>
                <a:lnTo>
                  <a:pt x="204513" y="105943"/>
                </a:lnTo>
                <a:lnTo>
                  <a:pt x="204513" y="103942"/>
                </a:lnTo>
                <a:lnTo>
                  <a:pt x="205848" y="102608"/>
                </a:lnTo>
                <a:lnTo>
                  <a:pt x="205848" y="105410"/>
                </a:lnTo>
                <a:lnTo>
                  <a:pt x="207816" y="107378"/>
                </a:lnTo>
                <a:close/>
                <a:moveTo>
                  <a:pt x="225228" y="105410"/>
                </a:moveTo>
                <a:lnTo>
                  <a:pt x="225228" y="102608"/>
                </a:lnTo>
                <a:lnTo>
                  <a:pt x="226529" y="103942"/>
                </a:lnTo>
                <a:lnTo>
                  <a:pt x="226529" y="105943"/>
                </a:lnTo>
                <a:lnTo>
                  <a:pt x="225128" y="107378"/>
                </a:lnTo>
                <a:lnTo>
                  <a:pt x="223260" y="107378"/>
                </a:lnTo>
                <a:close/>
                <a:moveTo>
                  <a:pt x="225128" y="108178"/>
                </a:moveTo>
                <a:lnTo>
                  <a:pt x="226529" y="109579"/>
                </a:lnTo>
                <a:lnTo>
                  <a:pt x="226529" y="111614"/>
                </a:lnTo>
                <a:lnTo>
                  <a:pt x="225228" y="112915"/>
                </a:lnTo>
                <a:lnTo>
                  <a:pt x="225228" y="110146"/>
                </a:lnTo>
                <a:lnTo>
                  <a:pt x="223260" y="108178"/>
                </a:lnTo>
                <a:close/>
                <a:moveTo>
                  <a:pt x="227096" y="112148"/>
                </a:moveTo>
                <a:lnTo>
                  <a:pt x="229097" y="112148"/>
                </a:lnTo>
                <a:lnTo>
                  <a:pt x="230532" y="113582"/>
                </a:lnTo>
                <a:lnTo>
                  <a:pt x="230532" y="115450"/>
                </a:lnTo>
                <a:lnTo>
                  <a:pt x="228564" y="113482"/>
                </a:lnTo>
                <a:lnTo>
                  <a:pt x="225762" y="113482"/>
                </a:lnTo>
                <a:close/>
                <a:moveTo>
                  <a:pt x="231332" y="113582"/>
                </a:moveTo>
                <a:lnTo>
                  <a:pt x="232733" y="112148"/>
                </a:lnTo>
                <a:lnTo>
                  <a:pt x="234768" y="112148"/>
                </a:lnTo>
                <a:lnTo>
                  <a:pt x="236069" y="113482"/>
                </a:lnTo>
                <a:lnTo>
                  <a:pt x="233300" y="113482"/>
                </a:lnTo>
                <a:lnTo>
                  <a:pt x="231332" y="115450"/>
                </a:lnTo>
                <a:lnTo>
                  <a:pt x="231332" y="113582"/>
                </a:lnTo>
                <a:close/>
                <a:moveTo>
                  <a:pt x="236736" y="107378"/>
                </a:moveTo>
                <a:lnTo>
                  <a:pt x="235302" y="105943"/>
                </a:lnTo>
                <a:lnTo>
                  <a:pt x="235302" y="103942"/>
                </a:lnTo>
                <a:lnTo>
                  <a:pt x="236636" y="102608"/>
                </a:lnTo>
                <a:lnTo>
                  <a:pt x="236636" y="105410"/>
                </a:lnTo>
                <a:lnTo>
                  <a:pt x="238604" y="107378"/>
                </a:lnTo>
                <a:lnTo>
                  <a:pt x="236736" y="107378"/>
                </a:lnTo>
                <a:close/>
                <a:moveTo>
                  <a:pt x="234768" y="103375"/>
                </a:moveTo>
                <a:lnTo>
                  <a:pt x="232733" y="103375"/>
                </a:lnTo>
                <a:lnTo>
                  <a:pt x="231332" y="101941"/>
                </a:lnTo>
                <a:lnTo>
                  <a:pt x="231332" y="100106"/>
                </a:lnTo>
                <a:lnTo>
                  <a:pt x="233300" y="102074"/>
                </a:lnTo>
                <a:lnTo>
                  <a:pt x="236069" y="102074"/>
                </a:lnTo>
                <a:close/>
                <a:moveTo>
                  <a:pt x="231332" y="85762"/>
                </a:moveTo>
                <a:lnTo>
                  <a:pt x="233601" y="83461"/>
                </a:lnTo>
                <a:lnTo>
                  <a:pt x="236870" y="83461"/>
                </a:lnTo>
                <a:lnTo>
                  <a:pt x="238538" y="85162"/>
                </a:lnTo>
                <a:lnTo>
                  <a:pt x="234301" y="85162"/>
                </a:lnTo>
                <a:lnTo>
                  <a:pt x="231332" y="88131"/>
                </a:lnTo>
                <a:close/>
                <a:moveTo>
                  <a:pt x="236636" y="82126"/>
                </a:moveTo>
                <a:lnTo>
                  <a:pt x="235302" y="80792"/>
                </a:lnTo>
                <a:lnTo>
                  <a:pt x="235302" y="78791"/>
                </a:lnTo>
                <a:lnTo>
                  <a:pt x="236736" y="77356"/>
                </a:lnTo>
                <a:lnTo>
                  <a:pt x="238604" y="77356"/>
                </a:lnTo>
                <a:lnTo>
                  <a:pt x="236636" y="79324"/>
                </a:lnTo>
                <a:close/>
                <a:moveTo>
                  <a:pt x="236736" y="76589"/>
                </a:moveTo>
                <a:lnTo>
                  <a:pt x="235302" y="75155"/>
                </a:lnTo>
                <a:lnTo>
                  <a:pt x="235302" y="73153"/>
                </a:lnTo>
                <a:lnTo>
                  <a:pt x="236636" y="71819"/>
                </a:lnTo>
                <a:lnTo>
                  <a:pt x="236636" y="74621"/>
                </a:lnTo>
                <a:lnTo>
                  <a:pt x="238604" y="76589"/>
                </a:lnTo>
                <a:close/>
                <a:moveTo>
                  <a:pt x="234768" y="72586"/>
                </a:moveTo>
                <a:lnTo>
                  <a:pt x="232733" y="72586"/>
                </a:lnTo>
                <a:lnTo>
                  <a:pt x="231332" y="71152"/>
                </a:lnTo>
                <a:lnTo>
                  <a:pt x="231332" y="69317"/>
                </a:lnTo>
                <a:lnTo>
                  <a:pt x="233300" y="71285"/>
                </a:lnTo>
                <a:lnTo>
                  <a:pt x="236069" y="71285"/>
                </a:lnTo>
                <a:close/>
                <a:moveTo>
                  <a:pt x="231332" y="54974"/>
                </a:moveTo>
                <a:lnTo>
                  <a:pt x="233601" y="52672"/>
                </a:lnTo>
                <a:lnTo>
                  <a:pt x="236870" y="52672"/>
                </a:lnTo>
                <a:lnTo>
                  <a:pt x="238538" y="54373"/>
                </a:lnTo>
                <a:lnTo>
                  <a:pt x="234301" y="54373"/>
                </a:lnTo>
                <a:lnTo>
                  <a:pt x="231332" y="57342"/>
                </a:lnTo>
                <a:close/>
                <a:moveTo>
                  <a:pt x="236636" y="51338"/>
                </a:moveTo>
                <a:lnTo>
                  <a:pt x="235302" y="50003"/>
                </a:lnTo>
                <a:lnTo>
                  <a:pt x="235302" y="48002"/>
                </a:lnTo>
                <a:lnTo>
                  <a:pt x="236736" y="46568"/>
                </a:lnTo>
                <a:lnTo>
                  <a:pt x="238604" y="46568"/>
                </a:lnTo>
                <a:lnTo>
                  <a:pt x="236636" y="48536"/>
                </a:lnTo>
                <a:close/>
                <a:moveTo>
                  <a:pt x="236736" y="45800"/>
                </a:moveTo>
                <a:lnTo>
                  <a:pt x="235302" y="44366"/>
                </a:lnTo>
                <a:lnTo>
                  <a:pt x="235302" y="42365"/>
                </a:lnTo>
                <a:lnTo>
                  <a:pt x="236636" y="41030"/>
                </a:lnTo>
                <a:lnTo>
                  <a:pt x="236636" y="43832"/>
                </a:lnTo>
                <a:lnTo>
                  <a:pt x="238604" y="45800"/>
                </a:lnTo>
                <a:lnTo>
                  <a:pt x="236736" y="45800"/>
                </a:lnTo>
                <a:close/>
                <a:moveTo>
                  <a:pt x="234768" y="41797"/>
                </a:moveTo>
                <a:lnTo>
                  <a:pt x="232733" y="41797"/>
                </a:lnTo>
                <a:lnTo>
                  <a:pt x="231332" y="40363"/>
                </a:lnTo>
                <a:lnTo>
                  <a:pt x="231332" y="38495"/>
                </a:lnTo>
                <a:lnTo>
                  <a:pt x="233300" y="40463"/>
                </a:lnTo>
                <a:lnTo>
                  <a:pt x="236069" y="40463"/>
                </a:lnTo>
                <a:close/>
                <a:moveTo>
                  <a:pt x="231332" y="24185"/>
                </a:moveTo>
                <a:lnTo>
                  <a:pt x="233601" y="21883"/>
                </a:lnTo>
                <a:lnTo>
                  <a:pt x="236870" y="21883"/>
                </a:lnTo>
                <a:lnTo>
                  <a:pt x="238538" y="23551"/>
                </a:lnTo>
                <a:lnTo>
                  <a:pt x="234301" y="23551"/>
                </a:lnTo>
                <a:lnTo>
                  <a:pt x="231332" y="26553"/>
                </a:lnTo>
                <a:close/>
                <a:moveTo>
                  <a:pt x="236636" y="20549"/>
                </a:moveTo>
                <a:lnTo>
                  <a:pt x="235302" y="19215"/>
                </a:lnTo>
                <a:lnTo>
                  <a:pt x="235302" y="17213"/>
                </a:lnTo>
                <a:lnTo>
                  <a:pt x="236736" y="15779"/>
                </a:lnTo>
                <a:lnTo>
                  <a:pt x="238604" y="15779"/>
                </a:lnTo>
                <a:lnTo>
                  <a:pt x="236636" y="17747"/>
                </a:lnTo>
                <a:close/>
                <a:moveTo>
                  <a:pt x="236736" y="15012"/>
                </a:moveTo>
                <a:lnTo>
                  <a:pt x="235302" y="13577"/>
                </a:lnTo>
                <a:lnTo>
                  <a:pt x="235302" y="11576"/>
                </a:lnTo>
                <a:lnTo>
                  <a:pt x="236636" y="10242"/>
                </a:lnTo>
                <a:lnTo>
                  <a:pt x="236636" y="13010"/>
                </a:lnTo>
                <a:lnTo>
                  <a:pt x="238604" y="14978"/>
                </a:lnTo>
                <a:lnTo>
                  <a:pt x="236736" y="14978"/>
                </a:lnTo>
                <a:close/>
                <a:moveTo>
                  <a:pt x="234768" y="11009"/>
                </a:moveTo>
                <a:lnTo>
                  <a:pt x="232733" y="11009"/>
                </a:lnTo>
                <a:lnTo>
                  <a:pt x="231332" y="9574"/>
                </a:lnTo>
                <a:lnTo>
                  <a:pt x="231332" y="7706"/>
                </a:lnTo>
                <a:lnTo>
                  <a:pt x="233300" y="9675"/>
                </a:lnTo>
                <a:lnTo>
                  <a:pt x="236069" y="9675"/>
                </a:lnTo>
                <a:close/>
                <a:moveTo>
                  <a:pt x="230532" y="6606"/>
                </a:moveTo>
                <a:lnTo>
                  <a:pt x="228230" y="8874"/>
                </a:lnTo>
                <a:lnTo>
                  <a:pt x="224995" y="8874"/>
                </a:lnTo>
                <a:lnTo>
                  <a:pt x="223327" y="7206"/>
                </a:lnTo>
                <a:lnTo>
                  <a:pt x="227396" y="7206"/>
                </a:lnTo>
                <a:lnTo>
                  <a:pt x="227663" y="7106"/>
                </a:lnTo>
                <a:lnTo>
                  <a:pt x="230532" y="4237"/>
                </a:lnTo>
                <a:close/>
                <a:moveTo>
                  <a:pt x="224427" y="9441"/>
                </a:moveTo>
                <a:lnTo>
                  <a:pt x="224427" y="12710"/>
                </a:lnTo>
                <a:lnTo>
                  <a:pt x="222126" y="15012"/>
                </a:lnTo>
                <a:lnTo>
                  <a:pt x="219757" y="15012"/>
                </a:lnTo>
                <a:lnTo>
                  <a:pt x="222760" y="12010"/>
                </a:lnTo>
                <a:lnTo>
                  <a:pt x="222760" y="7773"/>
                </a:lnTo>
                <a:close/>
                <a:moveTo>
                  <a:pt x="211285" y="15012"/>
                </a:moveTo>
                <a:lnTo>
                  <a:pt x="208916" y="15012"/>
                </a:lnTo>
                <a:lnTo>
                  <a:pt x="206648" y="12710"/>
                </a:lnTo>
                <a:lnTo>
                  <a:pt x="206648" y="9441"/>
                </a:lnTo>
                <a:lnTo>
                  <a:pt x="208316" y="7773"/>
                </a:lnTo>
                <a:lnTo>
                  <a:pt x="208316" y="12010"/>
                </a:lnTo>
                <a:close/>
                <a:moveTo>
                  <a:pt x="206081" y="8907"/>
                </a:moveTo>
                <a:lnTo>
                  <a:pt x="202812" y="8907"/>
                </a:lnTo>
                <a:lnTo>
                  <a:pt x="200544" y="6606"/>
                </a:lnTo>
                <a:lnTo>
                  <a:pt x="200544" y="4237"/>
                </a:lnTo>
                <a:lnTo>
                  <a:pt x="203412" y="7106"/>
                </a:lnTo>
                <a:lnTo>
                  <a:pt x="203679" y="7206"/>
                </a:lnTo>
                <a:lnTo>
                  <a:pt x="207749" y="7206"/>
                </a:lnTo>
                <a:close/>
                <a:moveTo>
                  <a:pt x="199743" y="6606"/>
                </a:moveTo>
                <a:lnTo>
                  <a:pt x="197441" y="8874"/>
                </a:lnTo>
                <a:lnTo>
                  <a:pt x="194206" y="8874"/>
                </a:lnTo>
                <a:lnTo>
                  <a:pt x="192538" y="7206"/>
                </a:lnTo>
                <a:lnTo>
                  <a:pt x="196741" y="7206"/>
                </a:lnTo>
                <a:lnTo>
                  <a:pt x="199743" y="4237"/>
                </a:lnTo>
                <a:close/>
                <a:moveTo>
                  <a:pt x="193639" y="9441"/>
                </a:moveTo>
                <a:lnTo>
                  <a:pt x="193639" y="12710"/>
                </a:lnTo>
                <a:lnTo>
                  <a:pt x="191337" y="15012"/>
                </a:lnTo>
                <a:lnTo>
                  <a:pt x="188969" y="15012"/>
                </a:lnTo>
                <a:lnTo>
                  <a:pt x="191971" y="12010"/>
                </a:lnTo>
                <a:lnTo>
                  <a:pt x="191971" y="7773"/>
                </a:lnTo>
                <a:close/>
                <a:moveTo>
                  <a:pt x="180496" y="15012"/>
                </a:moveTo>
                <a:lnTo>
                  <a:pt x="178128" y="15012"/>
                </a:lnTo>
                <a:lnTo>
                  <a:pt x="175826" y="12710"/>
                </a:lnTo>
                <a:lnTo>
                  <a:pt x="175826" y="9441"/>
                </a:lnTo>
                <a:lnTo>
                  <a:pt x="177527" y="7773"/>
                </a:lnTo>
                <a:lnTo>
                  <a:pt x="177527" y="12010"/>
                </a:lnTo>
                <a:close/>
                <a:moveTo>
                  <a:pt x="175292" y="8907"/>
                </a:moveTo>
                <a:lnTo>
                  <a:pt x="172023" y="8907"/>
                </a:lnTo>
                <a:lnTo>
                  <a:pt x="169755" y="6606"/>
                </a:lnTo>
                <a:lnTo>
                  <a:pt x="169755" y="4237"/>
                </a:lnTo>
                <a:lnTo>
                  <a:pt x="172724" y="7206"/>
                </a:lnTo>
                <a:lnTo>
                  <a:pt x="176960" y="7206"/>
                </a:lnTo>
                <a:close/>
                <a:moveTo>
                  <a:pt x="168954" y="6606"/>
                </a:moveTo>
                <a:lnTo>
                  <a:pt x="166653" y="8874"/>
                </a:lnTo>
                <a:lnTo>
                  <a:pt x="163417" y="8874"/>
                </a:lnTo>
                <a:lnTo>
                  <a:pt x="161716" y="7206"/>
                </a:lnTo>
                <a:lnTo>
                  <a:pt x="165786" y="7206"/>
                </a:lnTo>
                <a:lnTo>
                  <a:pt x="166086" y="7106"/>
                </a:lnTo>
                <a:lnTo>
                  <a:pt x="168954" y="4237"/>
                </a:lnTo>
                <a:close/>
                <a:moveTo>
                  <a:pt x="162850" y="9441"/>
                </a:moveTo>
                <a:lnTo>
                  <a:pt x="162850" y="12710"/>
                </a:lnTo>
                <a:lnTo>
                  <a:pt x="160548" y="15012"/>
                </a:lnTo>
                <a:lnTo>
                  <a:pt x="158180" y="15012"/>
                </a:lnTo>
                <a:lnTo>
                  <a:pt x="161182" y="12010"/>
                </a:lnTo>
                <a:lnTo>
                  <a:pt x="161182" y="7773"/>
                </a:lnTo>
                <a:close/>
                <a:moveTo>
                  <a:pt x="149707" y="15012"/>
                </a:moveTo>
                <a:lnTo>
                  <a:pt x="147339" y="15012"/>
                </a:lnTo>
                <a:lnTo>
                  <a:pt x="145037" y="12710"/>
                </a:lnTo>
                <a:lnTo>
                  <a:pt x="145037" y="9441"/>
                </a:lnTo>
                <a:lnTo>
                  <a:pt x="146739" y="7773"/>
                </a:lnTo>
                <a:lnTo>
                  <a:pt x="146739" y="12010"/>
                </a:lnTo>
                <a:close/>
                <a:moveTo>
                  <a:pt x="144504" y="8907"/>
                </a:moveTo>
                <a:lnTo>
                  <a:pt x="141235" y="8907"/>
                </a:lnTo>
                <a:lnTo>
                  <a:pt x="138933" y="6606"/>
                </a:lnTo>
                <a:lnTo>
                  <a:pt x="138933" y="4237"/>
                </a:lnTo>
                <a:lnTo>
                  <a:pt x="141835" y="7106"/>
                </a:lnTo>
                <a:lnTo>
                  <a:pt x="142102" y="7206"/>
                </a:lnTo>
                <a:lnTo>
                  <a:pt x="146172" y="7206"/>
                </a:lnTo>
                <a:close/>
                <a:moveTo>
                  <a:pt x="138166" y="6606"/>
                </a:moveTo>
                <a:lnTo>
                  <a:pt x="135864" y="8874"/>
                </a:lnTo>
                <a:lnTo>
                  <a:pt x="132629" y="8874"/>
                </a:lnTo>
                <a:lnTo>
                  <a:pt x="130927" y="7206"/>
                </a:lnTo>
                <a:lnTo>
                  <a:pt x="135164" y="7206"/>
                </a:lnTo>
                <a:lnTo>
                  <a:pt x="138166" y="4237"/>
                </a:lnTo>
                <a:close/>
                <a:moveTo>
                  <a:pt x="132061" y="9441"/>
                </a:moveTo>
                <a:lnTo>
                  <a:pt x="132061" y="12710"/>
                </a:lnTo>
                <a:lnTo>
                  <a:pt x="129760" y="15012"/>
                </a:lnTo>
                <a:lnTo>
                  <a:pt x="127391" y="15012"/>
                </a:lnTo>
                <a:lnTo>
                  <a:pt x="130394" y="12010"/>
                </a:lnTo>
                <a:lnTo>
                  <a:pt x="130394" y="7773"/>
                </a:lnTo>
                <a:close/>
                <a:moveTo>
                  <a:pt x="118919" y="15012"/>
                </a:moveTo>
                <a:lnTo>
                  <a:pt x="116550" y="15012"/>
                </a:lnTo>
                <a:lnTo>
                  <a:pt x="114249" y="12710"/>
                </a:lnTo>
                <a:lnTo>
                  <a:pt x="114249" y="9441"/>
                </a:lnTo>
                <a:lnTo>
                  <a:pt x="115950" y="7773"/>
                </a:lnTo>
                <a:lnTo>
                  <a:pt x="115950" y="12010"/>
                </a:lnTo>
                <a:close/>
                <a:moveTo>
                  <a:pt x="113682" y="8907"/>
                </a:moveTo>
                <a:lnTo>
                  <a:pt x="110446" y="8907"/>
                </a:lnTo>
                <a:lnTo>
                  <a:pt x="108144" y="6606"/>
                </a:lnTo>
                <a:lnTo>
                  <a:pt x="108144" y="4237"/>
                </a:lnTo>
                <a:lnTo>
                  <a:pt x="111147" y="7206"/>
                </a:lnTo>
                <a:lnTo>
                  <a:pt x="115383" y="7206"/>
                </a:lnTo>
                <a:close/>
                <a:moveTo>
                  <a:pt x="107377" y="6606"/>
                </a:moveTo>
                <a:lnTo>
                  <a:pt x="105076" y="8874"/>
                </a:lnTo>
                <a:lnTo>
                  <a:pt x="101840" y="8874"/>
                </a:lnTo>
                <a:lnTo>
                  <a:pt x="100139" y="7206"/>
                </a:lnTo>
                <a:lnTo>
                  <a:pt x="104208" y="7206"/>
                </a:lnTo>
                <a:lnTo>
                  <a:pt x="104475" y="7106"/>
                </a:lnTo>
                <a:lnTo>
                  <a:pt x="107377" y="4237"/>
                </a:lnTo>
                <a:lnTo>
                  <a:pt x="107377" y="6606"/>
                </a:lnTo>
                <a:close/>
                <a:moveTo>
                  <a:pt x="101273" y="9441"/>
                </a:moveTo>
                <a:lnTo>
                  <a:pt x="101273" y="12710"/>
                </a:lnTo>
                <a:lnTo>
                  <a:pt x="98971" y="15012"/>
                </a:lnTo>
                <a:lnTo>
                  <a:pt x="96603" y="15012"/>
                </a:lnTo>
                <a:lnTo>
                  <a:pt x="99605" y="12010"/>
                </a:lnTo>
                <a:lnTo>
                  <a:pt x="99605" y="7773"/>
                </a:lnTo>
                <a:close/>
                <a:moveTo>
                  <a:pt x="88130" y="15012"/>
                </a:moveTo>
                <a:lnTo>
                  <a:pt x="85762" y="15012"/>
                </a:lnTo>
                <a:lnTo>
                  <a:pt x="83460" y="12710"/>
                </a:lnTo>
                <a:lnTo>
                  <a:pt x="83460" y="9441"/>
                </a:lnTo>
                <a:lnTo>
                  <a:pt x="85128" y="7773"/>
                </a:lnTo>
                <a:lnTo>
                  <a:pt x="85128" y="12010"/>
                </a:lnTo>
                <a:close/>
                <a:moveTo>
                  <a:pt x="82893" y="8907"/>
                </a:moveTo>
                <a:lnTo>
                  <a:pt x="79657" y="8907"/>
                </a:lnTo>
                <a:lnTo>
                  <a:pt x="77356" y="6606"/>
                </a:lnTo>
                <a:lnTo>
                  <a:pt x="77356" y="4237"/>
                </a:lnTo>
                <a:lnTo>
                  <a:pt x="80224" y="7106"/>
                </a:lnTo>
                <a:lnTo>
                  <a:pt x="80525" y="7206"/>
                </a:lnTo>
                <a:lnTo>
                  <a:pt x="84594" y="7206"/>
                </a:lnTo>
                <a:close/>
                <a:moveTo>
                  <a:pt x="76589" y="6606"/>
                </a:moveTo>
                <a:lnTo>
                  <a:pt x="74287" y="8874"/>
                </a:lnTo>
                <a:lnTo>
                  <a:pt x="71018" y="8874"/>
                </a:lnTo>
                <a:lnTo>
                  <a:pt x="69350" y="7206"/>
                </a:lnTo>
                <a:lnTo>
                  <a:pt x="73586" y="7206"/>
                </a:lnTo>
                <a:lnTo>
                  <a:pt x="76589" y="4237"/>
                </a:lnTo>
                <a:close/>
                <a:moveTo>
                  <a:pt x="70484" y="9441"/>
                </a:moveTo>
                <a:lnTo>
                  <a:pt x="70484" y="12710"/>
                </a:lnTo>
                <a:lnTo>
                  <a:pt x="68183" y="15012"/>
                </a:lnTo>
                <a:lnTo>
                  <a:pt x="65814" y="15012"/>
                </a:lnTo>
                <a:lnTo>
                  <a:pt x="68816" y="12010"/>
                </a:lnTo>
                <a:lnTo>
                  <a:pt x="68816" y="7773"/>
                </a:lnTo>
                <a:close/>
                <a:moveTo>
                  <a:pt x="57341" y="15012"/>
                </a:moveTo>
                <a:lnTo>
                  <a:pt x="54973" y="15012"/>
                </a:lnTo>
                <a:lnTo>
                  <a:pt x="52671" y="12710"/>
                </a:lnTo>
                <a:lnTo>
                  <a:pt x="52671" y="9441"/>
                </a:lnTo>
                <a:lnTo>
                  <a:pt x="54339" y="7773"/>
                </a:lnTo>
                <a:lnTo>
                  <a:pt x="54339" y="12010"/>
                </a:lnTo>
                <a:close/>
                <a:moveTo>
                  <a:pt x="52104" y="8907"/>
                </a:moveTo>
                <a:lnTo>
                  <a:pt x="48869" y="8907"/>
                </a:lnTo>
                <a:lnTo>
                  <a:pt x="46567" y="6606"/>
                </a:lnTo>
                <a:lnTo>
                  <a:pt x="46567" y="4237"/>
                </a:lnTo>
                <a:lnTo>
                  <a:pt x="49569" y="7206"/>
                </a:lnTo>
                <a:lnTo>
                  <a:pt x="53806" y="7206"/>
                </a:lnTo>
                <a:close/>
                <a:moveTo>
                  <a:pt x="45767" y="6606"/>
                </a:moveTo>
                <a:lnTo>
                  <a:pt x="43498" y="8874"/>
                </a:lnTo>
                <a:lnTo>
                  <a:pt x="40229" y="8874"/>
                </a:lnTo>
                <a:lnTo>
                  <a:pt x="38561" y="7206"/>
                </a:lnTo>
                <a:lnTo>
                  <a:pt x="42631" y="7206"/>
                </a:lnTo>
                <a:lnTo>
                  <a:pt x="42898" y="7106"/>
                </a:lnTo>
                <a:lnTo>
                  <a:pt x="45767" y="4237"/>
                </a:lnTo>
                <a:close/>
                <a:moveTo>
                  <a:pt x="39696" y="9441"/>
                </a:moveTo>
                <a:lnTo>
                  <a:pt x="39696" y="12710"/>
                </a:lnTo>
                <a:lnTo>
                  <a:pt x="37394" y="15012"/>
                </a:lnTo>
                <a:lnTo>
                  <a:pt x="35026" y="15012"/>
                </a:lnTo>
                <a:lnTo>
                  <a:pt x="37994" y="12010"/>
                </a:lnTo>
                <a:lnTo>
                  <a:pt x="37994" y="7773"/>
                </a:lnTo>
                <a:close/>
                <a:moveTo>
                  <a:pt x="26553" y="15012"/>
                </a:moveTo>
                <a:lnTo>
                  <a:pt x="24184" y="15012"/>
                </a:lnTo>
                <a:lnTo>
                  <a:pt x="21883" y="12710"/>
                </a:lnTo>
                <a:lnTo>
                  <a:pt x="21883" y="9441"/>
                </a:lnTo>
                <a:lnTo>
                  <a:pt x="23551" y="7773"/>
                </a:lnTo>
                <a:lnTo>
                  <a:pt x="23551" y="12010"/>
                </a:lnTo>
                <a:close/>
                <a:moveTo>
                  <a:pt x="21316" y="8907"/>
                </a:moveTo>
                <a:lnTo>
                  <a:pt x="18080" y="8907"/>
                </a:lnTo>
                <a:lnTo>
                  <a:pt x="15778" y="6606"/>
                </a:lnTo>
                <a:lnTo>
                  <a:pt x="15778" y="4237"/>
                </a:lnTo>
                <a:lnTo>
                  <a:pt x="18647" y="7106"/>
                </a:lnTo>
                <a:lnTo>
                  <a:pt x="18914" y="7206"/>
                </a:lnTo>
                <a:lnTo>
                  <a:pt x="22984" y="7206"/>
                </a:lnTo>
                <a:close/>
                <a:moveTo>
                  <a:pt x="14978" y="6606"/>
                </a:moveTo>
                <a:lnTo>
                  <a:pt x="12710" y="8874"/>
                </a:lnTo>
                <a:lnTo>
                  <a:pt x="9441" y="8874"/>
                </a:lnTo>
                <a:lnTo>
                  <a:pt x="7773" y="7206"/>
                </a:lnTo>
                <a:lnTo>
                  <a:pt x="12009" y="7206"/>
                </a:lnTo>
                <a:lnTo>
                  <a:pt x="14978" y="4237"/>
                </a:lnTo>
                <a:lnTo>
                  <a:pt x="14978" y="6606"/>
                </a:lnTo>
                <a:close/>
                <a:moveTo>
                  <a:pt x="9441" y="21883"/>
                </a:moveTo>
                <a:lnTo>
                  <a:pt x="12710" y="21883"/>
                </a:lnTo>
                <a:lnTo>
                  <a:pt x="14978" y="24185"/>
                </a:lnTo>
                <a:lnTo>
                  <a:pt x="14978" y="26553"/>
                </a:lnTo>
                <a:lnTo>
                  <a:pt x="12009" y="23551"/>
                </a:lnTo>
                <a:lnTo>
                  <a:pt x="7773" y="23551"/>
                </a:lnTo>
                <a:close/>
                <a:moveTo>
                  <a:pt x="14978" y="33892"/>
                </a:moveTo>
                <a:lnTo>
                  <a:pt x="11675" y="37228"/>
                </a:lnTo>
                <a:lnTo>
                  <a:pt x="6972" y="37228"/>
                </a:lnTo>
                <a:lnTo>
                  <a:pt x="5438" y="35693"/>
                </a:lnTo>
                <a:lnTo>
                  <a:pt x="11042" y="35693"/>
                </a:lnTo>
                <a:lnTo>
                  <a:pt x="14978" y="31757"/>
                </a:lnTo>
                <a:lnTo>
                  <a:pt x="14978" y="33892"/>
                </a:lnTo>
                <a:close/>
                <a:moveTo>
                  <a:pt x="7206" y="42631"/>
                </a:moveTo>
                <a:lnTo>
                  <a:pt x="7206" y="38562"/>
                </a:lnTo>
                <a:lnTo>
                  <a:pt x="8873" y="40230"/>
                </a:lnTo>
                <a:lnTo>
                  <a:pt x="8873" y="43499"/>
                </a:lnTo>
                <a:lnTo>
                  <a:pt x="6605" y="45800"/>
                </a:lnTo>
                <a:lnTo>
                  <a:pt x="4237" y="45800"/>
                </a:lnTo>
                <a:lnTo>
                  <a:pt x="7106" y="42932"/>
                </a:lnTo>
                <a:close/>
                <a:moveTo>
                  <a:pt x="6605" y="46568"/>
                </a:moveTo>
                <a:lnTo>
                  <a:pt x="8873" y="48869"/>
                </a:lnTo>
                <a:lnTo>
                  <a:pt x="8873" y="52105"/>
                </a:lnTo>
                <a:lnTo>
                  <a:pt x="7206" y="53806"/>
                </a:lnTo>
                <a:lnTo>
                  <a:pt x="7206" y="49570"/>
                </a:lnTo>
                <a:lnTo>
                  <a:pt x="4203" y="46568"/>
                </a:lnTo>
                <a:close/>
                <a:moveTo>
                  <a:pt x="9441" y="52672"/>
                </a:moveTo>
                <a:lnTo>
                  <a:pt x="12710" y="52672"/>
                </a:lnTo>
                <a:lnTo>
                  <a:pt x="14978" y="54974"/>
                </a:lnTo>
                <a:lnTo>
                  <a:pt x="14978" y="57342"/>
                </a:lnTo>
                <a:lnTo>
                  <a:pt x="12009" y="54340"/>
                </a:lnTo>
                <a:lnTo>
                  <a:pt x="7773" y="54340"/>
                </a:lnTo>
                <a:close/>
                <a:moveTo>
                  <a:pt x="14978" y="64714"/>
                </a:moveTo>
                <a:lnTo>
                  <a:pt x="11675" y="68016"/>
                </a:lnTo>
                <a:lnTo>
                  <a:pt x="6972" y="68016"/>
                </a:lnTo>
                <a:lnTo>
                  <a:pt x="5438" y="66482"/>
                </a:lnTo>
                <a:lnTo>
                  <a:pt x="11042" y="66482"/>
                </a:lnTo>
                <a:lnTo>
                  <a:pt x="14978" y="62546"/>
                </a:lnTo>
                <a:lnTo>
                  <a:pt x="14978" y="64714"/>
                </a:lnTo>
                <a:close/>
                <a:moveTo>
                  <a:pt x="7206" y="69351"/>
                </a:moveTo>
                <a:lnTo>
                  <a:pt x="8873" y="71052"/>
                </a:lnTo>
                <a:lnTo>
                  <a:pt x="8873" y="74287"/>
                </a:lnTo>
                <a:lnTo>
                  <a:pt x="6605" y="76589"/>
                </a:lnTo>
                <a:lnTo>
                  <a:pt x="4237" y="76589"/>
                </a:lnTo>
                <a:lnTo>
                  <a:pt x="7206" y="73587"/>
                </a:lnTo>
                <a:lnTo>
                  <a:pt x="7206" y="69351"/>
                </a:lnTo>
                <a:close/>
                <a:moveTo>
                  <a:pt x="9441" y="83461"/>
                </a:moveTo>
                <a:lnTo>
                  <a:pt x="12710" y="83461"/>
                </a:lnTo>
                <a:lnTo>
                  <a:pt x="14978" y="85762"/>
                </a:lnTo>
                <a:lnTo>
                  <a:pt x="14978" y="88131"/>
                </a:lnTo>
                <a:lnTo>
                  <a:pt x="12009" y="85129"/>
                </a:lnTo>
                <a:lnTo>
                  <a:pt x="7773" y="85129"/>
                </a:lnTo>
                <a:close/>
                <a:moveTo>
                  <a:pt x="14978" y="95503"/>
                </a:moveTo>
                <a:lnTo>
                  <a:pt x="11675" y="98805"/>
                </a:lnTo>
                <a:lnTo>
                  <a:pt x="6972" y="98805"/>
                </a:lnTo>
                <a:lnTo>
                  <a:pt x="5438" y="97271"/>
                </a:lnTo>
                <a:lnTo>
                  <a:pt x="11042" y="97271"/>
                </a:lnTo>
                <a:lnTo>
                  <a:pt x="14978" y="93334"/>
                </a:lnTo>
                <a:lnTo>
                  <a:pt x="14978" y="95503"/>
                </a:lnTo>
                <a:close/>
                <a:moveTo>
                  <a:pt x="7206" y="104209"/>
                </a:moveTo>
                <a:lnTo>
                  <a:pt x="7206" y="100139"/>
                </a:lnTo>
                <a:lnTo>
                  <a:pt x="8873" y="101840"/>
                </a:lnTo>
                <a:lnTo>
                  <a:pt x="8873" y="105076"/>
                </a:lnTo>
                <a:lnTo>
                  <a:pt x="6605" y="107378"/>
                </a:lnTo>
                <a:lnTo>
                  <a:pt x="4237" y="107378"/>
                </a:lnTo>
                <a:lnTo>
                  <a:pt x="7106" y="104509"/>
                </a:lnTo>
                <a:close/>
                <a:moveTo>
                  <a:pt x="6605" y="108178"/>
                </a:moveTo>
                <a:lnTo>
                  <a:pt x="8873" y="110447"/>
                </a:lnTo>
                <a:lnTo>
                  <a:pt x="8873" y="113716"/>
                </a:lnTo>
                <a:lnTo>
                  <a:pt x="7206" y="115384"/>
                </a:lnTo>
                <a:lnTo>
                  <a:pt x="7206" y="111147"/>
                </a:lnTo>
                <a:lnTo>
                  <a:pt x="4203" y="108145"/>
                </a:lnTo>
                <a:lnTo>
                  <a:pt x="6605" y="108145"/>
                </a:lnTo>
                <a:close/>
                <a:moveTo>
                  <a:pt x="9441" y="114249"/>
                </a:moveTo>
                <a:lnTo>
                  <a:pt x="12710" y="114249"/>
                </a:lnTo>
                <a:lnTo>
                  <a:pt x="14978" y="116551"/>
                </a:lnTo>
                <a:lnTo>
                  <a:pt x="14978" y="118919"/>
                </a:lnTo>
                <a:lnTo>
                  <a:pt x="12009" y="115951"/>
                </a:lnTo>
                <a:lnTo>
                  <a:pt x="7773" y="115951"/>
                </a:lnTo>
                <a:close/>
                <a:moveTo>
                  <a:pt x="15778" y="116551"/>
                </a:moveTo>
                <a:lnTo>
                  <a:pt x="18080" y="114249"/>
                </a:lnTo>
                <a:lnTo>
                  <a:pt x="21316" y="114249"/>
                </a:lnTo>
                <a:lnTo>
                  <a:pt x="22984" y="115951"/>
                </a:lnTo>
                <a:lnTo>
                  <a:pt x="18947" y="115951"/>
                </a:lnTo>
                <a:lnTo>
                  <a:pt x="18647" y="116051"/>
                </a:lnTo>
                <a:lnTo>
                  <a:pt x="15778" y="118919"/>
                </a:lnTo>
                <a:close/>
                <a:moveTo>
                  <a:pt x="21883" y="113716"/>
                </a:moveTo>
                <a:lnTo>
                  <a:pt x="21883" y="110447"/>
                </a:lnTo>
                <a:lnTo>
                  <a:pt x="24184" y="108178"/>
                </a:lnTo>
                <a:lnTo>
                  <a:pt x="26553" y="108178"/>
                </a:lnTo>
                <a:lnTo>
                  <a:pt x="23551" y="111147"/>
                </a:lnTo>
                <a:lnTo>
                  <a:pt x="23551" y="115384"/>
                </a:lnTo>
                <a:close/>
                <a:moveTo>
                  <a:pt x="35026" y="108178"/>
                </a:moveTo>
                <a:lnTo>
                  <a:pt x="37394" y="108178"/>
                </a:lnTo>
                <a:lnTo>
                  <a:pt x="39696" y="110447"/>
                </a:lnTo>
                <a:lnTo>
                  <a:pt x="39696" y="113716"/>
                </a:lnTo>
                <a:lnTo>
                  <a:pt x="37994" y="115384"/>
                </a:lnTo>
                <a:lnTo>
                  <a:pt x="37994" y="111147"/>
                </a:lnTo>
                <a:close/>
                <a:moveTo>
                  <a:pt x="40229" y="114249"/>
                </a:moveTo>
                <a:lnTo>
                  <a:pt x="43498" y="114249"/>
                </a:lnTo>
                <a:lnTo>
                  <a:pt x="45767" y="116551"/>
                </a:lnTo>
                <a:lnTo>
                  <a:pt x="45767" y="118919"/>
                </a:lnTo>
                <a:lnTo>
                  <a:pt x="42898" y="116051"/>
                </a:lnTo>
                <a:lnTo>
                  <a:pt x="42631" y="115951"/>
                </a:lnTo>
                <a:lnTo>
                  <a:pt x="38561" y="115951"/>
                </a:lnTo>
                <a:close/>
                <a:moveTo>
                  <a:pt x="46567" y="116551"/>
                </a:moveTo>
                <a:lnTo>
                  <a:pt x="48869" y="114249"/>
                </a:lnTo>
                <a:lnTo>
                  <a:pt x="52104" y="114249"/>
                </a:lnTo>
                <a:lnTo>
                  <a:pt x="53806" y="115951"/>
                </a:lnTo>
                <a:lnTo>
                  <a:pt x="49569" y="115951"/>
                </a:lnTo>
                <a:lnTo>
                  <a:pt x="46567" y="118919"/>
                </a:lnTo>
                <a:close/>
                <a:moveTo>
                  <a:pt x="52671" y="113716"/>
                </a:moveTo>
                <a:lnTo>
                  <a:pt x="52671" y="110447"/>
                </a:lnTo>
                <a:lnTo>
                  <a:pt x="54973" y="108178"/>
                </a:lnTo>
                <a:lnTo>
                  <a:pt x="57341" y="108178"/>
                </a:lnTo>
                <a:lnTo>
                  <a:pt x="54339" y="111147"/>
                </a:lnTo>
                <a:lnTo>
                  <a:pt x="54339" y="115384"/>
                </a:lnTo>
                <a:close/>
                <a:moveTo>
                  <a:pt x="65814" y="108178"/>
                </a:moveTo>
                <a:lnTo>
                  <a:pt x="68183" y="108178"/>
                </a:lnTo>
                <a:lnTo>
                  <a:pt x="70484" y="110447"/>
                </a:lnTo>
                <a:lnTo>
                  <a:pt x="70484" y="113716"/>
                </a:lnTo>
                <a:lnTo>
                  <a:pt x="68783" y="115384"/>
                </a:lnTo>
                <a:lnTo>
                  <a:pt x="68783" y="111147"/>
                </a:lnTo>
                <a:close/>
                <a:moveTo>
                  <a:pt x="71018" y="114249"/>
                </a:moveTo>
                <a:lnTo>
                  <a:pt x="74287" y="114249"/>
                </a:lnTo>
                <a:lnTo>
                  <a:pt x="76555" y="116551"/>
                </a:lnTo>
                <a:lnTo>
                  <a:pt x="76555" y="118919"/>
                </a:lnTo>
                <a:lnTo>
                  <a:pt x="73586" y="115951"/>
                </a:lnTo>
                <a:lnTo>
                  <a:pt x="69350" y="115951"/>
                </a:lnTo>
                <a:close/>
                <a:moveTo>
                  <a:pt x="77356" y="116551"/>
                </a:moveTo>
                <a:lnTo>
                  <a:pt x="79657" y="114249"/>
                </a:lnTo>
                <a:lnTo>
                  <a:pt x="82893" y="114249"/>
                </a:lnTo>
                <a:lnTo>
                  <a:pt x="84594" y="115951"/>
                </a:lnTo>
                <a:lnTo>
                  <a:pt x="80525" y="115951"/>
                </a:lnTo>
                <a:lnTo>
                  <a:pt x="80224" y="116051"/>
                </a:lnTo>
                <a:lnTo>
                  <a:pt x="77356" y="118919"/>
                </a:lnTo>
                <a:lnTo>
                  <a:pt x="77356" y="116551"/>
                </a:lnTo>
                <a:close/>
                <a:moveTo>
                  <a:pt x="83460" y="113716"/>
                </a:moveTo>
                <a:lnTo>
                  <a:pt x="83460" y="110447"/>
                </a:lnTo>
                <a:lnTo>
                  <a:pt x="85762" y="108178"/>
                </a:lnTo>
                <a:lnTo>
                  <a:pt x="88130" y="108178"/>
                </a:lnTo>
                <a:lnTo>
                  <a:pt x="85128" y="111147"/>
                </a:lnTo>
                <a:lnTo>
                  <a:pt x="85128" y="115384"/>
                </a:lnTo>
                <a:close/>
                <a:moveTo>
                  <a:pt x="96603" y="108178"/>
                </a:moveTo>
                <a:lnTo>
                  <a:pt x="98971" y="108178"/>
                </a:lnTo>
                <a:lnTo>
                  <a:pt x="101273" y="110447"/>
                </a:lnTo>
                <a:lnTo>
                  <a:pt x="101273" y="113716"/>
                </a:lnTo>
                <a:lnTo>
                  <a:pt x="99605" y="115384"/>
                </a:lnTo>
                <a:lnTo>
                  <a:pt x="99605" y="111147"/>
                </a:lnTo>
                <a:close/>
                <a:moveTo>
                  <a:pt x="101840" y="114249"/>
                </a:moveTo>
                <a:lnTo>
                  <a:pt x="105076" y="114249"/>
                </a:lnTo>
                <a:lnTo>
                  <a:pt x="107377" y="116551"/>
                </a:lnTo>
                <a:lnTo>
                  <a:pt x="107377" y="118919"/>
                </a:lnTo>
                <a:lnTo>
                  <a:pt x="104508" y="116051"/>
                </a:lnTo>
                <a:lnTo>
                  <a:pt x="104208" y="115951"/>
                </a:lnTo>
                <a:lnTo>
                  <a:pt x="100139" y="115951"/>
                </a:lnTo>
                <a:close/>
                <a:moveTo>
                  <a:pt x="108144" y="116551"/>
                </a:moveTo>
                <a:lnTo>
                  <a:pt x="110446" y="114249"/>
                </a:lnTo>
                <a:lnTo>
                  <a:pt x="113682" y="114249"/>
                </a:lnTo>
                <a:lnTo>
                  <a:pt x="115383" y="115951"/>
                </a:lnTo>
                <a:lnTo>
                  <a:pt x="111147" y="115951"/>
                </a:lnTo>
                <a:lnTo>
                  <a:pt x="108144" y="118919"/>
                </a:lnTo>
                <a:close/>
                <a:moveTo>
                  <a:pt x="114249" y="113716"/>
                </a:moveTo>
                <a:lnTo>
                  <a:pt x="114249" y="110447"/>
                </a:lnTo>
                <a:lnTo>
                  <a:pt x="116550" y="108178"/>
                </a:lnTo>
                <a:lnTo>
                  <a:pt x="118919" y="108178"/>
                </a:lnTo>
                <a:lnTo>
                  <a:pt x="115917" y="111147"/>
                </a:lnTo>
                <a:lnTo>
                  <a:pt x="115917" y="115384"/>
                </a:lnTo>
                <a:close/>
                <a:moveTo>
                  <a:pt x="127391" y="108178"/>
                </a:moveTo>
                <a:lnTo>
                  <a:pt x="129760" y="108178"/>
                </a:lnTo>
                <a:lnTo>
                  <a:pt x="132061" y="110447"/>
                </a:lnTo>
                <a:lnTo>
                  <a:pt x="132061" y="113716"/>
                </a:lnTo>
                <a:lnTo>
                  <a:pt x="130394" y="115384"/>
                </a:lnTo>
                <a:lnTo>
                  <a:pt x="130394" y="111147"/>
                </a:lnTo>
                <a:close/>
                <a:moveTo>
                  <a:pt x="132629" y="114249"/>
                </a:moveTo>
                <a:lnTo>
                  <a:pt x="135864" y="114249"/>
                </a:lnTo>
                <a:lnTo>
                  <a:pt x="138166" y="116551"/>
                </a:lnTo>
                <a:lnTo>
                  <a:pt x="138166" y="118919"/>
                </a:lnTo>
                <a:lnTo>
                  <a:pt x="135164" y="115951"/>
                </a:lnTo>
                <a:lnTo>
                  <a:pt x="130927" y="115951"/>
                </a:lnTo>
                <a:close/>
                <a:moveTo>
                  <a:pt x="138933" y="116551"/>
                </a:moveTo>
                <a:lnTo>
                  <a:pt x="141235" y="114249"/>
                </a:lnTo>
                <a:lnTo>
                  <a:pt x="144504" y="114249"/>
                </a:lnTo>
                <a:lnTo>
                  <a:pt x="146172" y="115951"/>
                </a:lnTo>
                <a:lnTo>
                  <a:pt x="142102" y="115951"/>
                </a:lnTo>
                <a:lnTo>
                  <a:pt x="141835" y="116051"/>
                </a:lnTo>
                <a:lnTo>
                  <a:pt x="138933" y="118919"/>
                </a:lnTo>
                <a:close/>
                <a:moveTo>
                  <a:pt x="145037" y="113716"/>
                </a:moveTo>
                <a:lnTo>
                  <a:pt x="145037" y="110447"/>
                </a:lnTo>
                <a:lnTo>
                  <a:pt x="147339" y="108178"/>
                </a:lnTo>
                <a:lnTo>
                  <a:pt x="149707" y="108178"/>
                </a:lnTo>
                <a:lnTo>
                  <a:pt x="146705" y="111147"/>
                </a:lnTo>
                <a:lnTo>
                  <a:pt x="146705" y="115384"/>
                </a:lnTo>
                <a:close/>
                <a:moveTo>
                  <a:pt x="158180" y="108178"/>
                </a:moveTo>
                <a:lnTo>
                  <a:pt x="160548" y="108178"/>
                </a:lnTo>
                <a:lnTo>
                  <a:pt x="162850" y="110447"/>
                </a:lnTo>
                <a:lnTo>
                  <a:pt x="162850" y="113716"/>
                </a:lnTo>
                <a:lnTo>
                  <a:pt x="161182" y="115384"/>
                </a:lnTo>
                <a:lnTo>
                  <a:pt x="161182" y="111147"/>
                </a:lnTo>
                <a:close/>
                <a:moveTo>
                  <a:pt x="163417" y="114249"/>
                </a:moveTo>
                <a:lnTo>
                  <a:pt x="166653" y="114249"/>
                </a:lnTo>
                <a:lnTo>
                  <a:pt x="168954" y="116551"/>
                </a:lnTo>
                <a:lnTo>
                  <a:pt x="168954" y="118919"/>
                </a:lnTo>
                <a:lnTo>
                  <a:pt x="166086" y="116051"/>
                </a:lnTo>
                <a:lnTo>
                  <a:pt x="165786" y="115951"/>
                </a:lnTo>
                <a:lnTo>
                  <a:pt x="161716" y="115951"/>
                </a:lnTo>
                <a:close/>
                <a:moveTo>
                  <a:pt x="169755" y="116551"/>
                </a:moveTo>
                <a:lnTo>
                  <a:pt x="172023" y="114249"/>
                </a:lnTo>
                <a:lnTo>
                  <a:pt x="175292" y="114249"/>
                </a:lnTo>
                <a:lnTo>
                  <a:pt x="176960" y="115951"/>
                </a:lnTo>
                <a:lnTo>
                  <a:pt x="172724" y="115951"/>
                </a:lnTo>
                <a:lnTo>
                  <a:pt x="169722" y="118919"/>
                </a:lnTo>
                <a:lnTo>
                  <a:pt x="169722" y="116551"/>
                </a:lnTo>
                <a:close/>
                <a:moveTo>
                  <a:pt x="175826" y="113716"/>
                </a:moveTo>
                <a:lnTo>
                  <a:pt x="175826" y="110447"/>
                </a:lnTo>
                <a:lnTo>
                  <a:pt x="178128" y="108178"/>
                </a:lnTo>
                <a:lnTo>
                  <a:pt x="180496" y="108178"/>
                </a:lnTo>
                <a:lnTo>
                  <a:pt x="177527" y="111147"/>
                </a:lnTo>
                <a:lnTo>
                  <a:pt x="177527" y="115384"/>
                </a:lnTo>
                <a:close/>
                <a:moveTo>
                  <a:pt x="188969" y="108178"/>
                </a:moveTo>
                <a:lnTo>
                  <a:pt x="191337" y="108178"/>
                </a:lnTo>
                <a:lnTo>
                  <a:pt x="193639" y="110447"/>
                </a:lnTo>
                <a:lnTo>
                  <a:pt x="193639" y="113716"/>
                </a:lnTo>
                <a:lnTo>
                  <a:pt x="191971" y="115384"/>
                </a:lnTo>
                <a:lnTo>
                  <a:pt x="191971" y="111147"/>
                </a:lnTo>
                <a:close/>
                <a:moveTo>
                  <a:pt x="194206" y="114249"/>
                </a:moveTo>
                <a:lnTo>
                  <a:pt x="197441" y="114249"/>
                </a:lnTo>
                <a:lnTo>
                  <a:pt x="199743" y="116551"/>
                </a:lnTo>
                <a:lnTo>
                  <a:pt x="199743" y="118919"/>
                </a:lnTo>
                <a:lnTo>
                  <a:pt x="196741" y="115951"/>
                </a:lnTo>
                <a:lnTo>
                  <a:pt x="192538" y="115951"/>
                </a:lnTo>
                <a:close/>
                <a:moveTo>
                  <a:pt x="200544" y="116551"/>
                </a:moveTo>
                <a:lnTo>
                  <a:pt x="202812" y="114249"/>
                </a:lnTo>
                <a:lnTo>
                  <a:pt x="206081" y="114249"/>
                </a:lnTo>
                <a:lnTo>
                  <a:pt x="207749" y="115951"/>
                </a:lnTo>
                <a:lnTo>
                  <a:pt x="203679" y="115951"/>
                </a:lnTo>
                <a:lnTo>
                  <a:pt x="203412" y="116051"/>
                </a:lnTo>
                <a:lnTo>
                  <a:pt x="200544" y="118919"/>
                </a:lnTo>
                <a:close/>
                <a:moveTo>
                  <a:pt x="206648" y="113716"/>
                </a:moveTo>
                <a:lnTo>
                  <a:pt x="206648" y="110447"/>
                </a:lnTo>
                <a:lnTo>
                  <a:pt x="208916" y="108178"/>
                </a:lnTo>
                <a:lnTo>
                  <a:pt x="211285" y="108178"/>
                </a:lnTo>
                <a:lnTo>
                  <a:pt x="208316" y="111147"/>
                </a:lnTo>
                <a:lnTo>
                  <a:pt x="208316" y="115384"/>
                </a:lnTo>
                <a:close/>
                <a:moveTo>
                  <a:pt x="219757" y="108178"/>
                </a:moveTo>
                <a:lnTo>
                  <a:pt x="222126" y="108178"/>
                </a:lnTo>
                <a:lnTo>
                  <a:pt x="224427" y="110447"/>
                </a:lnTo>
                <a:lnTo>
                  <a:pt x="224427" y="113716"/>
                </a:lnTo>
                <a:lnTo>
                  <a:pt x="222760" y="115384"/>
                </a:lnTo>
                <a:lnTo>
                  <a:pt x="222760" y="111147"/>
                </a:lnTo>
                <a:close/>
                <a:moveTo>
                  <a:pt x="224995" y="114249"/>
                </a:moveTo>
                <a:lnTo>
                  <a:pt x="228230" y="114249"/>
                </a:lnTo>
                <a:lnTo>
                  <a:pt x="230532" y="116551"/>
                </a:lnTo>
                <a:lnTo>
                  <a:pt x="230532" y="118919"/>
                </a:lnTo>
                <a:lnTo>
                  <a:pt x="227663" y="116051"/>
                </a:lnTo>
                <a:lnTo>
                  <a:pt x="227396" y="115951"/>
                </a:lnTo>
                <a:lnTo>
                  <a:pt x="223327" y="115951"/>
                </a:lnTo>
                <a:close/>
                <a:moveTo>
                  <a:pt x="231332" y="116551"/>
                </a:moveTo>
                <a:lnTo>
                  <a:pt x="233601" y="114249"/>
                </a:lnTo>
                <a:lnTo>
                  <a:pt x="236870" y="114249"/>
                </a:lnTo>
                <a:lnTo>
                  <a:pt x="238538" y="115951"/>
                </a:lnTo>
                <a:lnTo>
                  <a:pt x="234301" y="115951"/>
                </a:lnTo>
                <a:lnTo>
                  <a:pt x="231332" y="118919"/>
                </a:lnTo>
                <a:close/>
                <a:moveTo>
                  <a:pt x="236870" y="101273"/>
                </a:moveTo>
                <a:lnTo>
                  <a:pt x="233601" y="101273"/>
                </a:lnTo>
                <a:lnTo>
                  <a:pt x="231332" y="98972"/>
                </a:lnTo>
                <a:lnTo>
                  <a:pt x="231332" y="96603"/>
                </a:lnTo>
                <a:lnTo>
                  <a:pt x="234301" y="99606"/>
                </a:lnTo>
                <a:lnTo>
                  <a:pt x="238538" y="99606"/>
                </a:lnTo>
                <a:close/>
                <a:moveTo>
                  <a:pt x="231332" y="89265"/>
                </a:moveTo>
                <a:lnTo>
                  <a:pt x="234635" y="85929"/>
                </a:lnTo>
                <a:lnTo>
                  <a:pt x="239338" y="85929"/>
                </a:lnTo>
                <a:lnTo>
                  <a:pt x="240873" y="87464"/>
                </a:lnTo>
                <a:lnTo>
                  <a:pt x="235269" y="87464"/>
                </a:lnTo>
                <a:lnTo>
                  <a:pt x="231332" y="91400"/>
                </a:lnTo>
                <a:lnTo>
                  <a:pt x="231332" y="89265"/>
                </a:lnTo>
                <a:close/>
                <a:moveTo>
                  <a:pt x="239105" y="80525"/>
                </a:moveTo>
                <a:lnTo>
                  <a:pt x="239105" y="84595"/>
                </a:lnTo>
                <a:lnTo>
                  <a:pt x="237437" y="82927"/>
                </a:lnTo>
                <a:lnTo>
                  <a:pt x="237437" y="79658"/>
                </a:lnTo>
                <a:lnTo>
                  <a:pt x="239705" y="77356"/>
                </a:lnTo>
                <a:lnTo>
                  <a:pt x="242073" y="77356"/>
                </a:lnTo>
                <a:lnTo>
                  <a:pt x="239205" y="80225"/>
                </a:lnTo>
                <a:close/>
                <a:moveTo>
                  <a:pt x="239705" y="76589"/>
                </a:moveTo>
                <a:lnTo>
                  <a:pt x="237437" y="74287"/>
                </a:lnTo>
                <a:lnTo>
                  <a:pt x="237437" y="71052"/>
                </a:lnTo>
                <a:lnTo>
                  <a:pt x="239105" y="69351"/>
                </a:lnTo>
                <a:lnTo>
                  <a:pt x="239105" y="73587"/>
                </a:lnTo>
                <a:lnTo>
                  <a:pt x="242073" y="76589"/>
                </a:lnTo>
                <a:lnTo>
                  <a:pt x="239705" y="76589"/>
                </a:lnTo>
                <a:close/>
                <a:moveTo>
                  <a:pt x="236870" y="70485"/>
                </a:moveTo>
                <a:lnTo>
                  <a:pt x="233601" y="70485"/>
                </a:lnTo>
                <a:lnTo>
                  <a:pt x="231332" y="68183"/>
                </a:lnTo>
                <a:lnTo>
                  <a:pt x="231332" y="65815"/>
                </a:lnTo>
                <a:lnTo>
                  <a:pt x="234301" y="68817"/>
                </a:lnTo>
                <a:lnTo>
                  <a:pt x="238538" y="68817"/>
                </a:lnTo>
                <a:close/>
                <a:moveTo>
                  <a:pt x="231332" y="58476"/>
                </a:moveTo>
                <a:lnTo>
                  <a:pt x="234635" y="55140"/>
                </a:lnTo>
                <a:lnTo>
                  <a:pt x="239338" y="55140"/>
                </a:lnTo>
                <a:lnTo>
                  <a:pt x="240873" y="56675"/>
                </a:lnTo>
                <a:lnTo>
                  <a:pt x="235269" y="56675"/>
                </a:lnTo>
                <a:lnTo>
                  <a:pt x="231332" y="60611"/>
                </a:lnTo>
                <a:lnTo>
                  <a:pt x="231332" y="58476"/>
                </a:lnTo>
                <a:close/>
                <a:moveTo>
                  <a:pt x="239105" y="53806"/>
                </a:moveTo>
                <a:lnTo>
                  <a:pt x="237437" y="52105"/>
                </a:lnTo>
                <a:lnTo>
                  <a:pt x="237437" y="48869"/>
                </a:lnTo>
                <a:lnTo>
                  <a:pt x="239705" y="46568"/>
                </a:lnTo>
                <a:lnTo>
                  <a:pt x="242073" y="46568"/>
                </a:lnTo>
                <a:lnTo>
                  <a:pt x="239105" y="49570"/>
                </a:lnTo>
                <a:lnTo>
                  <a:pt x="239105" y="53806"/>
                </a:lnTo>
                <a:close/>
                <a:moveTo>
                  <a:pt x="236870" y="39696"/>
                </a:moveTo>
                <a:lnTo>
                  <a:pt x="233601" y="39696"/>
                </a:lnTo>
                <a:lnTo>
                  <a:pt x="231332" y="37394"/>
                </a:lnTo>
                <a:lnTo>
                  <a:pt x="231332" y="35026"/>
                </a:lnTo>
                <a:lnTo>
                  <a:pt x="234301" y="38028"/>
                </a:lnTo>
                <a:lnTo>
                  <a:pt x="238538" y="38028"/>
                </a:lnTo>
                <a:close/>
                <a:moveTo>
                  <a:pt x="231332" y="27654"/>
                </a:moveTo>
                <a:lnTo>
                  <a:pt x="234635" y="24352"/>
                </a:lnTo>
                <a:lnTo>
                  <a:pt x="239338" y="24352"/>
                </a:lnTo>
                <a:lnTo>
                  <a:pt x="240873" y="25886"/>
                </a:lnTo>
                <a:lnTo>
                  <a:pt x="235269" y="25886"/>
                </a:lnTo>
                <a:lnTo>
                  <a:pt x="231332" y="29822"/>
                </a:lnTo>
                <a:lnTo>
                  <a:pt x="231332" y="27654"/>
                </a:lnTo>
                <a:close/>
                <a:moveTo>
                  <a:pt x="239105" y="18948"/>
                </a:moveTo>
                <a:lnTo>
                  <a:pt x="239105" y="23017"/>
                </a:lnTo>
                <a:lnTo>
                  <a:pt x="237437" y="21316"/>
                </a:lnTo>
                <a:lnTo>
                  <a:pt x="237437" y="18081"/>
                </a:lnTo>
                <a:lnTo>
                  <a:pt x="239705" y="15779"/>
                </a:lnTo>
                <a:lnTo>
                  <a:pt x="242073" y="15779"/>
                </a:lnTo>
                <a:lnTo>
                  <a:pt x="239205" y="18648"/>
                </a:lnTo>
                <a:close/>
                <a:moveTo>
                  <a:pt x="239705" y="15012"/>
                </a:moveTo>
                <a:lnTo>
                  <a:pt x="237437" y="12710"/>
                </a:lnTo>
                <a:lnTo>
                  <a:pt x="237437" y="9441"/>
                </a:lnTo>
                <a:lnTo>
                  <a:pt x="239105" y="7773"/>
                </a:lnTo>
                <a:lnTo>
                  <a:pt x="239105" y="12010"/>
                </a:lnTo>
                <a:lnTo>
                  <a:pt x="242073" y="15012"/>
                </a:lnTo>
                <a:close/>
                <a:moveTo>
                  <a:pt x="236870" y="8907"/>
                </a:moveTo>
                <a:lnTo>
                  <a:pt x="233601" y="8907"/>
                </a:lnTo>
                <a:lnTo>
                  <a:pt x="231332" y="6606"/>
                </a:lnTo>
                <a:lnTo>
                  <a:pt x="231332" y="4237"/>
                </a:lnTo>
                <a:lnTo>
                  <a:pt x="234301" y="7206"/>
                </a:lnTo>
                <a:lnTo>
                  <a:pt x="238538" y="7206"/>
                </a:lnTo>
                <a:close/>
                <a:moveTo>
                  <a:pt x="230532" y="3103"/>
                </a:moveTo>
                <a:lnTo>
                  <a:pt x="227229" y="6439"/>
                </a:lnTo>
                <a:lnTo>
                  <a:pt x="222526" y="6439"/>
                </a:lnTo>
                <a:lnTo>
                  <a:pt x="220992" y="4904"/>
                </a:lnTo>
                <a:lnTo>
                  <a:pt x="226596" y="4904"/>
                </a:lnTo>
                <a:lnTo>
                  <a:pt x="230532" y="935"/>
                </a:lnTo>
                <a:close/>
                <a:moveTo>
                  <a:pt x="219657" y="10709"/>
                </a:moveTo>
                <a:lnTo>
                  <a:pt x="215921" y="14445"/>
                </a:lnTo>
                <a:lnTo>
                  <a:pt x="215921" y="6672"/>
                </a:lnTo>
                <a:lnTo>
                  <a:pt x="217623" y="5004"/>
                </a:lnTo>
                <a:lnTo>
                  <a:pt x="219657" y="5004"/>
                </a:lnTo>
                <a:lnTo>
                  <a:pt x="219657" y="10709"/>
                </a:lnTo>
                <a:close/>
                <a:moveTo>
                  <a:pt x="215121" y="14445"/>
                </a:moveTo>
                <a:lnTo>
                  <a:pt x="211418" y="10709"/>
                </a:lnTo>
                <a:lnTo>
                  <a:pt x="211418" y="5004"/>
                </a:lnTo>
                <a:lnTo>
                  <a:pt x="213453" y="5004"/>
                </a:lnTo>
                <a:lnTo>
                  <a:pt x="215121" y="6672"/>
                </a:lnTo>
                <a:lnTo>
                  <a:pt x="215121" y="14445"/>
                </a:lnTo>
                <a:close/>
                <a:moveTo>
                  <a:pt x="208549" y="6439"/>
                </a:moveTo>
                <a:lnTo>
                  <a:pt x="203846" y="6439"/>
                </a:lnTo>
                <a:lnTo>
                  <a:pt x="200544" y="3103"/>
                </a:lnTo>
                <a:lnTo>
                  <a:pt x="200544" y="935"/>
                </a:lnTo>
                <a:lnTo>
                  <a:pt x="204480" y="4904"/>
                </a:lnTo>
                <a:lnTo>
                  <a:pt x="210084" y="4904"/>
                </a:lnTo>
                <a:close/>
                <a:moveTo>
                  <a:pt x="199743" y="3103"/>
                </a:moveTo>
                <a:lnTo>
                  <a:pt x="196441" y="6439"/>
                </a:lnTo>
                <a:lnTo>
                  <a:pt x="191737" y="6439"/>
                </a:lnTo>
                <a:lnTo>
                  <a:pt x="190203" y="4904"/>
                </a:lnTo>
                <a:lnTo>
                  <a:pt x="195807" y="4904"/>
                </a:lnTo>
                <a:lnTo>
                  <a:pt x="199743" y="935"/>
                </a:lnTo>
                <a:close/>
                <a:moveTo>
                  <a:pt x="188869" y="10709"/>
                </a:moveTo>
                <a:lnTo>
                  <a:pt x="185133" y="14445"/>
                </a:lnTo>
                <a:lnTo>
                  <a:pt x="185133" y="6672"/>
                </a:lnTo>
                <a:lnTo>
                  <a:pt x="186801" y="5004"/>
                </a:lnTo>
                <a:lnTo>
                  <a:pt x="188835" y="5004"/>
                </a:lnTo>
                <a:lnTo>
                  <a:pt x="188835" y="10709"/>
                </a:lnTo>
                <a:close/>
                <a:moveTo>
                  <a:pt x="184332" y="14445"/>
                </a:moveTo>
                <a:lnTo>
                  <a:pt x="180629" y="10709"/>
                </a:lnTo>
                <a:lnTo>
                  <a:pt x="180629" y="5004"/>
                </a:lnTo>
                <a:lnTo>
                  <a:pt x="182664" y="5004"/>
                </a:lnTo>
                <a:lnTo>
                  <a:pt x="184332" y="6672"/>
                </a:lnTo>
                <a:lnTo>
                  <a:pt x="184332" y="14445"/>
                </a:lnTo>
                <a:close/>
                <a:moveTo>
                  <a:pt x="177761" y="6439"/>
                </a:moveTo>
                <a:lnTo>
                  <a:pt x="173057" y="6439"/>
                </a:lnTo>
                <a:lnTo>
                  <a:pt x="169755" y="3103"/>
                </a:lnTo>
                <a:lnTo>
                  <a:pt x="169755" y="935"/>
                </a:lnTo>
                <a:lnTo>
                  <a:pt x="173691" y="4904"/>
                </a:lnTo>
                <a:lnTo>
                  <a:pt x="179262" y="4904"/>
                </a:lnTo>
                <a:close/>
                <a:moveTo>
                  <a:pt x="168954" y="3103"/>
                </a:moveTo>
                <a:lnTo>
                  <a:pt x="165619" y="6439"/>
                </a:lnTo>
                <a:lnTo>
                  <a:pt x="160949" y="6439"/>
                </a:lnTo>
                <a:lnTo>
                  <a:pt x="159414" y="4904"/>
                </a:lnTo>
                <a:lnTo>
                  <a:pt x="164985" y="4904"/>
                </a:lnTo>
                <a:lnTo>
                  <a:pt x="168954" y="935"/>
                </a:lnTo>
                <a:close/>
                <a:moveTo>
                  <a:pt x="158047" y="10709"/>
                </a:moveTo>
                <a:lnTo>
                  <a:pt x="154344" y="14445"/>
                </a:lnTo>
                <a:lnTo>
                  <a:pt x="154344" y="6672"/>
                </a:lnTo>
                <a:lnTo>
                  <a:pt x="156012" y="5004"/>
                </a:lnTo>
                <a:lnTo>
                  <a:pt x="158047" y="5004"/>
                </a:lnTo>
                <a:lnTo>
                  <a:pt x="158047" y="10709"/>
                </a:lnTo>
                <a:close/>
                <a:moveTo>
                  <a:pt x="153543" y="14445"/>
                </a:moveTo>
                <a:lnTo>
                  <a:pt x="149841" y="10709"/>
                </a:lnTo>
                <a:lnTo>
                  <a:pt x="149841" y="5004"/>
                </a:lnTo>
                <a:lnTo>
                  <a:pt x="151876" y="5004"/>
                </a:lnTo>
                <a:lnTo>
                  <a:pt x="153543" y="6672"/>
                </a:lnTo>
                <a:lnTo>
                  <a:pt x="153543" y="14445"/>
                </a:lnTo>
                <a:close/>
                <a:moveTo>
                  <a:pt x="146939" y="6439"/>
                </a:moveTo>
                <a:lnTo>
                  <a:pt x="142269" y="6439"/>
                </a:lnTo>
                <a:lnTo>
                  <a:pt x="138933" y="3103"/>
                </a:lnTo>
                <a:lnTo>
                  <a:pt x="138933" y="935"/>
                </a:lnTo>
                <a:lnTo>
                  <a:pt x="142903" y="4904"/>
                </a:lnTo>
                <a:lnTo>
                  <a:pt x="148473" y="4904"/>
                </a:lnTo>
                <a:close/>
                <a:moveTo>
                  <a:pt x="138166" y="3103"/>
                </a:moveTo>
                <a:lnTo>
                  <a:pt x="134830" y="6439"/>
                </a:lnTo>
                <a:lnTo>
                  <a:pt x="130160" y="6439"/>
                </a:lnTo>
                <a:lnTo>
                  <a:pt x="128626" y="4904"/>
                </a:lnTo>
                <a:lnTo>
                  <a:pt x="134196" y="4904"/>
                </a:lnTo>
                <a:lnTo>
                  <a:pt x="138166" y="935"/>
                </a:lnTo>
                <a:close/>
                <a:moveTo>
                  <a:pt x="127258" y="10709"/>
                </a:moveTo>
                <a:lnTo>
                  <a:pt x="123555" y="14445"/>
                </a:lnTo>
                <a:lnTo>
                  <a:pt x="123555" y="6672"/>
                </a:lnTo>
                <a:lnTo>
                  <a:pt x="125223" y="5004"/>
                </a:lnTo>
                <a:lnTo>
                  <a:pt x="127258" y="5004"/>
                </a:lnTo>
                <a:close/>
                <a:moveTo>
                  <a:pt x="122755" y="14445"/>
                </a:moveTo>
                <a:lnTo>
                  <a:pt x="119052" y="10709"/>
                </a:lnTo>
                <a:lnTo>
                  <a:pt x="119052" y="5004"/>
                </a:lnTo>
                <a:lnTo>
                  <a:pt x="121087" y="5004"/>
                </a:lnTo>
                <a:lnTo>
                  <a:pt x="122755" y="6672"/>
                </a:lnTo>
                <a:close/>
                <a:moveTo>
                  <a:pt x="116150" y="6439"/>
                </a:moveTo>
                <a:lnTo>
                  <a:pt x="111480" y="6439"/>
                </a:lnTo>
                <a:lnTo>
                  <a:pt x="108144" y="3103"/>
                </a:lnTo>
                <a:lnTo>
                  <a:pt x="108144" y="935"/>
                </a:lnTo>
                <a:lnTo>
                  <a:pt x="112114" y="4904"/>
                </a:lnTo>
                <a:lnTo>
                  <a:pt x="117685" y="4904"/>
                </a:lnTo>
                <a:close/>
                <a:moveTo>
                  <a:pt x="107377" y="3103"/>
                </a:moveTo>
                <a:lnTo>
                  <a:pt x="104041" y="6439"/>
                </a:lnTo>
                <a:lnTo>
                  <a:pt x="99371" y="6439"/>
                </a:lnTo>
                <a:lnTo>
                  <a:pt x="97837" y="4904"/>
                </a:lnTo>
                <a:lnTo>
                  <a:pt x="103408" y="4904"/>
                </a:lnTo>
                <a:lnTo>
                  <a:pt x="107377" y="935"/>
                </a:lnTo>
                <a:lnTo>
                  <a:pt x="107377" y="3103"/>
                </a:lnTo>
                <a:close/>
                <a:moveTo>
                  <a:pt x="96469" y="10709"/>
                </a:moveTo>
                <a:lnTo>
                  <a:pt x="92767" y="14445"/>
                </a:lnTo>
                <a:lnTo>
                  <a:pt x="92767" y="6672"/>
                </a:lnTo>
                <a:lnTo>
                  <a:pt x="94435" y="5004"/>
                </a:lnTo>
                <a:lnTo>
                  <a:pt x="96469" y="5004"/>
                </a:lnTo>
                <a:close/>
                <a:moveTo>
                  <a:pt x="91966" y="14445"/>
                </a:moveTo>
                <a:lnTo>
                  <a:pt x="88264" y="10709"/>
                </a:lnTo>
                <a:lnTo>
                  <a:pt x="88264" y="5004"/>
                </a:lnTo>
                <a:lnTo>
                  <a:pt x="90298" y="5004"/>
                </a:lnTo>
                <a:lnTo>
                  <a:pt x="91966" y="6672"/>
                </a:lnTo>
                <a:close/>
                <a:moveTo>
                  <a:pt x="85361" y="6439"/>
                </a:moveTo>
                <a:lnTo>
                  <a:pt x="80691" y="6439"/>
                </a:lnTo>
                <a:lnTo>
                  <a:pt x="77356" y="3103"/>
                </a:lnTo>
                <a:lnTo>
                  <a:pt x="77356" y="935"/>
                </a:lnTo>
                <a:lnTo>
                  <a:pt x="81325" y="4904"/>
                </a:lnTo>
                <a:lnTo>
                  <a:pt x="86896" y="4904"/>
                </a:lnTo>
                <a:close/>
                <a:moveTo>
                  <a:pt x="76589" y="3103"/>
                </a:moveTo>
                <a:lnTo>
                  <a:pt x="73253" y="6439"/>
                </a:lnTo>
                <a:lnTo>
                  <a:pt x="68583" y="6439"/>
                </a:lnTo>
                <a:lnTo>
                  <a:pt x="67048" y="4904"/>
                </a:lnTo>
                <a:lnTo>
                  <a:pt x="72619" y="4904"/>
                </a:lnTo>
                <a:lnTo>
                  <a:pt x="76589" y="935"/>
                </a:lnTo>
                <a:close/>
                <a:moveTo>
                  <a:pt x="65681" y="10709"/>
                </a:moveTo>
                <a:lnTo>
                  <a:pt x="61978" y="14445"/>
                </a:lnTo>
                <a:lnTo>
                  <a:pt x="61978" y="6672"/>
                </a:lnTo>
                <a:lnTo>
                  <a:pt x="63646" y="5004"/>
                </a:lnTo>
                <a:lnTo>
                  <a:pt x="65681" y="5004"/>
                </a:lnTo>
                <a:close/>
                <a:moveTo>
                  <a:pt x="61178" y="14445"/>
                </a:moveTo>
                <a:lnTo>
                  <a:pt x="57475" y="10709"/>
                </a:lnTo>
                <a:lnTo>
                  <a:pt x="57475" y="5004"/>
                </a:lnTo>
                <a:lnTo>
                  <a:pt x="59510" y="5004"/>
                </a:lnTo>
                <a:lnTo>
                  <a:pt x="61178" y="6672"/>
                </a:lnTo>
                <a:close/>
                <a:moveTo>
                  <a:pt x="54573" y="6439"/>
                </a:moveTo>
                <a:lnTo>
                  <a:pt x="49903" y="6439"/>
                </a:lnTo>
                <a:lnTo>
                  <a:pt x="46567" y="3103"/>
                </a:lnTo>
                <a:lnTo>
                  <a:pt x="46567" y="935"/>
                </a:lnTo>
                <a:lnTo>
                  <a:pt x="50537" y="4904"/>
                </a:lnTo>
                <a:lnTo>
                  <a:pt x="56107" y="4904"/>
                </a:lnTo>
                <a:close/>
                <a:moveTo>
                  <a:pt x="45767" y="3103"/>
                </a:moveTo>
                <a:lnTo>
                  <a:pt x="42464" y="6439"/>
                </a:lnTo>
                <a:lnTo>
                  <a:pt x="37761" y="6439"/>
                </a:lnTo>
                <a:lnTo>
                  <a:pt x="36226" y="4904"/>
                </a:lnTo>
                <a:lnTo>
                  <a:pt x="41830" y="4904"/>
                </a:lnTo>
                <a:lnTo>
                  <a:pt x="45767" y="935"/>
                </a:lnTo>
                <a:lnTo>
                  <a:pt x="45767" y="3103"/>
                </a:lnTo>
                <a:close/>
                <a:moveTo>
                  <a:pt x="34892" y="10709"/>
                </a:moveTo>
                <a:lnTo>
                  <a:pt x="31189" y="14445"/>
                </a:lnTo>
                <a:lnTo>
                  <a:pt x="31189" y="6672"/>
                </a:lnTo>
                <a:lnTo>
                  <a:pt x="32857" y="5004"/>
                </a:lnTo>
                <a:lnTo>
                  <a:pt x="34892" y="5004"/>
                </a:lnTo>
                <a:close/>
                <a:moveTo>
                  <a:pt x="30389" y="14445"/>
                </a:moveTo>
                <a:lnTo>
                  <a:pt x="26653" y="10709"/>
                </a:lnTo>
                <a:lnTo>
                  <a:pt x="26653" y="5004"/>
                </a:lnTo>
                <a:lnTo>
                  <a:pt x="28721" y="5004"/>
                </a:lnTo>
                <a:lnTo>
                  <a:pt x="30389" y="6672"/>
                </a:lnTo>
                <a:lnTo>
                  <a:pt x="30389" y="14445"/>
                </a:lnTo>
                <a:close/>
                <a:moveTo>
                  <a:pt x="23784" y="6439"/>
                </a:moveTo>
                <a:lnTo>
                  <a:pt x="19081" y="6439"/>
                </a:lnTo>
                <a:lnTo>
                  <a:pt x="15778" y="3103"/>
                </a:lnTo>
                <a:lnTo>
                  <a:pt x="15778" y="935"/>
                </a:lnTo>
                <a:lnTo>
                  <a:pt x="19715" y="4904"/>
                </a:lnTo>
                <a:lnTo>
                  <a:pt x="25319" y="4904"/>
                </a:lnTo>
                <a:close/>
                <a:moveTo>
                  <a:pt x="14978" y="3103"/>
                </a:moveTo>
                <a:lnTo>
                  <a:pt x="11675" y="6439"/>
                </a:lnTo>
                <a:lnTo>
                  <a:pt x="6972" y="6439"/>
                </a:lnTo>
                <a:lnTo>
                  <a:pt x="5438" y="4904"/>
                </a:lnTo>
                <a:lnTo>
                  <a:pt x="11042" y="4904"/>
                </a:lnTo>
                <a:lnTo>
                  <a:pt x="14978" y="935"/>
                </a:lnTo>
                <a:lnTo>
                  <a:pt x="14978" y="3103"/>
                </a:lnTo>
                <a:close/>
                <a:moveTo>
                  <a:pt x="4904" y="5471"/>
                </a:moveTo>
                <a:lnTo>
                  <a:pt x="6405" y="6973"/>
                </a:lnTo>
                <a:lnTo>
                  <a:pt x="6405" y="11676"/>
                </a:lnTo>
                <a:lnTo>
                  <a:pt x="3103" y="15012"/>
                </a:lnTo>
                <a:lnTo>
                  <a:pt x="934" y="15012"/>
                </a:lnTo>
                <a:lnTo>
                  <a:pt x="4904" y="11042"/>
                </a:lnTo>
                <a:close/>
                <a:moveTo>
                  <a:pt x="3103" y="15779"/>
                </a:moveTo>
                <a:lnTo>
                  <a:pt x="6438" y="19115"/>
                </a:lnTo>
                <a:lnTo>
                  <a:pt x="6438" y="23785"/>
                </a:lnTo>
                <a:lnTo>
                  <a:pt x="4904" y="25319"/>
                </a:lnTo>
                <a:lnTo>
                  <a:pt x="4904" y="19748"/>
                </a:lnTo>
                <a:lnTo>
                  <a:pt x="934" y="15779"/>
                </a:lnTo>
                <a:lnTo>
                  <a:pt x="3103" y="15779"/>
                </a:lnTo>
                <a:close/>
                <a:moveTo>
                  <a:pt x="5004" y="26687"/>
                </a:moveTo>
                <a:lnTo>
                  <a:pt x="10708" y="26687"/>
                </a:lnTo>
                <a:lnTo>
                  <a:pt x="14444" y="30389"/>
                </a:lnTo>
                <a:lnTo>
                  <a:pt x="6672" y="30389"/>
                </a:lnTo>
                <a:lnTo>
                  <a:pt x="5004" y="28721"/>
                </a:lnTo>
                <a:close/>
                <a:moveTo>
                  <a:pt x="14444" y="31190"/>
                </a:moveTo>
                <a:lnTo>
                  <a:pt x="10708" y="34893"/>
                </a:lnTo>
                <a:lnTo>
                  <a:pt x="5004" y="34893"/>
                </a:lnTo>
                <a:lnTo>
                  <a:pt x="5004" y="32858"/>
                </a:lnTo>
                <a:lnTo>
                  <a:pt x="6672" y="31190"/>
                </a:lnTo>
                <a:close/>
                <a:moveTo>
                  <a:pt x="4904" y="36260"/>
                </a:moveTo>
                <a:lnTo>
                  <a:pt x="6405" y="37795"/>
                </a:lnTo>
                <a:lnTo>
                  <a:pt x="6405" y="42465"/>
                </a:lnTo>
                <a:lnTo>
                  <a:pt x="3103" y="45800"/>
                </a:lnTo>
                <a:lnTo>
                  <a:pt x="934" y="45800"/>
                </a:lnTo>
                <a:lnTo>
                  <a:pt x="4904" y="41831"/>
                </a:lnTo>
                <a:close/>
                <a:moveTo>
                  <a:pt x="3103" y="46568"/>
                </a:moveTo>
                <a:lnTo>
                  <a:pt x="6438" y="49903"/>
                </a:lnTo>
                <a:lnTo>
                  <a:pt x="6438" y="54573"/>
                </a:lnTo>
                <a:lnTo>
                  <a:pt x="4904" y="56108"/>
                </a:lnTo>
                <a:lnTo>
                  <a:pt x="4904" y="50537"/>
                </a:lnTo>
                <a:lnTo>
                  <a:pt x="934" y="46568"/>
                </a:lnTo>
                <a:close/>
                <a:moveTo>
                  <a:pt x="5004" y="57475"/>
                </a:moveTo>
                <a:lnTo>
                  <a:pt x="10708" y="57475"/>
                </a:lnTo>
                <a:lnTo>
                  <a:pt x="14444" y="61178"/>
                </a:lnTo>
                <a:lnTo>
                  <a:pt x="6672" y="61178"/>
                </a:lnTo>
                <a:lnTo>
                  <a:pt x="5004" y="59510"/>
                </a:lnTo>
                <a:close/>
                <a:moveTo>
                  <a:pt x="14444" y="61979"/>
                </a:moveTo>
                <a:lnTo>
                  <a:pt x="10708" y="65681"/>
                </a:lnTo>
                <a:lnTo>
                  <a:pt x="5004" y="65681"/>
                </a:lnTo>
                <a:lnTo>
                  <a:pt x="5004" y="63646"/>
                </a:lnTo>
                <a:lnTo>
                  <a:pt x="6672" y="61979"/>
                </a:lnTo>
                <a:close/>
                <a:moveTo>
                  <a:pt x="4904" y="67049"/>
                </a:moveTo>
                <a:lnTo>
                  <a:pt x="6405" y="68583"/>
                </a:lnTo>
                <a:lnTo>
                  <a:pt x="6405" y="73253"/>
                </a:lnTo>
                <a:lnTo>
                  <a:pt x="3103" y="76589"/>
                </a:lnTo>
                <a:lnTo>
                  <a:pt x="934" y="76589"/>
                </a:lnTo>
                <a:lnTo>
                  <a:pt x="4904" y="72620"/>
                </a:lnTo>
                <a:close/>
                <a:moveTo>
                  <a:pt x="3103" y="77356"/>
                </a:moveTo>
                <a:lnTo>
                  <a:pt x="6438" y="80692"/>
                </a:lnTo>
                <a:lnTo>
                  <a:pt x="6438" y="85362"/>
                </a:lnTo>
                <a:lnTo>
                  <a:pt x="4904" y="86896"/>
                </a:lnTo>
                <a:lnTo>
                  <a:pt x="4904" y="81326"/>
                </a:lnTo>
                <a:lnTo>
                  <a:pt x="934" y="77356"/>
                </a:lnTo>
                <a:lnTo>
                  <a:pt x="3103" y="77356"/>
                </a:lnTo>
                <a:close/>
                <a:moveTo>
                  <a:pt x="5004" y="88264"/>
                </a:moveTo>
                <a:lnTo>
                  <a:pt x="10708" y="88264"/>
                </a:lnTo>
                <a:lnTo>
                  <a:pt x="14444" y="91967"/>
                </a:lnTo>
                <a:lnTo>
                  <a:pt x="6672" y="91967"/>
                </a:lnTo>
                <a:lnTo>
                  <a:pt x="5004" y="90299"/>
                </a:lnTo>
                <a:close/>
                <a:moveTo>
                  <a:pt x="14444" y="92767"/>
                </a:moveTo>
                <a:lnTo>
                  <a:pt x="10708" y="96470"/>
                </a:lnTo>
                <a:lnTo>
                  <a:pt x="5004" y="96470"/>
                </a:lnTo>
                <a:lnTo>
                  <a:pt x="5004" y="94435"/>
                </a:lnTo>
                <a:lnTo>
                  <a:pt x="6672" y="92767"/>
                </a:lnTo>
                <a:close/>
                <a:moveTo>
                  <a:pt x="4904" y="97838"/>
                </a:moveTo>
                <a:lnTo>
                  <a:pt x="6405" y="99372"/>
                </a:lnTo>
                <a:lnTo>
                  <a:pt x="6405" y="104042"/>
                </a:lnTo>
                <a:lnTo>
                  <a:pt x="3103" y="107378"/>
                </a:lnTo>
                <a:lnTo>
                  <a:pt x="934" y="107378"/>
                </a:lnTo>
                <a:lnTo>
                  <a:pt x="4904" y="103408"/>
                </a:lnTo>
                <a:close/>
                <a:moveTo>
                  <a:pt x="3103" y="108178"/>
                </a:moveTo>
                <a:lnTo>
                  <a:pt x="6438" y="111481"/>
                </a:lnTo>
                <a:lnTo>
                  <a:pt x="6438" y="116151"/>
                </a:lnTo>
                <a:lnTo>
                  <a:pt x="4904" y="117685"/>
                </a:lnTo>
                <a:lnTo>
                  <a:pt x="4904" y="112114"/>
                </a:lnTo>
                <a:lnTo>
                  <a:pt x="934" y="108178"/>
                </a:lnTo>
                <a:close/>
                <a:moveTo>
                  <a:pt x="6972" y="116718"/>
                </a:moveTo>
                <a:lnTo>
                  <a:pt x="11675" y="116718"/>
                </a:lnTo>
                <a:lnTo>
                  <a:pt x="14978" y="120054"/>
                </a:lnTo>
                <a:lnTo>
                  <a:pt x="14978" y="122222"/>
                </a:lnTo>
                <a:lnTo>
                  <a:pt x="11042" y="118252"/>
                </a:lnTo>
                <a:lnTo>
                  <a:pt x="5438" y="118252"/>
                </a:lnTo>
                <a:close/>
                <a:moveTo>
                  <a:pt x="15778" y="120054"/>
                </a:moveTo>
                <a:lnTo>
                  <a:pt x="19081" y="116718"/>
                </a:lnTo>
                <a:lnTo>
                  <a:pt x="23784" y="116718"/>
                </a:lnTo>
                <a:lnTo>
                  <a:pt x="25319" y="118252"/>
                </a:lnTo>
                <a:lnTo>
                  <a:pt x="19748" y="118252"/>
                </a:lnTo>
                <a:lnTo>
                  <a:pt x="15778" y="122222"/>
                </a:lnTo>
                <a:lnTo>
                  <a:pt x="15778" y="120054"/>
                </a:lnTo>
                <a:close/>
                <a:moveTo>
                  <a:pt x="26653" y="112448"/>
                </a:moveTo>
                <a:lnTo>
                  <a:pt x="30389" y="108712"/>
                </a:lnTo>
                <a:lnTo>
                  <a:pt x="30389" y="116484"/>
                </a:lnTo>
                <a:lnTo>
                  <a:pt x="28688" y="118152"/>
                </a:lnTo>
                <a:lnTo>
                  <a:pt x="26653" y="118152"/>
                </a:lnTo>
                <a:lnTo>
                  <a:pt x="26653" y="112448"/>
                </a:lnTo>
                <a:close/>
                <a:moveTo>
                  <a:pt x="31189" y="108712"/>
                </a:moveTo>
                <a:lnTo>
                  <a:pt x="34892" y="112448"/>
                </a:lnTo>
                <a:lnTo>
                  <a:pt x="34892" y="118152"/>
                </a:lnTo>
                <a:lnTo>
                  <a:pt x="32857" y="118152"/>
                </a:lnTo>
                <a:lnTo>
                  <a:pt x="31189" y="116484"/>
                </a:lnTo>
                <a:close/>
                <a:moveTo>
                  <a:pt x="37761" y="116718"/>
                </a:moveTo>
                <a:lnTo>
                  <a:pt x="42464" y="116718"/>
                </a:lnTo>
                <a:lnTo>
                  <a:pt x="45767" y="120054"/>
                </a:lnTo>
                <a:lnTo>
                  <a:pt x="45767" y="122222"/>
                </a:lnTo>
                <a:lnTo>
                  <a:pt x="41830" y="118252"/>
                </a:lnTo>
                <a:lnTo>
                  <a:pt x="36226" y="118252"/>
                </a:lnTo>
                <a:close/>
                <a:moveTo>
                  <a:pt x="46567" y="120054"/>
                </a:moveTo>
                <a:lnTo>
                  <a:pt x="49903" y="116718"/>
                </a:lnTo>
                <a:lnTo>
                  <a:pt x="54573" y="116718"/>
                </a:lnTo>
                <a:lnTo>
                  <a:pt x="56107" y="118252"/>
                </a:lnTo>
                <a:lnTo>
                  <a:pt x="50537" y="118252"/>
                </a:lnTo>
                <a:lnTo>
                  <a:pt x="46567" y="122222"/>
                </a:lnTo>
                <a:close/>
                <a:moveTo>
                  <a:pt x="57475" y="112448"/>
                </a:moveTo>
                <a:lnTo>
                  <a:pt x="61178" y="108712"/>
                </a:lnTo>
                <a:lnTo>
                  <a:pt x="61178" y="116484"/>
                </a:lnTo>
                <a:lnTo>
                  <a:pt x="59510" y="118152"/>
                </a:lnTo>
                <a:lnTo>
                  <a:pt x="57475" y="118152"/>
                </a:lnTo>
                <a:close/>
                <a:moveTo>
                  <a:pt x="61978" y="108712"/>
                </a:moveTo>
                <a:lnTo>
                  <a:pt x="65681" y="112448"/>
                </a:lnTo>
                <a:lnTo>
                  <a:pt x="65681" y="118152"/>
                </a:lnTo>
                <a:lnTo>
                  <a:pt x="63646" y="118152"/>
                </a:lnTo>
                <a:lnTo>
                  <a:pt x="61978" y="116484"/>
                </a:lnTo>
                <a:close/>
                <a:moveTo>
                  <a:pt x="68583" y="116718"/>
                </a:moveTo>
                <a:lnTo>
                  <a:pt x="73253" y="116718"/>
                </a:lnTo>
                <a:lnTo>
                  <a:pt x="76555" y="120054"/>
                </a:lnTo>
                <a:lnTo>
                  <a:pt x="76555" y="122222"/>
                </a:lnTo>
                <a:lnTo>
                  <a:pt x="72619" y="118252"/>
                </a:lnTo>
                <a:lnTo>
                  <a:pt x="67048" y="118252"/>
                </a:lnTo>
                <a:close/>
                <a:moveTo>
                  <a:pt x="77356" y="120054"/>
                </a:moveTo>
                <a:lnTo>
                  <a:pt x="80691" y="116718"/>
                </a:lnTo>
                <a:lnTo>
                  <a:pt x="85361" y="116718"/>
                </a:lnTo>
                <a:lnTo>
                  <a:pt x="86896" y="118252"/>
                </a:lnTo>
                <a:lnTo>
                  <a:pt x="81325" y="118252"/>
                </a:lnTo>
                <a:lnTo>
                  <a:pt x="77356" y="122222"/>
                </a:lnTo>
                <a:lnTo>
                  <a:pt x="77356" y="120054"/>
                </a:lnTo>
                <a:close/>
                <a:moveTo>
                  <a:pt x="88264" y="112448"/>
                </a:moveTo>
                <a:lnTo>
                  <a:pt x="91966" y="108712"/>
                </a:lnTo>
                <a:lnTo>
                  <a:pt x="91966" y="116484"/>
                </a:lnTo>
                <a:lnTo>
                  <a:pt x="90298" y="118152"/>
                </a:lnTo>
                <a:lnTo>
                  <a:pt x="88264" y="118152"/>
                </a:lnTo>
                <a:close/>
                <a:moveTo>
                  <a:pt x="92767" y="108712"/>
                </a:moveTo>
                <a:lnTo>
                  <a:pt x="96469" y="112448"/>
                </a:lnTo>
                <a:lnTo>
                  <a:pt x="96469" y="118152"/>
                </a:lnTo>
                <a:lnTo>
                  <a:pt x="94435" y="118152"/>
                </a:lnTo>
                <a:lnTo>
                  <a:pt x="92767" y="116484"/>
                </a:lnTo>
                <a:close/>
                <a:moveTo>
                  <a:pt x="99371" y="116718"/>
                </a:moveTo>
                <a:lnTo>
                  <a:pt x="104041" y="116718"/>
                </a:lnTo>
                <a:lnTo>
                  <a:pt x="107377" y="120054"/>
                </a:lnTo>
                <a:lnTo>
                  <a:pt x="107377" y="122222"/>
                </a:lnTo>
                <a:lnTo>
                  <a:pt x="103408" y="118252"/>
                </a:lnTo>
                <a:lnTo>
                  <a:pt x="97837" y="118252"/>
                </a:lnTo>
                <a:close/>
                <a:moveTo>
                  <a:pt x="108144" y="120054"/>
                </a:moveTo>
                <a:lnTo>
                  <a:pt x="111480" y="116718"/>
                </a:lnTo>
                <a:lnTo>
                  <a:pt x="116150" y="116718"/>
                </a:lnTo>
                <a:lnTo>
                  <a:pt x="117685" y="118252"/>
                </a:lnTo>
                <a:lnTo>
                  <a:pt x="112114" y="118252"/>
                </a:lnTo>
                <a:lnTo>
                  <a:pt x="108144" y="122222"/>
                </a:lnTo>
                <a:lnTo>
                  <a:pt x="108144" y="120054"/>
                </a:lnTo>
                <a:close/>
                <a:moveTo>
                  <a:pt x="119052" y="112448"/>
                </a:moveTo>
                <a:lnTo>
                  <a:pt x="122755" y="108712"/>
                </a:lnTo>
                <a:lnTo>
                  <a:pt x="122755" y="116484"/>
                </a:lnTo>
                <a:lnTo>
                  <a:pt x="121087" y="118152"/>
                </a:lnTo>
                <a:lnTo>
                  <a:pt x="119052" y="118152"/>
                </a:lnTo>
                <a:close/>
                <a:moveTo>
                  <a:pt x="123555" y="108712"/>
                </a:moveTo>
                <a:lnTo>
                  <a:pt x="127258" y="112448"/>
                </a:lnTo>
                <a:lnTo>
                  <a:pt x="127258" y="118152"/>
                </a:lnTo>
                <a:lnTo>
                  <a:pt x="125223" y="118152"/>
                </a:lnTo>
                <a:lnTo>
                  <a:pt x="123555" y="116484"/>
                </a:lnTo>
                <a:lnTo>
                  <a:pt x="123555" y="108712"/>
                </a:lnTo>
                <a:close/>
                <a:moveTo>
                  <a:pt x="130160" y="116718"/>
                </a:moveTo>
                <a:lnTo>
                  <a:pt x="134830" y="116718"/>
                </a:lnTo>
                <a:lnTo>
                  <a:pt x="138166" y="120054"/>
                </a:lnTo>
                <a:lnTo>
                  <a:pt x="138166" y="122222"/>
                </a:lnTo>
                <a:lnTo>
                  <a:pt x="134196" y="118252"/>
                </a:lnTo>
                <a:lnTo>
                  <a:pt x="128626" y="118252"/>
                </a:lnTo>
                <a:close/>
                <a:moveTo>
                  <a:pt x="138933" y="120054"/>
                </a:moveTo>
                <a:lnTo>
                  <a:pt x="142269" y="116718"/>
                </a:lnTo>
                <a:lnTo>
                  <a:pt x="146939" y="116718"/>
                </a:lnTo>
                <a:lnTo>
                  <a:pt x="148473" y="118252"/>
                </a:lnTo>
                <a:lnTo>
                  <a:pt x="142903" y="118252"/>
                </a:lnTo>
                <a:lnTo>
                  <a:pt x="138933" y="122222"/>
                </a:lnTo>
                <a:close/>
                <a:moveTo>
                  <a:pt x="149841" y="112448"/>
                </a:moveTo>
                <a:lnTo>
                  <a:pt x="153543" y="108712"/>
                </a:lnTo>
                <a:lnTo>
                  <a:pt x="153543" y="116484"/>
                </a:lnTo>
                <a:lnTo>
                  <a:pt x="151876" y="118152"/>
                </a:lnTo>
                <a:lnTo>
                  <a:pt x="149841" y="118152"/>
                </a:lnTo>
                <a:lnTo>
                  <a:pt x="149841" y="112448"/>
                </a:lnTo>
                <a:close/>
                <a:moveTo>
                  <a:pt x="154344" y="108712"/>
                </a:moveTo>
                <a:lnTo>
                  <a:pt x="158047" y="112448"/>
                </a:lnTo>
                <a:lnTo>
                  <a:pt x="158047" y="118152"/>
                </a:lnTo>
                <a:lnTo>
                  <a:pt x="156012" y="118152"/>
                </a:lnTo>
                <a:lnTo>
                  <a:pt x="154344" y="116484"/>
                </a:lnTo>
                <a:lnTo>
                  <a:pt x="154344" y="108712"/>
                </a:lnTo>
                <a:close/>
                <a:moveTo>
                  <a:pt x="160949" y="116718"/>
                </a:moveTo>
                <a:lnTo>
                  <a:pt x="165619" y="116718"/>
                </a:lnTo>
                <a:lnTo>
                  <a:pt x="168954" y="120054"/>
                </a:lnTo>
                <a:lnTo>
                  <a:pt x="168954" y="122222"/>
                </a:lnTo>
                <a:lnTo>
                  <a:pt x="164985" y="118252"/>
                </a:lnTo>
                <a:lnTo>
                  <a:pt x="159414" y="118252"/>
                </a:lnTo>
                <a:close/>
                <a:moveTo>
                  <a:pt x="169755" y="120054"/>
                </a:moveTo>
                <a:lnTo>
                  <a:pt x="173057" y="116718"/>
                </a:lnTo>
                <a:lnTo>
                  <a:pt x="177761" y="116718"/>
                </a:lnTo>
                <a:lnTo>
                  <a:pt x="179262" y="118252"/>
                </a:lnTo>
                <a:lnTo>
                  <a:pt x="173691" y="118252"/>
                </a:lnTo>
                <a:lnTo>
                  <a:pt x="169755" y="122222"/>
                </a:lnTo>
                <a:close/>
                <a:moveTo>
                  <a:pt x="180629" y="112448"/>
                </a:moveTo>
                <a:lnTo>
                  <a:pt x="184332" y="108712"/>
                </a:lnTo>
                <a:lnTo>
                  <a:pt x="184332" y="116484"/>
                </a:lnTo>
                <a:lnTo>
                  <a:pt x="182664" y="118152"/>
                </a:lnTo>
                <a:lnTo>
                  <a:pt x="180629" y="118152"/>
                </a:lnTo>
                <a:lnTo>
                  <a:pt x="180629" y="112448"/>
                </a:lnTo>
                <a:close/>
                <a:moveTo>
                  <a:pt x="185133" y="108712"/>
                </a:moveTo>
                <a:lnTo>
                  <a:pt x="188869" y="112448"/>
                </a:lnTo>
                <a:lnTo>
                  <a:pt x="188869" y="118152"/>
                </a:lnTo>
                <a:lnTo>
                  <a:pt x="186801" y="118152"/>
                </a:lnTo>
                <a:lnTo>
                  <a:pt x="185133" y="116484"/>
                </a:lnTo>
                <a:lnTo>
                  <a:pt x="185133" y="108712"/>
                </a:lnTo>
                <a:close/>
                <a:moveTo>
                  <a:pt x="191737" y="116718"/>
                </a:moveTo>
                <a:lnTo>
                  <a:pt x="196441" y="116718"/>
                </a:lnTo>
                <a:lnTo>
                  <a:pt x="199743" y="120054"/>
                </a:lnTo>
                <a:lnTo>
                  <a:pt x="199743" y="122222"/>
                </a:lnTo>
                <a:lnTo>
                  <a:pt x="195807" y="118252"/>
                </a:lnTo>
                <a:lnTo>
                  <a:pt x="190203" y="118252"/>
                </a:lnTo>
                <a:close/>
                <a:moveTo>
                  <a:pt x="200544" y="120054"/>
                </a:moveTo>
                <a:lnTo>
                  <a:pt x="203846" y="116718"/>
                </a:lnTo>
                <a:lnTo>
                  <a:pt x="208549" y="116718"/>
                </a:lnTo>
                <a:lnTo>
                  <a:pt x="210084" y="118252"/>
                </a:lnTo>
                <a:lnTo>
                  <a:pt x="204480" y="118252"/>
                </a:lnTo>
                <a:lnTo>
                  <a:pt x="200544" y="122222"/>
                </a:lnTo>
                <a:close/>
                <a:moveTo>
                  <a:pt x="211418" y="112448"/>
                </a:moveTo>
                <a:lnTo>
                  <a:pt x="215154" y="108712"/>
                </a:lnTo>
                <a:lnTo>
                  <a:pt x="215154" y="116484"/>
                </a:lnTo>
                <a:lnTo>
                  <a:pt x="213453" y="118152"/>
                </a:lnTo>
                <a:lnTo>
                  <a:pt x="211418" y="118152"/>
                </a:lnTo>
                <a:lnTo>
                  <a:pt x="211418" y="112448"/>
                </a:lnTo>
                <a:close/>
                <a:moveTo>
                  <a:pt x="215921" y="108712"/>
                </a:moveTo>
                <a:lnTo>
                  <a:pt x="219657" y="112448"/>
                </a:lnTo>
                <a:lnTo>
                  <a:pt x="219657" y="118152"/>
                </a:lnTo>
                <a:lnTo>
                  <a:pt x="217623" y="118152"/>
                </a:lnTo>
                <a:lnTo>
                  <a:pt x="215921" y="116484"/>
                </a:lnTo>
                <a:lnTo>
                  <a:pt x="215921" y="108712"/>
                </a:lnTo>
                <a:close/>
                <a:moveTo>
                  <a:pt x="222526" y="116718"/>
                </a:moveTo>
                <a:lnTo>
                  <a:pt x="227229" y="116718"/>
                </a:lnTo>
                <a:lnTo>
                  <a:pt x="230532" y="120054"/>
                </a:lnTo>
                <a:lnTo>
                  <a:pt x="230532" y="122222"/>
                </a:lnTo>
                <a:lnTo>
                  <a:pt x="226596" y="118252"/>
                </a:lnTo>
                <a:lnTo>
                  <a:pt x="220992" y="118252"/>
                </a:lnTo>
                <a:close/>
                <a:moveTo>
                  <a:pt x="231332" y="120054"/>
                </a:moveTo>
                <a:lnTo>
                  <a:pt x="234635" y="116718"/>
                </a:lnTo>
                <a:lnTo>
                  <a:pt x="239338" y="116718"/>
                </a:lnTo>
                <a:lnTo>
                  <a:pt x="240873" y="118252"/>
                </a:lnTo>
                <a:lnTo>
                  <a:pt x="235269" y="118252"/>
                </a:lnTo>
                <a:lnTo>
                  <a:pt x="231332" y="122222"/>
                </a:lnTo>
                <a:lnTo>
                  <a:pt x="231332" y="120054"/>
                </a:lnTo>
                <a:close/>
                <a:moveTo>
                  <a:pt x="241406" y="117685"/>
                </a:moveTo>
                <a:lnTo>
                  <a:pt x="239905" y="116184"/>
                </a:lnTo>
                <a:lnTo>
                  <a:pt x="239905" y="111481"/>
                </a:lnTo>
                <a:lnTo>
                  <a:pt x="243208" y="108178"/>
                </a:lnTo>
                <a:lnTo>
                  <a:pt x="245376" y="108178"/>
                </a:lnTo>
                <a:lnTo>
                  <a:pt x="241406" y="112114"/>
                </a:lnTo>
                <a:lnTo>
                  <a:pt x="241406" y="117685"/>
                </a:lnTo>
                <a:close/>
                <a:moveTo>
                  <a:pt x="243208" y="107378"/>
                </a:moveTo>
                <a:lnTo>
                  <a:pt x="239872" y="104042"/>
                </a:lnTo>
                <a:lnTo>
                  <a:pt x="239872" y="99372"/>
                </a:lnTo>
                <a:lnTo>
                  <a:pt x="241406" y="97838"/>
                </a:lnTo>
                <a:lnTo>
                  <a:pt x="241406" y="103408"/>
                </a:lnTo>
                <a:lnTo>
                  <a:pt x="245376" y="107378"/>
                </a:lnTo>
                <a:lnTo>
                  <a:pt x="243208" y="107378"/>
                </a:lnTo>
                <a:close/>
                <a:moveTo>
                  <a:pt x="241306" y="96470"/>
                </a:moveTo>
                <a:lnTo>
                  <a:pt x="235602" y="96470"/>
                </a:lnTo>
                <a:lnTo>
                  <a:pt x="231866" y="92767"/>
                </a:lnTo>
                <a:lnTo>
                  <a:pt x="239638" y="92767"/>
                </a:lnTo>
                <a:lnTo>
                  <a:pt x="241306" y="94435"/>
                </a:lnTo>
                <a:lnTo>
                  <a:pt x="241306" y="96470"/>
                </a:lnTo>
                <a:close/>
                <a:moveTo>
                  <a:pt x="231866" y="91967"/>
                </a:moveTo>
                <a:lnTo>
                  <a:pt x="235602" y="88264"/>
                </a:lnTo>
                <a:lnTo>
                  <a:pt x="241306" y="88264"/>
                </a:lnTo>
                <a:lnTo>
                  <a:pt x="241306" y="90299"/>
                </a:lnTo>
                <a:lnTo>
                  <a:pt x="239638" y="91967"/>
                </a:lnTo>
                <a:close/>
                <a:moveTo>
                  <a:pt x="241406" y="86896"/>
                </a:moveTo>
                <a:lnTo>
                  <a:pt x="239905" y="85362"/>
                </a:lnTo>
                <a:lnTo>
                  <a:pt x="239905" y="80692"/>
                </a:lnTo>
                <a:lnTo>
                  <a:pt x="243208" y="77356"/>
                </a:lnTo>
                <a:lnTo>
                  <a:pt x="245376" y="77356"/>
                </a:lnTo>
                <a:lnTo>
                  <a:pt x="241406" y="81326"/>
                </a:lnTo>
                <a:lnTo>
                  <a:pt x="241406" y="86896"/>
                </a:lnTo>
                <a:close/>
                <a:moveTo>
                  <a:pt x="243208" y="76589"/>
                </a:moveTo>
                <a:lnTo>
                  <a:pt x="239872" y="73253"/>
                </a:lnTo>
                <a:lnTo>
                  <a:pt x="239872" y="68583"/>
                </a:lnTo>
                <a:lnTo>
                  <a:pt x="241406" y="67049"/>
                </a:lnTo>
                <a:lnTo>
                  <a:pt x="241406" y="72620"/>
                </a:lnTo>
                <a:lnTo>
                  <a:pt x="245376" y="76589"/>
                </a:lnTo>
                <a:lnTo>
                  <a:pt x="243208" y="76589"/>
                </a:lnTo>
                <a:close/>
                <a:moveTo>
                  <a:pt x="241306" y="65681"/>
                </a:moveTo>
                <a:lnTo>
                  <a:pt x="235602" y="65681"/>
                </a:lnTo>
                <a:lnTo>
                  <a:pt x="231866" y="61979"/>
                </a:lnTo>
                <a:lnTo>
                  <a:pt x="239638" y="61979"/>
                </a:lnTo>
                <a:lnTo>
                  <a:pt x="241306" y="63646"/>
                </a:lnTo>
                <a:lnTo>
                  <a:pt x="241306" y="65681"/>
                </a:lnTo>
                <a:close/>
                <a:moveTo>
                  <a:pt x="231866" y="61178"/>
                </a:moveTo>
                <a:lnTo>
                  <a:pt x="235602" y="57475"/>
                </a:lnTo>
                <a:lnTo>
                  <a:pt x="241306" y="57475"/>
                </a:lnTo>
                <a:lnTo>
                  <a:pt x="241306" y="59510"/>
                </a:lnTo>
                <a:lnTo>
                  <a:pt x="239638" y="61178"/>
                </a:lnTo>
                <a:close/>
                <a:moveTo>
                  <a:pt x="241406" y="56108"/>
                </a:moveTo>
                <a:lnTo>
                  <a:pt x="239905" y="54573"/>
                </a:lnTo>
                <a:lnTo>
                  <a:pt x="239905" y="49903"/>
                </a:lnTo>
                <a:lnTo>
                  <a:pt x="243208" y="46568"/>
                </a:lnTo>
                <a:lnTo>
                  <a:pt x="245376" y="46568"/>
                </a:lnTo>
                <a:lnTo>
                  <a:pt x="241406" y="50537"/>
                </a:lnTo>
                <a:lnTo>
                  <a:pt x="241406" y="56108"/>
                </a:lnTo>
                <a:close/>
                <a:moveTo>
                  <a:pt x="243208" y="45800"/>
                </a:moveTo>
                <a:lnTo>
                  <a:pt x="239872" y="42465"/>
                </a:lnTo>
                <a:lnTo>
                  <a:pt x="239872" y="37795"/>
                </a:lnTo>
                <a:lnTo>
                  <a:pt x="241406" y="36260"/>
                </a:lnTo>
                <a:lnTo>
                  <a:pt x="241406" y="41831"/>
                </a:lnTo>
                <a:lnTo>
                  <a:pt x="245376" y="45800"/>
                </a:lnTo>
                <a:close/>
                <a:moveTo>
                  <a:pt x="241306" y="34893"/>
                </a:moveTo>
                <a:lnTo>
                  <a:pt x="235602" y="34893"/>
                </a:lnTo>
                <a:lnTo>
                  <a:pt x="231866" y="31190"/>
                </a:lnTo>
                <a:lnTo>
                  <a:pt x="239638" y="31190"/>
                </a:lnTo>
                <a:lnTo>
                  <a:pt x="241306" y="32858"/>
                </a:lnTo>
                <a:lnTo>
                  <a:pt x="241306" y="34893"/>
                </a:lnTo>
                <a:close/>
                <a:moveTo>
                  <a:pt x="231866" y="30389"/>
                </a:moveTo>
                <a:lnTo>
                  <a:pt x="235602" y="26653"/>
                </a:lnTo>
                <a:lnTo>
                  <a:pt x="241306" y="26653"/>
                </a:lnTo>
                <a:lnTo>
                  <a:pt x="241306" y="28721"/>
                </a:lnTo>
                <a:lnTo>
                  <a:pt x="239638" y="30389"/>
                </a:lnTo>
                <a:close/>
                <a:moveTo>
                  <a:pt x="241406" y="25319"/>
                </a:moveTo>
                <a:lnTo>
                  <a:pt x="239905" y="23785"/>
                </a:lnTo>
                <a:lnTo>
                  <a:pt x="239905" y="19115"/>
                </a:lnTo>
                <a:lnTo>
                  <a:pt x="243208" y="15779"/>
                </a:lnTo>
                <a:lnTo>
                  <a:pt x="245376" y="15779"/>
                </a:lnTo>
                <a:lnTo>
                  <a:pt x="241406" y="19748"/>
                </a:lnTo>
                <a:lnTo>
                  <a:pt x="241406" y="25319"/>
                </a:lnTo>
                <a:close/>
                <a:moveTo>
                  <a:pt x="243208" y="15012"/>
                </a:moveTo>
                <a:lnTo>
                  <a:pt x="239872" y="11676"/>
                </a:lnTo>
                <a:lnTo>
                  <a:pt x="239872" y="6973"/>
                </a:lnTo>
                <a:lnTo>
                  <a:pt x="241406" y="5471"/>
                </a:lnTo>
                <a:lnTo>
                  <a:pt x="241406" y="11042"/>
                </a:lnTo>
                <a:lnTo>
                  <a:pt x="245376" y="15012"/>
                </a:lnTo>
                <a:lnTo>
                  <a:pt x="243208" y="15012"/>
                </a:lnTo>
                <a:close/>
                <a:moveTo>
                  <a:pt x="239638" y="401"/>
                </a:moveTo>
                <a:lnTo>
                  <a:pt x="241306" y="2069"/>
                </a:lnTo>
                <a:lnTo>
                  <a:pt x="241306" y="4104"/>
                </a:lnTo>
                <a:lnTo>
                  <a:pt x="235602" y="4104"/>
                </a:lnTo>
                <a:lnTo>
                  <a:pt x="231866" y="401"/>
                </a:lnTo>
                <a:close/>
                <a:moveTo>
                  <a:pt x="229965" y="401"/>
                </a:moveTo>
                <a:lnTo>
                  <a:pt x="226262" y="4104"/>
                </a:lnTo>
                <a:lnTo>
                  <a:pt x="220558" y="4104"/>
                </a:lnTo>
                <a:lnTo>
                  <a:pt x="220558" y="2069"/>
                </a:lnTo>
                <a:lnTo>
                  <a:pt x="222226" y="401"/>
                </a:lnTo>
                <a:close/>
                <a:moveTo>
                  <a:pt x="219290" y="401"/>
                </a:moveTo>
                <a:lnTo>
                  <a:pt x="221092" y="401"/>
                </a:lnTo>
                <a:lnTo>
                  <a:pt x="219757" y="1735"/>
                </a:lnTo>
                <a:lnTo>
                  <a:pt x="219757" y="3804"/>
                </a:lnTo>
                <a:lnTo>
                  <a:pt x="218457" y="2503"/>
                </a:lnTo>
                <a:lnTo>
                  <a:pt x="218457" y="1202"/>
                </a:lnTo>
                <a:close/>
                <a:moveTo>
                  <a:pt x="216755" y="2936"/>
                </a:moveTo>
                <a:lnTo>
                  <a:pt x="218056" y="2936"/>
                </a:lnTo>
                <a:lnTo>
                  <a:pt x="219324" y="4204"/>
                </a:lnTo>
                <a:lnTo>
                  <a:pt x="217456" y="4204"/>
                </a:lnTo>
                <a:lnTo>
                  <a:pt x="217156" y="4337"/>
                </a:lnTo>
                <a:lnTo>
                  <a:pt x="215921" y="5572"/>
                </a:lnTo>
                <a:lnTo>
                  <a:pt x="215921" y="3770"/>
                </a:lnTo>
                <a:close/>
                <a:moveTo>
                  <a:pt x="214320" y="2936"/>
                </a:moveTo>
                <a:lnTo>
                  <a:pt x="215154" y="3737"/>
                </a:lnTo>
                <a:lnTo>
                  <a:pt x="215154" y="5572"/>
                </a:lnTo>
                <a:lnTo>
                  <a:pt x="213887" y="4337"/>
                </a:lnTo>
                <a:lnTo>
                  <a:pt x="213620" y="4204"/>
                </a:lnTo>
                <a:lnTo>
                  <a:pt x="211718" y="4204"/>
                </a:lnTo>
                <a:lnTo>
                  <a:pt x="213019" y="2936"/>
                </a:lnTo>
                <a:lnTo>
                  <a:pt x="214320" y="2936"/>
                </a:lnTo>
                <a:close/>
                <a:moveTo>
                  <a:pt x="211785" y="401"/>
                </a:moveTo>
                <a:lnTo>
                  <a:pt x="212586" y="1202"/>
                </a:lnTo>
                <a:lnTo>
                  <a:pt x="212586" y="2503"/>
                </a:lnTo>
                <a:lnTo>
                  <a:pt x="211318" y="3804"/>
                </a:lnTo>
                <a:lnTo>
                  <a:pt x="211318" y="1735"/>
                </a:lnTo>
                <a:lnTo>
                  <a:pt x="209950" y="401"/>
                </a:lnTo>
                <a:lnTo>
                  <a:pt x="211785" y="401"/>
                </a:lnTo>
                <a:close/>
                <a:moveTo>
                  <a:pt x="208850" y="401"/>
                </a:moveTo>
                <a:lnTo>
                  <a:pt x="210518" y="2069"/>
                </a:lnTo>
                <a:lnTo>
                  <a:pt x="210518" y="4104"/>
                </a:lnTo>
                <a:lnTo>
                  <a:pt x="204813" y="4104"/>
                </a:lnTo>
                <a:lnTo>
                  <a:pt x="201077" y="401"/>
                </a:lnTo>
                <a:close/>
                <a:moveTo>
                  <a:pt x="199176" y="401"/>
                </a:moveTo>
                <a:lnTo>
                  <a:pt x="195473" y="4104"/>
                </a:lnTo>
                <a:lnTo>
                  <a:pt x="189736" y="4104"/>
                </a:lnTo>
                <a:lnTo>
                  <a:pt x="189736" y="2069"/>
                </a:lnTo>
                <a:lnTo>
                  <a:pt x="191437" y="401"/>
                </a:lnTo>
                <a:close/>
                <a:moveTo>
                  <a:pt x="188502" y="401"/>
                </a:moveTo>
                <a:lnTo>
                  <a:pt x="190303" y="401"/>
                </a:lnTo>
                <a:lnTo>
                  <a:pt x="188969" y="1735"/>
                </a:lnTo>
                <a:lnTo>
                  <a:pt x="188969" y="3804"/>
                </a:lnTo>
                <a:lnTo>
                  <a:pt x="187668" y="2503"/>
                </a:lnTo>
                <a:lnTo>
                  <a:pt x="187668" y="1202"/>
                </a:lnTo>
                <a:close/>
                <a:moveTo>
                  <a:pt x="185967" y="2936"/>
                </a:moveTo>
                <a:lnTo>
                  <a:pt x="187268" y="2936"/>
                </a:lnTo>
                <a:lnTo>
                  <a:pt x="188535" y="4204"/>
                </a:lnTo>
                <a:lnTo>
                  <a:pt x="186667" y="4204"/>
                </a:lnTo>
                <a:lnTo>
                  <a:pt x="186367" y="4337"/>
                </a:lnTo>
                <a:lnTo>
                  <a:pt x="185133" y="5572"/>
                </a:lnTo>
                <a:lnTo>
                  <a:pt x="185133" y="3770"/>
                </a:lnTo>
                <a:close/>
                <a:moveTo>
                  <a:pt x="183532" y="2936"/>
                </a:moveTo>
                <a:lnTo>
                  <a:pt x="184332" y="3737"/>
                </a:lnTo>
                <a:lnTo>
                  <a:pt x="184332" y="5572"/>
                </a:lnTo>
                <a:lnTo>
                  <a:pt x="183098" y="4337"/>
                </a:lnTo>
                <a:lnTo>
                  <a:pt x="182831" y="4204"/>
                </a:lnTo>
                <a:lnTo>
                  <a:pt x="180930" y="4204"/>
                </a:lnTo>
                <a:lnTo>
                  <a:pt x="182231" y="2936"/>
                </a:lnTo>
                <a:lnTo>
                  <a:pt x="183532" y="2936"/>
                </a:lnTo>
                <a:close/>
                <a:moveTo>
                  <a:pt x="180996" y="401"/>
                </a:moveTo>
                <a:lnTo>
                  <a:pt x="181797" y="1202"/>
                </a:lnTo>
                <a:lnTo>
                  <a:pt x="181797" y="2503"/>
                </a:lnTo>
                <a:lnTo>
                  <a:pt x="180529" y="3804"/>
                </a:lnTo>
                <a:lnTo>
                  <a:pt x="180529" y="1735"/>
                </a:lnTo>
                <a:lnTo>
                  <a:pt x="179162" y="401"/>
                </a:lnTo>
                <a:lnTo>
                  <a:pt x="180996" y="401"/>
                </a:lnTo>
                <a:close/>
                <a:moveTo>
                  <a:pt x="178061" y="401"/>
                </a:moveTo>
                <a:lnTo>
                  <a:pt x="179729" y="2069"/>
                </a:lnTo>
                <a:lnTo>
                  <a:pt x="179729" y="4104"/>
                </a:lnTo>
                <a:lnTo>
                  <a:pt x="174025" y="4104"/>
                </a:lnTo>
                <a:lnTo>
                  <a:pt x="170289" y="401"/>
                </a:lnTo>
                <a:close/>
                <a:moveTo>
                  <a:pt x="168387" y="401"/>
                </a:moveTo>
                <a:lnTo>
                  <a:pt x="164685" y="4104"/>
                </a:lnTo>
                <a:lnTo>
                  <a:pt x="158947" y="4104"/>
                </a:lnTo>
                <a:lnTo>
                  <a:pt x="158947" y="2069"/>
                </a:lnTo>
                <a:lnTo>
                  <a:pt x="160649" y="401"/>
                </a:lnTo>
                <a:close/>
                <a:moveTo>
                  <a:pt x="157713" y="401"/>
                </a:moveTo>
                <a:lnTo>
                  <a:pt x="159514" y="401"/>
                </a:lnTo>
                <a:lnTo>
                  <a:pt x="158180" y="1735"/>
                </a:lnTo>
                <a:lnTo>
                  <a:pt x="158180" y="3804"/>
                </a:lnTo>
                <a:lnTo>
                  <a:pt x="156879" y="2503"/>
                </a:lnTo>
                <a:lnTo>
                  <a:pt x="156879" y="1202"/>
                </a:lnTo>
                <a:close/>
                <a:moveTo>
                  <a:pt x="155178" y="2936"/>
                </a:moveTo>
                <a:lnTo>
                  <a:pt x="156479" y="2936"/>
                </a:lnTo>
                <a:lnTo>
                  <a:pt x="157746" y="4204"/>
                </a:lnTo>
                <a:lnTo>
                  <a:pt x="155845" y="4204"/>
                </a:lnTo>
                <a:lnTo>
                  <a:pt x="155578" y="4337"/>
                </a:lnTo>
                <a:lnTo>
                  <a:pt x="154344" y="5572"/>
                </a:lnTo>
                <a:lnTo>
                  <a:pt x="154344" y="3770"/>
                </a:lnTo>
                <a:close/>
                <a:moveTo>
                  <a:pt x="152743" y="2936"/>
                </a:moveTo>
                <a:lnTo>
                  <a:pt x="153543" y="3737"/>
                </a:lnTo>
                <a:lnTo>
                  <a:pt x="153543" y="5572"/>
                </a:lnTo>
                <a:lnTo>
                  <a:pt x="152309" y="4337"/>
                </a:lnTo>
                <a:lnTo>
                  <a:pt x="152042" y="4204"/>
                </a:lnTo>
                <a:lnTo>
                  <a:pt x="150141" y="4204"/>
                </a:lnTo>
                <a:lnTo>
                  <a:pt x="151442" y="2936"/>
                </a:lnTo>
                <a:lnTo>
                  <a:pt x="152743" y="2936"/>
                </a:lnTo>
                <a:close/>
                <a:moveTo>
                  <a:pt x="150174" y="401"/>
                </a:moveTo>
                <a:lnTo>
                  <a:pt x="151008" y="1202"/>
                </a:lnTo>
                <a:lnTo>
                  <a:pt x="151008" y="2503"/>
                </a:lnTo>
                <a:lnTo>
                  <a:pt x="149741" y="3804"/>
                </a:lnTo>
                <a:lnTo>
                  <a:pt x="149741" y="1735"/>
                </a:lnTo>
                <a:lnTo>
                  <a:pt x="148373" y="401"/>
                </a:lnTo>
                <a:lnTo>
                  <a:pt x="150174" y="401"/>
                </a:lnTo>
                <a:close/>
                <a:moveTo>
                  <a:pt x="147272" y="401"/>
                </a:moveTo>
                <a:lnTo>
                  <a:pt x="148940" y="2069"/>
                </a:lnTo>
                <a:lnTo>
                  <a:pt x="148940" y="4104"/>
                </a:lnTo>
                <a:lnTo>
                  <a:pt x="143236" y="4104"/>
                </a:lnTo>
                <a:lnTo>
                  <a:pt x="139500" y="401"/>
                </a:lnTo>
                <a:close/>
                <a:moveTo>
                  <a:pt x="137599" y="401"/>
                </a:moveTo>
                <a:lnTo>
                  <a:pt x="133863" y="4104"/>
                </a:lnTo>
                <a:lnTo>
                  <a:pt x="128159" y="4104"/>
                </a:lnTo>
                <a:lnTo>
                  <a:pt x="128159" y="2069"/>
                </a:lnTo>
                <a:lnTo>
                  <a:pt x="129860" y="401"/>
                </a:lnTo>
                <a:close/>
                <a:moveTo>
                  <a:pt x="126924" y="401"/>
                </a:moveTo>
                <a:lnTo>
                  <a:pt x="128726" y="401"/>
                </a:lnTo>
                <a:lnTo>
                  <a:pt x="127391" y="1735"/>
                </a:lnTo>
                <a:lnTo>
                  <a:pt x="127391" y="3804"/>
                </a:lnTo>
                <a:lnTo>
                  <a:pt x="126091" y="2503"/>
                </a:lnTo>
                <a:lnTo>
                  <a:pt x="126091" y="1202"/>
                </a:lnTo>
                <a:close/>
                <a:moveTo>
                  <a:pt x="124389" y="2936"/>
                </a:moveTo>
                <a:lnTo>
                  <a:pt x="125657" y="2936"/>
                </a:lnTo>
                <a:lnTo>
                  <a:pt x="126958" y="4204"/>
                </a:lnTo>
                <a:lnTo>
                  <a:pt x="125056" y="4204"/>
                </a:lnTo>
                <a:lnTo>
                  <a:pt x="124790" y="4337"/>
                </a:lnTo>
                <a:lnTo>
                  <a:pt x="123555" y="5572"/>
                </a:lnTo>
                <a:lnTo>
                  <a:pt x="123555" y="3770"/>
                </a:lnTo>
                <a:close/>
                <a:moveTo>
                  <a:pt x="121954" y="2936"/>
                </a:moveTo>
                <a:lnTo>
                  <a:pt x="122755" y="3737"/>
                </a:lnTo>
                <a:lnTo>
                  <a:pt x="122755" y="5572"/>
                </a:lnTo>
                <a:lnTo>
                  <a:pt x="121521" y="4337"/>
                </a:lnTo>
                <a:lnTo>
                  <a:pt x="121254" y="4204"/>
                </a:lnTo>
                <a:lnTo>
                  <a:pt x="119352" y="4204"/>
                </a:lnTo>
                <a:lnTo>
                  <a:pt x="120653" y="2936"/>
                </a:lnTo>
                <a:lnTo>
                  <a:pt x="121954" y="2936"/>
                </a:lnTo>
                <a:close/>
                <a:moveTo>
                  <a:pt x="119386" y="401"/>
                </a:moveTo>
                <a:lnTo>
                  <a:pt x="120220" y="1202"/>
                </a:lnTo>
                <a:lnTo>
                  <a:pt x="120220" y="2503"/>
                </a:lnTo>
                <a:lnTo>
                  <a:pt x="118952" y="3804"/>
                </a:lnTo>
                <a:lnTo>
                  <a:pt x="118952" y="1735"/>
                </a:lnTo>
                <a:lnTo>
                  <a:pt x="117584" y="401"/>
                </a:lnTo>
                <a:lnTo>
                  <a:pt x="119386" y="401"/>
                </a:lnTo>
                <a:close/>
                <a:moveTo>
                  <a:pt x="116450" y="401"/>
                </a:moveTo>
                <a:lnTo>
                  <a:pt x="118152" y="2069"/>
                </a:lnTo>
                <a:lnTo>
                  <a:pt x="118152" y="4104"/>
                </a:lnTo>
                <a:lnTo>
                  <a:pt x="112447" y="4104"/>
                </a:lnTo>
                <a:lnTo>
                  <a:pt x="108711" y="401"/>
                </a:lnTo>
                <a:close/>
                <a:moveTo>
                  <a:pt x="106810" y="401"/>
                </a:moveTo>
                <a:lnTo>
                  <a:pt x="103074" y="4104"/>
                </a:lnTo>
                <a:lnTo>
                  <a:pt x="97370" y="4104"/>
                </a:lnTo>
                <a:lnTo>
                  <a:pt x="97370" y="2069"/>
                </a:lnTo>
                <a:lnTo>
                  <a:pt x="99071" y="401"/>
                </a:lnTo>
                <a:close/>
                <a:moveTo>
                  <a:pt x="96136" y="401"/>
                </a:moveTo>
                <a:lnTo>
                  <a:pt x="97937" y="401"/>
                </a:lnTo>
                <a:lnTo>
                  <a:pt x="96569" y="1735"/>
                </a:lnTo>
                <a:lnTo>
                  <a:pt x="96569" y="3804"/>
                </a:lnTo>
                <a:lnTo>
                  <a:pt x="95302" y="2503"/>
                </a:lnTo>
                <a:lnTo>
                  <a:pt x="95302" y="1202"/>
                </a:lnTo>
                <a:close/>
                <a:moveTo>
                  <a:pt x="93567" y="2936"/>
                </a:moveTo>
                <a:lnTo>
                  <a:pt x="94868" y="2936"/>
                </a:lnTo>
                <a:lnTo>
                  <a:pt x="96169" y="4204"/>
                </a:lnTo>
                <a:lnTo>
                  <a:pt x="94268" y="4204"/>
                </a:lnTo>
                <a:lnTo>
                  <a:pt x="94001" y="4337"/>
                </a:lnTo>
                <a:lnTo>
                  <a:pt x="92767" y="5572"/>
                </a:lnTo>
                <a:lnTo>
                  <a:pt x="92767" y="3770"/>
                </a:lnTo>
                <a:close/>
                <a:moveTo>
                  <a:pt x="91166" y="2936"/>
                </a:moveTo>
                <a:lnTo>
                  <a:pt x="91966" y="3737"/>
                </a:lnTo>
                <a:lnTo>
                  <a:pt x="91966" y="5572"/>
                </a:lnTo>
                <a:lnTo>
                  <a:pt x="90732" y="4337"/>
                </a:lnTo>
                <a:lnTo>
                  <a:pt x="90465" y="4204"/>
                </a:lnTo>
                <a:lnTo>
                  <a:pt x="88564" y="4204"/>
                </a:lnTo>
                <a:lnTo>
                  <a:pt x="89865" y="2936"/>
                </a:lnTo>
                <a:lnTo>
                  <a:pt x="91166" y="2936"/>
                </a:lnTo>
                <a:close/>
                <a:moveTo>
                  <a:pt x="88597" y="401"/>
                </a:moveTo>
                <a:lnTo>
                  <a:pt x="89431" y="1202"/>
                </a:lnTo>
                <a:lnTo>
                  <a:pt x="89431" y="2503"/>
                </a:lnTo>
                <a:lnTo>
                  <a:pt x="88130" y="3804"/>
                </a:lnTo>
                <a:lnTo>
                  <a:pt x="88130" y="1735"/>
                </a:lnTo>
                <a:lnTo>
                  <a:pt x="86796" y="401"/>
                </a:lnTo>
                <a:lnTo>
                  <a:pt x="88597" y="401"/>
                </a:lnTo>
                <a:close/>
                <a:moveTo>
                  <a:pt x="85662" y="401"/>
                </a:moveTo>
                <a:lnTo>
                  <a:pt x="87363" y="2069"/>
                </a:lnTo>
                <a:lnTo>
                  <a:pt x="87363" y="4104"/>
                </a:lnTo>
                <a:lnTo>
                  <a:pt x="81659" y="4104"/>
                </a:lnTo>
                <a:lnTo>
                  <a:pt x="77923" y="401"/>
                </a:lnTo>
                <a:close/>
                <a:moveTo>
                  <a:pt x="76021" y="401"/>
                </a:moveTo>
                <a:lnTo>
                  <a:pt x="72285" y="4104"/>
                </a:lnTo>
                <a:lnTo>
                  <a:pt x="66581" y="4104"/>
                </a:lnTo>
                <a:lnTo>
                  <a:pt x="66581" y="2069"/>
                </a:lnTo>
                <a:lnTo>
                  <a:pt x="68249" y="401"/>
                </a:lnTo>
                <a:close/>
                <a:moveTo>
                  <a:pt x="65347" y="401"/>
                </a:moveTo>
                <a:lnTo>
                  <a:pt x="67148" y="401"/>
                </a:lnTo>
                <a:lnTo>
                  <a:pt x="65781" y="1735"/>
                </a:lnTo>
                <a:lnTo>
                  <a:pt x="65781" y="3804"/>
                </a:lnTo>
                <a:lnTo>
                  <a:pt x="64513" y="2503"/>
                </a:lnTo>
                <a:lnTo>
                  <a:pt x="64513" y="1202"/>
                </a:lnTo>
                <a:close/>
                <a:moveTo>
                  <a:pt x="62779" y="2936"/>
                </a:moveTo>
                <a:lnTo>
                  <a:pt x="64080" y="2936"/>
                </a:lnTo>
                <a:lnTo>
                  <a:pt x="65381" y="4204"/>
                </a:lnTo>
                <a:lnTo>
                  <a:pt x="63479" y="4204"/>
                </a:lnTo>
                <a:lnTo>
                  <a:pt x="63212" y="4337"/>
                </a:lnTo>
                <a:lnTo>
                  <a:pt x="61978" y="5572"/>
                </a:lnTo>
                <a:lnTo>
                  <a:pt x="61978" y="3770"/>
                </a:lnTo>
                <a:close/>
                <a:moveTo>
                  <a:pt x="60344" y="2936"/>
                </a:moveTo>
                <a:lnTo>
                  <a:pt x="61178" y="3737"/>
                </a:lnTo>
                <a:lnTo>
                  <a:pt x="61178" y="5572"/>
                </a:lnTo>
                <a:lnTo>
                  <a:pt x="59943" y="4337"/>
                </a:lnTo>
                <a:lnTo>
                  <a:pt x="59676" y="4204"/>
                </a:lnTo>
                <a:lnTo>
                  <a:pt x="57775" y="4204"/>
                </a:lnTo>
                <a:lnTo>
                  <a:pt x="59043" y="2936"/>
                </a:lnTo>
                <a:lnTo>
                  <a:pt x="60344" y="2936"/>
                </a:lnTo>
                <a:close/>
                <a:moveTo>
                  <a:pt x="57808" y="401"/>
                </a:moveTo>
                <a:lnTo>
                  <a:pt x="58642" y="1202"/>
                </a:lnTo>
                <a:lnTo>
                  <a:pt x="58642" y="2503"/>
                </a:lnTo>
                <a:lnTo>
                  <a:pt x="57341" y="3804"/>
                </a:lnTo>
                <a:lnTo>
                  <a:pt x="57341" y="1735"/>
                </a:lnTo>
                <a:lnTo>
                  <a:pt x="56007" y="401"/>
                </a:lnTo>
                <a:lnTo>
                  <a:pt x="57808" y="401"/>
                </a:lnTo>
                <a:close/>
                <a:moveTo>
                  <a:pt x="54873" y="401"/>
                </a:moveTo>
                <a:lnTo>
                  <a:pt x="56574" y="2069"/>
                </a:lnTo>
                <a:lnTo>
                  <a:pt x="56574" y="4104"/>
                </a:lnTo>
                <a:lnTo>
                  <a:pt x="50837" y="4104"/>
                </a:lnTo>
                <a:lnTo>
                  <a:pt x="47134" y="401"/>
                </a:lnTo>
                <a:close/>
                <a:moveTo>
                  <a:pt x="45233" y="401"/>
                </a:moveTo>
                <a:lnTo>
                  <a:pt x="41497" y="4104"/>
                </a:lnTo>
                <a:lnTo>
                  <a:pt x="35793" y="4104"/>
                </a:lnTo>
                <a:lnTo>
                  <a:pt x="35793" y="2069"/>
                </a:lnTo>
                <a:lnTo>
                  <a:pt x="37461" y="401"/>
                </a:lnTo>
                <a:close/>
                <a:moveTo>
                  <a:pt x="34525" y="401"/>
                </a:moveTo>
                <a:lnTo>
                  <a:pt x="36360" y="401"/>
                </a:lnTo>
                <a:lnTo>
                  <a:pt x="34992" y="1735"/>
                </a:lnTo>
                <a:lnTo>
                  <a:pt x="34992" y="3804"/>
                </a:lnTo>
                <a:lnTo>
                  <a:pt x="33725" y="2503"/>
                </a:lnTo>
                <a:lnTo>
                  <a:pt x="33725" y="1202"/>
                </a:lnTo>
                <a:close/>
                <a:moveTo>
                  <a:pt x="31990" y="2936"/>
                </a:moveTo>
                <a:lnTo>
                  <a:pt x="33291" y="2936"/>
                </a:lnTo>
                <a:lnTo>
                  <a:pt x="34592" y="4204"/>
                </a:lnTo>
                <a:lnTo>
                  <a:pt x="32691" y="4204"/>
                </a:lnTo>
                <a:lnTo>
                  <a:pt x="32424" y="4337"/>
                </a:lnTo>
                <a:lnTo>
                  <a:pt x="31189" y="5572"/>
                </a:lnTo>
                <a:lnTo>
                  <a:pt x="31189" y="3770"/>
                </a:lnTo>
                <a:close/>
                <a:moveTo>
                  <a:pt x="29555" y="2936"/>
                </a:moveTo>
                <a:lnTo>
                  <a:pt x="30389" y="3737"/>
                </a:lnTo>
                <a:lnTo>
                  <a:pt x="30389" y="5572"/>
                </a:lnTo>
                <a:lnTo>
                  <a:pt x="29155" y="4337"/>
                </a:lnTo>
                <a:lnTo>
                  <a:pt x="28854" y="4204"/>
                </a:lnTo>
                <a:lnTo>
                  <a:pt x="26986" y="4204"/>
                </a:lnTo>
                <a:lnTo>
                  <a:pt x="28254" y="2936"/>
                </a:lnTo>
                <a:lnTo>
                  <a:pt x="29555" y="2936"/>
                </a:lnTo>
                <a:close/>
                <a:moveTo>
                  <a:pt x="27020" y="401"/>
                </a:moveTo>
                <a:lnTo>
                  <a:pt x="27854" y="1202"/>
                </a:lnTo>
                <a:lnTo>
                  <a:pt x="27854" y="2503"/>
                </a:lnTo>
                <a:lnTo>
                  <a:pt x="26553" y="3804"/>
                </a:lnTo>
                <a:lnTo>
                  <a:pt x="26553" y="1735"/>
                </a:lnTo>
                <a:lnTo>
                  <a:pt x="25219" y="401"/>
                </a:lnTo>
                <a:lnTo>
                  <a:pt x="27020" y="401"/>
                </a:lnTo>
                <a:close/>
                <a:moveTo>
                  <a:pt x="24084" y="401"/>
                </a:moveTo>
                <a:lnTo>
                  <a:pt x="25786" y="2069"/>
                </a:lnTo>
                <a:lnTo>
                  <a:pt x="25786" y="4104"/>
                </a:lnTo>
                <a:lnTo>
                  <a:pt x="20048" y="4104"/>
                </a:lnTo>
                <a:lnTo>
                  <a:pt x="16346" y="401"/>
                </a:lnTo>
                <a:close/>
                <a:moveTo>
                  <a:pt x="14444" y="401"/>
                </a:moveTo>
                <a:lnTo>
                  <a:pt x="10708" y="4104"/>
                </a:lnTo>
                <a:lnTo>
                  <a:pt x="5004" y="4104"/>
                </a:lnTo>
                <a:lnTo>
                  <a:pt x="5004" y="2069"/>
                </a:lnTo>
                <a:lnTo>
                  <a:pt x="6672" y="401"/>
                </a:lnTo>
                <a:close/>
                <a:moveTo>
                  <a:pt x="3736" y="401"/>
                </a:moveTo>
                <a:lnTo>
                  <a:pt x="5571" y="401"/>
                </a:lnTo>
                <a:lnTo>
                  <a:pt x="4203" y="1735"/>
                </a:lnTo>
                <a:lnTo>
                  <a:pt x="4203" y="3804"/>
                </a:lnTo>
                <a:lnTo>
                  <a:pt x="2936" y="2503"/>
                </a:lnTo>
                <a:lnTo>
                  <a:pt x="2936" y="1202"/>
                </a:lnTo>
                <a:close/>
                <a:moveTo>
                  <a:pt x="367" y="3737"/>
                </a:moveTo>
                <a:lnTo>
                  <a:pt x="1201" y="2936"/>
                </a:lnTo>
                <a:lnTo>
                  <a:pt x="2502" y="2936"/>
                </a:lnTo>
                <a:lnTo>
                  <a:pt x="3803" y="4204"/>
                </a:lnTo>
                <a:lnTo>
                  <a:pt x="1902" y="4204"/>
                </a:lnTo>
                <a:lnTo>
                  <a:pt x="1635" y="4337"/>
                </a:lnTo>
                <a:lnTo>
                  <a:pt x="367" y="5572"/>
                </a:lnTo>
                <a:lnTo>
                  <a:pt x="367" y="3737"/>
                </a:lnTo>
                <a:close/>
                <a:moveTo>
                  <a:pt x="367" y="6672"/>
                </a:moveTo>
                <a:lnTo>
                  <a:pt x="2069" y="5004"/>
                </a:lnTo>
                <a:lnTo>
                  <a:pt x="4103" y="5004"/>
                </a:lnTo>
                <a:lnTo>
                  <a:pt x="4103" y="10709"/>
                </a:lnTo>
                <a:lnTo>
                  <a:pt x="367" y="14445"/>
                </a:lnTo>
                <a:close/>
                <a:moveTo>
                  <a:pt x="367" y="16346"/>
                </a:moveTo>
                <a:lnTo>
                  <a:pt x="4103" y="20082"/>
                </a:lnTo>
                <a:lnTo>
                  <a:pt x="4103" y="25786"/>
                </a:lnTo>
                <a:lnTo>
                  <a:pt x="2069" y="25786"/>
                </a:lnTo>
                <a:lnTo>
                  <a:pt x="367" y="24085"/>
                </a:lnTo>
                <a:close/>
                <a:moveTo>
                  <a:pt x="1201" y="27854"/>
                </a:moveTo>
                <a:lnTo>
                  <a:pt x="367" y="27020"/>
                </a:lnTo>
                <a:lnTo>
                  <a:pt x="367" y="25219"/>
                </a:lnTo>
                <a:lnTo>
                  <a:pt x="1635" y="26453"/>
                </a:lnTo>
                <a:lnTo>
                  <a:pt x="1902" y="26587"/>
                </a:lnTo>
                <a:lnTo>
                  <a:pt x="3803" y="26587"/>
                </a:lnTo>
                <a:lnTo>
                  <a:pt x="2502" y="27854"/>
                </a:lnTo>
                <a:lnTo>
                  <a:pt x="1201" y="27854"/>
                </a:lnTo>
                <a:close/>
                <a:moveTo>
                  <a:pt x="2936" y="29555"/>
                </a:moveTo>
                <a:lnTo>
                  <a:pt x="2936" y="28254"/>
                </a:lnTo>
                <a:lnTo>
                  <a:pt x="4203" y="26987"/>
                </a:lnTo>
                <a:lnTo>
                  <a:pt x="4203" y="29022"/>
                </a:lnTo>
                <a:lnTo>
                  <a:pt x="5571" y="30389"/>
                </a:lnTo>
                <a:lnTo>
                  <a:pt x="3736" y="30389"/>
                </a:lnTo>
                <a:close/>
                <a:moveTo>
                  <a:pt x="3736" y="31190"/>
                </a:moveTo>
                <a:lnTo>
                  <a:pt x="5571" y="31190"/>
                </a:lnTo>
                <a:lnTo>
                  <a:pt x="4203" y="32524"/>
                </a:lnTo>
                <a:lnTo>
                  <a:pt x="4203" y="34592"/>
                </a:lnTo>
                <a:lnTo>
                  <a:pt x="2936" y="33291"/>
                </a:lnTo>
                <a:lnTo>
                  <a:pt x="2936" y="31990"/>
                </a:lnTo>
                <a:close/>
                <a:moveTo>
                  <a:pt x="367" y="34559"/>
                </a:moveTo>
                <a:lnTo>
                  <a:pt x="1201" y="33725"/>
                </a:lnTo>
                <a:lnTo>
                  <a:pt x="2502" y="33725"/>
                </a:lnTo>
                <a:lnTo>
                  <a:pt x="3803" y="34993"/>
                </a:lnTo>
                <a:lnTo>
                  <a:pt x="1902" y="34993"/>
                </a:lnTo>
                <a:lnTo>
                  <a:pt x="1635" y="35126"/>
                </a:lnTo>
                <a:lnTo>
                  <a:pt x="367" y="36360"/>
                </a:lnTo>
                <a:lnTo>
                  <a:pt x="367" y="34559"/>
                </a:lnTo>
                <a:close/>
                <a:moveTo>
                  <a:pt x="367" y="37494"/>
                </a:moveTo>
                <a:lnTo>
                  <a:pt x="2069" y="35793"/>
                </a:lnTo>
                <a:lnTo>
                  <a:pt x="4103" y="35793"/>
                </a:lnTo>
                <a:lnTo>
                  <a:pt x="4103" y="41497"/>
                </a:lnTo>
                <a:lnTo>
                  <a:pt x="367" y="45233"/>
                </a:lnTo>
                <a:close/>
                <a:moveTo>
                  <a:pt x="367" y="47135"/>
                </a:moveTo>
                <a:lnTo>
                  <a:pt x="4103" y="50871"/>
                </a:lnTo>
                <a:lnTo>
                  <a:pt x="4103" y="56575"/>
                </a:lnTo>
                <a:lnTo>
                  <a:pt x="2069" y="56575"/>
                </a:lnTo>
                <a:lnTo>
                  <a:pt x="367" y="54874"/>
                </a:lnTo>
                <a:close/>
                <a:moveTo>
                  <a:pt x="1201" y="58643"/>
                </a:moveTo>
                <a:lnTo>
                  <a:pt x="367" y="57809"/>
                </a:lnTo>
                <a:lnTo>
                  <a:pt x="367" y="56008"/>
                </a:lnTo>
                <a:lnTo>
                  <a:pt x="1635" y="57242"/>
                </a:lnTo>
                <a:lnTo>
                  <a:pt x="1902" y="57375"/>
                </a:lnTo>
                <a:lnTo>
                  <a:pt x="3803" y="57375"/>
                </a:lnTo>
                <a:lnTo>
                  <a:pt x="2502" y="58643"/>
                </a:lnTo>
                <a:lnTo>
                  <a:pt x="1201" y="58643"/>
                </a:lnTo>
                <a:close/>
                <a:moveTo>
                  <a:pt x="2936" y="60377"/>
                </a:moveTo>
                <a:lnTo>
                  <a:pt x="2936" y="59077"/>
                </a:lnTo>
                <a:lnTo>
                  <a:pt x="4203" y="57776"/>
                </a:lnTo>
                <a:lnTo>
                  <a:pt x="4203" y="59844"/>
                </a:lnTo>
                <a:lnTo>
                  <a:pt x="5571" y="61178"/>
                </a:lnTo>
                <a:lnTo>
                  <a:pt x="3736" y="61178"/>
                </a:lnTo>
                <a:close/>
                <a:moveTo>
                  <a:pt x="3736" y="61979"/>
                </a:moveTo>
                <a:lnTo>
                  <a:pt x="5571" y="61979"/>
                </a:lnTo>
                <a:lnTo>
                  <a:pt x="4203" y="63313"/>
                </a:lnTo>
                <a:lnTo>
                  <a:pt x="4203" y="65381"/>
                </a:lnTo>
                <a:lnTo>
                  <a:pt x="2903" y="64080"/>
                </a:lnTo>
                <a:lnTo>
                  <a:pt x="2903" y="62779"/>
                </a:lnTo>
                <a:close/>
                <a:moveTo>
                  <a:pt x="367" y="65348"/>
                </a:moveTo>
                <a:lnTo>
                  <a:pt x="1201" y="64514"/>
                </a:lnTo>
                <a:lnTo>
                  <a:pt x="2502" y="64514"/>
                </a:lnTo>
                <a:lnTo>
                  <a:pt x="3803" y="65815"/>
                </a:lnTo>
                <a:lnTo>
                  <a:pt x="1902" y="65815"/>
                </a:lnTo>
                <a:lnTo>
                  <a:pt x="1635" y="65915"/>
                </a:lnTo>
                <a:lnTo>
                  <a:pt x="367" y="67149"/>
                </a:lnTo>
                <a:lnTo>
                  <a:pt x="367" y="65348"/>
                </a:lnTo>
                <a:close/>
                <a:moveTo>
                  <a:pt x="367" y="68283"/>
                </a:moveTo>
                <a:lnTo>
                  <a:pt x="2069" y="66582"/>
                </a:lnTo>
                <a:lnTo>
                  <a:pt x="4103" y="66582"/>
                </a:lnTo>
                <a:lnTo>
                  <a:pt x="4103" y="72286"/>
                </a:lnTo>
                <a:lnTo>
                  <a:pt x="367" y="76022"/>
                </a:lnTo>
                <a:close/>
                <a:moveTo>
                  <a:pt x="367" y="77923"/>
                </a:moveTo>
                <a:lnTo>
                  <a:pt x="4103" y="81659"/>
                </a:lnTo>
                <a:lnTo>
                  <a:pt x="4103" y="87363"/>
                </a:lnTo>
                <a:lnTo>
                  <a:pt x="2069" y="87363"/>
                </a:lnTo>
                <a:lnTo>
                  <a:pt x="367" y="85662"/>
                </a:lnTo>
                <a:close/>
                <a:moveTo>
                  <a:pt x="1201" y="89432"/>
                </a:moveTo>
                <a:lnTo>
                  <a:pt x="367" y="88598"/>
                </a:lnTo>
                <a:lnTo>
                  <a:pt x="367" y="86796"/>
                </a:lnTo>
                <a:lnTo>
                  <a:pt x="1635" y="88031"/>
                </a:lnTo>
                <a:lnTo>
                  <a:pt x="1902" y="88164"/>
                </a:lnTo>
                <a:lnTo>
                  <a:pt x="3803" y="88164"/>
                </a:lnTo>
                <a:lnTo>
                  <a:pt x="2502" y="89432"/>
                </a:lnTo>
                <a:lnTo>
                  <a:pt x="1201" y="89432"/>
                </a:lnTo>
                <a:close/>
                <a:moveTo>
                  <a:pt x="2936" y="91166"/>
                </a:moveTo>
                <a:lnTo>
                  <a:pt x="2936" y="89865"/>
                </a:lnTo>
                <a:lnTo>
                  <a:pt x="4203" y="88564"/>
                </a:lnTo>
                <a:lnTo>
                  <a:pt x="4203" y="90632"/>
                </a:lnTo>
                <a:lnTo>
                  <a:pt x="5571" y="91967"/>
                </a:lnTo>
                <a:lnTo>
                  <a:pt x="3736" y="91967"/>
                </a:lnTo>
                <a:close/>
                <a:moveTo>
                  <a:pt x="3736" y="92767"/>
                </a:moveTo>
                <a:lnTo>
                  <a:pt x="5571" y="92767"/>
                </a:lnTo>
                <a:lnTo>
                  <a:pt x="4203" y="94102"/>
                </a:lnTo>
                <a:lnTo>
                  <a:pt x="4203" y="96170"/>
                </a:lnTo>
                <a:lnTo>
                  <a:pt x="2936" y="94869"/>
                </a:lnTo>
                <a:lnTo>
                  <a:pt x="2936" y="93568"/>
                </a:lnTo>
                <a:close/>
                <a:moveTo>
                  <a:pt x="367" y="96136"/>
                </a:moveTo>
                <a:lnTo>
                  <a:pt x="1201" y="95302"/>
                </a:lnTo>
                <a:lnTo>
                  <a:pt x="2502" y="95302"/>
                </a:lnTo>
                <a:lnTo>
                  <a:pt x="3803" y="96603"/>
                </a:lnTo>
                <a:lnTo>
                  <a:pt x="1902" y="96603"/>
                </a:lnTo>
                <a:lnTo>
                  <a:pt x="1635" y="96703"/>
                </a:lnTo>
                <a:lnTo>
                  <a:pt x="367" y="97938"/>
                </a:lnTo>
                <a:lnTo>
                  <a:pt x="367" y="96136"/>
                </a:lnTo>
                <a:close/>
                <a:moveTo>
                  <a:pt x="367" y="99072"/>
                </a:moveTo>
                <a:lnTo>
                  <a:pt x="2069" y="97371"/>
                </a:lnTo>
                <a:lnTo>
                  <a:pt x="4103" y="97371"/>
                </a:lnTo>
                <a:lnTo>
                  <a:pt x="4103" y="103108"/>
                </a:lnTo>
                <a:lnTo>
                  <a:pt x="367" y="106811"/>
                </a:lnTo>
                <a:close/>
                <a:moveTo>
                  <a:pt x="367" y="108712"/>
                </a:moveTo>
                <a:lnTo>
                  <a:pt x="4103" y="112448"/>
                </a:lnTo>
                <a:lnTo>
                  <a:pt x="4103" y="118152"/>
                </a:lnTo>
                <a:lnTo>
                  <a:pt x="2069" y="118152"/>
                </a:lnTo>
                <a:lnTo>
                  <a:pt x="367" y="116484"/>
                </a:lnTo>
                <a:close/>
                <a:moveTo>
                  <a:pt x="1201" y="120220"/>
                </a:moveTo>
                <a:lnTo>
                  <a:pt x="367" y="119386"/>
                </a:lnTo>
                <a:lnTo>
                  <a:pt x="367" y="117585"/>
                </a:lnTo>
                <a:lnTo>
                  <a:pt x="1635" y="118819"/>
                </a:lnTo>
                <a:lnTo>
                  <a:pt x="1902" y="118953"/>
                </a:lnTo>
                <a:lnTo>
                  <a:pt x="3803" y="118953"/>
                </a:lnTo>
                <a:lnTo>
                  <a:pt x="2502" y="120220"/>
                </a:lnTo>
                <a:lnTo>
                  <a:pt x="1201" y="120220"/>
                </a:lnTo>
                <a:close/>
                <a:moveTo>
                  <a:pt x="3736" y="122755"/>
                </a:moveTo>
                <a:lnTo>
                  <a:pt x="2936" y="121955"/>
                </a:lnTo>
                <a:lnTo>
                  <a:pt x="2936" y="120654"/>
                </a:lnTo>
                <a:lnTo>
                  <a:pt x="4203" y="119353"/>
                </a:lnTo>
                <a:lnTo>
                  <a:pt x="4203" y="121421"/>
                </a:lnTo>
                <a:lnTo>
                  <a:pt x="5571" y="122755"/>
                </a:lnTo>
                <a:lnTo>
                  <a:pt x="3736" y="122755"/>
                </a:lnTo>
                <a:close/>
                <a:moveTo>
                  <a:pt x="6672" y="122755"/>
                </a:moveTo>
                <a:lnTo>
                  <a:pt x="5004" y="121088"/>
                </a:lnTo>
                <a:lnTo>
                  <a:pt x="5004" y="119053"/>
                </a:lnTo>
                <a:lnTo>
                  <a:pt x="10708" y="119053"/>
                </a:lnTo>
                <a:lnTo>
                  <a:pt x="14444" y="122755"/>
                </a:lnTo>
                <a:lnTo>
                  <a:pt x="6672" y="122755"/>
                </a:lnTo>
                <a:close/>
                <a:moveTo>
                  <a:pt x="16346" y="122755"/>
                </a:moveTo>
                <a:lnTo>
                  <a:pt x="20048" y="119053"/>
                </a:lnTo>
                <a:lnTo>
                  <a:pt x="25752" y="119053"/>
                </a:lnTo>
                <a:lnTo>
                  <a:pt x="25752" y="121088"/>
                </a:lnTo>
                <a:lnTo>
                  <a:pt x="24084" y="122755"/>
                </a:lnTo>
                <a:lnTo>
                  <a:pt x="16346" y="122755"/>
                </a:lnTo>
                <a:close/>
                <a:moveTo>
                  <a:pt x="27020" y="122755"/>
                </a:moveTo>
                <a:lnTo>
                  <a:pt x="25219" y="122755"/>
                </a:lnTo>
                <a:lnTo>
                  <a:pt x="26553" y="121421"/>
                </a:lnTo>
                <a:lnTo>
                  <a:pt x="26553" y="119353"/>
                </a:lnTo>
                <a:lnTo>
                  <a:pt x="27854" y="120654"/>
                </a:lnTo>
                <a:lnTo>
                  <a:pt x="27854" y="121955"/>
                </a:lnTo>
                <a:close/>
                <a:moveTo>
                  <a:pt x="29555" y="120220"/>
                </a:moveTo>
                <a:lnTo>
                  <a:pt x="28254" y="120220"/>
                </a:lnTo>
                <a:lnTo>
                  <a:pt x="26986" y="118953"/>
                </a:lnTo>
                <a:lnTo>
                  <a:pt x="28854" y="118953"/>
                </a:lnTo>
                <a:lnTo>
                  <a:pt x="29155" y="118819"/>
                </a:lnTo>
                <a:lnTo>
                  <a:pt x="30389" y="117585"/>
                </a:lnTo>
                <a:lnTo>
                  <a:pt x="30389" y="119386"/>
                </a:lnTo>
                <a:close/>
                <a:moveTo>
                  <a:pt x="31990" y="120220"/>
                </a:moveTo>
                <a:lnTo>
                  <a:pt x="31189" y="119386"/>
                </a:lnTo>
                <a:lnTo>
                  <a:pt x="31189" y="117585"/>
                </a:lnTo>
                <a:lnTo>
                  <a:pt x="32424" y="118819"/>
                </a:lnTo>
                <a:lnTo>
                  <a:pt x="32691" y="118953"/>
                </a:lnTo>
                <a:lnTo>
                  <a:pt x="34592" y="118953"/>
                </a:lnTo>
                <a:lnTo>
                  <a:pt x="33291" y="120220"/>
                </a:lnTo>
                <a:lnTo>
                  <a:pt x="31990" y="120220"/>
                </a:lnTo>
                <a:close/>
                <a:moveTo>
                  <a:pt x="34525" y="122755"/>
                </a:moveTo>
                <a:lnTo>
                  <a:pt x="33725" y="121955"/>
                </a:lnTo>
                <a:lnTo>
                  <a:pt x="33725" y="120654"/>
                </a:lnTo>
                <a:lnTo>
                  <a:pt x="34992" y="119353"/>
                </a:lnTo>
                <a:lnTo>
                  <a:pt x="34992" y="121421"/>
                </a:lnTo>
                <a:lnTo>
                  <a:pt x="36360" y="122755"/>
                </a:lnTo>
                <a:lnTo>
                  <a:pt x="34525" y="122755"/>
                </a:lnTo>
                <a:close/>
                <a:moveTo>
                  <a:pt x="37461" y="122755"/>
                </a:moveTo>
                <a:lnTo>
                  <a:pt x="35793" y="121088"/>
                </a:lnTo>
                <a:lnTo>
                  <a:pt x="35793" y="119053"/>
                </a:lnTo>
                <a:lnTo>
                  <a:pt x="41497" y="119053"/>
                </a:lnTo>
                <a:lnTo>
                  <a:pt x="45233" y="122755"/>
                </a:lnTo>
                <a:lnTo>
                  <a:pt x="37461" y="122755"/>
                </a:lnTo>
                <a:close/>
                <a:moveTo>
                  <a:pt x="47134" y="122755"/>
                </a:moveTo>
                <a:lnTo>
                  <a:pt x="50837" y="119053"/>
                </a:lnTo>
                <a:lnTo>
                  <a:pt x="56574" y="119053"/>
                </a:lnTo>
                <a:lnTo>
                  <a:pt x="56574" y="121088"/>
                </a:lnTo>
                <a:lnTo>
                  <a:pt x="54873" y="122755"/>
                </a:lnTo>
                <a:lnTo>
                  <a:pt x="47134" y="122755"/>
                </a:lnTo>
                <a:close/>
                <a:moveTo>
                  <a:pt x="57808" y="122755"/>
                </a:moveTo>
                <a:lnTo>
                  <a:pt x="56007" y="122755"/>
                </a:lnTo>
                <a:lnTo>
                  <a:pt x="57341" y="121421"/>
                </a:lnTo>
                <a:lnTo>
                  <a:pt x="57341" y="119353"/>
                </a:lnTo>
                <a:lnTo>
                  <a:pt x="58642" y="120654"/>
                </a:lnTo>
                <a:lnTo>
                  <a:pt x="58642" y="121955"/>
                </a:lnTo>
                <a:close/>
                <a:moveTo>
                  <a:pt x="60344" y="120220"/>
                </a:moveTo>
                <a:lnTo>
                  <a:pt x="59043" y="120220"/>
                </a:lnTo>
                <a:lnTo>
                  <a:pt x="57775" y="118953"/>
                </a:lnTo>
                <a:lnTo>
                  <a:pt x="59676" y="118953"/>
                </a:lnTo>
                <a:lnTo>
                  <a:pt x="59943" y="118819"/>
                </a:lnTo>
                <a:lnTo>
                  <a:pt x="61178" y="117585"/>
                </a:lnTo>
                <a:lnTo>
                  <a:pt x="61178" y="119386"/>
                </a:lnTo>
                <a:close/>
                <a:moveTo>
                  <a:pt x="62779" y="120220"/>
                </a:moveTo>
                <a:lnTo>
                  <a:pt x="61978" y="119386"/>
                </a:lnTo>
                <a:lnTo>
                  <a:pt x="61978" y="117585"/>
                </a:lnTo>
                <a:lnTo>
                  <a:pt x="63212" y="118819"/>
                </a:lnTo>
                <a:lnTo>
                  <a:pt x="63479" y="118953"/>
                </a:lnTo>
                <a:lnTo>
                  <a:pt x="65381" y="118953"/>
                </a:lnTo>
                <a:lnTo>
                  <a:pt x="64080" y="120220"/>
                </a:lnTo>
                <a:lnTo>
                  <a:pt x="62779" y="120220"/>
                </a:lnTo>
                <a:close/>
                <a:moveTo>
                  <a:pt x="65347" y="122755"/>
                </a:moveTo>
                <a:lnTo>
                  <a:pt x="64513" y="121955"/>
                </a:lnTo>
                <a:lnTo>
                  <a:pt x="64513" y="120654"/>
                </a:lnTo>
                <a:lnTo>
                  <a:pt x="65781" y="119353"/>
                </a:lnTo>
                <a:lnTo>
                  <a:pt x="65781" y="121421"/>
                </a:lnTo>
                <a:lnTo>
                  <a:pt x="67148" y="122755"/>
                </a:lnTo>
                <a:lnTo>
                  <a:pt x="65347" y="122755"/>
                </a:lnTo>
                <a:close/>
                <a:moveTo>
                  <a:pt x="68249" y="122755"/>
                </a:moveTo>
                <a:lnTo>
                  <a:pt x="66581" y="121088"/>
                </a:lnTo>
                <a:lnTo>
                  <a:pt x="66581" y="119053"/>
                </a:lnTo>
                <a:lnTo>
                  <a:pt x="72285" y="119053"/>
                </a:lnTo>
                <a:lnTo>
                  <a:pt x="76021" y="122755"/>
                </a:lnTo>
                <a:lnTo>
                  <a:pt x="68249" y="122755"/>
                </a:lnTo>
                <a:close/>
                <a:moveTo>
                  <a:pt x="77923" y="122755"/>
                </a:moveTo>
                <a:lnTo>
                  <a:pt x="81659" y="119053"/>
                </a:lnTo>
                <a:lnTo>
                  <a:pt x="87363" y="119053"/>
                </a:lnTo>
                <a:lnTo>
                  <a:pt x="87363" y="121088"/>
                </a:lnTo>
                <a:lnTo>
                  <a:pt x="85662" y="122755"/>
                </a:lnTo>
                <a:lnTo>
                  <a:pt x="77923" y="122755"/>
                </a:lnTo>
                <a:close/>
                <a:moveTo>
                  <a:pt x="88597" y="122755"/>
                </a:moveTo>
                <a:lnTo>
                  <a:pt x="86796" y="122755"/>
                </a:lnTo>
                <a:lnTo>
                  <a:pt x="88163" y="121421"/>
                </a:lnTo>
                <a:lnTo>
                  <a:pt x="88163" y="119353"/>
                </a:lnTo>
                <a:lnTo>
                  <a:pt x="89431" y="120654"/>
                </a:lnTo>
                <a:lnTo>
                  <a:pt x="89431" y="121955"/>
                </a:lnTo>
                <a:close/>
                <a:moveTo>
                  <a:pt x="91166" y="120220"/>
                </a:moveTo>
                <a:lnTo>
                  <a:pt x="89865" y="120220"/>
                </a:lnTo>
                <a:lnTo>
                  <a:pt x="88564" y="118953"/>
                </a:lnTo>
                <a:lnTo>
                  <a:pt x="90465" y="118953"/>
                </a:lnTo>
                <a:lnTo>
                  <a:pt x="90732" y="118819"/>
                </a:lnTo>
                <a:lnTo>
                  <a:pt x="91966" y="117585"/>
                </a:lnTo>
                <a:lnTo>
                  <a:pt x="91966" y="119386"/>
                </a:lnTo>
                <a:close/>
                <a:moveTo>
                  <a:pt x="93567" y="120220"/>
                </a:moveTo>
                <a:lnTo>
                  <a:pt x="92767" y="119386"/>
                </a:lnTo>
                <a:lnTo>
                  <a:pt x="92767" y="117585"/>
                </a:lnTo>
                <a:lnTo>
                  <a:pt x="94001" y="118819"/>
                </a:lnTo>
                <a:lnTo>
                  <a:pt x="94268" y="118953"/>
                </a:lnTo>
                <a:lnTo>
                  <a:pt x="96169" y="118953"/>
                </a:lnTo>
                <a:lnTo>
                  <a:pt x="94868" y="120220"/>
                </a:lnTo>
                <a:lnTo>
                  <a:pt x="93567" y="120220"/>
                </a:lnTo>
                <a:close/>
                <a:moveTo>
                  <a:pt x="96136" y="122755"/>
                </a:moveTo>
                <a:lnTo>
                  <a:pt x="95302" y="121955"/>
                </a:lnTo>
                <a:lnTo>
                  <a:pt x="95302" y="120654"/>
                </a:lnTo>
                <a:lnTo>
                  <a:pt x="96569" y="119353"/>
                </a:lnTo>
                <a:lnTo>
                  <a:pt x="96569" y="121421"/>
                </a:lnTo>
                <a:lnTo>
                  <a:pt x="97937" y="122755"/>
                </a:lnTo>
                <a:lnTo>
                  <a:pt x="96136" y="122755"/>
                </a:lnTo>
                <a:close/>
                <a:moveTo>
                  <a:pt x="99071" y="122755"/>
                </a:moveTo>
                <a:lnTo>
                  <a:pt x="97370" y="121088"/>
                </a:lnTo>
                <a:lnTo>
                  <a:pt x="97370" y="119053"/>
                </a:lnTo>
                <a:lnTo>
                  <a:pt x="103074" y="119053"/>
                </a:lnTo>
                <a:lnTo>
                  <a:pt x="106810" y="122755"/>
                </a:lnTo>
                <a:lnTo>
                  <a:pt x="99071" y="122755"/>
                </a:lnTo>
                <a:close/>
                <a:moveTo>
                  <a:pt x="108711" y="122755"/>
                </a:moveTo>
                <a:lnTo>
                  <a:pt x="112447" y="119053"/>
                </a:lnTo>
                <a:lnTo>
                  <a:pt x="118152" y="119053"/>
                </a:lnTo>
                <a:lnTo>
                  <a:pt x="118152" y="121088"/>
                </a:lnTo>
                <a:lnTo>
                  <a:pt x="116450" y="122755"/>
                </a:lnTo>
                <a:lnTo>
                  <a:pt x="108711" y="122755"/>
                </a:lnTo>
                <a:close/>
                <a:moveTo>
                  <a:pt x="119386" y="122755"/>
                </a:moveTo>
                <a:lnTo>
                  <a:pt x="117584" y="122755"/>
                </a:lnTo>
                <a:lnTo>
                  <a:pt x="118952" y="121421"/>
                </a:lnTo>
                <a:lnTo>
                  <a:pt x="118952" y="119353"/>
                </a:lnTo>
                <a:lnTo>
                  <a:pt x="120220" y="120654"/>
                </a:lnTo>
                <a:lnTo>
                  <a:pt x="120220" y="121955"/>
                </a:lnTo>
                <a:close/>
                <a:moveTo>
                  <a:pt x="121954" y="120220"/>
                </a:moveTo>
                <a:lnTo>
                  <a:pt x="120653" y="120220"/>
                </a:lnTo>
                <a:lnTo>
                  <a:pt x="119352" y="118953"/>
                </a:lnTo>
                <a:lnTo>
                  <a:pt x="121254" y="118953"/>
                </a:lnTo>
                <a:lnTo>
                  <a:pt x="121521" y="118819"/>
                </a:lnTo>
                <a:lnTo>
                  <a:pt x="122755" y="117585"/>
                </a:lnTo>
                <a:lnTo>
                  <a:pt x="122755" y="119386"/>
                </a:lnTo>
                <a:close/>
                <a:moveTo>
                  <a:pt x="124389" y="120220"/>
                </a:moveTo>
                <a:lnTo>
                  <a:pt x="123555" y="119386"/>
                </a:lnTo>
                <a:lnTo>
                  <a:pt x="123555" y="117585"/>
                </a:lnTo>
                <a:lnTo>
                  <a:pt x="124790" y="118819"/>
                </a:lnTo>
                <a:lnTo>
                  <a:pt x="125056" y="118953"/>
                </a:lnTo>
                <a:lnTo>
                  <a:pt x="126958" y="118953"/>
                </a:lnTo>
                <a:lnTo>
                  <a:pt x="125657" y="120220"/>
                </a:lnTo>
                <a:lnTo>
                  <a:pt x="124389" y="120220"/>
                </a:lnTo>
                <a:close/>
                <a:moveTo>
                  <a:pt x="126924" y="122755"/>
                </a:moveTo>
                <a:lnTo>
                  <a:pt x="126091" y="121955"/>
                </a:lnTo>
                <a:lnTo>
                  <a:pt x="126091" y="120654"/>
                </a:lnTo>
                <a:lnTo>
                  <a:pt x="127358" y="119353"/>
                </a:lnTo>
                <a:lnTo>
                  <a:pt x="127358" y="121421"/>
                </a:lnTo>
                <a:lnTo>
                  <a:pt x="128726" y="122755"/>
                </a:lnTo>
                <a:lnTo>
                  <a:pt x="126924" y="122755"/>
                </a:lnTo>
                <a:close/>
                <a:moveTo>
                  <a:pt x="129860" y="122755"/>
                </a:moveTo>
                <a:lnTo>
                  <a:pt x="128159" y="121088"/>
                </a:lnTo>
                <a:lnTo>
                  <a:pt x="128159" y="119053"/>
                </a:lnTo>
                <a:lnTo>
                  <a:pt x="133896" y="119053"/>
                </a:lnTo>
                <a:lnTo>
                  <a:pt x="137599" y="122755"/>
                </a:lnTo>
                <a:lnTo>
                  <a:pt x="129860" y="122755"/>
                </a:lnTo>
                <a:close/>
                <a:moveTo>
                  <a:pt x="139500" y="122755"/>
                </a:moveTo>
                <a:lnTo>
                  <a:pt x="143236" y="119053"/>
                </a:lnTo>
                <a:lnTo>
                  <a:pt x="148940" y="119053"/>
                </a:lnTo>
                <a:lnTo>
                  <a:pt x="148940" y="121088"/>
                </a:lnTo>
                <a:lnTo>
                  <a:pt x="147272" y="122755"/>
                </a:lnTo>
                <a:lnTo>
                  <a:pt x="139500" y="122755"/>
                </a:lnTo>
                <a:close/>
                <a:moveTo>
                  <a:pt x="150174" y="122755"/>
                </a:moveTo>
                <a:lnTo>
                  <a:pt x="148373" y="122755"/>
                </a:lnTo>
                <a:lnTo>
                  <a:pt x="149741" y="121421"/>
                </a:lnTo>
                <a:lnTo>
                  <a:pt x="149741" y="119353"/>
                </a:lnTo>
                <a:lnTo>
                  <a:pt x="151008" y="120654"/>
                </a:lnTo>
                <a:lnTo>
                  <a:pt x="151008" y="121955"/>
                </a:lnTo>
                <a:close/>
                <a:moveTo>
                  <a:pt x="152743" y="120220"/>
                </a:moveTo>
                <a:lnTo>
                  <a:pt x="151442" y="120220"/>
                </a:lnTo>
                <a:lnTo>
                  <a:pt x="150141" y="118953"/>
                </a:lnTo>
                <a:lnTo>
                  <a:pt x="152042" y="118953"/>
                </a:lnTo>
                <a:lnTo>
                  <a:pt x="152309" y="118819"/>
                </a:lnTo>
                <a:lnTo>
                  <a:pt x="153543" y="117585"/>
                </a:lnTo>
                <a:lnTo>
                  <a:pt x="153543" y="119386"/>
                </a:lnTo>
                <a:close/>
                <a:moveTo>
                  <a:pt x="155178" y="120220"/>
                </a:moveTo>
                <a:lnTo>
                  <a:pt x="154344" y="119386"/>
                </a:lnTo>
                <a:lnTo>
                  <a:pt x="154344" y="117585"/>
                </a:lnTo>
                <a:lnTo>
                  <a:pt x="155578" y="118819"/>
                </a:lnTo>
                <a:lnTo>
                  <a:pt x="155845" y="118953"/>
                </a:lnTo>
                <a:lnTo>
                  <a:pt x="157746" y="118953"/>
                </a:lnTo>
                <a:lnTo>
                  <a:pt x="156479" y="120220"/>
                </a:lnTo>
                <a:lnTo>
                  <a:pt x="155178" y="120220"/>
                </a:lnTo>
                <a:close/>
                <a:moveTo>
                  <a:pt x="157713" y="122755"/>
                </a:moveTo>
                <a:lnTo>
                  <a:pt x="156879" y="121955"/>
                </a:lnTo>
                <a:lnTo>
                  <a:pt x="156879" y="120654"/>
                </a:lnTo>
                <a:lnTo>
                  <a:pt x="158180" y="119353"/>
                </a:lnTo>
                <a:lnTo>
                  <a:pt x="158180" y="121421"/>
                </a:lnTo>
                <a:lnTo>
                  <a:pt x="159514" y="122755"/>
                </a:lnTo>
                <a:lnTo>
                  <a:pt x="157713" y="122755"/>
                </a:lnTo>
                <a:close/>
                <a:moveTo>
                  <a:pt x="160649" y="122755"/>
                </a:moveTo>
                <a:lnTo>
                  <a:pt x="158947" y="121088"/>
                </a:lnTo>
                <a:lnTo>
                  <a:pt x="158947" y="119053"/>
                </a:lnTo>
                <a:lnTo>
                  <a:pt x="164685" y="119053"/>
                </a:lnTo>
                <a:lnTo>
                  <a:pt x="168387" y="122755"/>
                </a:lnTo>
                <a:lnTo>
                  <a:pt x="160649" y="122755"/>
                </a:lnTo>
                <a:close/>
                <a:moveTo>
                  <a:pt x="170289" y="122755"/>
                </a:moveTo>
                <a:lnTo>
                  <a:pt x="174025" y="119053"/>
                </a:lnTo>
                <a:lnTo>
                  <a:pt x="179729" y="119053"/>
                </a:lnTo>
                <a:lnTo>
                  <a:pt x="179729" y="121088"/>
                </a:lnTo>
                <a:lnTo>
                  <a:pt x="178061" y="122755"/>
                </a:lnTo>
                <a:lnTo>
                  <a:pt x="170289" y="122755"/>
                </a:lnTo>
                <a:close/>
                <a:moveTo>
                  <a:pt x="180996" y="122755"/>
                </a:moveTo>
                <a:lnTo>
                  <a:pt x="179162" y="122755"/>
                </a:lnTo>
                <a:lnTo>
                  <a:pt x="180529" y="121421"/>
                </a:lnTo>
                <a:lnTo>
                  <a:pt x="180529" y="119353"/>
                </a:lnTo>
                <a:lnTo>
                  <a:pt x="181797" y="120654"/>
                </a:lnTo>
                <a:lnTo>
                  <a:pt x="181797" y="121955"/>
                </a:lnTo>
                <a:close/>
                <a:moveTo>
                  <a:pt x="183532" y="120220"/>
                </a:moveTo>
                <a:lnTo>
                  <a:pt x="182231" y="120220"/>
                </a:lnTo>
                <a:lnTo>
                  <a:pt x="180930" y="118953"/>
                </a:lnTo>
                <a:lnTo>
                  <a:pt x="182831" y="118953"/>
                </a:lnTo>
                <a:lnTo>
                  <a:pt x="183098" y="118819"/>
                </a:lnTo>
                <a:lnTo>
                  <a:pt x="184332" y="117585"/>
                </a:lnTo>
                <a:lnTo>
                  <a:pt x="184332" y="119386"/>
                </a:lnTo>
                <a:close/>
                <a:moveTo>
                  <a:pt x="185967" y="120220"/>
                </a:moveTo>
                <a:lnTo>
                  <a:pt x="185133" y="119386"/>
                </a:lnTo>
                <a:lnTo>
                  <a:pt x="185133" y="117585"/>
                </a:lnTo>
                <a:lnTo>
                  <a:pt x="186367" y="118819"/>
                </a:lnTo>
                <a:lnTo>
                  <a:pt x="186667" y="118953"/>
                </a:lnTo>
                <a:lnTo>
                  <a:pt x="188535" y="118953"/>
                </a:lnTo>
                <a:lnTo>
                  <a:pt x="187268" y="120220"/>
                </a:lnTo>
                <a:lnTo>
                  <a:pt x="185967" y="120220"/>
                </a:lnTo>
                <a:close/>
                <a:moveTo>
                  <a:pt x="188502" y="122755"/>
                </a:moveTo>
                <a:lnTo>
                  <a:pt x="187668" y="121955"/>
                </a:lnTo>
                <a:lnTo>
                  <a:pt x="187668" y="120654"/>
                </a:lnTo>
                <a:lnTo>
                  <a:pt x="188969" y="119353"/>
                </a:lnTo>
                <a:lnTo>
                  <a:pt x="188969" y="121421"/>
                </a:lnTo>
                <a:lnTo>
                  <a:pt x="190303" y="122755"/>
                </a:lnTo>
                <a:lnTo>
                  <a:pt x="188502" y="122755"/>
                </a:lnTo>
                <a:close/>
                <a:moveTo>
                  <a:pt x="191437" y="122755"/>
                </a:moveTo>
                <a:lnTo>
                  <a:pt x="189736" y="121088"/>
                </a:lnTo>
                <a:lnTo>
                  <a:pt x="189736" y="119053"/>
                </a:lnTo>
                <a:lnTo>
                  <a:pt x="195473" y="119053"/>
                </a:lnTo>
                <a:lnTo>
                  <a:pt x="199176" y="122755"/>
                </a:lnTo>
                <a:lnTo>
                  <a:pt x="191437" y="122755"/>
                </a:lnTo>
                <a:close/>
                <a:moveTo>
                  <a:pt x="201077" y="122755"/>
                </a:moveTo>
                <a:lnTo>
                  <a:pt x="204813" y="119053"/>
                </a:lnTo>
                <a:lnTo>
                  <a:pt x="210518" y="119053"/>
                </a:lnTo>
                <a:lnTo>
                  <a:pt x="210518" y="121088"/>
                </a:lnTo>
                <a:lnTo>
                  <a:pt x="208850" y="122755"/>
                </a:lnTo>
                <a:lnTo>
                  <a:pt x="201077" y="122755"/>
                </a:lnTo>
                <a:close/>
                <a:moveTo>
                  <a:pt x="211785" y="122755"/>
                </a:moveTo>
                <a:lnTo>
                  <a:pt x="209950" y="122755"/>
                </a:lnTo>
                <a:lnTo>
                  <a:pt x="211318" y="121421"/>
                </a:lnTo>
                <a:lnTo>
                  <a:pt x="211318" y="119353"/>
                </a:lnTo>
                <a:lnTo>
                  <a:pt x="212586" y="120654"/>
                </a:lnTo>
                <a:lnTo>
                  <a:pt x="212586" y="121955"/>
                </a:lnTo>
                <a:close/>
                <a:moveTo>
                  <a:pt x="214320" y="120220"/>
                </a:moveTo>
                <a:lnTo>
                  <a:pt x="213019" y="120220"/>
                </a:lnTo>
                <a:lnTo>
                  <a:pt x="211718" y="118953"/>
                </a:lnTo>
                <a:lnTo>
                  <a:pt x="213620" y="118953"/>
                </a:lnTo>
                <a:lnTo>
                  <a:pt x="213887" y="118819"/>
                </a:lnTo>
                <a:lnTo>
                  <a:pt x="215154" y="117585"/>
                </a:lnTo>
                <a:lnTo>
                  <a:pt x="215154" y="119386"/>
                </a:lnTo>
                <a:close/>
                <a:moveTo>
                  <a:pt x="216755" y="120220"/>
                </a:moveTo>
                <a:lnTo>
                  <a:pt x="215921" y="119386"/>
                </a:lnTo>
                <a:lnTo>
                  <a:pt x="215921" y="117585"/>
                </a:lnTo>
                <a:lnTo>
                  <a:pt x="217156" y="118819"/>
                </a:lnTo>
                <a:lnTo>
                  <a:pt x="217456" y="118953"/>
                </a:lnTo>
                <a:lnTo>
                  <a:pt x="219324" y="118953"/>
                </a:lnTo>
                <a:lnTo>
                  <a:pt x="218056" y="120220"/>
                </a:lnTo>
                <a:lnTo>
                  <a:pt x="216755" y="120220"/>
                </a:lnTo>
                <a:close/>
                <a:moveTo>
                  <a:pt x="219290" y="122755"/>
                </a:moveTo>
                <a:lnTo>
                  <a:pt x="218457" y="121955"/>
                </a:lnTo>
                <a:lnTo>
                  <a:pt x="218457" y="120654"/>
                </a:lnTo>
                <a:lnTo>
                  <a:pt x="219757" y="119353"/>
                </a:lnTo>
                <a:lnTo>
                  <a:pt x="219757" y="121421"/>
                </a:lnTo>
                <a:lnTo>
                  <a:pt x="221092" y="122755"/>
                </a:lnTo>
                <a:lnTo>
                  <a:pt x="219290" y="122755"/>
                </a:lnTo>
                <a:close/>
                <a:moveTo>
                  <a:pt x="222226" y="122755"/>
                </a:moveTo>
                <a:lnTo>
                  <a:pt x="220558" y="121088"/>
                </a:lnTo>
                <a:lnTo>
                  <a:pt x="220558" y="119053"/>
                </a:lnTo>
                <a:lnTo>
                  <a:pt x="226262" y="119053"/>
                </a:lnTo>
                <a:lnTo>
                  <a:pt x="229965" y="122755"/>
                </a:lnTo>
                <a:lnTo>
                  <a:pt x="222226" y="122755"/>
                </a:lnTo>
                <a:close/>
                <a:moveTo>
                  <a:pt x="231866" y="122755"/>
                </a:moveTo>
                <a:lnTo>
                  <a:pt x="235602" y="119053"/>
                </a:lnTo>
                <a:lnTo>
                  <a:pt x="241306" y="119053"/>
                </a:lnTo>
                <a:lnTo>
                  <a:pt x="241306" y="121088"/>
                </a:lnTo>
                <a:lnTo>
                  <a:pt x="239638" y="122755"/>
                </a:lnTo>
                <a:lnTo>
                  <a:pt x="231866" y="122755"/>
                </a:lnTo>
                <a:close/>
                <a:moveTo>
                  <a:pt x="242574" y="122755"/>
                </a:moveTo>
                <a:lnTo>
                  <a:pt x="240739" y="122755"/>
                </a:lnTo>
                <a:lnTo>
                  <a:pt x="242107" y="121421"/>
                </a:lnTo>
                <a:lnTo>
                  <a:pt x="242107" y="119353"/>
                </a:lnTo>
                <a:lnTo>
                  <a:pt x="243408" y="120654"/>
                </a:lnTo>
                <a:lnTo>
                  <a:pt x="243408" y="121955"/>
                </a:lnTo>
                <a:close/>
                <a:moveTo>
                  <a:pt x="245943" y="119420"/>
                </a:moveTo>
                <a:lnTo>
                  <a:pt x="245109" y="120220"/>
                </a:lnTo>
                <a:lnTo>
                  <a:pt x="243808" y="120220"/>
                </a:lnTo>
                <a:lnTo>
                  <a:pt x="242507" y="118953"/>
                </a:lnTo>
                <a:lnTo>
                  <a:pt x="244408" y="118953"/>
                </a:lnTo>
                <a:lnTo>
                  <a:pt x="244675" y="118819"/>
                </a:lnTo>
                <a:lnTo>
                  <a:pt x="245909" y="117585"/>
                </a:lnTo>
                <a:lnTo>
                  <a:pt x="245909" y="119420"/>
                </a:lnTo>
                <a:close/>
                <a:moveTo>
                  <a:pt x="245943" y="116484"/>
                </a:moveTo>
                <a:lnTo>
                  <a:pt x="244242" y="118152"/>
                </a:lnTo>
                <a:lnTo>
                  <a:pt x="242207" y="118152"/>
                </a:lnTo>
                <a:lnTo>
                  <a:pt x="242207" y="112448"/>
                </a:lnTo>
                <a:lnTo>
                  <a:pt x="245943" y="108712"/>
                </a:lnTo>
                <a:close/>
                <a:moveTo>
                  <a:pt x="245943" y="106811"/>
                </a:moveTo>
                <a:lnTo>
                  <a:pt x="242207" y="103108"/>
                </a:lnTo>
                <a:lnTo>
                  <a:pt x="242207" y="97371"/>
                </a:lnTo>
                <a:lnTo>
                  <a:pt x="244242" y="97371"/>
                </a:lnTo>
                <a:lnTo>
                  <a:pt x="245943" y="99072"/>
                </a:lnTo>
                <a:close/>
                <a:moveTo>
                  <a:pt x="245109" y="95302"/>
                </a:moveTo>
                <a:lnTo>
                  <a:pt x="245943" y="96136"/>
                </a:lnTo>
                <a:lnTo>
                  <a:pt x="245943" y="97938"/>
                </a:lnTo>
                <a:lnTo>
                  <a:pt x="244675" y="96703"/>
                </a:lnTo>
                <a:lnTo>
                  <a:pt x="244408" y="96603"/>
                </a:lnTo>
                <a:lnTo>
                  <a:pt x="242507" y="96603"/>
                </a:lnTo>
                <a:lnTo>
                  <a:pt x="243808" y="95302"/>
                </a:lnTo>
                <a:lnTo>
                  <a:pt x="245109" y="95302"/>
                </a:lnTo>
                <a:close/>
                <a:moveTo>
                  <a:pt x="243374" y="93601"/>
                </a:moveTo>
                <a:lnTo>
                  <a:pt x="243374" y="94902"/>
                </a:lnTo>
                <a:lnTo>
                  <a:pt x="242107" y="96170"/>
                </a:lnTo>
                <a:lnTo>
                  <a:pt x="242107" y="94135"/>
                </a:lnTo>
                <a:lnTo>
                  <a:pt x="240739" y="92767"/>
                </a:lnTo>
                <a:lnTo>
                  <a:pt x="242574" y="92767"/>
                </a:lnTo>
                <a:close/>
                <a:moveTo>
                  <a:pt x="242574" y="91967"/>
                </a:moveTo>
                <a:lnTo>
                  <a:pt x="240739" y="91967"/>
                </a:lnTo>
                <a:lnTo>
                  <a:pt x="242107" y="90632"/>
                </a:lnTo>
                <a:lnTo>
                  <a:pt x="242107" y="88564"/>
                </a:lnTo>
                <a:lnTo>
                  <a:pt x="243374" y="89865"/>
                </a:lnTo>
                <a:lnTo>
                  <a:pt x="243374" y="91166"/>
                </a:lnTo>
                <a:close/>
                <a:moveTo>
                  <a:pt x="245943" y="88598"/>
                </a:moveTo>
                <a:lnTo>
                  <a:pt x="245109" y="89432"/>
                </a:lnTo>
                <a:lnTo>
                  <a:pt x="243808" y="89432"/>
                </a:lnTo>
                <a:lnTo>
                  <a:pt x="242507" y="88164"/>
                </a:lnTo>
                <a:lnTo>
                  <a:pt x="244408" y="88164"/>
                </a:lnTo>
                <a:lnTo>
                  <a:pt x="244675" y="88031"/>
                </a:lnTo>
                <a:lnTo>
                  <a:pt x="245909" y="86796"/>
                </a:lnTo>
                <a:lnTo>
                  <a:pt x="245909" y="88598"/>
                </a:lnTo>
                <a:close/>
                <a:moveTo>
                  <a:pt x="245943" y="85696"/>
                </a:moveTo>
                <a:lnTo>
                  <a:pt x="244242" y="87363"/>
                </a:lnTo>
                <a:lnTo>
                  <a:pt x="242207" y="87363"/>
                </a:lnTo>
                <a:lnTo>
                  <a:pt x="242207" y="81659"/>
                </a:lnTo>
                <a:lnTo>
                  <a:pt x="245943" y="77923"/>
                </a:lnTo>
                <a:close/>
                <a:moveTo>
                  <a:pt x="245943" y="76022"/>
                </a:moveTo>
                <a:lnTo>
                  <a:pt x="242207" y="72286"/>
                </a:lnTo>
                <a:lnTo>
                  <a:pt x="242207" y="66582"/>
                </a:lnTo>
                <a:lnTo>
                  <a:pt x="244242" y="66582"/>
                </a:lnTo>
                <a:lnTo>
                  <a:pt x="245943" y="68283"/>
                </a:lnTo>
                <a:close/>
                <a:moveTo>
                  <a:pt x="245109" y="64514"/>
                </a:moveTo>
                <a:lnTo>
                  <a:pt x="245943" y="65348"/>
                </a:lnTo>
                <a:lnTo>
                  <a:pt x="245943" y="67149"/>
                </a:lnTo>
                <a:lnTo>
                  <a:pt x="244675" y="65915"/>
                </a:lnTo>
                <a:lnTo>
                  <a:pt x="244408" y="65781"/>
                </a:lnTo>
                <a:lnTo>
                  <a:pt x="242507" y="65781"/>
                </a:lnTo>
                <a:lnTo>
                  <a:pt x="243808" y="64514"/>
                </a:lnTo>
                <a:lnTo>
                  <a:pt x="245109" y="64514"/>
                </a:lnTo>
                <a:close/>
                <a:moveTo>
                  <a:pt x="243374" y="62779"/>
                </a:moveTo>
                <a:lnTo>
                  <a:pt x="243374" y="64080"/>
                </a:lnTo>
                <a:lnTo>
                  <a:pt x="242107" y="65381"/>
                </a:lnTo>
                <a:lnTo>
                  <a:pt x="242107" y="63313"/>
                </a:lnTo>
                <a:lnTo>
                  <a:pt x="240739" y="61979"/>
                </a:lnTo>
                <a:lnTo>
                  <a:pt x="242574" y="61979"/>
                </a:lnTo>
                <a:close/>
                <a:moveTo>
                  <a:pt x="242574" y="61178"/>
                </a:moveTo>
                <a:lnTo>
                  <a:pt x="240739" y="61178"/>
                </a:lnTo>
                <a:lnTo>
                  <a:pt x="242107" y="59844"/>
                </a:lnTo>
                <a:lnTo>
                  <a:pt x="242107" y="57776"/>
                </a:lnTo>
                <a:lnTo>
                  <a:pt x="243374" y="59077"/>
                </a:lnTo>
                <a:lnTo>
                  <a:pt x="243374" y="60377"/>
                </a:lnTo>
                <a:close/>
                <a:moveTo>
                  <a:pt x="245943" y="57809"/>
                </a:moveTo>
                <a:lnTo>
                  <a:pt x="245109" y="58643"/>
                </a:lnTo>
                <a:lnTo>
                  <a:pt x="243808" y="58643"/>
                </a:lnTo>
                <a:lnTo>
                  <a:pt x="242507" y="57375"/>
                </a:lnTo>
                <a:lnTo>
                  <a:pt x="244408" y="57375"/>
                </a:lnTo>
                <a:lnTo>
                  <a:pt x="244675" y="57242"/>
                </a:lnTo>
                <a:lnTo>
                  <a:pt x="245909" y="56008"/>
                </a:lnTo>
                <a:lnTo>
                  <a:pt x="245909" y="57809"/>
                </a:lnTo>
                <a:close/>
                <a:moveTo>
                  <a:pt x="245943" y="54874"/>
                </a:moveTo>
                <a:lnTo>
                  <a:pt x="244242" y="56575"/>
                </a:lnTo>
                <a:lnTo>
                  <a:pt x="242207" y="56575"/>
                </a:lnTo>
                <a:lnTo>
                  <a:pt x="242207" y="50871"/>
                </a:lnTo>
                <a:lnTo>
                  <a:pt x="245943" y="47135"/>
                </a:lnTo>
                <a:close/>
                <a:moveTo>
                  <a:pt x="245943" y="45233"/>
                </a:moveTo>
                <a:lnTo>
                  <a:pt x="242207" y="41497"/>
                </a:lnTo>
                <a:lnTo>
                  <a:pt x="242207" y="35793"/>
                </a:lnTo>
                <a:lnTo>
                  <a:pt x="244242" y="35793"/>
                </a:lnTo>
                <a:lnTo>
                  <a:pt x="245943" y="37461"/>
                </a:lnTo>
                <a:close/>
                <a:moveTo>
                  <a:pt x="245109" y="33725"/>
                </a:moveTo>
                <a:lnTo>
                  <a:pt x="245943" y="34559"/>
                </a:lnTo>
                <a:lnTo>
                  <a:pt x="245943" y="36360"/>
                </a:lnTo>
                <a:lnTo>
                  <a:pt x="244675" y="35126"/>
                </a:lnTo>
                <a:lnTo>
                  <a:pt x="244408" y="34993"/>
                </a:lnTo>
                <a:lnTo>
                  <a:pt x="242507" y="34993"/>
                </a:lnTo>
                <a:lnTo>
                  <a:pt x="243808" y="33725"/>
                </a:lnTo>
                <a:lnTo>
                  <a:pt x="245109" y="33725"/>
                </a:lnTo>
                <a:close/>
                <a:moveTo>
                  <a:pt x="243374" y="31990"/>
                </a:moveTo>
                <a:lnTo>
                  <a:pt x="243374" y="33291"/>
                </a:lnTo>
                <a:lnTo>
                  <a:pt x="242107" y="34592"/>
                </a:lnTo>
                <a:lnTo>
                  <a:pt x="242107" y="32524"/>
                </a:lnTo>
                <a:lnTo>
                  <a:pt x="240739" y="31190"/>
                </a:lnTo>
                <a:lnTo>
                  <a:pt x="242574" y="31190"/>
                </a:lnTo>
                <a:close/>
                <a:moveTo>
                  <a:pt x="242574" y="30389"/>
                </a:moveTo>
                <a:lnTo>
                  <a:pt x="240739" y="30389"/>
                </a:lnTo>
                <a:lnTo>
                  <a:pt x="242107" y="29055"/>
                </a:lnTo>
                <a:lnTo>
                  <a:pt x="242107" y="26987"/>
                </a:lnTo>
                <a:lnTo>
                  <a:pt x="243374" y="28254"/>
                </a:lnTo>
                <a:lnTo>
                  <a:pt x="243374" y="29555"/>
                </a:lnTo>
                <a:close/>
                <a:moveTo>
                  <a:pt x="245943" y="27020"/>
                </a:moveTo>
                <a:lnTo>
                  <a:pt x="245109" y="27854"/>
                </a:lnTo>
                <a:lnTo>
                  <a:pt x="243808" y="27854"/>
                </a:lnTo>
                <a:lnTo>
                  <a:pt x="242507" y="26553"/>
                </a:lnTo>
                <a:lnTo>
                  <a:pt x="244408" y="26553"/>
                </a:lnTo>
                <a:lnTo>
                  <a:pt x="244675" y="26453"/>
                </a:lnTo>
                <a:lnTo>
                  <a:pt x="245909" y="25219"/>
                </a:lnTo>
                <a:lnTo>
                  <a:pt x="245909" y="27020"/>
                </a:lnTo>
                <a:close/>
                <a:moveTo>
                  <a:pt x="245943" y="24085"/>
                </a:moveTo>
                <a:lnTo>
                  <a:pt x="244242" y="25786"/>
                </a:lnTo>
                <a:lnTo>
                  <a:pt x="242207" y="25786"/>
                </a:lnTo>
                <a:lnTo>
                  <a:pt x="242207" y="20049"/>
                </a:lnTo>
                <a:lnTo>
                  <a:pt x="245943" y="16346"/>
                </a:lnTo>
                <a:close/>
                <a:moveTo>
                  <a:pt x="245943" y="14445"/>
                </a:moveTo>
                <a:lnTo>
                  <a:pt x="242207" y="10709"/>
                </a:lnTo>
                <a:lnTo>
                  <a:pt x="242207" y="5004"/>
                </a:lnTo>
                <a:lnTo>
                  <a:pt x="244242" y="5004"/>
                </a:lnTo>
                <a:lnTo>
                  <a:pt x="245943" y="6672"/>
                </a:lnTo>
                <a:close/>
                <a:moveTo>
                  <a:pt x="245943" y="5572"/>
                </a:moveTo>
                <a:lnTo>
                  <a:pt x="244675" y="4337"/>
                </a:lnTo>
                <a:lnTo>
                  <a:pt x="244408" y="4204"/>
                </a:lnTo>
                <a:lnTo>
                  <a:pt x="242507" y="4204"/>
                </a:lnTo>
                <a:lnTo>
                  <a:pt x="243808" y="2936"/>
                </a:lnTo>
                <a:lnTo>
                  <a:pt x="245109" y="2936"/>
                </a:lnTo>
                <a:lnTo>
                  <a:pt x="245943" y="3737"/>
                </a:lnTo>
                <a:lnTo>
                  <a:pt x="245943" y="5572"/>
                </a:lnTo>
                <a:close/>
              </a:path>
            </a:pathLst>
          </a:custGeom>
          <a:solidFill>
            <a:srgbClr val="594129">
              <a:alpha val="5137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48" name="Google Shape;148;p12"/>
          <p:cNvGrpSpPr/>
          <p:nvPr/>
        </p:nvGrpSpPr>
        <p:grpSpPr>
          <a:xfrm>
            <a:off x="1939364" y="390787"/>
            <a:ext cx="5265272" cy="4361926"/>
            <a:chOff x="1939364" y="390787"/>
            <a:chExt cx="5265272" cy="4361926"/>
          </a:xfrm>
        </p:grpSpPr>
        <p:sp>
          <p:nvSpPr>
            <p:cNvPr id="149" name="Google Shape;149;p12"/>
            <p:cNvSpPr/>
            <p:nvPr/>
          </p:nvSpPr>
          <p:spPr>
            <a:xfrm>
              <a:off x="2142346" y="590421"/>
              <a:ext cx="4862646" cy="3962648"/>
            </a:xfrm>
            <a:custGeom>
              <a:rect b="b" l="l" r="r" t="t"/>
              <a:pathLst>
                <a:path extrusionOk="0" h="39063" w="47935">
                  <a:moveTo>
                    <a:pt x="23951" y="1"/>
                  </a:moveTo>
                  <a:cubicBezTo>
                    <a:pt x="23217" y="1369"/>
                    <a:pt x="21816" y="2970"/>
                    <a:pt x="19114" y="3970"/>
                  </a:cubicBezTo>
                  <a:cubicBezTo>
                    <a:pt x="19114" y="3970"/>
                    <a:pt x="15378" y="4971"/>
                    <a:pt x="13310" y="7540"/>
                  </a:cubicBezTo>
                  <a:cubicBezTo>
                    <a:pt x="12631" y="7330"/>
                    <a:pt x="11994" y="7236"/>
                    <a:pt x="11397" y="7236"/>
                  </a:cubicBezTo>
                  <a:cubicBezTo>
                    <a:pt x="6302" y="7236"/>
                    <a:pt x="4137" y="14078"/>
                    <a:pt x="4137" y="14078"/>
                  </a:cubicBezTo>
                  <a:cubicBezTo>
                    <a:pt x="3036" y="16746"/>
                    <a:pt x="1401" y="18114"/>
                    <a:pt x="0" y="18781"/>
                  </a:cubicBezTo>
                  <a:cubicBezTo>
                    <a:pt x="1335" y="19548"/>
                    <a:pt x="2869" y="21016"/>
                    <a:pt x="3770" y="23751"/>
                  </a:cubicBezTo>
                  <a:cubicBezTo>
                    <a:pt x="3770" y="23751"/>
                    <a:pt x="5504" y="31176"/>
                    <a:pt x="10927" y="31176"/>
                  </a:cubicBezTo>
                  <a:cubicBezTo>
                    <a:pt x="11520" y="31176"/>
                    <a:pt x="12158" y="31087"/>
                    <a:pt x="12843" y="30890"/>
                  </a:cubicBezTo>
                  <a:cubicBezTo>
                    <a:pt x="14778" y="33892"/>
                    <a:pt x="19114" y="35093"/>
                    <a:pt x="19114" y="35093"/>
                  </a:cubicBezTo>
                  <a:cubicBezTo>
                    <a:pt x="21816" y="36093"/>
                    <a:pt x="23217" y="37661"/>
                    <a:pt x="23951" y="39062"/>
                  </a:cubicBezTo>
                  <a:cubicBezTo>
                    <a:pt x="24685" y="37661"/>
                    <a:pt x="26086" y="36093"/>
                    <a:pt x="28788" y="35093"/>
                  </a:cubicBezTo>
                  <a:cubicBezTo>
                    <a:pt x="28788" y="35093"/>
                    <a:pt x="32557" y="34059"/>
                    <a:pt x="34592" y="31490"/>
                  </a:cubicBezTo>
                  <a:cubicBezTo>
                    <a:pt x="35278" y="31706"/>
                    <a:pt x="35922" y="31803"/>
                    <a:pt x="36525" y="31803"/>
                  </a:cubicBezTo>
                  <a:cubicBezTo>
                    <a:pt x="41606" y="31803"/>
                    <a:pt x="43765" y="24952"/>
                    <a:pt x="43765" y="24952"/>
                  </a:cubicBezTo>
                  <a:cubicBezTo>
                    <a:pt x="44866" y="22284"/>
                    <a:pt x="46500" y="20949"/>
                    <a:pt x="47935" y="20282"/>
                  </a:cubicBezTo>
                  <a:cubicBezTo>
                    <a:pt x="46567" y="19482"/>
                    <a:pt x="45033" y="18047"/>
                    <a:pt x="44132" y="15279"/>
                  </a:cubicBezTo>
                  <a:cubicBezTo>
                    <a:pt x="44132" y="15279"/>
                    <a:pt x="42426" y="7886"/>
                    <a:pt x="36989" y="7886"/>
                  </a:cubicBezTo>
                  <a:cubicBezTo>
                    <a:pt x="36392" y="7886"/>
                    <a:pt x="35749" y="7975"/>
                    <a:pt x="35059" y="8173"/>
                  </a:cubicBezTo>
                  <a:cubicBezTo>
                    <a:pt x="33157" y="5138"/>
                    <a:pt x="28788" y="3970"/>
                    <a:pt x="28788" y="3970"/>
                  </a:cubicBezTo>
                  <a:cubicBezTo>
                    <a:pt x="26086" y="2970"/>
                    <a:pt x="24685" y="1369"/>
                    <a:pt x="2395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12"/>
            <p:cNvSpPr/>
            <p:nvPr/>
          </p:nvSpPr>
          <p:spPr>
            <a:xfrm>
              <a:off x="1939364" y="390787"/>
              <a:ext cx="5265272" cy="4361926"/>
            </a:xfrm>
            <a:custGeom>
              <a:rect b="b" l="l" r="r" t="t"/>
              <a:pathLst>
                <a:path extrusionOk="0" h="42999" w="51904">
                  <a:moveTo>
                    <a:pt x="25952" y="1302"/>
                  </a:moveTo>
                  <a:cubicBezTo>
                    <a:pt x="26219" y="1302"/>
                    <a:pt x="26452" y="1435"/>
                    <a:pt x="26552" y="1635"/>
                  </a:cubicBezTo>
                  <a:cubicBezTo>
                    <a:pt x="27420" y="3270"/>
                    <a:pt x="28887" y="4504"/>
                    <a:pt x="30955" y="5271"/>
                  </a:cubicBezTo>
                  <a:lnTo>
                    <a:pt x="30989" y="5305"/>
                  </a:lnTo>
                  <a:lnTo>
                    <a:pt x="31056" y="5305"/>
                  </a:lnTo>
                  <a:cubicBezTo>
                    <a:pt x="31422" y="5405"/>
                    <a:pt x="34825" y="6472"/>
                    <a:pt x="36893" y="8841"/>
                  </a:cubicBezTo>
                  <a:lnTo>
                    <a:pt x="37360" y="9341"/>
                  </a:lnTo>
                  <a:lnTo>
                    <a:pt x="38061" y="9241"/>
                  </a:lnTo>
                  <a:cubicBezTo>
                    <a:pt x="38361" y="9207"/>
                    <a:pt x="38694" y="9174"/>
                    <a:pt x="38995" y="9174"/>
                  </a:cubicBezTo>
                  <a:cubicBezTo>
                    <a:pt x="44632" y="9174"/>
                    <a:pt x="46567" y="16246"/>
                    <a:pt x="46767" y="17046"/>
                  </a:cubicBezTo>
                  <a:lnTo>
                    <a:pt x="46800" y="17080"/>
                  </a:lnTo>
                  <a:lnTo>
                    <a:pt x="46800" y="17113"/>
                  </a:lnTo>
                  <a:cubicBezTo>
                    <a:pt x="47501" y="19215"/>
                    <a:pt x="48668" y="20749"/>
                    <a:pt x="50269" y="21683"/>
                  </a:cubicBezTo>
                  <a:cubicBezTo>
                    <a:pt x="50469" y="21783"/>
                    <a:pt x="50603" y="22017"/>
                    <a:pt x="50603" y="22284"/>
                  </a:cubicBezTo>
                  <a:cubicBezTo>
                    <a:pt x="50603" y="22517"/>
                    <a:pt x="50436" y="22751"/>
                    <a:pt x="50203" y="22851"/>
                  </a:cubicBezTo>
                  <a:cubicBezTo>
                    <a:pt x="48568" y="23651"/>
                    <a:pt x="47267" y="25086"/>
                    <a:pt x="46433" y="27120"/>
                  </a:cubicBezTo>
                  <a:lnTo>
                    <a:pt x="46400" y="27154"/>
                  </a:lnTo>
                  <a:lnTo>
                    <a:pt x="46400" y="27220"/>
                  </a:lnTo>
                  <a:cubicBezTo>
                    <a:pt x="46133" y="27954"/>
                    <a:pt x="43798" y="34459"/>
                    <a:pt x="38528" y="34459"/>
                  </a:cubicBezTo>
                  <a:cubicBezTo>
                    <a:pt x="38194" y="34459"/>
                    <a:pt x="37827" y="34426"/>
                    <a:pt x="37460" y="34359"/>
                  </a:cubicBezTo>
                  <a:lnTo>
                    <a:pt x="36826" y="34259"/>
                  </a:lnTo>
                  <a:lnTo>
                    <a:pt x="36393" y="34692"/>
                  </a:lnTo>
                  <a:cubicBezTo>
                    <a:pt x="34325" y="36660"/>
                    <a:pt x="31589" y="37528"/>
                    <a:pt x="31056" y="37695"/>
                  </a:cubicBezTo>
                  <a:lnTo>
                    <a:pt x="31022" y="37695"/>
                  </a:lnTo>
                  <a:lnTo>
                    <a:pt x="30955" y="37728"/>
                  </a:lnTo>
                  <a:cubicBezTo>
                    <a:pt x="28887" y="38495"/>
                    <a:pt x="27420" y="39696"/>
                    <a:pt x="26552" y="41330"/>
                  </a:cubicBezTo>
                  <a:cubicBezTo>
                    <a:pt x="26452" y="41564"/>
                    <a:pt x="26219" y="41697"/>
                    <a:pt x="25952" y="41697"/>
                  </a:cubicBezTo>
                  <a:cubicBezTo>
                    <a:pt x="25718" y="41697"/>
                    <a:pt x="25485" y="41564"/>
                    <a:pt x="25385" y="41330"/>
                  </a:cubicBezTo>
                  <a:cubicBezTo>
                    <a:pt x="24518" y="39696"/>
                    <a:pt x="23016" y="38495"/>
                    <a:pt x="20948" y="37728"/>
                  </a:cubicBezTo>
                  <a:lnTo>
                    <a:pt x="20915" y="37695"/>
                  </a:lnTo>
                  <a:lnTo>
                    <a:pt x="20882" y="37695"/>
                  </a:lnTo>
                  <a:cubicBezTo>
                    <a:pt x="20481" y="37594"/>
                    <a:pt x="17112" y="36527"/>
                    <a:pt x="15011" y="34159"/>
                  </a:cubicBezTo>
                  <a:lnTo>
                    <a:pt x="14577" y="33658"/>
                  </a:lnTo>
                  <a:lnTo>
                    <a:pt x="13877" y="33725"/>
                  </a:lnTo>
                  <a:cubicBezTo>
                    <a:pt x="13543" y="33792"/>
                    <a:pt x="13243" y="33792"/>
                    <a:pt x="12909" y="33792"/>
                  </a:cubicBezTo>
                  <a:cubicBezTo>
                    <a:pt x="7272" y="33792"/>
                    <a:pt x="5337" y="26753"/>
                    <a:pt x="5137" y="25953"/>
                  </a:cubicBezTo>
                  <a:lnTo>
                    <a:pt x="5137" y="25919"/>
                  </a:lnTo>
                  <a:lnTo>
                    <a:pt x="5104" y="25853"/>
                  </a:lnTo>
                  <a:cubicBezTo>
                    <a:pt x="4437" y="23785"/>
                    <a:pt x="3269" y="22250"/>
                    <a:pt x="1668" y="21316"/>
                  </a:cubicBezTo>
                  <a:cubicBezTo>
                    <a:pt x="1434" y="21216"/>
                    <a:pt x="1334" y="20983"/>
                    <a:pt x="1334" y="20716"/>
                  </a:cubicBezTo>
                  <a:cubicBezTo>
                    <a:pt x="1334" y="20482"/>
                    <a:pt x="1468" y="20249"/>
                    <a:pt x="1701" y="20149"/>
                  </a:cubicBezTo>
                  <a:cubicBezTo>
                    <a:pt x="3369" y="19348"/>
                    <a:pt x="4637" y="17914"/>
                    <a:pt x="5504" y="15879"/>
                  </a:cubicBezTo>
                  <a:lnTo>
                    <a:pt x="5504" y="15846"/>
                  </a:lnTo>
                  <a:lnTo>
                    <a:pt x="5537" y="15779"/>
                  </a:lnTo>
                  <a:cubicBezTo>
                    <a:pt x="5771" y="15045"/>
                    <a:pt x="8106" y="8540"/>
                    <a:pt x="13410" y="8540"/>
                  </a:cubicBezTo>
                  <a:cubicBezTo>
                    <a:pt x="13743" y="8540"/>
                    <a:pt x="14110" y="8574"/>
                    <a:pt x="14444" y="8640"/>
                  </a:cubicBezTo>
                  <a:lnTo>
                    <a:pt x="15077" y="8740"/>
                  </a:lnTo>
                  <a:lnTo>
                    <a:pt x="15544" y="8273"/>
                  </a:lnTo>
                  <a:cubicBezTo>
                    <a:pt x="17579" y="6339"/>
                    <a:pt x="20348" y="5471"/>
                    <a:pt x="20882" y="5305"/>
                  </a:cubicBezTo>
                  <a:lnTo>
                    <a:pt x="20915" y="5305"/>
                  </a:lnTo>
                  <a:lnTo>
                    <a:pt x="20982" y="5271"/>
                  </a:lnTo>
                  <a:cubicBezTo>
                    <a:pt x="23016" y="4504"/>
                    <a:pt x="24518" y="3270"/>
                    <a:pt x="25385" y="1669"/>
                  </a:cubicBezTo>
                  <a:cubicBezTo>
                    <a:pt x="25485" y="1435"/>
                    <a:pt x="25718" y="1302"/>
                    <a:pt x="25952" y="1302"/>
                  </a:cubicBezTo>
                  <a:close/>
                  <a:moveTo>
                    <a:pt x="25952" y="1"/>
                  </a:moveTo>
                  <a:cubicBezTo>
                    <a:pt x="25251" y="1"/>
                    <a:pt x="24584" y="401"/>
                    <a:pt x="24217" y="1068"/>
                  </a:cubicBezTo>
                  <a:cubicBezTo>
                    <a:pt x="23517" y="2403"/>
                    <a:pt x="22283" y="3403"/>
                    <a:pt x="20515" y="4070"/>
                  </a:cubicBezTo>
                  <a:cubicBezTo>
                    <a:pt x="19914" y="4237"/>
                    <a:pt x="16912" y="5205"/>
                    <a:pt x="14644" y="7339"/>
                  </a:cubicBezTo>
                  <a:cubicBezTo>
                    <a:pt x="14244" y="7273"/>
                    <a:pt x="13810" y="7239"/>
                    <a:pt x="13410" y="7239"/>
                  </a:cubicBezTo>
                  <a:cubicBezTo>
                    <a:pt x="7239" y="7239"/>
                    <a:pt x="4637" y="14411"/>
                    <a:pt x="4303" y="15379"/>
                  </a:cubicBezTo>
                  <a:cubicBezTo>
                    <a:pt x="3603" y="17113"/>
                    <a:pt x="2535" y="18314"/>
                    <a:pt x="1168" y="18981"/>
                  </a:cubicBezTo>
                  <a:cubicBezTo>
                    <a:pt x="500" y="19281"/>
                    <a:pt x="67" y="19949"/>
                    <a:pt x="33" y="20682"/>
                  </a:cubicBezTo>
                  <a:cubicBezTo>
                    <a:pt x="0" y="21383"/>
                    <a:pt x="400" y="22083"/>
                    <a:pt x="1034" y="22450"/>
                  </a:cubicBezTo>
                  <a:cubicBezTo>
                    <a:pt x="2335" y="23218"/>
                    <a:pt x="3302" y="24485"/>
                    <a:pt x="3903" y="26286"/>
                  </a:cubicBezTo>
                  <a:cubicBezTo>
                    <a:pt x="4136" y="27287"/>
                    <a:pt x="6338" y="35093"/>
                    <a:pt x="12909" y="35093"/>
                  </a:cubicBezTo>
                  <a:cubicBezTo>
                    <a:pt x="13276" y="35093"/>
                    <a:pt x="13676" y="35059"/>
                    <a:pt x="14043" y="35026"/>
                  </a:cubicBezTo>
                  <a:cubicBezTo>
                    <a:pt x="16345" y="37594"/>
                    <a:pt x="19881" y="38729"/>
                    <a:pt x="20515" y="38929"/>
                  </a:cubicBezTo>
                  <a:cubicBezTo>
                    <a:pt x="22283" y="39596"/>
                    <a:pt x="23517" y="40597"/>
                    <a:pt x="24217" y="41931"/>
                  </a:cubicBezTo>
                  <a:cubicBezTo>
                    <a:pt x="24584" y="42598"/>
                    <a:pt x="25251" y="42998"/>
                    <a:pt x="25952" y="42998"/>
                  </a:cubicBezTo>
                  <a:cubicBezTo>
                    <a:pt x="26686" y="42998"/>
                    <a:pt x="27353" y="42598"/>
                    <a:pt x="27686" y="41931"/>
                  </a:cubicBezTo>
                  <a:cubicBezTo>
                    <a:pt x="28387" y="40597"/>
                    <a:pt x="29655" y="39596"/>
                    <a:pt x="31422" y="38929"/>
                  </a:cubicBezTo>
                  <a:cubicBezTo>
                    <a:pt x="31990" y="38762"/>
                    <a:pt x="35025" y="37795"/>
                    <a:pt x="37260" y="35626"/>
                  </a:cubicBezTo>
                  <a:cubicBezTo>
                    <a:pt x="37694" y="35693"/>
                    <a:pt x="38127" y="35760"/>
                    <a:pt x="38528" y="35760"/>
                  </a:cubicBezTo>
                  <a:cubicBezTo>
                    <a:pt x="44665" y="35760"/>
                    <a:pt x="47300" y="28555"/>
                    <a:pt x="47601" y="27621"/>
                  </a:cubicBezTo>
                  <a:cubicBezTo>
                    <a:pt x="48335" y="25886"/>
                    <a:pt x="49402" y="24685"/>
                    <a:pt x="50770" y="24018"/>
                  </a:cubicBezTo>
                  <a:cubicBezTo>
                    <a:pt x="51437" y="23685"/>
                    <a:pt x="51837" y="23051"/>
                    <a:pt x="51870" y="22317"/>
                  </a:cubicBezTo>
                  <a:cubicBezTo>
                    <a:pt x="51904" y="21583"/>
                    <a:pt x="51537" y="20916"/>
                    <a:pt x="50903" y="20549"/>
                  </a:cubicBezTo>
                  <a:cubicBezTo>
                    <a:pt x="49602" y="19782"/>
                    <a:pt x="48635" y="18514"/>
                    <a:pt x="48034" y="16713"/>
                  </a:cubicBezTo>
                  <a:cubicBezTo>
                    <a:pt x="47767" y="15712"/>
                    <a:pt x="45599" y="7907"/>
                    <a:pt x="38995" y="7907"/>
                  </a:cubicBezTo>
                  <a:cubicBezTo>
                    <a:pt x="38628" y="7907"/>
                    <a:pt x="38261" y="7940"/>
                    <a:pt x="37860" y="7973"/>
                  </a:cubicBezTo>
                  <a:cubicBezTo>
                    <a:pt x="35592" y="5371"/>
                    <a:pt x="32056" y="4271"/>
                    <a:pt x="31422" y="4070"/>
                  </a:cubicBezTo>
                  <a:cubicBezTo>
                    <a:pt x="29655" y="3403"/>
                    <a:pt x="28420" y="2403"/>
                    <a:pt x="27686" y="1035"/>
                  </a:cubicBezTo>
                  <a:cubicBezTo>
                    <a:pt x="27353" y="401"/>
                    <a:pt x="26686" y="1"/>
                    <a:pt x="25952"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51" name="Google Shape;151;p12"/>
          <p:cNvSpPr/>
          <p:nvPr/>
        </p:nvSpPr>
        <p:spPr>
          <a:xfrm>
            <a:off x="4318888" y="3629275"/>
            <a:ext cx="506225" cy="516225"/>
          </a:xfrm>
          <a:custGeom>
            <a:rect b="b" l="l" r="r" t="t"/>
            <a:pathLst>
              <a:path extrusionOk="0" h="20649" w="20249">
                <a:moveTo>
                  <a:pt x="10308" y="1"/>
                </a:moveTo>
                <a:cubicBezTo>
                  <a:pt x="4637" y="1"/>
                  <a:pt x="1" y="4637"/>
                  <a:pt x="1" y="10341"/>
                </a:cubicBezTo>
                <a:cubicBezTo>
                  <a:pt x="1" y="16012"/>
                  <a:pt x="4637" y="20649"/>
                  <a:pt x="10308" y="20649"/>
                </a:cubicBezTo>
                <a:cubicBezTo>
                  <a:pt x="15011" y="20649"/>
                  <a:pt x="18981" y="17513"/>
                  <a:pt x="20248" y="13210"/>
                </a:cubicBezTo>
                <a:lnTo>
                  <a:pt x="20248" y="13210"/>
                </a:lnTo>
                <a:cubicBezTo>
                  <a:pt x="18814" y="15312"/>
                  <a:pt x="16379" y="16713"/>
                  <a:pt x="13644" y="16713"/>
                </a:cubicBezTo>
                <a:cubicBezTo>
                  <a:pt x="9241" y="16713"/>
                  <a:pt x="5671" y="13143"/>
                  <a:pt x="5671" y="8740"/>
                </a:cubicBezTo>
                <a:cubicBezTo>
                  <a:pt x="5671" y="4304"/>
                  <a:pt x="9241" y="734"/>
                  <a:pt x="13644" y="734"/>
                </a:cubicBezTo>
                <a:cubicBezTo>
                  <a:pt x="13844" y="734"/>
                  <a:pt x="14044" y="768"/>
                  <a:pt x="14244" y="768"/>
                </a:cubicBezTo>
                <a:cubicBezTo>
                  <a:pt x="13043" y="267"/>
                  <a:pt x="11709" y="1"/>
                  <a:pt x="10308"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12"/>
          <p:cNvSpPr/>
          <p:nvPr/>
        </p:nvSpPr>
        <p:spPr>
          <a:xfrm>
            <a:off x="4562388" y="3742700"/>
            <a:ext cx="172650" cy="198500"/>
          </a:xfrm>
          <a:custGeom>
            <a:rect b="b" l="l" r="r" t="t"/>
            <a:pathLst>
              <a:path extrusionOk="0" h="7940" w="6906">
                <a:moveTo>
                  <a:pt x="3470" y="0"/>
                </a:moveTo>
                <a:lnTo>
                  <a:pt x="2469" y="2235"/>
                </a:lnTo>
                <a:lnTo>
                  <a:pt x="1" y="1968"/>
                </a:lnTo>
                <a:lnTo>
                  <a:pt x="1" y="1968"/>
                </a:lnTo>
                <a:lnTo>
                  <a:pt x="1469" y="3970"/>
                </a:lnTo>
                <a:lnTo>
                  <a:pt x="1" y="5971"/>
                </a:lnTo>
                <a:lnTo>
                  <a:pt x="2469" y="5704"/>
                </a:lnTo>
                <a:lnTo>
                  <a:pt x="3470" y="7939"/>
                </a:lnTo>
                <a:lnTo>
                  <a:pt x="4471" y="5704"/>
                </a:lnTo>
                <a:lnTo>
                  <a:pt x="6906" y="5971"/>
                </a:lnTo>
                <a:lnTo>
                  <a:pt x="5438" y="3970"/>
                </a:lnTo>
                <a:lnTo>
                  <a:pt x="6906" y="1968"/>
                </a:lnTo>
                <a:lnTo>
                  <a:pt x="6906" y="1968"/>
                </a:lnTo>
                <a:lnTo>
                  <a:pt x="4471" y="2235"/>
                </a:lnTo>
                <a:lnTo>
                  <a:pt x="3470"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12"/>
          <p:cNvSpPr/>
          <p:nvPr/>
        </p:nvSpPr>
        <p:spPr>
          <a:xfrm>
            <a:off x="4108738" y="3828575"/>
            <a:ext cx="101775" cy="117625"/>
          </a:xfrm>
          <a:custGeom>
            <a:rect b="b" l="l" r="r" t="t"/>
            <a:pathLst>
              <a:path extrusionOk="0" h="4705" w="4071">
                <a:moveTo>
                  <a:pt x="2035" y="1"/>
                </a:moveTo>
                <a:lnTo>
                  <a:pt x="1435" y="1335"/>
                </a:lnTo>
                <a:lnTo>
                  <a:pt x="1" y="1168"/>
                </a:lnTo>
                <a:lnTo>
                  <a:pt x="868" y="2336"/>
                </a:lnTo>
                <a:lnTo>
                  <a:pt x="1" y="3537"/>
                </a:lnTo>
                <a:lnTo>
                  <a:pt x="1435" y="3370"/>
                </a:lnTo>
                <a:lnTo>
                  <a:pt x="2035" y="4704"/>
                </a:lnTo>
                <a:lnTo>
                  <a:pt x="2636" y="3370"/>
                </a:lnTo>
                <a:lnTo>
                  <a:pt x="4070" y="3537"/>
                </a:lnTo>
                <a:lnTo>
                  <a:pt x="3203" y="2336"/>
                </a:lnTo>
                <a:lnTo>
                  <a:pt x="4070" y="1168"/>
                </a:lnTo>
                <a:lnTo>
                  <a:pt x="2636" y="1335"/>
                </a:lnTo>
                <a:lnTo>
                  <a:pt x="2035"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12"/>
          <p:cNvSpPr/>
          <p:nvPr/>
        </p:nvSpPr>
        <p:spPr>
          <a:xfrm>
            <a:off x="4933488" y="3828575"/>
            <a:ext cx="101775" cy="117625"/>
          </a:xfrm>
          <a:custGeom>
            <a:rect b="b" l="l" r="r" t="t"/>
            <a:pathLst>
              <a:path extrusionOk="0" h="4705" w="4071">
                <a:moveTo>
                  <a:pt x="2036" y="1"/>
                </a:moveTo>
                <a:lnTo>
                  <a:pt x="1435" y="1335"/>
                </a:lnTo>
                <a:lnTo>
                  <a:pt x="1" y="1168"/>
                </a:lnTo>
                <a:lnTo>
                  <a:pt x="835" y="2336"/>
                </a:lnTo>
                <a:lnTo>
                  <a:pt x="1" y="3537"/>
                </a:lnTo>
                <a:lnTo>
                  <a:pt x="1435" y="3370"/>
                </a:lnTo>
                <a:lnTo>
                  <a:pt x="2036" y="4704"/>
                </a:lnTo>
                <a:lnTo>
                  <a:pt x="2603" y="3370"/>
                </a:lnTo>
                <a:lnTo>
                  <a:pt x="4070" y="3537"/>
                </a:lnTo>
                <a:lnTo>
                  <a:pt x="3203" y="2336"/>
                </a:lnTo>
                <a:lnTo>
                  <a:pt x="4070" y="1168"/>
                </a:lnTo>
                <a:lnTo>
                  <a:pt x="2603" y="1335"/>
                </a:lnTo>
                <a:lnTo>
                  <a:pt x="2036"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12"/>
          <p:cNvSpPr/>
          <p:nvPr/>
        </p:nvSpPr>
        <p:spPr>
          <a:xfrm>
            <a:off x="4437557" y="1052675"/>
            <a:ext cx="268885" cy="309144"/>
          </a:xfrm>
          <a:custGeom>
            <a:rect b="b" l="l" r="r" t="t"/>
            <a:pathLst>
              <a:path extrusionOk="0" h="7940" w="6906">
                <a:moveTo>
                  <a:pt x="3470" y="0"/>
                </a:moveTo>
                <a:lnTo>
                  <a:pt x="2469" y="2235"/>
                </a:lnTo>
                <a:lnTo>
                  <a:pt x="1" y="1968"/>
                </a:lnTo>
                <a:lnTo>
                  <a:pt x="1" y="1968"/>
                </a:lnTo>
                <a:lnTo>
                  <a:pt x="1469" y="3970"/>
                </a:lnTo>
                <a:lnTo>
                  <a:pt x="1" y="5971"/>
                </a:lnTo>
                <a:lnTo>
                  <a:pt x="2469" y="5704"/>
                </a:lnTo>
                <a:lnTo>
                  <a:pt x="3470" y="7939"/>
                </a:lnTo>
                <a:lnTo>
                  <a:pt x="4471" y="5704"/>
                </a:lnTo>
                <a:lnTo>
                  <a:pt x="6906" y="5971"/>
                </a:lnTo>
                <a:lnTo>
                  <a:pt x="5438" y="3970"/>
                </a:lnTo>
                <a:lnTo>
                  <a:pt x="6906" y="1968"/>
                </a:lnTo>
                <a:lnTo>
                  <a:pt x="6906" y="1968"/>
                </a:lnTo>
                <a:lnTo>
                  <a:pt x="4471" y="2235"/>
                </a:lnTo>
                <a:lnTo>
                  <a:pt x="3470"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12"/>
          <p:cNvSpPr/>
          <p:nvPr/>
        </p:nvSpPr>
        <p:spPr>
          <a:xfrm>
            <a:off x="4002927" y="1331039"/>
            <a:ext cx="158504" cy="183189"/>
          </a:xfrm>
          <a:custGeom>
            <a:rect b="b" l="l" r="r" t="t"/>
            <a:pathLst>
              <a:path extrusionOk="0" h="4705" w="4071">
                <a:moveTo>
                  <a:pt x="2035" y="1"/>
                </a:moveTo>
                <a:lnTo>
                  <a:pt x="1435" y="1335"/>
                </a:lnTo>
                <a:lnTo>
                  <a:pt x="1" y="1168"/>
                </a:lnTo>
                <a:lnTo>
                  <a:pt x="868" y="2336"/>
                </a:lnTo>
                <a:lnTo>
                  <a:pt x="1" y="3537"/>
                </a:lnTo>
                <a:lnTo>
                  <a:pt x="1435" y="3370"/>
                </a:lnTo>
                <a:lnTo>
                  <a:pt x="2035" y="4704"/>
                </a:lnTo>
                <a:lnTo>
                  <a:pt x="2636" y="3370"/>
                </a:lnTo>
                <a:lnTo>
                  <a:pt x="4070" y="3537"/>
                </a:lnTo>
                <a:lnTo>
                  <a:pt x="3203" y="2336"/>
                </a:lnTo>
                <a:lnTo>
                  <a:pt x="4070" y="1168"/>
                </a:lnTo>
                <a:lnTo>
                  <a:pt x="2636" y="1335"/>
                </a:lnTo>
                <a:lnTo>
                  <a:pt x="2035"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12"/>
          <p:cNvSpPr/>
          <p:nvPr/>
        </p:nvSpPr>
        <p:spPr>
          <a:xfrm>
            <a:off x="4982569" y="1331039"/>
            <a:ext cx="158504" cy="183189"/>
          </a:xfrm>
          <a:custGeom>
            <a:rect b="b" l="l" r="r" t="t"/>
            <a:pathLst>
              <a:path extrusionOk="0" h="4705" w="4071">
                <a:moveTo>
                  <a:pt x="2036" y="1"/>
                </a:moveTo>
                <a:lnTo>
                  <a:pt x="1435" y="1335"/>
                </a:lnTo>
                <a:lnTo>
                  <a:pt x="1" y="1168"/>
                </a:lnTo>
                <a:lnTo>
                  <a:pt x="835" y="2336"/>
                </a:lnTo>
                <a:lnTo>
                  <a:pt x="1" y="3537"/>
                </a:lnTo>
                <a:lnTo>
                  <a:pt x="1435" y="3370"/>
                </a:lnTo>
                <a:lnTo>
                  <a:pt x="2036" y="4704"/>
                </a:lnTo>
                <a:lnTo>
                  <a:pt x="2603" y="3370"/>
                </a:lnTo>
                <a:lnTo>
                  <a:pt x="4070" y="3537"/>
                </a:lnTo>
                <a:lnTo>
                  <a:pt x="3203" y="2336"/>
                </a:lnTo>
                <a:lnTo>
                  <a:pt x="4070" y="1168"/>
                </a:lnTo>
                <a:lnTo>
                  <a:pt x="2603" y="1335"/>
                </a:lnTo>
                <a:lnTo>
                  <a:pt x="2036"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58" name="Google Shape;158;p12"/>
          <p:cNvGrpSpPr/>
          <p:nvPr/>
        </p:nvGrpSpPr>
        <p:grpSpPr>
          <a:xfrm flipH="1">
            <a:off x="1" y="-1"/>
            <a:ext cx="1304277" cy="1306311"/>
            <a:chOff x="7839776" y="-1"/>
            <a:chExt cx="1304277" cy="1306311"/>
          </a:xfrm>
        </p:grpSpPr>
        <p:sp>
          <p:nvSpPr>
            <p:cNvPr id="159" name="Google Shape;159;p12"/>
            <p:cNvSpPr/>
            <p:nvPr/>
          </p:nvSpPr>
          <p:spPr>
            <a:xfrm>
              <a:off x="8491926" y="-1"/>
              <a:ext cx="652127" cy="653161"/>
            </a:xfrm>
            <a:custGeom>
              <a:rect b="b" l="l" r="r" t="t"/>
              <a:pathLst>
                <a:path extrusionOk="0" h="147774" w="147540">
                  <a:moveTo>
                    <a:pt x="146839" y="72352"/>
                  </a:moveTo>
                  <a:lnTo>
                    <a:pt x="126624" y="52105"/>
                  </a:lnTo>
                  <a:lnTo>
                    <a:pt x="126624" y="23517"/>
                  </a:lnTo>
                  <a:cubicBezTo>
                    <a:pt x="126624" y="22217"/>
                    <a:pt x="125557" y="21149"/>
                    <a:pt x="124256" y="21149"/>
                  </a:cubicBezTo>
                  <a:lnTo>
                    <a:pt x="95669" y="21149"/>
                  </a:lnTo>
                  <a:lnTo>
                    <a:pt x="75454" y="935"/>
                  </a:lnTo>
                  <a:cubicBezTo>
                    <a:pt x="74520" y="1"/>
                    <a:pt x="73019" y="1"/>
                    <a:pt x="72119" y="935"/>
                  </a:cubicBezTo>
                  <a:lnTo>
                    <a:pt x="51871" y="21149"/>
                  </a:lnTo>
                  <a:lnTo>
                    <a:pt x="23284" y="21149"/>
                  </a:lnTo>
                  <a:cubicBezTo>
                    <a:pt x="21983" y="21149"/>
                    <a:pt x="20915" y="22217"/>
                    <a:pt x="20915" y="23517"/>
                  </a:cubicBezTo>
                  <a:lnTo>
                    <a:pt x="20915" y="52105"/>
                  </a:lnTo>
                  <a:lnTo>
                    <a:pt x="701" y="72319"/>
                  </a:lnTo>
                  <a:cubicBezTo>
                    <a:pt x="267" y="72786"/>
                    <a:pt x="0" y="73386"/>
                    <a:pt x="0" y="73987"/>
                  </a:cubicBezTo>
                  <a:cubicBezTo>
                    <a:pt x="0" y="74621"/>
                    <a:pt x="267" y="75221"/>
                    <a:pt x="701" y="75655"/>
                  </a:cubicBezTo>
                  <a:lnTo>
                    <a:pt x="20915" y="95903"/>
                  </a:lnTo>
                  <a:lnTo>
                    <a:pt x="20915" y="124490"/>
                  </a:lnTo>
                  <a:cubicBezTo>
                    <a:pt x="20915" y="125791"/>
                    <a:pt x="21983" y="126858"/>
                    <a:pt x="23284" y="126858"/>
                  </a:cubicBezTo>
                  <a:lnTo>
                    <a:pt x="51871" y="126858"/>
                  </a:lnTo>
                  <a:lnTo>
                    <a:pt x="72119" y="147073"/>
                  </a:lnTo>
                  <a:cubicBezTo>
                    <a:pt x="72552" y="147506"/>
                    <a:pt x="73153" y="147773"/>
                    <a:pt x="73786" y="147773"/>
                  </a:cubicBezTo>
                  <a:cubicBezTo>
                    <a:pt x="74387" y="147773"/>
                    <a:pt x="74987" y="147506"/>
                    <a:pt x="75421" y="147073"/>
                  </a:cubicBezTo>
                  <a:lnTo>
                    <a:pt x="95669" y="126858"/>
                  </a:lnTo>
                  <a:lnTo>
                    <a:pt x="124256" y="126858"/>
                  </a:lnTo>
                  <a:cubicBezTo>
                    <a:pt x="125557" y="126858"/>
                    <a:pt x="126624" y="125791"/>
                    <a:pt x="126624" y="124490"/>
                  </a:cubicBezTo>
                  <a:lnTo>
                    <a:pt x="126624" y="95903"/>
                  </a:lnTo>
                  <a:lnTo>
                    <a:pt x="146839" y="75655"/>
                  </a:lnTo>
                  <a:cubicBezTo>
                    <a:pt x="147272" y="75221"/>
                    <a:pt x="147539" y="74621"/>
                    <a:pt x="147539" y="73987"/>
                  </a:cubicBezTo>
                  <a:cubicBezTo>
                    <a:pt x="147539" y="73386"/>
                    <a:pt x="147306" y="72786"/>
                    <a:pt x="146839" y="72352"/>
                  </a:cubicBezTo>
                  <a:close/>
                  <a:moveTo>
                    <a:pt x="122621" y="93267"/>
                  </a:moveTo>
                  <a:cubicBezTo>
                    <a:pt x="122154" y="93701"/>
                    <a:pt x="121921" y="94301"/>
                    <a:pt x="121921" y="94935"/>
                  </a:cubicBezTo>
                  <a:lnTo>
                    <a:pt x="121921" y="122155"/>
                  </a:lnTo>
                  <a:lnTo>
                    <a:pt x="94701" y="122155"/>
                  </a:lnTo>
                  <a:cubicBezTo>
                    <a:pt x="94068" y="122155"/>
                    <a:pt x="93467" y="122388"/>
                    <a:pt x="93034" y="122822"/>
                  </a:cubicBezTo>
                  <a:lnTo>
                    <a:pt x="73786" y="142102"/>
                  </a:lnTo>
                  <a:lnTo>
                    <a:pt x="54506" y="122855"/>
                  </a:lnTo>
                  <a:cubicBezTo>
                    <a:pt x="54072" y="122388"/>
                    <a:pt x="53472" y="122155"/>
                    <a:pt x="52838" y="122155"/>
                  </a:cubicBezTo>
                  <a:lnTo>
                    <a:pt x="25619" y="122155"/>
                  </a:lnTo>
                  <a:lnTo>
                    <a:pt x="25619" y="94935"/>
                  </a:lnTo>
                  <a:cubicBezTo>
                    <a:pt x="25619" y="94301"/>
                    <a:pt x="25385" y="93701"/>
                    <a:pt x="24952" y="93267"/>
                  </a:cubicBezTo>
                  <a:lnTo>
                    <a:pt x="5671" y="74020"/>
                  </a:lnTo>
                  <a:lnTo>
                    <a:pt x="24952" y="54740"/>
                  </a:lnTo>
                  <a:cubicBezTo>
                    <a:pt x="25385" y="54306"/>
                    <a:pt x="25619" y="53706"/>
                    <a:pt x="25619" y="53105"/>
                  </a:cubicBezTo>
                  <a:lnTo>
                    <a:pt x="25619" y="25852"/>
                  </a:lnTo>
                  <a:lnTo>
                    <a:pt x="52838" y="25852"/>
                  </a:lnTo>
                  <a:cubicBezTo>
                    <a:pt x="53472" y="25852"/>
                    <a:pt x="54072" y="25619"/>
                    <a:pt x="54506" y="25185"/>
                  </a:cubicBezTo>
                  <a:lnTo>
                    <a:pt x="73786" y="5905"/>
                  </a:lnTo>
                  <a:lnTo>
                    <a:pt x="93034" y="25185"/>
                  </a:lnTo>
                  <a:cubicBezTo>
                    <a:pt x="93467" y="25619"/>
                    <a:pt x="94068" y="25852"/>
                    <a:pt x="94701" y="25852"/>
                  </a:cubicBezTo>
                  <a:lnTo>
                    <a:pt x="121921" y="25852"/>
                  </a:lnTo>
                  <a:lnTo>
                    <a:pt x="121921" y="53072"/>
                  </a:lnTo>
                  <a:cubicBezTo>
                    <a:pt x="121921" y="53706"/>
                    <a:pt x="122154" y="54306"/>
                    <a:pt x="122588" y="54740"/>
                  </a:cubicBezTo>
                  <a:lnTo>
                    <a:pt x="141868" y="73987"/>
                  </a:lnTo>
                  <a:close/>
                </a:path>
              </a:pathLst>
            </a:custGeom>
            <a:solidFill>
              <a:srgbClr val="9575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12"/>
            <p:cNvSpPr/>
            <p:nvPr/>
          </p:nvSpPr>
          <p:spPr>
            <a:xfrm>
              <a:off x="7839776" y="-1"/>
              <a:ext cx="652127" cy="653161"/>
            </a:xfrm>
            <a:custGeom>
              <a:rect b="b" l="l" r="r" t="t"/>
              <a:pathLst>
                <a:path extrusionOk="0" h="147774" w="147540">
                  <a:moveTo>
                    <a:pt x="146839" y="72352"/>
                  </a:moveTo>
                  <a:lnTo>
                    <a:pt x="126624" y="52105"/>
                  </a:lnTo>
                  <a:lnTo>
                    <a:pt x="126624" y="23517"/>
                  </a:lnTo>
                  <a:cubicBezTo>
                    <a:pt x="126624" y="22217"/>
                    <a:pt x="125557" y="21149"/>
                    <a:pt x="124256" y="21149"/>
                  </a:cubicBezTo>
                  <a:lnTo>
                    <a:pt x="95669" y="21149"/>
                  </a:lnTo>
                  <a:lnTo>
                    <a:pt x="75454" y="935"/>
                  </a:lnTo>
                  <a:cubicBezTo>
                    <a:pt x="74520" y="1"/>
                    <a:pt x="73019" y="1"/>
                    <a:pt x="72119" y="935"/>
                  </a:cubicBezTo>
                  <a:lnTo>
                    <a:pt x="51871" y="21149"/>
                  </a:lnTo>
                  <a:lnTo>
                    <a:pt x="23284" y="21149"/>
                  </a:lnTo>
                  <a:cubicBezTo>
                    <a:pt x="21983" y="21149"/>
                    <a:pt x="20915" y="22217"/>
                    <a:pt x="20915" y="23517"/>
                  </a:cubicBezTo>
                  <a:lnTo>
                    <a:pt x="20915" y="52105"/>
                  </a:lnTo>
                  <a:lnTo>
                    <a:pt x="701" y="72319"/>
                  </a:lnTo>
                  <a:cubicBezTo>
                    <a:pt x="267" y="72786"/>
                    <a:pt x="0" y="73386"/>
                    <a:pt x="0" y="73987"/>
                  </a:cubicBezTo>
                  <a:cubicBezTo>
                    <a:pt x="0" y="74621"/>
                    <a:pt x="267" y="75221"/>
                    <a:pt x="701" y="75655"/>
                  </a:cubicBezTo>
                  <a:lnTo>
                    <a:pt x="20915" y="95903"/>
                  </a:lnTo>
                  <a:lnTo>
                    <a:pt x="20915" y="124490"/>
                  </a:lnTo>
                  <a:cubicBezTo>
                    <a:pt x="20915" y="125791"/>
                    <a:pt x="21983" y="126858"/>
                    <a:pt x="23284" y="126858"/>
                  </a:cubicBezTo>
                  <a:lnTo>
                    <a:pt x="51871" y="126858"/>
                  </a:lnTo>
                  <a:lnTo>
                    <a:pt x="72119" y="147073"/>
                  </a:lnTo>
                  <a:cubicBezTo>
                    <a:pt x="72552" y="147506"/>
                    <a:pt x="73153" y="147773"/>
                    <a:pt x="73786" y="147773"/>
                  </a:cubicBezTo>
                  <a:cubicBezTo>
                    <a:pt x="74387" y="147773"/>
                    <a:pt x="74987" y="147506"/>
                    <a:pt x="75421" y="147073"/>
                  </a:cubicBezTo>
                  <a:lnTo>
                    <a:pt x="95669" y="126858"/>
                  </a:lnTo>
                  <a:lnTo>
                    <a:pt x="124256" y="126858"/>
                  </a:lnTo>
                  <a:cubicBezTo>
                    <a:pt x="125557" y="126858"/>
                    <a:pt x="126624" y="125791"/>
                    <a:pt x="126624" y="124490"/>
                  </a:cubicBezTo>
                  <a:lnTo>
                    <a:pt x="126624" y="95903"/>
                  </a:lnTo>
                  <a:lnTo>
                    <a:pt x="146839" y="75655"/>
                  </a:lnTo>
                  <a:cubicBezTo>
                    <a:pt x="147272" y="75221"/>
                    <a:pt x="147539" y="74621"/>
                    <a:pt x="147539" y="73987"/>
                  </a:cubicBezTo>
                  <a:cubicBezTo>
                    <a:pt x="147539" y="73386"/>
                    <a:pt x="147306" y="72786"/>
                    <a:pt x="146839" y="72352"/>
                  </a:cubicBezTo>
                  <a:close/>
                  <a:moveTo>
                    <a:pt x="122621" y="93267"/>
                  </a:moveTo>
                  <a:cubicBezTo>
                    <a:pt x="122154" y="93701"/>
                    <a:pt x="121921" y="94301"/>
                    <a:pt x="121921" y="94935"/>
                  </a:cubicBezTo>
                  <a:lnTo>
                    <a:pt x="121921" y="122155"/>
                  </a:lnTo>
                  <a:lnTo>
                    <a:pt x="94701" y="122155"/>
                  </a:lnTo>
                  <a:cubicBezTo>
                    <a:pt x="94068" y="122155"/>
                    <a:pt x="93467" y="122388"/>
                    <a:pt x="93034" y="122822"/>
                  </a:cubicBezTo>
                  <a:lnTo>
                    <a:pt x="73786" y="142102"/>
                  </a:lnTo>
                  <a:lnTo>
                    <a:pt x="54506" y="122855"/>
                  </a:lnTo>
                  <a:cubicBezTo>
                    <a:pt x="54072" y="122388"/>
                    <a:pt x="53472" y="122155"/>
                    <a:pt x="52838" y="122155"/>
                  </a:cubicBezTo>
                  <a:lnTo>
                    <a:pt x="25619" y="122155"/>
                  </a:lnTo>
                  <a:lnTo>
                    <a:pt x="25619" y="94935"/>
                  </a:lnTo>
                  <a:cubicBezTo>
                    <a:pt x="25619" y="94301"/>
                    <a:pt x="25385" y="93701"/>
                    <a:pt x="24952" y="93267"/>
                  </a:cubicBezTo>
                  <a:lnTo>
                    <a:pt x="5671" y="74020"/>
                  </a:lnTo>
                  <a:lnTo>
                    <a:pt x="24952" y="54740"/>
                  </a:lnTo>
                  <a:cubicBezTo>
                    <a:pt x="25385" y="54306"/>
                    <a:pt x="25619" y="53706"/>
                    <a:pt x="25619" y="53105"/>
                  </a:cubicBezTo>
                  <a:lnTo>
                    <a:pt x="25619" y="25852"/>
                  </a:lnTo>
                  <a:lnTo>
                    <a:pt x="52838" y="25852"/>
                  </a:lnTo>
                  <a:cubicBezTo>
                    <a:pt x="53472" y="25852"/>
                    <a:pt x="54072" y="25619"/>
                    <a:pt x="54506" y="25185"/>
                  </a:cubicBezTo>
                  <a:lnTo>
                    <a:pt x="73786" y="5905"/>
                  </a:lnTo>
                  <a:lnTo>
                    <a:pt x="93034" y="25185"/>
                  </a:lnTo>
                  <a:cubicBezTo>
                    <a:pt x="93467" y="25619"/>
                    <a:pt x="94068" y="25852"/>
                    <a:pt x="94701" y="25852"/>
                  </a:cubicBezTo>
                  <a:lnTo>
                    <a:pt x="121921" y="25852"/>
                  </a:lnTo>
                  <a:lnTo>
                    <a:pt x="121921" y="53072"/>
                  </a:lnTo>
                  <a:cubicBezTo>
                    <a:pt x="121921" y="53706"/>
                    <a:pt x="122154" y="54306"/>
                    <a:pt x="122588" y="54740"/>
                  </a:cubicBezTo>
                  <a:lnTo>
                    <a:pt x="141868" y="73987"/>
                  </a:lnTo>
                  <a:close/>
                </a:path>
              </a:pathLst>
            </a:custGeom>
            <a:solidFill>
              <a:srgbClr val="9575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12"/>
            <p:cNvSpPr/>
            <p:nvPr/>
          </p:nvSpPr>
          <p:spPr>
            <a:xfrm>
              <a:off x="8491926" y="653149"/>
              <a:ext cx="652127" cy="653161"/>
            </a:xfrm>
            <a:custGeom>
              <a:rect b="b" l="l" r="r" t="t"/>
              <a:pathLst>
                <a:path extrusionOk="0" h="147774" w="147540">
                  <a:moveTo>
                    <a:pt x="146839" y="72352"/>
                  </a:moveTo>
                  <a:lnTo>
                    <a:pt x="126624" y="52105"/>
                  </a:lnTo>
                  <a:lnTo>
                    <a:pt x="126624" y="23517"/>
                  </a:lnTo>
                  <a:cubicBezTo>
                    <a:pt x="126624" y="22217"/>
                    <a:pt x="125557" y="21149"/>
                    <a:pt x="124256" y="21149"/>
                  </a:cubicBezTo>
                  <a:lnTo>
                    <a:pt x="95669" y="21149"/>
                  </a:lnTo>
                  <a:lnTo>
                    <a:pt x="75454" y="935"/>
                  </a:lnTo>
                  <a:cubicBezTo>
                    <a:pt x="74520" y="1"/>
                    <a:pt x="73019" y="1"/>
                    <a:pt x="72119" y="935"/>
                  </a:cubicBezTo>
                  <a:lnTo>
                    <a:pt x="51871" y="21149"/>
                  </a:lnTo>
                  <a:lnTo>
                    <a:pt x="23284" y="21149"/>
                  </a:lnTo>
                  <a:cubicBezTo>
                    <a:pt x="21983" y="21149"/>
                    <a:pt x="20915" y="22217"/>
                    <a:pt x="20915" y="23517"/>
                  </a:cubicBezTo>
                  <a:lnTo>
                    <a:pt x="20915" y="52105"/>
                  </a:lnTo>
                  <a:lnTo>
                    <a:pt x="701" y="72319"/>
                  </a:lnTo>
                  <a:cubicBezTo>
                    <a:pt x="267" y="72786"/>
                    <a:pt x="0" y="73386"/>
                    <a:pt x="0" y="73987"/>
                  </a:cubicBezTo>
                  <a:cubicBezTo>
                    <a:pt x="0" y="74621"/>
                    <a:pt x="267" y="75221"/>
                    <a:pt x="701" y="75655"/>
                  </a:cubicBezTo>
                  <a:lnTo>
                    <a:pt x="20915" y="95903"/>
                  </a:lnTo>
                  <a:lnTo>
                    <a:pt x="20915" y="124490"/>
                  </a:lnTo>
                  <a:cubicBezTo>
                    <a:pt x="20915" y="125791"/>
                    <a:pt x="21983" y="126858"/>
                    <a:pt x="23284" y="126858"/>
                  </a:cubicBezTo>
                  <a:lnTo>
                    <a:pt x="51871" y="126858"/>
                  </a:lnTo>
                  <a:lnTo>
                    <a:pt x="72119" y="147073"/>
                  </a:lnTo>
                  <a:cubicBezTo>
                    <a:pt x="72552" y="147506"/>
                    <a:pt x="73153" y="147773"/>
                    <a:pt x="73786" y="147773"/>
                  </a:cubicBezTo>
                  <a:cubicBezTo>
                    <a:pt x="74387" y="147773"/>
                    <a:pt x="74987" y="147506"/>
                    <a:pt x="75421" y="147073"/>
                  </a:cubicBezTo>
                  <a:lnTo>
                    <a:pt x="95669" y="126858"/>
                  </a:lnTo>
                  <a:lnTo>
                    <a:pt x="124256" y="126858"/>
                  </a:lnTo>
                  <a:cubicBezTo>
                    <a:pt x="125557" y="126858"/>
                    <a:pt x="126624" y="125791"/>
                    <a:pt x="126624" y="124490"/>
                  </a:cubicBezTo>
                  <a:lnTo>
                    <a:pt x="126624" y="95903"/>
                  </a:lnTo>
                  <a:lnTo>
                    <a:pt x="146839" y="75655"/>
                  </a:lnTo>
                  <a:cubicBezTo>
                    <a:pt x="147272" y="75221"/>
                    <a:pt x="147539" y="74621"/>
                    <a:pt x="147539" y="73987"/>
                  </a:cubicBezTo>
                  <a:cubicBezTo>
                    <a:pt x="147539" y="73386"/>
                    <a:pt x="147306" y="72786"/>
                    <a:pt x="146839" y="72352"/>
                  </a:cubicBezTo>
                  <a:close/>
                  <a:moveTo>
                    <a:pt x="122621" y="93267"/>
                  </a:moveTo>
                  <a:cubicBezTo>
                    <a:pt x="122154" y="93701"/>
                    <a:pt x="121921" y="94301"/>
                    <a:pt x="121921" y="94935"/>
                  </a:cubicBezTo>
                  <a:lnTo>
                    <a:pt x="121921" y="122155"/>
                  </a:lnTo>
                  <a:lnTo>
                    <a:pt x="94701" y="122155"/>
                  </a:lnTo>
                  <a:cubicBezTo>
                    <a:pt x="94068" y="122155"/>
                    <a:pt x="93467" y="122388"/>
                    <a:pt x="93034" y="122822"/>
                  </a:cubicBezTo>
                  <a:lnTo>
                    <a:pt x="73786" y="142102"/>
                  </a:lnTo>
                  <a:lnTo>
                    <a:pt x="54506" y="122855"/>
                  </a:lnTo>
                  <a:cubicBezTo>
                    <a:pt x="54072" y="122388"/>
                    <a:pt x="53472" y="122155"/>
                    <a:pt x="52838" y="122155"/>
                  </a:cubicBezTo>
                  <a:lnTo>
                    <a:pt x="25619" y="122155"/>
                  </a:lnTo>
                  <a:lnTo>
                    <a:pt x="25619" y="94935"/>
                  </a:lnTo>
                  <a:cubicBezTo>
                    <a:pt x="25619" y="94301"/>
                    <a:pt x="25385" y="93701"/>
                    <a:pt x="24952" y="93267"/>
                  </a:cubicBezTo>
                  <a:lnTo>
                    <a:pt x="5671" y="74020"/>
                  </a:lnTo>
                  <a:lnTo>
                    <a:pt x="24952" y="54740"/>
                  </a:lnTo>
                  <a:cubicBezTo>
                    <a:pt x="25385" y="54306"/>
                    <a:pt x="25619" y="53706"/>
                    <a:pt x="25619" y="53105"/>
                  </a:cubicBezTo>
                  <a:lnTo>
                    <a:pt x="25619" y="25852"/>
                  </a:lnTo>
                  <a:lnTo>
                    <a:pt x="52838" y="25852"/>
                  </a:lnTo>
                  <a:cubicBezTo>
                    <a:pt x="53472" y="25852"/>
                    <a:pt x="54072" y="25619"/>
                    <a:pt x="54506" y="25185"/>
                  </a:cubicBezTo>
                  <a:lnTo>
                    <a:pt x="73786" y="5905"/>
                  </a:lnTo>
                  <a:lnTo>
                    <a:pt x="93034" y="25185"/>
                  </a:lnTo>
                  <a:cubicBezTo>
                    <a:pt x="93467" y="25619"/>
                    <a:pt x="94068" y="25852"/>
                    <a:pt x="94701" y="25852"/>
                  </a:cubicBezTo>
                  <a:lnTo>
                    <a:pt x="121921" y="25852"/>
                  </a:lnTo>
                  <a:lnTo>
                    <a:pt x="121921" y="53072"/>
                  </a:lnTo>
                  <a:cubicBezTo>
                    <a:pt x="121921" y="53706"/>
                    <a:pt x="122154" y="54306"/>
                    <a:pt x="122588" y="54740"/>
                  </a:cubicBezTo>
                  <a:lnTo>
                    <a:pt x="141868" y="73987"/>
                  </a:lnTo>
                  <a:close/>
                </a:path>
              </a:pathLst>
            </a:custGeom>
            <a:solidFill>
              <a:srgbClr val="9575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2" name="Google Shape;162;p12"/>
          <p:cNvGrpSpPr/>
          <p:nvPr/>
        </p:nvGrpSpPr>
        <p:grpSpPr>
          <a:xfrm flipH="1">
            <a:off x="7839776" y="3837199"/>
            <a:ext cx="1304277" cy="1306311"/>
            <a:chOff x="1" y="3837199"/>
            <a:chExt cx="1304277" cy="1306311"/>
          </a:xfrm>
        </p:grpSpPr>
        <p:sp>
          <p:nvSpPr>
            <p:cNvPr id="163" name="Google Shape;163;p12"/>
            <p:cNvSpPr/>
            <p:nvPr/>
          </p:nvSpPr>
          <p:spPr>
            <a:xfrm rot="10800000">
              <a:off x="1" y="4490349"/>
              <a:ext cx="652127" cy="653161"/>
            </a:xfrm>
            <a:custGeom>
              <a:rect b="b" l="l" r="r" t="t"/>
              <a:pathLst>
                <a:path extrusionOk="0" h="147774" w="147540">
                  <a:moveTo>
                    <a:pt x="146839" y="72352"/>
                  </a:moveTo>
                  <a:lnTo>
                    <a:pt x="126624" y="52105"/>
                  </a:lnTo>
                  <a:lnTo>
                    <a:pt x="126624" y="23517"/>
                  </a:lnTo>
                  <a:cubicBezTo>
                    <a:pt x="126624" y="22217"/>
                    <a:pt x="125557" y="21149"/>
                    <a:pt x="124256" y="21149"/>
                  </a:cubicBezTo>
                  <a:lnTo>
                    <a:pt x="95669" y="21149"/>
                  </a:lnTo>
                  <a:lnTo>
                    <a:pt x="75454" y="935"/>
                  </a:lnTo>
                  <a:cubicBezTo>
                    <a:pt x="74520" y="1"/>
                    <a:pt x="73019" y="1"/>
                    <a:pt x="72119" y="935"/>
                  </a:cubicBezTo>
                  <a:lnTo>
                    <a:pt x="51871" y="21149"/>
                  </a:lnTo>
                  <a:lnTo>
                    <a:pt x="23284" y="21149"/>
                  </a:lnTo>
                  <a:cubicBezTo>
                    <a:pt x="21983" y="21149"/>
                    <a:pt x="20915" y="22217"/>
                    <a:pt x="20915" y="23517"/>
                  </a:cubicBezTo>
                  <a:lnTo>
                    <a:pt x="20915" y="52105"/>
                  </a:lnTo>
                  <a:lnTo>
                    <a:pt x="701" y="72319"/>
                  </a:lnTo>
                  <a:cubicBezTo>
                    <a:pt x="267" y="72786"/>
                    <a:pt x="0" y="73386"/>
                    <a:pt x="0" y="73987"/>
                  </a:cubicBezTo>
                  <a:cubicBezTo>
                    <a:pt x="0" y="74621"/>
                    <a:pt x="267" y="75221"/>
                    <a:pt x="701" y="75655"/>
                  </a:cubicBezTo>
                  <a:lnTo>
                    <a:pt x="20915" y="95903"/>
                  </a:lnTo>
                  <a:lnTo>
                    <a:pt x="20915" y="124490"/>
                  </a:lnTo>
                  <a:cubicBezTo>
                    <a:pt x="20915" y="125791"/>
                    <a:pt x="21983" y="126858"/>
                    <a:pt x="23284" y="126858"/>
                  </a:cubicBezTo>
                  <a:lnTo>
                    <a:pt x="51871" y="126858"/>
                  </a:lnTo>
                  <a:lnTo>
                    <a:pt x="72119" y="147073"/>
                  </a:lnTo>
                  <a:cubicBezTo>
                    <a:pt x="72552" y="147506"/>
                    <a:pt x="73153" y="147773"/>
                    <a:pt x="73786" y="147773"/>
                  </a:cubicBezTo>
                  <a:cubicBezTo>
                    <a:pt x="74387" y="147773"/>
                    <a:pt x="74987" y="147506"/>
                    <a:pt x="75421" y="147073"/>
                  </a:cubicBezTo>
                  <a:lnTo>
                    <a:pt x="95669" y="126858"/>
                  </a:lnTo>
                  <a:lnTo>
                    <a:pt x="124256" y="126858"/>
                  </a:lnTo>
                  <a:cubicBezTo>
                    <a:pt x="125557" y="126858"/>
                    <a:pt x="126624" y="125791"/>
                    <a:pt x="126624" y="124490"/>
                  </a:cubicBezTo>
                  <a:lnTo>
                    <a:pt x="126624" y="95903"/>
                  </a:lnTo>
                  <a:lnTo>
                    <a:pt x="146839" y="75655"/>
                  </a:lnTo>
                  <a:cubicBezTo>
                    <a:pt x="147272" y="75221"/>
                    <a:pt x="147539" y="74621"/>
                    <a:pt x="147539" y="73987"/>
                  </a:cubicBezTo>
                  <a:cubicBezTo>
                    <a:pt x="147539" y="73386"/>
                    <a:pt x="147306" y="72786"/>
                    <a:pt x="146839" y="72352"/>
                  </a:cubicBezTo>
                  <a:close/>
                  <a:moveTo>
                    <a:pt x="122621" y="93267"/>
                  </a:moveTo>
                  <a:cubicBezTo>
                    <a:pt x="122154" y="93701"/>
                    <a:pt x="121921" y="94301"/>
                    <a:pt x="121921" y="94935"/>
                  </a:cubicBezTo>
                  <a:lnTo>
                    <a:pt x="121921" y="122155"/>
                  </a:lnTo>
                  <a:lnTo>
                    <a:pt x="94701" y="122155"/>
                  </a:lnTo>
                  <a:cubicBezTo>
                    <a:pt x="94068" y="122155"/>
                    <a:pt x="93467" y="122388"/>
                    <a:pt x="93034" y="122822"/>
                  </a:cubicBezTo>
                  <a:lnTo>
                    <a:pt x="73786" y="142102"/>
                  </a:lnTo>
                  <a:lnTo>
                    <a:pt x="54506" y="122855"/>
                  </a:lnTo>
                  <a:cubicBezTo>
                    <a:pt x="54072" y="122388"/>
                    <a:pt x="53472" y="122155"/>
                    <a:pt x="52838" y="122155"/>
                  </a:cubicBezTo>
                  <a:lnTo>
                    <a:pt x="25619" y="122155"/>
                  </a:lnTo>
                  <a:lnTo>
                    <a:pt x="25619" y="94935"/>
                  </a:lnTo>
                  <a:cubicBezTo>
                    <a:pt x="25619" y="94301"/>
                    <a:pt x="25385" y="93701"/>
                    <a:pt x="24952" y="93267"/>
                  </a:cubicBezTo>
                  <a:lnTo>
                    <a:pt x="5671" y="74020"/>
                  </a:lnTo>
                  <a:lnTo>
                    <a:pt x="24952" y="54740"/>
                  </a:lnTo>
                  <a:cubicBezTo>
                    <a:pt x="25385" y="54306"/>
                    <a:pt x="25619" y="53706"/>
                    <a:pt x="25619" y="53105"/>
                  </a:cubicBezTo>
                  <a:lnTo>
                    <a:pt x="25619" y="25852"/>
                  </a:lnTo>
                  <a:lnTo>
                    <a:pt x="52838" y="25852"/>
                  </a:lnTo>
                  <a:cubicBezTo>
                    <a:pt x="53472" y="25852"/>
                    <a:pt x="54072" y="25619"/>
                    <a:pt x="54506" y="25185"/>
                  </a:cubicBezTo>
                  <a:lnTo>
                    <a:pt x="73786" y="5905"/>
                  </a:lnTo>
                  <a:lnTo>
                    <a:pt x="93034" y="25185"/>
                  </a:lnTo>
                  <a:cubicBezTo>
                    <a:pt x="93467" y="25619"/>
                    <a:pt x="94068" y="25852"/>
                    <a:pt x="94701" y="25852"/>
                  </a:cubicBezTo>
                  <a:lnTo>
                    <a:pt x="121921" y="25852"/>
                  </a:lnTo>
                  <a:lnTo>
                    <a:pt x="121921" y="53072"/>
                  </a:lnTo>
                  <a:cubicBezTo>
                    <a:pt x="121921" y="53706"/>
                    <a:pt x="122154" y="54306"/>
                    <a:pt x="122588" y="54740"/>
                  </a:cubicBezTo>
                  <a:lnTo>
                    <a:pt x="141868" y="73987"/>
                  </a:lnTo>
                  <a:close/>
                </a:path>
              </a:pathLst>
            </a:custGeom>
            <a:solidFill>
              <a:srgbClr val="9575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12"/>
            <p:cNvSpPr/>
            <p:nvPr/>
          </p:nvSpPr>
          <p:spPr>
            <a:xfrm rot="10800000">
              <a:off x="652151" y="4490349"/>
              <a:ext cx="652127" cy="653161"/>
            </a:xfrm>
            <a:custGeom>
              <a:rect b="b" l="l" r="r" t="t"/>
              <a:pathLst>
                <a:path extrusionOk="0" h="147774" w="147540">
                  <a:moveTo>
                    <a:pt x="146839" y="72352"/>
                  </a:moveTo>
                  <a:lnTo>
                    <a:pt x="126624" y="52105"/>
                  </a:lnTo>
                  <a:lnTo>
                    <a:pt x="126624" y="23517"/>
                  </a:lnTo>
                  <a:cubicBezTo>
                    <a:pt x="126624" y="22217"/>
                    <a:pt x="125557" y="21149"/>
                    <a:pt x="124256" y="21149"/>
                  </a:cubicBezTo>
                  <a:lnTo>
                    <a:pt x="95669" y="21149"/>
                  </a:lnTo>
                  <a:lnTo>
                    <a:pt x="75454" y="935"/>
                  </a:lnTo>
                  <a:cubicBezTo>
                    <a:pt x="74520" y="1"/>
                    <a:pt x="73019" y="1"/>
                    <a:pt x="72119" y="935"/>
                  </a:cubicBezTo>
                  <a:lnTo>
                    <a:pt x="51871" y="21149"/>
                  </a:lnTo>
                  <a:lnTo>
                    <a:pt x="23284" y="21149"/>
                  </a:lnTo>
                  <a:cubicBezTo>
                    <a:pt x="21983" y="21149"/>
                    <a:pt x="20915" y="22217"/>
                    <a:pt x="20915" y="23517"/>
                  </a:cubicBezTo>
                  <a:lnTo>
                    <a:pt x="20915" y="52105"/>
                  </a:lnTo>
                  <a:lnTo>
                    <a:pt x="701" y="72319"/>
                  </a:lnTo>
                  <a:cubicBezTo>
                    <a:pt x="267" y="72786"/>
                    <a:pt x="0" y="73386"/>
                    <a:pt x="0" y="73987"/>
                  </a:cubicBezTo>
                  <a:cubicBezTo>
                    <a:pt x="0" y="74621"/>
                    <a:pt x="267" y="75221"/>
                    <a:pt x="701" y="75655"/>
                  </a:cubicBezTo>
                  <a:lnTo>
                    <a:pt x="20915" y="95903"/>
                  </a:lnTo>
                  <a:lnTo>
                    <a:pt x="20915" y="124490"/>
                  </a:lnTo>
                  <a:cubicBezTo>
                    <a:pt x="20915" y="125791"/>
                    <a:pt x="21983" y="126858"/>
                    <a:pt x="23284" y="126858"/>
                  </a:cubicBezTo>
                  <a:lnTo>
                    <a:pt x="51871" y="126858"/>
                  </a:lnTo>
                  <a:lnTo>
                    <a:pt x="72119" y="147073"/>
                  </a:lnTo>
                  <a:cubicBezTo>
                    <a:pt x="72552" y="147506"/>
                    <a:pt x="73153" y="147773"/>
                    <a:pt x="73786" y="147773"/>
                  </a:cubicBezTo>
                  <a:cubicBezTo>
                    <a:pt x="74387" y="147773"/>
                    <a:pt x="74987" y="147506"/>
                    <a:pt x="75421" y="147073"/>
                  </a:cubicBezTo>
                  <a:lnTo>
                    <a:pt x="95669" y="126858"/>
                  </a:lnTo>
                  <a:lnTo>
                    <a:pt x="124256" y="126858"/>
                  </a:lnTo>
                  <a:cubicBezTo>
                    <a:pt x="125557" y="126858"/>
                    <a:pt x="126624" y="125791"/>
                    <a:pt x="126624" y="124490"/>
                  </a:cubicBezTo>
                  <a:lnTo>
                    <a:pt x="126624" y="95903"/>
                  </a:lnTo>
                  <a:lnTo>
                    <a:pt x="146839" y="75655"/>
                  </a:lnTo>
                  <a:cubicBezTo>
                    <a:pt x="147272" y="75221"/>
                    <a:pt x="147539" y="74621"/>
                    <a:pt x="147539" y="73987"/>
                  </a:cubicBezTo>
                  <a:cubicBezTo>
                    <a:pt x="147539" y="73386"/>
                    <a:pt x="147306" y="72786"/>
                    <a:pt x="146839" y="72352"/>
                  </a:cubicBezTo>
                  <a:close/>
                  <a:moveTo>
                    <a:pt x="122621" y="93267"/>
                  </a:moveTo>
                  <a:cubicBezTo>
                    <a:pt x="122154" y="93701"/>
                    <a:pt x="121921" y="94301"/>
                    <a:pt x="121921" y="94935"/>
                  </a:cubicBezTo>
                  <a:lnTo>
                    <a:pt x="121921" y="122155"/>
                  </a:lnTo>
                  <a:lnTo>
                    <a:pt x="94701" y="122155"/>
                  </a:lnTo>
                  <a:cubicBezTo>
                    <a:pt x="94068" y="122155"/>
                    <a:pt x="93467" y="122388"/>
                    <a:pt x="93034" y="122822"/>
                  </a:cubicBezTo>
                  <a:lnTo>
                    <a:pt x="73786" y="142102"/>
                  </a:lnTo>
                  <a:lnTo>
                    <a:pt x="54506" y="122855"/>
                  </a:lnTo>
                  <a:cubicBezTo>
                    <a:pt x="54072" y="122388"/>
                    <a:pt x="53472" y="122155"/>
                    <a:pt x="52838" y="122155"/>
                  </a:cubicBezTo>
                  <a:lnTo>
                    <a:pt x="25619" y="122155"/>
                  </a:lnTo>
                  <a:lnTo>
                    <a:pt x="25619" y="94935"/>
                  </a:lnTo>
                  <a:cubicBezTo>
                    <a:pt x="25619" y="94301"/>
                    <a:pt x="25385" y="93701"/>
                    <a:pt x="24952" y="93267"/>
                  </a:cubicBezTo>
                  <a:lnTo>
                    <a:pt x="5671" y="74020"/>
                  </a:lnTo>
                  <a:lnTo>
                    <a:pt x="24952" y="54740"/>
                  </a:lnTo>
                  <a:cubicBezTo>
                    <a:pt x="25385" y="54306"/>
                    <a:pt x="25619" y="53706"/>
                    <a:pt x="25619" y="53105"/>
                  </a:cubicBezTo>
                  <a:lnTo>
                    <a:pt x="25619" y="25852"/>
                  </a:lnTo>
                  <a:lnTo>
                    <a:pt x="52838" y="25852"/>
                  </a:lnTo>
                  <a:cubicBezTo>
                    <a:pt x="53472" y="25852"/>
                    <a:pt x="54072" y="25619"/>
                    <a:pt x="54506" y="25185"/>
                  </a:cubicBezTo>
                  <a:lnTo>
                    <a:pt x="73786" y="5905"/>
                  </a:lnTo>
                  <a:lnTo>
                    <a:pt x="93034" y="25185"/>
                  </a:lnTo>
                  <a:cubicBezTo>
                    <a:pt x="93467" y="25619"/>
                    <a:pt x="94068" y="25852"/>
                    <a:pt x="94701" y="25852"/>
                  </a:cubicBezTo>
                  <a:lnTo>
                    <a:pt x="121921" y="25852"/>
                  </a:lnTo>
                  <a:lnTo>
                    <a:pt x="121921" y="53072"/>
                  </a:lnTo>
                  <a:cubicBezTo>
                    <a:pt x="121921" y="53706"/>
                    <a:pt x="122154" y="54306"/>
                    <a:pt x="122588" y="54740"/>
                  </a:cubicBezTo>
                  <a:lnTo>
                    <a:pt x="141868" y="73987"/>
                  </a:lnTo>
                  <a:close/>
                </a:path>
              </a:pathLst>
            </a:custGeom>
            <a:solidFill>
              <a:srgbClr val="9575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12"/>
            <p:cNvSpPr/>
            <p:nvPr/>
          </p:nvSpPr>
          <p:spPr>
            <a:xfrm rot="10800000">
              <a:off x="1" y="3837199"/>
              <a:ext cx="652127" cy="653161"/>
            </a:xfrm>
            <a:custGeom>
              <a:rect b="b" l="l" r="r" t="t"/>
              <a:pathLst>
                <a:path extrusionOk="0" h="147774" w="147540">
                  <a:moveTo>
                    <a:pt x="146839" y="72352"/>
                  </a:moveTo>
                  <a:lnTo>
                    <a:pt x="126624" y="52105"/>
                  </a:lnTo>
                  <a:lnTo>
                    <a:pt x="126624" y="23517"/>
                  </a:lnTo>
                  <a:cubicBezTo>
                    <a:pt x="126624" y="22217"/>
                    <a:pt x="125557" y="21149"/>
                    <a:pt x="124256" y="21149"/>
                  </a:cubicBezTo>
                  <a:lnTo>
                    <a:pt x="95669" y="21149"/>
                  </a:lnTo>
                  <a:lnTo>
                    <a:pt x="75454" y="935"/>
                  </a:lnTo>
                  <a:cubicBezTo>
                    <a:pt x="74520" y="1"/>
                    <a:pt x="73019" y="1"/>
                    <a:pt x="72119" y="935"/>
                  </a:cubicBezTo>
                  <a:lnTo>
                    <a:pt x="51871" y="21149"/>
                  </a:lnTo>
                  <a:lnTo>
                    <a:pt x="23284" y="21149"/>
                  </a:lnTo>
                  <a:cubicBezTo>
                    <a:pt x="21983" y="21149"/>
                    <a:pt x="20915" y="22217"/>
                    <a:pt x="20915" y="23517"/>
                  </a:cubicBezTo>
                  <a:lnTo>
                    <a:pt x="20915" y="52105"/>
                  </a:lnTo>
                  <a:lnTo>
                    <a:pt x="701" y="72319"/>
                  </a:lnTo>
                  <a:cubicBezTo>
                    <a:pt x="267" y="72786"/>
                    <a:pt x="0" y="73386"/>
                    <a:pt x="0" y="73987"/>
                  </a:cubicBezTo>
                  <a:cubicBezTo>
                    <a:pt x="0" y="74621"/>
                    <a:pt x="267" y="75221"/>
                    <a:pt x="701" y="75655"/>
                  </a:cubicBezTo>
                  <a:lnTo>
                    <a:pt x="20915" y="95903"/>
                  </a:lnTo>
                  <a:lnTo>
                    <a:pt x="20915" y="124490"/>
                  </a:lnTo>
                  <a:cubicBezTo>
                    <a:pt x="20915" y="125791"/>
                    <a:pt x="21983" y="126858"/>
                    <a:pt x="23284" y="126858"/>
                  </a:cubicBezTo>
                  <a:lnTo>
                    <a:pt x="51871" y="126858"/>
                  </a:lnTo>
                  <a:lnTo>
                    <a:pt x="72119" y="147073"/>
                  </a:lnTo>
                  <a:cubicBezTo>
                    <a:pt x="72552" y="147506"/>
                    <a:pt x="73153" y="147773"/>
                    <a:pt x="73786" y="147773"/>
                  </a:cubicBezTo>
                  <a:cubicBezTo>
                    <a:pt x="74387" y="147773"/>
                    <a:pt x="74987" y="147506"/>
                    <a:pt x="75421" y="147073"/>
                  </a:cubicBezTo>
                  <a:lnTo>
                    <a:pt x="95669" y="126858"/>
                  </a:lnTo>
                  <a:lnTo>
                    <a:pt x="124256" y="126858"/>
                  </a:lnTo>
                  <a:cubicBezTo>
                    <a:pt x="125557" y="126858"/>
                    <a:pt x="126624" y="125791"/>
                    <a:pt x="126624" y="124490"/>
                  </a:cubicBezTo>
                  <a:lnTo>
                    <a:pt x="126624" y="95903"/>
                  </a:lnTo>
                  <a:lnTo>
                    <a:pt x="146839" y="75655"/>
                  </a:lnTo>
                  <a:cubicBezTo>
                    <a:pt x="147272" y="75221"/>
                    <a:pt x="147539" y="74621"/>
                    <a:pt x="147539" y="73987"/>
                  </a:cubicBezTo>
                  <a:cubicBezTo>
                    <a:pt x="147539" y="73386"/>
                    <a:pt x="147306" y="72786"/>
                    <a:pt x="146839" y="72352"/>
                  </a:cubicBezTo>
                  <a:close/>
                  <a:moveTo>
                    <a:pt x="122621" y="93267"/>
                  </a:moveTo>
                  <a:cubicBezTo>
                    <a:pt x="122154" y="93701"/>
                    <a:pt x="121921" y="94301"/>
                    <a:pt x="121921" y="94935"/>
                  </a:cubicBezTo>
                  <a:lnTo>
                    <a:pt x="121921" y="122155"/>
                  </a:lnTo>
                  <a:lnTo>
                    <a:pt x="94701" y="122155"/>
                  </a:lnTo>
                  <a:cubicBezTo>
                    <a:pt x="94068" y="122155"/>
                    <a:pt x="93467" y="122388"/>
                    <a:pt x="93034" y="122822"/>
                  </a:cubicBezTo>
                  <a:lnTo>
                    <a:pt x="73786" y="142102"/>
                  </a:lnTo>
                  <a:lnTo>
                    <a:pt x="54506" y="122855"/>
                  </a:lnTo>
                  <a:cubicBezTo>
                    <a:pt x="54072" y="122388"/>
                    <a:pt x="53472" y="122155"/>
                    <a:pt x="52838" y="122155"/>
                  </a:cubicBezTo>
                  <a:lnTo>
                    <a:pt x="25619" y="122155"/>
                  </a:lnTo>
                  <a:lnTo>
                    <a:pt x="25619" y="94935"/>
                  </a:lnTo>
                  <a:cubicBezTo>
                    <a:pt x="25619" y="94301"/>
                    <a:pt x="25385" y="93701"/>
                    <a:pt x="24952" y="93267"/>
                  </a:cubicBezTo>
                  <a:lnTo>
                    <a:pt x="5671" y="74020"/>
                  </a:lnTo>
                  <a:lnTo>
                    <a:pt x="24952" y="54740"/>
                  </a:lnTo>
                  <a:cubicBezTo>
                    <a:pt x="25385" y="54306"/>
                    <a:pt x="25619" y="53706"/>
                    <a:pt x="25619" y="53105"/>
                  </a:cubicBezTo>
                  <a:lnTo>
                    <a:pt x="25619" y="25852"/>
                  </a:lnTo>
                  <a:lnTo>
                    <a:pt x="52838" y="25852"/>
                  </a:lnTo>
                  <a:cubicBezTo>
                    <a:pt x="53472" y="25852"/>
                    <a:pt x="54072" y="25619"/>
                    <a:pt x="54506" y="25185"/>
                  </a:cubicBezTo>
                  <a:lnTo>
                    <a:pt x="73786" y="5905"/>
                  </a:lnTo>
                  <a:lnTo>
                    <a:pt x="93034" y="25185"/>
                  </a:lnTo>
                  <a:cubicBezTo>
                    <a:pt x="93467" y="25619"/>
                    <a:pt x="94068" y="25852"/>
                    <a:pt x="94701" y="25852"/>
                  </a:cubicBezTo>
                  <a:lnTo>
                    <a:pt x="121921" y="25852"/>
                  </a:lnTo>
                  <a:lnTo>
                    <a:pt x="121921" y="53072"/>
                  </a:lnTo>
                  <a:cubicBezTo>
                    <a:pt x="121921" y="53706"/>
                    <a:pt x="122154" y="54306"/>
                    <a:pt x="122588" y="54740"/>
                  </a:cubicBezTo>
                  <a:lnTo>
                    <a:pt x="141868" y="73987"/>
                  </a:lnTo>
                  <a:close/>
                </a:path>
              </a:pathLst>
            </a:custGeom>
            <a:solidFill>
              <a:srgbClr val="9575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66" name="Google Shape;166;p12"/>
          <p:cNvSpPr txBox="1"/>
          <p:nvPr>
            <p:ph type="title"/>
          </p:nvPr>
        </p:nvSpPr>
        <p:spPr>
          <a:xfrm>
            <a:off x="1939350" y="1585950"/>
            <a:ext cx="5265300" cy="1971600"/>
          </a:xfrm>
          <a:prstGeom prst="rect">
            <a:avLst/>
          </a:prstGeom>
          <a:noFill/>
          <a:ln>
            <a:noFill/>
          </a:ln>
        </p:spPr>
        <p:txBody>
          <a:bodyPr anchorCtr="0" anchor="ctr" bIns="91425" lIns="91425" spcFirstLastPara="1" rIns="91425" wrap="square" tIns="91425">
            <a:noAutofit/>
          </a:bodyPr>
          <a:lstStyle>
            <a:lvl1pPr lvl="0" algn="ctr">
              <a:lnSpc>
                <a:spcPct val="70000"/>
              </a:lnSpc>
              <a:spcBef>
                <a:spcPts val="0"/>
              </a:spcBef>
              <a:spcAft>
                <a:spcPts val="0"/>
              </a:spcAft>
              <a:buSzPts val="4800"/>
              <a:buNone/>
              <a:defRPr b="0" sz="90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167" name="Shape 167"/>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
  <p:cSld name="CUSTOM_16_1">
    <p:spTree>
      <p:nvGrpSpPr>
        <p:cNvPr id="168" name="Shape 168"/>
        <p:cNvGrpSpPr/>
        <p:nvPr/>
      </p:nvGrpSpPr>
      <p:grpSpPr>
        <a:xfrm>
          <a:off x="0" y="0"/>
          <a:ext cx="0" cy="0"/>
          <a:chOff x="0" y="0"/>
          <a:chExt cx="0" cy="0"/>
        </a:xfrm>
      </p:grpSpPr>
      <p:sp>
        <p:nvSpPr>
          <p:cNvPr id="169" name="Google Shape;169;p14"/>
          <p:cNvSpPr/>
          <p:nvPr/>
        </p:nvSpPr>
        <p:spPr>
          <a:xfrm>
            <a:off x="0" y="0"/>
            <a:ext cx="9144259" cy="5143463"/>
          </a:xfrm>
          <a:custGeom>
            <a:rect b="b" l="l" r="r" t="t"/>
            <a:pathLst>
              <a:path extrusionOk="0" h="123123" w="246310">
                <a:moveTo>
                  <a:pt x="245442" y="2136"/>
                </a:moveTo>
                <a:lnTo>
                  <a:pt x="244175" y="2136"/>
                </a:lnTo>
                <a:lnTo>
                  <a:pt x="244175" y="1035"/>
                </a:lnTo>
                <a:lnTo>
                  <a:pt x="244075" y="768"/>
                </a:lnTo>
                <a:lnTo>
                  <a:pt x="243274" y="1"/>
                </a:lnTo>
                <a:lnTo>
                  <a:pt x="243141" y="1"/>
                </a:lnTo>
                <a:lnTo>
                  <a:pt x="242173" y="1"/>
                </a:lnTo>
                <a:lnTo>
                  <a:pt x="240372" y="1"/>
                </a:lnTo>
                <a:lnTo>
                  <a:pt x="239238" y="1"/>
                </a:lnTo>
                <a:lnTo>
                  <a:pt x="231499" y="1"/>
                </a:lnTo>
                <a:lnTo>
                  <a:pt x="231332" y="1"/>
                </a:lnTo>
                <a:lnTo>
                  <a:pt x="230532" y="1"/>
                </a:lnTo>
                <a:lnTo>
                  <a:pt x="230365" y="1"/>
                </a:lnTo>
                <a:lnTo>
                  <a:pt x="222626" y="1"/>
                </a:lnTo>
                <a:lnTo>
                  <a:pt x="222626" y="1"/>
                </a:lnTo>
                <a:lnTo>
                  <a:pt x="221492" y="1"/>
                </a:lnTo>
                <a:lnTo>
                  <a:pt x="219691" y="1"/>
                </a:lnTo>
                <a:lnTo>
                  <a:pt x="218723" y="1"/>
                </a:lnTo>
                <a:lnTo>
                  <a:pt x="218557" y="1"/>
                </a:lnTo>
                <a:lnTo>
                  <a:pt x="217789" y="768"/>
                </a:lnTo>
                <a:lnTo>
                  <a:pt x="217689" y="1035"/>
                </a:lnTo>
                <a:lnTo>
                  <a:pt x="217689" y="2136"/>
                </a:lnTo>
                <a:lnTo>
                  <a:pt x="216422" y="2136"/>
                </a:lnTo>
                <a:lnTo>
                  <a:pt x="215521" y="3036"/>
                </a:lnTo>
                <a:lnTo>
                  <a:pt x="214654" y="2136"/>
                </a:lnTo>
                <a:lnTo>
                  <a:pt x="213386" y="2136"/>
                </a:lnTo>
                <a:lnTo>
                  <a:pt x="213386" y="1035"/>
                </a:lnTo>
                <a:lnTo>
                  <a:pt x="213286" y="768"/>
                </a:lnTo>
                <a:lnTo>
                  <a:pt x="212519" y="1"/>
                </a:lnTo>
                <a:lnTo>
                  <a:pt x="212352" y="1"/>
                </a:lnTo>
                <a:lnTo>
                  <a:pt x="211385" y="1"/>
                </a:lnTo>
                <a:lnTo>
                  <a:pt x="209584" y="1"/>
                </a:lnTo>
                <a:lnTo>
                  <a:pt x="208449" y="1"/>
                </a:lnTo>
                <a:lnTo>
                  <a:pt x="200710" y="1"/>
                </a:lnTo>
                <a:lnTo>
                  <a:pt x="200544" y="1"/>
                </a:lnTo>
                <a:lnTo>
                  <a:pt x="199743" y="1"/>
                </a:lnTo>
                <a:lnTo>
                  <a:pt x="199576" y="1"/>
                </a:lnTo>
                <a:lnTo>
                  <a:pt x="191837" y="1"/>
                </a:lnTo>
                <a:lnTo>
                  <a:pt x="190703" y="1"/>
                </a:lnTo>
                <a:lnTo>
                  <a:pt x="188902" y="1"/>
                </a:lnTo>
                <a:lnTo>
                  <a:pt x="187935" y="1"/>
                </a:lnTo>
                <a:lnTo>
                  <a:pt x="187801" y="1"/>
                </a:lnTo>
                <a:lnTo>
                  <a:pt x="187001" y="768"/>
                </a:lnTo>
                <a:lnTo>
                  <a:pt x="186901" y="1035"/>
                </a:lnTo>
                <a:lnTo>
                  <a:pt x="186901" y="2136"/>
                </a:lnTo>
                <a:lnTo>
                  <a:pt x="185633" y="2136"/>
                </a:lnTo>
                <a:lnTo>
                  <a:pt x="184766" y="3036"/>
                </a:lnTo>
                <a:lnTo>
                  <a:pt x="183865" y="2136"/>
                </a:lnTo>
                <a:lnTo>
                  <a:pt x="182598" y="2136"/>
                </a:lnTo>
                <a:lnTo>
                  <a:pt x="182598" y="1035"/>
                </a:lnTo>
                <a:lnTo>
                  <a:pt x="182497" y="768"/>
                </a:lnTo>
                <a:lnTo>
                  <a:pt x="181730" y="1"/>
                </a:lnTo>
                <a:lnTo>
                  <a:pt x="181563" y="1"/>
                </a:lnTo>
                <a:lnTo>
                  <a:pt x="180596" y="1"/>
                </a:lnTo>
                <a:lnTo>
                  <a:pt x="178795" y="1"/>
                </a:lnTo>
                <a:lnTo>
                  <a:pt x="177661" y="1"/>
                </a:lnTo>
                <a:lnTo>
                  <a:pt x="169922" y="1"/>
                </a:lnTo>
                <a:lnTo>
                  <a:pt x="169755" y="1"/>
                </a:lnTo>
                <a:lnTo>
                  <a:pt x="168954" y="1"/>
                </a:lnTo>
                <a:lnTo>
                  <a:pt x="168788" y="1"/>
                </a:lnTo>
                <a:lnTo>
                  <a:pt x="161049" y="1"/>
                </a:lnTo>
                <a:lnTo>
                  <a:pt x="159948" y="1"/>
                </a:lnTo>
                <a:lnTo>
                  <a:pt x="158113" y="1"/>
                </a:lnTo>
                <a:lnTo>
                  <a:pt x="157179" y="1"/>
                </a:lnTo>
                <a:lnTo>
                  <a:pt x="157013" y="1"/>
                </a:lnTo>
                <a:lnTo>
                  <a:pt x="156245" y="768"/>
                </a:lnTo>
                <a:lnTo>
                  <a:pt x="156112" y="1035"/>
                </a:lnTo>
                <a:lnTo>
                  <a:pt x="156112" y="2136"/>
                </a:lnTo>
                <a:lnTo>
                  <a:pt x="154844" y="2136"/>
                </a:lnTo>
                <a:lnTo>
                  <a:pt x="153944" y="3036"/>
                </a:lnTo>
                <a:lnTo>
                  <a:pt x="153076" y="2136"/>
                </a:lnTo>
                <a:lnTo>
                  <a:pt x="151809" y="2136"/>
                </a:lnTo>
                <a:lnTo>
                  <a:pt x="151809" y="1035"/>
                </a:lnTo>
                <a:lnTo>
                  <a:pt x="151675" y="768"/>
                </a:lnTo>
                <a:lnTo>
                  <a:pt x="150908" y="1"/>
                </a:lnTo>
                <a:lnTo>
                  <a:pt x="150741" y="1"/>
                </a:lnTo>
                <a:lnTo>
                  <a:pt x="149807" y="1"/>
                </a:lnTo>
                <a:lnTo>
                  <a:pt x="147973" y="1"/>
                </a:lnTo>
                <a:lnTo>
                  <a:pt x="146872" y="1"/>
                </a:lnTo>
                <a:lnTo>
                  <a:pt x="139133" y="1"/>
                </a:lnTo>
                <a:lnTo>
                  <a:pt x="138966" y="1"/>
                </a:lnTo>
                <a:lnTo>
                  <a:pt x="138166" y="1"/>
                </a:lnTo>
                <a:lnTo>
                  <a:pt x="137999" y="1"/>
                </a:lnTo>
                <a:lnTo>
                  <a:pt x="130260" y="1"/>
                </a:lnTo>
                <a:lnTo>
                  <a:pt x="129126" y="1"/>
                </a:lnTo>
                <a:lnTo>
                  <a:pt x="127325" y="1"/>
                </a:lnTo>
                <a:lnTo>
                  <a:pt x="126357" y="1"/>
                </a:lnTo>
                <a:lnTo>
                  <a:pt x="126191" y="1"/>
                </a:lnTo>
                <a:lnTo>
                  <a:pt x="125423" y="768"/>
                </a:lnTo>
                <a:lnTo>
                  <a:pt x="125323" y="1035"/>
                </a:lnTo>
                <a:lnTo>
                  <a:pt x="125323" y="2136"/>
                </a:lnTo>
                <a:lnTo>
                  <a:pt x="124056" y="2136"/>
                </a:lnTo>
                <a:lnTo>
                  <a:pt x="123155" y="3036"/>
                </a:lnTo>
                <a:lnTo>
                  <a:pt x="122254" y="2136"/>
                </a:lnTo>
                <a:lnTo>
                  <a:pt x="121020" y="2136"/>
                </a:lnTo>
                <a:lnTo>
                  <a:pt x="121020" y="1035"/>
                </a:lnTo>
                <a:lnTo>
                  <a:pt x="120887" y="768"/>
                </a:lnTo>
                <a:lnTo>
                  <a:pt x="120120" y="1"/>
                </a:lnTo>
                <a:lnTo>
                  <a:pt x="119953" y="1"/>
                </a:lnTo>
                <a:lnTo>
                  <a:pt x="119019" y="1"/>
                </a:lnTo>
                <a:lnTo>
                  <a:pt x="117184" y="1"/>
                </a:lnTo>
                <a:lnTo>
                  <a:pt x="116083" y="1"/>
                </a:lnTo>
                <a:lnTo>
                  <a:pt x="108311" y="1"/>
                </a:lnTo>
                <a:lnTo>
                  <a:pt x="108144" y="1"/>
                </a:lnTo>
                <a:lnTo>
                  <a:pt x="107377" y="1"/>
                </a:lnTo>
                <a:lnTo>
                  <a:pt x="107210" y="1"/>
                </a:lnTo>
                <a:lnTo>
                  <a:pt x="99472" y="1"/>
                </a:lnTo>
                <a:lnTo>
                  <a:pt x="98337" y="1"/>
                </a:lnTo>
                <a:lnTo>
                  <a:pt x="96536" y="1"/>
                </a:lnTo>
                <a:lnTo>
                  <a:pt x="95569" y="1"/>
                </a:lnTo>
                <a:lnTo>
                  <a:pt x="95402" y="1"/>
                </a:lnTo>
                <a:lnTo>
                  <a:pt x="94635" y="768"/>
                </a:lnTo>
                <a:lnTo>
                  <a:pt x="94535" y="1035"/>
                </a:lnTo>
                <a:lnTo>
                  <a:pt x="94535" y="2136"/>
                </a:lnTo>
                <a:lnTo>
                  <a:pt x="93267" y="2136"/>
                </a:lnTo>
                <a:lnTo>
                  <a:pt x="92366" y="3036"/>
                </a:lnTo>
                <a:lnTo>
                  <a:pt x="91499" y="2136"/>
                </a:lnTo>
                <a:lnTo>
                  <a:pt x="90232" y="2136"/>
                </a:lnTo>
                <a:lnTo>
                  <a:pt x="90232" y="1035"/>
                </a:lnTo>
                <a:lnTo>
                  <a:pt x="90098" y="768"/>
                </a:lnTo>
                <a:lnTo>
                  <a:pt x="89331" y="1"/>
                </a:lnTo>
                <a:lnTo>
                  <a:pt x="89164" y="1"/>
                </a:lnTo>
                <a:lnTo>
                  <a:pt x="88197" y="1"/>
                </a:lnTo>
                <a:lnTo>
                  <a:pt x="86396" y="1"/>
                </a:lnTo>
                <a:lnTo>
                  <a:pt x="85295" y="1"/>
                </a:lnTo>
                <a:lnTo>
                  <a:pt x="77523" y="1"/>
                </a:lnTo>
                <a:lnTo>
                  <a:pt x="77356" y="1"/>
                </a:lnTo>
                <a:lnTo>
                  <a:pt x="76589" y="1"/>
                </a:lnTo>
                <a:lnTo>
                  <a:pt x="76422" y="1"/>
                </a:lnTo>
                <a:lnTo>
                  <a:pt x="68650" y="1"/>
                </a:lnTo>
                <a:lnTo>
                  <a:pt x="67549" y="1"/>
                </a:lnTo>
                <a:lnTo>
                  <a:pt x="65714" y="1"/>
                </a:lnTo>
                <a:lnTo>
                  <a:pt x="64780" y="1"/>
                </a:lnTo>
                <a:lnTo>
                  <a:pt x="64613" y="1"/>
                </a:lnTo>
                <a:lnTo>
                  <a:pt x="63846" y="768"/>
                </a:lnTo>
                <a:lnTo>
                  <a:pt x="63713" y="1035"/>
                </a:lnTo>
                <a:lnTo>
                  <a:pt x="63713" y="2136"/>
                </a:lnTo>
                <a:lnTo>
                  <a:pt x="62478" y="2136"/>
                </a:lnTo>
                <a:lnTo>
                  <a:pt x="61578" y="3036"/>
                </a:lnTo>
                <a:lnTo>
                  <a:pt x="60677" y="2136"/>
                </a:lnTo>
                <a:lnTo>
                  <a:pt x="59443" y="2136"/>
                </a:lnTo>
                <a:lnTo>
                  <a:pt x="59443" y="1035"/>
                </a:lnTo>
                <a:lnTo>
                  <a:pt x="59310" y="768"/>
                </a:lnTo>
                <a:lnTo>
                  <a:pt x="58542" y="1"/>
                </a:lnTo>
                <a:lnTo>
                  <a:pt x="58376" y="1"/>
                </a:lnTo>
                <a:lnTo>
                  <a:pt x="57408" y="1"/>
                </a:lnTo>
                <a:lnTo>
                  <a:pt x="55607" y="1"/>
                </a:lnTo>
                <a:lnTo>
                  <a:pt x="54506" y="1"/>
                </a:lnTo>
                <a:lnTo>
                  <a:pt x="46734" y="1"/>
                </a:lnTo>
                <a:lnTo>
                  <a:pt x="46567" y="1"/>
                </a:lnTo>
                <a:lnTo>
                  <a:pt x="45767" y="1"/>
                </a:lnTo>
                <a:lnTo>
                  <a:pt x="45600" y="1"/>
                </a:lnTo>
                <a:lnTo>
                  <a:pt x="37861" y="1"/>
                </a:lnTo>
                <a:lnTo>
                  <a:pt x="36760" y="1"/>
                </a:lnTo>
                <a:lnTo>
                  <a:pt x="34925" y="1"/>
                </a:lnTo>
                <a:lnTo>
                  <a:pt x="33991" y="1"/>
                </a:lnTo>
                <a:lnTo>
                  <a:pt x="33825" y="1"/>
                </a:lnTo>
                <a:lnTo>
                  <a:pt x="33057" y="768"/>
                </a:lnTo>
                <a:lnTo>
                  <a:pt x="32924" y="1035"/>
                </a:lnTo>
                <a:lnTo>
                  <a:pt x="32924" y="2136"/>
                </a:lnTo>
                <a:lnTo>
                  <a:pt x="31690" y="2136"/>
                </a:lnTo>
                <a:lnTo>
                  <a:pt x="30789" y="3036"/>
                </a:lnTo>
                <a:lnTo>
                  <a:pt x="29889" y="2136"/>
                </a:lnTo>
                <a:lnTo>
                  <a:pt x="28654" y="2136"/>
                </a:lnTo>
                <a:lnTo>
                  <a:pt x="28654" y="1035"/>
                </a:lnTo>
                <a:lnTo>
                  <a:pt x="28521" y="768"/>
                </a:lnTo>
                <a:lnTo>
                  <a:pt x="27754" y="1"/>
                </a:lnTo>
                <a:lnTo>
                  <a:pt x="27587" y="1"/>
                </a:lnTo>
                <a:lnTo>
                  <a:pt x="26620" y="1"/>
                </a:lnTo>
                <a:lnTo>
                  <a:pt x="24818" y="1"/>
                </a:lnTo>
                <a:lnTo>
                  <a:pt x="23684" y="1"/>
                </a:lnTo>
                <a:lnTo>
                  <a:pt x="23684" y="1"/>
                </a:lnTo>
                <a:lnTo>
                  <a:pt x="15945" y="1"/>
                </a:lnTo>
                <a:lnTo>
                  <a:pt x="15778" y="1"/>
                </a:lnTo>
                <a:lnTo>
                  <a:pt x="14978" y="1"/>
                </a:lnTo>
                <a:lnTo>
                  <a:pt x="14811" y="1"/>
                </a:lnTo>
                <a:lnTo>
                  <a:pt x="7072" y="1"/>
                </a:lnTo>
                <a:lnTo>
                  <a:pt x="5938" y="1"/>
                </a:lnTo>
                <a:lnTo>
                  <a:pt x="4137" y="1"/>
                </a:lnTo>
                <a:lnTo>
                  <a:pt x="3169" y="1"/>
                </a:lnTo>
                <a:lnTo>
                  <a:pt x="3036" y="1"/>
                </a:lnTo>
                <a:lnTo>
                  <a:pt x="2235" y="768"/>
                </a:lnTo>
                <a:lnTo>
                  <a:pt x="2135" y="1035"/>
                </a:lnTo>
                <a:lnTo>
                  <a:pt x="2135" y="2136"/>
                </a:lnTo>
                <a:lnTo>
                  <a:pt x="868" y="2136"/>
                </a:lnTo>
                <a:lnTo>
                  <a:pt x="0" y="3036"/>
                </a:lnTo>
                <a:lnTo>
                  <a:pt x="0" y="3203"/>
                </a:lnTo>
                <a:lnTo>
                  <a:pt x="0" y="4137"/>
                </a:lnTo>
                <a:lnTo>
                  <a:pt x="0" y="5972"/>
                </a:lnTo>
                <a:lnTo>
                  <a:pt x="0" y="7073"/>
                </a:lnTo>
                <a:lnTo>
                  <a:pt x="0" y="14845"/>
                </a:lnTo>
                <a:lnTo>
                  <a:pt x="0" y="14978"/>
                </a:lnTo>
                <a:lnTo>
                  <a:pt x="0" y="15779"/>
                </a:lnTo>
                <a:lnTo>
                  <a:pt x="0" y="15946"/>
                </a:lnTo>
                <a:lnTo>
                  <a:pt x="0" y="23685"/>
                </a:lnTo>
                <a:lnTo>
                  <a:pt x="0" y="24819"/>
                </a:lnTo>
                <a:lnTo>
                  <a:pt x="0" y="26620"/>
                </a:lnTo>
                <a:lnTo>
                  <a:pt x="0" y="27587"/>
                </a:lnTo>
                <a:lnTo>
                  <a:pt x="0" y="27754"/>
                </a:lnTo>
                <a:lnTo>
                  <a:pt x="868" y="28621"/>
                </a:lnTo>
                <a:lnTo>
                  <a:pt x="2135" y="28621"/>
                </a:lnTo>
                <a:lnTo>
                  <a:pt x="2135" y="29722"/>
                </a:lnTo>
                <a:lnTo>
                  <a:pt x="2235" y="30022"/>
                </a:lnTo>
                <a:lnTo>
                  <a:pt x="3036" y="30790"/>
                </a:lnTo>
                <a:lnTo>
                  <a:pt x="2235" y="31557"/>
                </a:lnTo>
                <a:lnTo>
                  <a:pt x="2135" y="31824"/>
                </a:lnTo>
                <a:lnTo>
                  <a:pt x="2135" y="32924"/>
                </a:lnTo>
                <a:lnTo>
                  <a:pt x="868" y="32924"/>
                </a:lnTo>
                <a:lnTo>
                  <a:pt x="0" y="33825"/>
                </a:lnTo>
                <a:lnTo>
                  <a:pt x="0" y="33959"/>
                </a:lnTo>
                <a:lnTo>
                  <a:pt x="0" y="34926"/>
                </a:lnTo>
                <a:lnTo>
                  <a:pt x="0" y="36727"/>
                </a:lnTo>
                <a:lnTo>
                  <a:pt x="0" y="37861"/>
                </a:lnTo>
                <a:lnTo>
                  <a:pt x="0" y="45600"/>
                </a:lnTo>
                <a:lnTo>
                  <a:pt x="0" y="45767"/>
                </a:lnTo>
                <a:lnTo>
                  <a:pt x="0" y="46568"/>
                </a:lnTo>
                <a:lnTo>
                  <a:pt x="0" y="46734"/>
                </a:lnTo>
                <a:lnTo>
                  <a:pt x="0" y="54473"/>
                </a:lnTo>
                <a:lnTo>
                  <a:pt x="0" y="55607"/>
                </a:lnTo>
                <a:lnTo>
                  <a:pt x="0" y="57409"/>
                </a:lnTo>
                <a:lnTo>
                  <a:pt x="0" y="58376"/>
                </a:lnTo>
                <a:lnTo>
                  <a:pt x="0" y="58509"/>
                </a:lnTo>
                <a:lnTo>
                  <a:pt x="868" y="59410"/>
                </a:lnTo>
                <a:lnTo>
                  <a:pt x="2135" y="59410"/>
                </a:lnTo>
                <a:lnTo>
                  <a:pt x="2135" y="60511"/>
                </a:lnTo>
                <a:lnTo>
                  <a:pt x="2235" y="60778"/>
                </a:lnTo>
                <a:lnTo>
                  <a:pt x="3036" y="61545"/>
                </a:lnTo>
                <a:lnTo>
                  <a:pt x="2235" y="62312"/>
                </a:lnTo>
                <a:lnTo>
                  <a:pt x="2135" y="62612"/>
                </a:lnTo>
                <a:lnTo>
                  <a:pt x="2135" y="63713"/>
                </a:lnTo>
                <a:lnTo>
                  <a:pt x="868" y="63713"/>
                </a:lnTo>
                <a:lnTo>
                  <a:pt x="0" y="64580"/>
                </a:lnTo>
                <a:lnTo>
                  <a:pt x="0" y="64747"/>
                </a:lnTo>
                <a:lnTo>
                  <a:pt x="0" y="65715"/>
                </a:lnTo>
                <a:lnTo>
                  <a:pt x="0" y="67516"/>
                </a:lnTo>
                <a:lnTo>
                  <a:pt x="0" y="68650"/>
                </a:lnTo>
                <a:lnTo>
                  <a:pt x="0" y="76389"/>
                </a:lnTo>
                <a:lnTo>
                  <a:pt x="0" y="76556"/>
                </a:lnTo>
                <a:lnTo>
                  <a:pt x="0" y="77356"/>
                </a:lnTo>
                <a:lnTo>
                  <a:pt x="0" y="77490"/>
                </a:lnTo>
                <a:lnTo>
                  <a:pt x="0" y="85262"/>
                </a:lnTo>
                <a:lnTo>
                  <a:pt x="0" y="86363"/>
                </a:lnTo>
                <a:lnTo>
                  <a:pt x="0" y="88197"/>
                </a:lnTo>
                <a:lnTo>
                  <a:pt x="0" y="89131"/>
                </a:lnTo>
                <a:lnTo>
                  <a:pt x="0" y="89298"/>
                </a:lnTo>
                <a:lnTo>
                  <a:pt x="868" y="90199"/>
                </a:lnTo>
                <a:lnTo>
                  <a:pt x="2135" y="90199"/>
                </a:lnTo>
                <a:lnTo>
                  <a:pt x="2135" y="91266"/>
                </a:lnTo>
                <a:lnTo>
                  <a:pt x="2235" y="91566"/>
                </a:lnTo>
                <a:lnTo>
                  <a:pt x="3036" y="92334"/>
                </a:lnTo>
                <a:lnTo>
                  <a:pt x="2235" y="93101"/>
                </a:lnTo>
                <a:lnTo>
                  <a:pt x="2135" y="93368"/>
                </a:lnTo>
                <a:lnTo>
                  <a:pt x="2135" y="94469"/>
                </a:lnTo>
                <a:lnTo>
                  <a:pt x="868" y="94469"/>
                </a:lnTo>
                <a:lnTo>
                  <a:pt x="0" y="95369"/>
                </a:lnTo>
                <a:lnTo>
                  <a:pt x="0" y="95536"/>
                </a:lnTo>
                <a:lnTo>
                  <a:pt x="0" y="96470"/>
                </a:lnTo>
                <a:lnTo>
                  <a:pt x="0" y="98305"/>
                </a:lnTo>
                <a:lnTo>
                  <a:pt x="0" y="99405"/>
                </a:lnTo>
                <a:lnTo>
                  <a:pt x="0" y="107178"/>
                </a:lnTo>
                <a:lnTo>
                  <a:pt x="0" y="107311"/>
                </a:lnTo>
                <a:lnTo>
                  <a:pt x="0" y="108112"/>
                </a:lnTo>
                <a:lnTo>
                  <a:pt x="0" y="108278"/>
                </a:lnTo>
                <a:lnTo>
                  <a:pt x="0" y="116017"/>
                </a:lnTo>
                <a:lnTo>
                  <a:pt x="0" y="117151"/>
                </a:lnTo>
                <a:lnTo>
                  <a:pt x="0" y="118953"/>
                </a:lnTo>
                <a:lnTo>
                  <a:pt x="0" y="119920"/>
                </a:lnTo>
                <a:lnTo>
                  <a:pt x="0" y="120087"/>
                </a:lnTo>
                <a:lnTo>
                  <a:pt x="868" y="120954"/>
                </a:lnTo>
                <a:lnTo>
                  <a:pt x="2135" y="120954"/>
                </a:lnTo>
                <a:lnTo>
                  <a:pt x="2135" y="122055"/>
                </a:lnTo>
                <a:lnTo>
                  <a:pt x="2235" y="122355"/>
                </a:lnTo>
                <a:lnTo>
                  <a:pt x="3036" y="123122"/>
                </a:lnTo>
                <a:lnTo>
                  <a:pt x="3169" y="123122"/>
                </a:lnTo>
                <a:lnTo>
                  <a:pt x="4137" y="123122"/>
                </a:lnTo>
                <a:lnTo>
                  <a:pt x="5938" y="123122"/>
                </a:lnTo>
                <a:lnTo>
                  <a:pt x="7072" y="123122"/>
                </a:lnTo>
                <a:lnTo>
                  <a:pt x="14811" y="123122"/>
                </a:lnTo>
                <a:lnTo>
                  <a:pt x="14978" y="123122"/>
                </a:lnTo>
                <a:lnTo>
                  <a:pt x="15778" y="123122"/>
                </a:lnTo>
                <a:lnTo>
                  <a:pt x="15945" y="123122"/>
                </a:lnTo>
                <a:lnTo>
                  <a:pt x="23684" y="123122"/>
                </a:lnTo>
                <a:lnTo>
                  <a:pt x="23684" y="123122"/>
                </a:lnTo>
                <a:lnTo>
                  <a:pt x="24818" y="123122"/>
                </a:lnTo>
                <a:lnTo>
                  <a:pt x="26620" y="123122"/>
                </a:lnTo>
                <a:lnTo>
                  <a:pt x="27587" y="123122"/>
                </a:lnTo>
                <a:lnTo>
                  <a:pt x="27754" y="123122"/>
                </a:lnTo>
                <a:lnTo>
                  <a:pt x="28521" y="122355"/>
                </a:lnTo>
                <a:lnTo>
                  <a:pt x="28621" y="122055"/>
                </a:lnTo>
                <a:lnTo>
                  <a:pt x="28621" y="120954"/>
                </a:lnTo>
                <a:lnTo>
                  <a:pt x="29889" y="120954"/>
                </a:lnTo>
                <a:lnTo>
                  <a:pt x="30789" y="120087"/>
                </a:lnTo>
                <a:lnTo>
                  <a:pt x="31656" y="120954"/>
                </a:lnTo>
                <a:lnTo>
                  <a:pt x="32924" y="120954"/>
                </a:lnTo>
                <a:lnTo>
                  <a:pt x="32924" y="122055"/>
                </a:lnTo>
                <a:lnTo>
                  <a:pt x="33024" y="122355"/>
                </a:lnTo>
                <a:lnTo>
                  <a:pt x="33825" y="123122"/>
                </a:lnTo>
                <a:lnTo>
                  <a:pt x="33958" y="123122"/>
                </a:lnTo>
                <a:lnTo>
                  <a:pt x="34925" y="123122"/>
                </a:lnTo>
                <a:lnTo>
                  <a:pt x="36727" y="123122"/>
                </a:lnTo>
                <a:lnTo>
                  <a:pt x="37861" y="123122"/>
                </a:lnTo>
                <a:lnTo>
                  <a:pt x="45600" y="123122"/>
                </a:lnTo>
                <a:lnTo>
                  <a:pt x="45767" y="123122"/>
                </a:lnTo>
                <a:lnTo>
                  <a:pt x="46567" y="123122"/>
                </a:lnTo>
                <a:lnTo>
                  <a:pt x="46734" y="123122"/>
                </a:lnTo>
                <a:lnTo>
                  <a:pt x="54473" y="123122"/>
                </a:lnTo>
                <a:lnTo>
                  <a:pt x="55607" y="123122"/>
                </a:lnTo>
                <a:lnTo>
                  <a:pt x="57408" y="123122"/>
                </a:lnTo>
                <a:lnTo>
                  <a:pt x="58376" y="123122"/>
                </a:lnTo>
                <a:lnTo>
                  <a:pt x="58542" y="123122"/>
                </a:lnTo>
                <a:lnTo>
                  <a:pt x="59310" y="122355"/>
                </a:lnTo>
                <a:lnTo>
                  <a:pt x="59410" y="122055"/>
                </a:lnTo>
                <a:lnTo>
                  <a:pt x="59410" y="120954"/>
                </a:lnTo>
                <a:lnTo>
                  <a:pt x="60677" y="120954"/>
                </a:lnTo>
                <a:lnTo>
                  <a:pt x="61578" y="120087"/>
                </a:lnTo>
                <a:lnTo>
                  <a:pt x="62445" y="120954"/>
                </a:lnTo>
                <a:lnTo>
                  <a:pt x="63713" y="120954"/>
                </a:lnTo>
                <a:lnTo>
                  <a:pt x="63713" y="122055"/>
                </a:lnTo>
                <a:lnTo>
                  <a:pt x="63813" y="122355"/>
                </a:lnTo>
                <a:lnTo>
                  <a:pt x="64613" y="123122"/>
                </a:lnTo>
                <a:lnTo>
                  <a:pt x="64747" y="123122"/>
                </a:lnTo>
                <a:lnTo>
                  <a:pt x="65714" y="123122"/>
                </a:lnTo>
                <a:lnTo>
                  <a:pt x="67515" y="123122"/>
                </a:lnTo>
                <a:lnTo>
                  <a:pt x="68650" y="123122"/>
                </a:lnTo>
                <a:lnTo>
                  <a:pt x="76388" y="123122"/>
                </a:lnTo>
                <a:lnTo>
                  <a:pt x="76555" y="123122"/>
                </a:lnTo>
                <a:lnTo>
                  <a:pt x="77356" y="123122"/>
                </a:lnTo>
                <a:lnTo>
                  <a:pt x="77523" y="123122"/>
                </a:lnTo>
                <a:lnTo>
                  <a:pt x="85261" y="123122"/>
                </a:lnTo>
                <a:lnTo>
                  <a:pt x="86362" y="123122"/>
                </a:lnTo>
                <a:lnTo>
                  <a:pt x="88197" y="123122"/>
                </a:lnTo>
                <a:lnTo>
                  <a:pt x="89131" y="123122"/>
                </a:lnTo>
                <a:lnTo>
                  <a:pt x="89298" y="123122"/>
                </a:lnTo>
                <a:lnTo>
                  <a:pt x="90065" y="122355"/>
                </a:lnTo>
                <a:lnTo>
                  <a:pt x="90198" y="122055"/>
                </a:lnTo>
                <a:lnTo>
                  <a:pt x="90198" y="120954"/>
                </a:lnTo>
                <a:lnTo>
                  <a:pt x="91466" y="120954"/>
                </a:lnTo>
                <a:lnTo>
                  <a:pt x="92333" y="120087"/>
                </a:lnTo>
                <a:lnTo>
                  <a:pt x="93234" y="120954"/>
                </a:lnTo>
                <a:lnTo>
                  <a:pt x="94501" y="120954"/>
                </a:lnTo>
                <a:lnTo>
                  <a:pt x="94501" y="122055"/>
                </a:lnTo>
                <a:lnTo>
                  <a:pt x="94601" y="122355"/>
                </a:lnTo>
                <a:lnTo>
                  <a:pt x="95369" y="123122"/>
                </a:lnTo>
                <a:lnTo>
                  <a:pt x="95535" y="123122"/>
                </a:lnTo>
                <a:lnTo>
                  <a:pt x="96503" y="123122"/>
                </a:lnTo>
                <a:lnTo>
                  <a:pt x="98304" y="123122"/>
                </a:lnTo>
                <a:lnTo>
                  <a:pt x="99438" y="123122"/>
                </a:lnTo>
                <a:lnTo>
                  <a:pt x="107177" y="123122"/>
                </a:lnTo>
                <a:lnTo>
                  <a:pt x="107344" y="123122"/>
                </a:lnTo>
                <a:lnTo>
                  <a:pt x="108111" y="123122"/>
                </a:lnTo>
                <a:lnTo>
                  <a:pt x="108278" y="123122"/>
                </a:lnTo>
                <a:lnTo>
                  <a:pt x="116050" y="123122"/>
                </a:lnTo>
                <a:lnTo>
                  <a:pt x="117151" y="123122"/>
                </a:lnTo>
                <a:lnTo>
                  <a:pt x="118985" y="123122"/>
                </a:lnTo>
                <a:lnTo>
                  <a:pt x="119919" y="123122"/>
                </a:lnTo>
                <a:lnTo>
                  <a:pt x="120086" y="123122"/>
                </a:lnTo>
                <a:lnTo>
                  <a:pt x="120853" y="122355"/>
                </a:lnTo>
                <a:lnTo>
                  <a:pt x="120987" y="122055"/>
                </a:lnTo>
                <a:lnTo>
                  <a:pt x="120987" y="120954"/>
                </a:lnTo>
                <a:lnTo>
                  <a:pt x="122221" y="120954"/>
                </a:lnTo>
                <a:lnTo>
                  <a:pt x="123122" y="120087"/>
                </a:lnTo>
                <a:lnTo>
                  <a:pt x="124022" y="120954"/>
                </a:lnTo>
                <a:lnTo>
                  <a:pt x="125257" y="120954"/>
                </a:lnTo>
                <a:lnTo>
                  <a:pt x="125257" y="122055"/>
                </a:lnTo>
                <a:lnTo>
                  <a:pt x="125390" y="122355"/>
                </a:lnTo>
                <a:lnTo>
                  <a:pt x="126157" y="123122"/>
                </a:lnTo>
                <a:lnTo>
                  <a:pt x="126324" y="123122"/>
                </a:lnTo>
                <a:lnTo>
                  <a:pt x="127291" y="123122"/>
                </a:lnTo>
                <a:lnTo>
                  <a:pt x="129093" y="123122"/>
                </a:lnTo>
                <a:lnTo>
                  <a:pt x="130193" y="123122"/>
                </a:lnTo>
                <a:lnTo>
                  <a:pt x="137966" y="123122"/>
                </a:lnTo>
                <a:lnTo>
                  <a:pt x="138132" y="123122"/>
                </a:lnTo>
                <a:lnTo>
                  <a:pt x="138900" y="123122"/>
                </a:lnTo>
                <a:lnTo>
                  <a:pt x="139066" y="123122"/>
                </a:lnTo>
                <a:lnTo>
                  <a:pt x="146839" y="123122"/>
                </a:lnTo>
                <a:lnTo>
                  <a:pt x="147939" y="123122"/>
                </a:lnTo>
                <a:lnTo>
                  <a:pt x="149741" y="123122"/>
                </a:lnTo>
                <a:lnTo>
                  <a:pt x="150708" y="123122"/>
                </a:lnTo>
                <a:lnTo>
                  <a:pt x="150875" y="123122"/>
                </a:lnTo>
                <a:lnTo>
                  <a:pt x="151642" y="122355"/>
                </a:lnTo>
                <a:lnTo>
                  <a:pt x="151776" y="122055"/>
                </a:lnTo>
                <a:lnTo>
                  <a:pt x="151776" y="120954"/>
                </a:lnTo>
                <a:lnTo>
                  <a:pt x="153010" y="120954"/>
                </a:lnTo>
                <a:lnTo>
                  <a:pt x="153910" y="120087"/>
                </a:lnTo>
                <a:lnTo>
                  <a:pt x="154778" y="120954"/>
                </a:lnTo>
                <a:lnTo>
                  <a:pt x="156112" y="120954"/>
                </a:lnTo>
                <a:lnTo>
                  <a:pt x="156112" y="122055"/>
                </a:lnTo>
                <a:lnTo>
                  <a:pt x="156212" y="122355"/>
                </a:lnTo>
                <a:lnTo>
                  <a:pt x="156979" y="123122"/>
                </a:lnTo>
                <a:lnTo>
                  <a:pt x="157146" y="123122"/>
                </a:lnTo>
                <a:lnTo>
                  <a:pt x="158113" y="123122"/>
                </a:lnTo>
                <a:lnTo>
                  <a:pt x="159915" y="123122"/>
                </a:lnTo>
                <a:lnTo>
                  <a:pt x="161049" y="123122"/>
                </a:lnTo>
                <a:lnTo>
                  <a:pt x="168788" y="123122"/>
                </a:lnTo>
                <a:lnTo>
                  <a:pt x="168954" y="123122"/>
                </a:lnTo>
                <a:lnTo>
                  <a:pt x="169722" y="123122"/>
                </a:lnTo>
                <a:lnTo>
                  <a:pt x="169888" y="123122"/>
                </a:lnTo>
                <a:lnTo>
                  <a:pt x="177661" y="123122"/>
                </a:lnTo>
                <a:lnTo>
                  <a:pt x="178761" y="123122"/>
                </a:lnTo>
                <a:lnTo>
                  <a:pt x="180596" y="123122"/>
                </a:lnTo>
                <a:lnTo>
                  <a:pt x="181530" y="123122"/>
                </a:lnTo>
                <a:lnTo>
                  <a:pt x="181697" y="123122"/>
                </a:lnTo>
                <a:lnTo>
                  <a:pt x="182464" y="122355"/>
                </a:lnTo>
                <a:lnTo>
                  <a:pt x="182598" y="122055"/>
                </a:lnTo>
                <a:lnTo>
                  <a:pt x="182598" y="120954"/>
                </a:lnTo>
                <a:lnTo>
                  <a:pt x="183832" y="120954"/>
                </a:lnTo>
                <a:lnTo>
                  <a:pt x="184732" y="120087"/>
                </a:lnTo>
                <a:lnTo>
                  <a:pt x="185633" y="120954"/>
                </a:lnTo>
                <a:lnTo>
                  <a:pt x="186867" y="120954"/>
                </a:lnTo>
                <a:lnTo>
                  <a:pt x="186867" y="122055"/>
                </a:lnTo>
                <a:lnTo>
                  <a:pt x="187001" y="122355"/>
                </a:lnTo>
                <a:lnTo>
                  <a:pt x="187768" y="123122"/>
                </a:lnTo>
                <a:lnTo>
                  <a:pt x="187935" y="123122"/>
                </a:lnTo>
                <a:lnTo>
                  <a:pt x="188869" y="123122"/>
                </a:lnTo>
                <a:lnTo>
                  <a:pt x="190703" y="123122"/>
                </a:lnTo>
                <a:lnTo>
                  <a:pt x="191804" y="123122"/>
                </a:lnTo>
                <a:lnTo>
                  <a:pt x="199576" y="123122"/>
                </a:lnTo>
                <a:lnTo>
                  <a:pt x="199743" y="123122"/>
                </a:lnTo>
                <a:lnTo>
                  <a:pt x="200510" y="123122"/>
                </a:lnTo>
                <a:lnTo>
                  <a:pt x="200677" y="123122"/>
                </a:lnTo>
                <a:lnTo>
                  <a:pt x="208449" y="123122"/>
                </a:lnTo>
                <a:lnTo>
                  <a:pt x="209550" y="123122"/>
                </a:lnTo>
                <a:lnTo>
                  <a:pt x="211351" y="123122"/>
                </a:lnTo>
                <a:lnTo>
                  <a:pt x="212319" y="123122"/>
                </a:lnTo>
                <a:lnTo>
                  <a:pt x="212486" y="123122"/>
                </a:lnTo>
                <a:lnTo>
                  <a:pt x="213253" y="122355"/>
                </a:lnTo>
                <a:lnTo>
                  <a:pt x="213386" y="122055"/>
                </a:lnTo>
                <a:lnTo>
                  <a:pt x="213386" y="120954"/>
                </a:lnTo>
                <a:lnTo>
                  <a:pt x="214620" y="120954"/>
                </a:lnTo>
                <a:lnTo>
                  <a:pt x="215521" y="120087"/>
                </a:lnTo>
                <a:lnTo>
                  <a:pt x="216388" y="120954"/>
                </a:lnTo>
                <a:lnTo>
                  <a:pt x="217656" y="120954"/>
                </a:lnTo>
                <a:lnTo>
                  <a:pt x="217656" y="122055"/>
                </a:lnTo>
                <a:lnTo>
                  <a:pt x="217789" y="122355"/>
                </a:lnTo>
                <a:lnTo>
                  <a:pt x="218557" y="123122"/>
                </a:lnTo>
                <a:lnTo>
                  <a:pt x="218723" y="123122"/>
                </a:lnTo>
                <a:lnTo>
                  <a:pt x="219657" y="123122"/>
                </a:lnTo>
                <a:lnTo>
                  <a:pt x="221492" y="123122"/>
                </a:lnTo>
                <a:lnTo>
                  <a:pt x="222593" y="123122"/>
                </a:lnTo>
                <a:lnTo>
                  <a:pt x="222593" y="123122"/>
                </a:lnTo>
                <a:lnTo>
                  <a:pt x="230365" y="123122"/>
                </a:lnTo>
                <a:lnTo>
                  <a:pt x="230498" y="123122"/>
                </a:lnTo>
                <a:lnTo>
                  <a:pt x="231299" y="123122"/>
                </a:lnTo>
                <a:lnTo>
                  <a:pt x="231466" y="123122"/>
                </a:lnTo>
                <a:lnTo>
                  <a:pt x="239205" y="123122"/>
                </a:lnTo>
                <a:lnTo>
                  <a:pt x="240339" y="123122"/>
                </a:lnTo>
                <a:lnTo>
                  <a:pt x="242140" y="123122"/>
                </a:lnTo>
                <a:lnTo>
                  <a:pt x="243107" y="123122"/>
                </a:lnTo>
                <a:lnTo>
                  <a:pt x="243274" y="123122"/>
                </a:lnTo>
                <a:lnTo>
                  <a:pt x="244041" y="122355"/>
                </a:lnTo>
                <a:lnTo>
                  <a:pt x="244142" y="122055"/>
                </a:lnTo>
                <a:lnTo>
                  <a:pt x="244142" y="120954"/>
                </a:lnTo>
                <a:lnTo>
                  <a:pt x="245409" y="120954"/>
                </a:lnTo>
                <a:lnTo>
                  <a:pt x="246310" y="120087"/>
                </a:lnTo>
                <a:lnTo>
                  <a:pt x="246310" y="119920"/>
                </a:lnTo>
                <a:lnTo>
                  <a:pt x="246310" y="118953"/>
                </a:lnTo>
                <a:lnTo>
                  <a:pt x="246310" y="117151"/>
                </a:lnTo>
                <a:lnTo>
                  <a:pt x="246310" y="116017"/>
                </a:lnTo>
                <a:lnTo>
                  <a:pt x="246310" y="108278"/>
                </a:lnTo>
                <a:lnTo>
                  <a:pt x="246310" y="108112"/>
                </a:lnTo>
                <a:lnTo>
                  <a:pt x="246310" y="107311"/>
                </a:lnTo>
                <a:lnTo>
                  <a:pt x="246310" y="107178"/>
                </a:lnTo>
                <a:lnTo>
                  <a:pt x="246310" y="99405"/>
                </a:lnTo>
                <a:lnTo>
                  <a:pt x="246310" y="98305"/>
                </a:lnTo>
                <a:lnTo>
                  <a:pt x="246310" y="96470"/>
                </a:lnTo>
                <a:lnTo>
                  <a:pt x="246310" y="95536"/>
                </a:lnTo>
                <a:lnTo>
                  <a:pt x="246310" y="95369"/>
                </a:lnTo>
                <a:lnTo>
                  <a:pt x="245409" y="94469"/>
                </a:lnTo>
                <a:lnTo>
                  <a:pt x="244142" y="94469"/>
                </a:lnTo>
                <a:lnTo>
                  <a:pt x="244142" y="93368"/>
                </a:lnTo>
                <a:lnTo>
                  <a:pt x="244041" y="93101"/>
                </a:lnTo>
                <a:lnTo>
                  <a:pt x="243274" y="92334"/>
                </a:lnTo>
                <a:lnTo>
                  <a:pt x="244041" y="91566"/>
                </a:lnTo>
                <a:lnTo>
                  <a:pt x="244142" y="91266"/>
                </a:lnTo>
                <a:lnTo>
                  <a:pt x="244142" y="90199"/>
                </a:lnTo>
                <a:lnTo>
                  <a:pt x="245409" y="90199"/>
                </a:lnTo>
                <a:lnTo>
                  <a:pt x="246310" y="89298"/>
                </a:lnTo>
                <a:lnTo>
                  <a:pt x="246310" y="89131"/>
                </a:lnTo>
                <a:lnTo>
                  <a:pt x="246310" y="88197"/>
                </a:lnTo>
                <a:lnTo>
                  <a:pt x="246310" y="86363"/>
                </a:lnTo>
                <a:lnTo>
                  <a:pt x="246310" y="85262"/>
                </a:lnTo>
                <a:lnTo>
                  <a:pt x="246310" y="77490"/>
                </a:lnTo>
                <a:lnTo>
                  <a:pt x="246310" y="77323"/>
                </a:lnTo>
                <a:lnTo>
                  <a:pt x="246310" y="76556"/>
                </a:lnTo>
                <a:lnTo>
                  <a:pt x="246310" y="76389"/>
                </a:lnTo>
                <a:lnTo>
                  <a:pt x="246310" y="68617"/>
                </a:lnTo>
                <a:lnTo>
                  <a:pt x="246310" y="67516"/>
                </a:lnTo>
                <a:lnTo>
                  <a:pt x="246310" y="65715"/>
                </a:lnTo>
                <a:lnTo>
                  <a:pt x="246310" y="64747"/>
                </a:lnTo>
                <a:lnTo>
                  <a:pt x="246310" y="64580"/>
                </a:lnTo>
                <a:lnTo>
                  <a:pt x="245409" y="63713"/>
                </a:lnTo>
                <a:lnTo>
                  <a:pt x="244142" y="63713"/>
                </a:lnTo>
                <a:lnTo>
                  <a:pt x="244142" y="62612"/>
                </a:lnTo>
                <a:lnTo>
                  <a:pt x="244041" y="62312"/>
                </a:lnTo>
                <a:lnTo>
                  <a:pt x="243274" y="61545"/>
                </a:lnTo>
                <a:lnTo>
                  <a:pt x="244041" y="60778"/>
                </a:lnTo>
                <a:lnTo>
                  <a:pt x="244142" y="60511"/>
                </a:lnTo>
                <a:lnTo>
                  <a:pt x="244142" y="59410"/>
                </a:lnTo>
                <a:lnTo>
                  <a:pt x="245409" y="59410"/>
                </a:lnTo>
                <a:lnTo>
                  <a:pt x="246310" y="58509"/>
                </a:lnTo>
                <a:lnTo>
                  <a:pt x="246310" y="58376"/>
                </a:lnTo>
                <a:lnTo>
                  <a:pt x="246310" y="57409"/>
                </a:lnTo>
                <a:lnTo>
                  <a:pt x="246310" y="55607"/>
                </a:lnTo>
                <a:lnTo>
                  <a:pt x="246310" y="54473"/>
                </a:lnTo>
                <a:lnTo>
                  <a:pt x="246310" y="46734"/>
                </a:lnTo>
                <a:lnTo>
                  <a:pt x="246310" y="46568"/>
                </a:lnTo>
                <a:lnTo>
                  <a:pt x="246310" y="45800"/>
                </a:lnTo>
                <a:lnTo>
                  <a:pt x="246310" y="45634"/>
                </a:lnTo>
                <a:lnTo>
                  <a:pt x="246310" y="37861"/>
                </a:lnTo>
                <a:lnTo>
                  <a:pt x="246310" y="36761"/>
                </a:lnTo>
                <a:lnTo>
                  <a:pt x="246310" y="34926"/>
                </a:lnTo>
                <a:lnTo>
                  <a:pt x="246310" y="33992"/>
                </a:lnTo>
                <a:lnTo>
                  <a:pt x="246310" y="33825"/>
                </a:lnTo>
                <a:lnTo>
                  <a:pt x="245409" y="32924"/>
                </a:lnTo>
                <a:lnTo>
                  <a:pt x="244142" y="32924"/>
                </a:lnTo>
                <a:lnTo>
                  <a:pt x="244142" y="31824"/>
                </a:lnTo>
                <a:lnTo>
                  <a:pt x="244041" y="31557"/>
                </a:lnTo>
                <a:lnTo>
                  <a:pt x="243274" y="30790"/>
                </a:lnTo>
                <a:lnTo>
                  <a:pt x="244041" y="30022"/>
                </a:lnTo>
                <a:lnTo>
                  <a:pt x="244142" y="29722"/>
                </a:lnTo>
                <a:lnTo>
                  <a:pt x="244142" y="28655"/>
                </a:lnTo>
                <a:lnTo>
                  <a:pt x="245409" y="28655"/>
                </a:lnTo>
                <a:lnTo>
                  <a:pt x="246310" y="27754"/>
                </a:lnTo>
                <a:lnTo>
                  <a:pt x="246310" y="27587"/>
                </a:lnTo>
                <a:lnTo>
                  <a:pt x="246310" y="26620"/>
                </a:lnTo>
                <a:lnTo>
                  <a:pt x="246310" y="24819"/>
                </a:lnTo>
                <a:lnTo>
                  <a:pt x="246310" y="23718"/>
                </a:lnTo>
                <a:lnTo>
                  <a:pt x="246310" y="15946"/>
                </a:lnTo>
                <a:lnTo>
                  <a:pt x="246310" y="15779"/>
                </a:lnTo>
                <a:lnTo>
                  <a:pt x="246310" y="15012"/>
                </a:lnTo>
                <a:lnTo>
                  <a:pt x="246310" y="14845"/>
                </a:lnTo>
                <a:lnTo>
                  <a:pt x="246310" y="7073"/>
                </a:lnTo>
                <a:lnTo>
                  <a:pt x="246310" y="5972"/>
                </a:lnTo>
                <a:lnTo>
                  <a:pt x="246310" y="4137"/>
                </a:lnTo>
                <a:lnTo>
                  <a:pt x="246310" y="3203"/>
                </a:lnTo>
                <a:lnTo>
                  <a:pt x="246310" y="3036"/>
                </a:lnTo>
                <a:close/>
                <a:moveTo>
                  <a:pt x="242574" y="401"/>
                </a:moveTo>
                <a:lnTo>
                  <a:pt x="243374" y="1202"/>
                </a:lnTo>
                <a:lnTo>
                  <a:pt x="243374" y="2503"/>
                </a:lnTo>
                <a:lnTo>
                  <a:pt x="242107" y="3804"/>
                </a:lnTo>
                <a:lnTo>
                  <a:pt x="242107" y="1735"/>
                </a:lnTo>
                <a:lnTo>
                  <a:pt x="240739" y="401"/>
                </a:lnTo>
                <a:lnTo>
                  <a:pt x="242574" y="401"/>
                </a:lnTo>
                <a:close/>
                <a:moveTo>
                  <a:pt x="239338" y="6439"/>
                </a:moveTo>
                <a:lnTo>
                  <a:pt x="234635" y="6439"/>
                </a:lnTo>
                <a:lnTo>
                  <a:pt x="231332" y="3103"/>
                </a:lnTo>
                <a:lnTo>
                  <a:pt x="231332" y="935"/>
                </a:lnTo>
                <a:lnTo>
                  <a:pt x="235269" y="4904"/>
                </a:lnTo>
                <a:lnTo>
                  <a:pt x="240873" y="4904"/>
                </a:lnTo>
                <a:close/>
                <a:moveTo>
                  <a:pt x="239338" y="37228"/>
                </a:moveTo>
                <a:lnTo>
                  <a:pt x="234635" y="37228"/>
                </a:lnTo>
                <a:lnTo>
                  <a:pt x="231332" y="33892"/>
                </a:lnTo>
                <a:lnTo>
                  <a:pt x="231332" y="31757"/>
                </a:lnTo>
                <a:lnTo>
                  <a:pt x="235269" y="35693"/>
                </a:lnTo>
                <a:lnTo>
                  <a:pt x="240873" y="35693"/>
                </a:lnTo>
                <a:close/>
                <a:moveTo>
                  <a:pt x="239205" y="42932"/>
                </a:moveTo>
                <a:lnTo>
                  <a:pt x="242073" y="45800"/>
                </a:lnTo>
                <a:lnTo>
                  <a:pt x="239705" y="45800"/>
                </a:lnTo>
                <a:lnTo>
                  <a:pt x="237437" y="43499"/>
                </a:lnTo>
                <a:lnTo>
                  <a:pt x="237437" y="40230"/>
                </a:lnTo>
                <a:lnTo>
                  <a:pt x="239105" y="38562"/>
                </a:lnTo>
                <a:lnTo>
                  <a:pt x="239105" y="42631"/>
                </a:lnTo>
                <a:close/>
                <a:moveTo>
                  <a:pt x="239338" y="68016"/>
                </a:moveTo>
                <a:lnTo>
                  <a:pt x="234635" y="68016"/>
                </a:lnTo>
                <a:lnTo>
                  <a:pt x="231332" y="64714"/>
                </a:lnTo>
                <a:lnTo>
                  <a:pt x="231332" y="62546"/>
                </a:lnTo>
                <a:lnTo>
                  <a:pt x="235269" y="66482"/>
                </a:lnTo>
                <a:lnTo>
                  <a:pt x="240873" y="66482"/>
                </a:lnTo>
                <a:close/>
                <a:moveTo>
                  <a:pt x="239338" y="98805"/>
                </a:moveTo>
                <a:lnTo>
                  <a:pt x="234635" y="98805"/>
                </a:lnTo>
                <a:lnTo>
                  <a:pt x="231332" y="95503"/>
                </a:lnTo>
                <a:lnTo>
                  <a:pt x="231332" y="93334"/>
                </a:lnTo>
                <a:lnTo>
                  <a:pt x="235269" y="97271"/>
                </a:lnTo>
                <a:lnTo>
                  <a:pt x="240873" y="97271"/>
                </a:lnTo>
                <a:close/>
                <a:moveTo>
                  <a:pt x="239205" y="104509"/>
                </a:moveTo>
                <a:lnTo>
                  <a:pt x="242073" y="107378"/>
                </a:lnTo>
                <a:lnTo>
                  <a:pt x="239705" y="107378"/>
                </a:lnTo>
                <a:lnTo>
                  <a:pt x="237437" y="105076"/>
                </a:lnTo>
                <a:lnTo>
                  <a:pt x="237437" y="101840"/>
                </a:lnTo>
                <a:lnTo>
                  <a:pt x="239105" y="100139"/>
                </a:lnTo>
                <a:lnTo>
                  <a:pt x="239105" y="104209"/>
                </a:lnTo>
                <a:close/>
                <a:moveTo>
                  <a:pt x="239105" y="115384"/>
                </a:moveTo>
                <a:lnTo>
                  <a:pt x="237437" y="113716"/>
                </a:lnTo>
                <a:lnTo>
                  <a:pt x="237437" y="110447"/>
                </a:lnTo>
                <a:lnTo>
                  <a:pt x="239705" y="108145"/>
                </a:lnTo>
                <a:lnTo>
                  <a:pt x="242073" y="108145"/>
                </a:lnTo>
                <a:lnTo>
                  <a:pt x="239105" y="111147"/>
                </a:lnTo>
                <a:lnTo>
                  <a:pt x="239105" y="115384"/>
                </a:lnTo>
                <a:close/>
                <a:moveTo>
                  <a:pt x="220425" y="117685"/>
                </a:moveTo>
                <a:lnTo>
                  <a:pt x="220425" y="112114"/>
                </a:lnTo>
                <a:lnTo>
                  <a:pt x="216488" y="108178"/>
                </a:lnTo>
                <a:lnTo>
                  <a:pt x="218657" y="108178"/>
                </a:lnTo>
                <a:lnTo>
                  <a:pt x="221959" y="111481"/>
                </a:lnTo>
                <a:lnTo>
                  <a:pt x="221959" y="116151"/>
                </a:lnTo>
                <a:close/>
                <a:moveTo>
                  <a:pt x="210618" y="117685"/>
                </a:moveTo>
                <a:lnTo>
                  <a:pt x="209083" y="116184"/>
                </a:lnTo>
                <a:lnTo>
                  <a:pt x="209083" y="111481"/>
                </a:lnTo>
                <a:lnTo>
                  <a:pt x="212419" y="108178"/>
                </a:lnTo>
                <a:lnTo>
                  <a:pt x="214587" y="108178"/>
                </a:lnTo>
                <a:lnTo>
                  <a:pt x="210618" y="112114"/>
                </a:lnTo>
                <a:lnTo>
                  <a:pt x="210618" y="117685"/>
                </a:lnTo>
                <a:close/>
                <a:moveTo>
                  <a:pt x="189636" y="117685"/>
                </a:moveTo>
                <a:lnTo>
                  <a:pt x="189636" y="112114"/>
                </a:lnTo>
                <a:lnTo>
                  <a:pt x="185700" y="108178"/>
                </a:lnTo>
                <a:lnTo>
                  <a:pt x="187868" y="108178"/>
                </a:lnTo>
                <a:lnTo>
                  <a:pt x="191170" y="111481"/>
                </a:lnTo>
                <a:lnTo>
                  <a:pt x="191170" y="116151"/>
                </a:lnTo>
                <a:close/>
                <a:moveTo>
                  <a:pt x="179829" y="117685"/>
                </a:moveTo>
                <a:lnTo>
                  <a:pt x="178294" y="116184"/>
                </a:lnTo>
                <a:lnTo>
                  <a:pt x="178294" y="111481"/>
                </a:lnTo>
                <a:lnTo>
                  <a:pt x="181630" y="108178"/>
                </a:lnTo>
                <a:lnTo>
                  <a:pt x="183798" y="108178"/>
                </a:lnTo>
                <a:lnTo>
                  <a:pt x="179829" y="112114"/>
                </a:lnTo>
                <a:lnTo>
                  <a:pt x="179829" y="117685"/>
                </a:lnTo>
                <a:close/>
                <a:moveTo>
                  <a:pt x="158847" y="117685"/>
                </a:moveTo>
                <a:lnTo>
                  <a:pt x="158847" y="112114"/>
                </a:lnTo>
                <a:lnTo>
                  <a:pt x="154911" y="108178"/>
                </a:lnTo>
                <a:lnTo>
                  <a:pt x="157079" y="108178"/>
                </a:lnTo>
                <a:lnTo>
                  <a:pt x="160382" y="111481"/>
                </a:lnTo>
                <a:lnTo>
                  <a:pt x="160382" y="116151"/>
                </a:lnTo>
                <a:close/>
                <a:moveTo>
                  <a:pt x="149040" y="117685"/>
                </a:moveTo>
                <a:lnTo>
                  <a:pt x="147506" y="116184"/>
                </a:lnTo>
                <a:lnTo>
                  <a:pt x="147506" y="111481"/>
                </a:lnTo>
                <a:lnTo>
                  <a:pt x="150842" y="108178"/>
                </a:lnTo>
                <a:lnTo>
                  <a:pt x="152976" y="108178"/>
                </a:lnTo>
                <a:lnTo>
                  <a:pt x="149040" y="112114"/>
                </a:lnTo>
                <a:lnTo>
                  <a:pt x="149040" y="117685"/>
                </a:lnTo>
                <a:close/>
                <a:moveTo>
                  <a:pt x="128059" y="117685"/>
                </a:moveTo>
                <a:lnTo>
                  <a:pt x="128059" y="112114"/>
                </a:lnTo>
                <a:lnTo>
                  <a:pt x="124122" y="108178"/>
                </a:lnTo>
                <a:lnTo>
                  <a:pt x="126291" y="108178"/>
                </a:lnTo>
                <a:lnTo>
                  <a:pt x="129593" y="111481"/>
                </a:lnTo>
                <a:lnTo>
                  <a:pt x="129593" y="116151"/>
                </a:lnTo>
                <a:close/>
                <a:moveTo>
                  <a:pt x="118252" y="117685"/>
                </a:moveTo>
                <a:lnTo>
                  <a:pt x="116717" y="116184"/>
                </a:lnTo>
                <a:lnTo>
                  <a:pt x="116717" y="111481"/>
                </a:lnTo>
                <a:lnTo>
                  <a:pt x="120053" y="108178"/>
                </a:lnTo>
                <a:lnTo>
                  <a:pt x="122188" y="108178"/>
                </a:lnTo>
                <a:lnTo>
                  <a:pt x="118252" y="112114"/>
                </a:lnTo>
                <a:close/>
                <a:moveTo>
                  <a:pt x="97270" y="117685"/>
                </a:moveTo>
                <a:lnTo>
                  <a:pt x="97270" y="112114"/>
                </a:lnTo>
                <a:lnTo>
                  <a:pt x="93334" y="108178"/>
                </a:lnTo>
                <a:lnTo>
                  <a:pt x="95469" y="108178"/>
                </a:lnTo>
                <a:lnTo>
                  <a:pt x="98804" y="111481"/>
                </a:lnTo>
                <a:lnTo>
                  <a:pt x="98804" y="116151"/>
                </a:lnTo>
                <a:close/>
                <a:moveTo>
                  <a:pt x="87463" y="117685"/>
                </a:moveTo>
                <a:lnTo>
                  <a:pt x="85929" y="116184"/>
                </a:lnTo>
                <a:lnTo>
                  <a:pt x="85929" y="111481"/>
                </a:lnTo>
                <a:lnTo>
                  <a:pt x="89231" y="108178"/>
                </a:lnTo>
                <a:lnTo>
                  <a:pt x="91399" y="108178"/>
                </a:lnTo>
                <a:lnTo>
                  <a:pt x="87463" y="112114"/>
                </a:lnTo>
                <a:close/>
                <a:moveTo>
                  <a:pt x="66481" y="117685"/>
                </a:moveTo>
                <a:lnTo>
                  <a:pt x="66481" y="112114"/>
                </a:lnTo>
                <a:lnTo>
                  <a:pt x="62545" y="108178"/>
                </a:lnTo>
                <a:lnTo>
                  <a:pt x="64680" y="108178"/>
                </a:lnTo>
                <a:lnTo>
                  <a:pt x="68016" y="111481"/>
                </a:lnTo>
                <a:lnTo>
                  <a:pt x="68016" y="116151"/>
                </a:lnTo>
                <a:close/>
                <a:moveTo>
                  <a:pt x="56674" y="117685"/>
                </a:moveTo>
                <a:lnTo>
                  <a:pt x="55140" y="116184"/>
                </a:lnTo>
                <a:lnTo>
                  <a:pt x="55140" y="111481"/>
                </a:lnTo>
                <a:lnTo>
                  <a:pt x="58442" y="108178"/>
                </a:lnTo>
                <a:lnTo>
                  <a:pt x="60610" y="108178"/>
                </a:lnTo>
                <a:lnTo>
                  <a:pt x="56674" y="112114"/>
                </a:lnTo>
                <a:close/>
                <a:moveTo>
                  <a:pt x="35693" y="117685"/>
                </a:moveTo>
                <a:lnTo>
                  <a:pt x="35693" y="112114"/>
                </a:lnTo>
                <a:lnTo>
                  <a:pt x="31723" y="108178"/>
                </a:lnTo>
                <a:lnTo>
                  <a:pt x="33891" y="108178"/>
                </a:lnTo>
                <a:lnTo>
                  <a:pt x="37227" y="111481"/>
                </a:lnTo>
                <a:lnTo>
                  <a:pt x="37227" y="116151"/>
                </a:lnTo>
                <a:close/>
                <a:moveTo>
                  <a:pt x="25886" y="117685"/>
                </a:moveTo>
                <a:lnTo>
                  <a:pt x="24351" y="116184"/>
                </a:lnTo>
                <a:lnTo>
                  <a:pt x="24351" y="111481"/>
                </a:lnTo>
                <a:lnTo>
                  <a:pt x="27654" y="108178"/>
                </a:lnTo>
                <a:lnTo>
                  <a:pt x="29822" y="108178"/>
                </a:lnTo>
                <a:lnTo>
                  <a:pt x="25886" y="112114"/>
                </a:lnTo>
                <a:lnTo>
                  <a:pt x="25886" y="117685"/>
                </a:lnTo>
                <a:close/>
                <a:moveTo>
                  <a:pt x="6972" y="85929"/>
                </a:moveTo>
                <a:lnTo>
                  <a:pt x="11675" y="85929"/>
                </a:lnTo>
                <a:lnTo>
                  <a:pt x="14978" y="89265"/>
                </a:lnTo>
                <a:lnTo>
                  <a:pt x="14978" y="91400"/>
                </a:lnTo>
                <a:lnTo>
                  <a:pt x="11042" y="87464"/>
                </a:lnTo>
                <a:lnTo>
                  <a:pt x="5438" y="87464"/>
                </a:lnTo>
                <a:close/>
                <a:moveTo>
                  <a:pt x="7106" y="80258"/>
                </a:moveTo>
                <a:lnTo>
                  <a:pt x="4237" y="77356"/>
                </a:lnTo>
                <a:lnTo>
                  <a:pt x="6605" y="77356"/>
                </a:lnTo>
                <a:lnTo>
                  <a:pt x="8873" y="79658"/>
                </a:lnTo>
                <a:lnTo>
                  <a:pt x="8873" y="82927"/>
                </a:lnTo>
                <a:lnTo>
                  <a:pt x="7206" y="84595"/>
                </a:lnTo>
                <a:lnTo>
                  <a:pt x="7206" y="80525"/>
                </a:lnTo>
                <a:close/>
                <a:moveTo>
                  <a:pt x="6972" y="55140"/>
                </a:moveTo>
                <a:lnTo>
                  <a:pt x="11675" y="55140"/>
                </a:lnTo>
                <a:lnTo>
                  <a:pt x="14978" y="58443"/>
                </a:lnTo>
                <a:lnTo>
                  <a:pt x="14978" y="60611"/>
                </a:lnTo>
                <a:lnTo>
                  <a:pt x="11042" y="56675"/>
                </a:lnTo>
                <a:lnTo>
                  <a:pt x="5438" y="56675"/>
                </a:lnTo>
                <a:close/>
                <a:moveTo>
                  <a:pt x="6972" y="24352"/>
                </a:moveTo>
                <a:lnTo>
                  <a:pt x="11675" y="24352"/>
                </a:lnTo>
                <a:lnTo>
                  <a:pt x="14978" y="27654"/>
                </a:lnTo>
                <a:lnTo>
                  <a:pt x="14978" y="29822"/>
                </a:lnTo>
                <a:lnTo>
                  <a:pt x="11042" y="25886"/>
                </a:lnTo>
                <a:lnTo>
                  <a:pt x="5438" y="25886"/>
                </a:lnTo>
                <a:close/>
                <a:moveTo>
                  <a:pt x="7106" y="18648"/>
                </a:moveTo>
                <a:lnTo>
                  <a:pt x="4237" y="15779"/>
                </a:lnTo>
                <a:lnTo>
                  <a:pt x="6605" y="15779"/>
                </a:lnTo>
                <a:lnTo>
                  <a:pt x="8873" y="18081"/>
                </a:lnTo>
                <a:lnTo>
                  <a:pt x="8873" y="21316"/>
                </a:lnTo>
                <a:lnTo>
                  <a:pt x="7206" y="23017"/>
                </a:lnTo>
                <a:lnTo>
                  <a:pt x="7206" y="18948"/>
                </a:lnTo>
                <a:close/>
                <a:moveTo>
                  <a:pt x="7206" y="7773"/>
                </a:moveTo>
                <a:lnTo>
                  <a:pt x="8873" y="9441"/>
                </a:lnTo>
                <a:lnTo>
                  <a:pt x="8873" y="12710"/>
                </a:lnTo>
                <a:lnTo>
                  <a:pt x="6605" y="15012"/>
                </a:lnTo>
                <a:lnTo>
                  <a:pt x="4237" y="15012"/>
                </a:lnTo>
                <a:lnTo>
                  <a:pt x="7206" y="12010"/>
                </a:lnTo>
                <a:lnTo>
                  <a:pt x="7206" y="7773"/>
                </a:lnTo>
                <a:close/>
                <a:moveTo>
                  <a:pt x="25886" y="5471"/>
                </a:moveTo>
                <a:lnTo>
                  <a:pt x="25886" y="11042"/>
                </a:lnTo>
                <a:lnTo>
                  <a:pt x="29822" y="15012"/>
                </a:lnTo>
                <a:lnTo>
                  <a:pt x="27654" y="15012"/>
                </a:lnTo>
                <a:lnTo>
                  <a:pt x="24351" y="11676"/>
                </a:lnTo>
                <a:lnTo>
                  <a:pt x="24351" y="6973"/>
                </a:lnTo>
                <a:close/>
                <a:moveTo>
                  <a:pt x="35693" y="5471"/>
                </a:moveTo>
                <a:lnTo>
                  <a:pt x="37227" y="6973"/>
                </a:lnTo>
                <a:lnTo>
                  <a:pt x="37227" y="11676"/>
                </a:lnTo>
                <a:lnTo>
                  <a:pt x="33891" y="15012"/>
                </a:lnTo>
                <a:lnTo>
                  <a:pt x="31723" y="15012"/>
                </a:lnTo>
                <a:lnTo>
                  <a:pt x="35693" y="11042"/>
                </a:lnTo>
                <a:lnTo>
                  <a:pt x="35693" y="5471"/>
                </a:lnTo>
                <a:close/>
                <a:moveTo>
                  <a:pt x="56674" y="5471"/>
                </a:moveTo>
                <a:lnTo>
                  <a:pt x="56674" y="11042"/>
                </a:lnTo>
                <a:lnTo>
                  <a:pt x="60610" y="15012"/>
                </a:lnTo>
                <a:lnTo>
                  <a:pt x="58442" y="15012"/>
                </a:lnTo>
                <a:lnTo>
                  <a:pt x="55140" y="11676"/>
                </a:lnTo>
                <a:lnTo>
                  <a:pt x="55140" y="6973"/>
                </a:lnTo>
                <a:close/>
                <a:moveTo>
                  <a:pt x="66481" y="5471"/>
                </a:moveTo>
                <a:lnTo>
                  <a:pt x="68016" y="6973"/>
                </a:lnTo>
                <a:lnTo>
                  <a:pt x="68016" y="11676"/>
                </a:lnTo>
                <a:lnTo>
                  <a:pt x="64680" y="15012"/>
                </a:lnTo>
                <a:lnTo>
                  <a:pt x="62512" y="15012"/>
                </a:lnTo>
                <a:lnTo>
                  <a:pt x="66481" y="11042"/>
                </a:lnTo>
                <a:lnTo>
                  <a:pt x="66481" y="5471"/>
                </a:lnTo>
                <a:close/>
                <a:moveTo>
                  <a:pt x="87463" y="5471"/>
                </a:moveTo>
                <a:lnTo>
                  <a:pt x="87463" y="11042"/>
                </a:lnTo>
                <a:lnTo>
                  <a:pt x="91399" y="15012"/>
                </a:lnTo>
                <a:lnTo>
                  <a:pt x="89231" y="15012"/>
                </a:lnTo>
                <a:lnTo>
                  <a:pt x="85929" y="11676"/>
                </a:lnTo>
                <a:lnTo>
                  <a:pt x="85929" y="6973"/>
                </a:lnTo>
                <a:close/>
                <a:moveTo>
                  <a:pt x="97270" y="5471"/>
                </a:moveTo>
                <a:lnTo>
                  <a:pt x="98804" y="6973"/>
                </a:lnTo>
                <a:lnTo>
                  <a:pt x="98804" y="11676"/>
                </a:lnTo>
                <a:lnTo>
                  <a:pt x="95502" y="15012"/>
                </a:lnTo>
                <a:lnTo>
                  <a:pt x="93334" y="15012"/>
                </a:lnTo>
                <a:lnTo>
                  <a:pt x="97270" y="11042"/>
                </a:lnTo>
                <a:lnTo>
                  <a:pt x="97270" y="5471"/>
                </a:lnTo>
                <a:close/>
                <a:moveTo>
                  <a:pt x="118252" y="5471"/>
                </a:moveTo>
                <a:lnTo>
                  <a:pt x="118252" y="11042"/>
                </a:lnTo>
                <a:lnTo>
                  <a:pt x="122188" y="15012"/>
                </a:lnTo>
                <a:lnTo>
                  <a:pt x="120053" y="15012"/>
                </a:lnTo>
                <a:lnTo>
                  <a:pt x="116717" y="11676"/>
                </a:lnTo>
                <a:lnTo>
                  <a:pt x="116717" y="6973"/>
                </a:lnTo>
                <a:close/>
                <a:moveTo>
                  <a:pt x="128059" y="5471"/>
                </a:moveTo>
                <a:lnTo>
                  <a:pt x="129593" y="6973"/>
                </a:lnTo>
                <a:lnTo>
                  <a:pt x="129593" y="11676"/>
                </a:lnTo>
                <a:lnTo>
                  <a:pt x="126291" y="15012"/>
                </a:lnTo>
                <a:lnTo>
                  <a:pt x="124122" y="15012"/>
                </a:lnTo>
                <a:lnTo>
                  <a:pt x="128059" y="11042"/>
                </a:lnTo>
                <a:lnTo>
                  <a:pt x="128059" y="5471"/>
                </a:lnTo>
                <a:close/>
                <a:moveTo>
                  <a:pt x="149040" y="5471"/>
                </a:moveTo>
                <a:lnTo>
                  <a:pt x="149040" y="11042"/>
                </a:lnTo>
                <a:lnTo>
                  <a:pt x="153010" y="15012"/>
                </a:lnTo>
                <a:lnTo>
                  <a:pt x="150842" y="15012"/>
                </a:lnTo>
                <a:lnTo>
                  <a:pt x="147506" y="11676"/>
                </a:lnTo>
                <a:lnTo>
                  <a:pt x="147506" y="6973"/>
                </a:lnTo>
                <a:close/>
                <a:moveTo>
                  <a:pt x="158847" y="5471"/>
                </a:moveTo>
                <a:lnTo>
                  <a:pt x="160382" y="6973"/>
                </a:lnTo>
                <a:lnTo>
                  <a:pt x="160382" y="11676"/>
                </a:lnTo>
                <a:lnTo>
                  <a:pt x="157079" y="15012"/>
                </a:lnTo>
                <a:lnTo>
                  <a:pt x="154911" y="15012"/>
                </a:lnTo>
                <a:lnTo>
                  <a:pt x="158847" y="11042"/>
                </a:lnTo>
                <a:close/>
                <a:moveTo>
                  <a:pt x="179829" y="5471"/>
                </a:moveTo>
                <a:lnTo>
                  <a:pt x="179829" y="11042"/>
                </a:lnTo>
                <a:lnTo>
                  <a:pt x="183798" y="15012"/>
                </a:lnTo>
                <a:lnTo>
                  <a:pt x="181630" y="15012"/>
                </a:lnTo>
                <a:lnTo>
                  <a:pt x="178294" y="11676"/>
                </a:lnTo>
                <a:lnTo>
                  <a:pt x="178294" y="6973"/>
                </a:lnTo>
                <a:close/>
                <a:moveTo>
                  <a:pt x="189636" y="5471"/>
                </a:moveTo>
                <a:lnTo>
                  <a:pt x="191170" y="6973"/>
                </a:lnTo>
                <a:lnTo>
                  <a:pt x="191170" y="11676"/>
                </a:lnTo>
                <a:lnTo>
                  <a:pt x="187868" y="15012"/>
                </a:lnTo>
                <a:lnTo>
                  <a:pt x="185700" y="15012"/>
                </a:lnTo>
                <a:lnTo>
                  <a:pt x="189636" y="11042"/>
                </a:lnTo>
                <a:lnTo>
                  <a:pt x="189636" y="5471"/>
                </a:lnTo>
                <a:close/>
                <a:moveTo>
                  <a:pt x="210618" y="5471"/>
                </a:moveTo>
                <a:lnTo>
                  <a:pt x="210618" y="11042"/>
                </a:lnTo>
                <a:lnTo>
                  <a:pt x="214587" y="15012"/>
                </a:lnTo>
                <a:lnTo>
                  <a:pt x="212419" y="15012"/>
                </a:lnTo>
                <a:lnTo>
                  <a:pt x="209083" y="11676"/>
                </a:lnTo>
                <a:lnTo>
                  <a:pt x="209083" y="6973"/>
                </a:lnTo>
                <a:close/>
                <a:moveTo>
                  <a:pt x="220425" y="5471"/>
                </a:moveTo>
                <a:lnTo>
                  <a:pt x="221959" y="6973"/>
                </a:lnTo>
                <a:lnTo>
                  <a:pt x="221959" y="11676"/>
                </a:lnTo>
                <a:lnTo>
                  <a:pt x="218657" y="15012"/>
                </a:lnTo>
                <a:lnTo>
                  <a:pt x="216488" y="15012"/>
                </a:lnTo>
                <a:lnTo>
                  <a:pt x="220425" y="11042"/>
                </a:lnTo>
                <a:lnTo>
                  <a:pt x="220425" y="5471"/>
                </a:lnTo>
                <a:close/>
                <a:moveTo>
                  <a:pt x="236636" y="112915"/>
                </a:moveTo>
                <a:lnTo>
                  <a:pt x="235302" y="111581"/>
                </a:lnTo>
                <a:lnTo>
                  <a:pt x="235302" y="109579"/>
                </a:lnTo>
                <a:lnTo>
                  <a:pt x="236736" y="108145"/>
                </a:lnTo>
                <a:lnTo>
                  <a:pt x="238604" y="108145"/>
                </a:lnTo>
                <a:lnTo>
                  <a:pt x="236636" y="110113"/>
                </a:lnTo>
                <a:close/>
                <a:moveTo>
                  <a:pt x="219757" y="107378"/>
                </a:moveTo>
                <a:lnTo>
                  <a:pt x="222760" y="104376"/>
                </a:lnTo>
                <a:lnTo>
                  <a:pt x="222760" y="100139"/>
                </a:lnTo>
                <a:lnTo>
                  <a:pt x="224427" y="101840"/>
                </a:lnTo>
                <a:lnTo>
                  <a:pt x="224427" y="105076"/>
                </a:lnTo>
                <a:lnTo>
                  <a:pt x="222159" y="107378"/>
                </a:lnTo>
                <a:close/>
                <a:moveTo>
                  <a:pt x="216488" y="107378"/>
                </a:moveTo>
                <a:lnTo>
                  <a:pt x="220425" y="103408"/>
                </a:lnTo>
                <a:lnTo>
                  <a:pt x="220425" y="97838"/>
                </a:lnTo>
                <a:lnTo>
                  <a:pt x="221959" y="99372"/>
                </a:lnTo>
                <a:lnTo>
                  <a:pt x="221959" y="104042"/>
                </a:lnTo>
                <a:lnTo>
                  <a:pt x="218657" y="107378"/>
                </a:lnTo>
                <a:lnTo>
                  <a:pt x="216488" y="107378"/>
                </a:lnTo>
                <a:close/>
                <a:moveTo>
                  <a:pt x="212419" y="107378"/>
                </a:moveTo>
                <a:lnTo>
                  <a:pt x="209083" y="104042"/>
                </a:lnTo>
                <a:lnTo>
                  <a:pt x="209083" y="99372"/>
                </a:lnTo>
                <a:lnTo>
                  <a:pt x="210618" y="97838"/>
                </a:lnTo>
                <a:lnTo>
                  <a:pt x="210618" y="103408"/>
                </a:lnTo>
                <a:lnTo>
                  <a:pt x="214587" y="107378"/>
                </a:lnTo>
                <a:lnTo>
                  <a:pt x="212419" y="107378"/>
                </a:lnTo>
                <a:close/>
                <a:moveTo>
                  <a:pt x="208916" y="107378"/>
                </a:moveTo>
                <a:lnTo>
                  <a:pt x="206648" y="105076"/>
                </a:lnTo>
                <a:lnTo>
                  <a:pt x="206648" y="101840"/>
                </a:lnTo>
                <a:lnTo>
                  <a:pt x="208316" y="100139"/>
                </a:lnTo>
                <a:lnTo>
                  <a:pt x="208316" y="104376"/>
                </a:lnTo>
                <a:lnTo>
                  <a:pt x="211285" y="107378"/>
                </a:lnTo>
                <a:lnTo>
                  <a:pt x="208916" y="107378"/>
                </a:lnTo>
                <a:close/>
                <a:moveTo>
                  <a:pt x="205848" y="112915"/>
                </a:moveTo>
                <a:lnTo>
                  <a:pt x="204513" y="111581"/>
                </a:lnTo>
                <a:lnTo>
                  <a:pt x="204513" y="109579"/>
                </a:lnTo>
                <a:lnTo>
                  <a:pt x="205948" y="108145"/>
                </a:lnTo>
                <a:lnTo>
                  <a:pt x="207816" y="108145"/>
                </a:lnTo>
                <a:lnTo>
                  <a:pt x="205848" y="110113"/>
                </a:lnTo>
                <a:close/>
                <a:moveTo>
                  <a:pt x="188969" y="107378"/>
                </a:moveTo>
                <a:lnTo>
                  <a:pt x="191837" y="104509"/>
                </a:lnTo>
                <a:lnTo>
                  <a:pt x="191971" y="104209"/>
                </a:lnTo>
                <a:lnTo>
                  <a:pt x="191971" y="100139"/>
                </a:lnTo>
                <a:lnTo>
                  <a:pt x="193639" y="101840"/>
                </a:lnTo>
                <a:lnTo>
                  <a:pt x="193639" y="105076"/>
                </a:lnTo>
                <a:lnTo>
                  <a:pt x="191337" y="107378"/>
                </a:lnTo>
                <a:lnTo>
                  <a:pt x="188969" y="107378"/>
                </a:lnTo>
                <a:close/>
                <a:moveTo>
                  <a:pt x="185700" y="107378"/>
                </a:moveTo>
                <a:lnTo>
                  <a:pt x="189636" y="103408"/>
                </a:lnTo>
                <a:lnTo>
                  <a:pt x="189636" y="97838"/>
                </a:lnTo>
                <a:lnTo>
                  <a:pt x="191170" y="99372"/>
                </a:lnTo>
                <a:lnTo>
                  <a:pt x="191170" y="104042"/>
                </a:lnTo>
                <a:lnTo>
                  <a:pt x="187868" y="107378"/>
                </a:lnTo>
                <a:lnTo>
                  <a:pt x="185700" y="107378"/>
                </a:lnTo>
                <a:close/>
                <a:moveTo>
                  <a:pt x="181630" y="107378"/>
                </a:moveTo>
                <a:lnTo>
                  <a:pt x="178294" y="104042"/>
                </a:lnTo>
                <a:lnTo>
                  <a:pt x="178294" y="99372"/>
                </a:lnTo>
                <a:lnTo>
                  <a:pt x="179829" y="97838"/>
                </a:lnTo>
                <a:lnTo>
                  <a:pt x="179829" y="103408"/>
                </a:lnTo>
                <a:lnTo>
                  <a:pt x="183798" y="107378"/>
                </a:lnTo>
                <a:lnTo>
                  <a:pt x="181630" y="107378"/>
                </a:lnTo>
                <a:close/>
                <a:moveTo>
                  <a:pt x="178128" y="107378"/>
                </a:moveTo>
                <a:lnTo>
                  <a:pt x="175826" y="105076"/>
                </a:lnTo>
                <a:lnTo>
                  <a:pt x="175826" y="101840"/>
                </a:lnTo>
                <a:lnTo>
                  <a:pt x="177527" y="100139"/>
                </a:lnTo>
                <a:lnTo>
                  <a:pt x="177527" y="104209"/>
                </a:lnTo>
                <a:lnTo>
                  <a:pt x="177627" y="104509"/>
                </a:lnTo>
                <a:lnTo>
                  <a:pt x="180496" y="107378"/>
                </a:lnTo>
                <a:lnTo>
                  <a:pt x="178128" y="107378"/>
                </a:lnTo>
                <a:close/>
                <a:moveTo>
                  <a:pt x="175059" y="112915"/>
                </a:moveTo>
                <a:lnTo>
                  <a:pt x="173725" y="111581"/>
                </a:lnTo>
                <a:lnTo>
                  <a:pt x="173725" y="109579"/>
                </a:lnTo>
                <a:lnTo>
                  <a:pt x="175159" y="108145"/>
                </a:lnTo>
                <a:lnTo>
                  <a:pt x="177027" y="108145"/>
                </a:lnTo>
                <a:lnTo>
                  <a:pt x="175059" y="110113"/>
                </a:lnTo>
                <a:close/>
                <a:moveTo>
                  <a:pt x="158180" y="107378"/>
                </a:moveTo>
                <a:lnTo>
                  <a:pt x="161182" y="104376"/>
                </a:lnTo>
                <a:lnTo>
                  <a:pt x="161182" y="100139"/>
                </a:lnTo>
                <a:lnTo>
                  <a:pt x="162850" y="101840"/>
                </a:lnTo>
                <a:lnTo>
                  <a:pt x="162850" y="105076"/>
                </a:lnTo>
                <a:lnTo>
                  <a:pt x="160548" y="107378"/>
                </a:lnTo>
                <a:close/>
                <a:moveTo>
                  <a:pt x="154911" y="107378"/>
                </a:moveTo>
                <a:lnTo>
                  <a:pt x="158847" y="103408"/>
                </a:lnTo>
                <a:lnTo>
                  <a:pt x="158847" y="97838"/>
                </a:lnTo>
                <a:lnTo>
                  <a:pt x="160382" y="99372"/>
                </a:lnTo>
                <a:lnTo>
                  <a:pt x="160382" y="104042"/>
                </a:lnTo>
                <a:lnTo>
                  <a:pt x="157079" y="107378"/>
                </a:lnTo>
                <a:lnTo>
                  <a:pt x="154911" y="107378"/>
                </a:lnTo>
                <a:close/>
                <a:moveTo>
                  <a:pt x="150842" y="107378"/>
                </a:moveTo>
                <a:lnTo>
                  <a:pt x="147506" y="104042"/>
                </a:lnTo>
                <a:lnTo>
                  <a:pt x="147506" y="99372"/>
                </a:lnTo>
                <a:lnTo>
                  <a:pt x="149040" y="97838"/>
                </a:lnTo>
                <a:lnTo>
                  <a:pt x="149040" y="103408"/>
                </a:lnTo>
                <a:lnTo>
                  <a:pt x="153010" y="107378"/>
                </a:lnTo>
                <a:lnTo>
                  <a:pt x="150842" y="107378"/>
                </a:lnTo>
                <a:close/>
                <a:moveTo>
                  <a:pt x="147339" y="107378"/>
                </a:moveTo>
                <a:lnTo>
                  <a:pt x="145037" y="105076"/>
                </a:lnTo>
                <a:lnTo>
                  <a:pt x="145037" y="101840"/>
                </a:lnTo>
                <a:lnTo>
                  <a:pt x="146739" y="100139"/>
                </a:lnTo>
                <a:lnTo>
                  <a:pt x="146739" y="104376"/>
                </a:lnTo>
                <a:lnTo>
                  <a:pt x="149707" y="107378"/>
                </a:lnTo>
                <a:lnTo>
                  <a:pt x="147339" y="107378"/>
                </a:lnTo>
                <a:close/>
                <a:moveTo>
                  <a:pt x="144270" y="112915"/>
                </a:moveTo>
                <a:lnTo>
                  <a:pt x="142936" y="111581"/>
                </a:lnTo>
                <a:lnTo>
                  <a:pt x="142936" y="109579"/>
                </a:lnTo>
                <a:lnTo>
                  <a:pt x="144370" y="108145"/>
                </a:lnTo>
                <a:lnTo>
                  <a:pt x="146238" y="108145"/>
                </a:lnTo>
                <a:lnTo>
                  <a:pt x="144270" y="110113"/>
                </a:lnTo>
                <a:close/>
                <a:moveTo>
                  <a:pt x="127391" y="107378"/>
                </a:moveTo>
                <a:lnTo>
                  <a:pt x="130260" y="104509"/>
                </a:lnTo>
                <a:lnTo>
                  <a:pt x="130394" y="104209"/>
                </a:lnTo>
                <a:lnTo>
                  <a:pt x="130394" y="100139"/>
                </a:lnTo>
                <a:lnTo>
                  <a:pt x="132061" y="101840"/>
                </a:lnTo>
                <a:lnTo>
                  <a:pt x="132061" y="105076"/>
                </a:lnTo>
                <a:lnTo>
                  <a:pt x="129760" y="107378"/>
                </a:lnTo>
                <a:lnTo>
                  <a:pt x="127391" y="107378"/>
                </a:lnTo>
                <a:close/>
                <a:moveTo>
                  <a:pt x="124122" y="107378"/>
                </a:moveTo>
                <a:lnTo>
                  <a:pt x="128059" y="103408"/>
                </a:lnTo>
                <a:lnTo>
                  <a:pt x="128059" y="97838"/>
                </a:lnTo>
                <a:lnTo>
                  <a:pt x="129593" y="99372"/>
                </a:lnTo>
                <a:lnTo>
                  <a:pt x="129593" y="104042"/>
                </a:lnTo>
                <a:lnTo>
                  <a:pt x="126291" y="107378"/>
                </a:lnTo>
                <a:lnTo>
                  <a:pt x="124122" y="107378"/>
                </a:lnTo>
                <a:close/>
                <a:moveTo>
                  <a:pt x="120053" y="107378"/>
                </a:moveTo>
                <a:lnTo>
                  <a:pt x="116717" y="104042"/>
                </a:lnTo>
                <a:lnTo>
                  <a:pt x="116717" y="99372"/>
                </a:lnTo>
                <a:lnTo>
                  <a:pt x="118252" y="97838"/>
                </a:lnTo>
                <a:lnTo>
                  <a:pt x="118252" y="103408"/>
                </a:lnTo>
                <a:lnTo>
                  <a:pt x="122188" y="107378"/>
                </a:lnTo>
                <a:lnTo>
                  <a:pt x="120053" y="107378"/>
                </a:lnTo>
                <a:close/>
                <a:moveTo>
                  <a:pt x="116550" y="107378"/>
                </a:moveTo>
                <a:lnTo>
                  <a:pt x="114249" y="105076"/>
                </a:lnTo>
                <a:lnTo>
                  <a:pt x="114249" y="101840"/>
                </a:lnTo>
                <a:lnTo>
                  <a:pt x="115950" y="100139"/>
                </a:lnTo>
                <a:lnTo>
                  <a:pt x="115950" y="104209"/>
                </a:lnTo>
                <a:lnTo>
                  <a:pt x="116050" y="104509"/>
                </a:lnTo>
                <a:lnTo>
                  <a:pt x="118919" y="107378"/>
                </a:lnTo>
                <a:lnTo>
                  <a:pt x="116550" y="107378"/>
                </a:lnTo>
                <a:close/>
                <a:moveTo>
                  <a:pt x="113482" y="112915"/>
                </a:moveTo>
                <a:lnTo>
                  <a:pt x="112147" y="111581"/>
                </a:lnTo>
                <a:lnTo>
                  <a:pt x="112147" y="109579"/>
                </a:lnTo>
                <a:lnTo>
                  <a:pt x="113582" y="108145"/>
                </a:lnTo>
                <a:lnTo>
                  <a:pt x="115450" y="108145"/>
                </a:lnTo>
                <a:lnTo>
                  <a:pt x="113482" y="110113"/>
                </a:lnTo>
                <a:close/>
                <a:moveTo>
                  <a:pt x="96603" y="107378"/>
                </a:moveTo>
                <a:lnTo>
                  <a:pt x="99605" y="104376"/>
                </a:lnTo>
                <a:lnTo>
                  <a:pt x="99605" y="100139"/>
                </a:lnTo>
                <a:lnTo>
                  <a:pt x="101273" y="101840"/>
                </a:lnTo>
                <a:lnTo>
                  <a:pt x="101273" y="105076"/>
                </a:lnTo>
                <a:lnTo>
                  <a:pt x="98971" y="107378"/>
                </a:lnTo>
                <a:close/>
                <a:moveTo>
                  <a:pt x="93334" y="107378"/>
                </a:moveTo>
                <a:lnTo>
                  <a:pt x="97270" y="103408"/>
                </a:lnTo>
                <a:lnTo>
                  <a:pt x="97270" y="97838"/>
                </a:lnTo>
                <a:lnTo>
                  <a:pt x="98804" y="99372"/>
                </a:lnTo>
                <a:lnTo>
                  <a:pt x="98804" y="104042"/>
                </a:lnTo>
                <a:lnTo>
                  <a:pt x="95469" y="107378"/>
                </a:lnTo>
                <a:lnTo>
                  <a:pt x="93334" y="107378"/>
                </a:lnTo>
                <a:close/>
                <a:moveTo>
                  <a:pt x="89231" y="107378"/>
                </a:moveTo>
                <a:lnTo>
                  <a:pt x="85929" y="104042"/>
                </a:lnTo>
                <a:lnTo>
                  <a:pt x="85929" y="99372"/>
                </a:lnTo>
                <a:lnTo>
                  <a:pt x="87463" y="97838"/>
                </a:lnTo>
                <a:lnTo>
                  <a:pt x="87463" y="103408"/>
                </a:lnTo>
                <a:lnTo>
                  <a:pt x="91399" y="107378"/>
                </a:lnTo>
                <a:lnTo>
                  <a:pt x="89231" y="107378"/>
                </a:lnTo>
                <a:close/>
                <a:moveTo>
                  <a:pt x="85762" y="107378"/>
                </a:moveTo>
                <a:lnTo>
                  <a:pt x="83460" y="105076"/>
                </a:lnTo>
                <a:lnTo>
                  <a:pt x="83460" y="101840"/>
                </a:lnTo>
                <a:lnTo>
                  <a:pt x="85128" y="100139"/>
                </a:lnTo>
                <a:lnTo>
                  <a:pt x="85128" y="104376"/>
                </a:lnTo>
                <a:lnTo>
                  <a:pt x="88130" y="107378"/>
                </a:lnTo>
                <a:lnTo>
                  <a:pt x="85762" y="107378"/>
                </a:lnTo>
                <a:close/>
                <a:moveTo>
                  <a:pt x="82660" y="112915"/>
                </a:moveTo>
                <a:lnTo>
                  <a:pt x="81359" y="111581"/>
                </a:lnTo>
                <a:lnTo>
                  <a:pt x="81359" y="109579"/>
                </a:lnTo>
                <a:lnTo>
                  <a:pt x="82793" y="108145"/>
                </a:lnTo>
                <a:lnTo>
                  <a:pt x="84628" y="108145"/>
                </a:lnTo>
                <a:lnTo>
                  <a:pt x="82660" y="110113"/>
                </a:lnTo>
                <a:close/>
                <a:moveTo>
                  <a:pt x="65814" y="107378"/>
                </a:moveTo>
                <a:lnTo>
                  <a:pt x="68683" y="104509"/>
                </a:lnTo>
                <a:lnTo>
                  <a:pt x="68816" y="104209"/>
                </a:lnTo>
                <a:lnTo>
                  <a:pt x="68816" y="100139"/>
                </a:lnTo>
                <a:lnTo>
                  <a:pt x="70484" y="101840"/>
                </a:lnTo>
                <a:lnTo>
                  <a:pt x="70484" y="105076"/>
                </a:lnTo>
                <a:lnTo>
                  <a:pt x="68183" y="107378"/>
                </a:lnTo>
                <a:lnTo>
                  <a:pt x="65814" y="107378"/>
                </a:lnTo>
                <a:close/>
                <a:moveTo>
                  <a:pt x="62512" y="107378"/>
                </a:moveTo>
                <a:lnTo>
                  <a:pt x="66481" y="103408"/>
                </a:lnTo>
                <a:lnTo>
                  <a:pt x="66481" y="97838"/>
                </a:lnTo>
                <a:lnTo>
                  <a:pt x="68016" y="99372"/>
                </a:lnTo>
                <a:lnTo>
                  <a:pt x="68016" y="104042"/>
                </a:lnTo>
                <a:lnTo>
                  <a:pt x="64680" y="107378"/>
                </a:lnTo>
                <a:lnTo>
                  <a:pt x="62512" y="107378"/>
                </a:lnTo>
                <a:close/>
                <a:moveTo>
                  <a:pt x="58442" y="107378"/>
                </a:moveTo>
                <a:lnTo>
                  <a:pt x="55140" y="104042"/>
                </a:lnTo>
                <a:lnTo>
                  <a:pt x="55140" y="99372"/>
                </a:lnTo>
                <a:lnTo>
                  <a:pt x="56674" y="97838"/>
                </a:lnTo>
                <a:lnTo>
                  <a:pt x="56674" y="103408"/>
                </a:lnTo>
                <a:lnTo>
                  <a:pt x="60610" y="107378"/>
                </a:lnTo>
                <a:lnTo>
                  <a:pt x="58442" y="107378"/>
                </a:lnTo>
                <a:close/>
                <a:moveTo>
                  <a:pt x="54973" y="107378"/>
                </a:moveTo>
                <a:lnTo>
                  <a:pt x="52671" y="105076"/>
                </a:lnTo>
                <a:lnTo>
                  <a:pt x="52671" y="101840"/>
                </a:lnTo>
                <a:lnTo>
                  <a:pt x="54339" y="100139"/>
                </a:lnTo>
                <a:lnTo>
                  <a:pt x="54339" y="104209"/>
                </a:lnTo>
                <a:lnTo>
                  <a:pt x="54473" y="104509"/>
                </a:lnTo>
                <a:lnTo>
                  <a:pt x="57341" y="107378"/>
                </a:lnTo>
                <a:lnTo>
                  <a:pt x="54973" y="107378"/>
                </a:lnTo>
                <a:close/>
                <a:moveTo>
                  <a:pt x="51871" y="112915"/>
                </a:moveTo>
                <a:lnTo>
                  <a:pt x="50570" y="111581"/>
                </a:lnTo>
                <a:lnTo>
                  <a:pt x="50570" y="109579"/>
                </a:lnTo>
                <a:lnTo>
                  <a:pt x="51971" y="108145"/>
                </a:lnTo>
                <a:lnTo>
                  <a:pt x="53839" y="108145"/>
                </a:lnTo>
                <a:lnTo>
                  <a:pt x="51871" y="110113"/>
                </a:lnTo>
                <a:close/>
                <a:moveTo>
                  <a:pt x="35026" y="107378"/>
                </a:moveTo>
                <a:lnTo>
                  <a:pt x="37994" y="104376"/>
                </a:lnTo>
                <a:lnTo>
                  <a:pt x="37994" y="100139"/>
                </a:lnTo>
                <a:lnTo>
                  <a:pt x="39696" y="101840"/>
                </a:lnTo>
                <a:lnTo>
                  <a:pt x="39696" y="105076"/>
                </a:lnTo>
                <a:lnTo>
                  <a:pt x="37394" y="107378"/>
                </a:lnTo>
                <a:close/>
                <a:moveTo>
                  <a:pt x="31723" y="107378"/>
                </a:moveTo>
                <a:lnTo>
                  <a:pt x="35693" y="103408"/>
                </a:lnTo>
                <a:lnTo>
                  <a:pt x="35693" y="97838"/>
                </a:lnTo>
                <a:lnTo>
                  <a:pt x="37227" y="99372"/>
                </a:lnTo>
                <a:lnTo>
                  <a:pt x="37227" y="104042"/>
                </a:lnTo>
                <a:lnTo>
                  <a:pt x="33891" y="107378"/>
                </a:lnTo>
                <a:lnTo>
                  <a:pt x="31723" y="107378"/>
                </a:lnTo>
                <a:close/>
                <a:moveTo>
                  <a:pt x="27654" y="107378"/>
                </a:moveTo>
                <a:lnTo>
                  <a:pt x="24351" y="104042"/>
                </a:lnTo>
                <a:lnTo>
                  <a:pt x="24351" y="99372"/>
                </a:lnTo>
                <a:lnTo>
                  <a:pt x="25886" y="97838"/>
                </a:lnTo>
                <a:lnTo>
                  <a:pt x="25886" y="103408"/>
                </a:lnTo>
                <a:lnTo>
                  <a:pt x="29822" y="107378"/>
                </a:lnTo>
                <a:lnTo>
                  <a:pt x="27654" y="107378"/>
                </a:lnTo>
                <a:close/>
                <a:moveTo>
                  <a:pt x="24184" y="107378"/>
                </a:moveTo>
                <a:lnTo>
                  <a:pt x="21883" y="105076"/>
                </a:lnTo>
                <a:lnTo>
                  <a:pt x="21883" y="101840"/>
                </a:lnTo>
                <a:lnTo>
                  <a:pt x="23551" y="100139"/>
                </a:lnTo>
                <a:lnTo>
                  <a:pt x="23551" y="104376"/>
                </a:lnTo>
                <a:lnTo>
                  <a:pt x="26553" y="107378"/>
                </a:lnTo>
                <a:lnTo>
                  <a:pt x="24184" y="107378"/>
                </a:lnTo>
                <a:close/>
                <a:moveTo>
                  <a:pt x="21082" y="112915"/>
                </a:moveTo>
                <a:lnTo>
                  <a:pt x="19781" y="111581"/>
                </a:lnTo>
                <a:lnTo>
                  <a:pt x="19781" y="109579"/>
                </a:lnTo>
                <a:lnTo>
                  <a:pt x="21182" y="108145"/>
                </a:lnTo>
                <a:lnTo>
                  <a:pt x="23050" y="108145"/>
                </a:lnTo>
                <a:lnTo>
                  <a:pt x="21082" y="110113"/>
                </a:lnTo>
                <a:close/>
                <a:moveTo>
                  <a:pt x="9674" y="10242"/>
                </a:moveTo>
                <a:lnTo>
                  <a:pt x="11008" y="11576"/>
                </a:lnTo>
                <a:lnTo>
                  <a:pt x="11008" y="13577"/>
                </a:lnTo>
                <a:lnTo>
                  <a:pt x="9574" y="15012"/>
                </a:lnTo>
                <a:lnTo>
                  <a:pt x="7706" y="15012"/>
                </a:lnTo>
                <a:lnTo>
                  <a:pt x="9674" y="13044"/>
                </a:lnTo>
                <a:close/>
                <a:moveTo>
                  <a:pt x="26553" y="15779"/>
                </a:moveTo>
                <a:lnTo>
                  <a:pt x="23551" y="18781"/>
                </a:lnTo>
                <a:lnTo>
                  <a:pt x="23551" y="23017"/>
                </a:lnTo>
                <a:lnTo>
                  <a:pt x="21883" y="21316"/>
                </a:lnTo>
                <a:lnTo>
                  <a:pt x="21883" y="18081"/>
                </a:lnTo>
                <a:lnTo>
                  <a:pt x="24184" y="15779"/>
                </a:lnTo>
                <a:lnTo>
                  <a:pt x="26553" y="15779"/>
                </a:lnTo>
                <a:close/>
                <a:moveTo>
                  <a:pt x="29822" y="15779"/>
                </a:moveTo>
                <a:lnTo>
                  <a:pt x="25886" y="19748"/>
                </a:lnTo>
                <a:lnTo>
                  <a:pt x="25886" y="25319"/>
                </a:lnTo>
                <a:lnTo>
                  <a:pt x="24351" y="23785"/>
                </a:lnTo>
                <a:lnTo>
                  <a:pt x="24351" y="19115"/>
                </a:lnTo>
                <a:lnTo>
                  <a:pt x="27654" y="15779"/>
                </a:lnTo>
                <a:lnTo>
                  <a:pt x="29822" y="15779"/>
                </a:lnTo>
                <a:close/>
                <a:moveTo>
                  <a:pt x="33891" y="15779"/>
                </a:moveTo>
                <a:lnTo>
                  <a:pt x="37227" y="19115"/>
                </a:lnTo>
                <a:lnTo>
                  <a:pt x="37227" y="23785"/>
                </a:lnTo>
                <a:lnTo>
                  <a:pt x="35693" y="25319"/>
                </a:lnTo>
                <a:lnTo>
                  <a:pt x="35693" y="19748"/>
                </a:lnTo>
                <a:lnTo>
                  <a:pt x="31723" y="15779"/>
                </a:lnTo>
                <a:lnTo>
                  <a:pt x="33891" y="15779"/>
                </a:lnTo>
                <a:close/>
                <a:moveTo>
                  <a:pt x="37394" y="15779"/>
                </a:moveTo>
                <a:lnTo>
                  <a:pt x="39696" y="18081"/>
                </a:lnTo>
                <a:lnTo>
                  <a:pt x="39696" y="21316"/>
                </a:lnTo>
                <a:lnTo>
                  <a:pt x="37994" y="23017"/>
                </a:lnTo>
                <a:lnTo>
                  <a:pt x="37994" y="18781"/>
                </a:lnTo>
                <a:lnTo>
                  <a:pt x="35026" y="15779"/>
                </a:lnTo>
                <a:lnTo>
                  <a:pt x="37394" y="15779"/>
                </a:lnTo>
                <a:close/>
                <a:moveTo>
                  <a:pt x="40463" y="10242"/>
                </a:moveTo>
                <a:lnTo>
                  <a:pt x="41797" y="11576"/>
                </a:lnTo>
                <a:lnTo>
                  <a:pt x="41797" y="13577"/>
                </a:lnTo>
                <a:lnTo>
                  <a:pt x="40363" y="15012"/>
                </a:lnTo>
                <a:lnTo>
                  <a:pt x="38495" y="15012"/>
                </a:lnTo>
                <a:lnTo>
                  <a:pt x="40463" y="13044"/>
                </a:lnTo>
                <a:close/>
                <a:moveTo>
                  <a:pt x="57341" y="15779"/>
                </a:moveTo>
                <a:lnTo>
                  <a:pt x="54473" y="18648"/>
                </a:lnTo>
                <a:lnTo>
                  <a:pt x="54339" y="18948"/>
                </a:lnTo>
                <a:lnTo>
                  <a:pt x="54339" y="23017"/>
                </a:lnTo>
                <a:lnTo>
                  <a:pt x="52671" y="21316"/>
                </a:lnTo>
                <a:lnTo>
                  <a:pt x="52671" y="18081"/>
                </a:lnTo>
                <a:lnTo>
                  <a:pt x="54973" y="15779"/>
                </a:lnTo>
                <a:lnTo>
                  <a:pt x="57341" y="15779"/>
                </a:lnTo>
                <a:close/>
                <a:moveTo>
                  <a:pt x="60610" y="15779"/>
                </a:moveTo>
                <a:lnTo>
                  <a:pt x="56674" y="19748"/>
                </a:lnTo>
                <a:lnTo>
                  <a:pt x="56674" y="25319"/>
                </a:lnTo>
                <a:lnTo>
                  <a:pt x="55140" y="23785"/>
                </a:lnTo>
                <a:lnTo>
                  <a:pt x="55140" y="19115"/>
                </a:lnTo>
                <a:lnTo>
                  <a:pt x="58442" y="15779"/>
                </a:lnTo>
                <a:lnTo>
                  <a:pt x="60610" y="15779"/>
                </a:lnTo>
                <a:close/>
                <a:moveTo>
                  <a:pt x="64680" y="15779"/>
                </a:moveTo>
                <a:lnTo>
                  <a:pt x="68016" y="19115"/>
                </a:lnTo>
                <a:lnTo>
                  <a:pt x="68016" y="23785"/>
                </a:lnTo>
                <a:lnTo>
                  <a:pt x="66481" y="25319"/>
                </a:lnTo>
                <a:lnTo>
                  <a:pt x="66481" y="19748"/>
                </a:lnTo>
                <a:lnTo>
                  <a:pt x="62545" y="15779"/>
                </a:lnTo>
                <a:lnTo>
                  <a:pt x="64680" y="15779"/>
                </a:lnTo>
                <a:close/>
                <a:moveTo>
                  <a:pt x="68183" y="15779"/>
                </a:moveTo>
                <a:lnTo>
                  <a:pt x="70484" y="18081"/>
                </a:lnTo>
                <a:lnTo>
                  <a:pt x="70484" y="21316"/>
                </a:lnTo>
                <a:lnTo>
                  <a:pt x="68783" y="23017"/>
                </a:lnTo>
                <a:lnTo>
                  <a:pt x="68783" y="18948"/>
                </a:lnTo>
                <a:lnTo>
                  <a:pt x="68683" y="18648"/>
                </a:lnTo>
                <a:lnTo>
                  <a:pt x="65814" y="15779"/>
                </a:lnTo>
                <a:lnTo>
                  <a:pt x="68183" y="15779"/>
                </a:lnTo>
                <a:close/>
                <a:moveTo>
                  <a:pt x="71251" y="10242"/>
                </a:moveTo>
                <a:lnTo>
                  <a:pt x="72586" y="11576"/>
                </a:lnTo>
                <a:lnTo>
                  <a:pt x="72586" y="13577"/>
                </a:lnTo>
                <a:lnTo>
                  <a:pt x="71151" y="15012"/>
                </a:lnTo>
                <a:lnTo>
                  <a:pt x="69283" y="15012"/>
                </a:lnTo>
                <a:lnTo>
                  <a:pt x="71251" y="13044"/>
                </a:lnTo>
                <a:lnTo>
                  <a:pt x="71251" y="10242"/>
                </a:lnTo>
                <a:close/>
                <a:moveTo>
                  <a:pt x="88130" y="15779"/>
                </a:moveTo>
                <a:lnTo>
                  <a:pt x="85128" y="18781"/>
                </a:lnTo>
                <a:lnTo>
                  <a:pt x="85128" y="23017"/>
                </a:lnTo>
                <a:lnTo>
                  <a:pt x="83460" y="21316"/>
                </a:lnTo>
                <a:lnTo>
                  <a:pt x="83460" y="18081"/>
                </a:lnTo>
                <a:lnTo>
                  <a:pt x="85762" y="15779"/>
                </a:lnTo>
                <a:lnTo>
                  <a:pt x="88130" y="15779"/>
                </a:lnTo>
                <a:close/>
                <a:moveTo>
                  <a:pt x="91399" y="15779"/>
                </a:moveTo>
                <a:lnTo>
                  <a:pt x="87463" y="19748"/>
                </a:lnTo>
                <a:lnTo>
                  <a:pt x="87463" y="25319"/>
                </a:lnTo>
                <a:lnTo>
                  <a:pt x="85929" y="23785"/>
                </a:lnTo>
                <a:lnTo>
                  <a:pt x="85929" y="19115"/>
                </a:lnTo>
                <a:lnTo>
                  <a:pt x="89231" y="15779"/>
                </a:lnTo>
                <a:lnTo>
                  <a:pt x="91399" y="15779"/>
                </a:lnTo>
                <a:close/>
                <a:moveTo>
                  <a:pt x="95469" y="15779"/>
                </a:moveTo>
                <a:lnTo>
                  <a:pt x="98804" y="19115"/>
                </a:lnTo>
                <a:lnTo>
                  <a:pt x="98804" y="23785"/>
                </a:lnTo>
                <a:lnTo>
                  <a:pt x="97270" y="25319"/>
                </a:lnTo>
                <a:lnTo>
                  <a:pt x="97270" y="19748"/>
                </a:lnTo>
                <a:lnTo>
                  <a:pt x="93334" y="15779"/>
                </a:lnTo>
                <a:lnTo>
                  <a:pt x="95469" y="15779"/>
                </a:lnTo>
                <a:close/>
                <a:moveTo>
                  <a:pt x="98971" y="15779"/>
                </a:moveTo>
                <a:lnTo>
                  <a:pt x="101273" y="18081"/>
                </a:lnTo>
                <a:lnTo>
                  <a:pt x="101273" y="21316"/>
                </a:lnTo>
                <a:lnTo>
                  <a:pt x="99572" y="23017"/>
                </a:lnTo>
                <a:lnTo>
                  <a:pt x="99572" y="18781"/>
                </a:lnTo>
                <a:lnTo>
                  <a:pt x="96603" y="15779"/>
                </a:lnTo>
                <a:lnTo>
                  <a:pt x="98971" y="15779"/>
                </a:lnTo>
                <a:close/>
                <a:moveTo>
                  <a:pt x="102040" y="10242"/>
                </a:moveTo>
                <a:lnTo>
                  <a:pt x="103374" y="11576"/>
                </a:lnTo>
                <a:lnTo>
                  <a:pt x="103374" y="13577"/>
                </a:lnTo>
                <a:lnTo>
                  <a:pt x="101940" y="15012"/>
                </a:lnTo>
                <a:lnTo>
                  <a:pt x="100072" y="15012"/>
                </a:lnTo>
                <a:lnTo>
                  <a:pt x="102040" y="13044"/>
                </a:lnTo>
                <a:close/>
                <a:moveTo>
                  <a:pt x="118919" y="15779"/>
                </a:moveTo>
                <a:lnTo>
                  <a:pt x="116050" y="18648"/>
                </a:lnTo>
                <a:lnTo>
                  <a:pt x="115917" y="18948"/>
                </a:lnTo>
                <a:lnTo>
                  <a:pt x="115917" y="23017"/>
                </a:lnTo>
                <a:lnTo>
                  <a:pt x="114249" y="21316"/>
                </a:lnTo>
                <a:lnTo>
                  <a:pt x="114249" y="18081"/>
                </a:lnTo>
                <a:lnTo>
                  <a:pt x="116550" y="15779"/>
                </a:lnTo>
                <a:lnTo>
                  <a:pt x="118919" y="15779"/>
                </a:lnTo>
                <a:close/>
                <a:moveTo>
                  <a:pt x="122188" y="15779"/>
                </a:moveTo>
                <a:lnTo>
                  <a:pt x="118252" y="19748"/>
                </a:lnTo>
                <a:lnTo>
                  <a:pt x="118252" y="25319"/>
                </a:lnTo>
                <a:lnTo>
                  <a:pt x="116717" y="23785"/>
                </a:lnTo>
                <a:lnTo>
                  <a:pt x="116717" y="19115"/>
                </a:lnTo>
                <a:lnTo>
                  <a:pt x="120053" y="15779"/>
                </a:lnTo>
                <a:lnTo>
                  <a:pt x="122188" y="15779"/>
                </a:lnTo>
                <a:close/>
                <a:moveTo>
                  <a:pt x="126291" y="15779"/>
                </a:moveTo>
                <a:lnTo>
                  <a:pt x="129593" y="19115"/>
                </a:lnTo>
                <a:lnTo>
                  <a:pt x="129593" y="23785"/>
                </a:lnTo>
                <a:lnTo>
                  <a:pt x="128059" y="25319"/>
                </a:lnTo>
                <a:lnTo>
                  <a:pt x="128059" y="19748"/>
                </a:lnTo>
                <a:lnTo>
                  <a:pt x="124122" y="15779"/>
                </a:lnTo>
                <a:lnTo>
                  <a:pt x="126291" y="15779"/>
                </a:lnTo>
                <a:close/>
                <a:moveTo>
                  <a:pt x="129760" y="15779"/>
                </a:moveTo>
                <a:lnTo>
                  <a:pt x="132061" y="18081"/>
                </a:lnTo>
                <a:lnTo>
                  <a:pt x="132061" y="21316"/>
                </a:lnTo>
                <a:lnTo>
                  <a:pt x="130394" y="23017"/>
                </a:lnTo>
                <a:lnTo>
                  <a:pt x="130394" y="18948"/>
                </a:lnTo>
                <a:lnTo>
                  <a:pt x="130260" y="18648"/>
                </a:lnTo>
                <a:lnTo>
                  <a:pt x="127391" y="15779"/>
                </a:lnTo>
                <a:lnTo>
                  <a:pt x="129760" y="15779"/>
                </a:lnTo>
                <a:close/>
                <a:moveTo>
                  <a:pt x="132862" y="10242"/>
                </a:moveTo>
                <a:lnTo>
                  <a:pt x="134163" y="11576"/>
                </a:lnTo>
                <a:lnTo>
                  <a:pt x="134163" y="13577"/>
                </a:lnTo>
                <a:lnTo>
                  <a:pt x="132729" y="15012"/>
                </a:lnTo>
                <a:lnTo>
                  <a:pt x="130894" y="15012"/>
                </a:lnTo>
                <a:lnTo>
                  <a:pt x="132862" y="13044"/>
                </a:lnTo>
                <a:close/>
                <a:moveTo>
                  <a:pt x="149707" y="15779"/>
                </a:moveTo>
                <a:lnTo>
                  <a:pt x="146739" y="18781"/>
                </a:lnTo>
                <a:lnTo>
                  <a:pt x="146739" y="23017"/>
                </a:lnTo>
                <a:lnTo>
                  <a:pt x="145037" y="21316"/>
                </a:lnTo>
                <a:lnTo>
                  <a:pt x="145037" y="18081"/>
                </a:lnTo>
                <a:lnTo>
                  <a:pt x="147339" y="15779"/>
                </a:lnTo>
                <a:lnTo>
                  <a:pt x="149707" y="15779"/>
                </a:lnTo>
                <a:close/>
                <a:moveTo>
                  <a:pt x="153010" y="15779"/>
                </a:moveTo>
                <a:lnTo>
                  <a:pt x="149040" y="19748"/>
                </a:lnTo>
                <a:lnTo>
                  <a:pt x="149040" y="25319"/>
                </a:lnTo>
                <a:lnTo>
                  <a:pt x="147506" y="23785"/>
                </a:lnTo>
                <a:lnTo>
                  <a:pt x="147506" y="19115"/>
                </a:lnTo>
                <a:lnTo>
                  <a:pt x="150842" y="15779"/>
                </a:lnTo>
                <a:lnTo>
                  <a:pt x="153010" y="15779"/>
                </a:lnTo>
                <a:close/>
                <a:moveTo>
                  <a:pt x="157079" y="15779"/>
                </a:moveTo>
                <a:lnTo>
                  <a:pt x="160382" y="19115"/>
                </a:lnTo>
                <a:lnTo>
                  <a:pt x="160382" y="23785"/>
                </a:lnTo>
                <a:lnTo>
                  <a:pt x="158847" y="25319"/>
                </a:lnTo>
                <a:lnTo>
                  <a:pt x="158847" y="19748"/>
                </a:lnTo>
                <a:lnTo>
                  <a:pt x="154911" y="15779"/>
                </a:lnTo>
                <a:lnTo>
                  <a:pt x="157079" y="15779"/>
                </a:lnTo>
                <a:close/>
                <a:moveTo>
                  <a:pt x="160548" y="15779"/>
                </a:moveTo>
                <a:lnTo>
                  <a:pt x="162850" y="18081"/>
                </a:lnTo>
                <a:lnTo>
                  <a:pt x="162850" y="21316"/>
                </a:lnTo>
                <a:lnTo>
                  <a:pt x="161182" y="23017"/>
                </a:lnTo>
                <a:lnTo>
                  <a:pt x="161182" y="18781"/>
                </a:lnTo>
                <a:lnTo>
                  <a:pt x="158180" y="15779"/>
                </a:lnTo>
                <a:lnTo>
                  <a:pt x="160548" y="15779"/>
                </a:lnTo>
                <a:close/>
                <a:moveTo>
                  <a:pt x="163651" y="10242"/>
                </a:moveTo>
                <a:lnTo>
                  <a:pt x="164952" y="11576"/>
                </a:lnTo>
                <a:lnTo>
                  <a:pt x="164952" y="13577"/>
                </a:lnTo>
                <a:lnTo>
                  <a:pt x="163551" y="15012"/>
                </a:lnTo>
                <a:lnTo>
                  <a:pt x="161683" y="15012"/>
                </a:lnTo>
                <a:lnTo>
                  <a:pt x="163651" y="13044"/>
                </a:lnTo>
                <a:close/>
                <a:moveTo>
                  <a:pt x="180496" y="15779"/>
                </a:moveTo>
                <a:lnTo>
                  <a:pt x="177627" y="18648"/>
                </a:lnTo>
                <a:lnTo>
                  <a:pt x="177527" y="18948"/>
                </a:lnTo>
                <a:lnTo>
                  <a:pt x="177527" y="23017"/>
                </a:lnTo>
                <a:lnTo>
                  <a:pt x="175826" y="21316"/>
                </a:lnTo>
                <a:lnTo>
                  <a:pt x="175826" y="18081"/>
                </a:lnTo>
                <a:lnTo>
                  <a:pt x="178128" y="15779"/>
                </a:lnTo>
                <a:lnTo>
                  <a:pt x="180496" y="15779"/>
                </a:lnTo>
                <a:close/>
                <a:moveTo>
                  <a:pt x="183798" y="15779"/>
                </a:moveTo>
                <a:lnTo>
                  <a:pt x="179829" y="19748"/>
                </a:lnTo>
                <a:lnTo>
                  <a:pt x="179829" y="25319"/>
                </a:lnTo>
                <a:lnTo>
                  <a:pt x="178294" y="23785"/>
                </a:lnTo>
                <a:lnTo>
                  <a:pt x="178294" y="19115"/>
                </a:lnTo>
                <a:lnTo>
                  <a:pt x="181630" y="15779"/>
                </a:lnTo>
                <a:lnTo>
                  <a:pt x="183798" y="15779"/>
                </a:lnTo>
                <a:close/>
                <a:moveTo>
                  <a:pt x="187868" y="15779"/>
                </a:moveTo>
                <a:lnTo>
                  <a:pt x="191170" y="19115"/>
                </a:lnTo>
                <a:lnTo>
                  <a:pt x="191170" y="23785"/>
                </a:lnTo>
                <a:lnTo>
                  <a:pt x="189636" y="25319"/>
                </a:lnTo>
                <a:lnTo>
                  <a:pt x="189636" y="19748"/>
                </a:lnTo>
                <a:lnTo>
                  <a:pt x="185700" y="15779"/>
                </a:lnTo>
                <a:lnTo>
                  <a:pt x="187868" y="15779"/>
                </a:lnTo>
                <a:close/>
                <a:moveTo>
                  <a:pt x="191337" y="15779"/>
                </a:moveTo>
                <a:lnTo>
                  <a:pt x="193639" y="18081"/>
                </a:lnTo>
                <a:lnTo>
                  <a:pt x="193639" y="21316"/>
                </a:lnTo>
                <a:lnTo>
                  <a:pt x="191971" y="23017"/>
                </a:lnTo>
                <a:lnTo>
                  <a:pt x="191971" y="18948"/>
                </a:lnTo>
                <a:lnTo>
                  <a:pt x="191837" y="18648"/>
                </a:lnTo>
                <a:lnTo>
                  <a:pt x="188969" y="15779"/>
                </a:lnTo>
                <a:lnTo>
                  <a:pt x="191337" y="15779"/>
                </a:lnTo>
                <a:close/>
                <a:moveTo>
                  <a:pt x="194439" y="10242"/>
                </a:moveTo>
                <a:lnTo>
                  <a:pt x="195740" y="11576"/>
                </a:lnTo>
                <a:lnTo>
                  <a:pt x="195740" y="13577"/>
                </a:lnTo>
                <a:lnTo>
                  <a:pt x="194339" y="15012"/>
                </a:lnTo>
                <a:lnTo>
                  <a:pt x="192471" y="15012"/>
                </a:lnTo>
                <a:lnTo>
                  <a:pt x="194439" y="13044"/>
                </a:lnTo>
                <a:close/>
                <a:moveTo>
                  <a:pt x="211285" y="15779"/>
                </a:moveTo>
                <a:lnTo>
                  <a:pt x="208316" y="18781"/>
                </a:lnTo>
                <a:lnTo>
                  <a:pt x="208316" y="23017"/>
                </a:lnTo>
                <a:lnTo>
                  <a:pt x="206615" y="21316"/>
                </a:lnTo>
                <a:lnTo>
                  <a:pt x="206615" y="18081"/>
                </a:lnTo>
                <a:lnTo>
                  <a:pt x="208916" y="15779"/>
                </a:lnTo>
                <a:lnTo>
                  <a:pt x="211285" y="15779"/>
                </a:lnTo>
                <a:close/>
                <a:moveTo>
                  <a:pt x="214587" y="15779"/>
                </a:moveTo>
                <a:lnTo>
                  <a:pt x="210618" y="19748"/>
                </a:lnTo>
                <a:lnTo>
                  <a:pt x="210618" y="25319"/>
                </a:lnTo>
                <a:lnTo>
                  <a:pt x="209083" y="23785"/>
                </a:lnTo>
                <a:lnTo>
                  <a:pt x="209083" y="19115"/>
                </a:lnTo>
                <a:lnTo>
                  <a:pt x="212419" y="15779"/>
                </a:lnTo>
                <a:lnTo>
                  <a:pt x="214587" y="15779"/>
                </a:lnTo>
                <a:close/>
                <a:moveTo>
                  <a:pt x="218657" y="15779"/>
                </a:moveTo>
                <a:lnTo>
                  <a:pt x="221959" y="19115"/>
                </a:lnTo>
                <a:lnTo>
                  <a:pt x="221959" y="23785"/>
                </a:lnTo>
                <a:lnTo>
                  <a:pt x="220425" y="25319"/>
                </a:lnTo>
                <a:lnTo>
                  <a:pt x="220425" y="19748"/>
                </a:lnTo>
                <a:lnTo>
                  <a:pt x="216488" y="15779"/>
                </a:lnTo>
                <a:lnTo>
                  <a:pt x="218657" y="15779"/>
                </a:lnTo>
                <a:close/>
                <a:moveTo>
                  <a:pt x="222126" y="15779"/>
                </a:moveTo>
                <a:lnTo>
                  <a:pt x="224427" y="18081"/>
                </a:lnTo>
                <a:lnTo>
                  <a:pt x="224427" y="21316"/>
                </a:lnTo>
                <a:lnTo>
                  <a:pt x="222760" y="23017"/>
                </a:lnTo>
                <a:lnTo>
                  <a:pt x="222760" y="18781"/>
                </a:lnTo>
                <a:lnTo>
                  <a:pt x="219757" y="15779"/>
                </a:lnTo>
                <a:lnTo>
                  <a:pt x="222126" y="15779"/>
                </a:lnTo>
                <a:close/>
                <a:moveTo>
                  <a:pt x="225228" y="10242"/>
                </a:moveTo>
                <a:lnTo>
                  <a:pt x="226529" y="11576"/>
                </a:lnTo>
                <a:lnTo>
                  <a:pt x="226529" y="13577"/>
                </a:lnTo>
                <a:lnTo>
                  <a:pt x="225128" y="15012"/>
                </a:lnTo>
                <a:lnTo>
                  <a:pt x="223260" y="15012"/>
                </a:lnTo>
                <a:lnTo>
                  <a:pt x="225228" y="13044"/>
                </a:lnTo>
                <a:close/>
                <a:moveTo>
                  <a:pt x="234635" y="14011"/>
                </a:moveTo>
                <a:lnTo>
                  <a:pt x="235635" y="15012"/>
                </a:lnTo>
                <a:lnTo>
                  <a:pt x="231866" y="15012"/>
                </a:lnTo>
                <a:lnTo>
                  <a:pt x="234535" y="12343"/>
                </a:lnTo>
                <a:lnTo>
                  <a:pt x="234535" y="13744"/>
                </a:lnTo>
                <a:close/>
                <a:moveTo>
                  <a:pt x="234635" y="75588"/>
                </a:moveTo>
                <a:lnTo>
                  <a:pt x="235635" y="76589"/>
                </a:lnTo>
                <a:lnTo>
                  <a:pt x="231866" y="76589"/>
                </a:lnTo>
                <a:lnTo>
                  <a:pt x="234535" y="73920"/>
                </a:lnTo>
                <a:lnTo>
                  <a:pt x="234535" y="75321"/>
                </a:lnTo>
                <a:close/>
                <a:moveTo>
                  <a:pt x="234535" y="109413"/>
                </a:moveTo>
                <a:lnTo>
                  <a:pt x="234535" y="110814"/>
                </a:lnTo>
                <a:lnTo>
                  <a:pt x="231899" y="108178"/>
                </a:lnTo>
                <a:lnTo>
                  <a:pt x="235635" y="108178"/>
                </a:lnTo>
                <a:lnTo>
                  <a:pt x="234635" y="109146"/>
                </a:lnTo>
                <a:close/>
                <a:moveTo>
                  <a:pt x="227229" y="109146"/>
                </a:moveTo>
                <a:lnTo>
                  <a:pt x="226229" y="108178"/>
                </a:lnTo>
                <a:lnTo>
                  <a:pt x="229965" y="108178"/>
                </a:lnTo>
                <a:lnTo>
                  <a:pt x="227330" y="110814"/>
                </a:lnTo>
                <a:lnTo>
                  <a:pt x="227330" y="109413"/>
                </a:lnTo>
                <a:close/>
                <a:moveTo>
                  <a:pt x="227330" y="104743"/>
                </a:moveTo>
                <a:lnTo>
                  <a:pt x="229965" y="107378"/>
                </a:lnTo>
                <a:lnTo>
                  <a:pt x="226229" y="107378"/>
                </a:lnTo>
                <a:lnTo>
                  <a:pt x="227330" y="106277"/>
                </a:lnTo>
                <a:lnTo>
                  <a:pt x="227330" y="104743"/>
                </a:lnTo>
                <a:close/>
                <a:moveTo>
                  <a:pt x="227897" y="104175"/>
                </a:moveTo>
                <a:lnTo>
                  <a:pt x="229264" y="104175"/>
                </a:lnTo>
                <a:lnTo>
                  <a:pt x="229431" y="104175"/>
                </a:lnTo>
                <a:lnTo>
                  <a:pt x="230532" y="103075"/>
                </a:lnTo>
                <a:lnTo>
                  <a:pt x="230532" y="106811"/>
                </a:lnTo>
                <a:close/>
                <a:moveTo>
                  <a:pt x="230532" y="108712"/>
                </a:moveTo>
                <a:lnTo>
                  <a:pt x="230532" y="112448"/>
                </a:lnTo>
                <a:lnTo>
                  <a:pt x="229431" y="111381"/>
                </a:lnTo>
                <a:lnTo>
                  <a:pt x="227897" y="111381"/>
                </a:lnTo>
                <a:close/>
                <a:moveTo>
                  <a:pt x="231332" y="108712"/>
                </a:moveTo>
                <a:lnTo>
                  <a:pt x="233968" y="111381"/>
                </a:lnTo>
                <a:lnTo>
                  <a:pt x="232567" y="111381"/>
                </a:lnTo>
                <a:lnTo>
                  <a:pt x="232300" y="111481"/>
                </a:lnTo>
                <a:lnTo>
                  <a:pt x="231332" y="112448"/>
                </a:lnTo>
                <a:lnTo>
                  <a:pt x="231332" y="108712"/>
                </a:lnTo>
                <a:close/>
                <a:moveTo>
                  <a:pt x="231866" y="107378"/>
                </a:moveTo>
                <a:lnTo>
                  <a:pt x="234535" y="104743"/>
                </a:lnTo>
                <a:lnTo>
                  <a:pt x="234535" y="106277"/>
                </a:lnTo>
                <a:lnTo>
                  <a:pt x="235635" y="107378"/>
                </a:lnTo>
                <a:close/>
                <a:moveTo>
                  <a:pt x="231332" y="106811"/>
                </a:moveTo>
                <a:lnTo>
                  <a:pt x="231332" y="103075"/>
                </a:lnTo>
                <a:lnTo>
                  <a:pt x="232300" y="104042"/>
                </a:lnTo>
                <a:lnTo>
                  <a:pt x="232567" y="104175"/>
                </a:lnTo>
                <a:lnTo>
                  <a:pt x="233968" y="104175"/>
                </a:lnTo>
                <a:close/>
                <a:moveTo>
                  <a:pt x="230532" y="101941"/>
                </a:moveTo>
                <a:lnTo>
                  <a:pt x="229097" y="103375"/>
                </a:lnTo>
                <a:lnTo>
                  <a:pt x="227096" y="103375"/>
                </a:lnTo>
                <a:lnTo>
                  <a:pt x="225762" y="102074"/>
                </a:lnTo>
                <a:lnTo>
                  <a:pt x="228397" y="102074"/>
                </a:lnTo>
                <a:lnTo>
                  <a:pt x="228564" y="102074"/>
                </a:lnTo>
                <a:lnTo>
                  <a:pt x="230532" y="100106"/>
                </a:lnTo>
                <a:lnTo>
                  <a:pt x="230532" y="101941"/>
                </a:lnTo>
                <a:close/>
                <a:moveTo>
                  <a:pt x="228230" y="101273"/>
                </a:moveTo>
                <a:lnTo>
                  <a:pt x="224995" y="101273"/>
                </a:lnTo>
                <a:lnTo>
                  <a:pt x="223327" y="99606"/>
                </a:lnTo>
                <a:lnTo>
                  <a:pt x="227363" y="99606"/>
                </a:lnTo>
                <a:lnTo>
                  <a:pt x="227530" y="99606"/>
                </a:lnTo>
                <a:lnTo>
                  <a:pt x="230532" y="96603"/>
                </a:lnTo>
                <a:lnTo>
                  <a:pt x="230532" y="98972"/>
                </a:lnTo>
                <a:close/>
                <a:moveTo>
                  <a:pt x="227229" y="98805"/>
                </a:moveTo>
                <a:lnTo>
                  <a:pt x="222526" y="98805"/>
                </a:lnTo>
                <a:lnTo>
                  <a:pt x="220992" y="97271"/>
                </a:lnTo>
                <a:lnTo>
                  <a:pt x="226429" y="97271"/>
                </a:lnTo>
                <a:lnTo>
                  <a:pt x="226596" y="97271"/>
                </a:lnTo>
                <a:lnTo>
                  <a:pt x="230532" y="93334"/>
                </a:lnTo>
                <a:lnTo>
                  <a:pt x="230532" y="95503"/>
                </a:lnTo>
                <a:close/>
                <a:moveTo>
                  <a:pt x="203746" y="109413"/>
                </a:moveTo>
                <a:lnTo>
                  <a:pt x="203746" y="110814"/>
                </a:lnTo>
                <a:lnTo>
                  <a:pt x="201077" y="108178"/>
                </a:lnTo>
                <a:lnTo>
                  <a:pt x="204847" y="108178"/>
                </a:lnTo>
                <a:lnTo>
                  <a:pt x="203846" y="109146"/>
                </a:lnTo>
                <a:close/>
                <a:moveTo>
                  <a:pt x="196407" y="109146"/>
                </a:moveTo>
                <a:lnTo>
                  <a:pt x="195440" y="108178"/>
                </a:lnTo>
                <a:lnTo>
                  <a:pt x="199176" y="108178"/>
                </a:lnTo>
                <a:lnTo>
                  <a:pt x="196541" y="110814"/>
                </a:lnTo>
                <a:lnTo>
                  <a:pt x="196541" y="109413"/>
                </a:lnTo>
                <a:close/>
                <a:moveTo>
                  <a:pt x="192538" y="99606"/>
                </a:moveTo>
                <a:lnTo>
                  <a:pt x="196741" y="99606"/>
                </a:lnTo>
                <a:lnTo>
                  <a:pt x="199743" y="96603"/>
                </a:lnTo>
                <a:lnTo>
                  <a:pt x="199743" y="98972"/>
                </a:lnTo>
                <a:lnTo>
                  <a:pt x="197441" y="101273"/>
                </a:lnTo>
                <a:lnTo>
                  <a:pt x="194206" y="101273"/>
                </a:lnTo>
                <a:close/>
                <a:moveTo>
                  <a:pt x="190203" y="97271"/>
                </a:moveTo>
                <a:lnTo>
                  <a:pt x="195807" y="97271"/>
                </a:lnTo>
                <a:lnTo>
                  <a:pt x="199743" y="93334"/>
                </a:lnTo>
                <a:lnTo>
                  <a:pt x="199743" y="95503"/>
                </a:lnTo>
                <a:lnTo>
                  <a:pt x="196441" y="98805"/>
                </a:lnTo>
                <a:lnTo>
                  <a:pt x="191737" y="98805"/>
                </a:lnTo>
                <a:close/>
                <a:moveTo>
                  <a:pt x="177761" y="98805"/>
                </a:moveTo>
                <a:lnTo>
                  <a:pt x="173057" y="98805"/>
                </a:lnTo>
                <a:lnTo>
                  <a:pt x="169755" y="95503"/>
                </a:lnTo>
                <a:lnTo>
                  <a:pt x="169755" y="93334"/>
                </a:lnTo>
                <a:lnTo>
                  <a:pt x="173691" y="97271"/>
                </a:lnTo>
                <a:lnTo>
                  <a:pt x="179262" y="97271"/>
                </a:lnTo>
                <a:close/>
                <a:moveTo>
                  <a:pt x="175292" y="101273"/>
                </a:moveTo>
                <a:lnTo>
                  <a:pt x="172023" y="101273"/>
                </a:lnTo>
                <a:lnTo>
                  <a:pt x="169755" y="98972"/>
                </a:lnTo>
                <a:lnTo>
                  <a:pt x="169755" y="96603"/>
                </a:lnTo>
                <a:lnTo>
                  <a:pt x="172724" y="99606"/>
                </a:lnTo>
                <a:lnTo>
                  <a:pt x="176960" y="99606"/>
                </a:lnTo>
                <a:close/>
                <a:moveTo>
                  <a:pt x="173191" y="103375"/>
                </a:moveTo>
                <a:lnTo>
                  <a:pt x="171156" y="103375"/>
                </a:lnTo>
                <a:lnTo>
                  <a:pt x="169755" y="101941"/>
                </a:lnTo>
                <a:lnTo>
                  <a:pt x="169755" y="100106"/>
                </a:lnTo>
                <a:lnTo>
                  <a:pt x="171723" y="102074"/>
                </a:lnTo>
                <a:lnTo>
                  <a:pt x="174492" y="102074"/>
                </a:lnTo>
                <a:close/>
                <a:moveTo>
                  <a:pt x="172957" y="109413"/>
                </a:moveTo>
                <a:lnTo>
                  <a:pt x="172957" y="110814"/>
                </a:lnTo>
                <a:lnTo>
                  <a:pt x="170289" y="108178"/>
                </a:lnTo>
                <a:lnTo>
                  <a:pt x="174025" y="108178"/>
                </a:lnTo>
                <a:lnTo>
                  <a:pt x="173057" y="109146"/>
                </a:lnTo>
                <a:close/>
                <a:moveTo>
                  <a:pt x="165619" y="109146"/>
                </a:moveTo>
                <a:lnTo>
                  <a:pt x="164651" y="108178"/>
                </a:lnTo>
                <a:lnTo>
                  <a:pt x="168387" y="108178"/>
                </a:lnTo>
                <a:lnTo>
                  <a:pt x="165752" y="110814"/>
                </a:lnTo>
                <a:lnTo>
                  <a:pt x="165752" y="109413"/>
                </a:lnTo>
                <a:close/>
                <a:moveTo>
                  <a:pt x="161749" y="99606"/>
                </a:moveTo>
                <a:lnTo>
                  <a:pt x="165786" y="99606"/>
                </a:lnTo>
                <a:lnTo>
                  <a:pt x="165952" y="99606"/>
                </a:lnTo>
                <a:lnTo>
                  <a:pt x="168954" y="96603"/>
                </a:lnTo>
                <a:lnTo>
                  <a:pt x="168954" y="98972"/>
                </a:lnTo>
                <a:lnTo>
                  <a:pt x="166653" y="101273"/>
                </a:lnTo>
                <a:lnTo>
                  <a:pt x="163417" y="101273"/>
                </a:lnTo>
                <a:close/>
                <a:moveTo>
                  <a:pt x="159414" y="97271"/>
                </a:moveTo>
                <a:lnTo>
                  <a:pt x="164852" y="97271"/>
                </a:lnTo>
                <a:lnTo>
                  <a:pt x="164985" y="97271"/>
                </a:lnTo>
                <a:lnTo>
                  <a:pt x="168954" y="93334"/>
                </a:lnTo>
                <a:lnTo>
                  <a:pt x="168954" y="95503"/>
                </a:lnTo>
                <a:lnTo>
                  <a:pt x="165619" y="98805"/>
                </a:lnTo>
                <a:lnTo>
                  <a:pt x="160949" y="98805"/>
                </a:lnTo>
                <a:close/>
                <a:moveTo>
                  <a:pt x="142135" y="109413"/>
                </a:moveTo>
                <a:lnTo>
                  <a:pt x="142135" y="110814"/>
                </a:lnTo>
                <a:lnTo>
                  <a:pt x="139500" y="108178"/>
                </a:lnTo>
                <a:lnTo>
                  <a:pt x="143236" y="108178"/>
                </a:lnTo>
                <a:lnTo>
                  <a:pt x="142269" y="109146"/>
                </a:lnTo>
                <a:close/>
                <a:moveTo>
                  <a:pt x="134830" y="109146"/>
                </a:moveTo>
                <a:lnTo>
                  <a:pt x="133863" y="108178"/>
                </a:lnTo>
                <a:lnTo>
                  <a:pt x="137599" y="108178"/>
                </a:lnTo>
                <a:lnTo>
                  <a:pt x="134964" y="110814"/>
                </a:lnTo>
                <a:lnTo>
                  <a:pt x="134964" y="109413"/>
                </a:lnTo>
                <a:close/>
                <a:moveTo>
                  <a:pt x="130927" y="99606"/>
                </a:moveTo>
                <a:lnTo>
                  <a:pt x="135164" y="99606"/>
                </a:lnTo>
                <a:lnTo>
                  <a:pt x="138166" y="96603"/>
                </a:lnTo>
                <a:lnTo>
                  <a:pt x="138166" y="98972"/>
                </a:lnTo>
                <a:lnTo>
                  <a:pt x="135864" y="101273"/>
                </a:lnTo>
                <a:lnTo>
                  <a:pt x="132629" y="101273"/>
                </a:lnTo>
                <a:close/>
                <a:moveTo>
                  <a:pt x="128626" y="97271"/>
                </a:moveTo>
                <a:lnTo>
                  <a:pt x="134196" y="97271"/>
                </a:lnTo>
                <a:lnTo>
                  <a:pt x="138166" y="93334"/>
                </a:lnTo>
                <a:lnTo>
                  <a:pt x="138166" y="95503"/>
                </a:lnTo>
                <a:lnTo>
                  <a:pt x="134830" y="98805"/>
                </a:lnTo>
                <a:lnTo>
                  <a:pt x="130160" y="98805"/>
                </a:lnTo>
                <a:close/>
                <a:moveTo>
                  <a:pt x="116150" y="98805"/>
                </a:moveTo>
                <a:lnTo>
                  <a:pt x="111480" y="98805"/>
                </a:lnTo>
                <a:lnTo>
                  <a:pt x="108144" y="95503"/>
                </a:lnTo>
                <a:lnTo>
                  <a:pt x="108144" y="93334"/>
                </a:lnTo>
                <a:lnTo>
                  <a:pt x="112114" y="97271"/>
                </a:lnTo>
                <a:lnTo>
                  <a:pt x="117685" y="97271"/>
                </a:lnTo>
                <a:close/>
                <a:moveTo>
                  <a:pt x="113682" y="101273"/>
                </a:moveTo>
                <a:lnTo>
                  <a:pt x="110446" y="101273"/>
                </a:lnTo>
                <a:lnTo>
                  <a:pt x="108144" y="98972"/>
                </a:lnTo>
                <a:lnTo>
                  <a:pt x="108144" y="96603"/>
                </a:lnTo>
                <a:lnTo>
                  <a:pt x="111147" y="99606"/>
                </a:lnTo>
                <a:lnTo>
                  <a:pt x="115383" y="99606"/>
                </a:lnTo>
                <a:close/>
                <a:moveTo>
                  <a:pt x="111580" y="103375"/>
                </a:moveTo>
                <a:lnTo>
                  <a:pt x="109579" y="103375"/>
                </a:lnTo>
                <a:lnTo>
                  <a:pt x="108144" y="101941"/>
                </a:lnTo>
                <a:lnTo>
                  <a:pt x="108144" y="100106"/>
                </a:lnTo>
                <a:lnTo>
                  <a:pt x="110112" y="102074"/>
                </a:lnTo>
                <a:lnTo>
                  <a:pt x="112914" y="102074"/>
                </a:lnTo>
                <a:close/>
                <a:moveTo>
                  <a:pt x="111347" y="109413"/>
                </a:moveTo>
                <a:lnTo>
                  <a:pt x="111347" y="110814"/>
                </a:lnTo>
                <a:lnTo>
                  <a:pt x="108711" y="108178"/>
                </a:lnTo>
                <a:lnTo>
                  <a:pt x="112447" y="108178"/>
                </a:lnTo>
                <a:lnTo>
                  <a:pt x="111480" y="109146"/>
                </a:lnTo>
                <a:close/>
                <a:moveTo>
                  <a:pt x="104041" y="109146"/>
                </a:moveTo>
                <a:lnTo>
                  <a:pt x="103074" y="108178"/>
                </a:lnTo>
                <a:lnTo>
                  <a:pt x="106810" y="108178"/>
                </a:lnTo>
                <a:lnTo>
                  <a:pt x="104175" y="110814"/>
                </a:lnTo>
                <a:lnTo>
                  <a:pt x="104175" y="109413"/>
                </a:lnTo>
                <a:close/>
                <a:moveTo>
                  <a:pt x="100139" y="99606"/>
                </a:moveTo>
                <a:lnTo>
                  <a:pt x="104208" y="99606"/>
                </a:lnTo>
                <a:lnTo>
                  <a:pt x="104375" y="99606"/>
                </a:lnTo>
                <a:lnTo>
                  <a:pt x="107377" y="96603"/>
                </a:lnTo>
                <a:lnTo>
                  <a:pt x="107377" y="98972"/>
                </a:lnTo>
                <a:lnTo>
                  <a:pt x="105076" y="101273"/>
                </a:lnTo>
                <a:lnTo>
                  <a:pt x="101807" y="101273"/>
                </a:lnTo>
                <a:close/>
                <a:moveTo>
                  <a:pt x="97837" y="97271"/>
                </a:moveTo>
                <a:lnTo>
                  <a:pt x="103241" y="97271"/>
                </a:lnTo>
                <a:lnTo>
                  <a:pt x="103408" y="97271"/>
                </a:lnTo>
                <a:lnTo>
                  <a:pt x="107344" y="93334"/>
                </a:lnTo>
                <a:lnTo>
                  <a:pt x="107344" y="95503"/>
                </a:lnTo>
                <a:lnTo>
                  <a:pt x="104041" y="98805"/>
                </a:lnTo>
                <a:lnTo>
                  <a:pt x="99371" y="98805"/>
                </a:lnTo>
                <a:close/>
                <a:moveTo>
                  <a:pt x="80558" y="109413"/>
                </a:moveTo>
                <a:lnTo>
                  <a:pt x="80558" y="110814"/>
                </a:lnTo>
                <a:lnTo>
                  <a:pt x="77923" y="108178"/>
                </a:lnTo>
                <a:lnTo>
                  <a:pt x="81659" y="108178"/>
                </a:lnTo>
                <a:lnTo>
                  <a:pt x="80691" y="109146"/>
                </a:lnTo>
                <a:close/>
                <a:moveTo>
                  <a:pt x="73253" y="109146"/>
                </a:moveTo>
                <a:lnTo>
                  <a:pt x="72285" y="108178"/>
                </a:lnTo>
                <a:lnTo>
                  <a:pt x="76021" y="108178"/>
                </a:lnTo>
                <a:lnTo>
                  <a:pt x="73386" y="110814"/>
                </a:lnTo>
                <a:lnTo>
                  <a:pt x="73386" y="109413"/>
                </a:lnTo>
                <a:close/>
                <a:moveTo>
                  <a:pt x="69350" y="99606"/>
                </a:moveTo>
                <a:lnTo>
                  <a:pt x="73586" y="99606"/>
                </a:lnTo>
                <a:lnTo>
                  <a:pt x="76589" y="96603"/>
                </a:lnTo>
                <a:lnTo>
                  <a:pt x="76589" y="98972"/>
                </a:lnTo>
                <a:lnTo>
                  <a:pt x="74287" y="101273"/>
                </a:lnTo>
                <a:lnTo>
                  <a:pt x="71018" y="101273"/>
                </a:lnTo>
                <a:close/>
                <a:moveTo>
                  <a:pt x="67048" y="97271"/>
                </a:moveTo>
                <a:lnTo>
                  <a:pt x="72619" y="97271"/>
                </a:lnTo>
                <a:lnTo>
                  <a:pt x="76589" y="93334"/>
                </a:lnTo>
                <a:lnTo>
                  <a:pt x="76589" y="95503"/>
                </a:lnTo>
                <a:lnTo>
                  <a:pt x="73253" y="98805"/>
                </a:lnTo>
                <a:lnTo>
                  <a:pt x="68583" y="98805"/>
                </a:lnTo>
                <a:close/>
                <a:moveTo>
                  <a:pt x="54573" y="98805"/>
                </a:moveTo>
                <a:lnTo>
                  <a:pt x="49903" y="98805"/>
                </a:lnTo>
                <a:lnTo>
                  <a:pt x="46567" y="95503"/>
                </a:lnTo>
                <a:lnTo>
                  <a:pt x="46567" y="93334"/>
                </a:lnTo>
                <a:lnTo>
                  <a:pt x="50537" y="97271"/>
                </a:lnTo>
                <a:lnTo>
                  <a:pt x="56107" y="97271"/>
                </a:lnTo>
                <a:close/>
                <a:moveTo>
                  <a:pt x="52104" y="101273"/>
                </a:moveTo>
                <a:lnTo>
                  <a:pt x="48869" y="101273"/>
                </a:lnTo>
                <a:lnTo>
                  <a:pt x="46567" y="98972"/>
                </a:lnTo>
                <a:lnTo>
                  <a:pt x="46567" y="96603"/>
                </a:lnTo>
                <a:lnTo>
                  <a:pt x="49569" y="99606"/>
                </a:lnTo>
                <a:lnTo>
                  <a:pt x="53806" y="99606"/>
                </a:lnTo>
                <a:close/>
                <a:moveTo>
                  <a:pt x="50003" y="103375"/>
                </a:moveTo>
                <a:lnTo>
                  <a:pt x="48001" y="103375"/>
                </a:lnTo>
                <a:lnTo>
                  <a:pt x="46567" y="101941"/>
                </a:lnTo>
                <a:lnTo>
                  <a:pt x="46567" y="100106"/>
                </a:lnTo>
                <a:lnTo>
                  <a:pt x="48535" y="102074"/>
                </a:lnTo>
                <a:lnTo>
                  <a:pt x="51337" y="102074"/>
                </a:lnTo>
                <a:close/>
                <a:moveTo>
                  <a:pt x="49769" y="109413"/>
                </a:moveTo>
                <a:lnTo>
                  <a:pt x="49769" y="110814"/>
                </a:lnTo>
                <a:lnTo>
                  <a:pt x="47134" y="108178"/>
                </a:lnTo>
                <a:lnTo>
                  <a:pt x="50870" y="108178"/>
                </a:lnTo>
                <a:lnTo>
                  <a:pt x="49903" y="109146"/>
                </a:lnTo>
                <a:close/>
                <a:moveTo>
                  <a:pt x="42464" y="109146"/>
                </a:moveTo>
                <a:lnTo>
                  <a:pt x="41497" y="108178"/>
                </a:lnTo>
                <a:lnTo>
                  <a:pt x="45233" y="108178"/>
                </a:lnTo>
                <a:lnTo>
                  <a:pt x="42564" y="110814"/>
                </a:lnTo>
                <a:lnTo>
                  <a:pt x="42564" y="109413"/>
                </a:lnTo>
                <a:close/>
                <a:moveTo>
                  <a:pt x="38561" y="99606"/>
                </a:moveTo>
                <a:lnTo>
                  <a:pt x="42631" y="99606"/>
                </a:lnTo>
                <a:lnTo>
                  <a:pt x="42798" y="99606"/>
                </a:lnTo>
                <a:lnTo>
                  <a:pt x="45800" y="96603"/>
                </a:lnTo>
                <a:lnTo>
                  <a:pt x="45800" y="98972"/>
                </a:lnTo>
                <a:lnTo>
                  <a:pt x="43498" y="101273"/>
                </a:lnTo>
                <a:lnTo>
                  <a:pt x="40229" y="101273"/>
                </a:lnTo>
                <a:close/>
                <a:moveTo>
                  <a:pt x="36260" y="97271"/>
                </a:moveTo>
                <a:lnTo>
                  <a:pt x="41664" y="97271"/>
                </a:lnTo>
                <a:lnTo>
                  <a:pt x="41830" y="97271"/>
                </a:lnTo>
                <a:lnTo>
                  <a:pt x="45767" y="93334"/>
                </a:lnTo>
                <a:lnTo>
                  <a:pt x="45767" y="95503"/>
                </a:lnTo>
                <a:lnTo>
                  <a:pt x="42464" y="98805"/>
                </a:lnTo>
                <a:lnTo>
                  <a:pt x="37761" y="98805"/>
                </a:lnTo>
                <a:close/>
                <a:moveTo>
                  <a:pt x="18981" y="109413"/>
                </a:moveTo>
                <a:lnTo>
                  <a:pt x="18981" y="110814"/>
                </a:lnTo>
                <a:lnTo>
                  <a:pt x="16346" y="108178"/>
                </a:lnTo>
                <a:lnTo>
                  <a:pt x="20082" y="108178"/>
                </a:lnTo>
                <a:lnTo>
                  <a:pt x="19114" y="109146"/>
                </a:lnTo>
                <a:close/>
                <a:moveTo>
                  <a:pt x="11675" y="109146"/>
                </a:moveTo>
                <a:lnTo>
                  <a:pt x="10675" y="108178"/>
                </a:lnTo>
                <a:lnTo>
                  <a:pt x="14444" y="108178"/>
                </a:lnTo>
                <a:lnTo>
                  <a:pt x="11776" y="110814"/>
                </a:lnTo>
                <a:lnTo>
                  <a:pt x="11776" y="109413"/>
                </a:lnTo>
                <a:close/>
                <a:moveTo>
                  <a:pt x="15778" y="103075"/>
                </a:moveTo>
                <a:lnTo>
                  <a:pt x="16879" y="104175"/>
                </a:lnTo>
                <a:lnTo>
                  <a:pt x="17046" y="104175"/>
                </a:lnTo>
                <a:lnTo>
                  <a:pt x="18414" y="104175"/>
                </a:lnTo>
                <a:lnTo>
                  <a:pt x="15778" y="106811"/>
                </a:lnTo>
                <a:close/>
                <a:moveTo>
                  <a:pt x="14978" y="106811"/>
                </a:moveTo>
                <a:lnTo>
                  <a:pt x="12343" y="104175"/>
                </a:lnTo>
                <a:lnTo>
                  <a:pt x="13744" y="104175"/>
                </a:lnTo>
                <a:lnTo>
                  <a:pt x="14011" y="104042"/>
                </a:lnTo>
                <a:lnTo>
                  <a:pt x="14978" y="103075"/>
                </a:lnTo>
                <a:close/>
                <a:moveTo>
                  <a:pt x="14978" y="101941"/>
                </a:moveTo>
                <a:lnTo>
                  <a:pt x="13577" y="103375"/>
                </a:lnTo>
                <a:lnTo>
                  <a:pt x="11542" y="103375"/>
                </a:lnTo>
                <a:lnTo>
                  <a:pt x="10241" y="102074"/>
                </a:lnTo>
                <a:lnTo>
                  <a:pt x="13010" y="102074"/>
                </a:lnTo>
                <a:lnTo>
                  <a:pt x="14978" y="100106"/>
                </a:lnTo>
                <a:lnTo>
                  <a:pt x="14978" y="101941"/>
                </a:lnTo>
                <a:close/>
                <a:moveTo>
                  <a:pt x="11776" y="104743"/>
                </a:moveTo>
                <a:lnTo>
                  <a:pt x="14411" y="107378"/>
                </a:lnTo>
                <a:lnTo>
                  <a:pt x="10675" y="107378"/>
                </a:lnTo>
                <a:lnTo>
                  <a:pt x="11776" y="106277"/>
                </a:lnTo>
                <a:lnTo>
                  <a:pt x="11776" y="104743"/>
                </a:lnTo>
                <a:close/>
                <a:moveTo>
                  <a:pt x="14978" y="108712"/>
                </a:moveTo>
                <a:lnTo>
                  <a:pt x="14978" y="112448"/>
                </a:lnTo>
                <a:lnTo>
                  <a:pt x="14011" y="111481"/>
                </a:lnTo>
                <a:lnTo>
                  <a:pt x="13744" y="111381"/>
                </a:lnTo>
                <a:lnTo>
                  <a:pt x="12343" y="111381"/>
                </a:lnTo>
                <a:close/>
                <a:moveTo>
                  <a:pt x="15778" y="108712"/>
                </a:moveTo>
                <a:lnTo>
                  <a:pt x="18414" y="111381"/>
                </a:lnTo>
                <a:lnTo>
                  <a:pt x="16879" y="111381"/>
                </a:lnTo>
                <a:lnTo>
                  <a:pt x="15778" y="112448"/>
                </a:lnTo>
                <a:close/>
                <a:moveTo>
                  <a:pt x="16346" y="107378"/>
                </a:moveTo>
                <a:lnTo>
                  <a:pt x="18981" y="104743"/>
                </a:lnTo>
                <a:lnTo>
                  <a:pt x="18981" y="106277"/>
                </a:lnTo>
                <a:lnTo>
                  <a:pt x="20082" y="107378"/>
                </a:lnTo>
                <a:close/>
                <a:moveTo>
                  <a:pt x="19214" y="103375"/>
                </a:moveTo>
                <a:lnTo>
                  <a:pt x="17213" y="103375"/>
                </a:lnTo>
                <a:lnTo>
                  <a:pt x="15778" y="101941"/>
                </a:lnTo>
                <a:lnTo>
                  <a:pt x="15778" y="100106"/>
                </a:lnTo>
                <a:lnTo>
                  <a:pt x="17747" y="102074"/>
                </a:lnTo>
                <a:lnTo>
                  <a:pt x="17913" y="102074"/>
                </a:lnTo>
                <a:lnTo>
                  <a:pt x="20515" y="102074"/>
                </a:lnTo>
                <a:close/>
                <a:moveTo>
                  <a:pt x="21316" y="101273"/>
                </a:moveTo>
                <a:lnTo>
                  <a:pt x="18080" y="101273"/>
                </a:lnTo>
                <a:lnTo>
                  <a:pt x="15778" y="98972"/>
                </a:lnTo>
                <a:lnTo>
                  <a:pt x="15778" y="96603"/>
                </a:lnTo>
                <a:lnTo>
                  <a:pt x="18781" y="99606"/>
                </a:lnTo>
                <a:lnTo>
                  <a:pt x="18914" y="99606"/>
                </a:lnTo>
                <a:lnTo>
                  <a:pt x="22984" y="99606"/>
                </a:lnTo>
                <a:close/>
                <a:moveTo>
                  <a:pt x="23784" y="98805"/>
                </a:moveTo>
                <a:lnTo>
                  <a:pt x="19081" y="98805"/>
                </a:lnTo>
                <a:lnTo>
                  <a:pt x="15778" y="95503"/>
                </a:lnTo>
                <a:lnTo>
                  <a:pt x="15778" y="93334"/>
                </a:lnTo>
                <a:lnTo>
                  <a:pt x="19715" y="97271"/>
                </a:lnTo>
                <a:lnTo>
                  <a:pt x="19881" y="97271"/>
                </a:lnTo>
                <a:lnTo>
                  <a:pt x="25319" y="97271"/>
                </a:lnTo>
                <a:close/>
                <a:moveTo>
                  <a:pt x="11675" y="47568"/>
                </a:moveTo>
                <a:lnTo>
                  <a:pt x="10675" y="46568"/>
                </a:lnTo>
                <a:lnTo>
                  <a:pt x="14444" y="46568"/>
                </a:lnTo>
                <a:lnTo>
                  <a:pt x="11776" y="49236"/>
                </a:lnTo>
                <a:lnTo>
                  <a:pt x="11776" y="47835"/>
                </a:lnTo>
                <a:close/>
                <a:moveTo>
                  <a:pt x="11776" y="13744"/>
                </a:moveTo>
                <a:lnTo>
                  <a:pt x="11776" y="12343"/>
                </a:lnTo>
                <a:lnTo>
                  <a:pt x="14411" y="15012"/>
                </a:lnTo>
                <a:lnTo>
                  <a:pt x="10675" y="15012"/>
                </a:lnTo>
                <a:lnTo>
                  <a:pt x="11675" y="14011"/>
                </a:lnTo>
                <a:close/>
                <a:moveTo>
                  <a:pt x="19114" y="14011"/>
                </a:moveTo>
                <a:lnTo>
                  <a:pt x="20082" y="15012"/>
                </a:lnTo>
                <a:lnTo>
                  <a:pt x="16346" y="15012"/>
                </a:lnTo>
                <a:lnTo>
                  <a:pt x="18981" y="12343"/>
                </a:lnTo>
                <a:lnTo>
                  <a:pt x="18981" y="13744"/>
                </a:lnTo>
                <a:close/>
                <a:moveTo>
                  <a:pt x="18981" y="18447"/>
                </a:moveTo>
                <a:lnTo>
                  <a:pt x="16346" y="15779"/>
                </a:lnTo>
                <a:lnTo>
                  <a:pt x="20082" y="15779"/>
                </a:lnTo>
                <a:lnTo>
                  <a:pt x="18981" y="16880"/>
                </a:lnTo>
                <a:lnTo>
                  <a:pt x="18981" y="18447"/>
                </a:lnTo>
                <a:close/>
                <a:moveTo>
                  <a:pt x="18414" y="18981"/>
                </a:moveTo>
                <a:lnTo>
                  <a:pt x="17046" y="18981"/>
                </a:lnTo>
                <a:lnTo>
                  <a:pt x="16879" y="18981"/>
                </a:lnTo>
                <a:lnTo>
                  <a:pt x="15778" y="20082"/>
                </a:lnTo>
                <a:lnTo>
                  <a:pt x="15778" y="16346"/>
                </a:lnTo>
                <a:close/>
                <a:moveTo>
                  <a:pt x="15778" y="14445"/>
                </a:moveTo>
                <a:lnTo>
                  <a:pt x="15778" y="10709"/>
                </a:lnTo>
                <a:lnTo>
                  <a:pt x="16879" y="11776"/>
                </a:lnTo>
                <a:lnTo>
                  <a:pt x="18414" y="11776"/>
                </a:lnTo>
                <a:close/>
                <a:moveTo>
                  <a:pt x="14978" y="14445"/>
                </a:moveTo>
                <a:lnTo>
                  <a:pt x="12343" y="11776"/>
                </a:lnTo>
                <a:lnTo>
                  <a:pt x="13744" y="11776"/>
                </a:lnTo>
                <a:lnTo>
                  <a:pt x="14011" y="11676"/>
                </a:lnTo>
                <a:lnTo>
                  <a:pt x="14978" y="10709"/>
                </a:lnTo>
                <a:close/>
                <a:moveTo>
                  <a:pt x="14444" y="15779"/>
                </a:moveTo>
                <a:lnTo>
                  <a:pt x="11776" y="18414"/>
                </a:lnTo>
                <a:lnTo>
                  <a:pt x="11776" y="16880"/>
                </a:lnTo>
                <a:lnTo>
                  <a:pt x="10675" y="15779"/>
                </a:lnTo>
                <a:close/>
                <a:moveTo>
                  <a:pt x="14978" y="16346"/>
                </a:moveTo>
                <a:lnTo>
                  <a:pt x="14978" y="20082"/>
                </a:lnTo>
                <a:lnTo>
                  <a:pt x="14011" y="19115"/>
                </a:lnTo>
                <a:lnTo>
                  <a:pt x="13744" y="18981"/>
                </a:lnTo>
                <a:lnTo>
                  <a:pt x="12343" y="18981"/>
                </a:lnTo>
                <a:close/>
                <a:moveTo>
                  <a:pt x="15778" y="21216"/>
                </a:moveTo>
                <a:lnTo>
                  <a:pt x="17213" y="19782"/>
                </a:lnTo>
                <a:lnTo>
                  <a:pt x="19214" y="19782"/>
                </a:lnTo>
                <a:lnTo>
                  <a:pt x="20515" y="21083"/>
                </a:lnTo>
                <a:lnTo>
                  <a:pt x="17913" y="21083"/>
                </a:lnTo>
                <a:lnTo>
                  <a:pt x="17747" y="21083"/>
                </a:lnTo>
                <a:lnTo>
                  <a:pt x="15778" y="23051"/>
                </a:lnTo>
                <a:close/>
                <a:moveTo>
                  <a:pt x="18080" y="21883"/>
                </a:moveTo>
                <a:lnTo>
                  <a:pt x="21316" y="21883"/>
                </a:lnTo>
                <a:lnTo>
                  <a:pt x="23017" y="23551"/>
                </a:lnTo>
                <a:lnTo>
                  <a:pt x="18947" y="23551"/>
                </a:lnTo>
                <a:lnTo>
                  <a:pt x="18781" y="23551"/>
                </a:lnTo>
                <a:lnTo>
                  <a:pt x="15778" y="26553"/>
                </a:lnTo>
                <a:lnTo>
                  <a:pt x="15778" y="24185"/>
                </a:lnTo>
                <a:close/>
                <a:moveTo>
                  <a:pt x="19081" y="24352"/>
                </a:moveTo>
                <a:lnTo>
                  <a:pt x="23784" y="24352"/>
                </a:lnTo>
                <a:lnTo>
                  <a:pt x="25319" y="25886"/>
                </a:lnTo>
                <a:lnTo>
                  <a:pt x="19881" y="25886"/>
                </a:lnTo>
                <a:lnTo>
                  <a:pt x="19748" y="25886"/>
                </a:lnTo>
                <a:lnTo>
                  <a:pt x="15778" y="29822"/>
                </a:lnTo>
                <a:lnTo>
                  <a:pt x="15778" y="27654"/>
                </a:lnTo>
                <a:close/>
                <a:moveTo>
                  <a:pt x="42564" y="13744"/>
                </a:moveTo>
                <a:lnTo>
                  <a:pt x="42564" y="12343"/>
                </a:lnTo>
                <a:lnTo>
                  <a:pt x="45233" y="15012"/>
                </a:lnTo>
                <a:lnTo>
                  <a:pt x="41497" y="15012"/>
                </a:lnTo>
                <a:lnTo>
                  <a:pt x="42464" y="14011"/>
                </a:lnTo>
                <a:close/>
                <a:moveTo>
                  <a:pt x="49903" y="14011"/>
                </a:moveTo>
                <a:lnTo>
                  <a:pt x="50870" y="15012"/>
                </a:lnTo>
                <a:lnTo>
                  <a:pt x="47134" y="15012"/>
                </a:lnTo>
                <a:lnTo>
                  <a:pt x="49769" y="12343"/>
                </a:lnTo>
                <a:lnTo>
                  <a:pt x="49769" y="13744"/>
                </a:lnTo>
                <a:close/>
                <a:moveTo>
                  <a:pt x="53772" y="23551"/>
                </a:moveTo>
                <a:lnTo>
                  <a:pt x="49569" y="23551"/>
                </a:lnTo>
                <a:lnTo>
                  <a:pt x="46567" y="26553"/>
                </a:lnTo>
                <a:lnTo>
                  <a:pt x="46567" y="24185"/>
                </a:lnTo>
                <a:lnTo>
                  <a:pt x="48869" y="21883"/>
                </a:lnTo>
                <a:lnTo>
                  <a:pt x="52104" y="21883"/>
                </a:lnTo>
                <a:close/>
                <a:moveTo>
                  <a:pt x="56107" y="25886"/>
                </a:moveTo>
                <a:lnTo>
                  <a:pt x="50537" y="25886"/>
                </a:lnTo>
                <a:lnTo>
                  <a:pt x="46567" y="29822"/>
                </a:lnTo>
                <a:lnTo>
                  <a:pt x="46567" y="27654"/>
                </a:lnTo>
                <a:lnTo>
                  <a:pt x="49903" y="24352"/>
                </a:lnTo>
                <a:lnTo>
                  <a:pt x="54573" y="24352"/>
                </a:lnTo>
                <a:close/>
                <a:moveTo>
                  <a:pt x="68583" y="24352"/>
                </a:moveTo>
                <a:lnTo>
                  <a:pt x="73253" y="24352"/>
                </a:lnTo>
                <a:lnTo>
                  <a:pt x="76555" y="27654"/>
                </a:lnTo>
                <a:lnTo>
                  <a:pt x="76555" y="29822"/>
                </a:lnTo>
                <a:lnTo>
                  <a:pt x="72619" y="25886"/>
                </a:lnTo>
                <a:lnTo>
                  <a:pt x="67048" y="25886"/>
                </a:lnTo>
                <a:close/>
                <a:moveTo>
                  <a:pt x="71018" y="21883"/>
                </a:moveTo>
                <a:lnTo>
                  <a:pt x="74287" y="21883"/>
                </a:lnTo>
                <a:lnTo>
                  <a:pt x="76589" y="24185"/>
                </a:lnTo>
                <a:lnTo>
                  <a:pt x="76589" y="26553"/>
                </a:lnTo>
                <a:lnTo>
                  <a:pt x="73586" y="23551"/>
                </a:lnTo>
                <a:lnTo>
                  <a:pt x="69350" y="23551"/>
                </a:lnTo>
                <a:close/>
                <a:moveTo>
                  <a:pt x="73153" y="19782"/>
                </a:moveTo>
                <a:lnTo>
                  <a:pt x="75154" y="19782"/>
                </a:lnTo>
                <a:lnTo>
                  <a:pt x="76555" y="21216"/>
                </a:lnTo>
                <a:lnTo>
                  <a:pt x="76555" y="23051"/>
                </a:lnTo>
                <a:lnTo>
                  <a:pt x="74587" y="21083"/>
                </a:lnTo>
                <a:lnTo>
                  <a:pt x="71818" y="21083"/>
                </a:lnTo>
                <a:close/>
                <a:moveTo>
                  <a:pt x="73386" y="13744"/>
                </a:moveTo>
                <a:lnTo>
                  <a:pt x="73386" y="12343"/>
                </a:lnTo>
                <a:lnTo>
                  <a:pt x="76021" y="15012"/>
                </a:lnTo>
                <a:lnTo>
                  <a:pt x="72285" y="15012"/>
                </a:lnTo>
                <a:lnTo>
                  <a:pt x="73253" y="14011"/>
                </a:lnTo>
                <a:close/>
                <a:moveTo>
                  <a:pt x="80691" y="14011"/>
                </a:moveTo>
                <a:lnTo>
                  <a:pt x="81659" y="15012"/>
                </a:lnTo>
                <a:lnTo>
                  <a:pt x="77923" y="15012"/>
                </a:lnTo>
                <a:lnTo>
                  <a:pt x="80558" y="12343"/>
                </a:lnTo>
                <a:lnTo>
                  <a:pt x="80558" y="13744"/>
                </a:lnTo>
                <a:close/>
                <a:moveTo>
                  <a:pt x="84561" y="23551"/>
                </a:moveTo>
                <a:lnTo>
                  <a:pt x="80525" y="23551"/>
                </a:lnTo>
                <a:lnTo>
                  <a:pt x="80358" y="23551"/>
                </a:lnTo>
                <a:lnTo>
                  <a:pt x="77356" y="26553"/>
                </a:lnTo>
                <a:lnTo>
                  <a:pt x="77356" y="24185"/>
                </a:lnTo>
                <a:lnTo>
                  <a:pt x="79657" y="21883"/>
                </a:lnTo>
                <a:lnTo>
                  <a:pt x="82893" y="21883"/>
                </a:lnTo>
                <a:close/>
                <a:moveTo>
                  <a:pt x="86896" y="25886"/>
                </a:moveTo>
                <a:lnTo>
                  <a:pt x="81492" y="25886"/>
                </a:lnTo>
                <a:lnTo>
                  <a:pt x="81325" y="25886"/>
                </a:lnTo>
                <a:lnTo>
                  <a:pt x="77356" y="29822"/>
                </a:lnTo>
                <a:lnTo>
                  <a:pt x="77356" y="27654"/>
                </a:lnTo>
                <a:lnTo>
                  <a:pt x="80691" y="24352"/>
                </a:lnTo>
                <a:lnTo>
                  <a:pt x="85361" y="24352"/>
                </a:lnTo>
                <a:close/>
                <a:moveTo>
                  <a:pt x="104175" y="13744"/>
                </a:moveTo>
                <a:lnTo>
                  <a:pt x="104175" y="12343"/>
                </a:lnTo>
                <a:lnTo>
                  <a:pt x="106810" y="15012"/>
                </a:lnTo>
                <a:lnTo>
                  <a:pt x="103074" y="15012"/>
                </a:lnTo>
                <a:lnTo>
                  <a:pt x="104041" y="14011"/>
                </a:lnTo>
                <a:close/>
                <a:moveTo>
                  <a:pt x="111480" y="14011"/>
                </a:moveTo>
                <a:lnTo>
                  <a:pt x="112447" y="15012"/>
                </a:lnTo>
                <a:lnTo>
                  <a:pt x="108711" y="15012"/>
                </a:lnTo>
                <a:lnTo>
                  <a:pt x="111347" y="12343"/>
                </a:lnTo>
                <a:lnTo>
                  <a:pt x="111347" y="13744"/>
                </a:lnTo>
                <a:close/>
                <a:moveTo>
                  <a:pt x="115383" y="23551"/>
                </a:moveTo>
                <a:lnTo>
                  <a:pt x="111147" y="23551"/>
                </a:lnTo>
                <a:lnTo>
                  <a:pt x="108144" y="26553"/>
                </a:lnTo>
                <a:lnTo>
                  <a:pt x="108144" y="24185"/>
                </a:lnTo>
                <a:lnTo>
                  <a:pt x="110446" y="21883"/>
                </a:lnTo>
                <a:lnTo>
                  <a:pt x="113682" y="21883"/>
                </a:lnTo>
                <a:close/>
                <a:moveTo>
                  <a:pt x="117685" y="25886"/>
                </a:moveTo>
                <a:lnTo>
                  <a:pt x="112114" y="25886"/>
                </a:lnTo>
                <a:lnTo>
                  <a:pt x="108144" y="29822"/>
                </a:lnTo>
                <a:lnTo>
                  <a:pt x="108144" y="27654"/>
                </a:lnTo>
                <a:lnTo>
                  <a:pt x="111480" y="24352"/>
                </a:lnTo>
                <a:lnTo>
                  <a:pt x="116150" y="24352"/>
                </a:lnTo>
                <a:close/>
                <a:moveTo>
                  <a:pt x="130160" y="24352"/>
                </a:moveTo>
                <a:lnTo>
                  <a:pt x="134830" y="24352"/>
                </a:lnTo>
                <a:lnTo>
                  <a:pt x="138166" y="27654"/>
                </a:lnTo>
                <a:lnTo>
                  <a:pt x="138166" y="29822"/>
                </a:lnTo>
                <a:lnTo>
                  <a:pt x="134196" y="25886"/>
                </a:lnTo>
                <a:lnTo>
                  <a:pt x="128626" y="25886"/>
                </a:lnTo>
                <a:close/>
                <a:moveTo>
                  <a:pt x="132629" y="21883"/>
                </a:moveTo>
                <a:lnTo>
                  <a:pt x="135864" y="21883"/>
                </a:lnTo>
                <a:lnTo>
                  <a:pt x="138166" y="24185"/>
                </a:lnTo>
                <a:lnTo>
                  <a:pt x="138166" y="26553"/>
                </a:lnTo>
                <a:lnTo>
                  <a:pt x="135164" y="23551"/>
                </a:lnTo>
                <a:lnTo>
                  <a:pt x="130927" y="23551"/>
                </a:lnTo>
                <a:close/>
                <a:moveTo>
                  <a:pt x="134730" y="19782"/>
                </a:moveTo>
                <a:lnTo>
                  <a:pt x="136731" y="19782"/>
                </a:lnTo>
                <a:lnTo>
                  <a:pt x="138166" y="21216"/>
                </a:lnTo>
                <a:lnTo>
                  <a:pt x="138166" y="23051"/>
                </a:lnTo>
                <a:lnTo>
                  <a:pt x="136198" y="21083"/>
                </a:lnTo>
                <a:lnTo>
                  <a:pt x="133396" y="21083"/>
                </a:lnTo>
                <a:close/>
                <a:moveTo>
                  <a:pt x="134964" y="13744"/>
                </a:moveTo>
                <a:lnTo>
                  <a:pt x="134964" y="12343"/>
                </a:lnTo>
                <a:lnTo>
                  <a:pt x="137599" y="15012"/>
                </a:lnTo>
                <a:lnTo>
                  <a:pt x="133863" y="15012"/>
                </a:lnTo>
                <a:lnTo>
                  <a:pt x="134830" y="14011"/>
                </a:lnTo>
                <a:close/>
                <a:moveTo>
                  <a:pt x="142269" y="14011"/>
                </a:moveTo>
                <a:lnTo>
                  <a:pt x="143236" y="15012"/>
                </a:lnTo>
                <a:lnTo>
                  <a:pt x="139500" y="15012"/>
                </a:lnTo>
                <a:lnTo>
                  <a:pt x="142135" y="12343"/>
                </a:lnTo>
                <a:lnTo>
                  <a:pt x="142135" y="13744"/>
                </a:lnTo>
                <a:close/>
                <a:moveTo>
                  <a:pt x="146172" y="23551"/>
                </a:moveTo>
                <a:lnTo>
                  <a:pt x="142102" y="23551"/>
                </a:lnTo>
                <a:lnTo>
                  <a:pt x="141935" y="23551"/>
                </a:lnTo>
                <a:lnTo>
                  <a:pt x="138933" y="26553"/>
                </a:lnTo>
                <a:lnTo>
                  <a:pt x="138933" y="24185"/>
                </a:lnTo>
                <a:lnTo>
                  <a:pt x="141235" y="21883"/>
                </a:lnTo>
                <a:lnTo>
                  <a:pt x="144504" y="21883"/>
                </a:lnTo>
                <a:close/>
                <a:moveTo>
                  <a:pt x="148473" y="25886"/>
                </a:moveTo>
                <a:lnTo>
                  <a:pt x="143069" y="25886"/>
                </a:lnTo>
                <a:lnTo>
                  <a:pt x="142903" y="25886"/>
                </a:lnTo>
                <a:lnTo>
                  <a:pt x="138966" y="29822"/>
                </a:lnTo>
                <a:lnTo>
                  <a:pt x="138966" y="27654"/>
                </a:lnTo>
                <a:lnTo>
                  <a:pt x="142269" y="24352"/>
                </a:lnTo>
                <a:lnTo>
                  <a:pt x="146972" y="24352"/>
                </a:lnTo>
                <a:close/>
                <a:moveTo>
                  <a:pt x="165752" y="13744"/>
                </a:moveTo>
                <a:lnTo>
                  <a:pt x="165752" y="12343"/>
                </a:lnTo>
                <a:lnTo>
                  <a:pt x="168387" y="15012"/>
                </a:lnTo>
                <a:lnTo>
                  <a:pt x="164651" y="15012"/>
                </a:lnTo>
                <a:lnTo>
                  <a:pt x="165619" y="14011"/>
                </a:lnTo>
                <a:close/>
                <a:moveTo>
                  <a:pt x="173057" y="14011"/>
                </a:moveTo>
                <a:lnTo>
                  <a:pt x="174025" y="15012"/>
                </a:lnTo>
                <a:lnTo>
                  <a:pt x="170289" y="15012"/>
                </a:lnTo>
                <a:lnTo>
                  <a:pt x="172957" y="12343"/>
                </a:lnTo>
                <a:lnTo>
                  <a:pt x="172957" y="13744"/>
                </a:lnTo>
                <a:close/>
                <a:moveTo>
                  <a:pt x="176960" y="23551"/>
                </a:moveTo>
                <a:lnTo>
                  <a:pt x="172724" y="23551"/>
                </a:lnTo>
                <a:lnTo>
                  <a:pt x="169722" y="26553"/>
                </a:lnTo>
                <a:lnTo>
                  <a:pt x="169722" y="24185"/>
                </a:lnTo>
                <a:lnTo>
                  <a:pt x="172023" y="21883"/>
                </a:lnTo>
                <a:lnTo>
                  <a:pt x="175292" y="21883"/>
                </a:lnTo>
                <a:close/>
                <a:moveTo>
                  <a:pt x="179262" y="25886"/>
                </a:moveTo>
                <a:lnTo>
                  <a:pt x="173691" y="25886"/>
                </a:lnTo>
                <a:lnTo>
                  <a:pt x="169755" y="29822"/>
                </a:lnTo>
                <a:lnTo>
                  <a:pt x="169755" y="27654"/>
                </a:lnTo>
                <a:lnTo>
                  <a:pt x="173057" y="24352"/>
                </a:lnTo>
                <a:lnTo>
                  <a:pt x="177727" y="24352"/>
                </a:lnTo>
                <a:close/>
                <a:moveTo>
                  <a:pt x="191737" y="24352"/>
                </a:moveTo>
                <a:lnTo>
                  <a:pt x="196441" y="24352"/>
                </a:lnTo>
                <a:lnTo>
                  <a:pt x="199743" y="27654"/>
                </a:lnTo>
                <a:lnTo>
                  <a:pt x="199743" y="29822"/>
                </a:lnTo>
                <a:lnTo>
                  <a:pt x="195807" y="25886"/>
                </a:lnTo>
                <a:lnTo>
                  <a:pt x="190203" y="25886"/>
                </a:lnTo>
                <a:close/>
                <a:moveTo>
                  <a:pt x="194206" y="21883"/>
                </a:moveTo>
                <a:lnTo>
                  <a:pt x="197441" y="21883"/>
                </a:lnTo>
                <a:lnTo>
                  <a:pt x="199743" y="24185"/>
                </a:lnTo>
                <a:lnTo>
                  <a:pt x="199743" y="26553"/>
                </a:lnTo>
                <a:lnTo>
                  <a:pt x="196741" y="23551"/>
                </a:lnTo>
                <a:lnTo>
                  <a:pt x="192538" y="23551"/>
                </a:lnTo>
                <a:close/>
                <a:moveTo>
                  <a:pt x="196307" y="19782"/>
                </a:moveTo>
                <a:lnTo>
                  <a:pt x="198309" y="19782"/>
                </a:lnTo>
                <a:lnTo>
                  <a:pt x="199743" y="21216"/>
                </a:lnTo>
                <a:lnTo>
                  <a:pt x="199743" y="23051"/>
                </a:lnTo>
                <a:lnTo>
                  <a:pt x="197775" y="21083"/>
                </a:lnTo>
                <a:lnTo>
                  <a:pt x="195006" y="21083"/>
                </a:lnTo>
                <a:close/>
                <a:moveTo>
                  <a:pt x="196541" y="13744"/>
                </a:moveTo>
                <a:lnTo>
                  <a:pt x="196541" y="12343"/>
                </a:lnTo>
                <a:lnTo>
                  <a:pt x="199176" y="15012"/>
                </a:lnTo>
                <a:lnTo>
                  <a:pt x="195440" y="15012"/>
                </a:lnTo>
                <a:lnTo>
                  <a:pt x="196407" y="14011"/>
                </a:lnTo>
                <a:close/>
                <a:moveTo>
                  <a:pt x="203846" y="14011"/>
                </a:moveTo>
                <a:lnTo>
                  <a:pt x="204847" y="15012"/>
                </a:lnTo>
                <a:lnTo>
                  <a:pt x="201077" y="15012"/>
                </a:lnTo>
                <a:lnTo>
                  <a:pt x="203746" y="12343"/>
                </a:lnTo>
                <a:lnTo>
                  <a:pt x="203746" y="13744"/>
                </a:lnTo>
                <a:close/>
                <a:moveTo>
                  <a:pt x="207749" y="23551"/>
                </a:moveTo>
                <a:lnTo>
                  <a:pt x="203679" y="23551"/>
                </a:lnTo>
                <a:lnTo>
                  <a:pt x="203512" y="23551"/>
                </a:lnTo>
                <a:lnTo>
                  <a:pt x="200544" y="26553"/>
                </a:lnTo>
                <a:lnTo>
                  <a:pt x="200544" y="24185"/>
                </a:lnTo>
                <a:lnTo>
                  <a:pt x="202812" y="21883"/>
                </a:lnTo>
                <a:lnTo>
                  <a:pt x="206081" y="21883"/>
                </a:lnTo>
                <a:close/>
                <a:moveTo>
                  <a:pt x="210084" y="25886"/>
                </a:moveTo>
                <a:lnTo>
                  <a:pt x="204647" y="25886"/>
                </a:lnTo>
                <a:lnTo>
                  <a:pt x="204480" y="25886"/>
                </a:lnTo>
                <a:lnTo>
                  <a:pt x="200544" y="29822"/>
                </a:lnTo>
                <a:lnTo>
                  <a:pt x="200544" y="27654"/>
                </a:lnTo>
                <a:lnTo>
                  <a:pt x="203846" y="24352"/>
                </a:lnTo>
                <a:lnTo>
                  <a:pt x="208549" y="24352"/>
                </a:lnTo>
                <a:close/>
                <a:moveTo>
                  <a:pt x="224427" y="40263"/>
                </a:moveTo>
                <a:lnTo>
                  <a:pt x="224427" y="43499"/>
                </a:lnTo>
                <a:lnTo>
                  <a:pt x="222126" y="45800"/>
                </a:lnTo>
                <a:lnTo>
                  <a:pt x="219757" y="45800"/>
                </a:lnTo>
                <a:lnTo>
                  <a:pt x="222760" y="42798"/>
                </a:lnTo>
                <a:lnTo>
                  <a:pt x="222760" y="38562"/>
                </a:lnTo>
                <a:close/>
                <a:moveTo>
                  <a:pt x="226529" y="42365"/>
                </a:moveTo>
                <a:lnTo>
                  <a:pt x="226529" y="44366"/>
                </a:lnTo>
                <a:lnTo>
                  <a:pt x="225128" y="45800"/>
                </a:lnTo>
                <a:lnTo>
                  <a:pt x="223260" y="45800"/>
                </a:lnTo>
                <a:lnTo>
                  <a:pt x="225228" y="43832"/>
                </a:lnTo>
                <a:lnTo>
                  <a:pt x="225228" y="41030"/>
                </a:lnTo>
                <a:close/>
                <a:moveTo>
                  <a:pt x="222760" y="53806"/>
                </a:moveTo>
                <a:lnTo>
                  <a:pt x="222760" y="49570"/>
                </a:lnTo>
                <a:lnTo>
                  <a:pt x="219757" y="46568"/>
                </a:lnTo>
                <a:lnTo>
                  <a:pt x="222126" y="46568"/>
                </a:lnTo>
                <a:lnTo>
                  <a:pt x="224427" y="48869"/>
                </a:lnTo>
                <a:lnTo>
                  <a:pt x="224427" y="52105"/>
                </a:lnTo>
                <a:close/>
                <a:moveTo>
                  <a:pt x="220425" y="56108"/>
                </a:moveTo>
                <a:lnTo>
                  <a:pt x="220425" y="50537"/>
                </a:lnTo>
                <a:lnTo>
                  <a:pt x="216488" y="46568"/>
                </a:lnTo>
                <a:lnTo>
                  <a:pt x="218657" y="46568"/>
                </a:lnTo>
                <a:lnTo>
                  <a:pt x="221959" y="49903"/>
                </a:lnTo>
                <a:lnTo>
                  <a:pt x="221959" y="54573"/>
                </a:lnTo>
                <a:close/>
                <a:moveTo>
                  <a:pt x="224427" y="71052"/>
                </a:moveTo>
                <a:lnTo>
                  <a:pt x="224427" y="74287"/>
                </a:lnTo>
                <a:lnTo>
                  <a:pt x="222126" y="76589"/>
                </a:lnTo>
                <a:lnTo>
                  <a:pt x="219757" y="76589"/>
                </a:lnTo>
                <a:lnTo>
                  <a:pt x="222760" y="73587"/>
                </a:lnTo>
                <a:lnTo>
                  <a:pt x="222760" y="69351"/>
                </a:lnTo>
                <a:close/>
                <a:moveTo>
                  <a:pt x="226529" y="73153"/>
                </a:moveTo>
                <a:lnTo>
                  <a:pt x="226529" y="75155"/>
                </a:lnTo>
                <a:lnTo>
                  <a:pt x="225128" y="76589"/>
                </a:lnTo>
                <a:lnTo>
                  <a:pt x="223260" y="76589"/>
                </a:lnTo>
                <a:lnTo>
                  <a:pt x="225228" y="74621"/>
                </a:lnTo>
                <a:lnTo>
                  <a:pt x="225228" y="71819"/>
                </a:lnTo>
                <a:close/>
                <a:moveTo>
                  <a:pt x="222760" y="84595"/>
                </a:moveTo>
                <a:lnTo>
                  <a:pt x="222760" y="80358"/>
                </a:lnTo>
                <a:lnTo>
                  <a:pt x="219757" y="77356"/>
                </a:lnTo>
                <a:lnTo>
                  <a:pt x="222126" y="77356"/>
                </a:lnTo>
                <a:lnTo>
                  <a:pt x="224427" y="79658"/>
                </a:lnTo>
                <a:lnTo>
                  <a:pt x="224427" y="82894"/>
                </a:lnTo>
                <a:close/>
                <a:moveTo>
                  <a:pt x="220425" y="86896"/>
                </a:moveTo>
                <a:lnTo>
                  <a:pt x="220425" y="81326"/>
                </a:lnTo>
                <a:lnTo>
                  <a:pt x="216488" y="77356"/>
                </a:lnTo>
                <a:lnTo>
                  <a:pt x="218657" y="77356"/>
                </a:lnTo>
                <a:lnTo>
                  <a:pt x="221959" y="80692"/>
                </a:lnTo>
                <a:lnTo>
                  <a:pt x="221959" y="85362"/>
                </a:lnTo>
                <a:close/>
                <a:moveTo>
                  <a:pt x="200544" y="103075"/>
                </a:moveTo>
                <a:lnTo>
                  <a:pt x="201644" y="104175"/>
                </a:lnTo>
                <a:lnTo>
                  <a:pt x="201778" y="104175"/>
                </a:lnTo>
                <a:lnTo>
                  <a:pt x="203179" y="104175"/>
                </a:lnTo>
                <a:lnTo>
                  <a:pt x="200544" y="106811"/>
                </a:lnTo>
                <a:close/>
                <a:moveTo>
                  <a:pt x="199743" y="106811"/>
                </a:moveTo>
                <a:lnTo>
                  <a:pt x="197108" y="104175"/>
                </a:lnTo>
                <a:lnTo>
                  <a:pt x="198476" y="104175"/>
                </a:lnTo>
                <a:lnTo>
                  <a:pt x="198776" y="104042"/>
                </a:lnTo>
                <a:lnTo>
                  <a:pt x="199743" y="103075"/>
                </a:lnTo>
                <a:lnTo>
                  <a:pt x="199743" y="106811"/>
                </a:lnTo>
                <a:close/>
                <a:moveTo>
                  <a:pt x="168954" y="106811"/>
                </a:moveTo>
                <a:lnTo>
                  <a:pt x="166319" y="104175"/>
                </a:lnTo>
                <a:lnTo>
                  <a:pt x="167687" y="104175"/>
                </a:lnTo>
                <a:lnTo>
                  <a:pt x="167854" y="104175"/>
                </a:lnTo>
                <a:lnTo>
                  <a:pt x="168954" y="103075"/>
                </a:lnTo>
                <a:close/>
                <a:moveTo>
                  <a:pt x="138933" y="103075"/>
                </a:moveTo>
                <a:lnTo>
                  <a:pt x="140034" y="104175"/>
                </a:lnTo>
                <a:lnTo>
                  <a:pt x="140201" y="104175"/>
                </a:lnTo>
                <a:lnTo>
                  <a:pt x="141602" y="104175"/>
                </a:lnTo>
                <a:lnTo>
                  <a:pt x="138933" y="106811"/>
                </a:lnTo>
                <a:close/>
                <a:moveTo>
                  <a:pt x="138166" y="106811"/>
                </a:moveTo>
                <a:lnTo>
                  <a:pt x="135531" y="104175"/>
                </a:lnTo>
                <a:lnTo>
                  <a:pt x="136898" y="104175"/>
                </a:lnTo>
                <a:lnTo>
                  <a:pt x="137165" y="104042"/>
                </a:lnTo>
                <a:lnTo>
                  <a:pt x="138166" y="103075"/>
                </a:lnTo>
                <a:lnTo>
                  <a:pt x="138166" y="106811"/>
                </a:lnTo>
                <a:close/>
                <a:moveTo>
                  <a:pt x="107377" y="106811"/>
                </a:moveTo>
                <a:lnTo>
                  <a:pt x="104709" y="104175"/>
                </a:lnTo>
                <a:lnTo>
                  <a:pt x="106110" y="104175"/>
                </a:lnTo>
                <a:lnTo>
                  <a:pt x="106276" y="104175"/>
                </a:lnTo>
                <a:lnTo>
                  <a:pt x="107377" y="103075"/>
                </a:lnTo>
                <a:lnTo>
                  <a:pt x="107377" y="106811"/>
                </a:lnTo>
                <a:close/>
                <a:moveTo>
                  <a:pt x="77356" y="103075"/>
                </a:moveTo>
                <a:lnTo>
                  <a:pt x="78457" y="104175"/>
                </a:lnTo>
                <a:lnTo>
                  <a:pt x="78623" y="104175"/>
                </a:lnTo>
                <a:lnTo>
                  <a:pt x="79991" y="104175"/>
                </a:lnTo>
                <a:lnTo>
                  <a:pt x="77356" y="106811"/>
                </a:lnTo>
                <a:lnTo>
                  <a:pt x="77356" y="103075"/>
                </a:lnTo>
                <a:close/>
                <a:moveTo>
                  <a:pt x="76589" y="106811"/>
                </a:moveTo>
                <a:lnTo>
                  <a:pt x="73920" y="104175"/>
                </a:lnTo>
                <a:lnTo>
                  <a:pt x="75321" y="104175"/>
                </a:lnTo>
                <a:lnTo>
                  <a:pt x="75588" y="104042"/>
                </a:lnTo>
                <a:lnTo>
                  <a:pt x="76555" y="103075"/>
                </a:lnTo>
                <a:lnTo>
                  <a:pt x="76555" y="106811"/>
                </a:lnTo>
                <a:close/>
                <a:moveTo>
                  <a:pt x="45767" y="106811"/>
                </a:moveTo>
                <a:lnTo>
                  <a:pt x="43131" y="104175"/>
                </a:lnTo>
                <a:lnTo>
                  <a:pt x="44532" y="104175"/>
                </a:lnTo>
                <a:lnTo>
                  <a:pt x="44699" y="104175"/>
                </a:lnTo>
                <a:lnTo>
                  <a:pt x="45767" y="103075"/>
                </a:lnTo>
                <a:close/>
                <a:moveTo>
                  <a:pt x="21883" y="82927"/>
                </a:moveTo>
                <a:lnTo>
                  <a:pt x="21883" y="79658"/>
                </a:lnTo>
                <a:lnTo>
                  <a:pt x="24184" y="77356"/>
                </a:lnTo>
                <a:lnTo>
                  <a:pt x="26553" y="77356"/>
                </a:lnTo>
                <a:lnTo>
                  <a:pt x="23551" y="80358"/>
                </a:lnTo>
                <a:lnTo>
                  <a:pt x="23551" y="84595"/>
                </a:lnTo>
                <a:close/>
                <a:moveTo>
                  <a:pt x="19781" y="80792"/>
                </a:moveTo>
                <a:lnTo>
                  <a:pt x="19781" y="78791"/>
                </a:lnTo>
                <a:lnTo>
                  <a:pt x="21182" y="77356"/>
                </a:lnTo>
                <a:lnTo>
                  <a:pt x="23050" y="77356"/>
                </a:lnTo>
                <a:lnTo>
                  <a:pt x="21082" y="79324"/>
                </a:lnTo>
                <a:lnTo>
                  <a:pt x="21082" y="82126"/>
                </a:lnTo>
                <a:close/>
                <a:moveTo>
                  <a:pt x="23551" y="69351"/>
                </a:moveTo>
                <a:lnTo>
                  <a:pt x="23551" y="73587"/>
                </a:lnTo>
                <a:lnTo>
                  <a:pt x="26553" y="76589"/>
                </a:lnTo>
                <a:lnTo>
                  <a:pt x="24184" y="76589"/>
                </a:lnTo>
                <a:lnTo>
                  <a:pt x="21883" y="74287"/>
                </a:lnTo>
                <a:lnTo>
                  <a:pt x="21883" y="71052"/>
                </a:lnTo>
                <a:close/>
                <a:moveTo>
                  <a:pt x="25886" y="67049"/>
                </a:moveTo>
                <a:lnTo>
                  <a:pt x="25886" y="72620"/>
                </a:lnTo>
                <a:lnTo>
                  <a:pt x="29822" y="76589"/>
                </a:lnTo>
                <a:lnTo>
                  <a:pt x="27654" y="76589"/>
                </a:lnTo>
                <a:lnTo>
                  <a:pt x="24351" y="73253"/>
                </a:lnTo>
                <a:lnTo>
                  <a:pt x="24351" y="68583"/>
                </a:lnTo>
                <a:close/>
                <a:moveTo>
                  <a:pt x="21883" y="52105"/>
                </a:moveTo>
                <a:lnTo>
                  <a:pt x="21883" y="48869"/>
                </a:lnTo>
                <a:lnTo>
                  <a:pt x="24184" y="46568"/>
                </a:lnTo>
                <a:lnTo>
                  <a:pt x="26553" y="46568"/>
                </a:lnTo>
                <a:lnTo>
                  <a:pt x="23551" y="49570"/>
                </a:lnTo>
                <a:lnTo>
                  <a:pt x="23551" y="53806"/>
                </a:lnTo>
                <a:close/>
                <a:moveTo>
                  <a:pt x="19781" y="50003"/>
                </a:moveTo>
                <a:lnTo>
                  <a:pt x="19781" y="48002"/>
                </a:lnTo>
                <a:lnTo>
                  <a:pt x="21182" y="46568"/>
                </a:lnTo>
                <a:lnTo>
                  <a:pt x="23050" y="46568"/>
                </a:lnTo>
                <a:lnTo>
                  <a:pt x="21082" y="48536"/>
                </a:lnTo>
                <a:lnTo>
                  <a:pt x="21082" y="51338"/>
                </a:lnTo>
                <a:close/>
                <a:moveTo>
                  <a:pt x="23551" y="38562"/>
                </a:moveTo>
                <a:lnTo>
                  <a:pt x="23551" y="42798"/>
                </a:lnTo>
                <a:lnTo>
                  <a:pt x="26553" y="45800"/>
                </a:lnTo>
                <a:lnTo>
                  <a:pt x="24184" y="45800"/>
                </a:lnTo>
                <a:lnTo>
                  <a:pt x="21883" y="43499"/>
                </a:lnTo>
                <a:lnTo>
                  <a:pt x="21883" y="40230"/>
                </a:lnTo>
                <a:close/>
                <a:moveTo>
                  <a:pt x="25886" y="36260"/>
                </a:moveTo>
                <a:lnTo>
                  <a:pt x="25886" y="41831"/>
                </a:lnTo>
                <a:lnTo>
                  <a:pt x="29822" y="45800"/>
                </a:lnTo>
                <a:lnTo>
                  <a:pt x="27654" y="45800"/>
                </a:lnTo>
                <a:lnTo>
                  <a:pt x="24351" y="42465"/>
                </a:lnTo>
                <a:lnTo>
                  <a:pt x="24351" y="37795"/>
                </a:lnTo>
                <a:close/>
                <a:moveTo>
                  <a:pt x="45767" y="20082"/>
                </a:moveTo>
                <a:lnTo>
                  <a:pt x="44699" y="18981"/>
                </a:lnTo>
                <a:lnTo>
                  <a:pt x="44532" y="18981"/>
                </a:lnTo>
                <a:lnTo>
                  <a:pt x="43131" y="18981"/>
                </a:lnTo>
                <a:lnTo>
                  <a:pt x="45767" y="16346"/>
                </a:lnTo>
                <a:close/>
                <a:moveTo>
                  <a:pt x="46567" y="16346"/>
                </a:moveTo>
                <a:lnTo>
                  <a:pt x="49202" y="18981"/>
                </a:lnTo>
                <a:lnTo>
                  <a:pt x="47835" y="18981"/>
                </a:lnTo>
                <a:lnTo>
                  <a:pt x="47568" y="19115"/>
                </a:lnTo>
                <a:lnTo>
                  <a:pt x="46567" y="20082"/>
                </a:lnTo>
                <a:lnTo>
                  <a:pt x="46567" y="16346"/>
                </a:lnTo>
                <a:close/>
                <a:moveTo>
                  <a:pt x="77356" y="16346"/>
                </a:moveTo>
                <a:lnTo>
                  <a:pt x="80024" y="18981"/>
                </a:lnTo>
                <a:lnTo>
                  <a:pt x="78623" y="18981"/>
                </a:lnTo>
                <a:lnTo>
                  <a:pt x="78457" y="18981"/>
                </a:lnTo>
                <a:lnTo>
                  <a:pt x="77356" y="20082"/>
                </a:lnTo>
                <a:lnTo>
                  <a:pt x="77356" y="16346"/>
                </a:lnTo>
                <a:close/>
                <a:moveTo>
                  <a:pt x="107377" y="20082"/>
                </a:moveTo>
                <a:lnTo>
                  <a:pt x="106276" y="18981"/>
                </a:lnTo>
                <a:lnTo>
                  <a:pt x="106110" y="18981"/>
                </a:lnTo>
                <a:lnTo>
                  <a:pt x="104709" y="18981"/>
                </a:lnTo>
                <a:lnTo>
                  <a:pt x="107377" y="16346"/>
                </a:lnTo>
                <a:lnTo>
                  <a:pt x="107377" y="20082"/>
                </a:lnTo>
                <a:close/>
                <a:moveTo>
                  <a:pt x="108144" y="16346"/>
                </a:moveTo>
                <a:lnTo>
                  <a:pt x="110813" y="18981"/>
                </a:lnTo>
                <a:lnTo>
                  <a:pt x="109412" y="18981"/>
                </a:lnTo>
                <a:lnTo>
                  <a:pt x="109145" y="19115"/>
                </a:lnTo>
                <a:lnTo>
                  <a:pt x="108144" y="20082"/>
                </a:lnTo>
                <a:lnTo>
                  <a:pt x="108144" y="16346"/>
                </a:lnTo>
                <a:close/>
                <a:moveTo>
                  <a:pt x="138933" y="16346"/>
                </a:moveTo>
                <a:lnTo>
                  <a:pt x="141602" y="18981"/>
                </a:lnTo>
                <a:lnTo>
                  <a:pt x="140201" y="18981"/>
                </a:lnTo>
                <a:lnTo>
                  <a:pt x="140034" y="18981"/>
                </a:lnTo>
                <a:lnTo>
                  <a:pt x="138933" y="20082"/>
                </a:lnTo>
                <a:close/>
                <a:moveTo>
                  <a:pt x="168954" y="20082"/>
                </a:moveTo>
                <a:lnTo>
                  <a:pt x="167854" y="18981"/>
                </a:lnTo>
                <a:lnTo>
                  <a:pt x="167687" y="18981"/>
                </a:lnTo>
                <a:lnTo>
                  <a:pt x="166319" y="18981"/>
                </a:lnTo>
                <a:lnTo>
                  <a:pt x="168954" y="16346"/>
                </a:lnTo>
                <a:close/>
                <a:moveTo>
                  <a:pt x="169755" y="16346"/>
                </a:moveTo>
                <a:lnTo>
                  <a:pt x="172390" y="18981"/>
                </a:lnTo>
                <a:lnTo>
                  <a:pt x="170989" y="18981"/>
                </a:lnTo>
                <a:lnTo>
                  <a:pt x="170722" y="19115"/>
                </a:lnTo>
                <a:lnTo>
                  <a:pt x="169755" y="20082"/>
                </a:lnTo>
                <a:lnTo>
                  <a:pt x="169755" y="16346"/>
                </a:lnTo>
                <a:close/>
                <a:moveTo>
                  <a:pt x="200544" y="16346"/>
                </a:moveTo>
                <a:lnTo>
                  <a:pt x="203179" y="18981"/>
                </a:lnTo>
                <a:lnTo>
                  <a:pt x="201778" y="18981"/>
                </a:lnTo>
                <a:lnTo>
                  <a:pt x="201644" y="18981"/>
                </a:lnTo>
                <a:lnTo>
                  <a:pt x="200544" y="20082"/>
                </a:lnTo>
                <a:close/>
                <a:moveTo>
                  <a:pt x="219757" y="96170"/>
                </a:moveTo>
                <a:lnTo>
                  <a:pt x="218457" y="94902"/>
                </a:lnTo>
                <a:lnTo>
                  <a:pt x="218457" y="93568"/>
                </a:lnTo>
                <a:lnTo>
                  <a:pt x="219290" y="92767"/>
                </a:lnTo>
                <a:lnTo>
                  <a:pt x="221092" y="92767"/>
                </a:lnTo>
                <a:lnTo>
                  <a:pt x="219757" y="94102"/>
                </a:lnTo>
                <a:lnTo>
                  <a:pt x="219757" y="96170"/>
                </a:lnTo>
                <a:close/>
                <a:moveTo>
                  <a:pt x="215521" y="95403"/>
                </a:moveTo>
                <a:lnTo>
                  <a:pt x="214654" y="94502"/>
                </a:lnTo>
                <a:lnTo>
                  <a:pt x="213386" y="94502"/>
                </a:lnTo>
                <a:lnTo>
                  <a:pt x="213386" y="93434"/>
                </a:lnTo>
                <a:lnTo>
                  <a:pt x="213286" y="93134"/>
                </a:lnTo>
                <a:lnTo>
                  <a:pt x="212486" y="92367"/>
                </a:lnTo>
                <a:lnTo>
                  <a:pt x="213286" y="91600"/>
                </a:lnTo>
                <a:lnTo>
                  <a:pt x="213386" y="91333"/>
                </a:lnTo>
                <a:lnTo>
                  <a:pt x="213386" y="90232"/>
                </a:lnTo>
                <a:lnTo>
                  <a:pt x="214654" y="90232"/>
                </a:lnTo>
                <a:lnTo>
                  <a:pt x="215521" y="89332"/>
                </a:lnTo>
                <a:lnTo>
                  <a:pt x="216422" y="90232"/>
                </a:lnTo>
                <a:lnTo>
                  <a:pt x="217689" y="90232"/>
                </a:lnTo>
                <a:lnTo>
                  <a:pt x="217689" y="91333"/>
                </a:lnTo>
                <a:lnTo>
                  <a:pt x="217789" y="91600"/>
                </a:lnTo>
                <a:lnTo>
                  <a:pt x="218557" y="92367"/>
                </a:lnTo>
                <a:lnTo>
                  <a:pt x="217789" y="93134"/>
                </a:lnTo>
                <a:lnTo>
                  <a:pt x="217689" y="93434"/>
                </a:lnTo>
                <a:lnTo>
                  <a:pt x="217689" y="94502"/>
                </a:lnTo>
                <a:lnTo>
                  <a:pt x="216422" y="94502"/>
                </a:lnTo>
                <a:close/>
                <a:moveTo>
                  <a:pt x="211318" y="96170"/>
                </a:moveTo>
                <a:lnTo>
                  <a:pt x="211318" y="94135"/>
                </a:lnTo>
                <a:lnTo>
                  <a:pt x="209950" y="92767"/>
                </a:lnTo>
                <a:lnTo>
                  <a:pt x="211785" y="92767"/>
                </a:lnTo>
                <a:lnTo>
                  <a:pt x="212586" y="93601"/>
                </a:lnTo>
                <a:lnTo>
                  <a:pt x="212586" y="94902"/>
                </a:lnTo>
                <a:close/>
                <a:moveTo>
                  <a:pt x="188969" y="96170"/>
                </a:moveTo>
                <a:lnTo>
                  <a:pt x="187668" y="94902"/>
                </a:lnTo>
                <a:lnTo>
                  <a:pt x="187668" y="93568"/>
                </a:lnTo>
                <a:lnTo>
                  <a:pt x="188502" y="92767"/>
                </a:lnTo>
                <a:lnTo>
                  <a:pt x="190303" y="92767"/>
                </a:lnTo>
                <a:lnTo>
                  <a:pt x="188969" y="94102"/>
                </a:lnTo>
                <a:lnTo>
                  <a:pt x="188969" y="96170"/>
                </a:lnTo>
                <a:close/>
                <a:moveTo>
                  <a:pt x="184732" y="95403"/>
                </a:moveTo>
                <a:lnTo>
                  <a:pt x="183865" y="94502"/>
                </a:lnTo>
                <a:lnTo>
                  <a:pt x="182598" y="94502"/>
                </a:lnTo>
                <a:lnTo>
                  <a:pt x="182598" y="93434"/>
                </a:lnTo>
                <a:lnTo>
                  <a:pt x="182464" y="93134"/>
                </a:lnTo>
                <a:lnTo>
                  <a:pt x="181697" y="92367"/>
                </a:lnTo>
                <a:lnTo>
                  <a:pt x="182464" y="91600"/>
                </a:lnTo>
                <a:lnTo>
                  <a:pt x="182598" y="91333"/>
                </a:lnTo>
                <a:lnTo>
                  <a:pt x="182598" y="90232"/>
                </a:lnTo>
                <a:lnTo>
                  <a:pt x="183865" y="90232"/>
                </a:lnTo>
                <a:lnTo>
                  <a:pt x="184732" y="89332"/>
                </a:lnTo>
                <a:lnTo>
                  <a:pt x="185633" y="90232"/>
                </a:lnTo>
                <a:lnTo>
                  <a:pt x="186901" y="90232"/>
                </a:lnTo>
                <a:lnTo>
                  <a:pt x="186901" y="91333"/>
                </a:lnTo>
                <a:lnTo>
                  <a:pt x="187001" y="91600"/>
                </a:lnTo>
                <a:lnTo>
                  <a:pt x="187768" y="92367"/>
                </a:lnTo>
                <a:lnTo>
                  <a:pt x="187001" y="93134"/>
                </a:lnTo>
                <a:lnTo>
                  <a:pt x="186901" y="93434"/>
                </a:lnTo>
                <a:lnTo>
                  <a:pt x="186901" y="94502"/>
                </a:lnTo>
                <a:lnTo>
                  <a:pt x="185633" y="94502"/>
                </a:lnTo>
                <a:close/>
                <a:moveTo>
                  <a:pt x="180529" y="96170"/>
                </a:moveTo>
                <a:lnTo>
                  <a:pt x="180529" y="94135"/>
                </a:lnTo>
                <a:lnTo>
                  <a:pt x="179162" y="92767"/>
                </a:lnTo>
                <a:lnTo>
                  <a:pt x="180996" y="92767"/>
                </a:lnTo>
                <a:lnTo>
                  <a:pt x="181797" y="93601"/>
                </a:lnTo>
                <a:lnTo>
                  <a:pt x="181797" y="94902"/>
                </a:lnTo>
                <a:close/>
                <a:moveTo>
                  <a:pt x="158180" y="96170"/>
                </a:moveTo>
                <a:lnTo>
                  <a:pt x="156879" y="94902"/>
                </a:lnTo>
                <a:lnTo>
                  <a:pt x="156879" y="93568"/>
                </a:lnTo>
                <a:lnTo>
                  <a:pt x="157713" y="92767"/>
                </a:lnTo>
                <a:lnTo>
                  <a:pt x="159514" y="92767"/>
                </a:lnTo>
                <a:lnTo>
                  <a:pt x="158180" y="94102"/>
                </a:lnTo>
                <a:lnTo>
                  <a:pt x="158180" y="96170"/>
                </a:lnTo>
                <a:close/>
                <a:moveTo>
                  <a:pt x="153944" y="95403"/>
                </a:moveTo>
                <a:lnTo>
                  <a:pt x="153076" y="94502"/>
                </a:lnTo>
                <a:lnTo>
                  <a:pt x="151809" y="94502"/>
                </a:lnTo>
                <a:lnTo>
                  <a:pt x="151809" y="93434"/>
                </a:lnTo>
                <a:lnTo>
                  <a:pt x="151675" y="93134"/>
                </a:lnTo>
                <a:lnTo>
                  <a:pt x="150908" y="92367"/>
                </a:lnTo>
                <a:lnTo>
                  <a:pt x="151675" y="91600"/>
                </a:lnTo>
                <a:lnTo>
                  <a:pt x="151809" y="91333"/>
                </a:lnTo>
                <a:lnTo>
                  <a:pt x="151809" y="90232"/>
                </a:lnTo>
                <a:lnTo>
                  <a:pt x="153076" y="90232"/>
                </a:lnTo>
                <a:lnTo>
                  <a:pt x="153944" y="89332"/>
                </a:lnTo>
                <a:lnTo>
                  <a:pt x="154844" y="90232"/>
                </a:lnTo>
                <a:lnTo>
                  <a:pt x="156112" y="90232"/>
                </a:lnTo>
                <a:lnTo>
                  <a:pt x="156112" y="91333"/>
                </a:lnTo>
                <a:lnTo>
                  <a:pt x="156212" y="91600"/>
                </a:lnTo>
                <a:lnTo>
                  <a:pt x="156979" y="92367"/>
                </a:lnTo>
                <a:lnTo>
                  <a:pt x="156212" y="93134"/>
                </a:lnTo>
                <a:lnTo>
                  <a:pt x="156112" y="93434"/>
                </a:lnTo>
                <a:lnTo>
                  <a:pt x="156112" y="94502"/>
                </a:lnTo>
                <a:lnTo>
                  <a:pt x="154844" y="94502"/>
                </a:lnTo>
                <a:close/>
                <a:moveTo>
                  <a:pt x="149741" y="96170"/>
                </a:moveTo>
                <a:lnTo>
                  <a:pt x="149741" y="94135"/>
                </a:lnTo>
                <a:lnTo>
                  <a:pt x="148373" y="92767"/>
                </a:lnTo>
                <a:lnTo>
                  <a:pt x="150208" y="92767"/>
                </a:lnTo>
                <a:lnTo>
                  <a:pt x="151008" y="93601"/>
                </a:lnTo>
                <a:lnTo>
                  <a:pt x="151008" y="94902"/>
                </a:lnTo>
                <a:close/>
                <a:moveTo>
                  <a:pt x="127391" y="96170"/>
                </a:moveTo>
                <a:lnTo>
                  <a:pt x="126091" y="94902"/>
                </a:lnTo>
                <a:lnTo>
                  <a:pt x="126091" y="93568"/>
                </a:lnTo>
                <a:lnTo>
                  <a:pt x="126924" y="92767"/>
                </a:lnTo>
                <a:lnTo>
                  <a:pt x="128726" y="92767"/>
                </a:lnTo>
                <a:lnTo>
                  <a:pt x="127391" y="94102"/>
                </a:lnTo>
                <a:lnTo>
                  <a:pt x="127391" y="96170"/>
                </a:lnTo>
                <a:close/>
                <a:moveTo>
                  <a:pt x="123155" y="95403"/>
                </a:moveTo>
                <a:lnTo>
                  <a:pt x="122254" y="94502"/>
                </a:lnTo>
                <a:lnTo>
                  <a:pt x="121020" y="94502"/>
                </a:lnTo>
                <a:lnTo>
                  <a:pt x="121020" y="93434"/>
                </a:lnTo>
                <a:lnTo>
                  <a:pt x="120887" y="93134"/>
                </a:lnTo>
                <a:lnTo>
                  <a:pt x="120120" y="92367"/>
                </a:lnTo>
                <a:lnTo>
                  <a:pt x="120887" y="91600"/>
                </a:lnTo>
                <a:lnTo>
                  <a:pt x="121020" y="91333"/>
                </a:lnTo>
                <a:lnTo>
                  <a:pt x="121020" y="90232"/>
                </a:lnTo>
                <a:lnTo>
                  <a:pt x="122254" y="90232"/>
                </a:lnTo>
                <a:lnTo>
                  <a:pt x="123155" y="89332"/>
                </a:lnTo>
                <a:lnTo>
                  <a:pt x="124056" y="90232"/>
                </a:lnTo>
                <a:lnTo>
                  <a:pt x="125290" y="90232"/>
                </a:lnTo>
                <a:lnTo>
                  <a:pt x="125290" y="91333"/>
                </a:lnTo>
                <a:lnTo>
                  <a:pt x="125423" y="91600"/>
                </a:lnTo>
                <a:lnTo>
                  <a:pt x="126191" y="92367"/>
                </a:lnTo>
                <a:lnTo>
                  <a:pt x="125423" y="93134"/>
                </a:lnTo>
                <a:lnTo>
                  <a:pt x="125290" y="93434"/>
                </a:lnTo>
                <a:lnTo>
                  <a:pt x="125290" y="94502"/>
                </a:lnTo>
                <a:lnTo>
                  <a:pt x="124056" y="94502"/>
                </a:lnTo>
                <a:close/>
                <a:moveTo>
                  <a:pt x="118952" y="96170"/>
                </a:moveTo>
                <a:lnTo>
                  <a:pt x="118952" y="94135"/>
                </a:lnTo>
                <a:lnTo>
                  <a:pt x="117584" y="92767"/>
                </a:lnTo>
                <a:lnTo>
                  <a:pt x="119386" y="92767"/>
                </a:lnTo>
                <a:lnTo>
                  <a:pt x="120220" y="93601"/>
                </a:lnTo>
                <a:lnTo>
                  <a:pt x="120220" y="94902"/>
                </a:lnTo>
                <a:close/>
                <a:moveTo>
                  <a:pt x="96569" y="96170"/>
                </a:moveTo>
                <a:lnTo>
                  <a:pt x="95302" y="94902"/>
                </a:lnTo>
                <a:lnTo>
                  <a:pt x="95302" y="93568"/>
                </a:lnTo>
                <a:lnTo>
                  <a:pt x="96136" y="92767"/>
                </a:lnTo>
                <a:lnTo>
                  <a:pt x="97937" y="92767"/>
                </a:lnTo>
                <a:lnTo>
                  <a:pt x="96569" y="94102"/>
                </a:lnTo>
                <a:lnTo>
                  <a:pt x="96569" y="96170"/>
                </a:lnTo>
                <a:close/>
                <a:moveTo>
                  <a:pt x="92366" y="95403"/>
                </a:moveTo>
                <a:lnTo>
                  <a:pt x="91466" y="94502"/>
                </a:lnTo>
                <a:lnTo>
                  <a:pt x="90232" y="94502"/>
                </a:lnTo>
                <a:lnTo>
                  <a:pt x="90232" y="93434"/>
                </a:lnTo>
                <a:lnTo>
                  <a:pt x="90098" y="93134"/>
                </a:lnTo>
                <a:lnTo>
                  <a:pt x="89331" y="92367"/>
                </a:lnTo>
                <a:lnTo>
                  <a:pt x="90098" y="91600"/>
                </a:lnTo>
                <a:lnTo>
                  <a:pt x="90232" y="91333"/>
                </a:lnTo>
                <a:lnTo>
                  <a:pt x="90232" y="90232"/>
                </a:lnTo>
                <a:lnTo>
                  <a:pt x="91466" y="90232"/>
                </a:lnTo>
                <a:lnTo>
                  <a:pt x="92366" y="89332"/>
                </a:lnTo>
                <a:lnTo>
                  <a:pt x="93267" y="90232"/>
                </a:lnTo>
                <a:lnTo>
                  <a:pt x="94501" y="90232"/>
                </a:lnTo>
                <a:lnTo>
                  <a:pt x="94501" y="91333"/>
                </a:lnTo>
                <a:lnTo>
                  <a:pt x="94635" y="91600"/>
                </a:lnTo>
                <a:lnTo>
                  <a:pt x="95402" y="92367"/>
                </a:lnTo>
                <a:lnTo>
                  <a:pt x="94635" y="93134"/>
                </a:lnTo>
                <a:lnTo>
                  <a:pt x="94501" y="93434"/>
                </a:lnTo>
                <a:lnTo>
                  <a:pt x="94501" y="94502"/>
                </a:lnTo>
                <a:lnTo>
                  <a:pt x="93267" y="94502"/>
                </a:lnTo>
                <a:close/>
                <a:moveTo>
                  <a:pt x="88130" y="96170"/>
                </a:moveTo>
                <a:lnTo>
                  <a:pt x="88130" y="94135"/>
                </a:lnTo>
                <a:lnTo>
                  <a:pt x="86796" y="92767"/>
                </a:lnTo>
                <a:lnTo>
                  <a:pt x="88597" y="92767"/>
                </a:lnTo>
                <a:lnTo>
                  <a:pt x="89431" y="93601"/>
                </a:lnTo>
                <a:lnTo>
                  <a:pt x="89431" y="94902"/>
                </a:lnTo>
                <a:close/>
                <a:moveTo>
                  <a:pt x="65781" y="96170"/>
                </a:moveTo>
                <a:lnTo>
                  <a:pt x="64513" y="94902"/>
                </a:lnTo>
                <a:lnTo>
                  <a:pt x="64513" y="93568"/>
                </a:lnTo>
                <a:lnTo>
                  <a:pt x="65347" y="92767"/>
                </a:lnTo>
                <a:lnTo>
                  <a:pt x="67148" y="92767"/>
                </a:lnTo>
                <a:lnTo>
                  <a:pt x="65781" y="94102"/>
                </a:lnTo>
                <a:close/>
                <a:moveTo>
                  <a:pt x="61578" y="95403"/>
                </a:moveTo>
                <a:lnTo>
                  <a:pt x="60677" y="94502"/>
                </a:lnTo>
                <a:lnTo>
                  <a:pt x="59410" y="94502"/>
                </a:lnTo>
                <a:lnTo>
                  <a:pt x="59410" y="93434"/>
                </a:lnTo>
                <a:lnTo>
                  <a:pt x="59310" y="93134"/>
                </a:lnTo>
                <a:lnTo>
                  <a:pt x="58542" y="92367"/>
                </a:lnTo>
                <a:lnTo>
                  <a:pt x="59310" y="91600"/>
                </a:lnTo>
                <a:lnTo>
                  <a:pt x="59410" y="91333"/>
                </a:lnTo>
                <a:lnTo>
                  <a:pt x="59410" y="90232"/>
                </a:lnTo>
                <a:lnTo>
                  <a:pt x="60677" y="90232"/>
                </a:lnTo>
                <a:lnTo>
                  <a:pt x="61578" y="89332"/>
                </a:lnTo>
                <a:lnTo>
                  <a:pt x="62445" y="90232"/>
                </a:lnTo>
                <a:lnTo>
                  <a:pt x="63713" y="90232"/>
                </a:lnTo>
                <a:lnTo>
                  <a:pt x="63713" y="91333"/>
                </a:lnTo>
                <a:lnTo>
                  <a:pt x="63846" y="91600"/>
                </a:lnTo>
                <a:lnTo>
                  <a:pt x="64613" y="92367"/>
                </a:lnTo>
                <a:lnTo>
                  <a:pt x="63846" y="93134"/>
                </a:lnTo>
                <a:lnTo>
                  <a:pt x="63713" y="93434"/>
                </a:lnTo>
                <a:lnTo>
                  <a:pt x="63713" y="94502"/>
                </a:lnTo>
                <a:lnTo>
                  <a:pt x="62445" y="94502"/>
                </a:lnTo>
                <a:close/>
                <a:moveTo>
                  <a:pt x="57341" y="96170"/>
                </a:moveTo>
                <a:lnTo>
                  <a:pt x="57341" y="94135"/>
                </a:lnTo>
                <a:lnTo>
                  <a:pt x="56007" y="92767"/>
                </a:lnTo>
                <a:lnTo>
                  <a:pt x="57808" y="92767"/>
                </a:lnTo>
                <a:lnTo>
                  <a:pt x="58642" y="93601"/>
                </a:lnTo>
                <a:lnTo>
                  <a:pt x="58642" y="94902"/>
                </a:lnTo>
                <a:close/>
                <a:moveTo>
                  <a:pt x="34992" y="96170"/>
                </a:moveTo>
                <a:lnTo>
                  <a:pt x="33725" y="94902"/>
                </a:lnTo>
                <a:lnTo>
                  <a:pt x="33725" y="93568"/>
                </a:lnTo>
                <a:lnTo>
                  <a:pt x="34525" y="92767"/>
                </a:lnTo>
                <a:lnTo>
                  <a:pt x="36360" y="92767"/>
                </a:lnTo>
                <a:lnTo>
                  <a:pt x="34992" y="94102"/>
                </a:lnTo>
                <a:close/>
                <a:moveTo>
                  <a:pt x="30789" y="95403"/>
                </a:moveTo>
                <a:lnTo>
                  <a:pt x="29889" y="94502"/>
                </a:lnTo>
                <a:lnTo>
                  <a:pt x="28621" y="94502"/>
                </a:lnTo>
                <a:lnTo>
                  <a:pt x="28621" y="93434"/>
                </a:lnTo>
                <a:lnTo>
                  <a:pt x="28521" y="93134"/>
                </a:lnTo>
                <a:lnTo>
                  <a:pt x="27754" y="92367"/>
                </a:lnTo>
                <a:lnTo>
                  <a:pt x="28521" y="91600"/>
                </a:lnTo>
                <a:lnTo>
                  <a:pt x="28621" y="91333"/>
                </a:lnTo>
                <a:lnTo>
                  <a:pt x="28621" y="90232"/>
                </a:lnTo>
                <a:lnTo>
                  <a:pt x="29889" y="90232"/>
                </a:lnTo>
                <a:lnTo>
                  <a:pt x="30789" y="89332"/>
                </a:lnTo>
                <a:lnTo>
                  <a:pt x="31656" y="90232"/>
                </a:lnTo>
                <a:lnTo>
                  <a:pt x="32924" y="90232"/>
                </a:lnTo>
                <a:lnTo>
                  <a:pt x="32924" y="91333"/>
                </a:lnTo>
                <a:lnTo>
                  <a:pt x="33057" y="91600"/>
                </a:lnTo>
                <a:lnTo>
                  <a:pt x="33825" y="92367"/>
                </a:lnTo>
                <a:lnTo>
                  <a:pt x="33057" y="93134"/>
                </a:lnTo>
                <a:lnTo>
                  <a:pt x="32924" y="93434"/>
                </a:lnTo>
                <a:lnTo>
                  <a:pt x="32924" y="94502"/>
                </a:lnTo>
                <a:lnTo>
                  <a:pt x="31656" y="94502"/>
                </a:lnTo>
                <a:close/>
                <a:moveTo>
                  <a:pt x="26553" y="96170"/>
                </a:moveTo>
                <a:lnTo>
                  <a:pt x="26553" y="94135"/>
                </a:lnTo>
                <a:lnTo>
                  <a:pt x="25219" y="92767"/>
                </a:lnTo>
                <a:lnTo>
                  <a:pt x="27020" y="92767"/>
                </a:lnTo>
                <a:lnTo>
                  <a:pt x="27854" y="93601"/>
                </a:lnTo>
                <a:lnTo>
                  <a:pt x="27854" y="94902"/>
                </a:lnTo>
                <a:close/>
                <a:moveTo>
                  <a:pt x="26553" y="26987"/>
                </a:moveTo>
                <a:lnTo>
                  <a:pt x="27854" y="28254"/>
                </a:lnTo>
                <a:lnTo>
                  <a:pt x="27854" y="29555"/>
                </a:lnTo>
                <a:lnTo>
                  <a:pt x="27020" y="30389"/>
                </a:lnTo>
                <a:lnTo>
                  <a:pt x="25219" y="30389"/>
                </a:lnTo>
                <a:lnTo>
                  <a:pt x="26553" y="29055"/>
                </a:lnTo>
                <a:lnTo>
                  <a:pt x="26553" y="26987"/>
                </a:lnTo>
                <a:close/>
                <a:moveTo>
                  <a:pt x="30789" y="27754"/>
                </a:moveTo>
                <a:lnTo>
                  <a:pt x="31656" y="28655"/>
                </a:lnTo>
                <a:lnTo>
                  <a:pt x="32924" y="28655"/>
                </a:lnTo>
                <a:lnTo>
                  <a:pt x="32924" y="29722"/>
                </a:lnTo>
                <a:lnTo>
                  <a:pt x="33057" y="30022"/>
                </a:lnTo>
                <a:lnTo>
                  <a:pt x="33825" y="30790"/>
                </a:lnTo>
                <a:lnTo>
                  <a:pt x="33057" y="31557"/>
                </a:lnTo>
                <a:lnTo>
                  <a:pt x="32924" y="31824"/>
                </a:lnTo>
                <a:lnTo>
                  <a:pt x="32924" y="32924"/>
                </a:lnTo>
                <a:lnTo>
                  <a:pt x="31656" y="32924"/>
                </a:lnTo>
                <a:lnTo>
                  <a:pt x="30789" y="33825"/>
                </a:lnTo>
                <a:lnTo>
                  <a:pt x="29889" y="32924"/>
                </a:lnTo>
                <a:lnTo>
                  <a:pt x="28621" y="32924"/>
                </a:lnTo>
                <a:lnTo>
                  <a:pt x="28621" y="31824"/>
                </a:lnTo>
                <a:lnTo>
                  <a:pt x="28521" y="31557"/>
                </a:lnTo>
                <a:lnTo>
                  <a:pt x="27754" y="30790"/>
                </a:lnTo>
                <a:lnTo>
                  <a:pt x="28521" y="30022"/>
                </a:lnTo>
                <a:lnTo>
                  <a:pt x="28621" y="29722"/>
                </a:lnTo>
                <a:lnTo>
                  <a:pt x="28621" y="28655"/>
                </a:lnTo>
                <a:lnTo>
                  <a:pt x="29889" y="28655"/>
                </a:lnTo>
                <a:close/>
                <a:moveTo>
                  <a:pt x="34992" y="26987"/>
                </a:moveTo>
                <a:lnTo>
                  <a:pt x="34992" y="29022"/>
                </a:lnTo>
                <a:lnTo>
                  <a:pt x="36360" y="30389"/>
                </a:lnTo>
                <a:lnTo>
                  <a:pt x="34525" y="30389"/>
                </a:lnTo>
                <a:lnTo>
                  <a:pt x="33725" y="29555"/>
                </a:lnTo>
                <a:lnTo>
                  <a:pt x="33725" y="28254"/>
                </a:lnTo>
                <a:close/>
                <a:moveTo>
                  <a:pt x="57341" y="26987"/>
                </a:moveTo>
                <a:lnTo>
                  <a:pt x="58642" y="28254"/>
                </a:lnTo>
                <a:lnTo>
                  <a:pt x="58642" y="29555"/>
                </a:lnTo>
                <a:lnTo>
                  <a:pt x="57808" y="30389"/>
                </a:lnTo>
                <a:lnTo>
                  <a:pt x="56007" y="30389"/>
                </a:lnTo>
                <a:lnTo>
                  <a:pt x="57341" y="29055"/>
                </a:lnTo>
                <a:close/>
                <a:moveTo>
                  <a:pt x="61578" y="27754"/>
                </a:moveTo>
                <a:lnTo>
                  <a:pt x="62445" y="28655"/>
                </a:lnTo>
                <a:lnTo>
                  <a:pt x="63713" y="28655"/>
                </a:lnTo>
                <a:lnTo>
                  <a:pt x="63713" y="29722"/>
                </a:lnTo>
                <a:lnTo>
                  <a:pt x="63846" y="30022"/>
                </a:lnTo>
                <a:lnTo>
                  <a:pt x="64613" y="30790"/>
                </a:lnTo>
                <a:lnTo>
                  <a:pt x="63846" y="31557"/>
                </a:lnTo>
                <a:lnTo>
                  <a:pt x="63713" y="31824"/>
                </a:lnTo>
                <a:lnTo>
                  <a:pt x="63713" y="32924"/>
                </a:lnTo>
                <a:lnTo>
                  <a:pt x="62445" y="32924"/>
                </a:lnTo>
                <a:lnTo>
                  <a:pt x="61578" y="33825"/>
                </a:lnTo>
                <a:lnTo>
                  <a:pt x="60677" y="32924"/>
                </a:lnTo>
                <a:lnTo>
                  <a:pt x="59410" y="32924"/>
                </a:lnTo>
                <a:lnTo>
                  <a:pt x="59410" y="31824"/>
                </a:lnTo>
                <a:lnTo>
                  <a:pt x="59310" y="31557"/>
                </a:lnTo>
                <a:lnTo>
                  <a:pt x="58542" y="30790"/>
                </a:lnTo>
                <a:lnTo>
                  <a:pt x="59310" y="30022"/>
                </a:lnTo>
                <a:lnTo>
                  <a:pt x="59410" y="29722"/>
                </a:lnTo>
                <a:lnTo>
                  <a:pt x="59410" y="28655"/>
                </a:lnTo>
                <a:lnTo>
                  <a:pt x="60677" y="28655"/>
                </a:lnTo>
                <a:close/>
                <a:moveTo>
                  <a:pt x="65781" y="26987"/>
                </a:moveTo>
                <a:lnTo>
                  <a:pt x="65781" y="29022"/>
                </a:lnTo>
                <a:lnTo>
                  <a:pt x="67148" y="30389"/>
                </a:lnTo>
                <a:lnTo>
                  <a:pt x="65347" y="30389"/>
                </a:lnTo>
                <a:lnTo>
                  <a:pt x="64513" y="29555"/>
                </a:lnTo>
                <a:lnTo>
                  <a:pt x="64513" y="28254"/>
                </a:lnTo>
                <a:close/>
                <a:moveTo>
                  <a:pt x="88130" y="26987"/>
                </a:moveTo>
                <a:lnTo>
                  <a:pt x="89431" y="28254"/>
                </a:lnTo>
                <a:lnTo>
                  <a:pt x="89431" y="29555"/>
                </a:lnTo>
                <a:lnTo>
                  <a:pt x="88597" y="30389"/>
                </a:lnTo>
                <a:lnTo>
                  <a:pt x="86796" y="30389"/>
                </a:lnTo>
                <a:lnTo>
                  <a:pt x="88130" y="29055"/>
                </a:lnTo>
                <a:lnTo>
                  <a:pt x="88130" y="26987"/>
                </a:lnTo>
                <a:close/>
                <a:moveTo>
                  <a:pt x="92366" y="27754"/>
                </a:moveTo>
                <a:lnTo>
                  <a:pt x="93267" y="28655"/>
                </a:lnTo>
                <a:lnTo>
                  <a:pt x="94501" y="28655"/>
                </a:lnTo>
                <a:lnTo>
                  <a:pt x="94501" y="29722"/>
                </a:lnTo>
                <a:lnTo>
                  <a:pt x="94635" y="30022"/>
                </a:lnTo>
                <a:lnTo>
                  <a:pt x="95402" y="30790"/>
                </a:lnTo>
                <a:lnTo>
                  <a:pt x="94635" y="31557"/>
                </a:lnTo>
                <a:lnTo>
                  <a:pt x="94501" y="31824"/>
                </a:lnTo>
                <a:lnTo>
                  <a:pt x="94501" y="32924"/>
                </a:lnTo>
                <a:lnTo>
                  <a:pt x="93267" y="32924"/>
                </a:lnTo>
                <a:lnTo>
                  <a:pt x="92366" y="33825"/>
                </a:lnTo>
                <a:lnTo>
                  <a:pt x="91466" y="32924"/>
                </a:lnTo>
                <a:lnTo>
                  <a:pt x="90232" y="32924"/>
                </a:lnTo>
                <a:lnTo>
                  <a:pt x="90232" y="31824"/>
                </a:lnTo>
                <a:lnTo>
                  <a:pt x="90098" y="31557"/>
                </a:lnTo>
                <a:lnTo>
                  <a:pt x="89331" y="30790"/>
                </a:lnTo>
                <a:lnTo>
                  <a:pt x="90098" y="30022"/>
                </a:lnTo>
                <a:lnTo>
                  <a:pt x="90232" y="29722"/>
                </a:lnTo>
                <a:lnTo>
                  <a:pt x="90232" y="28655"/>
                </a:lnTo>
                <a:lnTo>
                  <a:pt x="91466" y="28655"/>
                </a:lnTo>
                <a:close/>
                <a:moveTo>
                  <a:pt x="96569" y="26987"/>
                </a:moveTo>
                <a:lnTo>
                  <a:pt x="96569" y="29022"/>
                </a:lnTo>
                <a:lnTo>
                  <a:pt x="97937" y="30389"/>
                </a:lnTo>
                <a:lnTo>
                  <a:pt x="96136" y="30389"/>
                </a:lnTo>
                <a:lnTo>
                  <a:pt x="95302" y="29555"/>
                </a:lnTo>
                <a:lnTo>
                  <a:pt x="95302" y="28254"/>
                </a:lnTo>
                <a:close/>
                <a:moveTo>
                  <a:pt x="118952" y="26987"/>
                </a:moveTo>
                <a:lnTo>
                  <a:pt x="120220" y="28254"/>
                </a:lnTo>
                <a:lnTo>
                  <a:pt x="120220" y="29555"/>
                </a:lnTo>
                <a:lnTo>
                  <a:pt x="119386" y="30389"/>
                </a:lnTo>
                <a:lnTo>
                  <a:pt x="117584" y="30389"/>
                </a:lnTo>
                <a:lnTo>
                  <a:pt x="118952" y="29055"/>
                </a:lnTo>
                <a:lnTo>
                  <a:pt x="118952" y="26987"/>
                </a:lnTo>
                <a:close/>
                <a:moveTo>
                  <a:pt x="123155" y="27754"/>
                </a:moveTo>
                <a:lnTo>
                  <a:pt x="124056" y="28655"/>
                </a:lnTo>
                <a:lnTo>
                  <a:pt x="125290" y="28655"/>
                </a:lnTo>
                <a:lnTo>
                  <a:pt x="125290" y="29722"/>
                </a:lnTo>
                <a:lnTo>
                  <a:pt x="125423" y="30022"/>
                </a:lnTo>
                <a:lnTo>
                  <a:pt x="126191" y="30790"/>
                </a:lnTo>
                <a:lnTo>
                  <a:pt x="125423" y="31557"/>
                </a:lnTo>
                <a:lnTo>
                  <a:pt x="125290" y="31824"/>
                </a:lnTo>
                <a:lnTo>
                  <a:pt x="125290" y="32924"/>
                </a:lnTo>
                <a:lnTo>
                  <a:pt x="124056" y="32924"/>
                </a:lnTo>
                <a:lnTo>
                  <a:pt x="123155" y="33825"/>
                </a:lnTo>
                <a:lnTo>
                  <a:pt x="122254" y="32924"/>
                </a:lnTo>
                <a:lnTo>
                  <a:pt x="121020" y="32924"/>
                </a:lnTo>
                <a:lnTo>
                  <a:pt x="121020" y="31857"/>
                </a:lnTo>
                <a:lnTo>
                  <a:pt x="120887" y="31557"/>
                </a:lnTo>
                <a:lnTo>
                  <a:pt x="120120" y="30790"/>
                </a:lnTo>
                <a:lnTo>
                  <a:pt x="120887" y="30022"/>
                </a:lnTo>
                <a:lnTo>
                  <a:pt x="121020" y="29722"/>
                </a:lnTo>
                <a:lnTo>
                  <a:pt x="121020" y="28655"/>
                </a:lnTo>
                <a:lnTo>
                  <a:pt x="122254" y="28655"/>
                </a:lnTo>
                <a:close/>
                <a:moveTo>
                  <a:pt x="127391" y="26987"/>
                </a:moveTo>
                <a:lnTo>
                  <a:pt x="127391" y="29022"/>
                </a:lnTo>
                <a:lnTo>
                  <a:pt x="128726" y="30389"/>
                </a:lnTo>
                <a:lnTo>
                  <a:pt x="126924" y="30389"/>
                </a:lnTo>
                <a:lnTo>
                  <a:pt x="126091" y="29555"/>
                </a:lnTo>
                <a:lnTo>
                  <a:pt x="126091" y="28254"/>
                </a:lnTo>
                <a:close/>
                <a:moveTo>
                  <a:pt x="149741" y="26987"/>
                </a:moveTo>
                <a:lnTo>
                  <a:pt x="151008" y="28254"/>
                </a:lnTo>
                <a:lnTo>
                  <a:pt x="151008" y="29555"/>
                </a:lnTo>
                <a:lnTo>
                  <a:pt x="150174" y="30389"/>
                </a:lnTo>
                <a:lnTo>
                  <a:pt x="148373" y="30389"/>
                </a:lnTo>
                <a:lnTo>
                  <a:pt x="149741" y="29055"/>
                </a:lnTo>
                <a:lnTo>
                  <a:pt x="149741" y="26987"/>
                </a:lnTo>
                <a:close/>
                <a:moveTo>
                  <a:pt x="153944" y="27754"/>
                </a:moveTo>
                <a:lnTo>
                  <a:pt x="154844" y="28655"/>
                </a:lnTo>
                <a:lnTo>
                  <a:pt x="156112" y="28655"/>
                </a:lnTo>
                <a:lnTo>
                  <a:pt x="156112" y="29722"/>
                </a:lnTo>
                <a:lnTo>
                  <a:pt x="156212" y="30022"/>
                </a:lnTo>
                <a:lnTo>
                  <a:pt x="156979" y="30790"/>
                </a:lnTo>
                <a:lnTo>
                  <a:pt x="156212" y="31557"/>
                </a:lnTo>
                <a:lnTo>
                  <a:pt x="156112" y="31824"/>
                </a:lnTo>
                <a:lnTo>
                  <a:pt x="156112" y="32924"/>
                </a:lnTo>
                <a:lnTo>
                  <a:pt x="154844" y="32924"/>
                </a:lnTo>
                <a:lnTo>
                  <a:pt x="153944" y="33825"/>
                </a:lnTo>
                <a:lnTo>
                  <a:pt x="153076" y="32924"/>
                </a:lnTo>
                <a:lnTo>
                  <a:pt x="151809" y="32924"/>
                </a:lnTo>
                <a:lnTo>
                  <a:pt x="151809" y="31824"/>
                </a:lnTo>
                <a:lnTo>
                  <a:pt x="151675" y="31557"/>
                </a:lnTo>
                <a:lnTo>
                  <a:pt x="150908" y="30790"/>
                </a:lnTo>
                <a:lnTo>
                  <a:pt x="151675" y="30022"/>
                </a:lnTo>
                <a:lnTo>
                  <a:pt x="151809" y="29722"/>
                </a:lnTo>
                <a:lnTo>
                  <a:pt x="151809" y="28655"/>
                </a:lnTo>
                <a:lnTo>
                  <a:pt x="153076" y="28655"/>
                </a:lnTo>
                <a:close/>
                <a:moveTo>
                  <a:pt x="158180" y="26987"/>
                </a:moveTo>
                <a:lnTo>
                  <a:pt x="158180" y="29022"/>
                </a:lnTo>
                <a:lnTo>
                  <a:pt x="159514" y="30389"/>
                </a:lnTo>
                <a:lnTo>
                  <a:pt x="157713" y="30389"/>
                </a:lnTo>
                <a:lnTo>
                  <a:pt x="156879" y="29555"/>
                </a:lnTo>
                <a:lnTo>
                  <a:pt x="156879" y="28254"/>
                </a:lnTo>
                <a:close/>
                <a:moveTo>
                  <a:pt x="180529" y="26987"/>
                </a:moveTo>
                <a:lnTo>
                  <a:pt x="181797" y="28254"/>
                </a:lnTo>
                <a:lnTo>
                  <a:pt x="181797" y="29555"/>
                </a:lnTo>
                <a:lnTo>
                  <a:pt x="180963" y="30389"/>
                </a:lnTo>
                <a:lnTo>
                  <a:pt x="179162" y="30389"/>
                </a:lnTo>
                <a:lnTo>
                  <a:pt x="180529" y="29055"/>
                </a:lnTo>
                <a:lnTo>
                  <a:pt x="180529" y="26987"/>
                </a:lnTo>
                <a:close/>
                <a:moveTo>
                  <a:pt x="184732" y="27754"/>
                </a:moveTo>
                <a:lnTo>
                  <a:pt x="185633" y="28655"/>
                </a:lnTo>
                <a:lnTo>
                  <a:pt x="186901" y="28655"/>
                </a:lnTo>
                <a:lnTo>
                  <a:pt x="186901" y="29722"/>
                </a:lnTo>
                <a:lnTo>
                  <a:pt x="187001" y="30022"/>
                </a:lnTo>
                <a:lnTo>
                  <a:pt x="187768" y="30790"/>
                </a:lnTo>
                <a:lnTo>
                  <a:pt x="187001" y="31557"/>
                </a:lnTo>
                <a:lnTo>
                  <a:pt x="186901" y="31824"/>
                </a:lnTo>
                <a:lnTo>
                  <a:pt x="186901" y="32924"/>
                </a:lnTo>
                <a:lnTo>
                  <a:pt x="185633" y="32924"/>
                </a:lnTo>
                <a:lnTo>
                  <a:pt x="184732" y="33825"/>
                </a:lnTo>
                <a:lnTo>
                  <a:pt x="183865" y="32924"/>
                </a:lnTo>
                <a:lnTo>
                  <a:pt x="182598" y="32924"/>
                </a:lnTo>
                <a:lnTo>
                  <a:pt x="182598" y="31824"/>
                </a:lnTo>
                <a:lnTo>
                  <a:pt x="182464" y="31557"/>
                </a:lnTo>
                <a:lnTo>
                  <a:pt x="181697" y="30790"/>
                </a:lnTo>
                <a:lnTo>
                  <a:pt x="182464" y="30022"/>
                </a:lnTo>
                <a:lnTo>
                  <a:pt x="182598" y="29722"/>
                </a:lnTo>
                <a:lnTo>
                  <a:pt x="182598" y="28655"/>
                </a:lnTo>
                <a:lnTo>
                  <a:pt x="183865" y="28655"/>
                </a:lnTo>
                <a:close/>
                <a:moveTo>
                  <a:pt x="188969" y="26987"/>
                </a:moveTo>
                <a:lnTo>
                  <a:pt x="188969" y="29022"/>
                </a:lnTo>
                <a:lnTo>
                  <a:pt x="190303" y="30389"/>
                </a:lnTo>
                <a:lnTo>
                  <a:pt x="188502" y="30389"/>
                </a:lnTo>
                <a:lnTo>
                  <a:pt x="187668" y="29555"/>
                </a:lnTo>
                <a:lnTo>
                  <a:pt x="187668" y="28254"/>
                </a:lnTo>
                <a:close/>
                <a:moveTo>
                  <a:pt x="211318" y="26987"/>
                </a:moveTo>
                <a:lnTo>
                  <a:pt x="212586" y="28254"/>
                </a:lnTo>
                <a:lnTo>
                  <a:pt x="212586" y="29555"/>
                </a:lnTo>
                <a:lnTo>
                  <a:pt x="211785" y="30389"/>
                </a:lnTo>
                <a:lnTo>
                  <a:pt x="209950" y="30389"/>
                </a:lnTo>
                <a:lnTo>
                  <a:pt x="211318" y="29055"/>
                </a:lnTo>
                <a:lnTo>
                  <a:pt x="211318" y="26987"/>
                </a:lnTo>
                <a:close/>
                <a:moveTo>
                  <a:pt x="215521" y="27754"/>
                </a:moveTo>
                <a:lnTo>
                  <a:pt x="216422" y="28655"/>
                </a:lnTo>
                <a:lnTo>
                  <a:pt x="217689" y="28655"/>
                </a:lnTo>
                <a:lnTo>
                  <a:pt x="217689" y="29722"/>
                </a:lnTo>
                <a:lnTo>
                  <a:pt x="217789" y="30022"/>
                </a:lnTo>
                <a:lnTo>
                  <a:pt x="218557" y="30790"/>
                </a:lnTo>
                <a:lnTo>
                  <a:pt x="217789" y="31557"/>
                </a:lnTo>
                <a:lnTo>
                  <a:pt x="217689" y="31824"/>
                </a:lnTo>
                <a:lnTo>
                  <a:pt x="217689" y="32924"/>
                </a:lnTo>
                <a:lnTo>
                  <a:pt x="216422" y="32924"/>
                </a:lnTo>
                <a:lnTo>
                  <a:pt x="215521" y="33825"/>
                </a:lnTo>
                <a:lnTo>
                  <a:pt x="214654" y="32924"/>
                </a:lnTo>
                <a:lnTo>
                  <a:pt x="213386" y="32924"/>
                </a:lnTo>
                <a:lnTo>
                  <a:pt x="213386" y="31824"/>
                </a:lnTo>
                <a:lnTo>
                  <a:pt x="213286" y="31557"/>
                </a:lnTo>
                <a:lnTo>
                  <a:pt x="212486" y="30790"/>
                </a:lnTo>
                <a:lnTo>
                  <a:pt x="213286" y="30022"/>
                </a:lnTo>
                <a:lnTo>
                  <a:pt x="213386" y="29722"/>
                </a:lnTo>
                <a:lnTo>
                  <a:pt x="213386" y="28655"/>
                </a:lnTo>
                <a:lnTo>
                  <a:pt x="214654" y="28655"/>
                </a:lnTo>
                <a:close/>
                <a:moveTo>
                  <a:pt x="218056" y="89432"/>
                </a:moveTo>
                <a:lnTo>
                  <a:pt x="216755" y="89432"/>
                </a:lnTo>
                <a:lnTo>
                  <a:pt x="215921" y="88598"/>
                </a:lnTo>
                <a:lnTo>
                  <a:pt x="215921" y="86796"/>
                </a:lnTo>
                <a:lnTo>
                  <a:pt x="217156" y="88031"/>
                </a:lnTo>
                <a:lnTo>
                  <a:pt x="217456" y="88164"/>
                </a:lnTo>
                <a:lnTo>
                  <a:pt x="219324" y="88164"/>
                </a:lnTo>
                <a:close/>
                <a:moveTo>
                  <a:pt x="211785" y="91967"/>
                </a:moveTo>
                <a:lnTo>
                  <a:pt x="209950" y="91967"/>
                </a:lnTo>
                <a:lnTo>
                  <a:pt x="211318" y="90632"/>
                </a:lnTo>
                <a:lnTo>
                  <a:pt x="211318" y="88564"/>
                </a:lnTo>
                <a:lnTo>
                  <a:pt x="212586" y="89865"/>
                </a:lnTo>
                <a:lnTo>
                  <a:pt x="212586" y="91166"/>
                </a:lnTo>
                <a:close/>
                <a:moveTo>
                  <a:pt x="188502" y="91967"/>
                </a:moveTo>
                <a:lnTo>
                  <a:pt x="187668" y="91166"/>
                </a:lnTo>
                <a:lnTo>
                  <a:pt x="187668" y="89865"/>
                </a:lnTo>
                <a:lnTo>
                  <a:pt x="188969" y="88564"/>
                </a:lnTo>
                <a:lnTo>
                  <a:pt x="188969" y="90632"/>
                </a:lnTo>
                <a:lnTo>
                  <a:pt x="190303" y="91967"/>
                </a:lnTo>
                <a:lnTo>
                  <a:pt x="188502" y="91967"/>
                </a:lnTo>
                <a:close/>
                <a:moveTo>
                  <a:pt x="180996" y="91967"/>
                </a:moveTo>
                <a:lnTo>
                  <a:pt x="179162" y="91967"/>
                </a:lnTo>
                <a:lnTo>
                  <a:pt x="180529" y="90632"/>
                </a:lnTo>
                <a:lnTo>
                  <a:pt x="180529" y="88564"/>
                </a:lnTo>
                <a:lnTo>
                  <a:pt x="181797" y="89865"/>
                </a:lnTo>
                <a:lnTo>
                  <a:pt x="181797" y="91166"/>
                </a:lnTo>
                <a:close/>
                <a:moveTo>
                  <a:pt x="157713" y="91967"/>
                </a:moveTo>
                <a:lnTo>
                  <a:pt x="156879" y="91166"/>
                </a:lnTo>
                <a:lnTo>
                  <a:pt x="156879" y="89865"/>
                </a:lnTo>
                <a:lnTo>
                  <a:pt x="158180" y="88564"/>
                </a:lnTo>
                <a:lnTo>
                  <a:pt x="158180" y="90632"/>
                </a:lnTo>
                <a:lnTo>
                  <a:pt x="159514" y="91967"/>
                </a:lnTo>
                <a:lnTo>
                  <a:pt x="157713" y="91967"/>
                </a:lnTo>
                <a:close/>
                <a:moveTo>
                  <a:pt x="150174" y="91967"/>
                </a:moveTo>
                <a:lnTo>
                  <a:pt x="148373" y="91967"/>
                </a:lnTo>
                <a:lnTo>
                  <a:pt x="149741" y="90632"/>
                </a:lnTo>
                <a:lnTo>
                  <a:pt x="149741" y="88564"/>
                </a:lnTo>
                <a:lnTo>
                  <a:pt x="151008" y="89865"/>
                </a:lnTo>
                <a:lnTo>
                  <a:pt x="151008" y="91166"/>
                </a:lnTo>
                <a:close/>
                <a:moveTo>
                  <a:pt x="126924" y="91967"/>
                </a:moveTo>
                <a:lnTo>
                  <a:pt x="126091" y="91166"/>
                </a:lnTo>
                <a:lnTo>
                  <a:pt x="126091" y="89865"/>
                </a:lnTo>
                <a:lnTo>
                  <a:pt x="127358" y="88564"/>
                </a:lnTo>
                <a:lnTo>
                  <a:pt x="127358" y="90632"/>
                </a:lnTo>
                <a:lnTo>
                  <a:pt x="128726" y="91967"/>
                </a:lnTo>
                <a:lnTo>
                  <a:pt x="126924" y="91967"/>
                </a:lnTo>
                <a:close/>
                <a:moveTo>
                  <a:pt x="119386" y="91967"/>
                </a:moveTo>
                <a:lnTo>
                  <a:pt x="117584" y="91967"/>
                </a:lnTo>
                <a:lnTo>
                  <a:pt x="118952" y="90632"/>
                </a:lnTo>
                <a:lnTo>
                  <a:pt x="118952" y="88564"/>
                </a:lnTo>
                <a:lnTo>
                  <a:pt x="120220" y="89865"/>
                </a:lnTo>
                <a:lnTo>
                  <a:pt x="120220" y="91166"/>
                </a:lnTo>
                <a:close/>
                <a:moveTo>
                  <a:pt x="96136" y="91967"/>
                </a:moveTo>
                <a:lnTo>
                  <a:pt x="95302" y="91166"/>
                </a:lnTo>
                <a:lnTo>
                  <a:pt x="95302" y="89865"/>
                </a:lnTo>
                <a:lnTo>
                  <a:pt x="96569" y="88564"/>
                </a:lnTo>
                <a:lnTo>
                  <a:pt x="96569" y="90632"/>
                </a:lnTo>
                <a:lnTo>
                  <a:pt x="97937" y="91967"/>
                </a:lnTo>
                <a:lnTo>
                  <a:pt x="96136" y="91967"/>
                </a:lnTo>
                <a:close/>
                <a:moveTo>
                  <a:pt x="88597" y="91967"/>
                </a:moveTo>
                <a:lnTo>
                  <a:pt x="86796" y="91967"/>
                </a:lnTo>
                <a:lnTo>
                  <a:pt x="88130" y="90632"/>
                </a:lnTo>
                <a:lnTo>
                  <a:pt x="88130" y="88564"/>
                </a:lnTo>
                <a:lnTo>
                  <a:pt x="89431" y="89865"/>
                </a:lnTo>
                <a:lnTo>
                  <a:pt x="89431" y="91166"/>
                </a:lnTo>
                <a:close/>
                <a:moveTo>
                  <a:pt x="65347" y="91967"/>
                </a:moveTo>
                <a:lnTo>
                  <a:pt x="64513" y="91166"/>
                </a:lnTo>
                <a:lnTo>
                  <a:pt x="64513" y="89865"/>
                </a:lnTo>
                <a:lnTo>
                  <a:pt x="65781" y="88564"/>
                </a:lnTo>
                <a:lnTo>
                  <a:pt x="65781" y="90632"/>
                </a:lnTo>
                <a:lnTo>
                  <a:pt x="67148" y="91967"/>
                </a:lnTo>
                <a:lnTo>
                  <a:pt x="65347" y="91967"/>
                </a:lnTo>
                <a:close/>
                <a:moveTo>
                  <a:pt x="57808" y="91967"/>
                </a:moveTo>
                <a:lnTo>
                  <a:pt x="56007" y="91967"/>
                </a:lnTo>
                <a:lnTo>
                  <a:pt x="57341" y="90632"/>
                </a:lnTo>
                <a:lnTo>
                  <a:pt x="57341" y="88564"/>
                </a:lnTo>
                <a:lnTo>
                  <a:pt x="58642" y="89865"/>
                </a:lnTo>
                <a:lnTo>
                  <a:pt x="58642" y="91166"/>
                </a:lnTo>
                <a:close/>
                <a:moveTo>
                  <a:pt x="34525" y="91967"/>
                </a:moveTo>
                <a:lnTo>
                  <a:pt x="33725" y="91166"/>
                </a:lnTo>
                <a:lnTo>
                  <a:pt x="33725" y="89865"/>
                </a:lnTo>
                <a:lnTo>
                  <a:pt x="34992" y="88564"/>
                </a:lnTo>
                <a:lnTo>
                  <a:pt x="34992" y="90632"/>
                </a:lnTo>
                <a:lnTo>
                  <a:pt x="36360" y="91967"/>
                </a:lnTo>
                <a:lnTo>
                  <a:pt x="34525" y="91967"/>
                </a:lnTo>
                <a:close/>
                <a:moveTo>
                  <a:pt x="28254" y="89432"/>
                </a:moveTo>
                <a:lnTo>
                  <a:pt x="26986" y="88164"/>
                </a:lnTo>
                <a:lnTo>
                  <a:pt x="28854" y="88164"/>
                </a:lnTo>
                <a:lnTo>
                  <a:pt x="29155" y="88031"/>
                </a:lnTo>
                <a:lnTo>
                  <a:pt x="30389" y="86796"/>
                </a:lnTo>
                <a:lnTo>
                  <a:pt x="30389" y="88598"/>
                </a:lnTo>
                <a:lnTo>
                  <a:pt x="29555" y="89432"/>
                </a:lnTo>
                <a:lnTo>
                  <a:pt x="28254" y="89432"/>
                </a:lnTo>
                <a:close/>
                <a:moveTo>
                  <a:pt x="28254" y="33725"/>
                </a:moveTo>
                <a:lnTo>
                  <a:pt x="29555" y="33725"/>
                </a:lnTo>
                <a:lnTo>
                  <a:pt x="30389" y="34559"/>
                </a:lnTo>
                <a:lnTo>
                  <a:pt x="30389" y="36360"/>
                </a:lnTo>
                <a:lnTo>
                  <a:pt x="29155" y="35126"/>
                </a:lnTo>
                <a:lnTo>
                  <a:pt x="28854" y="34993"/>
                </a:lnTo>
                <a:lnTo>
                  <a:pt x="26986" y="34993"/>
                </a:lnTo>
                <a:close/>
                <a:moveTo>
                  <a:pt x="34525" y="31190"/>
                </a:moveTo>
                <a:lnTo>
                  <a:pt x="36360" y="31190"/>
                </a:lnTo>
                <a:lnTo>
                  <a:pt x="34992" y="32524"/>
                </a:lnTo>
                <a:lnTo>
                  <a:pt x="34992" y="34592"/>
                </a:lnTo>
                <a:lnTo>
                  <a:pt x="33725" y="33291"/>
                </a:lnTo>
                <a:lnTo>
                  <a:pt x="33725" y="31990"/>
                </a:lnTo>
                <a:close/>
                <a:moveTo>
                  <a:pt x="57808" y="31190"/>
                </a:moveTo>
                <a:lnTo>
                  <a:pt x="58642" y="31990"/>
                </a:lnTo>
                <a:lnTo>
                  <a:pt x="58642" y="33291"/>
                </a:lnTo>
                <a:lnTo>
                  <a:pt x="57341" y="34592"/>
                </a:lnTo>
                <a:lnTo>
                  <a:pt x="57341" y="32524"/>
                </a:lnTo>
                <a:lnTo>
                  <a:pt x="56007" y="31190"/>
                </a:lnTo>
                <a:lnTo>
                  <a:pt x="57808" y="31190"/>
                </a:lnTo>
                <a:close/>
                <a:moveTo>
                  <a:pt x="65347" y="31190"/>
                </a:moveTo>
                <a:lnTo>
                  <a:pt x="67148" y="31190"/>
                </a:lnTo>
                <a:lnTo>
                  <a:pt x="65781" y="32524"/>
                </a:lnTo>
                <a:lnTo>
                  <a:pt x="65781" y="34592"/>
                </a:lnTo>
                <a:lnTo>
                  <a:pt x="64513" y="33291"/>
                </a:lnTo>
                <a:lnTo>
                  <a:pt x="64513" y="31990"/>
                </a:lnTo>
                <a:close/>
                <a:moveTo>
                  <a:pt x="88597" y="31190"/>
                </a:moveTo>
                <a:lnTo>
                  <a:pt x="89431" y="31990"/>
                </a:lnTo>
                <a:lnTo>
                  <a:pt x="89431" y="33291"/>
                </a:lnTo>
                <a:lnTo>
                  <a:pt x="88130" y="34592"/>
                </a:lnTo>
                <a:lnTo>
                  <a:pt x="88130" y="32524"/>
                </a:lnTo>
                <a:lnTo>
                  <a:pt x="86796" y="31190"/>
                </a:lnTo>
                <a:lnTo>
                  <a:pt x="88597" y="31190"/>
                </a:lnTo>
                <a:close/>
                <a:moveTo>
                  <a:pt x="96136" y="31190"/>
                </a:moveTo>
                <a:lnTo>
                  <a:pt x="97937" y="31190"/>
                </a:lnTo>
                <a:lnTo>
                  <a:pt x="96569" y="32524"/>
                </a:lnTo>
                <a:lnTo>
                  <a:pt x="96569" y="34592"/>
                </a:lnTo>
                <a:lnTo>
                  <a:pt x="95302" y="33291"/>
                </a:lnTo>
                <a:lnTo>
                  <a:pt x="95302" y="31990"/>
                </a:lnTo>
                <a:close/>
                <a:moveTo>
                  <a:pt x="119386" y="31190"/>
                </a:moveTo>
                <a:lnTo>
                  <a:pt x="120220" y="31990"/>
                </a:lnTo>
                <a:lnTo>
                  <a:pt x="120220" y="33291"/>
                </a:lnTo>
                <a:lnTo>
                  <a:pt x="118952" y="34592"/>
                </a:lnTo>
                <a:lnTo>
                  <a:pt x="118952" y="32524"/>
                </a:lnTo>
                <a:lnTo>
                  <a:pt x="117584" y="31190"/>
                </a:lnTo>
                <a:lnTo>
                  <a:pt x="119386" y="31190"/>
                </a:lnTo>
                <a:close/>
                <a:moveTo>
                  <a:pt x="126924" y="31190"/>
                </a:moveTo>
                <a:lnTo>
                  <a:pt x="128726" y="31190"/>
                </a:lnTo>
                <a:lnTo>
                  <a:pt x="127391" y="32524"/>
                </a:lnTo>
                <a:lnTo>
                  <a:pt x="127391" y="34592"/>
                </a:lnTo>
                <a:lnTo>
                  <a:pt x="126091" y="33291"/>
                </a:lnTo>
                <a:lnTo>
                  <a:pt x="126091" y="31990"/>
                </a:lnTo>
                <a:close/>
                <a:moveTo>
                  <a:pt x="150174" y="31190"/>
                </a:moveTo>
                <a:lnTo>
                  <a:pt x="151008" y="31990"/>
                </a:lnTo>
                <a:lnTo>
                  <a:pt x="151008" y="33291"/>
                </a:lnTo>
                <a:lnTo>
                  <a:pt x="149741" y="34592"/>
                </a:lnTo>
                <a:lnTo>
                  <a:pt x="149741" y="32524"/>
                </a:lnTo>
                <a:lnTo>
                  <a:pt x="148373" y="31190"/>
                </a:lnTo>
                <a:lnTo>
                  <a:pt x="150174" y="31190"/>
                </a:lnTo>
                <a:close/>
                <a:moveTo>
                  <a:pt x="157713" y="31190"/>
                </a:moveTo>
                <a:lnTo>
                  <a:pt x="159514" y="31190"/>
                </a:lnTo>
                <a:lnTo>
                  <a:pt x="158180" y="32524"/>
                </a:lnTo>
                <a:lnTo>
                  <a:pt x="158180" y="34592"/>
                </a:lnTo>
                <a:lnTo>
                  <a:pt x="156879" y="33291"/>
                </a:lnTo>
                <a:lnTo>
                  <a:pt x="156879" y="31990"/>
                </a:lnTo>
                <a:close/>
                <a:moveTo>
                  <a:pt x="180996" y="31190"/>
                </a:moveTo>
                <a:lnTo>
                  <a:pt x="181797" y="31990"/>
                </a:lnTo>
                <a:lnTo>
                  <a:pt x="181797" y="33291"/>
                </a:lnTo>
                <a:lnTo>
                  <a:pt x="180529" y="34592"/>
                </a:lnTo>
                <a:lnTo>
                  <a:pt x="180529" y="32524"/>
                </a:lnTo>
                <a:lnTo>
                  <a:pt x="179162" y="31190"/>
                </a:lnTo>
                <a:lnTo>
                  <a:pt x="180996" y="31190"/>
                </a:lnTo>
                <a:close/>
                <a:moveTo>
                  <a:pt x="188502" y="31190"/>
                </a:moveTo>
                <a:lnTo>
                  <a:pt x="190303" y="31190"/>
                </a:lnTo>
                <a:lnTo>
                  <a:pt x="188969" y="32524"/>
                </a:lnTo>
                <a:lnTo>
                  <a:pt x="188969" y="34592"/>
                </a:lnTo>
                <a:lnTo>
                  <a:pt x="187668" y="33291"/>
                </a:lnTo>
                <a:lnTo>
                  <a:pt x="187668" y="31990"/>
                </a:lnTo>
                <a:close/>
                <a:moveTo>
                  <a:pt x="211785" y="31190"/>
                </a:moveTo>
                <a:lnTo>
                  <a:pt x="212586" y="31990"/>
                </a:lnTo>
                <a:lnTo>
                  <a:pt x="212586" y="33291"/>
                </a:lnTo>
                <a:lnTo>
                  <a:pt x="211318" y="34592"/>
                </a:lnTo>
                <a:lnTo>
                  <a:pt x="211318" y="32524"/>
                </a:lnTo>
                <a:lnTo>
                  <a:pt x="209950" y="31190"/>
                </a:lnTo>
                <a:lnTo>
                  <a:pt x="211785" y="31190"/>
                </a:lnTo>
                <a:close/>
                <a:moveTo>
                  <a:pt x="215121" y="57809"/>
                </a:moveTo>
                <a:lnTo>
                  <a:pt x="214320" y="58643"/>
                </a:lnTo>
                <a:lnTo>
                  <a:pt x="213019" y="58643"/>
                </a:lnTo>
                <a:lnTo>
                  <a:pt x="211718" y="57375"/>
                </a:lnTo>
                <a:lnTo>
                  <a:pt x="213620" y="57375"/>
                </a:lnTo>
                <a:lnTo>
                  <a:pt x="213887" y="57242"/>
                </a:lnTo>
                <a:lnTo>
                  <a:pt x="215121" y="56008"/>
                </a:lnTo>
                <a:close/>
                <a:moveTo>
                  <a:pt x="31189" y="65348"/>
                </a:moveTo>
                <a:lnTo>
                  <a:pt x="31990" y="64514"/>
                </a:lnTo>
                <a:lnTo>
                  <a:pt x="33291" y="64514"/>
                </a:lnTo>
                <a:lnTo>
                  <a:pt x="34592" y="65815"/>
                </a:lnTo>
                <a:lnTo>
                  <a:pt x="32691" y="65815"/>
                </a:lnTo>
                <a:lnTo>
                  <a:pt x="32424" y="65915"/>
                </a:lnTo>
                <a:lnTo>
                  <a:pt x="31156" y="67149"/>
                </a:lnTo>
                <a:lnTo>
                  <a:pt x="31156" y="65348"/>
                </a:lnTo>
                <a:close/>
                <a:moveTo>
                  <a:pt x="210618" y="86896"/>
                </a:moveTo>
                <a:lnTo>
                  <a:pt x="209083" y="85362"/>
                </a:lnTo>
                <a:lnTo>
                  <a:pt x="209083" y="80692"/>
                </a:lnTo>
                <a:lnTo>
                  <a:pt x="212419" y="77356"/>
                </a:lnTo>
                <a:lnTo>
                  <a:pt x="214587" y="77356"/>
                </a:lnTo>
                <a:lnTo>
                  <a:pt x="210618" y="81326"/>
                </a:lnTo>
                <a:lnTo>
                  <a:pt x="210618" y="86896"/>
                </a:lnTo>
                <a:close/>
                <a:moveTo>
                  <a:pt x="189636" y="86896"/>
                </a:moveTo>
                <a:lnTo>
                  <a:pt x="189636" y="81326"/>
                </a:lnTo>
                <a:lnTo>
                  <a:pt x="185700" y="77356"/>
                </a:lnTo>
                <a:lnTo>
                  <a:pt x="187868" y="77356"/>
                </a:lnTo>
                <a:lnTo>
                  <a:pt x="191170" y="80692"/>
                </a:lnTo>
                <a:lnTo>
                  <a:pt x="191170" y="85362"/>
                </a:lnTo>
                <a:close/>
                <a:moveTo>
                  <a:pt x="179829" y="86896"/>
                </a:moveTo>
                <a:lnTo>
                  <a:pt x="178294" y="85362"/>
                </a:lnTo>
                <a:lnTo>
                  <a:pt x="178294" y="80692"/>
                </a:lnTo>
                <a:lnTo>
                  <a:pt x="181630" y="77356"/>
                </a:lnTo>
                <a:lnTo>
                  <a:pt x="183798" y="77356"/>
                </a:lnTo>
                <a:lnTo>
                  <a:pt x="179829" y="81326"/>
                </a:lnTo>
                <a:lnTo>
                  <a:pt x="179829" y="86896"/>
                </a:lnTo>
                <a:close/>
                <a:moveTo>
                  <a:pt x="158847" y="86896"/>
                </a:moveTo>
                <a:lnTo>
                  <a:pt x="158847" y="81326"/>
                </a:lnTo>
                <a:lnTo>
                  <a:pt x="154911" y="77356"/>
                </a:lnTo>
                <a:lnTo>
                  <a:pt x="157079" y="77356"/>
                </a:lnTo>
                <a:lnTo>
                  <a:pt x="160382" y="80692"/>
                </a:lnTo>
                <a:lnTo>
                  <a:pt x="160382" y="85362"/>
                </a:lnTo>
                <a:close/>
                <a:moveTo>
                  <a:pt x="149040" y="86896"/>
                </a:moveTo>
                <a:lnTo>
                  <a:pt x="147506" y="85362"/>
                </a:lnTo>
                <a:lnTo>
                  <a:pt x="147506" y="80692"/>
                </a:lnTo>
                <a:lnTo>
                  <a:pt x="150842" y="77356"/>
                </a:lnTo>
                <a:lnTo>
                  <a:pt x="152976" y="77356"/>
                </a:lnTo>
                <a:lnTo>
                  <a:pt x="149040" y="81326"/>
                </a:lnTo>
                <a:lnTo>
                  <a:pt x="149040" y="86896"/>
                </a:lnTo>
                <a:close/>
                <a:moveTo>
                  <a:pt x="128059" y="86896"/>
                </a:moveTo>
                <a:lnTo>
                  <a:pt x="128059" y="81326"/>
                </a:lnTo>
                <a:lnTo>
                  <a:pt x="124122" y="77356"/>
                </a:lnTo>
                <a:lnTo>
                  <a:pt x="126291" y="77356"/>
                </a:lnTo>
                <a:lnTo>
                  <a:pt x="129593" y="80692"/>
                </a:lnTo>
                <a:lnTo>
                  <a:pt x="129593" y="85362"/>
                </a:lnTo>
                <a:close/>
                <a:moveTo>
                  <a:pt x="118252" y="86896"/>
                </a:moveTo>
                <a:lnTo>
                  <a:pt x="116717" y="85362"/>
                </a:lnTo>
                <a:lnTo>
                  <a:pt x="116717" y="80692"/>
                </a:lnTo>
                <a:lnTo>
                  <a:pt x="120053" y="77356"/>
                </a:lnTo>
                <a:lnTo>
                  <a:pt x="122188" y="77356"/>
                </a:lnTo>
                <a:lnTo>
                  <a:pt x="118252" y="81326"/>
                </a:lnTo>
                <a:close/>
                <a:moveTo>
                  <a:pt x="97270" y="86896"/>
                </a:moveTo>
                <a:lnTo>
                  <a:pt x="97270" y="81326"/>
                </a:lnTo>
                <a:lnTo>
                  <a:pt x="93334" y="77356"/>
                </a:lnTo>
                <a:lnTo>
                  <a:pt x="95469" y="77356"/>
                </a:lnTo>
                <a:lnTo>
                  <a:pt x="98804" y="80692"/>
                </a:lnTo>
                <a:lnTo>
                  <a:pt x="98804" y="85362"/>
                </a:lnTo>
                <a:close/>
                <a:moveTo>
                  <a:pt x="87463" y="86896"/>
                </a:moveTo>
                <a:lnTo>
                  <a:pt x="85929" y="85362"/>
                </a:lnTo>
                <a:lnTo>
                  <a:pt x="85929" y="80692"/>
                </a:lnTo>
                <a:lnTo>
                  <a:pt x="89231" y="77356"/>
                </a:lnTo>
                <a:lnTo>
                  <a:pt x="91399" y="77356"/>
                </a:lnTo>
                <a:lnTo>
                  <a:pt x="87463" y="81326"/>
                </a:lnTo>
                <a:close/>
                <a:moveTo>
                  <a:pt x="66481" y="86896"/>
                </a:moveTo>
                <a:lnTo>
                  <a:pt x="66481" y="81326"/>
                </a:lnTo>
                <a:lnTo>
                  <a:pt x="62545" y="77356"/>
                </a:lnTo>
                <a:lnTo>
                  <a:pt x="64713" y="77356"/>
                </a:lnTo>
                <a:lnTo>
                  <a:pt x="68016" y="80692"/>
                </a:lnTo>
                <a:lnTo>
                  <a:pt x="68016" y="85362"/>
                </a:lnTo>
                <a:close/>
                <a:moveTo>
                  <a:pt x="56674" y="86896"/>
                </a:moveTo>
                <a:lnTo>
                  <a:pt x="55140" y="85362"/>
                </a:lnTo>
                <a:lnTo>
                  <a:pt x="55140" y="80692"/>
                </a:lnTo>
                <a:lnTo>
                  <a:pt x="58442" y="77356"/>
                </a:lnTo>
                <a:lnTo>
                  <a:pt x="60610" y="77356"/>
                </a:lnTo>
                <a:lnTo>
                  <a:pt x="56674" y="81326"/>
                </a:lnTo>
                <a:close/>
                <a:moveTo>
                  <a:pt x="35693" y="86896"/>
                </a:moveTo>
                <a:lnTo>
                  <a:pt x="35693" y="81326"/>
                </a:lnTo>
                <a:lnTo>
                  <a:pt x="31723" y="77356"/>
                </a:lnTo>
                <a:lnTo>
                  <a:pt x="33891" y="77356"/>
                </a:lnTo>
                <a:lnTo>
                  <a:pt x="37227" y="80692"/>
                </a:lnTo>
                <a:lnTo>
                  <a:pt x="37227" y="85362"/>
                </a:lnTo>
                <a:close/>
                <a:moveTo>
                  <a:pt x="35693" y="36260"/>
                </a:moveTo>
                <a:lnTo>
                  <a:pt x="37227" y="37795"/>
                </a:lnTo>
                <a:lnTo>
                  <a:pt x="37227" y="42465"/>
                </a:lnTo>
                <a:lnTo>
                  <a:pt x="33891" y="45800"/>
                </a:lnTo>
                <a:lnTo>
                  <a:pt x="31723" y="45800"/>
                </a:lnTo>
                <a:lnTo>
                  <a:pt x="35693" y="41831"/>
                </a:lnTo>
                <a:lnTo>
                  <a:pt x="35693" y="36260"/>
                </a:lnTo>
                <a:close/>
                <a:moveTo>
                  <a:pt x="56674" y="36260"/>
                </a:moveTo>
                <a:lnTo>
                  <a:pt x="56674" y="41831"/>
                </a:lnTo>
                <a:lnTo>
                  <a:pt x="60610" y="45800"/>
                </a:lnTo>
                <a:lnTo>
                  <a:pt x="58442" y="45800"/>
                </a:lnTo>
                <a:lnTo>
                  <a:pt x="55140" y="42465"/>
                </a:lnTo>
                <a:lnTo>
                  <a:pt x="55140" y="37795"/>
                </a:lnTo>
                <a:close/>
                <a:moveTo>
                  <a:pt x="66481" y="36260"/>
                </a:moveTo>
                <a:lnTo>
                  <a:pt x="68016" y="37795"/>
                </a:lnTo>
                <a:lnTo>
                  <a:pt x="68016" y="42465"/>
                </a:lnTo>
                <a:lnTo>
                  <a:pt x="64680" y="45800"/>
                </a:lnTo>
                <a:lnTo>
                  <a:pt x="62512" y="45800"/>
                </a:lnTo>
                <a:lnTo>
                  <a:pt x="66481" y="41831"/>
                </a:lnTo>
                <a:lnTo>
                  <a:pt x="66481" y="36260"/>
                </a:lnTo>
                <a:close/>
                <a:moveTo>
                  <a:pt x="87463" y="36260"/>
                </a:moveTo>
                <a:lnTo>
                  <a:pt x="87463" y="41831"/>
                </a:lnTo>
                <a:lnTo>
                  <a:pt x="91399" y="45800"/>
                </a:lnTo>
                <a:lnTo>
                  <a:pt x="89231" y="45800"/>
                </a:lnTo>
                <a:lnTo>
                  <a:pt x="85929" y="42465"/>
                </a:lnTo>
                <a:lnTo>
                  <a:pt x="85929" y="37795"/>
                </a:lnTo>
                <a:close/>
                <a:moveTo>
                  <a:pt x="97270" y="36260"/>
                </a:moveTo>
                <a:lnTo>
                  <a:pt x="98804" y="37795"/>
                </a:lnTo>
                <a:lnTo>
                  <a:pt x="98804" y="42465"/>
                </a:lnTo>
                <a:lnTo>
                  <a:pt x="95469" y="45800"/>
                </a:lnTo>
                <a:lnTo>
                  <a:pt x="93334" y="45800"/>
                </a:lnTo>
                <a:lnTo>
                  <a:pt x="97270" y="41831"/>
                </a:lnTo>
                <a:close/>
                <a:moveTo>
                  <a:pt x="118252" y="36260"/>
                </a:moveTo>
                <a:lnTo>
                  <a:pt x="118252" y="41831"/>
                </a:lnTo>
                <a:lnTo>
                  <a:pt x="122188" y="45800"/>
                </a:lnTo>
                <a:lnTo>
                  <a:pt x="120053" y="45800"/>
                </a:lnTo>
                <a:lnTo>
                  <a:pt x="116717" y="42465"/>
                </a:lnTo>
                <a:lnTo>
                  <a:pt x="116717" y="37795"/>
                </a:lnTo>
                <a:close/>
                <a:moveTo>
                  <a:pt x="128059" y="36260"/>
                </a:moveTo>
                <a:lnTo>
                  <a:pt x="129593" y="37795"/>
                </a:lnTo>
                <a:lnTo>
                  <a:pt x="129593" y="42465"/>
                </a:lnTo>
                <a:lnTo>
                  <a:pt x="126291" y="45800"/>
                </a:lnTo>
                <a:lnTo>
                  <a:pt x="124122" y="45800"/>
                </a:lnTo>
                <a:lnTo>
                  <a:pt x="128059" y="41831"/>
                </a:lnTo>
                <a:lnTo>
                  <a:pt x="128059" y="36260"/>
                </a:lnTo>
                <a:close/>
                <a:moveTo>
                  <a:pt x="149040" y="36260"/>
                </a:moveTo>
                <a:lnTo>
                  <a:pt x="149040" y="41831"/>
                </a:lnTo>
                <a:lnTo>
                  <a:pt x="153010" y="45800"/>
                </a:lnTo>
                <a:lnTo>
                  <a:pt x="150842" y="45800"/>
                </a:lnTo>
                <a:lnTo>
                  <a:pt x="147506" y="42465"/>
                </a:lnTo>
                <a:lnTo>
                  <a:pt x="147506" y="37795"/>
                </a:lnTo>
                <a:close/>
                <a:moveTo>
                  <a:pt x="158847" y="36260"/>
                </a:moveTo>
                <a:lnTo>
                  <a:pt x="160382" y="37795"/>
                </a:lnTo>
                <a:lnTo>
                  <a:pt x="160382" y="42465"/>
                </a:lnTo>
                <a:lnTo>
                  <a:pt x="157079" y="45800"/>
                </a:lnTo>
                <a:lnTo>
                  <a:pt x="154911" y="45800"/>
                </a:lnTo>
                <a:lnTo>
                  <a:pt x="158847" y="41831"/>
                </a:lnTo>
                <a:lnTo>
                  <a:pt x="158847" y="36260"/>
                </a:lnTo>
                <a:close/>
                <a:moveTo>
                  <a:pt x="179829" y="36260"/>
                </a:moveTo>
                <a:lnTo>
                  <a:pt x="179829" y="41831"/>
                </a:lnTo>
                <a:lnTo>
                  <a:pt x="183798" y="45800"/>
                </a:lnTo>
                <a:lnTo>
                  <a:pt x="181630" y="45800"/>
                </a:lnTo>
                <a:lnTo>
                  <a:pt x="178294" y="42465"/>
                </a:lnTo>
                <a:lnTo>
                  <a:pt x="178294" y="37795"/>
                </a:lnTo>
                <a:close/>
                <a:moveTo>
                  <a:pt x="189636" y="36260"/>
                </a:moveTo>
                <a:lnTo>
                  <a:pt x="191170" y="37795"/>
                </a:lnTo>
                <a:lnTo>
                  <a:pt x="191170" y="42465"/>
                </a:lnTo>
                <a:lnTo>
                  <a:pt x="187868" y="45800"/>
                </a:lnTo>
                <a:lnTo>
                  <a:pt x="185700" y="45800"/>
                </a:lnTo>
                <a:lnTo>
                  <a:pt x="189636" y="41831"/>
                </a:lnTo>
                <a:lnTo>
                  <a:pt x="189636" y="36260"/>
                </a:lnTo>
                <a:close/>
                <a:moveTo>
                  <a:pt x="208549" y="68016"/>
                </a:moveTo>
                <a:lnTo>
                  <a:pt x="203846" y="68016"/>
                </a:lnTo>
                <a:lnTo>
                  <a:pt x="200544" y="64714"/>
                </a:lnTo>
                <a:lnTo>
                  <a:pt x="200544" y="62546"/>
                </a:lnTo>
                <a:lnTo>
                  <a:pt x="204480" y="66482"/>
                </a:lnTo>
                <a:lnTo>
                  <a:pt x="210084" y="66482"/>
                </a:lnTo>
                <a:close/>
                <a:moveTo>
                  <a:pt x="208916" y="76589"/>
                </a:moveTo>
                <a:lnTo>
                  <a:pt x="206648" y="74287"/>
                </a:lnTo>
                <a:lnTo>
                  <a:pt x="206648" y="71052"/>
                </a:lnTo>
                <a:lnTo>
                  <a:pt x="208316" y="69351"/>
                </a:lnTo>
                <a:lnTo>
                  <a:pt x="208316" y="73587"/>
                </a:lnTo>
                <a:lnTo>
                  <a:pt x="211285" y="76589"/>
                </a:lnTo>
                <a:lnTo>
                  <a:pt x="208916" y="76589"/>
                </a:lnTo>
                <a:close/>
                <a:moveTo>
                  <a:pt x="205848" y="82126"/>
                </a:moveTo>
                <a:lnTo>
                  <a:pt x="204513" y="80792"/>
                </a:lnTo>
                <a:lnTo>
                  <a:pt x="204513" y="78791"/>
                </a:lnTo>
                <a:lnTo>
                  <a:pt x="205948" y="77356"/>
                </a:lnTo>
                <a:lnTo>
                  <a:pt x="207816" y="77356"/>
                </a:lnTo>
                <a:lnTo>
                  <a:pt x="205848" y="79324"/>
                </a:lnTo>
                <a:close/>
                <a:moveTo>
                  <a:pt x="188969" y="76589"/>
                </a:moveTo>
                <a:lnTo>
                  <a:pt x="191971" y="73587"/>
                </a:lnTo>
                <a:lnTo>
                  <a:pt x="191971" y="69351"/>
                </a:lnTo>
                <a:lnTo>
                  <a:pt x="193639" y="71052"/>
                </a:lnTo>
                <a:lnTo>
                  <a:pt x="193639" y="74287"/>
                </a:lnTo>
                <a:lnTo>
                  <a:pt x="191337" y="76589"/>
                </a:lnTo>
                <a:close/>
                <a:moveTo>
                  <a:pt x="185700" y="76589"/>
                </a:moveTo>
                <a:lnTo>
                  <a:pt x="189636" y="72620"/>
                </a:lnTo>
                <a:lnTo>
                  <a:pt x="189636" y="67049"/>
                </a:lnTo>
                <a:lnTo>
                  <a:pt x="191170" y="68583"/>
                </a:lnTo>
                <a:lnTo>
                  <a:pt x="191170" y="73253"/>
                </a:lnTo>
                <a:lnTo>
                  <a:pt x="187868" y="76589"/>
                </a:lnTo>
                <a:lnTo>
                  <a:pt x="185700" y="76589"/>
                </a:lnTo>
                <a:close/>
                <a:moveTo>
                  <a:pt x="181630" y="76589"/>
                </a:moveTo>
                <a:lnTo>
                  <a:pt x="178294" y="73253"/>
                </a:lnTo>
                <a:lnTo>
                  <a:pt x="178294" y="68583"/>
                </a:lnTo>
                <a:lnTo>
                  <a:pt x="179829" y="67049"/>
                </a:lnTo>
                <a:lnTo>
                  <a:pt x="179829" y="72620"/>
                </a:lnTo>
                <a:lnTo>
                  <a:pt x="183798" y="76589"/>
                </a:lnTo>
                <a:lnTo>
                  <a:pt x="181630" y="76589"/>
                </a:lnTo>
                <a:close/>
                <a:moveTo>
                  <a:pt x="178128" y="76589"/>
                </a:moveTo>
                <a:lnTo>
                  <a:pt x="175826" y="74287"/>
                </a:lnTo>
                <a:lnTo>
                  <a:pt x="175826" y="71052"/>
                </a:lnTo>
                <a:lnTo>
                  <a:pt x="177527" y="69351"/>
                </a:lnTo>
                <a:lnTo>
                  <a:pt x="177527" y="73587"/>
                </a:lnTo>
                <a:lnTo>
                  <a:pt x="180496" y="76589"/>
                </a:lnTo>
                <a:lnTo>
                  <a:pt x="178128" y="76589"/>
                </a:lnTo>
                <a:close/>
                <a:moveTo>
                  <a:pt x="175059" y="82126"/>
                </a:moveTo>
                <a:lnTo>
                  <a:pt x="173725" y="80792"/>
                </a:lnTo>
                <a:lnTo>
                  <a:pt x="173725" y="78791"/>
                </a:lnTo>
                <a:lnTo>
                  <a:pt x="175159" y="77356"/>
                </a:lnTo>
                <a:lnTo>
                  <a:pt x="177027" y="77356"/>
                </a:lnTo>
                <a:lnTo>
                  <a:pt x="175059" y="79324"/>
                </a:lnTo>
                <a:close/>
                <a:moveTo>
                  <a:pt x="158180" y="76589"/>
                </a:moveTo>
                <a:lnTo>
                  <a:pt x="161182" y="73587"/>
                </a:lnTo>
                <a:lnTo>
                  <a:pt x="161182" y="69351"/>
                </a:lnTo>
                <a:lnTo>
                  <a:pt x="162850" y="71052"/>
                </a:lnTo>
                <a:lnTo>
                  <a:pt x="162850" y="74287"/>
                </a:lnTo>
                <a:lnTo>
                  <a:pt x="160548" y="76589"/>
                </a:lnTo>
                <a:close/>
                <a:moveTo>
                  <a:pt x="154911" y="76589"/>
                </a:moveTo>
                <a:lnTo>
                  <a:pt x="158847" y="72620"/>
                </a:lnTo>
                <a:lnTo>
                  <a:pt x="158847" y="67049"/>
                </a:lnTo>
                <a:lnTo>
                  <a:pt x="160382" y="68583"/>
                </a:lnTo>
                <a:lnTo>
                  <a:pt x="160382" y="73253"/>
                </a:lnTo>
                <a:lnTo>
                  <a:pt x="157079" y="76589"/>
                </a:lnTo>
                <a:lnTo>
                  <a:pt x="154911" y="76589"/>
                </a:lnTo>
                <a:close/>
                <a:moveTo>
                  <a:pt x="150842" y="76589"/>
                </a:moveTo>
                <a:lnTo>
                  <a:pt x="147506" y="73253"/>
                </a:lnTo>
                <a:lnTo>
                  <a:pt x="147506" y="68583"/>
                </a:lnTo>
                <a:lnTo>
                  <a:pt x="149040" y="67049"/>
                </a:lnTo>
                <a:lnTo>
                  <a:pt x="149040" y="72620"/>
                </a:lnTo>
                <a:lnTo>
                  <a:pt x="153010" y="76589"/>
                </a:lnTo>
                <a:lnTo>
                  <a:pt x="150842" y="76589"/>
                </a:lnTo>
                <a:close/>
                <a:moveTo>
                  <a:pt x="147339" y="76589"/>
                </a:moveTo>
                <a:lnTo>
                  <a:pt x="145037" y="74287"/>
                </a:lnTo>
                <a:lnTo>
                  <a:pt x="145037" y="71052"/>
                </a:lnTo>
                <a:lnTo>
                  <a:pt x="146739" y="69351"/>
                </a:lnTo>
                <a:lnTo>
                  <a:pt x="146739" y="73587"/>
                </a:lnTo>
                <a:lnTo>
                  <a:pt x="149707" y="76589"/>
                </a:lnTo>
                <a:lnTo>
                  <a:pt x="147339" y="76589"/>
                </a:lnTo>
                <a:close/>
                <a:moveTo>
                  <a:pt x="144270" y="82126"/>
                </a:moveTo>
                <a:lnTo>
                  <a:pt x="142936" y="80792"/>
                </a:lnTo>
                <a:lnTo>
                  <a:pt x="142936" y="78791"/>
                </a:lnTo>
                <a:lnTo>
                  <a:pt x="144370" y="77356"/>
                </a:lnTo>
                <a:lnTo>
                  <a:pt x="146238" y="77356"/>
                </a:lnTo>
                <a:lnTo>
                  <a:pt x="144270" y="79324"/>
                </a:lnTo>
                <a:close/>
                <a:moveTo>
                  <a:pt x="127391" y="76589"/>
                </a:moveTo>
                <a:lnTo>
                  <a:pt x="130394" y="73587"/>
                </a:lnTo>
                <a:lnTo>
                  <a:pt x="130394" y="69351"/>
                </a:lnTo>
                <a:lnTo>
                  <a:pt x="132061" y="71052"/>
                </a:lnTo>
                <a:lnTo>
                  <a:pt x="132061" y="74287"/>
                </a:lnTo>
                <a:lnTo>
                  <a:pt x="129760" y="76589"/>
                </a:lnTo>
                <a:close/>
                <a:moveTo>
                  <a:pt x="124122" y="76589"/>
                </a:moveTo>
                <a:lnTo>
                  <a:pt x="128059" y="72620"/>
                </a:lnTo>
                <a:lnTo>
                  <a:pt x="128059" y="67049"/>
                </a:lnTo>
                <a:lnTo>
                  <a:pt x="129593" y="68583"/>
                </a:lnTo>
                <a:lnTo>
                  <a:pt x="129593" y="73253"/>
                </a:lnTo>
                <a:lnTo>
                  <a:pt x="126291" y="76589"/>
                </a:lnTo>
                <a:lnTo>
                  <a:pt x="124122" y="76589"/>
                </a:lnTo>
                <a:close/>
                <a:moveTo>
                  <a:pt x="120053" y="76589"/>
                </a:moveTo>
                <a:lnTo>
                  <a:pt x="116717" y="73253"/>
                </a:lnTo>
                <a:lnTo>
                  <a:pt x="116717" y="68583"/>
                </a:lnTo>
                <a:lnTo>
                  <a:pt x="118252" y="67049"/>
                </a:lnTo>
                <a:lnTo>
                  <a:pt x="118252" y="72620"/>
                </a:lnTo>
                <a:lnTo>
                  <a:pt x="122188" y="76589"/>
                </a:lnTo>
                <a:lnTo>
                  <a:pt x="120053" y="76589"/>
                </a:lnTo>
                <a:close/>
                <a:moveTo>
                  <a:pt x="116550" y="76589"/>
                </a:moveTo>
                <a:lnTo>
                  <a:pt x="114249" y="74287"/>
                </a:lnTo>
                <a:lnTo>
                  <a:pt x="114249" y="71052"/>
                </a:lnTo>
                <a:lnTo>
                  <a:pt x="115950" y="69351"/>
                </a:lnTo>
                <a:lnTo>
                  <a:pt x="115950" y="73587"/>
                </a:lnTo>
                <a:lnTo>
                  <a:pt x="118919" y="76589"/>
                </a:lnTo>
                <a:lnTo>
                  <a:pt x="116550" y="76589"/>
                </a:lnTo>
                <a:close/>
                <a:moveTo>
                  <a:pt x="113482" y="82126"/>
                </a:moveTo>
                <a:lnTo>
                  <a:pt x="112147" y="80792"/>
                </a:lnTo>
                <a:lnTo>
                  <a:pt x="112147" y="78791"/>
                </a:lnTo>
                <a:lnTo>
                  <a:pt x="113582" y="77356"/>
                </a:lnTo>
                <a:lnTo>
                  <a:pt x="115450" y="77356"/>
                </a:lnTo>
                <a:lnTo>
                  <a:pt x="113482" y="79324"/>
                </a:lnTo>
                <a:close/>
                <a:moveTo>
                  <a:pt x="96603" y="76589"/>
                </a:moveTo>
                <a:lnTo>
                  <a:pt x="99605" y="73587"/>
                </a:lnTo>
                <a:lnTo>
                  <a:pt x="99605" y="69351"/>
                </a:lnTo>
                <a:lnTo>
                  <a:pt x="101273" y="71052"/>
                </a:lnTo>
                <a:lnTo>
                  <a:pt x="101273" y="74287"/>
                </a:lnTo>
                <a:lnTo>
                  <a:pt x="98971" y="76589"/>
                </a:lnTo>
                <a:close/>
                <a:moveTo>
                  <a:pt x="93334" y="76589"/>
                </a:moveTo>
                <a:lnTo>
                  <a:pt x="97270" y="72620"/>
                </a:lnTo>
                <a:lnTo>
                  <a:pt x="97270" y="67049"/>
                </a:lnTo>
                <a:lnTo>
                  <a:pt x="98804" y="68583"/>
                </a:lnTo>
                <a:lnTo>
                  <a:pt x="98804" y="73253"/>
                </a:lnTo>
                <a:lnTo>
                  <a:pt x="95469" y="76589"/>
                </a:lnTo>
                <a:lnTo>
                  <a:pt x="93334" y="76589"/>
                </a:lnTo>
                <a:close/>
                <a:moveTo>
                  <a:pt x="89231" y="76589"/>
                </a:moveTo>
                <a:lnTo>
                  <a:pt x="85929" y="73253"/>
                </a:lnTo>
                <a:lnTo>
                  <a:pt x="85929" y="68583"/>
                </a:lnTo>
                <a:lnTo>
                  <a:pt x="87463" y="67049"/>
                </a:lnTo>
                <a:lnTo>
                  <a:pt x="87463" y="72620"/>
                </a:lnTo>
                <a:lnTo>
                  <a:pt x="91399" y="76589"/>
                </a:lnTo>
                <a:lnTo>
                  <a:pt x="89231" y="76589"/>
                </a:lnTo>
                <a:close/>
                <a:moveTo>
                  <a:pt x="85762" y="76589"/>
                </a:moveTo>
                <a:lnTo>
                  <a:pt x="83460" y="74287"/>
                </a:lnTo>
                <a:lnTo>
                  <a:pt x="83460" y="71052"/>
                </a:lnTo>
                <a:lnTo>
                  <a:pt x="85128" y="69351"/>
                </a:lnTo>
                <a:lnTo>
                  <a:pt x="85128" y="73587"/>
                </a:lnTo>
                <a:lnTo>
                  <a:pt x="88130" y="76589"/>
                </a:lnTo>
                <a:lnTo>
                  <a:pt x="85762" y="76589"/>
                </a:lnTo>
                <a:close/>
                <a:moveTo>
                  <a:pt x="82660" y="82126"/>
                </a:moveTo>
                <a:lnTo>
                  <a:pt x="81359" y="80792"/>
                </a:lnTo>
                <a:lnTo>
                  <a:pt x="81359" y="78791"/>
                </a:lnTo>
                <a:lnTo>
                  <a:pt x="82793" y="77356"/>
                </a:lnTo>
                <a:lnTo>
                  <a:pt x="84628" y="77356"/>
                </a:lnTo>
                <a:lnTo>
                  <a:pt x="82660" y="79324"/>
                </a:lnTo>
                <a:close/>
                <a:moveTo>
                  <a:pt x="65814" y="76589"/>
                </a:moveTo>
                <a:lnTo>
                  <a:pt x="68816" y="73587"/>
                </a:lnTo>
                <a:lnTo>
                  <a:pt x="68816" y="69351"/>
                </a:lnTo>
                <a:lnTo>
                  <a:pt x="70484" y="71052"/>
                </a:lnTo>
                <a:lnTo>
                  <a:pt x="70484" y="74287"/>
                </a:lnTo>
                <a:lnTo>
                  <a:pt x="68183" y="76589"/>
                </a:lnTo>
                <a:close/>
                <a:moveTo>
                  <a:pt x="62512" y="76589"/>
                </a:moveTo>
                <a:lnTo>
                  <a:pt x="66481" y="72620"/>
                </a:lnTo>
                <a:lnTo>
                  <a:pt x="66481" y="67049"/>
                </a:lnTo>
                <a:lnTo>
                  <a:pt x="68016" y="68583"/>
                </a:lnTo>
                <a:lnTo>
                  <a:pt x="68016" y="73253"/>
                </a:lnTo>
                <a:lnTo>
                  <a:pt x="64680" y="76589"/>
                </a:lnTo>
                <a:lnTo>
                  <a:pt x="62512" y="76589"/>
                </a:lnTo>
                <a:close/>
                <a:moveTo>
                  <a:pt x="58442" y="76589"/>
                </a:moveTo>
                <a:lnTo>
                  <a:pt x="55140" y="73253"/>
                </a:lnTo>
                <a:lnTo>
                  <a:pt x="55140" y="68583"/>
                </a:lnTo>
                <a:lnTo>
                  <a:pt x="56674" y="67049"/>
                </a:lnTo>
                <a:lnTo>
                  <a:pt x="56674" y="72620"/>
                </a:lnTo>
                <a:lnTo>
                  <a:pt x="60610" y="76589"/>
                </a:lnTo>
                <a:lnTo>
                  <a:pt x="58442" y="76589"/>
                </a:lnTo>
                <a:close/>
                <a:moveTo>
                  <a:pt x="54973" y="76589"/>
                </a:moveTo>
                <a:lnTo>
                  <a:pt x="52671" y="74287"/>
                </a:lnTo>
                <a:lnTo>
                  <a:pt x="52671" y="71052"/>
                </a:lnTo>
                <a:lnTo>
                  <a:pt x="54339" y="69351"/>
                </a:lnTo>
                <a:lnTo>
                  <a:pt x="54339" y="73587"/>
                </a:lnTo>
                <a:lnTo>
                  <a:pt x="57341" y="76589"/>
                </a:lnTo>
                <a:lnTo>
                  <a:pt x="54973" y="76589"/>
                </a:lnTo>
                <a:close/>
                <a:moveTo>
                  <a:pt x="51871" y="82126"/>
                </a:moveTo>
                <a:lnTo>
                  <a:pt x="50570" y="80792"/>
                </a:lnTo>
                <a:lnTo>
                  <a:pt x="50570" y="78791"/>
                </a:lnTo>
                <a:lnTo>
                  <a:pt x="51971" y="77356"/>
                </a:lnTo>
                <a:lnTo>
                  <a:pt x="53839" y="77356"/>
                </a:lnTo>
                <a:lnTo>
                  <a:pt x="51871" y="79324"/>
                </a:lnTo>
                <a:close/>
                <a:moveTo>
                  <a:pt x="35026" y="76589"/>
                </a:moveTo>
                <a:lnTo>
                  <a:pt x="37994" y="73587"/>
                </a:lnTo>
                <a:lnTo>
                  <a:pt x="37994" y="69351"/>
                </a:lnTo>
                <a:lnTo>
                  <a:pt x="39696" y="71052"/>
                </a:lnTo>
                <a:lnTo>
                  <a:pt x="39696" y="74287"/>
                </a:lnTo>
                <a:lnTo>
                  <a:pt x="37394" y="76589"/>
                </a:lnTo>
                <a:close/>
                <a:moveTo>
                  <a:pt x="37761" y="55140"/>
                </a:moveTo>
                <a:lnTo>
                  <a:pt x="42464" y="55140"/>
                </a:lnTo>
                <a:lnTo>
                  <a:pt x="45767" y="58443"/>
                </a:lnTo>
                <a:lnTo>
                  <a:pt x="45767" y="60611"/>
                </a:lnTo>
                <a:lnTo>
                  <a:pt x="41830" y="56675"/>
                </a:lnTo>
                <a:lnTo>
                  <a:pt x="36226" y="56675"/>
                </a:lnTo>
                <a:close/>
                <a:moveTo>
                  <a:pt x="37394" y="46568"/>
                </a:moveTo>
                <a:lnTo>
                  <a:pt x="39696" y="48869"/>
                </a:lnTo>
                <a:lnTo>
                  <a:pt x="39696" y="52105"/>
                </a:lnTo>
                <a:lnTo>
                  <a:pt x="37994" y="53806"/>
                </a:lnTo>
                <a:lnTo>
                  <a:pt x="37994" y="49570"/>
                </a:lnTo>
                <a:lnTo>
                  <a:pt x="35026" y="46568"/>
                </a:lnTo>
                <a:close/>
                <a:moveTo>
                  <a:pt x="40463" y="41030"/>
                </a:moveTo>
                <a:lnTo>
                  <a:pt x="41797" y="42365"/>
                </a:lnTo>
                <a:lnTo>
                  <a:pt x="41797" y="44366"/>
                </a:lnTo>
                <a:lnTo>
                  <a:pt x="40363" y="45800"/>
                </a:lnTo>
                <a:lnTo>
                  <a:pt x="38495" y="45800"/>
                </a:lnTo>
                <a:lnTo>
                  <a:pt x="40463" y="43832"/>
                </a:lnTo>
                <a:close/>
                <a:moveTo>
                  <a:pt x="57341" y="46568"/>
                </a:moveTo>
                <a:lnTo>
                  <a:pt x="54339" y="49570"/>
                </a:lnTo>
                <a:lnTo>
                  <a:pt x="54339" y="53806"/>
                </a:lnTo>
                <a:lnTo>
                  <a:pt x="52671" y="52105"/>
                </a:lnTo>
                <a:lnTo>
                  <a:pt x="52671" y="48869"/>
                </a:lnTo>
                <a:lnTo>
                  <a:pt x="54973" y="46568"/>
                </a:lnTo>
                <a:close/>
                <a:moveTo>
                  <a:pt x="60610" y="46568"/>
                </a:moveTo>
                <a:lnTo>
                  <a:pt x="56674" y="50537"/>
                </a:lnTo>
                <a:lnTo>
                  <a:pt x="56674" y="56108"/>
                </a:lnTo>
                <a:lnTo>
                  <a:pt x="55140" y="54573"/>
                </a:lnTo>
                <a:lnTo>
                  <a:pt x="55140" y="49903"/>
                </a:lnTo>
                <a:lnTo>
                  <a:pt x="58442" y="46568"/>
                </a:lnTo>
                <a:close/>
                <a:moveTo>
                  <a:pt x="64680" y="46568"/>
                </a:moveTo>
                <a:lnTo>
                  <a:pt x="68016" y="49903"/>
                </a:lnTo>
                <a:lnTo>
                  <a:pt x="68016" y="54573"/>
                </a:lnTo>
                <a:lnTo>
                  <a:pt x="66481" y="56108"/>
                </a:lnTo>
                <a:lnTo>
                  <a:pt x="66481" y="50537"/>
                </a:lnTo>
                <a:lnTo>
                  <a:pt x="62545" y="46568"/>
                </a:lnTo>
                <a:close/>
                <a:moveTo>
                  <a:pt x="68183" y="46568"/>
                </a:moveTo>
                <a:lnTo>
                  <a:pt x="70484" y="48869"/>
                </a:lnTo>
                <a:lnTo>
                  <a:pt x="70484" y="52105"/>
                </a:lnTo>
                <a:lnTo>
                  <a:pt x="68783" y="53806"/>
                </a:lnTo>
                <a:lnTo>
                  <a:pt x="68783" y="49570"/>
                </a:lnTo>
                <a:lnTo>
                  <a:pt x="65814" y="46568"/>
                </a:lnTo>
                <a:close/>
                <a:moveTo>
                  <a:pt x="71251" y="41030"/>
                </a:moveTo>
                <a:lnTo>
                  <a:pt x="72586" y="42365"/>
                </a:lnTo>
                <a:lnTo>
                  <a:pt x="72586" y="44366"/>
                </a:lnTo>
                <a:lnTo>
                  <a:pt x="71151" y="45800"/>
                </a:lnTo>
                <a:lnTo>
                  <a:pt x="69283" y="45800"/>
                </a:lnTo>
                <a:lnTo>
                  <a:pt x="71251" y="43832"/>
                </a:lnTo>
                <a:lnTo>
                  <a:pt x="71251" y="41030"/>
                </a:lnTo>
                <a:close/>
                <a:moveTo>
                  <a:pt x="88130" y="46568"/>
                </a:moveTo>
                <a:lnTo>
                  <a:pt x="85128" y="49570"/>
                </a:lnTo>
                <a:lnTo>
                  <a:pt x="85128" y="53806"/>
                </a:lnTo>
                <a:lnTo>
                  <a:pt x="83460" y="52105"/>
                </a:lnTo>
                <a:lnTo>
                  <a:pt x="83460" y="48869"/>
                </a:lnTo>
                <a:lnTo>
                  <a:pt x="85762" y="46568"/>
                </a:lnTo>
                <a:close/>
                <a:moveTo>
                  <a:pt x="91399" y="46568"/>
                </a:moveTo>
                <a:lnTo>
                  <a:pt x="87463" y="50537"/>
                </a:lnTo>
                <a:lnTo>
                  <a:pt x="87463" y="56108"/>
                </a:lnTo>
                <a:lnTo>
                  <a:pt x="85929" y="54573"/>
                </a:lnTo>
                <a:lnTo>
                  <a:pt x="85929" y="49903"/>
                </a:lnTo>
                <a:lnTo>
                  <a:pt x="89231" y="46568"/>
                </a:lnTo>
                <a:close/>
                <a:moveTo>
                  <a:pt x="95469" y="46568"/>
                </a:moveTo>
                <a:lnTo>
                  <a:pt x="98804" y="49903"/>
                </a:lnTo>
                <a:lnTo>
                  <a:pt x="98804" y="54573"/>
                </a:lnTo>
                <a:lnTo>
                  <a:pt x="97270" y="56108"/>
                </a:lnTo>
                <a:lnTo>
                  <a:pt x="97270" y="50537"/>
                </a:lnTo>
                <a:lnTo>
                  <a:pt x="93334" y="46568"/>
                </a:lnTo>
                <a:close/>
                <a:moveTo>
                  <a:pt x="98971" y="46568"/>
                </a:moveTo>
                <a:lnTo>
                  <a:pt x="101273" y="48869"/>
                </a:lnTo>
                <a:lnTo>
                  <a:pt x="101273" y="52105"/>
                </a:lnTo>
                <a:lnTo>
                  <a:pt x="99572" y="53806"/>
                </a:lnTo>
                <a:lnTo>
                  <a:pt x="99572" y="49570"/>
                </a:lnTo>
                <a:lnTo>
                  <a:pt x="96603" y="46568"/>
                </a:lnTo>
                <a:close/>
                <a:moveTo>
                  <a:pt x="102040" y="41030"/>
                </a:moveTo>
                <a:lnTo>
                  <a:pt x="103374" y="42365"/>
                </a:lnTo>
                <a:lnTo>
                  <a:pt x="103374" y="44366"/>
                </a:lnTo>
                <a:lnTo>
                  <a:pt x="101940" y="45800"/>
                </a:lnTo>
                <a:lnTo>
                  <a:pt x="100072" y="45800"/>
                </a:lnTo>
                <a:lnTo>
                  <a:pt x="102040" y="43832"/>
                </a:lnTo>
                <a:close/>
                <a:moveTo>
                  <a:pt x="118919" y="46568"/>
                </a:moveTo>
                <a:lnTo>
                  <a:pt x="115917" y="49570"/>
                </a:lnTo>
                <a:lnTo>
                  <a:pt x="115917" y="53806"/>
                </a:lnTo>
                <a:lnTo>
                  <a:pt x="114249" y="52105"/>
                </a:lnTo>
                <a:lnTo>
                  <a:pt x="114249" y="48869"/>
                </a:lnTo>
                <a:lnTo>
                  <a:pt x="116550" y="46568"/>
                </a:lnTo>
                <a:close/>
                <a:moveTo>
                  <a:pt x="122188" y="46568"/>
                </a:moveTo>
                <a:lnTo>
                  <a:pt x="118252" y="50537"/>
                </a:lnTo>
                <a:lnTo>
                  <a:pt x="118252" y="56108"/>
                </a:lnTo>
                <a:lnTo>
                  <a:pt x="116717" y="54573"/>
                </a:lnTo>
                <a:lnTo>
                  <a:pt x="116717" y="49903"/>
                </a:lnTo>
                <a:lnTo>
                  <a:pt x="120053" y="46568"/>
                </a:lnTo>
                <a:close/>
                <a:moveTo>
                  <a:pt x="126291" y="46568"/>
                </a:moveTo>
                <a:lnTo>
                  <a:pt x="129593" y="49903"/>
                </a:lnTo>
                <a:lnTo>
                  <a:pt x="129593" y="54573"/>
                </a:lnTo>
                <a:lnTo>
                  <a:pt x="128059" y="56108"/>
                </a:lnTo>
                <a:lnTo>
                  <a:pt x="128059" y="50537"/>
                </a:lnTo>
                <a:lnTo>
                  <a:pt x="124122" y="46568"/>
                </a:lnTo>
                <a:close/>
                <a:moveTo>
                  <a:pt x="129760" y="46568"/>
                </a:moveTo>
                <a:lnTo>
                  <a:pt x="132061" y="48869"/>
                </a:lnTo>
                <a:lnTo>
                  <a:pt x="132061" y="52105"/>
                </a:lnTo>
                <a:lnTo>
                  <a:pt x="130394" y="53806"/>
                </a:lnTo>
                <a:lnTo>
                  <a:pt x="130394" y="49570"/>
                </a:lnTo>
                <a:lnTo>
                  <a:pt x="127391" y="46568"/>
                </a:lnTo>
                <a:close/>
                <a:moveTo>
                  <a:pt x="132862" y="41030"/>
                </a:moveTo>
                <a:lnTo>
                  <a:pt x="134163" y="42365"/>
                </a:lnTo>
                <a:lnTo>
                  <a:pt x="134163" y="44366"/>
                </a:lnTo>
                <a:lnTo>
                  <a:pt x="132729" y="45800"/>
                </a:lnTo>
                <a:lnTo>
                  <a:pt x="130894" y="45800"/>
                </a:lnTo>
                <a:lnTo>
                  <a:pt x="132862" y="43832"/>
                </a:lnTo>
                <a:close/>
                <a:moveTo>
                  <a:pt x="149707" y="46568"/>
                </a:moveTo>
                <a:lnTo>
                  <a:pt x="146739" y="49570"/>
                </a:lnTo>
                <a:lnTo>
                  <a:pt x="146739" y="53806"/>
                </a:lnTo>
                <a:lnTo>
                  <a:pt x="145037" y="52105"/>
                </a:lnTo>
                <a:lnTo>
                  <a:pt x="145037" y="48869"/>
                </a:lnTo>
                <a:lnTo>
                  <a:pt x="147339" y="46568"/>
                </a:lnTo>
                <a:close/>
                <a:moveTo>
                  <a:pt x="153010" y="46568"/>
                </a:moveTo>
                <a:lnTo>
                  <a:pt x="149040" y="50537"/>
                </a:lnTo>
                <a:lnTo>
                  <a:pt x="149040" y="56108"/>
                </a:lnTo>
                <a:lnTo>
                  <a:pt x="147506" y="54573"/>
                </a:lnTo>
                <a:lnTo>
                  <a:pt x="147506" y="49903"/>
                </a:lnTo>
                <a:lnTo>
                  <a:pt x="150842" y="46568"/>
                </a:lnTo>
                <a:close/>
                <a:moveTo>
                  <a:pt x="157079" y="46568"/>
                </a:moveTo>
                <a:lnTo>
                  <a:pt x="160382" y="49903"/>
                </a:lnTo>
                <a:lnTo>
                  <a:pt x="160382" y="54573"/>
                </a:lnTo>
                <a:lnTo>
                  <a:pt x="158847" y="56108"/>
                </a:lnTo>
                <a:lnTo>
                  <a:pt x="158847" y="50537"/>
                </a:lnTo>
                <a:lnTo>
                  <a:pt x="154911" y="46568"/>
                </a:lnTo>
                <a:close/>
                <a:moveTo>
                  <a:pt x="160548" y="46568"/>
                </a:moveTo>
                <a:lnTo>
                  <a:pt x="162850" y="48869"/>
                </a:lnTo>
                <a:lnTo>
                  <a:pt x="162850" y="52105"/>
                </a:lnTo>
                <a:lnTo>
                  <a:pt x="161182" y="53806"/>
                </a:lnTo>
                <a:lnTo>
                  <a:pt x="161182" y="49570"/>
                </a:lnTo>
                <a:lnTo>
                  <a:pt x="158180" y="46568"/>
                </a:lnTo>
                <a:close/>
                <a:moveTo>
                  <a:pt x="163651" y="41030"/>
                </a:moveTo>
                <a:lnTo>
                  <a:pt x="164952" y="42365"/>
                </a:lnTo>
                <a:lnTo>
                  <a:pt x="164952" y="44366"/>
                </a:lnTo>
                <a:lnTo>
                  <a:pt x="163551" y="45800"/>
                </a:lnTo>
                <a:lnTo>
                  <a:pt x="161683" y="45800"/>
                </a:lnTo>
                <a:lnTo>
                  <a:pt x="163651" y="43832"/>
                </a:lnTo>
                <a:close/>
                <a:moveTo>
                  <a:pt x="180496" y="46568"/>
                </a:moveTo>
                <a:lnTo>
                  <a:pt x="177494" y="49570"/>
                </a:lnTo>
                <a:lnTo>
                  <a:pt x="177494" y="53806"/>
                </a:lnTo>
                <a:lnTo>
                  <a:pt x="175826" y="52105"/>
                </a:lnTo>
                <a:lnTo>
                  <a:pt x="175826" y="48869"/>
                </a:lnTo>
                <a:lnTo>
                  <a:pt x="178128" y="46568"/>
                </a:lnTo>
                <a:close/>
                <a:moveTo>
                  <a:pt x="183798" y="46568"/>
                </a:moveTo>
                <a:lnTo>
                  <a:pt x="179829" y="50537"/>
                </a:lnTo>
                <a:lnTo>
                  <a:pt x="179829" y="56108"/>
                </a:lnTo>
                <a:lnTo>
                  <a:pt x="178294" y="54573"/>
                </a:lnTo>
                <a:lnTo>
                  <a:pt x="178294" y="49903"/>
                </a:lnTo>
                <a:lnTo>
                  <a:pt x="181630" y="46568"/>
                </a:lnTo>
                <a:close/>
                <a:moveTo>
                  <a:pt x="187868" y="46568"/>
                </a:moveTo>
                <a:lnTo>
                  <a:pt x="191170" y="49903"/>
                </a:lnTo>
                <a:lnTo>
                  <a:pt x="191170" y="54573"/>
                </a:lnTo>
                <a:lnTo>
                  <a:pt x="189636" y="56108"/>
                </a:lnTo>
                <a:lnTo>
                  <a:pt x="189636" y="50537"/>
                </a:lnTo>
                <a:lnTo>
                  <a:pt x="185700" y="46568"/>
                </a:lnTo>
                <a:close/>
                <a:moveTo>
                  <a:pt x="191337" y="46568"/>
                </a:moveTo>
                <a:lnTo>
                  <a:pt x="193639" y="48869"/>
                </a:lnTo>
                <a:lnTo>
                  <a:pt x="193639" y="52105"/>
                </a:lnTo>
                <a:lnTo>
                  <a:pt x="191971" y="53806"/>
                </a:lnTo>
                <a:lnTo>
                  <a:pt x="191971" y="49570"/>
                </a:lnTo>
                <a:lnTo>
                  <a:pt x="188969" y="46568"/>
                </a:lnTo>
                <a:close/>
                <a:moveTo>
                  <a:pt x="194439" y="41030"/>
                </a:moveTo>
                <a:lnTo>
                  <a:pt x="195740" y="42365"/>
                </a:lnTo>
                <a:lnTo>
                  <a:pt x="195740" y="44366"/>
                </a:lnTo>
                <a:lnTo>
                  <a:pt x="194339" y="45800"/>
                </a:lnTo>
                <a:lnTo>
                  <a:pt x="192471" y="45800"/>
                </a:lnTo>
                <a:lnTo>
                  <a:pt x="194439" y="43832"/>
                </a:lnTo>
                <a:close/>
                <a:moveTo>
                  <a:pt x="203979" y="72586"/>
                </a:moveTo>
                <a:lnTo>
                  <a:pt x="201945" y="72586"/>
                </a:lnTo>
                <a:lnTo>
                  <a:pt x="200544" y="71152"/>
                </a:lnTo>
                <a:lnTo>
                  <a:pt x="200544" y="69317"/>
                </a:lnTo>
                <a:lnTo>
                  <a:pt x="202512" y="71285"/>
                </a:lnTo>
                <a:lnTo>
                  <a:pt x="205280" y="71285"/>
                </a:lnTo>
                <a:close/>
                <a:moveTo>
                  <a:pt x="203846" y="75588"/>
                </a:moveTo>
                <a:lnTo>
                  <a:pt x="204847" y="76589"/>
                </a:lnTo>
                <a:lnTo>
                  <a:pt x="201077" y="76589"/>
                </a:lnTo>
                <a:lnTo>
                  <a:pt x="203746" y="73920"/>
                </a:lnTo>
                <a:lnTo>
                  <a:pt x="203746" y="75321"/>
                </a:lnTo>
                <a:close/>
                <a:moveTo>
                  <a:pt x="203746" y="80025"/>
                </a:moveTo>
                <a:lnTo>
                  <a:pt x="201077" y="77356"/>
                </a:lnTo>
                <a:lnTo>
                  <a:pt x="204847" y="77356"/>
                </a:lnTo>
                <a:lnTo>
                  <a:pt x="203746" y="78457"/>
                </a:lnTo>
                <a:lnTo>
                  <a:pt x="203746" y="80025"/>
                </a:lnTo>
                <a:close/>
                <a:moveTo>
                  <a:pt x="192538" y="68817"/>
                </a:moveTo>
                <a:lnTo>
                  <a:pt x="196741" y="68817"/>
                </a:lnTo>
                <a:lnTo>
                  <a:pt x="199743" y="65815"/>
                </a:lnTo>
                <a:lnTo>
                  <a:pt x="199743" y="68183"/>
                </a:lnTo>
                <a:lnTo>
                  <a:pt x="197441" y="70485"/>
                </a:lnTo>
                <a:lnTo>
                  <a:pt x="194206" y="70485"/>
                </a:lnTo>
                <a:close/>
                <a:moveTo>
                  <a:pt x="190203" y="66482"/>
                </a:moveTo>
                <a:lnTo>
                  <a:pt x="195807" y="66482"/>
                </a:lnTo>
                <a:lnTo>
                  <a:pt x="199743" y="62546"/>
                </a:lnTo>
                <a:lnTo>
                  <a:pt x="199743" y="64714"/>
                </a:lnTo>
                <a:lnTo>
                  <a:pt x="196441" y="68016"/>
                </a:lnTo>
                <a:lnTo>
                  <a:pt x="191737" y="68016"/>
                </a:lnTo>
                <a:close/>
                <a:moveTo>
                  <a:pt x="177761" y="68016"/>
                </a:moveTo>
                <a:lnTo>
                  <a:pt x="173057" y="68016"/>
                </a:lnTo>
                <a:lnTo>
                  <a:pt x="169755" y="64714"/>
                </a:lnTo>
                <a:lnTo>
                  <a:pt x="169755" y="62546"/>
                </a:lnTo>
                <a:lnTo>
                  <a:pt x="173691" y="66482"/>
                </a:lnTo>
                <a:lnTo>
                  <a:pt x="179262" y="66482"/>
                </a:lnTo>
                <a:close/>
                <a:moveTo>
                  <a:pt x="175292" y="70485"/>
                </a:moveTo>
                <a:lnTo>
                  <a:pt x="172023" y="70485"/>
                </a:lnTo>
                <a:lnTo>
                  <a:pt x="169755" y="68183"/>
                </a:lnTo>
                <a:lnTo>
                  <a:pt x="169755" y="65815"/>
                </a:lnTo>
                <a:lnTo>
                  <a:pt x="172724" y="68817"/>
                </a:lnTo>
                <a:lnTo>
                  <a:pt x="176960" y="68817"/>
                </a:lnTo>
                <a:close/>
                <a:moveTo>
                  <a:pt x="173191" y="72586"/>
                </a:moveTo>
                <a:lnTo>
                  <a:pt x="171156" y="72586"/>
                </a:lnTo>
                <a:lnTo>
                  <a:pt x="169755" y="71152"/>
                </a:lnTo>
                <a:lnTo>
                  <a:pt x="169755" y="69317"/>
                </a:lnTo>
                <a:lnTo>
                  <a:pt x="171723" y="71285"/>
                </a:lnTo>
                <a:lnTo>
                  <a:pt x="174492" y="71285"/>
                </a:lnTo>
                <a:close/>
                <a:moveTo>
                  <a:pt x="173057" y="75588"/>
                </a:moveTo>
                <a:lnTo>
                  <a:pt x="174025" y="76589"/>
                </a:lnTo>
                <a:lnTo>
                  <a:pt x="170289" y="76589"/>
                </a:lnTo>
                <a:lnTo>
                  <a:pt x="172957" y="73920"/>
                </a:lnTo>
                <a:lnTo>
                  <a:pt x="172957" y="75321"/>
                </a:lnTo>
                <a:close/>
                <a:moveTo>
                  <a:pt x="172957" y="80025"/>
                </a:moveTo>
                <a:lnTo>
                  <a:pt x="170289" y="77356"/>
                </a:lnTo>
                <a:lnTo>
                  <a:pt x="174025" y="77356"/>
                </a:lnTo>
                <a:lnTo>
                  <a:pt x="172957" y="78457"/>
                </a:lnTo>
                <a:lnTo>
                  <a:pt x="172957" y="80025"/>
                </a:lnTo>
                <a:close/>
                <a:moveTo>
                  <a:pt x="161749" y="68817"/>
                </a:moveTo>
                <a:lnTo>
                  <a:pt x="165786" y="68817"/>
                </a:lnTo>
                <a:lnTo>
                  <a:pt x="166086" y="68683"/>
                </a:lnTo>
                <a:lnTo>
                  <a:pt x="168954" y="65815"/>
                </a:lnTo>
                <a:lnTo>
                  <a:pt x="168954" y="68183"/>
                </a:lnTo>
                <a:lnTo>
                  <a:pt x="166653" y="70485"/>
                </a:lnTo>
                <a:lnTo>
                  <a:pt x="163417" y="70485"/>
                </a:lnTo>
                <a:close/>
                <a:moveTo>
                  <a:pt x="159414" y="66482"/>
                </a:moveTo>
                <a:lnTo>
                  <a:pt x="164985" y="66482"/>
                </a:lnTo>
                <a:lnTo>
                  <a:pt x="168954" y="62546"/>
                </a:lnTo>
                <a:lnTo>
                  <a:pt x="168954" y="64714"/>
                </a:lnTo>
                <a:lnTo>
                  <a:pt x="165619" y="68016"/>
                </a:lnTo>
                <a:lnTo>
                  <a:pt x="160949" y="68016"/>
                </a:lnTo>
                <a:close/>
                <a:moveTo>
                  <a:pt x="146939" y="68016"/>
                </a:moveTo>
                <a:lnTo>
                  <a:pt x="142269" y="68016"/>
                </a:lnTo>
                <a:lnTo>
                  <a:pt x="138933" y="64714"/>
                </a:lnTo>
                <a:lnTo>
                  <a:pt x="138933" y="62546"/>
                </a:lnTo>
                <a:lnTo>
                  <a:pt x="142903" y="66482"/>
                </a:lnTo>
                <a:lnTo>
                  <a:pt x="148473" y="66482"/>
                </a:lnTo>
                <a:close/>
                <a:moveTo>
                  <a:pt x="144504" y="70485"/>
                </a:moveTo>
                <a:lnTo>
                  <a:pt x="141235" y="70485"/>
                </a:lnTo>
                <a:lnTo>
                  <a:pt x="138933" y="68183"/>
                </a:lnTo>
                <a:lnTo>
                  <a:pt x="138933" y="65815"/>
                </a:lnTo>
                <a:lnTo>
                  <a:pt x="141835" y="68683"/>
                </a:lnTo>
                <a:lnTo>
                  <a:pt x="142102" y="68817"/>
                </a:lnTo>
                <a:lnTo>
                  <a:pt x="146172" y="68817"/>
                </a:lnTo>
                <a:close/>
                <a:moveTo>
                  <a:pt x="142369" y="72586"/>
                </a:moveTo>
                <a:lnTo>
                  <a:pt x="140367" y="72586"/>
                </a:lnTo>
                <a:lnTo>
                  <a:pt x="138933" y="71152"/>
                </a:lnTo>
                <a:lnTo>
                  <a:pt x="138933" y="69317"/>
                </a:lnTo>
                <a:lnTo>
                  <a:pt x="140901" y="71285"/>
                </a:lnTo>
                <a:lnTo>
                  <a:pt x="143703" y="71285"/>
                </a:lnTo>
                <a:close/>
                <a:moveTo>
                  <a:pt x="142269" y="75588"/>
                </a:moveTo>
                <a:lnTo>
                  <a:pt x="143236" y="76589"/>
                </a:lnTo>
                <a:lnTo>
                  <a:pt x="139500" y="76589"/>
                </a:lnTo>
                <a:lnTo>
                  <a:pt x="142135" y="73920"/>
                </a:lnTo>
                <a:lnTo>
                  <a:pt x="142135" y="75321"/>
                </a:lnTo>
                <a:close/>
                <a:moveTo>
                  <a:pt x="142135" y="80025"/>
                </a:moveTo>
                <a:lnTo>
                  <a:pt x="139500" y="77356"/>
                </a:lnTo>
                <a:lnTo>
                  <a:pt x="143236" y="77356"/>
                </a:lnTo>
                <a:lnTo>
                  <a:pt x="142135" y="78457"/>
                </a:lnTo>
                <a:lnTo>
                  <a:pt x="142135" y="80025"/>
                </a:lnTo>
                <a:close/>
                <a:moveTo>
                  <a:pt x="130927" y="68817"/>
                </a:moveTo>
                <a:lnTo>
                  <a:pt x="135164" y="68817"/>
                </a:lnTo>
                <a:lnTo>
                  <a:pt x="138166" y="65815"/>
                </a:lnTo>
                <a:lnTo>
                  <a:pt x="138166" y="68183"/>
                </a:lnTo>
                <a:lnTo>
                  <a:pt x="135864" y="70485"/>
                </a:lnTo>
                <a:lnTo>
                  <a:pt x="132629" y="70485"/>
                </a:lnTo>
                <a:close/>
                <a:moveTo>
                  <a:pt x="128626" y="66482"/>
                </a:moveTo>
                <a:lnTo>
                  <a:pt x="134196" y="66482"/>
                </a:lnTo>
                <a:lnTo>
                  <a:pt x="138166" y="62546"/>
                </a:lnTo>
                <a:lnTo>
                  <a:pt x="138166" y="64714"/>
                </a:lnTo>
                <a:lnTo>
                  <a:pt x="134830" y="68016"/>
                </a:lnTo>
                <a:lnTo>
                  <a:pt x="130160" y="68016"/>
                </a:lnTo>
                <a:close/>
                <a:moveTo>
                  <a:pt x="116150" y="68016"/>
                </a:moveTo>
                <a:lnTo>
                  <a:pt x="111480" y="68016"/>
                </a:lnTo>
                <a:lnTo>
                  <a:pt x="108144" y="64714"/>
                </a:lnTo>
                <a:lnTo>
                  <a:pt x="108144" y="62546"/>
                </a:lnTo>
                <a:lnTo>
                  <a:pt x="112114" y="66482"/>
                </a:lnTo>
                <a:lnTo>
                  <a:pt x="117685" y="66482"/>
                </a:lnTo>
                <a:close/>
                <a:moveTo>
                  <a:pt x="113682" y="70485"/>
                </a:moveTo>
                <a:lnTo>
                  <a:pt x="110446" y="70485"/>
                </a:lnTo>
                <a:lnTo>
                  <a:pt x="108144" y="68183"/>
                </a:lnTo>
                <a:lnTo>
                  <a:pt x="108144" y="65815"/>
                </a:lnTo>
                <a:lnTo>
                  <a:pt x="111147" y="68817"/>
                </a:lnTo>
                <a:lnTo>
                  <a:pt x="115383" y="68817"/>
                </a:lnTo>
                <a:close/>
                <a:moveTo>
                  <a:pt x="111580" y="72586"/>
                </a:moveTo>
                <a:lnTo>
                  <a:pt x="109579" y="72586"/>
                </a:lnTo>
                <a:lnTo>
                  <a:pt x="108144" y="71152"/>
                </a:lnTo>
                <a:lnTo>
                  <a:pt x="108144" y="69317"/>
                </a:lnTo>
                <a:lnTo>
                  <a:pt x="110112" y="71285"/>
                </a:lnTo>
                <a:lnTo>
                  <a:pt x="112914" y="71285"/>
                </a:lnTo>
                <a:close/>
                <a:moveTo>
                  <a:pt x="111480" y="75588"/>
                </a:moveTo>
                <a:lnTo>
                  <a:pt x="112447" y="76589"/>
                </a:lnTo>
                <a:lnTo>
                  <a:pt x="108711" y="76589"/>
                </a:lnTo>
                <a:lnTo>
                  <a:pt x="111347" y="73920"/>
                </a:lnTo>
                <a:lnTo>
                  <a:pt x="111347" y="75321"/>
                </a:lnTo>
                <a:close/>
                <a:moveTo>
                  <a:pt x="111347" y="80025"/>
                </a:moveTo>
                <a:lnTo>
                  <a:pt x="108711" y="77356"/>
                </a:lnTo>
                <a:lnTo>
                  <a:pt x="112447" y="77356"/>
                </a:lnTo>
                <a:lnTo>
                  <a:pt x="111347" y="78457"/>
                </a:lnTo>
                <a:close/>
                <a:moveTo>
                  <a:pt x="100139" y="68817"/>
                </a:moveTo>
                <a:lnTo>
                  <a:pt x="104208" y="68817"/>
                </a:lnTo>
                <a:lnTo>
                  <a:pt x="104475" y="68683"/>
                </a:lnTo>
                <a:lnTo>
                  <a:pt x="107377" y="65815"/>
                </a:lnTo>
                <a:lnTo>
                  <a:pt x="107377" y="68183"/>
                </a:lnTo>
                <a:lnTo>
                  <a:pt x="105076" y="70485"/>
                </a:lnTo>
                <a:lnTo>
                  <a:pt x="101807" y="70485"/>
                </a:lnTo>
                <a:close/>
                <a:moveTo>
                  <a:pt x="97837" y="66482"/>
                </a:moveTo>
                <a:lnTo>
                  <a:pt x="103408" y="66482"/>
                </a:lnTo>
                <a:lnTo>
                  <a:pt x="107377" y="62546"/>
                </a:lnTo>
                <a:lnTo>
                  <a:pt x="107377" y="64714"/>
                </a:lnTo>
                <a:lnTo>
                  <a:pt x="104041" y="68016"/>
                </a:lnTo>
                <a:lnTo>
                  <a:pt x="99371" y="68016"/>
                </a:lnTo>
                <a:close/>
                <a:moveTo>
                  <a:pt x="85361" y="68016"/>
                </a:moveTo>
                <a:lnTo>
                  <a:pt x="80691" y="68016"/>
                </a:lnTo>
                <a:lnTo>
                  <a:pt x="77356" y="64714"/>
                </a:lnTo>
                <a:lnTo>
                  <a:pt x="77356" y="62546"/>
                </a:lnTo>
                <a:lnTo>
                  <a:pt x="81325" y="66482"/>
                </a:lnTo>
                <a:lnTo>
                  <a:pt x="86896" y="66482"/>
                </a:lnTo>
                <a:close/>
                <a:moveTo>
                  <a:pt x="82893" y="70485"/>
                </a:moveTo>
                <a:lnTo>
                  <a:pt x="79657" y="70485"/>
                </a:lnTo>
                <a:lnTo>
                  <a:pt x="77356" y="68183"/>
                </a:lnTo>
                <a:lnTo>
                  <a:pt x="77356" y="65815"/>
                </a:lnTo>
                <a:lnTo>
                  <a:pt x="80224" y="68683"/>
                </a:lnTo>
                <a:lnTo>
                  <a:pt x="80525" y="68817"/>
                </a:lnTo>
                <a:lnTo>
                  <a:pt x="84594" y="68817"/>
                </a:lnTo>
                <a:close/>
                <a:moveTo>
                  <a:pt x="80792" y="72586"/>
                </a:moveTo>
                <a:lnTo>
                  <a:pt x="78790" y="72586"/>
                </a:lnTo>
                <a:lnTo>
                  <a:pt x="77356" y="71152"/>
                </a:lnTo>
                <a:lnTo>
                  <a:pt x="77356" y="69317"/>
                </a:lnTo>
                <a:lnTo>
                  <a:pt x="79324" y="71285"/>
                </a:lnTo>
                <a:lnTo>
                  <a:pt x="82126" y="71285"/>
                </a:lnTo>
                <a:close/>
                <a:moveTo>
                  <a:pt x="80691" y="75588"/>
                </a:moveTo>
                <a:lnTo>
                  <a:pt x="81659" y="76589"/>
                </a:lnTo>
                <a:lnTo>
                  <a:pt x="77923" y="76589"/>
                </a:lnTo>
                <a:lnTo>
                  <a:pt x="80558" y="73920"/>
                </a:lnTo>
                <a:lnTo>
                  <a:pt x="80558" y="75321"/>
                </a:lnTo>
                <a:close/>
                <a:moveTo>
                  <a:pt x="80558" y="80025"/>
                </a:moveTo>
                <a:lnTo>
                  <a:pt x="77923" y="77356"/>
                </a:lnTo>
                <a:lnTo>
                  <a:pt x="81659" y="77356"/>
                </a:lnTo>
                <a:lnTo>
                  <a:pt x="80558" y="78457"/>
                </a:lnTo>
                <a:close/>
                <a:moveTo>
                  <a:pt x="69350" y="68817"/>
                </a:moveTo>
                <a:lnTo>
                  <a:pt x="73586" y="68817"/>
                </a:lnTo>
                <a:lnTo>
                  <a:pt x="76589" y="65815"/>
                </a:lnTo>
                <a:lnTo>
                  <a:pt x="76589" y="68183"/>
                </a:lnTo>
                <a:lnTo>
                  <a:pt x="74287" y="70485"/>
                </a:lnTo>
                <a:lnTo>
                  <a:pt x="71018" y="70485"/>
                </a:lnTo>
                <a:close/>
                <a:moveTo>
                  <a:pt x="67048" y="66482"/>
                </a:moveTo>
                <a:lnTo>
                  <a:pt x="72619" y="66482"/>
                </a:lnTo>
                <a:lnTo>
                  <a:pt x="76589" y="62546"/>
                </a:lnTo>
                <a:lnTo>
                  <a:pt x="76589" y="64714"/>
                </a:lnTo>
                <a:lnTo>
                  <a:pt x="73253" y="68016"/>
                </a:lnTo>
                <a:lnTo>
                  <a:pt x="68583" y="68016"/>
                </a:lnTo>
                <a:close/>
                <a:moveTo>
                  <a:pt x="54573" y="68016"/>
                </a:moveTo>
                <a:lnTo>
                  <a:pt x="49903" y="68016"/>
                </a:lnTo>
                <a:lnTo>
                  <a:pt x="46567" y="64714"/>
                </a:lnTo>
                <a:lnTo>
                  <a:pt x="46567" y="62546"/>
                </a:lnTo>
                <a:lnTo>
                  <a:pt x="50537" y="66482"/>
                </a:lnTo>
                <a:lnTo>
                  <a:pt x="56107" y="66482"/>
                </a:lnTo>
                <a:close/>
                <a:moveTo>
                  <a:pt x="52104" y="70485"/>
                </a:moveTo>
                <a:lnTo>
                  <a:pt x="48869" y="70485"/>
                </a:lnTo>
                <a:lnTo>
                  <a:pt x="46567" y="68183"/>
                </a:lnTo>
                <a:lnTo>
                  <a:pt x="46567" y="65815"/>
                </a:lnTo>
                <a:lnTo>
                  <a:pt x="49569" y="68817"/>
                </a:lnTo>
                <a:lnTo>
                  <a:pt x="53806" y="68817"/>
                </a:lnTo>
                <a:close/>
                <a:moveTo>
                  <a:pt x="50003" y="72586"/>
                </a:moveTo>
                <a:lnTo>
                  <a:pt x="48001" y="72586"/>
                </a:lnTo>
                <a:lnTo>
                  <a:pt x="46567" y="71152"/>
                </a:lnTo>
                <a:lnTo>
                  <a:pt x="46567" y="69317"/>
                </a:lnTo>
                <a:lnTo>
                  <a:pt x="48535" y="71285"/>
                </a:lnTo>
                <a:lnTo>
                  <a:pt x="51337" y="71285"/>
                </a:lnTo>
                <a:close/>
                <a:moveTo>
                  <a:pt x="49903" y="75588"/>
                </a:moveTo>
                <a:lnTo>
                  <a:pt x="50870" y="76589"/>
                </a:lnTo>
                <a:lnTo>
                  <a:pt x="47134" y="76589"/>
                </a:lnTo>
                <a:lnTo>
                  <a:pt x="49769" y="73920"/>
                </a:lnTo>
                <a:lnTo>
                  <a:pt x="49769" y="75321"/>
                </a:lnTo>
                <a:close/>
                <a:moveTo>
                  <a:pt x="49769" y="80025"/>
                </a:moveTo>
                <a:lnTo>
                  <a:pt x="47134" y="77356"/>
                </a:lnTo>
                <a:lnTo>
                  <a:pt x="50870" y="77356"/>
                </a:lnTo>
                <a:lnTo>
                  <a:pt x="49769" y="78457"/>
                </a:lnTo>
                <a:close/>
                <a:moveTo>
                  <a:pt x="38561" y="68817"/>
                </a:moveTo>
                <a:lnTo>
                  <a:pt x="42631" y="68817"/>
                </a:lnTo>
                <a:lnTo>
                  <a:pt x="42898" y="68683"/>
                </a:lnTo>
                <a:lnTo>
                  <a:pt x="45800" y="65815"/>
                </a:lnTo>
                <a:lnTo>
                  <a:pt x="45800" y="68183"/>
                </a:lnTo>
                <a:lnTo>
                  <a:pt x="43498" y="70485"/>
                </a:lnTo>
                <a:lnTo>
                  <a:pt x="40229" y="70485"/>
                </a:lnTo>
                <a:close/>
                <a:moveTo>
                  <a:pt x="42364" y="50570"/>
                </a:moveTo>
                <a:lnTo>
                  <a:pt x="44366" y="50570"/>
                </a:lnTo>
                <a:lnTo>
                  <a:pt x="45767" y="52005"/>
                </a:lnTo>
                <a:lnTo>
                  <a:pt x="45767" y="53873"/>
                </a:lnTo>
                <a:lnTo>
                  <a:pt x="43798" y="51905"/>
                </a:lnTo>
                <a:lnTo>
                  <a:pt x="41030" y="51905"/>
                </a:lnTo>
                <a:close/>
                <a:moveTo>
                  <a:pt x="42464" y="47568"/>
                </a:moveTo>
                <a:lnTo>
                  <a:pt x="41497" y="46568"/>
                </a:lnTo>
                <a:lnTo>
                  <a:pt x="45233" y="46568"/>
                </a:lnTo>
                <a:lnTo>
                  <a:pt x="42564" y="49236"/>
                </a:lnTo>
                <a:lnTo>
                  <a:pt x="42564" y="47835"/>
                </a:lnTo>
                <a:close/>
                <a:moveTo>
                  <a:pt x="42564" y="43132"/>
                </a:moveTo>
                <a:lnTo>
                  <a:pt x="45233" y="45800"/>
                </a:lnTo>
                <a:lnTo>
                  <a:pt x="41497" y="45800"/>
                </a:lnTo>
                <a:lnTo>
                  <a:pt x="42564" y="44700"/>
                </a:lnTo>
                <a:lnTo>
                  <a:pt x="42564" y="43132"/>
                </a:lnTo>
                <a:close/>
                <a:moveTo>
                  <a:pt x="53806" y="54340"/>
                </a:moveTo>
                <a:lnTo>
                  <a:pt x="49569" y="54340"/>
                </a:lnTo>
                <a:lnTo>
                  <a:pt x="46567" y="57342"/>
                </a:lnTo>
                <a:lnTo>
                  <a:pt x="46567" y="54974"/>
                </a:lnTo>
                <a:lnTo>
                  <a:pt x="48869" y="52672"/>
                </a:lnTo>
                <a:lnTo>
                  <a:pt x="52104" y="52672"/>
                </a:lnTo>
                <a:close/>
                <a:moveTo>
                  <a:pt x="56107" y="56675"/>
                </a:moveTo>
                <a:lnTo>
                  <a:pt x="50537" y="56675"/>
                </a:lnTo>
                <a:lnTo>
                  <a:pt x="46567" y="60611"/>
                </a:lnTo>
                <a:lnTo>
                  <a:pt x="46567" y="58476"/>
                </a:lnTo>
                <a:lnTo>
                  <a:pt x="49903" y="55140"/>
                </a:lnTo>
                <a:lnTo>
                  <a:pt x="54573" y="55140"/>
                </a:lnTo>
                <a:close/>
                <a:moveTo>
                  <a:pt x="68583" y="55140"/>
                </a:moveTo>
                <a:lnTo>
                  <a:pt x="73253" y="55140"/>
                </a:lnTo>
                <a:lnTo>
                  <a:pt x="76555" y="58443"/>
                </a:lnTo>
                <a:lnTo>
                  <a:pt x="76555" y="60611"/>
                </a:lnTo>
                <a:lnTo>
                  <a:pt x="72619" y="56675"/>
                </a:lnTo>
                <a:lnTo>
                  <a:pt x="67048" y="56675"/>
                </a:lnTo>
                <a:close/>
                <a:moveTo>
                  <a:pt x="71018" y="52672"/>
                </a:moveTo>
                <a:lnTo>
                  <a:pt x="74287" y="52672"/>
                </a:lnTo>
                <a:lnTo>
                  <a:pt x="76589" y="54974"/>
                </a:lnTo>
                <a:lnTo>
                  <a:pt x="76589" y="57342"/>
                </a:lnTo>
                <a:lnTo>
                  <a:pt x="73586" y="54340"/>
                </a:lnTo>
                <a:lnTo>
                  <a:pt x="69350" y="54340"/>
                </a:lnTo>
                <a:close/>
                <a:moveTo>
                  <a:pt x="73153" y="50570"/>
                </a:moveTo>
                <a:lnTo>
                  <a:pt x="75154" y="50570"/>
                </a:lnTo>
                <a:lnTo>
                  <a:pt x="76555" y="52005"/>
                </a:lnTo>
                <a:lnTo>
                  <a:pt x="76555" y="53873"/>
                </a:lnTo>
                <a:lnTo>
                  <a:pt x="74587" y="51905"/>
                </a:lnTo>
                <a:lnTo>
                  <a:pt x="71818" y="51905"/>
                </a:lnTo>
                <a:close/>
                <a:moveTo>
                  <a:pt x="73253" y="47568"/>
                </a:moveTo>
                <a:lnTo>
                  <a:pt x="72285" y="46568"/>
                </a:lnTo>
                <a:lnTo>
                  <a:pt x="76021" y="46568"/>
                </a:lnTo>
                <a:lnTo>
                  <a:pt x="73386" y="49236"/>
                </a:lnTo>
                <a:lnTo>
                  <a:pt x="73386" y="47835"/>
                </a:lnTo>
                <a:close/>
                <a:moveTo>
                  <a:pt x="73386" y="43132"/>
                </a:moveTo>
                <a:lnTo>
                  <a:pt x="76021" y="45800"/>
                </a:lnTo>
                <a:lnTo>
                  <a:pt x="72285" y="45800"/>
                </a:lnTo>
                <a:lnTo>
                  <a:pt x="73386" y="44700"/>
                </a:lnTo>
                <a:close/>
                <a:moveTo>
                  <a:pt x="84561" y="54340"/>
                </a:moveTo>
                <a:lnTo>
                  <a:pt x="80525" y="54340"/>
                </a:lnTo>
                <a:lnTo>
                  <a:pt x="80224" y="54473"/>
                </a:lnTo>
                <a:lnTo>
                  <a:pt x="77356" y="57342"/>
                </a:lnTo>
                <a:lnTo>
                  <a:pt x="77356" y="54974"/>
                </a:lnTo>
                <a:lnTo>
                  <a:pt x="79657" y="52672"/>
                </a:lnTo>
                <a:lnTo>
                  <a:pt x="82893" y="52672"/>
                </a:lnTo>
                <a:close/>
                <a:moveTo>
                  <a:pt x="86896" y="56675"/>
                </a:moveTo>
                <a:lnTo>
                  <a:pt x="81325" y="56675"/>
                </a:lnTo>
                <a:lnTo>
                  <a:pt x="77356" y="60611"/>
                </a:lnTo>
                <a:lnTo>
                  <a:pt x="77356" y="58476"/>
                </a:lnTo>
                <a:lnTo>
                  <a:pt x="80691" y="55140"/>
                </a:lnTo>
                <a:lnTo>
                  <a:pt x="85361" y="55140"/>
                </a:lnTo>
                <a:close/>
                <a:moveTo>
                  <a:pt x="99371" y="55140"/>
                </a:moveTo>
                <a:lnTo>
                  <a:pt x="104041" y="55140"/>
                </a:lnTo>
                <a:lnTo>
                  <a:pt x="107377" y="58443"/>
                </a:lnTo>
                <a:lnTo>
                  <a:pt x="107377" y="60611"/>
                </a:lnTo>
                <a:lnTo>
                  <a:pt x="103408" y="56675"/>
                </a:lnTo>
                <a:lnTo>
                  <a:pt x="97837" y="56675"/>
                </a:lnTo>
                <a:close/>
                <a:moveTo>
                  <a:pt x="101840" y="52672"/>
                </a:moveTo>
                <a:lnTo>
                  <a:pt x="105076" y="52672"/>
                </a:lnTo>
                <a:lnTo>
                  <a:pt x="107377" y="54974"/>
                </a:lnTo>
                <a:lnTo>
                  <a:pt x="107377" y="57342"/>
                </a:lnTo>
                <a:lnTo>
                  <a:pt x="104508" y="54473"/>
                </a:lnTo>
                <a:lnTo>
                  <a:pt x="104208" y="54340"/>
                </a:lnTo>
                <a:lnTo>
                  <a:pt x="100139" y="54340"/>
                </a:lnTo>
                <a:close/>
                <a:moveTo>
                  <a:pt x="103941" y="50570"/>
                </a:moveTo>
                <a:lnTo>
                  <a:pt x="105943" y="50570"/>
                </a:lnTo>
                <a:lnTo>
                  <a:pt x="107377" y="52005"/>
                </a:lnTo>
                <a:lnTo>
                  <a:pt x="107377" y="53873"/>
                </a:lnTo>
                <a:lnTo>
                  <a:pt x="105409" y="51905"/>
                </a:lnTo>
                <a:lnTo>
                  <a:pt x="102607" y="51905"/>
                </a:lnTo>
                <a:close/>
                <a:moveTo>
                  <a:pt x="104041" y="47568"/>
                </a:moveTo>
                <a:lnTo>
                  <a:pt x="103074" y="46568"/>
                </a:lnTo>
                <a:lnTo>
                  <a:pt x="106810" y="46568"/>
                </a:lnTo>
                <a:lnTo>
                  <a:pt x="104175" y="49236"/>
                </a:lnTo>
                <a:lnTo>
                  <a:pt x="104175" y="47835"/>
                </a:lnTo>
                <a:close/>
                <a:moveTo>
                  <a:pt x="104175" y="43132"/>
                </a:moveTo>
                <a:lnTo>
                  <a:pt x="106810" y="45800"/>
                </a:lnTo>
                <a:lnTo>
                  <a:pt x="103074" y="45800"/>
                </a:lnTo>
                <a:lnTo>
                  <a:pt x="104175" y="44700"/>
                </a:lnTo>
                <a:close/>
                <a:moveTo>
                  <a:pt x="115383" y="54340"/>
                </a:moveTo>
                <a:lnTo>
                  <a:pt x="111147" y="54340"/>
                </a:lnTo>
                <a:lnTo>
                  <a:pt x="108144" y="57342"/>
                </a:lnTo>
                <a:lnTo>
                  <a:pt x="108144" y="54974"/>
                </a:lnTo>
                <a:lnTo>
                  <a:pt x="110446" y="52672"/>
                </a:lnTo>
                <a:lnTo>
                  <a:pt x="113682" y="52672"/>
                </a:lnTo>
                <a:close/>
                <a:moveTo>
                  <a:pt x="117685" y="56675"/>
                </a:moveTo>
                <a:lnTo>
                  <a:pt x="112114" y="56675"/>
                </a:lnTo>
                <a:lnTo>
                  <a:pt x="108144" y="60611"/>
                </a:lnTo>
                <a:lnTo>
                  <a:pt x="108144" y="58476"/>
                </a:lnTo>
                <a:lnTo>
                  <a:pt x="111480" y="55140"/>
                </a:lnTo>
                <a:lnTo>
                  <a:pt x="116150" y="55140"/>
                </a:lnTo>
                <a:close/>
                <a:moveTo>
                  <a:pt x="130160" y="55140"/>
                </a:moveTo>
                <a:lnTo>
                  <a:pt x="134830" y="55140"/>
                </a:lnTo>
                <a:lnTo>
                  <a:pt x="138166" y="58443"/>
                </a:lnTo>
                <a:lnTo>
                  <a:pt x="138166" y="60611"/>
                </a:lnTo>
                <a:lnTo>
                  <a:pt x="134196" y="56675"/>
                </a:lnTo>
                <a:lnTo>
                  <a:pt x="128626" y="56675"/>
                </a:lnTo>
                <a:close/>
                <a:moveTo>
                  <a:pt x="132629" y="52672"/>
                </a:moveTo>
                <a:lnTo>
                  <a:pt x="135864" y="52672"/>
                </a:lnTo>
                <a:lnTo>
                  <a:pt x="138166" y="54974"/>
                </a:lnTo>
                <a:lnTo>
                  <a:pt x="138166" y="57342"/>
                </a:lnTo>
                <a:lnTo>
                  <a:pt x="135164" y="54340"/>
                </a:lnTo>
                <a:lnTo>
                  <a:pt x="130927" y="54340"/>
                </a:lnTo>
                <a:close/>
                <a:moveTo>
                  <a:pt x="134730" y="50570"/>
                </a:moveTo>
                <a:lnTo>
                  <a:pt x="136731" y="50570"/>
                </a:lnTo>
                <a:lnTo>
                  <a:pt x="138166" y="52005"/>
                </a:lnTo>
                <a:lnTo>
                  <a:pt x="138166" y="53873"/>
                </a:lnTo>
                <a:lnTo>
                  <a:pt x="136198" y="51905"/>
                </a:lnTo>
                <a:lnTo>
                  <a:pt x="133396" y="51905"/>
                </a:lnTo>
                <a:close/>
                <a:moveTo>
                  <a:pt x="134830" y="47568"/>
                </a:moveTo>
                <a:lnTo>
                  <a:pt x="133863" y="46568"/>
                </a:lnTo>
                <a:lnTo>
                  <a:pt x="137599" y="46568"/>
                </a:lnTo>
                <a:lnTo>
                  <a:pt x="134964" y="49236"/>
                </a:lnTo>
                <a:lnTo>
                  <a:pt x="134964" y="47835"/>
                </a:lnTo>
                <a:close/>
                <a:moveTo>
                  <a:pt x="134964" y="43132"/>
                </a:moveTo>
                <a:lnTo>
                  <a:pt x="137599" y="45800"/>
                </a:lnTo>
                <a:lnTo>
                  <a:pt x="133863" y="45800"/>
                </a:lnTo>
                <a:lnTo>
                  <a:pt x="134964" y="44700"/>
                </a:lnTo>
                <a:lnTo>
                  <a:pt x="134964" y="43132"/>
                </a:lnTo>
                <a:close/>
                <a:moveTo>
                  <a:pt x="146172" y="54340"/>
                </a:moveTo>
                <a:lnTo>
                  <a:pt x="142102" y="54340"/>
                </a:lnTo>
                <a:lnTo>
                  <a:pt x="141835" y="54473"/>
                </a:lnTo>
                <a:lnTo>
                  <a:pt x="138933" y="57342"/>
                </a:lnTo>
                <a:lnTo>
                  <a:pt x="138933" y="54974"/>
                </a:lnTo>
                <a:lnTo>
                  <a:pt x="141235" y="52672"/>
                </a:lnTo>
                <a:lnTo>
                  <a:pt x="144504" y="52672"/>
                </a:lnTo>
                <a:close/>
                <a:moveTo>
                  <a:pt x="148473" y="56675"/>
                </a:moveTo>
                <a:lnTo>
                  <a:pt x="142903" y="56675"/>
                </a:lnTo>
                <a:lnTo>
                  <a:pt x="138966" y="60611"/>
                </a:lnTo>
                <a:lnTo>
                  <a:pt x="138966" y="58476"/>
                </a:lnTo>
                <a:lnTo>
                  <a:pt x="142269" y="55140"/>
                </a:lnTo>
                <a:lnTo>
                  <a:pt x="146972" y="55140"/>
                </a:lnTo>
                <a:close/>
                <a:moveTo>
                  <a:pt x="160949" y="55140"/>
                </a:moveTo>
                <a:lnTo>
                  <a:pt x="165619" y="55140"/>
                </a:lnTo>
                <a:lnTo>
                  <a:pt x="168954" y="58443"/>
                </a:lnTo>
                <a:lnTo>
                  <a:pt x="168954" y="60611"/>
                </a:lnTo>
                <a:lnTo>
                  <a:pt x="164985" y="56675"/>
                </a:lnTo>
                <a:lnTo>
                  <a:pt x="159414" y="56675"/>
                </a:lnTo>
                <a:close/>
                <a:moveTo>
                  <a:pt x="163417" y="52672"/>
                </a:moveTo>
                <a:lnTo>
                  <a:pt x="166653" y="52672"/>
                </a:lnTo>
                <a:lnTo>
                  <a:pt x="168954" y="54974"/>
                </a:lnTo>
                <a:lnTo>
                  <a:pt x="168954" y="57342"/>
                </a:lnTo>
                <a:lnTo>
                  <a:pt x="166086" y="54473"/>
                </a:lnTo>
                <a:lnTo>
                  <a:pt x="165786" y="54340"/>
                </a:lnTo>
                <a:lnTo>
                  <a:pt x="161716" y="54340"/>
                </a:lnTo>
                <a:close/>
                <a:moveTo>
                  <a:pt x="165519" y="50570"/>
                </a:moveTo>
                <a:lnTo>
                  <a:pt x="167520" y="50570"/>
                </a:lnTo>
                <a:lnTo>
                  <a:pt x="168954" y="52005"/>
                </a:lnTo>
                <a:lnTo>
                  <a:pt x="168954" y="53873"/>
                </a:lnTo>
                <a:lnTo>
                  <a:pt x="166986" y="51905"/>
                </a:lnTo>
                <a:lnTo>
                  <a:pt x="164184" y="51905"/>
                </a:lnTo>
                <a:close/>
                <a:moveTo>
                  <a:pt x="165619" y="47568"/>
                </a:moveTo>
                <a:lnTo>
                  <a:pt x="164651" y="46568"/>
                </a:lnTo>
                <a:lnTo>
                  <a:pt x="168387" y="46568"/>
                </a:lnTo>
                <a:lnTo>
                  <a:pt x="165752" y="49236"/>
                </a:lnTo>
                <a:lnTo>
                  <a:pt x="165752" y="47835"/>
                </a:lnTo>
                <a:close/>
                <a:moveTo>
                  <a:pt x="165752" y="43132"/>
                </a:moveTo>
                <a:lnTo>
                  <a:pt x="168387" y="45800"/>
                </a:lnTo>
                <a:lnTo>
                  <a:pt x="164651" y="45800"/>
                </a:lnTo>
                <a:lnTo>
                  <a:pt x="165752" y="44700"/>
                </a:lnTo>
                <a:lnTo>
                  <a:pt x="165752" y="43132"/>
                </a:lnTo>
                <a:close/>
                <a:moveTo>
                  <a:pt x="176960" y="54340"/>
                </a:moveTo>
                <a:lnTo>
                  <a:pt x="172724" y="54340"/>
                </a:lnTo>
                <a:lnTo>
                  <a:pt x="169755" y="57342"/>
                </a:lnTo>
                <a:lnTo>
                  <a:pt x="169755" y="54974"/>
                </a:lnTo>
                <a:lnTo>
                  <a:pt x="172023" y="52672"/>
                </a:lnTo>
                <a:lnTo>
                  <a:pt x="175292" y="52672"/>
                </a:lnTo>
                <a:close/>
                <a:moveTo>
                  <a:pt x="179262" y="56675"/>
                </a:moveTo>
                <a:lnTo>
                  <a:pt x="173691" y="56675"/>
                </a:lnTo>
                <a:lnTo>
                  <a:pt x="169755" y="60611"/>
                </a:lnTo>
                <a:lnTo>
                  <a:pt x="169755" y="58476"/>
                </a:lnTo>
                <a:lnTo>
                  <a:pt x="173057" y="55140"/>
                </a:lnTo>
                <a:lnTo>
                  <a:pt x="177727" y="55140"/>
                </a:lnTo>
                <a:close/>
                <a:moveTo>
                  <a:pt x="191737" y="55140"/>
                </a:moveTo>
                <a:lnTo>
                  <a:pt x="196441" y="55140"/>
                </a:lnTo>
                <a:lnTo>
                  <a:pt x="199743" y="58443"/>
                </a:lnTo>
                <a:lnTo>
                  <a:pt x="199743" y="60611"/>
                </a:lnTo>
                <a:lnTo>
                  <a:pt x="195807" y="56675"/>
                </a:lnTo>
                <a:lnTo>
                  <a:pt x="190203" y="56675"/>
                </a:lnTo>
                <a:close/>
                <a:moveTo>
                  <a:pt x="194206" y="52672"/>
                </a:moveTo>
                <a:lnTo>
                  <a:pt x="197441" y="52672"/>
                </a:lnTo>
                <a:lnTo>
                  <a:pt x="199743" y="54974"/>
                </a:lnTo>
                <a:lnTo>
                  <a:pt x="199743" y="57342"/>
                </a:lnTo>
                <a:lnTo>
                  <a:pt x="196741" y="54340"/>
                </a:lnTo>
                <a:lnTo>
                  <a:pt x="192538" y="54340"/>
                </a:lnTo>
                <a:close/>
                <a:moveTo>
                  <a:pt x="196307" y="50570"/>
                </a:moveTo>
                <a:lnTo>
                  <a:pt x="198309" y="50570"/>
                </a:lnTo>
                <a:lnTo>
                  <a:pt x="199743" y="52005"/>
                </a:lnTo>
                <a:lnTo>
                  <a:pt x="199743" y="53873"/>
                </a:lnTo>
                <a:lnTo>
                  <a:pt x="197775" y="51905"/>
                </a:lnTo>
                <a:lnTo>
                  <a:pt x="195006" y="51905"/>
                </a:lnTo>
                <a:close/>
                <a:moveTo>
                  <a:pt x="196407" y="47568"/>
                </a:moveTo>
                <a:lnTo>
                  <a:pt x="195440" y="46568"/>
                </a:lnTo>
                <a:lnTo>
                  <a:pt x="199176" y="46568"/>
                </a:lnTo>
                <a:lnTo>
                  <a:pt x="196541" y="49236"/>
                </a:lnTo>
                <a:lnTo>
                  <a:pt x="196541" y="47835"/>
                </a:lnTo>
                <a:close/>
                <a:moveTo>
                  <a:pt x="196541" y="43132"/>
                </a:moveTo>
                <a:lnTo>
                  <a:pt x="199176" y="45800"/>
                </a:lnTo>
                <a:lnTo>
                  <a:pt x="195440" y="45800"/>
                </a:lnTo>
                <a:lnTo>
                  <a:pt x="196541" y="44700"/>
                </a:lnTo>
                <a:lnTo>
                  <a:pt x="196541" y="43132"/>
                </a:lnTo>
                <a:close/>
                <a:moveTo>
                  <a:pt x="200544" y="47135"/>
                </a:moveTo>
                <a:lnTo>
                  <a:pt x="203179" y="49770"/>
                </a:lnTo>
                <a:lnTo>
                  <a:pt x="201644" y="49770"/>
                </a:lnTo>
                <a:lnTo>
                  <a:pt x="200544" y="50871"/>
                </a:lnTo>
                <a:close/>
                <a:moveTo>
                  <a:pt x="200544" y="52005"/>
                </a:moveTo>
                <a:lnTo>
                  <a:pt x="201945" y="50570"/>
                </a:lnTo>
                <a:lnTo>
                  <a:pt x="203979" y="50570"/>
                </a:lnTo>
                <a:lnTo>
                  <a:pt x="205280" y="51905"/>
                </a:lnTo>
                <a:lnTo>
                  <a:pt x="202512" y="51905"/>
                </a:lnTo>
                <a:lnTo>
                  <a:pt x="200544" y="53873"/>
                </a:lnTo>
                <a:close/>
                <a:moveTo>
                  <a:pt x="203746" y="47835"/>
                </a:moveTo>
                <a:lnTo>
                  <a:pt x="203746" y="49203"/>
                </a:lnTo>
                <a:lnTo>
                  <a:pt x="201077" y="46568"/>
                </a:lnTo>
                <a:lnTo>
                  <a:pt x="204847" y="46568"/>
                </a:lnTo>
                <a:lnTo>
                  <a:pt x="203846" y="47568"/>
                </a:lnTo>
                <a:close/>
                <a:moveTo>
                  <a:pt x="201077" y="45800"/>
                </a:moveTo>
                <a:lnTo>
                  <a:pt x="203746" y="43132"/>
                </a:lnTo>
                <a:lnTo>
                  <a:pt x="203746" y="44700"/>
                </a:lnTo>
                <a:lnTo>
                  <a:pt x="204847" y="45800"/>
                </a:lnTo>
                <a:lnTo>
                  <a:pt x="201077" y="45800"/>
                </a:lnTo>
                <a:close/>
                <a:moveTo>
                  <a:pt x="200544" y="45233"/>
                </a:moveTo>
                <a:lnTo>
                  <a:pt x="200544" y="41497"/>
                </a:lnTo>
                <a:lnTo>
                  <a:pt x="201644" y="42598"/>
                </a:lnTo>
                <a:lnTo>
                  <a:pt x="201778" y="42598"/>
                </a:lnTo>
                <a:lnTo>
                  <a:pt x="203179" y="42598"/>
                </a:lnTo>
                <a:close/>
                <a:moveTo>
                  <a:pt x="199743" y="45233"/>
                </a:moveTo>
                <a:lnTo>
                  <a:pt x="197108" y="42598"/>
                </a:lnTo>
                <a:lnTo>
                  <a:pt x="198476" y="42598"/>
                </a:lnTo>
                <a:lnTo>
                  <a:pt x="198776" y="42465"/>
                </a:lnTo>
                <a:lnTo>
                  <a:pt x="199743" y="41497"/>
                </a:lnTo>
                <a:lnTo>
                  <a:pt x="199743" y="45233"/>
                </a:lnTo>
                <a:close/>
                <a:moveTo>
                  <a:pt x="199743" y="47135"/>
                </a:moveTo>
                <a:lnTo>
                  <a:pt x="199743" y="50871"/>
                </a:lnTo>
                <a:lnTo>
                  <a:pt x="198776" y="49903"/>
                </a:lnTo>
                <a:lnTo>
                  <a:pt x="198476" y="49770"/>
                </a:lnTo>
                <a:lnTo>
                  <a:pt x="197108" y="49770"/>
                </a:lnTo>
                <a:close/>
                <a:moveTo>
                  <a:pt x="168954" y="76022"/>
                </a:moveTo>
                <a:lnTo>
                  <a:pt x="166319" y="73387"/>
                </a:lnTo>
                <a:lnTo>
                  <a:pt x="167854" y="73387"/>
                </a:lnTo>
                <a:lnTo>
                  <a:pt x="168954" y="72286"/>
                </a:lnTo>
                <a:close/>
                <a:moveTo>
                  <a:pt x="138166" y="76022"/>
                </a:moveTo>
                <a:lnTo>
                  <a:pt x="135531" y="73387"/>
                </a:lnTo>
                <a:lnTo>
                  <a:pt x="136898" y="73387"/>
                </a:lnTo>
                <a:lnTo>
                  <a:pt x="137165" y="73253"/>
                </a:lnTo>
                <a:lnTo>
                  <a:pt x="138166" y="72286"/>
                </a:lnTo>
                <a:lnTo>
                  <a:pt x="138166" y="76022"/>
                </a:lnTo>
                <a:close/>
                <a:moveTo>
                  <a:pt x="107377" y="76022"/>
                </a:moveTo>
                <a:lnTo>
                  <a:pt x="104709" y="73387"/>
                </a:lnTo>
                <a:lnTo>
                  <a:pt x="106276" y="73387"/>
                </a:lnTo>
                <a:lnTo>
                  <a:pt x="107377" y="72286"/>
                </a:lnTo>
                <a:close/>
                <a:moveTo>
                  <a:pt x="76589" y="76022"/>
                </a:moveTo>
                <a:lnTo>
                  <a:pt x="73920" y="73387"/>
                </a:lnTo>
                <a:lnTo>
                  <a:pt x="75321" y="73387"/>
                </a:lnTo>
                <a:lnTo>
                  <a:pt x="75588" y="73253"/>
                </a:lnTo>
                <a:lnTo>
                  <a:pt x="76555" y="72286"/>
                </a:lnTo>
                <a:lnTo>
                  <a:pt x="76555" y="76022"/>
                </a:lnTo>
                <a:close/>
                <a:moveTo>
                  <a:pt x="77356" y="47135"/>
                </a:moveTo>
                <a:lnTo>
                  <a:pt x="80024" y="49770"/>
                </a:lnTo>
                <a:lnTo>
                  <a:pt x="78457" y="49770"/>
                </a:lnTo>
                <a:lnTo>
                  <a:pt x="77356" y="50871"/>
                </a:lnTo>
                <a:close/>
                <a:moveTo>
                  <a:pt x="108144" y="47135"/>
                </a:moveTo>
                <a:lnTo>
                  <a:pt x="110813" y="49770"/>
                </a:lnTo>
                <a:lnTo>
                  <a:pt x="109412" y="49770"/>
                </a:lnTo>
                <a:lnTo>
                  <a:pt x="109145" y="49903"/>
                </a:lnTo>
                <a:lnTo>
                  <a:pt x="108144" y="50871"/>
                </a:lnTo>
                <a:lnTo>
                  <a:pt x="108144" y="47135"/>
                </a:lnTo>
                <a:close/>
                <a:moveTo>
                  <a:pt x="138933" y="47135"/>
                </a:moveTo>
                <a:lnTo>
                  <a:pt x="141602" y="49770"/>
                </a:lnTo>
                <a:lnTo>
                  <a:pt x="140034" y="49770"/>
                </a:lnTo>
                <a:lnTo>
                  <a:pt x="138933" y="50871"/>
                </a:lnTo>
                <a:close/>
                <a:moveTo>
                  <a:pt x="169755" y="47135"/>
                </a:moveTo>
                <a:lnTo>
                  <a:pt x="172390" y="49770"/>
                </a:lnTo>
                <a:lnTo>
                  <a:pt x="170989" y="49770"/>
                </a:lnTo>
                <a:lnTo>
                  <a:pt x="170722" y="49903"/>
                </a:lnTo>
                <a:lnTo>
                  <a:pt x="169755" y="50871"/>
                </a:lnTo>
                <a:lnTo>
                  <a:pt x="169755" y="47135"/>
                </a:lnTo>
                <a:close/>
                <a:moveTo>
                  <a:pt x="188969" y="65381"/>
                </a:moveTo>
                <a:lnTo>
                  <a:pt x="187668" y="64080"/>
                </a:lnTo>
                <a:lnTo>
                  <a:pt x="187668" y="62779"/>
                </a:lnTo>
                <a:lnTo>
                  <a:pt x="188502" y="61979"/>
                </a:lnTo>
                <a:lnTo>
                  <a:pt x="190303" y="61979"/>
                </a:lnTo>
                <a:lnTo>
                  <a:pt x="188969" y="63313"/>
                </a:lnTo>
                <a:lnTo>
                  <a:pt x="188969" y="65381"/>
                </a:lnTo>
                <a:close/>
                <a:moveTo>
                  <a:pt x="184732" y="64614"/>
                </a:moveTo>
                <a:lnTo>
                  <a:pt x="183865" y="63713"/>
                </a:lnTo>
                <a:lnTo>
                  <a:pt x="182598" y="63713"/>
                </a:lnTo>
                <a:lnTo>
                  <a:pt x="182598" y="62646"/>
                </a:lnTo>
                <a:lnTo>
                  <a:pt x="182464" y="62346"/>
                </a:lnTo>
                <a:lnTo>
                  <a:pt x="181697" y="61578"/>
                </a:lnTo>
                <a:lnTo>
                  <a:pt x="182464" y="60811"/>
                </a:lnTo>
                <a:lnTo>
                  <a:pt x="182598" y="60544"/>
                </a:lnTo>
                <a:lnTo>
                  <a:pt x="182598" y="59443"/>
                </a:lnTo>
                <a:lnTo>
                  <a:pt x="183865" y="59443"/>
                </a:lnTo>
                <a:lnTo>
                  <a:pt x="184732" y="58543"/>
                </a:lnTo>
                <a:lnTo>
                  <a:pt x="185633" y="59443"/>
                </a:lnTo>
                <a:lnTo>
                  <a:pt x="186901" y="59443"/>
                </a:lnTo>
                <a:lnTo>
                  <a:pt x="186901" y="60544"/>
                </a:lnTo>
                <a:lnTo>
                  <a:pt x="187001" y="60811"/>
                </a:lnTo>
                <a:lnTo>
                  <a:pt x="187768" y="61578"/>
                </a:lnTo>
                <a:lnTo>
                  <a:pt x="187001" y="62346"/>
                </a:lnTo>
                <a:lnTo>
                  <a:pt x="186901" y="62646"/>
                </a:lnTo>
                <a:lnTo>
                  <a:pt x="186901" y="63713"/>
                </a:lnTo>
                <a:lnTo>
                  <a:pt x="185633" y="63713"/>
                </a:lnTo>
                <a:close/>
                <a:moveTo>
                  <a:pt x="180529" y="65381"/>
                </a:moveTo>
                <a:lnTo>
                  <a:pt x="180529" y="63313"/>
                </a:lnTo>
                <a:lnTo>
                  <a:pt x="179162" y="61979"/>
                </a:lnTo>
                <a:lnTo>
                  <a:pt x="180963" y="61979"/>
                </a:lnTo>
                <a:lnTo>
                  <a:pt x="181797" y="62813"/>
                </a:lnTo>
                <a:lnTo>
                  <a:pt x="181797" y="64113"/>
                </a:lnTo>
                <a:close/>
                <a:moveTo>
                  <a:pt x="158180" y="65381"/>
                </a:moveTo>
                <a:lnTo>
                  <a:pt x="156879" y="64080"/>
                </a:lnTo>
                <a:lnTo>
                  <a:pt x="156879" y="62779"/>
                </a:lnTo>
                <a:lnTo>
                  <a:pt x="157713" y="61979"/>
                </a:lnTo>
                <a:lnTo>
                  <a:pt x="159514" y="61979"/>
                </a:lnTo>
                <a:lnTo>
                  <a:pt x="158180" y="63313"/>
                </a:lnTo>
                <a:lnTo>
                  <a:pt x="158180" y="65381"/>
                </a:lnTo>
                <a:close/>
                <a:moveTo>
                  <a:pt x="153944" y="64614"/>
                </a:moveTo>
                <a:lnTo>
                  <a:pt x="153076" y="63713"/>
                </a:lnTo>
                <a:lnTo>
                  <a:pt x="151809" y="63713"/>
                </a:lnTo>
                <a:lnTo>
                  <a:pt x="151809" y="62646"/>
                </a:lnTo>
                <a:lnTo>
                  <a:pt x="151675" y="62346"/>
                </a:lnTo>
                <a:lnTo>
                  <a:pt x="150908" y="61578"/>
                </a:lnTo>
                <a:lnTo>
                  <a:pt x="151675" y="60811"/>
                </a:lnTo>
                <a:lnTo>
                  <a:pt x="151809" y="60544"/>
                </a:lnTo>
                <a:lnTo>
                  <a:pt x="151809" y="59443"/>
                </a:lnTo>
                <a:lnTo>
                  <a:pt x="153076" y="59443"/>
                </a:lnTo>
                <a:lnTo>
                  <a:pt x="153944" y="58543"/>
                </a:lnTo>
                <a:lnTo>
                  <a:pt x="154844" y="59443"/>
                </a:lnTo>
                <a:lnTo>
                  <a:pt x="156112" y="59443"/>
                </a:lnTo>
                <a:lnTo>
                  <a:pt x="156112" y="60544"/>
                </a:lnTo>
                <a:lnTo>
                  <a:pt x="156212" y="60811"/>
                </a:lnTo>
                <a:lnTo>
                  <a:pt x="156979" y="61578"/>
                </a:lnTo>
                <a:lnTo>
                  <a:pt x="156212" y="62346"/>
                </a:lnTo>
                <a:lnTo>
                  <a:pt x="156112" y="62646"/>
                </a:lnTo>
                <a:lnTo>
                  <a:pt x="156112" y="63713"/>
                </a:lnTo>
                <a:lnTo>
                  <a:pt x="154844" y="63713"/>
                </a:lnTo>
                <a:close/>
                <a:moveTo>
                  <a:pt x="149741" y="65381"/>
                </a:moveTo>
                <a:lnTo>
                  <a:pt x="149741" y="63313"/>
                </a:lnTo>
                <a:lnTo>
                  <a:pt x="148373" y="61979"/>
                </a:lnTo>
                <a:lnTo>
                  <a:pt x="150174" y="61979"/>
                </a:lnTo>
                <a:lnTo>
                  <a:pt x="151008" y="62813"/>
                </a:lnTo>
                <a:lnTo>
                  <a:pt x="151008" y="64113"/>
                </a:lnTo>
                <a:close/>
                <a:moveTo>
                  <a:pt x="127391" y="65381"/>
                </a:moveTo>
                <a:lnTo>
                  <a:pt x="126091" y="64080"/>
                </a:lnTo>
                <a:lnTo>
                  <a:pt x="126091" y="62779"/>
                </a:lnTo>
                <a:lnTo>
                  <a:pt x="126924" y="61979"/>
                </a:lnTo>
                <a:lnTo>
                  <a:pt x="128726" y="61979"/>
                </a:lnTo>
                <a:lnTo>
                  <a:pt x="127358" y="63313"/>
                </a:lnTo>
                <a:lnTo>
                  <a:pt x="127358" y="65381"/>
                </a:lnTo>
                <a:close/>
                <a:moveTo>
                  <a:pt x="123155" y="64614"/>
                </a:moveTo>
                <a:lnTo>
                  <a:pt x="122254" y="63713"/>
                </a:lnTo>
                <a:lnTo>
                  <a:pt x="121020" y="63713"/>
                </a:lnTo>
                <a:lnTo>
                  <a:pt x="121020" y="62646"/>
                </a:lnTo>
                <a:lnTo>
                  <a:pt x="120887" y="62346"/>
                </a:lnTo>
                <a:lnTo>
                  <a:pt x="120120" y="61578"/>
                </a:lnTo>
                <a:lnTo>
                  <a:pt x="120887" y="60811"/>
                </a:lnTo>
                <a:lnTo>
                  <a:pt x="121020" y="60544"/>
                </a:lnTo>
                <a:lnTo>
                  <a:pt x="121020" y="59443"/>
                </a:lnTo>
                <a:lnTo>
                  <a:pt x="122254" y="59443"/>
                </a:lnTo>
                <a:lnTo>
                  <a:pt x="123155" y="58543"/>
                </a:lnTo>
                <a:lnTo>
                  <a:pt x="124056" y="59443"/>
                </a:lnTo>
                <a:lnTo>
                  <a:pt x="125290" y="59443"/>
                </a:lnTo>
                <a:lnTo>
                  <a:pt x="125290" y="60544"/>
                </a:lnTo>
                <a:lnTo>
                  <a:pt x="125423" y="60811"/>
                </a:lnTo>
                <a:lnTo>
                  <a:pt x="126191" y="61578"/>
                </a:lnTo>
                <a:lnTo>
                  <a:pt x="125423" y="62346"/>
                </a:lnTo>
                <a:lnTo>
                  <a:pt x="125290" y="62646"/>
                </a:lnTo>
                <a:lnTo>
                  <a:pt x="125290" y="63713"/>
                </a:lnTo>
                <a:lnTo>
                  <a:pt x="124056" y="63713"/>
                </a:lnTo>
                <a:close/>
                <a:moveTo>
                  <a:pt x="118952" y="65381"/>
                </a:moveTo>
                <a:lnTo>
                  <a:pt x="118952" y="63313"/>
                </a:lnTo>
                <a:lnTo>
                  <a:pt x="117584" y="61979"/>
                </a:lnTo>
                <a:lnTo>
                  <a:pt x="119386" y="61979"/>
                </a:lnTo>
                <a:lnTo>
                  <a:pt x="120220" y="62813"/>
                </a:lnTo>
                <a:lnTo>
                  <a:pt x="120220" y="64113"/>
                </a:lnTo>
                <a:close/>
                <a:moveTo>
                  <a:pt x="96569" y="65381"/>
                </a:moveTo>
                <a:lnTo>
                  <a:pt x="95302" y="64080"/>
                </a:lnTo>
                <a:lnTo>
                  <a:pt x="95302" y="62779"/>
                </a:lnTo>
                <a:lnTo>
                  <a:pt x="96136" y="61979"/>
                </a:lnTo>
                <a:lnTo>
                  <a:pt x="97937" y="61979"/>
                </a:lnTo>
                <a:lnTo>
                  <a:pt x="96569" y="63313"/>
                </a:lnTo>
                <a:lnTo>
                  <a:pt x="96569" y="65381"/>
                </a:lnTo>
                <a:close/>
                <a:moveTo>
                  <a:pt x="92366" y="64614"/>
                </a:moveTo>
                <a:lnTo>
                  <a:pt x="91466" y="63713"/>
                </a:lnTo>
                <a:lnTo>
                  <a:pt x="90232" y="63713"/>
                </a:lnTo>
                <a:lnTo>
                  <a:pt x="90232" y="62646"/>
                </a:lnTo>
                <a:lnTo>
                  <a:pt x="90098" y="62346"/>
                </a:lnTo>
                <a:lnTo>
                  <a:pt x="89331" y="61578"/>
                </a:lnTo>
                <a:lnTo>
                  <a:pt x="90098" y="60811"/>
                </a:lnTo>
                <a:lnTo>
                  <a:pt x="90232" y="60544"/>
                </a:lnTo>
                <a:lnTo>
                  <a:pt x="90232" y="59443"/>
                </a:lnTo>
                <a:lnTo>
                  <a:pt x="91466" y="59443"/>
                </a:lnTo>
                <a:lnTo>
                  <a:pt x="92366" y="58543"/>
                </a:lnTo>
                <a:lnTo>
                  <a:pt x="93267" y="59443"/>
                </a:lnTo>
                <a:lnTo>
                  <a:pt x="94501" y="59443"/>
                </a:lnTo>
                <a:lnTo>
                  <a:pt x="94501" y="60544"/>
                </a:lnTo>
                <a:lnTo>
                  <a:pt x="94635" y="60811"/>
                </a:lnTo>
                <a:lnTo>
                  <a:pt x="95402" y="61578"/>
                </a:lnTo>
                <a:lnTo>
                  <a:pt x="94635" y="62346"/>
                </a:lnTo>
                <a:lnTo>
                  <a:pt x="94501" y="62646"/>
                </a:lnTo>
                <a:lnTo>
                  <a:pt x="94501" y="63713"/>
                </a:lnTo>
                <a:lnTo>
                  <a:pt x="93267" y="63713"/>
                </a:lnTo>
                <a:close/>
                <a:moveTo>
                  <a:pt x="88130" y="65381"/>
                </a:moveTo>
                <a:lnTo>
                  <a:pt x="88130" y="63313"/>
                </a:lnTo>
                <a:lnTo>
                  <a:pt x="86796" y="61979"/>
                </a:lnTo>
                <a:lnTo>
                  <a:pt x="88597" y="61979"/>
                </a:lnTo>
                <a:lnTo>
                  <a:pt x="89431" y="62813"/>
                </a:lnTo>
                <a:lnTo>
                  <a:pt x="89431" y="64113"/>
                </a:lnTo>
                <a:close/>
                <a:moveTo>
                  <a:pt x="65781" y="65381"/>
                </a:moveTo>
                <a:lnTo>
                  <a:pt x="64513" y="64080"/>
                </a:lnTo>
                <a:lnTo>
                  <a:pt x="64513" y="62779"/>
                </a:lnTo>
                <a:lnTo>
                  <a:pt x="65347" y="61979"/>
                </a:lnTo>
                <a:lnTo>
                  <a:pt x="67148" y="61979"/>
                </a:lnTo>
                <a:lnTo>
                  <a:pt x="65781" y="63313"/>
                </a:lnTo>
                <a:lnTo>
                  <a:pt x="65781" y="65381"/>
                </a:lnTo>
                <a:close/>
                <a:moveTo>
                  <a:pt x="61578" y="64614"/>
                </a:moveTo>
                <a:lnTo>
                  <a:pt x="60677" y="63713"/>
                </a:lnTo>
                <a:lnTo>
                  <a:pt x="59410" y="63713"/>
                </a:lnTo>
                <a:lnTo>
                  <a:pt x="59410" y="62646"/>
                </a:lnTo>
                <a:lnTo>
                  <a:pt x="59310" y="62346"/>
                </a:lnTo>
                <a:lnTo>
                  <a:pt x="58542" y="61578"/>
                </a:lnTo>
                <a:lnTo>
                  <a:pt x="59310" y="60811"/>
                </a:lnTo>
                <a:lnTo>
                  <a:pt x="59410" y="60544"/>
                </a:lnTo>
                <a:lnTo>
                  <a:pt x="59410" y="59443"/>
                </a:lnTo>
                <a:lnTo>
                  <a:pt x="60677" y="59443"/>
                </a:lnTo>
                <a:lnTo>
                  <a:pt x="61578" y="58543"/>
                </a:lnTo>
                <a:lnTo>
                  <a:pt x="62445" y="59443"/>
                </a:lnTo>
                <a:lnTo>
                  <a:pt x="63713" y="59443"/>
                </a:lnTo>
                <a:lnTo>
                  <a:pt x="63713" y="60544"/>
                </a:lnTo>
                <a:lnTo>
                  <a:pt x="63846" y="60811"/>
                </a:lnTo>
                <a:lnTo>
                  <a:pt x="64613" y="61578"/>
                </a:lnTo>
                <a:lnTo>
                  <a:pt x="63846" y="62346"/>
                </a:lnTo>
                <a:lnTo>
                  <a:pt x="63713" y="62646"/>
                </a:lnTo>
                <a:lnTo>
                  <a:pt x="63713" y="63713"/>
                </a:lnTo>
                <a:lnTo>
                  <a:pt x="62445" y="63713"/>
                </a:lnTo>
                <a:close/>
                <a:moveTo>
                  <a:pt x="57341" y="65381"/>
                </a:moveTo>
                <a:lnTo>
                  <a:pt x="57341" y="63313"/>
                </a:lnTo>
                <a:lnTo>
                  <a:pt x="56007" y="61979"/>
                </a:lnTo>
                <a:lnTo>
                  <a:pt x="57808" y="61979"/>
                </a:lnTo>
                <a:lnTo>
                  <a:pt x="58642" y="62813"/>
                </a:lnTo>
                <a:lnTo>
                  <a:pt x="58642" y="64113"/>
                </a:lnTo>
                <a:close/>
                <a:moveTo>
                  <a:pt x="57341" y="57776"/>
                </a:moveTo>
                <a:lnTo>
                  <a:pt x="58642" y="59077"/>
                </a:lnTo>
                <a:lnTo>
                  <a:pt x="58642" y="60377"/>
                </a:lnTo>
                <a:lnTo>
                  <a:pt x="57808" y="61178"/>
                </a:lnTo>
                <a:lnTo>
                  <a:pt x="56007" y="61178"/>
                </a:lnTo>
                <a:lnTo>
                  <a:pt x="57341" y="59844"/>
                </a:lnTo>
                <a:close/>
                <a:moveTo>
                  <a:pt x="65781" y="57776"/>
                </a:moveTo>
                <a:lnTo>
                  <a:pt x="65781" y="59844"/>
                </a:lnTo>
                <a:lnTo>
                  <a:pt x="67148" y="61178"/>
                </a:lnTo>
                <a:lnTo>
                  <a:pt x="65347" y="61178"/>
                </a:lnTo>
                <a:lnTo>
                  <a:pt x="64513" y="60344"/>
                </a:lnTo>
                <a:lnTo>
                  <a:pt x="64513" y="59043"/>
                </a:lnTo>
                <a:close/>
                <a:moveTo>
                  <a:pt x="88130" y="57776"/>
                </a:moveTo>
                <a:lnTo>
                  <a:pt x="89431" y="59077"/>
                </a:lnTo>
                <a:lnTo>
                  <a:pt x="89431" y="60377"/>
                </a:lnTo>
                <a:lnTo>
                  <a:pt x="88597" y="61178"/>
                </a:lnTo>
                <a:lnTo>
                  <a:pt x="86796" y="61178"/>
                </a:lnTo>
                <a:lnTo>
                  <a:pt x="88130" y="59844"/>
                </a:lnTo>
                <a:lnTo>
                  <a:pt x="88130" y="57776"/>
                </a:lnTo>
                <a:close/>
                <a:moveTo>
                  <a:pt x="96569" y="57776"/>
                </a:moveTo>
                <a:lnTo>
                  <a:pt x="96569" y="59844"/>
                </a:lnTo>
                <a:lnTo>
                  <a:pt x="97937" y="61178"/>
                </a:lnTo>
                <a:lnTo>
                  <a:pt x="96136" y="61178"/>
                </a:lnTo>
                <a:lnTo>
                  <a:pt x="95302" y="60377"/>
                </a:lnTo>
                <a:lnTo>
                  <a:pt x="95302" y="59077"/>
                </a:lnTo>
                <a:close/>
                <a:moveTo>
                  <a:pt x="118952" y="57776"/>
                </a:moveTo>
                <a:lnTo>
                  <a:pt x="120220" y="59077"/>
                </a:lnTo>
                <a:lnTo>
                  <a:pt x="120220" y="60377"/>
                </a:lnTo>
                <a:lnTo>
                  <a:pt x="119386" y="61178"/>
                </a:lnTo>
                <a:lnTo>
                  <a:pt x="117584" y="61178"/>
                </a:lnTo>
                <a:lnTo>
                  <a:pt x="118952" y="59844"/>
                </a:lnTo>
                <a:lnTo>
                  <a:pt x="118952" y="57776"/>
                </a:lnTo>
                <a:close/>
                <a:moveTo>
                  <a:pt x="127391" y="57776"/>
                </a:moveTo>
                <a:lnTo>
                  <a:pt x="127391" y="59844"/>
                </a:lnTo>
                <a:lnTo>
                  <a:pt x="128726" y="61178"/>
                </a:lnTo>
                <a:lnTo>
                  <a:pt x="126924" y="61178"/>
                </a:lnTo>
                <a:lnTo>
                  <a:pt x="126091" y="60344"/>
                </a:lnTo>
                <a:lnTo>
                  <a:pt x="126091" y="59043"/>
                </a:lnTo>
                <a:close/>
                <a:moveTo>
                  <a:pt x="149741" y="57776"/>
                </a:moveTo>
                <a:lnTo>
                  <a:pt x="151008" y="59077"/>
                </a:lnTo>
                <a:lnTo>
                  <a:pt x="151008" y="60377"/>
                </a:lnTo>
                <a:lnTo>
                  <a:pt x="150174" y="61178"/>
                </a:lnTo>
                <a:lnTo>
                  <a:pt x="148373" y="61178"/>
                </a:lnTo>
                <a:lnTo>
                  <a:pt x="149741" y="59844"/>
                </a:lnTo>
                <a:lnTo>
                  <a:pt x="149741" y="57776"/>
                </a:lnTo>
                <a:close/>
                <a:moveTo>
                  <a:pt x="158180" y="57776"/>
                </a:moveTo>
                <a:lnTo>
                  <a:pt x="158180" y="59844"/>
                </a:lnTo>
                <a:lnTo>
                  <a:pt x="159514" y="61178"/>
                </a:lnTo>
                <a:lnTo>
                  <a:pt x="157713" y="61178"/>
                </a:lnTo>
                <a:lnTo>
                  <a:pt x="156879" y="60344"/>
                </a:lnTo>
                <a:lnTo>
                  <a:pt x="156879" y="59043"/>
                </a:lnTo>
                <a:close/>
                <a:moveTo>
                  <a:pt x="180529" y="57776"/>
                </a:moveTo>
                <a:lnTo>
                  <a:pt x="181797" y="59077"/>
                </a:lnTo>
                <a:lnTo>
                  <a:pt x="181797" y="60377"/>
                </a:lnTo>
                <a:lnTo>
                  <a:pt x="180963" y="61178"/>
                </a:lnTo>
                <a:lnTo>
                  <a:pt x="179162" y="61178"/>
                </a:lnTo>
                <a:lnTo>
                  <a:pt x="180529" y="59844"/>
                </a:lnTo>
                <a:lnTo>
                  <a:pt x="180529" y="57776"/>
                </a:lnTo>
                <a:close/>
                <a:moveTo>
                  <a:pt x="188969" y="57776"/>
                </a:moveTo>
                <a:lnTo>
                  <a:pt x="188969" y="59844"/>
                </a:lnTo>
                <a:lnTo>
                  <a:pt x="190303" y="61178"/>
                </a:lnTo>
                <a:lnTo>
                  <a:pt x="188502" y="61178"/>
                </a:lnTo>
                <a:lnTo>
                  <a:pt x="187668" y="60344"/>
                </a:lnTo>
                <a:lnTo>
                  <a:pt x="187668" y="59043"/>
                </a:lnTo>
                <a:close/>
                <a:moveTo>
                  <a:pt x="191437" y="61178"/>
                </a:moveTo>
                <a:lnTo>
                  <a:pt x="189736" y="59510"/>
                </a:lnTo>
                <a:lnTo>
                  <a:pt x="189736" y="57475"/>
                </a:lnTo>
                <a:lnTo>
                  <a:pt x="195473" y="57475"/>
                </a:lnTo>
                <a:lnTo>
                  <a:pt x="199176" y="61178"/>
                </a:lnTo>
                <a:close/>
                <a:moveTo>
                  <a:pt x="187268" y="58643"/>
                </a:moveTo>
                <a:lnTo>
                  <a:pt x="185967" y="58643"/>
                </a:lnTo>
                <a:lnTo>
                  <a:pt x="185133" y="57809"/>
                </a:lnTo>
                <a:lnTo>
                  <a:pt x="185133" y="56008"/>
                </a:lnTo>
                <a:lnTo>
                  <a:pt x="186367" y="57242"/>
                </a:lnTo>
                <a:lnTo>
                  <a:pt x="186667" y="57375"/>
                </a:lnTo>
                <a:lnTo>
                  <a:pt x="188535" y="57375"/>
                </a:lnTo>
                <a:close/>
                <a:moveTo>
                  <a:pt x="184332" y="57809"/>
                </a:moveTo>
                <a:lnTo>
                  <a:pt x="183532" y="58643"/>
                </a:lnTo>
                <a:lnTo>
                  <a:pt x="182231" y="58643"/>
                </a:lnTo>
                <a:lnTo>
                  <a:pt x="180930" y="57375"/>
                </a:lnTo>
                <a:lnTo>
                  <a:pt x="182831" y="57375"/>
                </a:lnTo>
                <a:lnTo>
                  <a:pt x="183098" y="57242"/>
                </a:lnTo>
                <a:lnTo>
                  <a:pt x="184332" y="56008"/>
                </a:lnTo>
                <a:close/>
                <a:moveTo>
                  <a:pt x="179729" y="59510"/>
                </a:moveTo>
                <a:lnTo>
                  <a:pt x="178061" y="61178"/>
                </a:lnTo>
                <a:lnTo>
                  <a:pt x="170289" y="61178"/>
                </a:lnTo>
                <a:lnTo>
                  <a:pt x="174025" y="57475"/>
                </a:lnTo>
                <a:lnTo>
                  <a:pt x="179729" y="57475"/>
                </a:lnTo>
                <a:lnTo>
                  <a:pt x="179729" y="59510"/>
                </a:lnTo>
                <a:close/>
                <a:moveTo>
                  <a:pt x="160649" y="61178"/>
                </a:moveTo>
                <a:lnTo>
                  <a:pt x="158947" y="59510"/>
                </a:lnTo>
                <a:lnTo>
                  <a:pt x="158947" y="57475"/>
                </a:lnTo>
                <a:lnTo>
                  <a:pt x="164685" y="57475"/>
                </a:lnTo>
                <a:lnTo>
                  <a:pt x="168387" y="61178"/>
                </a:lnTo>
                <a:close/>
                <a:moveTo>
                  <a:pt x="156479" y="58643"/>
                </a:moveTo>
                <a:lnTo>
                  <a:pt x="155178" y="58643"/>
                </a:lnTo>
                <a:lnTo>
                  <a:pt x="154344" y="57809"/>
                </a:lnTo>
                <a:lnTo>
                  <a:pt x="154344" y="56008"/>
                </a:lnTo>
                <a:lnTo>
                  <a:pt x="155578" y="57242"/>
                </a:lnTo>
                <a:lnTo>
                  <a:pt x="155845" y="57375"/>
                </a:lnTo>
                <a:lnTo>
                  <a:pt x="157746" y="57375"/>
                </a:lnTo>
                <a:close/>
                <a:moveTo>
                  <a:pt x="153543" y="57809"/>
                </a:moveTo>
                <a:lnTo>
                  <a:pt x="152743" y="58643"/>
                </a:lnTo>
                <a:lnTo>
                  <a:pt x="151442" y="58643"/>
                </a:lnTo>
                <a:lnTo>
                  <a:pt x="150141" y="57375"/>
                </a:lnTo>
                <a:lnTo>
                  <a:pt x="152042" y="57375"/>
                </a:lnTo>
                <a:lnTo>
                  <a:pt x="152309" y="57242"/>
                </a:lnTo>
                <a:lnTo>
                  <a:pt x="153543" y="56008"/>
                </a:lnTo>
                <a:close/>
                <a:moveTo>
                  <a:pt x="148940" y="59510"/>
                </a:moveTo>
                <a:lnTo>
                  <a:pt x="147272" y="61178"/>
                </a:lnTo>
                <a:lnTo>
                  <a:pt x="139500" y="61178"/>
                </a:lnTo>
                <a:lnTo>
                  <a:pt x="143236" y="57475"/>
                </a:lnTo>
                <a:lnTo>
                  <a:pt x="148940" y="57475"/>
                </a:lnTo>
                <a:lnTo>
                  <a:pt x="148940" y="59510"/>
                </a:lnTo>
                <a:close/>
                <a:moveTo>
                  <a:pt x="129860" y="61178"/>
                </a:moveTo>
                <a:lnTo>
                  <a:pt x="128159" y="59510"/>
                </a:lnTo>
                <a:lnTo>
                  <a:pt x="128159" y="57475"/>
                </a:lnTo>
                <a:lnTo>
                  <a:pt x="133896" y="57475"/>
                </a:lnTo>
                <a:lnTo>
                  <a:pt x="137599" y="61178"/>
                </a:lnTo>
                <a:close/>
                <a:moveTo>
                  <a:pt x="125690" y="58643"/>
                </a:moveTo>
                <a:lnTo>
                  <a:pt x="124389" y="58643"/>
                </a:lnTo>
                <a:lnTo>
                  <a:pt x="123555" y="57809"/>
                </a:lnTo>
                <a:lnTo>
                  <a:pt x="123555" y="56008"/>
                </a:lnTo>
                <a:lnTo>
                  <a:pt x="124790" y="57242"/>
                </a:lnTo>
                <a:lnTo>
                  <a:pt x="125056" y="57375"/>
                </a:lnTo>
                <a:lnTo>
                  <a:pt x="126958" y="57375"/>
                </a:lnTo>
                <a:close/>
                <a:moveTo>
                  <a:pt x="122755" y="57809"/>
                </a:moveTo>
                <a:lnTo>
                  <a:pt x="121954" y="58643"/>
                </a:lnTo>
                <a:lnTo>
                  <a:pt x="120653" y="58643"/>
                </a:lnTo>
                <a:lnTo>
                  <a:pt x="119352" y="57375"/>
                </a:lnTo>
                <a:lnTo>
                  <a:pt x="121254" y="57375"/>
                </a:lnTo>
                <a:lnTo>
                  <a:pt x="121521" y="57242"/>
                </a:lnTo>
                <a:lnTo>
                  <a:pt x="122755" y="56008"/>
                </a:lnTo>
                <a:lnTo>
                  <a:pt x="122755" y="57809"/>
                </a:lnTo>
                <a:close/>
                <a:moveTo>
                  <a:pt x="118152" y="59510"/>
                </a:moveTo>
                <a:lnTo>
                  <a:pt x="116450" y="61178"/>
                </a:lnTo>
                <a:lnTo>
                  <a:pt x="108711" y="61178"/>
                </a:lnTo>
                <a:lnTo>
                  <a:pt x="112414" y="57475"/>
                </a:lnTo>
                <a:lnTo>
                  <a:pt x="118152" y="57475"/>
                </a:lnTo>
                <a:lnTo>
                  <a:pt x="118152" y="59510"/>
                </a:lnTo>
                <a:close/>
                <a:moveTo>
                  <a:pt x="99071" y="61178"/>
                </a:moveTo>
                <a:lnTo>
                  <a:pt x="97370" y="59510"/>
                </a:lnTo>
                <a:lnTo>
                  <a:pt x="97370" y="57475"/>
                </a:lnTo>
                <a:lnTo>
                  <a:pt x="103074" y="57475"/>
                </a:lnTo>
                <a:lnTo>
                  <a:pt x="106810" y="61178"/>
                </a:lnTo>
                <a:close/>
                <a:moveTo>
                  <a:pt x="94868" y="58643"/>
                </a:moveTo>
                <a:lnTo>
                  <a:pt x="93567" y="58643"/>
                </a:lnTo>
                <a:lnTo>
                  <a:pt x="92767" y="57809"/>
                </a:lnTo>
                <a:lnTo>
                  <a:pt x="92767" y="56008"/>
                </a:lnTo>
                <a:lnTo>
                  <a:pt x="94001" y="57242"/>
                </a:lnTo>
                <a:lnTo>
                  <a:pt x="94268" y="57375"/>
                </a:lnTo>
                <a:lnTo>
                  <a:pt x="96169" y="57375"/>
                </a:lnTo>
                <a:close/>
                <a:moveTo>
                  <a:pt x="91966" y="57809"/>
                </a:moveTo>
                <a:lnTo>
                  <a:pt x="91166" y="58643"/>
                </a:lnTo>
                <a:lnTo>
                  <a:pt x="89865" y="58643"/>
                </a:lnTo>
                <a:lnTo>
                  <a:pt x="88564" y="57375"/>
                </a:lnTo>
                <a:lnTo>
                  <a:pt x="90465" y="57375"/>
                </a:lnTo>
                <a:lnTo>
                  <a:pt x="90732" y="57242"/>
                </a:lnTo>
                <a:lnTo>
                  <a:pt x="91966" y="56008"/>
                </a:lnTo>
                <a:lnTo>
                  <a:pt x="91966" y="57809"/>
                </a:lnTo>
                <a:close/>
                <a:moveTo>
                  <a:pt x="87363" y="59510"/>
                </a:moveTo>
                <a:lnTo>
                  <a:pt x="85662" y="61178"/>
                </a:lnTo>
                <a:lnTo>
                  <a:pt x="77923" y="61178"/>
                </a:lnTo>
                <a:lnTo>
                  <a:pt x="81625" y="57475"/>
                </a:lnTo>
                <a:lnTo>
                  <a:pt x="87363" y="57475"/>
                </a:lnTo>
                <a:lnTo>
                  <a:pt x="87363" y="59510"/>
                </a:lnTo>
                <a:close/>
                <a:moveTo>
                  <a:pt x="68249" y="61178"/>
                </a:moveTo>
                <a:lnTo>
                  <a:pt x="66581" y="59510"/>
                </a:lnTo>
                <a:lnTo>
                  <a:pt x="66581" y="57475"/>
                </a:lnTo>
                <a:lnTo>
                  <a:pt x="72285" y="57475"/>
                </a:lnTo>
                <a:lnTo>
                  <a:pt x="76021" y="61178"/>
                </a:lnTo>
                <a:close/>
                <a:moveTo>
                  <a:pt x="64080" y="58643"/>
                </a:moveTo>
                <a:lnTo>
                  <a:pt x="62779" y="58643"/>
                </a:lnTo>
                <a:lnTo>
                  <a:pt x="61978" y="57809"/>
                </a:lnTo>
                <a:lnTo>
                  <a:pt x="61978" y="56008"/>
                </a:lnTo>
                <a:lnTo>
                  <a:pt x="63212" y="57242"/>
                </a:lnTo>
                <a:lnTo>
                  <a:pt x="63479" y="57375"/>
                </a:lnTo>
                <a:lnTo>
                  <a:pt x="65381" y="57375"/>
                </a:lnTo>
                <a:close/>
                <a:moveTo>
                  <a:pt x="61178" y="57809"/>
                </a:moveTo>
                <a:lnTo>
                  <a:pt x="60344" y="58643"/>
                </a:lnTo>
                <a:lnTo>
                  <a:pt x="59043" y="58643"/>
                </a:lnTo>
                <a:lnTo>
                  <a:pt x="57775" y="57375"/>
                </a:lnTo>
                <a:lnTo>
                  <a:pt x="59676" y="57375"/>
                </a:lnTo>
                <a:lnTo>
                  <a:pt x="59943" y="57242"/>
                </a:lnTo>
                <a:lnTo>
                  <a:pt x="61178" y="56008"/>
                </a:lnTo>
                <a:close/>
                <a:moveTo>
                  <a:pt x="56574" y="59510"/>
                </a:moveTo>
                <a:lnTo>
                  <a:pt x="54873" y="61178"/>
                </a:lnTo>
                <a:lnTo>
                  <a:pt x="47134" y="61178"/>
                </a:lnTo>
                <a:lnTo>
                  <a:pt x="50837" y="57475"/>
                </a:lnTo>
                <a:lnTo>
                  <a:pt x="56574" y="57475"/>
                </a:lnTo>
                <a:close/>
                <a:moveTo>
                  <a:pt x="54873" y="61979"/>
                </a:moveTo>
                <a:lnTo>
                  <a:pt x="56574" y="63646"/>
                </a:lnTo>
                <a:lnTo>
                  <a:pt x="56574" y="65681"/>
                </a:lnTo>
                <a:lnTo>
                  <a:pt x="50837" y="65681"/>
                </a:lnTo>
                <a:lnTo>
                  <a:pt x="47134" y="61979"/>
                </a:lnTo>
                <a:lnTo>
                  <a:pt x="54873" y="61979"/>
                </a:lnTo>
                <a:close/>
                <a:moveTo>
                  <a:pt x="59043" y="64514"/>
                </a:moveTo>
                <a:lnTo>
                  <a:pt x="60344" y="64514"/>
                </a:lnTo>
                <a:lnTo>
                  <a:pt x="61178" y="65348"/>
                </a:lnTo>
                <a:lnTo>
                  <a:pt x="61178" y="67149"/>
                </a:lnTo>
                <a:lnTo>
                  <a:pt x="59943" y="65915"/>
                </a:lnTo>
                <a:lnTo>
                  <a:pt x="59676" y="65781"/>
                </a:lnTo>
                <a:lnTo>
                  <a:pt x="57775" y="65781"/>
                </a:lnTo>
                <a:close/>
                <a:moveTo>
                  <a:pt x="61978" y="65348"/>
                </a:moveTo>
                <a:lnTo>
                  <a:pt x="62779" y="64514"/>
                </a:lnTo>
                <a:lnTo>
                  <a:pt x="64080" y="64514"/>
                </a:lnTo>
                <a:lnTo>
                  <a:pt x="65381" y="65815"/>
                </a:lnTo>
                <a:lnTo>
                  <a:pt x="63479" y="65815"/>
                </a:lnTo>
                <a:lnTo>
                  <a:pt x="63212" y="65915"/>
                </a:lnTo>
                <a:lnTo>
                  <a:pt x="61978" y="67149"/>
                </a:lnTo>
                <a:close/>
                <a:moveTo>
                  <a:pt x="66581" y="63646"/>
                </a:moveTo>
                <a:lnTo>
                  <a:pt x="68249" y="61979"/>
                </a:lnTo>
                <a:lnTo>
                  <a:pt x="76021" y="61979"/>
                </a:lnTo>
                <a:lnTo>
                  <a:pt x="72285" y="65681"/>
                </a:lnTo>
                <a:lnTo>
                  <a:pt x="66581" y="65681"/>
                </a:lnTo>
                <a:lnTo>
                  <a:pt x="66581" y="63646"/>
                </a:lnTo>
                <a:close/>
                <a:moveTo>
                  <a:pt x="85662" y="61979"/>
                </a:moveTo>
                <a:lnTo>
                  <a:pt x="87363" y="63646"/>
                </a:lnTo>
                <a:lnTo>
                  <a:pt x="87363" y="65681"/>
                </a:lnTo>
                <a:lnTo>
                  <a:pt x="81659" y="65681"/>
                </a:lnTo>
                <a:lnTo>
                  <a:pt x="77923" y="61979"/>
                </a:lnTo>
                <a:lnTo>
                  <a:pt x="85662" y="61979"/>
                </a:lnTo>
                <a:close/>
                <a:moveTo>
                  <a:pt x="89831" y="64514"/>
                </a:moveTo>
                <a:lnTo>
                  <a:pt x="91132" y="64514"/>
                </a:lnTo>
                <a:lnTo>
                  <a:pt x="91966" y="65348"/>
                </a:lnTo>
                <a:lnTo>
                  <a:pt x="91966" y="67149"/>
                </a:lnTo>
                <a:lnTo>
                  <a:pt x="90732" y="65915"/>
                </a:lnTo>
                <a:lnTo>
                  <a:pt x="90465" y="65781"/>
                </a:lnTo>
                <a:lnTo>
                  <a:pt x="88564" y="65781"/>
                </a:lnTo>
                <a:close/>
                <a:moveTo>
                  <a:pt x="92767" y="65348"/>
                </a:moveTo>
                <a:lnTo>
                  <a:pt x="93567" y="64514"/>
                </a:lnTo>
                <a:lnTo>
                  <a:pt x="94868" y="64514"/>
                </a:lnTo>
                <a:lnTo>
                  <a:pt x="96169" y="65815"/>
                </a:lnTo>
                <a:lnTo>
                  <a:pt x="94268" y="65815"/>
                </a:lnTo>
                <a:lnTo>
                  <a:pt x="94001" y="65915"/>
                </a:lnTo>
                <a:lnTo>
                  <a:pt x="92767" y="67149"/>
                </a:lnTo>
                <a:lnTo>
                  <a:pt x="92767" y="65348"/>
                </a:lnTo>
                <a:close/>
                <a:moveTo>
                  <a:pt x="97370" y="63646"/>
                </a:moveTo>
                <a:lnTo>
                  <a:pt x="99071" y="61979"/>
                </a:lnTo>
                <a:lnTo>
                  <a:pt x="106810" y="61979"/>
                </a:lnTo>
                <a:lnTo>
                  <a:pt x="103074" y="65681"/>
                </a:lnTo>
                <a:lnTo>
                  <a:pt x="97370" y="65681"/>
                </a:lnTo>
                <a:lnTo>
                  <a:pt x="97370" y="63646"/>
                </a:lnTo>
                <a:close/>
                <a:moveTo>
                  <a:pt x="116450" y="61979"/>
                </a:moveTo>
                <a:lnTo>
                  <a:pt x="118152" y="63646"/>
                </a:lnTo>
                <a:lnTo>
                  <a:pt x="118152" y="65681"/>
                </a:lnTo>
                <a:lnTo>
                  <a:pt x="112447" y="65681"/>
                </a:lnTo>
                <a:lnTo>
                  <a:pt x="108711" y="61979"/>
                </a:lnTo>
                <a:lnTo>
                  <a:pt x="116450" y="61979"/>
                </a:lnTo>
                <a:close/>
                <a:moveTo>
                  <a:pt x="120653" y="64514"/>
                </a:moveTo>
                <a:lnTo>
                  <a:pt x="121954" y="64514"/>
                </a:lnTo>
                <a:lnTo>
                  <a:pt x="122755" y="65348"/>
                </a:lnTo>
                <a:lnTo>
                  <a:pt x="122755" y="67149"/>
                </a:lnTo>
                <a:lnTo>
                  <a:pt x="121521" y="65915"/>
                </a:lnTo>
                <a:lnTo>
                  <a:pt x="121254" y="65781"/>
                </a:lnTo>
                <a:lnTo>
                  <a:pt x="119352" y="65781"/>
                </a:lnTo>
                <a:close/>
                <a:moveTo>
                  <a:pt x="123555" y="65348"/>
                </a:moveTo>
                <a:lnTo>
                  <a:pt x="124389" y="64514"/>
                </a:lnTo>
                <a:lnTo>
                  <a:pt x="125657" y="64514"/>
                </a:lnTo>
                <a:lnTo>
                  <a:pt x="126958" y="65815"/>
                </a:lnTo>
                <a:lnTo>
                  <a:pt x="125056" y="65815"/>
                </a:lnTo>
                <a:lnTo>
                  <a:pt x="124790" y="65915"/>
                </a:lnTo>
                <a:lnTo>
                  <a:pt x="123555" y="67149"/>
                </a:lnTo>
                <a:lnTo>
                  <a:pt x="123555" y="65348"/>
                </a:lnTo>
                <a:close/>
                <a:moveTo>
                  <a:pt x="128159" y="63646"/>
                </a:moveTo>
                <a:lnTo>
                  <a:pt x="129860" y="61979"/>
                </a:lnTo>
                <a:lnTo>
                  <a:pt x="137599" y="61979"/>
                </a:lnTo>
                <a:lnTo>
                  <a:pt x="133863" y="65681"/>
                </a:lnTo>
                <a:lnTo>
                  <a:pt x="128159" y="65681"/>
                </a:lnTo>
                <a:lnTo>
                  <a:pt x="128159" y="63646"/>
                </a:lnTo>
                <a:close/>
                <a:moveTo>
                  <a:pt x="147272" y="61979"/>
                </a:moveTo>
                <a:lnTo>
                  <a:pt x="148940" y="63646"/>
                </a:lnTo>
                <a:lnTo>
                  <a:pt x="148940" y="65681"/>
                </a:lnTo>
                <a:lnTo>
                  <a:pt x="143236" y="65681"/>
                </a:lnTo>
                <a:lnTo>
                  <a:pt x="139500" y="61979"/>
                </a:lnTo>
                <a:lnTo>
                  <a:pt x="147272" y="61979"/>
                </a:lnTo>
                <a:close/>
                <a:moveTo>
                  <a:pt x="151442" y="64514"/>
                </a:moveTo>
                <a:lnTo>
                  <a:pt x="152743" y="64514"/>
                </a:lnTo>
                <a:lnTo>
                  <a:pt x="153543" y="65348"/>
                </a:lnTo>
                <a:lnTo>
                  <a:pt x="153543" y="67149"/>
                </a:lnTo>
                <a:lnTo>
                  <a:pt x="152309" y="65915"/>
                </a:lnTo>
                <a:lnTo>
                  <a:pt x="152042" y="65781"/>
                </a:lnTo>
                <a:lnTo>
                  <a:pt x="150141" y="65781"/>
                </a:lnTo>
                <a:close/>
                <a:moveTo>
                  <a:pt x="154344" y="65348"/>
                </a:moveTo>
                <a:lnTo>
                  <a:pt x="155178" y="64514"/>
                </a:lnTo>
                <a:lnTo>
                  <a:pt x="156479" y="64514"/>
                </a:lnTo>
                <a:lnTo>
                  <a:pt x="157746" y="65815"/>
                </a:lnTo>
                <a:lnTo>
                  <a:pt x="155845" y="65815"/>
                </a:lnTo>
                <a:lnTo>
                  <a:pt x="155578" y="65915"/>
                </a:lnTo>
                <a:lnTo>
                  <a:pt x="154344" y="67149"/>
                </a:lnTo>
                <a:close/>
                <a:moveTo>
                  <a:pt x="158947" y="63646"/>
                </a:moveTo>
                <a:lnTo>
                  <a:pt x="160649" y="61979"/>
                </a:lnTo>
                <a:lnTo>
                  <a:pt x="168387" y="61979"/>
                </a:lnTo>
                <a:lnTo>
                  <a:pt x="164651" y="65681"/>
                </a:lnTo>
                <a:lnTo>
                  <a:pt x="158947" y="65681"/>
                </a:lnTo>
                <a:lnTo>
                  <a:pt x="158947" y="63646"/>
                </a:lnTo>
                <a:close/>
                <a:moveTo>
                  <a:pt x="178061" y="61979"/>
                </a:moveTo>
                <a:lnTo>
                  <a:pt x="179729" y="63646"/>
                </a:lnTo>
                <a:lnTo>
                  <a:pt x="179729" y="65681"/>
                </a:lnTo>
                <a:lnTo>
                  <a:pt x="174025" y="65681"/>
                </a:lnTo>
                <a:lnTo>
                  <a:pt x="170289" y="61979"/>
                </a:lnTo>
                <a:lnTo>
                  <a:pt x="178061" y="61979"/>
                </a:lnTo>
                <a:close/>
                <a:moveTo>
                  <a:pt x="182231" y="64514"/>
                </a:moveTo>
                <a:lnTo>
                  <a:pt x="183532" y="64514"/>
                </a:lnTo>
                <a:lnTo>
                  <a:pt x="184332" y="65348"/>
                </a:lnTo>
                <a:lnTo>
                  <a:pt x="184332" y="67149"/>
                </a:lnTo>
                <a:lnTo>
                  <a:pt x="183098" y="65915"/>
                </a:lnTo>
                <a:lnTo>
                  <a:pt x="182831" y="65781"/>
                </a:lnTo>
                <a:lnTo>
                  <a:pt x="180930" y="65781"/>
                </a:lnTo>
                <a:close/>
                <a:moveTo>
                  <a:pt x="185133" y="65348"/>
                </a:moveTo>
                <a:lnTo>
                  <a:pt x="185967" y="64514"/>
                </a:lnTo>
                <a:lnTo>
                  <a:pt x="187268" y="64514"/>
                </a:lnTo>
                <a:lnTo>
                  <a:pt x="188535" y="65815"/>
                </a:lnTo>
                <a:lnTo>
                  <a:pt x="186667" y="65815"/>
                </a:lnTo>
                <a:lnTo>
                  <a:pt x="186367" y="65915"/>
                </a:lnTo>
                <a:lnTo>
                  <a:pt x="185133" y="67149"/>
                </a:lnTo>
                <a:close/>
                <a:moveTo>
                  <a:pt x="189736" y="63646"/>
                </a:moveTo>
                <a:lnTo>
                  <a:pt x="191437" y="61979"/>
                </a:lnTo>
                <a:lnTo>
                  <a:pt x="199176" y="61979"/>
                </a:lnTo>
                <a:lnTo>
                  <a:pt x="195473" y="65681"/>
                </a:lnTo>
                <a:lnTo>
                  <a:pt x="189736" y="65681"/>
                </a:lnTo>
                <a:lnTo>
                  <a:pt x="189736" y="63646"/>
                </a:lnTo>
                <a:close/>
                <a:moveTo>
                  <a:pt x="188869" y="56575"/>
                </a:moveTo>
                <a:lnTo>
                  <a:pt x="186801" y="56575"/>
                </a:lnTo>
                <a:lnTo>
                  <a:pt x="185133" y="54874"/>
                </a:lnTo>
                <a:lnTo>
                  <a:pt x="185133" y="47135"/>
                </a:lnTo>
                <a:lnTo>
                  <a:pt x="188869" y="50871"/>
                </a:lnTo>
                <a:lnTo>
                  <a:pt x="188869" y="56575"/>
                </a:lnTo>
                <a:close/>
                <a:moveTo>
                  <a:pt x="184332" y="54874"/>
                </a:moveTo>
                <a:lnTo>
                  <a:pt x="182664" y="56575"/>
                </a:lnTo>
                <a:lnTo>
                  <a:pt x="180629" y="56575"/>
                </a:lnTo>
                <a:lnTo>
                  <a:pt x="180629" y="50871"/>
                </a:lnTo>
                <a:lnTo>
                  <a:pt x="184332" y="47135"/>
                </a:lnTo>
                <a:lnTo>
                  <a:pt x="184332" y="54874"/>
                </a:lnTo>
                <a:close/>
                <a:moveTo>
                  <a:pt x="171723" y="51905"/>
                </a:moveTo>
                <a:lnTo>
                  <a:pt x="169755" y="53873"/>
                </a:lnTo>
                <a:lnTo>
                  <a:pt x="169755" y="52005"/>
                </a:lnTo>
                <a:lnTo>
                  <a:pt x="171156" y="50570"/>
                </a:lnTo>
                <a:lnTo>
                  <a:pt x="173157" y="50570"/>
                </a:lnTo>
                <a:lnTo>
                  <a:pt x="174492" y="51905"/>
                </a:lnTo>
                <a:close/>
                <a:moveTo>
                  <a:pt x="172957" y="47835"/>
                </a:moveTo>
                <a:lnTo>
                  <a:pt x="172957" y="49203"/>
                </a:lnTo>
                <a:lnTo>
                  <a:pt x="170289" y="46568"/>
                </a:lnTo>
                <a:lnTo>
                  <a:pt x="174025" y="46568"/>
                </a:lnTo>
                <a:lnTo>
                  <a:pt x="173057" y="47568"/>
                </a:lnTo>
                <a:close/>
                <a:moveTo>
                  <a:pt x="170289" y="45800"/>
                </a:moveTo>
                <a:lnTo>
                  <a:pt x="172957" y="43132"/>
                </a:lnTo>
                <a:lnTo>
                  <a:pt x="172957" y="44700"/>
                </a:lnTo>
                <a:lnTo>
                  <a:pt x="174025" y="45800"/>
                </a:lnTo>
                <a:lnTo>
                  <a:pt x="170289" y="45800"/>
                </a:lnTo>
                <a:close/>
                <a:moveTo>
                  <a:pt x="169755" y="45233"/>
                </a:moveTo>
                <a:lnTo>
                  <a:pt x="169755" y="41497"/>
                </a:lnTo>
                <a:lnTo>
                  <a:pt x="170722" y="42465"/>
                </a:lnTo>
                <a:lnTo>
                  <a:pt x="170989" y="42598"/>
                </a:lnTo>
                <a:lnTo>
                  <a:pt x="172390" y="42598"/>
                </a:lnTo>
                <a:close/>
                <a:moveTo>
                  <a:pt x="168954" y="45233"/>
                </a:moveTo>
                <a:lnTo>
                  <a:pt x="166319" y="42598"/>
                </a:lnTo>
                <a:lnTo>
                  <a:pt x="167687" y="42598"/>
                </a:lnTo>
                <a:lnTo>
                  <a:pt x="167854" y="42598"/>
                </a:lnTo>
                <a:lnTo>
                  <a:pt x="168954" y="41497"/>
                </a:lnTo>
                <a:close/>
                <a:moveTo>
                  <a:pt x="168954" y="47135"/>
                </a:moveTo>
                <a:lnTo>
                  <a:pt x="168954" y="50871"/>
                </a:lnTo>
                <a:lnTo>
                  <a:pt x="167854" y="49770"/>
                </a:lnTo>
                <a:lnTo>
                  <a:pt x="166319" y="49770"/>
                </a:lnTo>
                <a:close/>
                <a:moveTo>
                  <a:pt x="158047" y="56575"/>
                </a:moveTo>
                <a:lnTo>
                  <a:pt x="156012" y="56575"/>
                </a:lnTo>
                <a:lnTo>
                  <a:pt x="154344" y="54874"/>
                </a:lnTo>
                <a:lnTo>
                  <a:pt x="154344" y="47135"/>
                </a:lnTo>
                <a:lnTo>
                  <a:pt x="158047" y="50871"/>
                </a:lnTo>
                <a:lnTo>
                  <a:pt x="158047" y="56575"/>
                </a:lnTo>
                <a:close/>
                <a:moveTo>
                  <a:pt x="153543" y="54874"/>
                </a:moveTo>
                <a:lnTo>
                  <a:pt x="151876" y="56575"/>
                </a:lnTo>
                <a:lnTo>
                  <a:pt x="149841" y="56575"/>
                </a:lnTo>
                <a:lnTo>
                  <a:pt x="149841" y="50871"/>
                </a:lnTo>
                <a:lnTo>
                  <a:pt x="153543" y="47135"/>
                </a:lnTo>
                <a:lnTo>
                  <a:pt x="153543" y="54874"/>
                </a:lnTo>
                <a:close/>
                <a:moveTo>
                  <a:pt x="140901" y="51905"/>
                </a:moveTo>
                <a:lnTo>
                  <a:pt x="138933" y="53873"/>
                </a:lnTo>
                <a:lnTo>
                  <a:pt x="138933" y="52005"/>
                </a:lnTo>
                <a:lnTo>
                  <a:pt x="140367" y="50570"/>
                </a:lnTo>
                <a:lnTo>
                  <a:pt x="142369" y="50570"/>
                </a:lnTo>
                <a:lnTo>
                  <a:pt x="143703" y="51905"/>
                </a:lnTo>
                <a:close/>
                <a:moveTo>
                  <a:pt x="142135" y="47835"/>
                </a:moveTo>
                <a:lnTo>
                  <a:pt x="142135" y="49203"/>
                </a:lnTo>
                <a:lnTo>
                  <a:pt x="139500" y="46568"/>
                </a:lnTo>
                <a:lnTo>
                  <a:pt x="143236" y="46568"/>
                </a:lnTo>
                <a:lnTo>
                  <a:pt x="142269" y="47568"/>
                </a:lnTo>
                <a:close/>
                <a:moveTo>
                  <a:pt x="139500" y="45800"/>
                </a:moveTo>
                <a:lnTo>
                  <a:pt x="142135" y="43132"/>
                </a:lnTo>
                <a:lnTo>
                  <a:pt x="142135" y="44700"/>
                </a:lnTo>
                <a:lnTo>
                  <a:pt x="143236" y="45800"/>
                </a:lnTo>
                <a:lnTo>
                  <a:pt x="139500" y="45800"/>
                </a:lnTo>
                <a:close/>
                <a:moveTo>
                  <a:pt x="138933" y="45233"/>
                </a:moveTo>
                <a:lnTo>
                  <a:pt x="138933" y="41497"/>
                </a:lnTo>
                <a:lnTo>
                  <a:pt x="140034" y="42598"/>
                </a:lnTo>
                <a:lnTo>
                  <a:pt x="140201" y="42598"/>
                </a:lnTo>
                <a:lnTo>
                  <a:pt x="141602" y="42598"/>
                </a:lnTo>
                <a:close/>
                <a:moveTo>
                  <a:pt x="138166" y="45233"/>
                </a:moveTo>
                <a:lnTo>
                  <a:pt x="135531" y="42598"/>
                </a:lnTo>
                <a:lnTo>
                  <a:pt x="136898" y="42598"/>
                </a:lnTo>
                <a:lnTo>
                  <a:pt x="137165" y="42465"/>
                </a:lnTo>
                <a:lnTo>
                  <a:pt x="138166" y="41497"/>
                </a:lnTo>
                <a:lnTo>
                  <a:pt x="138166" y="45233"/>
                </a:lnTo>
                <a:close/>
                <a:moveTo>
                  <a:pt x="138166" y="47135"/>
                </a:moveTo>
                <a:lnTo>
                  <a:pt x="138166" y="50871"/>
                </a:lnTo>
                <a:lnTo>
                  <a:pt x="137165" y="49903"/>
                </a:lnTo>
                <a:lnTo>
                  <a:pt x="136898" y="49770"/>
                </a:lnTo>
                <a:lnTo>
                  <a:pt x="135531" y="49770"/>
                </a:lnTo>
                <a:close/>
                <a:moveTo>
                  <a:pt x="127258" y="56575"/>
                </a:moveTo>
                <a:lnTo>
                  <a:pt x="125223" y="56575"/>
                </a:lnTo>
                <a:lnTo>
                  <a:pt x="123555" y="54874"/>
                </a:lnTo>
                <a:lnTo>
                  <a:pt x="123555" y="47135"/>
                </a:lnTo>
                <a:lnTo>
                  <a:pt x="127258" y="50871"/>
                </a:lnTo>
                <a:close/>
                <a:moveTo>
                  <a:pt x="122755" y="54874"/>
                </a:moveTo>
                <a:lnTo>
                  <a:pt x="121087" y="56575"/>
                </a:lnTo>
                <a:lnTo>
                  <a:pt x="119052" y="56575"/>
                </a:lnTo>
                <a:lnTo>
                  <a:pt x="119052" y="50871"/>
                </a:lnTo>
                <a:lnTo>
                  <a:pt x="122755" y="47135"/>
                </a:lnTo>
                <a:close/>
                <a:moveTo>
                  <a:pt x="110112" y="51905"/>
                </a:moveTo>
                <a:lnTo>
                  <a:pt x="108144" y="53873"/>
                </a:lnTo>
                <a:lnTo>
                  <a:pt x="108144" y="52005"/>
                </a:lnTo>
                <a:lnTo>
                  <a:pt x="109579" y="50570"/>
                </a:lnTo>
                <a:lnTo>
                  <a:pt x="111580" y="50570"/>
                </a:lnTo>
                <a:lnTo>
                  <a:pt x="112914" y="51905"/>
                </a:lnTo>
                <a:close/>
                <a:moveTo>
                  <a:pt x="111347" y="47835"/>
                </a:moveTo>
                <a:lnTo>
                  <a:pt x="111347" y="49203"/>
                </a:lnTo>
                <a:lnTo>
                  <a:pt x="108711" y="46568"/>
                </a:lnTo>
                <a:lnTo>
                  <a:pt x="112447" y="46568"/>
                </a:lnTo>
                <a:lnTo>
                  <a:pt x="111480" y="47568"/>
                </a:lnTo>
                <a:close/>
                <a:moveTo>
                  <a:pt x="108711" y="45800"/>
                </a:moveTo>
                <a:lnTo>
                  <a:pt x="111347" y="43132"/>
                </a:lnTo>
                <a:lnTo>
                  <a:pt x="111347" y="44700"/>
                </a:lnTo>
                <a:lnTo>
                  <a:pt x="112447" y="45800"/>
                </a:lnTo>
                <a:lnTo>
                  <a:pt x="108711" y="45800"/>
                </a:lnTo>
                <a:close/>
                <a:moveTo>
                  <a:pt x="108144" y="45233"/>
                </a:moveTo>
                <a:lnTo>
                  <a:pt x="108144" y="41497"/>
                </a:lnTo>
                <a:lnTo>
                  <a:pt x="109145" y="42465"/>
                </a:lnTo>
                <a:lnTo>
                  <a:pt x="109412" y="42598"/>
                </a:lnTo>
                <a:lnTo>
                  <a:pt x="110813" y="42598"/>
                </a:lnTo>
                <a:close/>
                <a:moveTo>
                  <a:pt x="107377" y="45233"/>
                </a:moveTo>
                <a:lnTo>
                  <a:pt x="104709" y="42598"/>
                </a:lnTo>
                <a:lnTo>
                  <a:pt x="106110" y="42598"/>
                </a:lnTo>
                <a:lnTo>
                  <a:pt x="106276" y="42598"/>
                </a:lnTo>
                <a:lnTo>
                  <a:pt x="107377" y="41497"/>
                </a:lnTo>
                <a:lnTo>
                  <a:pt x="107377" y="45233"/>
                </a:lnTo>
                <a:close/>
                <a:moveTo>
                  <a:pt x="107377" y="47135"/>
                </a:moveTo>
                <a:lnTo>
                  <a:pt x="107377" y="50871"/>
                </a:lnTo>
                <a:lnTo>
                  <a:pt x="106276" y="49770"/>
                </a:lnTo>
                <a:lnTo>
                  <a:pt x="104709" y="49770"/>
                </a:lnTo>
                <a:close/>
                <a:moveTo>
                  <a:pt x="96469" y="56575"/>
                </a:moveTo>
                <a:lnTo>
                  <a:pt x="94435" y="56575"/>
                </a:lnTo>
                <a:lnTo>
                  <a:pt x="92767" y="54874"/>
                </a:lnTo>
                <a:lnTo>
                  <a:pt x="92767" y="47135"/>
                </a:lnTo>
                <a:lnTo>
                  <a:pt x="96469" y="50871"/>
                </a:lnTo>
                <a:close/>
                <a:moveTo>
                  <a:pt x="91966" y="54874"/>
                </a:moveTo>
                <a:lnTo>
                  <a:pt x="90298" y="56575"/>
                </a:lnTo>
                <a:lnTo>
                  <a:pt x="88264" y="56575"/>
                </a:lnTo>
                <a:lnTo>
                  <a:pt x="88264" y="50871"/>
                </a:lnTo>
                <a:lnTo>
                  <a:pt x="91966" y="47135"/>
                </a:lnTo>
                <a:close/>
                <a:moveTo>
                  <a:pt x="79324" y="51905"/>
                </a:moveTo>
                <a:lnTo>
                  <a:pt x="77356" y="53873"/>
                </a:lnTo>
                <a:lnTo>
                  <a:pt x="77356" y="52005"/>
                </a:lnTo>
                <a:lnTo>
                  <a:pt x="78790" y="50570"/>
                </a:lnTo>
                <a:lnTo>
                  <a:pt x="80792" y="50570"/>
                </a:lnTo>
                <a:lnTo>
                  <a:pt x="82126" y="51905"/>
                </a:lnTo>
                <a:close/>
                <a:moveTo>
                  <a:pt x="80558" y="47835"/>
                </a:moveTo>
                <a:lnTo>
                  <a:pt x="80558" y="49203"/>
                </a:lnTo>
                <a:lnTo>
                  <a:pt x="77923" y="46568"/>
                </a:lnTo>
                <a:lnTo>
                  <a:pt x="81659" y="46568"/>
                </a:lnTo>
                <a:lnTo>
                  <a:pt x="80691" y="47568"/>
                </a:lnTo>
                <a:close/>
                <a:moveTo>
                  <a:pt x="77923" y="45800"/>
                </a:moveTo>
                <a:lnTo>
                  <a:pt x="80558" y="43132"/>
                </a:lnTo>
                <a:lnTo>
                  <a:pt x="80558" y="44700"/>
                </a:lnTo>
                <a:lnTo>
                  <a:pt x="81659" y="45800"/>
                </a:lnTo>
                <a:lnTo>
                  <a:pt x="77923" y="45800"/>
                </a:lnTo>
                <a:close/>
                <a:moveTo>
                  <a:pt x="77356" y="45233"/>
                </a:moveTo>
                <a:lnTo>
                  <a:pt x="77356" y="41497"/>
                </a:lnTo>
                <a:lnTo>
                  <a:pt x="78457" y="42598"/>
                </a:lnTo>
                <a:lnTo>
                  <a:pt x="78623" y="42598"/>
                </a:lnTo>
                <a:lnTo>
                  <a:pt x="79991" y="42598"/>
                </a:lnTo>
                <a:close/>
                <a:moveTo>
                  <a:pt x="76589" y="45233"/>
                </a:moveTo>
                <a:lnTo>
                  <a:pt x="73920" y="42598"/>
                </a:lnTo>
                <a:lnTo>
                  <a:pt x="75321" y="42598"/>
                </a:lnTo>
                <a:lnTo>
                  <a:pt x="75588" y="42465"/>
                </a:lnTo>
                <a:lnTo>
                  <a:pt x="76555" y="41497"/>
                </a:lnTo>
                <a:lnTo>
                  <a:pt x="76555" y="45233"/>
                </a:lnTo>
                <a:close/>
                <a:moveTo>
                  <a:pt x="76589" y="47135"/>
                </a:moveTo>
                <a:lnTo>
                  <a:pt x="76589" y="50871"/>
                </a:lnTo>
                <a:lnTo>
                  <a:pt x="75588" y="49903"/>
                </a:lnTo>
                <a:lnTo>
                  <a:pt x="75321" y="49770"/>
                </a:lnTo>
                <a:lnTo>
                  <a:pt x="73920" y="49770"/>
                </a:lnTo>
                <a:close/>
                <a:moveTo>
                  <a:pt x="65681" y="56575"/>
                </a:moveTo>
                <a:lnTo>
                  <a:pt x="63646" y="56575"/>
                </a:lnTo>
                <a:lnTo>
                  <a:pt x="61978" y="54874"/>
                </a:lnTo>
                <a:lnTo>
                  <a:pt x="61978" y="47135"/>
                </a:lnTo>
                <a:lnTo>
                  <a:pt x="65681" y="50871"/>
                </a:lnTo>
                <a:close/>
                <a:moveTo>
                  <a:pt x="61178" y="54874"/>
                </a:moveTo>
                <a:lnTo>
                  <a:pt x="59510" y="56575"/>
                </a:lnTo>
                <a:lnTo>
                  <a:pt x="57475" y="56575"/>
                </a:lnTo>
                <a:lnTo>
                  <a:pt x="57475" y="50871"/>
                </a:lnTo>
                <a:lnTo>
                  <a:pt x="61178" y="47135"/>
                </a:lnTo>
                <a:close/>
                <a:moveTo>
                  <a:pt x="48535" y="51905"/>
                </a:moveTo>
                <a:lnTo>
                  <a:pt x="46567" y="53873"/>
                </a:lnTo>
                <a:lnTo>
                  <a:pt x="46567" y="52005"/>
                </a:lnTo>
                <a:lnTo>
                  <a:pt x="48001" y="50570"/>
                </a:lnTo>
                <a:lnTo>
                  <a:pt x="50003" y="50570"/>
                </a:lnTo>
                <a:lnTo>
                  <a:pt x="51337" y="51905"/>
                </a:lnTo>
                <a:close/>
                <a:moveTo>
                  <a:pt x="46567" y="47135"/>
                </a:moveTo>
                <a:lnTo>
                  <a:pt x="49202" y="49770"/>
                </a:lnTo>
                <a:lnTo>
                  <a:pt x="47835" y="49770"/>
                </a:lnTo>
                <a:lnTo>
                  <a:pt x="47568" y="49903"/>
                </a:lnTo>
                <a:lnTo>
                  <a:pt x="46567" y="50871"/>
                </a:lnTo>
                <a:lnTo>
                  <a:pt x="46567" y="47135"/>
                </a:lnTo>
                <a:close/>
                <a:moveTo>
                  <a:pt x="49769" y="47835"/>
                </a:moveTo>
                <a:lnTo>
                  <a:pt x="49769" y="49203"/>
                </a:lnTo>
                <a:lnTo>
                  <a:pt x="47134" y="46568"/>
                </a:lnTo>
                <a:lnTo>
                  <a:pt x="50870" y="46568"/>
                </a:lnTo>
                <a:lnTo>
                  <a:pt x="49903" y="47568"/>
                </a:lnTo>
                <a:close/>
                <a:moveTo>
                  <a:pt x="47134" y="45800"/>
                </a:moveTo>
                <a:lnTo>
                  <a:pt x="49769" y="43132"/>
                </a:lnTo>
                <a:lnTo>
                  <a:pt x="49769" y="44700"/>
                </a:lnTo>
                <a:lnTo>
                  <a:pt x="50870" y="45800"/>
                </a:lnTo>
                <a:lnTo>
                  <a:pt x="47134" y="45800"/>
                </a:lnTo>
                <a:close/>
                <a:moveTo>
                  <a:pt x="46567" y="45233"/>
                </a:moveTo>
                <a:lnTo>
                  <a:pt x="46567" y="41497"/>
                </a:lnTo>
                <a:lnTo>
                  <a:pt x="47534" y="42465"/>
                </a:lnTo>
                <a:lnTo>
                  <a:pt x="47835" y="42598"/>
                </a:lnTo>
                <a:lnTo>
                  <a:pt x="49202" y="42598"/>
                </a:lnTo>
                <a:close/>
                <a:moveTo>
                  <a:pt x="45767" y="45233"/>
                </a:moveTo>
                <a:lnTo>
                  <a:pt x="43131" y="42598"/>
                </a:lnTo>
                <a:lnTo>
                  <a:pt x="44532" y="42598"/>
                </a:lnTo>
                <a:lnTo>
                  <a:pt x="44699" y="42598"/>
                </a:lnTo>
                <a:lnTo>
                  <a:pt x="45767" y="41497"/>
                </a:lnTo>
                <a:close/>
                <a:moveTo>
                  <a:pt x="45767" y="47135"/>
                </a:moveTo>
                <a:lnTo>
                  <a:pt x="45767" y="50871"/>
                </a:lnTo>
                <a:lnTo>
                  <a:pt x="44699" y="49770"/>
                </a:lnTo>
                <a:lnTo>
                  <a:pt x="43131" y="49770"/>
                </a:lnTo>
                <a:close/>
                <a:moveTo>
                  <a:pt x="45767" y="76022"/>
                </a:moveTo>
                <a:lnTo>
                  <a:pt x="43131" y="73387"/>
                </a:lnTo>
                <a:lnTo>
                  <a:pt x="44699" y="73387"/>
                </a:lnTo>
                <a:lnTo>
                  <a:pt x="45767" y="72286"/>
                </a:lnTo>
                <a:close/>
                <a:moveTo>
                  <a:pt x="43798" y="71285"/>
                </a:moveTo>
                <a:lnTo>
                  <a:pt x="45767" y="69317"/>
                </a:lnTo>
                <a:lnTo>
                  <a:pt x="45767" y="71152"/>
                </a:lnTo>
                <a:lnTo>
                  <a:pt x="44366" y="72586"/>
                </a:lnTo>
                <a:lnTo>
                  <a:pt x="42364" y="72586"/>
                </a:lnTo>
                <a:lnTo>
                  <a:pt x="41030" y="71285"/>
                </a:lnTo>
                <a:close/>
                <a:moveTo>
                  <a:pt x="42564" y="75321"/>
                </a:moveTo>
                <a:lnTo>
                  <a:pt x="42564" y="73954"/>
                </a:lnTo>
                <a:lnTo>
                  <a:pt x="45233" y="76589"/>
                </a:lnTo>
                <a:lnTo>
                  <a:pt x="41497" y="76589"/>
                </a:lnTo>
                <a:lnTo>
                  <a:pt x="42464" y="75588"/>
                </a:lnTo>
                <a:close/>
                <a:moveTo>
                  <a:pt x="45233" y="77356"/>
                </a:moveTo>
                <a:lnTo>
                  <a:pt x="42564" y="80025"/>
                </a:lnTo>
                <a:lnTo>
                  <a:pt x="42564" y="78457"/>
                </a:lnTo>
                <a:lnTo>
                  <a:pt x="41497" y="77356"/>
                </a:lnTo>
                <a:close/>
                <a:moveTo>
                  <a:pt x="45767" y="77923"/>
                </a:moveTo>
                <a:lnTo>
                  <a:pt x="45767" y="81659"/>
                </a:lnTo>
                <a:lnTo>
                  <a:pt x="44699" y="80559"/>
                </a:lnTo>
                <a:lnTo>
                  <a:pt x="44532" y="80559"/>
                </a:lnTo>
                <a:lnTo>
                  <a:pt x="43131" y="80559"/>
                </a:lnTo>
                <a:close/>
                <a:moveTo>
                  <a:pt x="46567" y="77923"/>
                </a:moveTo>
                <a:lnTo>
                  <a:pt x="49202" y="80559"/>
                </a:lnTo>
                <a:lnTo>
                  <a:pt x="47835" y="80559"/>
                </a:lnTo>
                <a:lnTo>
                  <a:pt x="47568" y="80692"/>
                </a:lnTo>
                <a:lnTo>
                  <a:pt x="46567" y="81659"/>
                </a:lnTo>
                <a:lnTo>
                  <a:pt x="46567" y="77923"/>
                </a:lnTo>
                <a:close/>
                <a:moveTo>
                  <a:pt x="46567" y="76022"/>
                </a:moveTo>
                <a:lnTo>
                  <a:pt x="46567" y="72286"/>
                </a:lnTo>
                <a:lnTo>
                  <a:pt x="47534" y="73253"/>
                </a:lnTo>
                <a:lnTo>
                  <a:pt x="47835" y="73387"/>
                </a:lnTo>
                <a:lnTo>
                  <a:pt x="49202" y="73387"/>
                </a:lnTo>
                <a:close/>
                <a:moveTo>
                  <a:pt x="57475" y="66582"/>
                </a:moveTo>
                <a:lnTo>
                  <a:pt x="59510" y="66582"/>
                </a:lnTo>
                <a:lnTo>
                  <a:pt x="61178" y="68283"/>
                </a:lnTo>
                <a:lnTo>
                  <a:pt x="61178" y="76022"/>
                </a:lnTo>
                <a:lnTo>
                  <a:pt x="57475" y="72286"/>
                </a:lnTo>
                <a:close/>
                <a:moveTo>
                  <a:pt x="61978" y="68283"/>
                </a:moveTo>
                <a:lnTo>
                  <a:pt x="63646" y="66582"/>
                </a:lnTo>
                <a:lnTo>
                  <a:pt x="65681" y="66582"/>
                </a:lnTo>
                <a:lnTo>
                  <a:pt x="65681" y="72286"/>
                </a:lnTo>
                <a:lnTo>
                  <a:pt x="61978" y="76022"/>
                </a:lnTo>
                <a:close/>
                <a:moveTo>
                  <a:pt x="74620" y="71285"/>
                </a:moveTo>
                <a:lnTo>
                  <a:pt x="76589" y="69317"/>
                </a:lnTo>
                <a:lnTo>
                  <a:pt x="76589" y="71152"/>
                </a:lnTo>
                <a:lnTo>
                  <a:pt x="75154" y="72586"/>
                </a:lnTo>
                <a:lnTo>
                  <a:pt x="73153" y="72586"/>
                </a:lnTo>
                <a:lnTo>
                  <a:pt x="71818" y="71285"/>
                </a:lnTo>
                <a:close/>
                <a:moveTo>
                  <a:pt x="73386" y="75321"/>
                </a:moveTo>
                <a:lnTo>
                  <a:pt x="73386" y="73954"/>
                </a:lnTo>
                <a:lnTo>
                  <a:pt x="76021" y="76589"/>
                </a:lnTo>
                <a:lnTo>
                  <a:pt x="72285" y="76589"/>
                </a:lnTo>
                <a:lnTo>
                  <a:pt x="73253" y="75588"/>
                </a:lnTo>
                <a:close/>
                <a:moveTo>
                  <a:pt x="76021" y="77356"/>
                </a:moveTo>
                <a:lnTo>
                  <a:pt x="73386" y="80025"/>
                </a:lnTo>
                <a:lnTo>
                  <a:pt x="73386" y="78457"/>
                </a:lnTo>
                <a:lnTo>
                  <a:pt x="72285" y="77356"/>
                </a:lnTo>
                <a:close/>
                <a:moveTo>
                  <a:pt x="76589" y="77923"/>
                </a:moveTo>
                <a:lnTo>
                  <a:pt x="76589" y="81659"/>
                </a:lnTo>
                <a:lnTo>
                  <a:pt x="75588" y="80692"/>
                </a:lnTo>
                <a:lnTo>
                  <a:pt x="75321" y="80559"/>
                </a:lnTo>
                <a:lnTo>
                  <a:pt x="73920" y="80559"/>
                </a:lnTo>
                <a:close/>
                <a:moveTo>
                  <a:pt x="77356" y="77923"/>
                </a:moveTo>
                <a:lnTo>
                  <a:pt x="80024" y="80559"/>
                </a:lnTo>
                <a:lnTo>
                  <a:pt x="78623" y="80559"/>
                </a:lnTo>
                <a:lnTo>
                  <a:pt x="78457" y="80559"/>
                </a:lnTo>
                <a:lnTo>
                  <a:pt x="77356" y="81659"/>
                </a:lnTo>
                <a:lnTo>
                  <a:pt x="77356" y="77923"/>
                </a:lnTo>
                <a:close/>
                <a:moveTo>
                  <a:pt x="77356" y="76022"/>
                </a:moveTo>
                <a:lnTo>
                  <a:pt x="77356" y="72286"/>
                </a:lnTo>
                <a:lnTo>
                  <a:pt x="78457" y="73387"/>
                </a:lnTo>
                <a:lnTo>
                  <a:pt x="80024" y="73387"/>
                </a:lnTo>
                <a:close/>
                <a:moveTo>
                  <a:pt x="88264" y="66582"/>
                </a:moveTo>
                <a:lnTo>
                  <a:pt x="90298" y="66582"/>
                </a:lnTo>
                <a:lnTo>
                  <a:pt x="91966" y="68283"/>
                </a:lnTo>
                <a:lnTo>
                  <a:pt x="91966" y="76022"/>
                </a:lnTo>
                <a:lnTo>
                  <a:pt x="88264" y="72286"/>
                </a:lnTo>
                <a:close/>
                <a:moveTo>
                  <a:pt x="92767" y="68283"/>
                </a:moveTo>
                <a:lnTo>
                  <a:pt x="94435" y="66582"/>
                </a:lnTo>
                <a:lnTo>
                  <a:pt x="96469" y="66582"/>
                </a:lnTo>
                <a:lnTo>
                  <a:pt x="96469" y="72286"/>
                </a:lnTo>
                <a:lnTo>
                  <a:pt x="92767" y="76022"/>
                </a:lnTo>
                <a:close/>
                <a:moveTo>
                  <a:pt x="105409" y="71285"/>
                </a:moveTo>
                <a:lnTo>
                  <a:pt x="107377" y="69317"/>
                </a:lnTo>
                <a:lnTo>
                  <a:pt x="107377" y="71152"/>
                </a:lnTo>
                <a:lnTo>
                  <a:pt x="105943" y="72586"/>
                </a:lnTo>
                <a:lnTo>
                  <a:pt x="103941" y="72586"/>
                </a:lnTo>
                <a:lnTo>
                  <a:pt x="102607" y="71285"/>
                </a:lnTo>
                <a:close/>
                <a:moveTo>
                  <a:pt x="104175" y="75321"/>
                </a:moveTo>
                <a:lnTo>
                  <a:pt x="104175" y="73954"/>
                </a:lnTo>
                <a:lnTo>
                  <a:pt x="106810" y="76589"/>
                </a:lnTo>
                <a:lnTo>
                  <a:pt x="103074" y="76589"/>
                </a:lnTo>
                <a:lnTo>
                  <a:pt x="104041" y="75588"/>
                </a:lnTo>
                <a:close/>
                <a:moveTo>
                  <a:pt x="106810" y="77356"/>
                </a:moveTo>
                <a:lnTo>
                  <a:pt x="104175" y="80025"/>
                </a:lnTo>
                <a:lnTo>
                  <a:pt x="104175" y="78457"/>
                </a:lnTo>
                <a:lnTo>
                  <a:pt x="103074" y="77356"/>
                </a:lnTo>
                <a:close/>
                <a:moveTo>
                  <a:pt x="107377" y="77923"/>
                </a:moveTo>
                <a:lnTo>
                  <a:pt x="107377" y="81659"/>
                </a:lnTo>
                <a:lnTo>
                  <a:pt x="106276" y="80559"/>
                </a:lnTo>
                <a:lnTo>
                  <a:pt x="106110" y="80559"/>
                </a:lnTo>
                <a:lnTo>
                  <a:pt x="104709" y="80559"/>
                </a:lnTo>
                <a:close/>
                <a:moveTo>
                  <a:pt x="108144" y="77923"/>
                </a:moveTo>
                <a:lnTo>
                  <a:pt x="110813" y="80559"/>
                </a:lnTo>
                <a:lnTo>
                  <a:pt x="109412" y="80559"/>
                </a:lnTo>
                <a:lnTo>
                  <a:pt x="109145" y="80692"/>
                </a:lnTo>
                <a:lnTo>
                  <a:pt x="108144" y="81659"/>
                </a:lnTo>
                <a:lnTo>
                  <a:pt x="108144" y="77923"/>
                </a:lnTo>
                <a:close/>
                <a:moveTo>
                  <a:pt x="108144" y="76022"/>
                </a:moveTo>
                <a:lnTo>
                  <a:pt x="108144" y="72286"/>
                </a:lnTo>
                <a:lnTo>
                  <a:pt x="109145" y="73253"/>
                </a:lnTo>
                <a:lnTo>
                  <a:pt x="109412" y="73387"/>
                </a:lnTo>
                <a:lnTo>
                  <a:pt x="110813" y="73387"/>
                </a:lnTo>
                <a:close/>
                <a:moveTo>
                  <a:pt x="119052" y="66582"/>
                </a:moveTo>
                <a:lnTo>
                  <a:pt x="121087" y="66582"/>
                </a:lnTo>
                <a:lnTo>
                  <a:pt x="122755" y="68283"/>
                </a:lnTo>
                <a:lnTo>
                  <a:pt x="122755" y="76022"/>
                </a:lnTo>
                <a:lnTo>
                  <a:pt x="119052" y="72286"/>
                </a:lnTo>
                <a:close/>
                <a:moveTo>
                  <a:pt x="123555" y="68283"/>
                </a:moveTo>
                <a:lnTo>
                  <a:pt x="125223" y="66582"/>
                </a:lnTo>
                <a:lnTo>
                  <a:pt x="127258" y="66582"/>
                </a:lnTo>
                <a:lnTo>
                  <a:pt x="127258" y="72286"/>
                </a:lnTo>
                <a:lnTo>
                  <a:pt x="123555" y="76022"/>
                </a:lnTo>
                <a:lnTo>
                  <a:pt x="123555" y="68283"/>
                </a:lnTo>
                <a:close/>
                <a:moveTo>
                  <a:pt x="136198" y="71285"/>
                </a:moveTo>
                <a:lnTo>
                  <a:pt x="138166" y="69317"/>
                </a:lnTo>
                <a:lnTo>
                  <a:pt x="138166" y="71152"/>
                </a:lnTo>
                <a:lnTo>
                  <a:pt x="136731" y="72586"/>
                </a:lnTo>
                <a:lnTo>
                  <a:pt x="134730" y="72586"/>
                </a:lnTo>
                <a:lnTo>
                  <a:pt x="133396" y="71285"/>
                </a:lnTo>
                <a:close/>
                <a:moveTo>
                  <a:pt x="134964" y="75321"/>
                </a:moveTo>
                <a:lnTo>
                  <a:pt x="134964" y="73954"/>
                </a:lnTo>
                <a:lnTo>
                  <a:pt x="137599" y="76589"/>
                </a:lnTo>
                <a:lnTo>
                  <a:pt x="133863" y="76589"/>
                </a:lnTo>
                <a:lnTo>
                  <a:pt x="134830" y="75588"/>
                </a:lnTo>
                <a:close/>
                <a:moveTo>
                  <a:pt x="137599" y="77356"/>
                </a:moveTo>
                <a:lnTo>
                  <a:pt x="134964" y="80025"/>
                </a:lnTo>
                <a:lnTo>
                  <a:pt x="134964" y="78457"/>
                </a:lnTo>
                <a:lnTo>
                  <a:pt x="133863" y="77356"/>
                </a:lnTo>
                <a:close/>
                <a:moveTo>
                  <a:pt x="138166" y="77923"/>
                </a:moveTo>
                <a:lnTo>
                  <a:pt x="138166" y="81659"/>
                </a:lnTo>
                <a:lnTo>
                  <a:pt x="137165" y="80692"/>
                </a:lnTo>
                <a:lnTo>
                  <a:pt x="136898" y="80559"/>
                </a:lnTo>
                <a:lnTo>
                  <a:pt x="135531" y="80559"/>
                </a:lnTo>
                <a:close/>
                <a:moveTo>
                  <a:pt x="138933" y="77923"/>
                </a:moveTo>
                <a:lnTo>
                  <a:pt x="141602" y="80559"/>
                </a:lnTo>
                <a:lnTo>
                  <a:pt x="140201" y="80559"/>
                </a:lnTo>
                <a:lnTo>
                  <a:pt x="140034" y="80559"/>
                </a:lnTo>
                <a:lnTo>
                  <a:pt x="138933" y="81659"/>
                </a:lnTo>
                <a:close/>
                <a:moveTo>
                  <a:pt x="138933" y="76022"/>
                </a:moveTo>
                <a:lnTo>
                  <a:pt x="138933" y="72286"/>
                </a:lnTo>
                <a:lnTo>
                  <a:pt x="140034" y="73387"/>
                </a:lnTo>
                <a:lnTo>
                  <a:pt x="141602" y="73387"/>
                </a:lnTo>
                <a:close/>
                <a:moveTo>
                  <a:pt x="149841" y="66582"/>
                </a:moveTo>
                <a:lnTo>
                  <a:pt x="151876" y="66582"/>
                </a:lnTo>
                <a:lnTo>
                  <a:pt x="153543" y="68283"/>
                </a:lnTo>
                <a:lnTo>
                  <a:pt x="153543" y="76022"/>
                </a:lnTo>
                <a:lnTo>
                  <a:pt x="149841" y="72286"/>
                </a:lnTo>
                <a:lnTo>
                  <a:pt x="149841" y="66582"/>
                </a:lnTo>
                <a:close/>
                <a:moveTo>
                  <a:pt x="154344" y="68283"/>
                </a:moveTo>
                <a:lnTo>
                  <a:pt x="156012" y="66582"/>
                </a:lnTo>
                <a:lnTo>
                  <a:pt x="158047" y="66582"/>
                </a:lnTo>
                <a:lnTo>
                  <a:pt x="158047" y="72286"/>
                </a:lnTo>
                <a:lnTo>
                  <a:pt x="154344" y="76022"/>
                </a:lnTo>
                <a:lnTo>
                  <a:pt x="154344" y="68283"/>
                </a:lnTo>
                <a:close/>
                <a:moveTo>
                  <a:pt x="166986" y="71285"/>
                </a:moveTo>
                <a:lnTo>
                  <a:pt x="168954" y="69317"/>
                </a:lnTo>
                <a:lnTo>
                  <a:pt x="168954" y="71152"/>
                </a:lnTo>
                <a:lnTo>
                  <a:pt x="167520" y="72586"/>
                </a:lnTo>
                <a:lnTo>
                  <a:pt x="165519" y="72586"/>
                </a:lnTo>
                <a:lnTo>
                  <a:pt x="164184" y="71285"/>
                </a:lnTo>
                <a:close/>
                <a:moveTo>
                  <a:pt x="165752" y="75321"/>
                </a:moveTo>
                <a:lnTo>
                  <a:pt x="165752" y="73954"/>
                </a:lnTo>
                <a:lnTo>
                  <a:pt x="168387" y="76589"/>
                </a:lnTo>
                <a:lnTo>
                  <a:pt x="164651" y="76589"/>
                </a:lnTo>
                <a:lnTo>
                  <a:pt x="165619" y="75588"/>
                </a:lnTo>
                <a:close/>
                <a:moveTo>
                  <a:pt x="168387" y="77356"/>
                </a:moveTo>
                <a:lnTo>
                  <a:pt x="165752" y="80025"/>
                </a:lnTo>
                <a:lnTo>
                  <a:pt x="165752" y="78457"/>
                </a:lnTo>
                <a:lnTo>
                  <a:pt x="164651" y="77356"/>
                </a:lnTo>
                <a:close/>
                <a:moveTo>
                  <a:pt x="168954" y="77923"/>
                </a:moveTo>
                <a:lnTo>
                  <a:pt x="168954" y="81659"/>
                </a:lnTo>
                <a:lnTo>
                  <a:pt x="167854" y="80559"/>
                </a:lnTo>
                <a:lnTo>
                  <a:pt x="167687" y="80559"/>
                </a:lnTo>
                <a:lnTo>
                  <a:pt x="166319" y="80559"/>
                </a:lnTo>
                <a:close/>
                <a:moveTo>
                  <a:pt x="169755" y="77923"/>
                </a:moveTo>
                <a:lnTo>
                  <a:pt x="172390" y="80559"/>
                </a:lnTo>
                <a:lnTo>
                  <a:pt x="170989" y="80559"/>
                </a:lnTo>
                <a:lnTo>
                  <a:pt x="170722" y="80692"/>
                </a:lnTo>
                <a:lnTo>
                  <a:pt x="169755" y="81659"/>
                </a:lnTo>
                <a:lnTo>
                  <a:pt x="169755" y="77923"/>
                </a:lnTo>
                <a:close/>
                <a:moveTo>
                  <a:pt x="169755" y="76022"/>
                </a:moveTo>
                <a:lnTo>
                  <a:pt x="169755" y="72286"/>
                </a:lnTo>
                <a:lnTo>
                  <a:pt x="170722" y="73253"/>
                </a:lnTo>
                <a:lnTo>
                  <a:pt x="170989" y="73387"/>
                </a:lnTo>
                <a:lnTo>
                  <a:pt x="172390" y="73387"/>
                </a:lnTo>
                <a:close/>
                <a:moveTo>
                  <a:pt x="180629" y="66582"/>
                </a:moveTo>
                <a:lnTo>
                  <a:pt x="182664" y="66582"/>
                </a:lnTo>
                <a:lnTo>
                  <a:pt x="184332" y="68283"/>
                </a:lnTo>
                <a:lnTo>
                  <a:pt x="184332" y="76022"/>
                </a:lnTo>
                <a:lnTo>
                  <a:pt x="180629" y="72286"/>
                </a:lnTo>
                <a:lnTo>
                  <a:pt x="180629" y="66582"/>
                </a:lnTo>
                <a:close/>
                <a:moveTo>
                  <a:pt x="185133" y="68283"/>
                </a:moveTo>
                <a:lnTo>
                  <a:pt x="186801" y="66582"/>
                </a:lnTo>
                <a:lnTo>
                  <a:pt x="188835" y="66582"/>
                </a:lnTo>
                <a:lnTo>
                  <a:pt x="188835" y="72286"/>
                </a:lnTo>
                <a:lnTo>
                  <a:pt x="185133" y="76022"/>
                </a:lnTo>
                <a:lnTo>
                  <a:pt x="185133" y="68283"/>
                </a:lnTo>
                <a:close/>
                <a:moveTo>
                  <a:pt x="197775" y="71285"/>
                </a:moveTo>
                <a:lnTo>
                  <a:pt x="199743" y="69317"/>
                </a:lnTo>
                <a:lnTo>
                  <a:pt x="199743" y="71152"/>
                </a:lnTo>
                <a:lnTo>
                  <a:pt x="198309" y="72586"/>
                </a:lnTo>
                <a:lnTo>
                  <a:pt x="196307" y="72586"/>
                </a:lnTo>
                <a:lnTo>
                  <a:pt x="194973" y="71285"/>
                </a:lnTo>
                <a:close/>
                <a:moveTo>
                  <a:pt x="199743" y="76022"/>
                </a:moveTo>
                <a:lnTo>
                  <a:pt x="197108" y="73387"/>
                </a:lnTo>
                <a:lnTo>
                  <a:pt x="198476" y="73387"/>
                </a:lnTo>
                <a:lnTo>
                  <a:pt x="198776" y="73253"/>
                </a:lnTo>
                <a:lnTo>
                  <a:pt x="199743" y="72286"/>
                </a:lnTo>
                <a:lnTo>
                  <a:pt x="199743" y="76022"/>
                </a:lnTo>
                <a:close/>
                <a:moveTo>
                  <a:pt x="196541" y="75321"/>
                </a:moveTo>
                <a:lnTo>
                  <a:pt x="196541" y="73954"/>
                </a:lnTo>
                <a:lnTo>
                  <a:pt x="199176" y="76589"/>
                </a:lnTo>
                <a:lnTo>
                  <a:pt x="195440" y="76589"/>
                </a:lnTo>
                <a:lnTo>
                  <a:pt x="196407" y="75588"/>
                </a:lnTo>
                <a:close/>
                <a:moveTo>
                  <a:pt x="199176" y="77356"/>
                </a:moveTo>
                <a:lnTo>
                  <a:pt x="196541" y="80025"/>
                </a:lnTo>
                <a:lnTo>
                  <a:pt x="196541" y="78457"/>
                </a:lnTo>
                <a:lnTo>
                  <a:pt x="195440" y="77356"/>
                </a:lnTo>
                <a:close/>
                <a:moveTo>
                  <a:pt x="199743" y="77923"/>
                </a:moveTo>
                <a:lnTo>
                  <a:pt x="199743" y="81659"/>
                </a:lnTo>
                <a:lnTo>
                  <a:pt x="198776" y="80692"/>
                </a:lnTo>
                <a:lnTo>
                  <a:pt x="198476" y="80559"/>
                </a:lnTo>
                <a:lnTo>
                  <a:pt x="197108" y="80559"/>
                </a:lnTo>
                <a:close/>
                <a:moveTo>
                  <a:pt x="200544" y="77923"/>
                </a:moveTo>
                <a:lnTo>
                  <a:pt x="203179" y="80559"/>
                </a:lnTo>
                <a:lnTo>
                  <a:pt x="201778" y="80559"/>
                </a:lnTo>
                <a:lnTo>
                  <a:pt x="201644" y="80559"/>
                </a:lnTo>
                <a:lnTo>
                  <a:pt x="200544" y="81659"/>
                </a:lnTo>
                <a:close/>
                <a:moveTo>
                  <a:pt x="200544" y="76022"/>
                </a:moveTo>
                <a:lnTo>
                  <a:pt x="200544" y="72286"/>
                </a:lnTo>
                <a:lnTo>
                  <a:pt x="201644" y="73387"/>
                </a:lnTo>
                <a:lnTo>
                  <a:pt x="203179" y="73387"/>
                </a:lnTo>
                <a:close/>
                <a:moveTo>
                  <a:pt x="200544" y="54974"/>
                </a:moveTo>
                <a:lnTo>
                  <a:pt x="202812" y="52672"/>
                </a:lnTo>
                <a:lnTo>
                  <a:pt x="206081" y="52672"/>
                </a:lnTo>
                <a:lnTo>
                  <a:pt x="207749" y="54373"/>
                </a:lnTo>
                <a:lnTo>
                  <a:pt x="203679" y="54373"/>
                </a:lnTo>
                <a:lnTo>
                  <a:pt x="203412" y="54473"/>
                </a:lnTo>
                <a:lnTo>
                  <a:pt x="200544" y="57342"/>
                </a:lnTo>
                <a:close/>
                <a:moveTo>
                  <a:pt x="205848" y="51338"/>
                </a:moveTo>
                <a:lnTo>
                  <a:pt x="204513" y="50003"/>
                </a:lnTo>
                <a:lnTo>
                  <a:pt x="204513" y="48002"/>
                </a:lnTo>
                <a:lnTo>
                  <a:pt x="205948" y="46568"/>
                </a:lnTo>
                <a:lnTo>
                  <a:pt x="207816" y="46568"/>
                </a:lnTo>
                <a:lnTo>
                  <a:pt x="205848" y="48536"/>
                </a:lnTo>
                <a:close/>
                <a:moveTo>
                  <a:pt x="205948" y="45800"/>
                </a:moveTo>
                <a:lnTo>
                  <a:pt x="204513" y="44366"/>
                </a:lnTo>
                <a:lnTo>
                  <a:pt x="204513" y="42365"/>
                </a:lnTo>
                <a:lnTo>
                  <a:pt x="205848" y="41030"/>
                </a:lnTo>
                <a:lnTo>
                  <a:pt x="205848" y="43832"/>
                </a:lnTo>
                <a:lnTo>
                  <a:pt x="207816" y="45800"/>
                </a:lnTo>
                <a:lnTo>
                  <a:pt x="205948" y="45800"/>
                </a:lnTo>
                <a:close/>
                <a:moveTo>
                  <a:pt x="203979" y="41797"/>
                </a:moveTo>
                <a:lnTo>
                  <a:pt x="201945" y="41797"/>
                </a:lnTo>
                <a:lnTo>
                  <a:pt x="200544" y="40363"/>
                </a:lnTo>
                <a:lnTo>
                  <a:pt x="200544" y="38495"/>
                </a:lnTo>
                <a:lnTo>
                  <a:pt x="202512" y="40463"/>
                </a:lnTo>
                <a:lnTo>
                  <a:pt x="202645" y="40463"/>
                </a:lnTo>
                <a:lnTo>
                  <a:pt x="205280" y="40463"/>
                </a:lnTo>
                <a:close/>
                <a:moveTo>
                  <a:pt x="199743" y="40363"/>
                </a:moveTo>
                <a:lnTo>
                  <a:pt x="198309" y="41797"/>
                </a:lnTo>
                <a:lnTo>
                  <a:pt x="196307" y="41797"/>
                </a:lnTo>
                <a:lnTo>
                  <a:pt x="194973" y="40463"/>
                </a:lnTo>
                <a:lnTo>
                  <a:pt x="197775" y="40463"/>
                </a:lnTo>
                <a:lnTo>
                  <a:pt x="199743" y="38495"/>
                </a:lnTo>
                <a:lnTo>
                  <a:pt x="199743" y="40363"/>
                </a:lnTo>
                <a:close/>
                <a:moveTo>
                  <a:pt x="194339" y="46568"/>
                </a:moveTo>
                <a:lnTo>
                  <a:pt x="195740" y="48002"/>
                </a:lnTo>
                <a:lnTo>
                  <a:pt x="195740" y="50003"/>
                </a:lnTo>
                <a:lnTo>
                  <a:pt x="194439" y="51338"/>
                </a:lnTo>
                <a:lnTo>
                  <a:pt x="194439" y="48536"/>
                </a:lnTo>
                <a:lnTo>
                  <a:pt x="192471" y="46568"/>
                </a:lnTo>
                <a:lnTo>
                  <a:pt x="194339" y="46568"/>
                </a:lnTo>
                <a:close/>
                <a:moveTo>
                  <a:pt x="175059" y="48536"/>
                </a:moveTo>
                <a:lnTo>
                  <a:pt x="175059" y="51338"/>
                </a:lnTo>
                <a:lnTo>
                  <a:pt x="173725" y="50003"/>
                </a:lnTo>
                <a:lnTo>
                  <a:pt x="173725" y="48002"/>
                </a:lnTo>
                <a:lnTo>
                  <a:pt x="175159" y="46568"/>
                </a:lnTo>
                <a:lnTo>
                  <a:pt x="177027" y="46568"/>
                </a:lnTo>
                <a:close/>
                <a:moveTo>
                  <a:pt x="175159" y="45800"/>
                </a:moveTo>
                <a:lnTo>
                  <a:pt x="173725" y="44366"/>
                </a:lnTo>
                <a:lnTo>
                  <a:pt x="173725" y="42365"/>
                </a:lnTo>
                <a:lnTo>
                  <a:pt x="175059" y="41030"/>
                </a:lnTo>
                <a:lnTo>
                  <a:pt x="175059" y="43832"/>
                </a:lnTo>
                <a:lnTo>
                  <a:pt x="177027" y="45800"/>
                </a:lnTo>
                <a:lnTo>
                  <a:pt x="175159" y="45800"/>
                </a:lnTo>
                <a:close/>
                <a:moveTo>
                  <a:pt x="173191" y="41797"/>
                </a:moveTo>
                <a:lnTo>
                  <a:pt x="171156" y="41797"/>
                </a:lnTo>
                <a:lnTo>
                  <a:pt x="169755" y="40363"/>
                </a:lnTo>
                <a:lnTo>
                  <a:pt x="169755" y="38495"/>
                </a:lnTo>
                <a:lnTo>
                  <a:pt x="171723" y="40463"/>
                </a:lnTo>
                <a:lnTo>
                  <a:pt x="174492" y="40463"/>
                </a:lnTo>
                <a:close/>
                <a:moveTo>
                  <a:pt x="168954" y="40363"/>
                </a:moveTo>
                <a:lnTo>
                  <a:pt x="167520" y="41797"/>
                </a:lnTo>
                <a:lnTo>
                  <a:pt x="165519" y="41797"/>
                </a:lnTo>
                <a:lnTo>
                  <a:pt x="164184" y="40463"/>
                </a:lnTo>
                <a:lnTo>
                  <a:pt x="166820" y="40463"/>
                </a:lnTo>
                <a:lnTo>
                  <a:pt x="166986" y="40463"/>
                </a:lnTo>
                <a:lnTo>
                  <a:pt x="168954" y="38495"/>
                </a:lnTo>
                <a:lnTo>
                  <a:pt x="168954" y="40363"/>
                </a:lnTo>
                <a:close/>
                <a:moveTo>
                  <a:pt x="163517" y="46568"/>
                </a:moveTo>
                <a:lnTo>
                  <a:pt x="164952" y="48002"/>
                </a:lnTo>
                <a:lnTo>
                  <a:pt x="164952" y="50003"/>
                </a:lnTo>
                <a:lnTo>
                  <a:pt x="163651" y="51338"/>
                </a:lnTo>
                <a:lnTo>
                  <a:pt x="163651" y="48536"/>
                </a:lnTo>
                <a:lnTo>
                  <a:pt x="161649" y="46568"/>
                </a:lnTo>
                <a:lnTo>
                  <a:pt x="163517" y="46568"/>
                </a:lnTo>
                <a:close/>
                <a:moveTo>
                  <a:pt x="144270" y="48536"/>
                </a:moveTo>
                <a:lnTo>
                  <a:pt x="144270" y="51338"/>
                </a:lnTo>
                <a:lnTo>
                  <a:pt x="142936" y="50003"/>
                </a:lnTo>
                <a:lnTo>
                  <a:pt x="142936" y="48002"/>
                </a:lnTo>
                <a:lnTo>
                  <a:pt x="144370" y="46568"/>
                </a:lnTo>
                <a:lnTo>
                  <a:pt x="146238" y="46568"/>
                </a:lnTo>
                <a:close/>
                <a:moveTo>
                  <a:pt x="144370" y="45800"/>
                </a:moveTo>
                <a:lnTo>
                  <a:pt x="142936" y="44366"/>
                </a:lnTo>
                <a:lnTo>
                  <a:pt x="142936" y="42365"/>
                </a:lnTo>
                <a:lnTo>
                  <a:pt x="144270" y="41030"/>
                </a:lnTo>
                <a:lnTo>
                  <a:pt x="144270" y="43832"/>
                </a:lnTo>
                <a:lnTo>
                  <a:pt x="146238" y="45800"/>
                </a:lnTo>
                <a:lnTo>
                  <a:pt x="144370" y="45800"/>
                </a:lnTo>
                <a:close/>
                <a:moveTo>
                  <a:pt x="142369" y="41797"/>
                </a:moveTo>
                <a:lnTo>
                  <a:pt x="140367" y="41797"/>
                </a:lnTo>
                <a:lnTo>
                  <a:pt x="138933" y="40363"/>
                </a:lnTo>
                <a:lnTo>
                  <a:pt x="138933" y="38495"/>
                </a:lnTo>
                <a:lnTo>
                  <a:pt x="140901" y="40463"/>
                </a:lnTo>
                <a:lnTo>
                  <a:pt x="141068" y="40463"/>
                </a:lnTo>
                <a:lnTo>
                  <a:pt x="143703" y="40463"/>
                </a:lnTo>
                <a:close/>
                <a:moveTo>
                  <a:pt x="138166" y="40363"/>
                </a:moveTo>
                <a:lnTo>
                  <a:pt x="136731" y="41797"/>
                </a:lnTo>
                <a:lnTo>
                  <a:pt x="134730" y="41797"/>
                </a:lnTo>
                <a:lnTo>
                  <a:pt x="133396" y="40463"/>
                </a:lnTo>
                <a:lnTo>
                  <a:pt x="136198" y="40463"/>
                </a:lnTo>
                <a:lnTo>
                  <a:pt x="138166" y="38495"/>
                </a:lnTo>
                <a:close/>
                <a:moveTo>
                  <a:pt x="132729" y="46568"/>
                </a:moveTo>
                <a:lnTo>
                  <a:pt x="134163" y="48002"/>
                </a:lnTo>
                <a:lnTo>
                  <a:pt x="134163" y="50003"/>
                </a:lnTo>
                <a:lnTo>
                  <a:pt x="132862" y="51338"/>
                </a:lnTo>
                <a:lnTo>
                  <a:pt x="132862" y="48536"/>
                </a:lnTo>
                <a:lnTo>
                  <a:pt x="130894" y="46568"/>
                </a:lnTo>
                <a:lnTo>
                  <a:pt x="132729" y="46568"/>
                </a:lnTo>
                <a:close/>
                <a:moveTo>
                  <a:pt x="113482" y="48536"/>
                </a:moveTo>
                <a:lnTo>
                  <a:pt x="113482" y="51338"/>
                </a:lnTo>
                <a:lnTo>
                  <a:pt x="112147" y="50003"/>
                </a:lnTo>
                <a:lnTo>
                  <a:pt x="112147" y="48002"/>
                </a:lnTo>
                <a:lnTo>
                  <a:pt x="113582" y="46568"/>
                </a:lnTo>
                <a:lnTo>
                  <a:pt x="115450" y="46568"/>
                </a:lnTo>
                <a:close/>
                <a:moveTo>
                  <a:pt x="113582" y="45800"/>
                </a:moveTo>
                <a:lnTo>
                  <a:pt x="112147" y="44366"/>
                </a:lnTo>
                <a:lnTo>
                  <a:pt x="112147" y="42365"/>
                </a:lnTo>
                <a:lnTo>
                  <a:pt x="113482" y="41030"/>
                </a:lnTo>
                <a:lnTo>
                  <a:pt x="113482" y="43832"/>
                </a:lnTo>
                <a:lnTo>
                  <a:pt x="115450" y="45800"/>
                </a:lnTo>
                <a:lnTo>
                  <a:pt x="113582" y="45800"/>
                </a:lnTo>
                <a:close/>
                <a:moveTo>
                  <a:pt x="111580" y="41797"/>
                </a:moveTo>
                <a:lnTo>
                  <a:pt x="109579" y="41797"/>
                </a:lnTo>
                <a:lnTo>
                  <a:pt x="108144" y="40363"/>
                </a:lnTo>
                <a:lnTo>
                  <a:pt x="108144" y="38495"/>
                </a:lnTo>
                <a:lnTo>
                  <a:pt x="110112" y="40463"/>
                </a:lnTo>
                <a:lnTo>
                  <a:pt x="112914" y="40463"/>
                </a:lnTo>
                <a:close/>
                <a:moveTo>
                  <a:pt x="107377" y="40363"/>
                </a:moveTo>
                <a:lnTo>
                  <a:pt x="105943" y="41797"/>
                </a:lnTo>
                <a:lnTo>
                  <a:pt x="103941" y="41797"/>
                </a:lnTo>
                <a:lnTo>
                  <a:pt x="102607" y="40463"/>
                </a:lnTo>
                <a:lnTo>
                  <a:pt x="105242" y="40463"/>
                </a:lnTo>
                <a:lnTo>
                  <a:pt x="105376" y="40463"/>
                </a:lnTo>
                <a:lnTo>
                  <a:pt x="107344" y="38495"/>
                </a:lnTo>
                <a:lnTo>
                  <a:pt x="107344" y="40363"/>
                </a:lnTo>
                <a:close/>
                <a:moveTo>
                  <a:pt x="101940" y="46568"/>
                </a:moveTo>
                <a:lnTo>
                  <a:pt x="103374" y="48002"/>
                </a:lnTo>
                <a:lnTo>
                  <a:pt x="103374" y="50003"/>
                </a:lnTo>
                <a:lnTo>
                  <a:pt x="102040" y="51338"/>
                </a:lnTo>
                <a:lnTo>
                  <a:pt x="102040" y="48536"/>
                </a:lnTo>
                <a:lnTo>
                  <a:pt x="100072" y="46568"/>
                </a:lnTo>
                <a:lnTo>
                  <a:pt x="101940" y="46568"/>
                </a:lnTo>
                <a:close/>
                <a:moveTo>
                  <a:pt x="82660" y="48536"/>
                </a:moveTo>
                <a:lnTo>
                  <a:pt x="82660" y="51338"/>
                </a:lnTo>
                <a:lnTo>
                  <a:pt x="81359" y="50003"/>
                </a:lnTo>
                <a:lnTo>
                  <a:pt x="81359" y="48002"/>
                </a:lnTo>
                <a:lnTo>
                  <a:pt x="82793" y="46568"/>
                </a:lnTo>
                <a:lnTo>
                  <a:pt x="84628" y="46568"/>
                </a:lnTo>
                <a:close/>
                <a:moveTo>
                  <a:pt x="82793" y="45800"/>
                </a:moveTo>
                <a:lnTo>
                  <a:pt x="81359" y="44366"/>
                </a:lnTo>
                <a:lnTo>
                  <a:pt x="81359" y="42365"/>
                </a:lnTo>
                <a:lnTo>
                  <a:pt x="82660" y="41030"/>
                </a:lnTo>
                <a:lnTo>
                  <a:pt x="82660" y="43832"/>
                </a:lnTo>
                <a:lnTo>
                  <a:pt x="84628" y="45800"/>
                </a:lnTo>
                <a:lnTo>
                  <a:pt x="82793" y="45800"/>
                </a:lnTo>
                <a:close/>
                <a:moveTo>
                  <a:pt x="80792" y="41797"/>
                </a:moveTo>
                <a:lnTo>
                  <a:pt x="78790" y="41797"/>
                </a:lnTo>
                <a:lnTo>
                  <a:pt x="77356" y="40363"/>
                </a:lnTo>
                <a:lnTo>
                  <a:pt x="77356" y="38495"/>
                </a:lnTo>
                <a:lnTo>
                  <a:pt x="79324" y="40463"/>
                </a:lnTo>
                <a:lnTo>
                  <a:pt x="79491" y="40463"/>
                </a:lnTo>
                <a:lnTo>
                  <a:pt x="82092" y="40463"/>
                </a:lnTo>
                <a:close/>
                <a:moveTo>
                  <a:pt x="76589" y="40363"/>
                </a:moveTo>
                <a:lnTo>
                  <a:pt x="75154" y="41797"/>
                </a:lnTo>
                <a:lnTo>
                  <a:pt x="73153" y="41797"/>
                </a:lnTo>
                <a:lnTo>
                  <a:pt x="71818" y="40463"/>
                </a:lnTo>
                <a:lnTo>
                  <a:pt x="74620" y="40463"/>
                </a:lnTo>
                <a:lnTo>
                  <a:pt x="76589" y="38495"/>
                </a:lnTo>
                <a:close/>
                <a:moveTo>
                  <a:pt x="71151" y="46568"/>
                </a:moveTo>
                <a:lnTo>
                  <a:pt x="72586" y="48002"/>
                </a:lnTo>
                <a:lnTo>
                  <a:pt x="72586" y="50003"/>
                </a:lnTo>
                <a:lnTo>
                  <a:pt x="71251" y="51338"/>
                </a:lnTo>
                <a:lnTo>
                  <a:pt x="71251" y="48536"/>
                </a:lnTo>
                <a:lnTo>
                  <a:pt x="69283" y="46568"/>
                </a:lnTo>
                <a:lnTo>
                  <a:pt x="71151" y="46568"/>
                </a:lnTo>
                <a:close/>
                <a:moveTo>
                  <a:pt x="51871" y="48536"/>
                </a:moveTo>
                <a:lnTo>
                  <a:pt x="51871" y="51338"/>
                </a:lnTo>
                <a:lnTo>
                  <a:pt x="50570" y="50003"/>
                </a:lnTo>
                <a:lnTo>
                  <a:pt x="50570" y="48002"/>
                </a:lnTo>
                <a:lnTo>
                  <a:pt x="51971" y="46568"/>
                </a:lnTo>
                <a:lnTo>
                  <a:pt x="53839" y="46568"/>
                </a:lnTo>
                <a:close/>
                <a:moveTo>
                  <a:pt x="51971" y="45800"/>
                </a:moveTo>
                <a:lnTo>
                  <a:pt x="50570" y="44366"/>
                </a:lnTo>
                <a:lnTo>
                  <a:pt x="50570" y="42365"/>
                </a:lnTo>
                <a:lnTo>
                  <a:pt x="51871" y="41030"/>
                </a:lnTo>
                <a:lnTo>
                  <a:pt x="51871" y="43832"/>
                </a:lnTo>
                <a:lnTo>
                  <a:pt x="53839" y="45800"/>
                </a:lnTo>
                <a:lnTo>
                  <a:pt x="51971" y="45800"/>
                </a:lnTo>
                <a:close/>
                <a:moveTo>
                  <a:pt x="50003" y="41797"/>
                </a:moveTo>
                <a:lnTo>
                  <a:pt x="48001" y="41797"/>
                </a:lnTo>
                <a:lnTo>
                  <a:pt x="46567" y="40363"/>
                </a:lnTo>
                <a:lnTo>
                  <a:pt x="46567" y="38495"/>
                </a:lnTo>
                <a:lnTo>
                  <a:pt x="48535" y="40463"/>
                </a:lnTo>
                <a:lnTo>
                  <a:pt x="51337" y="40463"/>
                </a:lnTo>
                <a:close/>
                <a:moveTo>
                  <a:pt x="45767" y="40363"/>
                </a:moveTo>
                <a:lnTo>
                  <a:pt x="44366" y="41797"/>
                </a:lnTo>
                <a:lnTo>
                  <a:pt x="42364" y="41797"/>
                </a:lnTo>
                <a:lnTo>
                  <a:pt x="41030" y="40463"/>
                </a:lnTo>
                <a:lnTo>
                  <a:pt x="43665" y="40463"/>
                </a:lnTo>
                <a:lnTo>
                  <a:pt x="43798" y="40463"/>
                </a:lnTo>
                <a:lnTo>
                  <a:pt x="45767" y="38495"/>
                </a:lnTo>
                <a:close/>
                <a:moveTo>
                  <a:pt x="40363" y="46568"/>
                </a:moveTo>
                <a:lnTo>
                  <a:pt x="41797" y="48002"/>
                </a:lnTo>
                <a:lnTo>
                  <a:pt x="41797" y="50003"/>
                </a:lnTo>
                <a:lnTo>
                  <a:pt x="40463" y="51338"/>
                </a:lnTo>
                <a:lnTo>
                  <a:pt x="40463" y="48536"/>
                </a:lnTo>
                <a:lnTo>
                  <a:pt x="38495" y="46568"/>
                </a:lnTo>
                <a:lnTo>
                  <a:pt x="40363" y="46568"/>
                </a:lnTo>
                <a:close/>
                <a:moveTo>
                  <a:pt x="40229" y="52672"/>
                </a:moveTo>
                <a:lnTo>
                  <a:pt x="43498" y="52672"/>
                </a:lnTo>
                <a:lnTo>
                  <a:pt x="45767" y="54974"/>
                </a:lnTo>
                <a:lnTo>
                  <a:pt x="45767" y="57342"/>
                </a:lnTo>
                <a:lnTo>
                  <a:pt x="42898" y="54473"/>
                </a:lnTo>
                <a:lnTo>
                  <a:pt x="42631" y="54340"/>
                </a:lnTo>
                <a:lnTo>
                  <a:pt x="38561" y="54340"/>
                </a:lnTo>
                <a:close/>
                <a:moveTo>
                  <a:pt x="45767" y="64714"/>
                </a:moveTo>
                <a:lnTo>
                  <a:pt x="42464" y="68016"/>
                </a:lnTo>
                <a:lnTo>
                  <a:pt x="37761" y="68016"/>
                </a:lnTo>
                <a:lnTo>
                  <a:pt x="36226" y="66482"/>
                </a:lnTo>
                <a:lnTo>
                  <a:pt x="41830" y="66482"/>
                </a:lnTo>
                <a:lnTo>
                  <a:pt x="45767" y="62546"/>
                </a:lnTo>
                <a:lnTo>
                  <a:pt x="45767" y="64714"/>
                </a:lnTo>
                <a:close/>
                <a:moveTo>
                  <a:pt x="40463" y="74621"/>
                </a:moveTo>
                <a:lnTo>
                  <a:pt x="40463" y="71819"/>
                </a:lnTo>
                <a:lnTo>
                  <a:pt x="41797" y="73153"/>
                </a:lnTo>
                <a:lnTo>
                  <a:pt x="41797" y="75155"/>
                </a:lnTo>
                <a:lnTo>
                  <a:pt x="40363" y="76589"/>
                </a:lnTo>
                <a:lnTo>
                  <a:pt x="38495" y="76589"/>
                </a:lnTo>
                <a:close/>
                <a:moveTo>
                  <a:pt x="40363" y="77356"/>
                </a:moveTo>
                <a:lnTo>
                  <a:pt x="41797" y="78791"/>
                </a:lnTo>
                <a:lnTo>
                  <a:pt x="41797" y="80792"/>
                </a:lnTo>
                <a:lnTo>
                  <a:pt x="40463" y="82126"/>
                </a:lnTo>
                <a:lnTo>
                  <a:pt x="40463" y="79324"/>
                </a:lnTo>
                <a:lnTo>
                  <a:pt x="38495" y="77356"/>
                </a:lnTo>
                <a:close/>
                <a:moveTo>
                  <a:pt x="42364" y="81359"/>
                </a:moveTo>
                <a:lnTo>
                  <a:pt x="44366" y="81359"/>
                </a:lnTo>
                <a:lnTo>
                  <a:pt x="45767" y="82794"/>
                </a:lnTo>
                <a:lnTo>
                  <a:pt x="45767" y="84662"/>
                </a:lnTo>
                <a:lnTo>
                  <a:pt x="43798" y="82693"/>
                </a:lnTo>
                <a:lnTo>
                  <a:pt x="43665" y="82693"/>
                </a:lnTo>
                <a:lnTo>
                  <a:pt x="41030" y="82693"/>
                </a:lnTo>
                <a:close/>
                <a:moveTo>
                  <a:pt x="46567" y="82794"/>
                </a:moveTo>
                <a:lnTo>
                  <a:pt x="48001" y="81359"/>
                </a:lnTo>
                <a:lnTo>
                  <a:pt x="50003" y="81359"/>
                </a:lnTo>
                <a:lnTo>
                  <a:pt x="51337" y="82693"/>
                </a:lnTo>
                <a:lnTo>
                  <a:pt x="48535" y="82693"/>
                </a:lnTo>
                <a:lnTo>
                  <a:pt x="46567" y="84662"/>
                </a:lnTo>
                <a:lnTo>
                  <a:pt x="46567" y="82794"/>
                </a:lnTo>
                <a:close/>
                <a:moveTo>
                  <a:pt x="51971" y="76589"/>
                </a:moveTo>
                <a:lnTo>
                  <a:pt x="50570" y="75155"/>
                </a:lnTo>
                <a:lnTo>
                  <a:pt x="50570" y="73153"/>
                </a:lnTo>
                <a:lnTo>
                  <a:pt x="51871" y="71819"/>
                </a:lnTo>
                <a:lnTo>
                  <a:pt x="51871" y="74621"/>
                </a:lnTo>
                <a:lnTo>
                  <a:pt x="53839" y="76589"/>
                </a:lnTo>
                <a:close/>
                <a:moveTo>
                  <a:pt x="71251" y="74621"/>
                </a:moveTo>
                <a:lnTo>
                  <a:pt x="71251" y="71819"/>
                </a:lnTo>
                <a:lnTo>
                  <a:pt x="72586" y="73153"/>
                </a:lnTo>
                <a:lnTo>
                  <a:pt x="72586" y="75155"/>
                </a:lnTo>
                <a:lnTo>
                  <a:pt x="71151" y="76589"/>
                </a:lnTo>
                <a:lnTo>
                  <a:pt x="69283" y="76589"/>
                </a:lnTo>
                <a:close/>
                <a:moveTo>
                  <a:pt x="71151" y="77356"/>
                </a:moveTo>
                <a:lnTo>
                  <a:pt x="72586" y="78791"/>
                </a:lnTo>
                <a:lnTo>
                  <a:pt x="72586" y="80792"/>
                </a:lnTo>
                <a:lnTo>
                  <a:pt x="71251" y="82126"/>
                </a:lnTo>
                <a:lnTo>
                  <a:pt x="71251" y="79324"/>
                </a:lnTo>
                <a:lnTo>
                  <a:pt x="69283" y="77356"/>
                </a:lnTo>
                <a:close/>
                <a:moveTo>
                  <a:pt x="73153" y="81359"/>
                </a:moveTo>
                <a:lnTo>
                  <a:pt x="75154" y="81359"/>
                </a:lnTo>
                <a:lnTo>
                  <a:pt x="76555" y="82794"/>
                </a:lnTo>
                <a:lnTo>
                  <a:pt x="76555" y="84662"/>
                </a:lnTo>
                <a:lnTo>
                  <a:pt x="74587" y="82693"/>
                </a:lnTo>
                <a:lnTo>
                  <a:pt x="71818" y="82693"/>
                </a:lnTo>
                <a:close/>
                <a:moveTo>
                  <a:pt x="77356" y="82794"/>
                </a:moveTo>
                <a:lnTo>
                  <a:pt x="78790" y="81359"/>
                </a:lnTo>
                <a:lnTo>
                  <a:pt x="80792" y="81359"/>
                </a:lnTo>
                <a:lnTo>
                  <a:pt x="82126" y="82693"/>
                </a:lnTo>
                <a:lnTo>
                  <a:pt x="79491" y="82693"/>
                </a:lnTo>
                <a:lnTo>
                  <a:pt x="79324" y="82693"/>
                </a:lnTo>
                <a:lnTo>
                  <a:pt x="77356" y="84662"/>
                </a:lnTo>
                <a:lnTo>
                  <a:pt x="77356" y="82794"/>
                </a:lnTo>
                <a:close/>
                <a:moveTo>
                  <a:pt x="82793" y="76589"/>
                </a:moveTo>
                <a:lnTo>
                  <a:pt x="81359" y="75155"/>
                </a:lnTo>
                <a:lnTo>
                  <a:pt x="81359" y="73153"/>
                </a:lnTo>
                <a:lnTo>
                  <a:pt x="82660" y="71819"/>
                </a:lnTo>
                <a:lnTo>
                  <a:pt x="82660" y="74621"/>
                </a:lnTo>
                <a:lnTo>
                  <a:pt x="84628" y="76589"/>
                </a:lnTo>
                <a:close/>
                <a:moveTo>
                  <a:pt x="102040" y="74621"/>
                </a:moveTo>
                <a:lnTo>
                  <a:pt x="102040" y="71819"/>
                </a:lnTo>
                <a:lnTo>
                  <a:pt x="103374" y="73153"/>
                </a:lnTo>
                <a:lnTo>
                  <a:pt x="103374" y="75155"/>
                </a:lnTo>
                <a:lnTo>
                  <a:pt x="101940" y="76589"/>
                </a:lnTo>
                <a:lnTo>
                  <a:pt x="100072" y="76589"/>
                </a:lnTo>
                <a:close/>
                <a:moveTo>
                  <a:pt x="101940" y="77356"/>
                </a:moveTo>
                <a:lnTo>
                  <a:pt x="103374" y="78791"/>
                </a:lnTo>
                <a:lnTo>
                  <a:pt x="103374" y="80792"/>
                </a:lnTo>
                <a:lnTo>
                  <a:pt x="102040" y="82126"/>
                </a:lnTo>
                <a:lnTo>
                  <a:pt x="102040" y="79324"/>
                </a:lnTo>
                <a:lnTo>
                  <a:pt x="100072" y="77356"/>
                </a:lnTo>
                <a:close/>
                <a:moveTo>
                  <a:pt x="103941" y="81359"/>
                </a:moveTo>
                <a:lnTo>
                  <a:pt x="105943" y="81359"/>
                </a:lnTo>
                <a:lnTo>
                  <a:pt x="107377" y="82794"/>
                </a:lnTo>
                <a:lnTo>
                  <a:pt x="107377" y="84662"/>
                </a:lnTo>
                <a:lnTo>
                  <a:pt x="105409" y="82693"/>
                </a:lnTo>
                <a:lnTo>
                  <a:pt x="105242" y="82693"/>
                </a:lnTo>
                <a:lnTo>
                  <a:pt x="102607" y="82693"/>
                </a:lnTo>
                <a:close/>
                <a:moveTo>
                  <a:pt x="108144" y="82794"/>
                </a:moveTo>
                <a:lnTo>
                  <a:pt x="109579" y="81359"/>
                </a:lnTo>
                <a:lnTo>
                  <a:pt x="111580" y="81359"/>
                </a:lnTo>
                <a:lnTo>
                  <a:pt x="112914" y="82693"/>
                </a:lnTo>
                <a:lnTo>
                  <a:pt x="110112" y="82693"/>
                </a:lnTo>
                <a:lnTo>
                  <a:pt x="108144" y="84662"/>
                </a:lnTo>
                <a:close/>
                <a:moveTo>
                  <a:pt x="113582" y="76589"/>
                </a:moveTo>
                <a:lnTo>
                  <a:pt x="112147" y="75155"/>
                </a:lnTo>
                <a:lnTo>
                  <a:pt x="112147" y="73153"/>
                </a:lnTo>
                <a:lnTo>
                  <a:pt x="113482" y="71819"/>
                </a:lnTo>
                <a:lnTo>
                  <a:pt x="113482" y="74621"/>
                </a:lnTo>
                <a:lnTo>
                  <a:pt x="115450" y="76589"/>
                </a:lnTo>
                <a:close/>
                <a:moveTo>
                  <a:pt x="132862" y="74621"/>
                </a:moveTo>
                <a:lnTo>
                  <a:pt x="132862" y="71819"/>
                </a:lnTo>
                <a:lnTo>
                  <a:pt x="134163" y="73153"/>
                </a:lnTo>
                <a:lnTo>
                  <a:pt x="134163" y="75155"/>
                </a:lnTo>
                <a:lnTo>
                  <a:pt x="132729" y="76589"/>
                </a:lnTo>
                <a:lnTo>
                  <a:pt x="130894" y="76589"/>
                </a:lnTo>
                <a:close/>
                <a:moveTo>
                  <a:pt x="132729" y="77356"/>
                </a:moveTo>
                <a:lnTo>
                  <a:pt x="134163" y="78791"/>
                </a:lnTo>
                <a:lnTo>
                  <a:pt x="134163" y="80792"/>
                </a:lnTo>
                <a:lnTo>
                  <a:pt x="132862" y="82126"/>
                </a:lnTo>
                <a:lnTo>
                  <a:pt x="132862" y="79324"/>
                </a:lnTo>
                <a:lnTo>
                  <a:pt x="130894" y="77356"/>
                </a:lnTo>
                <a:close/>
                <a:moveTo>
                  <a:pt x="134730" y="81359"/>
                </a:moveTo>
                <a:lnTo>
                  <a:pt x="136731" y="81359"/>
                </a:lnTo>
                <a:lnTo>
                  <a:pt x="138166" y="82794"/>
                </a:lnTo>
                <a:lnTo>
                  <a:pt x="138166" y="84662"/>
                </a:lnTo>
                <a:lnTo>
                  <a:pt x="136198" y="82693"/>
                </a:lnTo>
                <a:lnTo>
                  <a:pt x="133396" y="82693"/>
                </a:lnTo>
                <a:close/>
                <a:moveTo>
                  <a:pt x="138933" y="82794"/>
                </a:moveTo>
                <a:lnTo>
                  <a:pt x="140367" y="81359"/>
                </a:lnTo>
                <a:lnTo>
                  <a:pt x="142369" y="81359"/>
                </a:lnTo>
                <a:lnTo>
                  <a:pt x="143703" y="82693"/>
                </a:lnTo>
                <a:lnTo>
                  <a:pt x="141068" y="82693"/>
                </a:lnTo>
                <a:lnTo>
                  <a:pt x="140934" y="82693"/>
                </a:lnTo>
                <a:lnTo>
                  <a:pt x="138966" y="84662"/>
                </a:lnTo>
                <a:lnTo>
                  <a:pt x="138966" y="82794"/>
                </a:lnTo>
                <a:close/>
                <a:moveTo>
                  <a:pt x="144370" y="76589"/>
                </a:moveTo>
                <a:lnTo>
                  <a:pt x="142936" y="75155"/>
                </a:lnTo>
                <a:lnTo>
                  <a:pt x="142936" y="73153"/>
                </a:lnTo>
                <a:lnTo>
                  <a:pt x="144270" y="71819"/>
                </a:lnTo>
                <a:lnTo>
                  <a:pt x="144270" y="74621"/>
                </a:lnTo>
                <a:lnTo>
                  <a:pt x="146238" y="76589"/>
                </a:lnTo>
                <a:close/>
                <a:moveTo>
                  <a:pt x="163651" y="74621"/>
                </a:moveTo>
                <a:lnTo>
                  <a:pt x="163651" y="71819"/>
                </a:lnTo>
                <a:lnTo>
                  <a:pt x="164952" y="73153"/>
                </a:lnTo>
                <a:lnTo>
                  <a:pt x="164952" y="75155"/>
                </a:lnTo>
                <a:lnTo>
                  <a:pt x="163551" y="76589"/>
                </a:lnTo>
                <a:lnTo>
                  <a:pt x="161683" y="76589"/>
                </a:lnTo>
                <a:close/>
                <a:moveTo>
                  <a:pt x="163517" y="77356"/>
                </a:moveTo>
                <a:lnTo>
                  <a:pt x="164952" y="78791"/>
                </a:lnTo>
                <a:lnTo>
                  <a:pt x="164952" y="80792"/>
                </a:lnTo>
                <a:lnTo>
                  <a:pt x="163651" y="82126"/>
                </a:lnTo>
                <a:lnTo>
                  <a:pt x="163651" y="79324"/>
                </a:lnTo>
                <a:lnTo>
                  <a:pt x="161649" y="77356"/>
                </a:lnTo>
                <a:close/>
                <a:moveTo>
                  <a:pt x="165519" y="81359"/>
                </a:moveTo>
                <a:lnTo>
                  <a:pt x="167520" y="81359"/>
                </a:lnTo>
                <a:lnTo>
                  <a:pt x="168954" y="82794"/>
                </a:lnTo>
                <a:lnTo>
                  <a:pt x="168954" y="84662"/>
                </a:lnTo>
                <a:lnTo>
                  <a:pt x="166986" y="82693"/>
                </a:lnTo>
                <a:lnTo>
                  <a:pt x="166820" y="82693"/>
                </a:lnTo>
                <a:lnTo>
                  <a:pt x="164218" y="82693"/>
                </a:lnTo>
                <a:close/>
                <a:moveTo>
                  <a:pt x="169755" y="82794"/>
                </a:moveTo>
                <a:lnTo>
                  <a:pt x="171156" y="81359"/>
                </a:lnTo>
                <a:lnTo>
                  <a:pt x="173191" y="81359"/>
                </a:lnTo>
                <a:lnTo>
                  <a:pt x="174492" y="82693"/>
                </a:lnTo>
                <a:lnTo>
                  <a:pt x="171723" y="82693"/>
                </a:lnTo>
                <a:lnTo>
                  <a:pt x="169755" y="84662"/>
                </a:lnTo>
                <a:lnTo>
                  <a:pt x="169755" y="82794"/>
                </a:lnTo>
                <a:close/>
                <a:moveTo>
                  <a:pt x="175159" y="76589"/>
                </a:moveTo>
                <a:lnTo>
                  <a:pt x="173725" y="75155"/>
                </a:lnTo>
                <a:lnTo>
                  <a:pt x="173725" y="73153"/>
                </a:lnTo>
                <a:lnTo>
                  <a:pt x="175059" y="71819"/>
                </a:lnTo>
                <a:lnTo>
                  <a:pt x="175059" y="74621"/>
                </a:lnTo>
                <a:lnTo>
                  <a:pt x="177027" y="76589"/>
                </a:lnTo>
                <a:close/>
                <a:moveTo>
                  <a:pt x="194439" y="74621"/>
                </a:moveTo>
                <a:lnTo>
                  <a:pt x="194439" y="71819"/>
                </a:lnTo>
                <a:lnTo>
                  <a:pt x="195740" y="73153"/>
                </a:lnTo>
                <a:lnTo>
                  <a:pt x="195740" y="75155"/>
                </a:lnTo>
                <a:lnTo>
                  <a:pt x="194339" y="76589"/>
                </a:lnTo>
                <a:lnTo>
                  <a:pt x="192471" y="76589"/>
                </a:lnTo>
                <a:close/>
                <a:moveTo>
                  <a:pt x="194339" y="77356"/>
                </a:moveTo>
                <a:lnTo>
                  <a:pt x="195740" y="78791"/>
                </a:lnTo>
                <a:lnTo>
                  <a:pt x="195740" y="80792"/>
                </a:lnTo>
                <a:lnTo>
                  <a:pt x="194439" y="82126"/>
                </a:lnTo>
                <a:lnTo>
                  <a:pt x="194439" y="79324"/>
                </a:lnTo>
                <a:lnTo>
                  <a:pt x="192471" y="77356"/>
                </a:lnTo>
                <a:close/>
                <a:moveTo>
                  <a:pt x="196307" y="81359"/>
                </a:moveTo>
                <a:lnTo>
                  <a:pt x="198309" y="81359"/>
                </a:lnTo>
                <a:lnTo>
                  <a:pt x="199743" y="82794"/>
                </a:lnTo>
                <a:lnTo>
                  <a:pt x="199743" y="84662"/>
                </a:lnTo>
                <a:lnTo>
                  <a:pt x="197775" y="82693"/>
                </a:lnTo>
                <a:lnTo>
                  <a:pt x="195006" y="82693"/>
                </a:lnTo>
                <a:close/>
                <a:moveTo>
                  <a:pt x="200544" y="82794"/>
                </a:moveTo>
                <a:lnTo>
                  <a:pt x="201945" y="81359"/>
                </a:lnTo>
                <a:lnTo>
                  <a:pt x="203979" y="81359"/>
                </a:lnTo>
                <a:lnTo>
                  <a:pt x="205280" y="82693"/>
                </a:lnTo>
                <a:lnTo>
                  <a:pt x="202679" y="82693"/>
                </a:lnTo>
                <a:lnTo>
                  <a:pt x="202512" y="82693"/>
                </a:lnTo>
                <a:lnTo>
                  <a:pt x="200544" y="84662"/>
                </a:lnTo>
                <a:lnTo>
                  <a:pt x="200544" y="82794"/>
                </a:lnTo>
                <a:close/>
                <a:moveTo>
                  <a:pt x="205948" y="76589"/>
                </a:moveTo>
                <a:lnTo>
                  <a:pt x="204513" y="75155"/>
                </a:lnTo>
                <a:lnTo>
                  <a:pt x="204513" y="73153"/>
                </a:lnTo>
                <a:lnTo>
                  <a:pt x="205848" y="71819"/>
                </a:lnTo>
                <a:lnTo>
                  <a:pt x="205848" y="74588"/>
                </a:lnTo>
                <a:lnTo>
                  <a:pt x="207816" y="76556"/>
                </a:lnTo>
                <a:lnTo>
                  <a:pt x="205948" y="76556"/>
                </a:lnTo>
                <a:close/>
                <a:moveTo>
                  <a:pt x="206081" y="70485"/>
                </a:moveTo>
                <a:lnTo>
                  <a:pt x="202812" y="70485"/>
                </a:lnTo>
                <a:lnTo>
                  <a:pt x="200544" y="68183"/>
                </a:lnTo>
                <a:lnTo>
                  <a:pt x="200544" y="65815"/>
                </a:lnTo>
                <a:lnTo>
                  <a:pt x="203412" y="68683"/>
                </a:lnTo>
                <a:lnTo>
                  <a:pt x="203679" y="68817"/>
                </a:lnTo>
                <a:lnTo>
                  <a:pt x="207749" y="68817"/>
                </a:lnTo>
                <a:close/>
                <a:moveTo>
                  <a:pt x="200544" y="58476"/>
                </a:moveTo>
                <a:lnTo>
                  <a:pt x="203846" y="55140"/>
                </a:lnTo>
                <a:lnTo>
                  <a:pt x="208549" y="55140"/>
                </a:lnTo>
                <a:lnTo>
                  <a:pt x="210084" y="56675"/>
                </a:lnTo>
                <a:lnTo>
                  <a:pt x="204480" y="56675"/>
                </a:lnTo>
                <a:lnTo>
                  <a:pt x="200544" y="60611"/>
                </a:lnTo>
                <a:close/>
                <a:moveTo>
                  <a:pt x="208316" y="53806"/>
                </a:moveTo>
                <a:lnTo>
                  <a:pt x="206615" y="52105"/>
                </a:lnTo>
                <a:lnTo>
                  <a:pt x="206615" y="48869"/>
                </a:lnTo>
                <a:lnTo>
                  <a:pt x="208916" y="46568"/>
                </a:lnTo>
                <a:lnTo>
                  <a:pt x="211285" y="46568"/>
                </a:lnTo>
                <a:lnTo>
                  <a:pt x="208316" y="49570"/>
                </a:lnTo>
                <a:lnTo>
                  <a:pt x="208316" y="53806"/>
                </a:lnTo>
                <a:close/>
                <a:moveTo>
                  <a:pt x="208916" y="45800"/>
                </a:moveTo>
                <a:lnTo>
                  <a:pt x="206648" y="43499"/>
                </a:lnTo>
                <a:lnTo>
                  <a:pt x="206648" y="40230"/>
                </a:lnTo>
                <a:lnTo>
                  <a:pt x="208316" y="38562"/>
                </a:lnTo>
                <a:lnTo>
                  <a:pt x="208316" y="42798"/>
                </a:lnTo>
                <a:lnTo>
                  <a:pt x="211285" y="45800"/>
                </a:lnTo>
                <a:close/>
                <a:moveTo>
                  <a:pt x="206081" y="39696"/>
                </a:moveTo>
                <a:lnTo>
                  <a:pt x="202812" y="39696"/>
                </a:lnTo>
                <a:lnTo>
                  <a:pt x="200544" y="37394"/>
                </a:lnTo>
                <a:lnTo>
                  <a:pt x="200544" y="35026"/>
                </a:lnTo>
                <a:lnTo>
                  <a:pt x="203512" y="38028"/>
                </a:lnTo>
                <a:lnTo>
                  <a:pt x="203679" y="38028"/>
                </a:lnTo>
                <a:lnTo>
                  <a:pt x="207749" y="38028"/>
                </a:lnTo>
                <a:close/>
                <a:moveTo>
                  <a:pt x="199743" y="37394"/>
                </a:moveTo>
                <a:lnTo>
                  <a:pt x="197441" y="39696"/>
                </a:lnTo>
                <a:lnTo>
                  <a:pt x="194206" y="39696"/>
                </a:lnTo>
                <a:lnTo>
                  <a:pt x="192538" y="37995"/>
                </a:lnTo>
                <a:lnTo>
                  <a:pt x="196741" y="37995"/>
                </a:lnTo>
                <a:lnTo>
                  <a:pt x="199743" y="35026"/>
                </a:lnTo>
                <a:close/>
                <a:moveTo>
                  <a:pt x="193639" y="40263"/>
                </a:moveTo>
                <a:lnTo>
                  <a:pt x="193639" y="43499"/>
                </a:lnTo>
                <a:lnTo>
                  <a:pt x="191337" y="45800"/>
                </a:lnTo>
                <a:lnTo>
                  <a:pt x="188969" y="45800"/>
                </a:lnTo>
                <a:lnTo>
                  <a:pt x="191837" y="42932"/>
                </a:lnTo>
                <a:lnTo>
                  <a:pt x="191971" y="42631"/>
                </a:lnTo>
                <a:lnTo>
                  <a:pt x="191971" y="38562"/>
                </a:lnTo>
                <a:close/>
                <a:moveTo>
                  <a:pt x="177627" y="42932"/>
                </a:moveTo>
                <a:lnTo>
                  <a:pt x="180496" y="45800"/>
                </a:lnTo>
                <a:lnTo>
                  <a:pt x="178128" y="45800"/>
                </a:lnTo>
                <a:lnTo>
                  <a:pt x="175826" y="43499"/>
                </a:lnTo>
                <a:lnTo>
                  <a:pt x="175826" y="40230"/>
                </a:lnTo>
                <a:lnTo>
                  <a:pt x="177527" y="38562"/>
                </a:lnTo>
                <a:lnTo>
                  <a:pt x="177527" y="42631"/>
                </a:lnTo>
                <a:close/>
                <a:moveTo>
                  <a:pt x="175292" y="39696"/>
                </a:moveTo>
                <a:lnTo>
                  <a:pt x="172023" y="39696"/>
                </a:lnTo>
                <a:lnTo>
                  <a:pt x="169755" y="37394"/>
                </a:lnTo>
                <a:lnTo>
                  <a:pt x="169755" y="35026"/>
                </a:lnTo>
                <a:lnTo>
                  <a:pt x="172724" y="38028"/>
                </a:lnTo>
                <a:lnTo>
                  <a:pt x="176960" y="38028"/>
                </a:lnTo>
                <a:close/>
                <a:moveTo>
                  <a:pt x="168954" y="37394"/>
                </a:moveTo>
                <a:lnTo>
                  <a:pt x="166653" y="39696"/>
                </a:lnTo>
                <a:lnTo>
                  <a:pt x="163417" y="39696"/>
                </a:lnTo>
                <a:lnTo>
                  <a:pt x="161716" y="37995"/>
                </a:lnTo>
                <a:lnTo>
                  <a:pt x="165786" y="37995"/>
                </a:lnTo>
                <a:lnTo>
                  <a:pt x="165952" y="37995"/>
                </a:lnTo>
                <a:lnTo>
                  <a:pt x="168954" y="35026"/>
                </a:lnTo>
                <a:close/>
                <a:moveTo>
                  <a:pt x="162850" y="40263"/>
                </a:moveTo>
                <a:lnTo>
                  <a:pt x="162850" y="43499"/>
                </a:lnTo>
                <a:lnTo>
                  <a:pt x="160548" y="45800"/>
                </a:lnTo>
                <a:lnTo>
                  <a:pt x="158180" y="45800"/>
                </a:lnTo>
                <a:lnTo>
                  <a:pt x="161182" y="42798"/>
                </a:lnTo>
                <a:lnTo>
                  <a:pt x="161182" y="38562"/>
                </a:lnTo>
                <a:close/>
                <a:moveTo>
                  <a:pt x="149707" y="45800"/>
                </a:moveTo>
                <a:lnTo>
                  <a:pt x="147339" y="45800"/>
                </a:lnTo>
                <a:lnTo>
                  <a:pt x="145037" y="43499"/>
                </a:lnTo>
                <a:lnTo>
                  <a:pt x="145037" y="40230"/>
                </a:lnTo>
                <a:lnTo>
                  <a:pt x="146739" y="38562"/>
                </a:lnTo>
                <a:lnTo>
                  <a:pt x="146739" y="42798"/>
                </a:lnTo>
                <a:close/>
                <a:moveTo>
                  <a:pt x="144504" y="39696"/>
                </a:moveTo>
                <a:lnTo>
                  <a:pt x="141235" y="39696"/>
                </a:lnTo>
                <a:lnTo>
                  <a:pt x="138933" y="37394"/>
                </a:lnTo>
                <a:lnTo>
                  <a:pt x="138933" y="35026"/>
                </a:lnTo>
                <a:lnTo>
                  <a:pt x="141935" y="38028"/>
                </a:lnTo>
                <a:lnTo>
                  <a:pt x="142102" y="38028"/>
                </a:lnTo>
                <a:lnTo>
                  <a:pt x="146172" y="38028"/>
                </a:lnTo>
                <a:close/>
                <a:moveTo>
                  <a:pt x="138166" y="37394"/>
                </a:moveTo>
                <a:lnTo>
                  <a:pt x="135864" y="39696"/>
                </a:lnTo>
                <a:lnTo>
                  <a:pt x="132629" y="39696"/>
                </a:lnTo>
                <a:lnTo>
                  <a:pt x="130927" y="37995"/>
                </a:lnTo>
                <a:lnTo>
                  <a:pt x="135164" y="37995"/>
                </a:lnTo>
                <a:lnTo>
                  <a:pt x="138166" y="35026"/>
                </a:lnTo>
                <a:close/>
                <a:moveTo>
                  <a:pt x="132061" y="40263"/>
                </a:moveTo>
                <a:lnTo>
                  <a:pt x="132061" y="43499"/>
                </a:lnTo>
                <a:lnTo>
                  <a:pt x="129760" y="45800"/>
                </a:lnTo>
                <a:lnTo>
                  <a:pt x="127391" y="45800"/>
                </a:lnTo>
                <a:lnTo>
                  <a:pt x="130260" y="42932"/>
                </a:lnTo>
                <a:lnTo>
                  <a:pt x="130394" y="42631"/>
                </a:lnTo>
                <a:lnTo>
                  <a:pt x="130394" y="38562"/>
                </a:lnTo>
                <a:close/>
                <a:moveTo>
                  <a:pt x="116050" y="42932"/>
                </a:moveTo>
                <a:lnTo>
                  <a:pt x="118919" y="45800"/>
                </a:lnTo>
                <a:lnTo>
                  <a:pt x="116550" y="45800"/>
                </a:lnTo>
                <a:lnTo>
                  <a:pt x="114249" y="43499"/>
                </a:lnTo>
                <a:lnTo>
                  <a:pt x="114249" y="40230"/>
                </a:lnTo>
                <a:lnTo>
                  <a:pt x="115917" y="38562"/>
                </a:lnTo>
                <a:lnTo>
                  <a:pt x="115917" y="42631"/>
                </a:lnTo>
                <a:close/>
                <a:moveTo>
                  <a:pt x="113682" y="39696"/>
                </a:moveTo>
                <a:lnTo>
                  <a:pt x="110446" y="39696"/>
                </a:lnTo>
                <a:lnTo>
                  <a:pt x="108144" y="37394"/>
                </a:lnTo>
                <a:lnTo>
                  <a:pt x="108144" y="35026"/>
                </a:lnTo>
                <a:lnTo>
                  <a:pt x="111147" y="38028"/>
                </a:lnTo>
                <a:lnTo>
                  <a:pt x="115383" y="38028"/>
                </a:lnTo>
                <a:close/>
                <a:moveTo>
                  <a:pt x="107377" y="37394"/>
                </a:moveTo>
                <a:lnTo>
                  <a:pt x="105076" y="39696"/>
                </a:lnTo>
                <a:lnTo>
                  <a:pt x="101840" y="39696"/>
                </a:lnTo>
                <a:lnTo>
                  <a:pt x="100139" y="37995"/>
                </a:lnTo>
                <a:lnTo>
                  <a:pt x="104208" y="37995"/>
                </a:lnTo>
                <a:lnTo>
                  <a:pt x="104375" y="37995"/>
                </a:lnTo>
                <a:lnTo>
                  <a:pt x="107377" y="35026"/>
                </a:lnTo>
                <a:lnTo>
                  <a:pt x="107377" y="37394"/>
                </a:lnTo>
                <a:close/>
                <a:moveTo>
                  <a:pt x="101273" y="40263"/>
                </a:moveTo>
                <a:lnTo>
                  <a:pt x="101273" y="43499"/>
                </a:lnTo>
                <a:lnTo>
                  <a:pt x="98971" y="45800"/>
                </a:lnTo>
                <a:lnTo>
                  <a:pt x="96603" y="45800"/>
                </a:lnTo>
                <a:lnTo>
                  <a:pt x="99605" y="42798"/>
                </a:lnTo>
                <a:lnTo>
                  <a:pt x="99605" y="38562"/>
                </a:lnTo>
                <a:close/>
                <a:moveTo>
                  <a:pt x="88130" y="45800"/>
                </a:moveTo>
                <a:lnTo>
                  <a:pt x="85762" y="45800"/>
                </a:lnTo>
                <a:lnTo>
                  <a:pt x="83460" y="43499"/>
                </a:lnTo>
                <a:lnTo>
                  <a:pt x="83460" y="40230"/>
                </a:lnTo>
                <a:lnTo>
                  <a:pt x="85128" y="38562"/>
                </a:lnTo>
                <a:lnTo>
                  <a:pt x="85128" y="42798"/>
                </a:lnTo>
                <a:close/>
                <a:moveTo>
                  <a:pt x="82893" y="39696"/>
                </a:moveTo>
                <a:lnTo>
                  <a:pt x="79657" y="39696"/>
                </a:lnTo>
                <a:lnTo>
                  <a:pt x="77356" y="37394"/>
                </a:lnTo>
                <a:lnTo>
                  <a:pt x="77356" y="35026"/>
                </a:lnTo>
                <a:lnTo>
                  <a:pt x="80358" y="38028"/>
                </a:lnTo>
                <a:lnTo>
                  <a:pt x="80525" y="38028"/>
                </a:lnTo>
                <a:lnTo>
                  <a:pt x="84594" y="38028"/>
                </a:lnTo>
                <a:close/>
                <a:moveTo>
                  <a:pt x="76589" y="37394"/>
                </a:moveTo>
                <a:lnTo>
                  <a:pt x="74287" y="39696"/>
                </a:lnTo>
                <a:lnTo>
                  <a:pt x="71018" y="39696"/>
                </a:lnTo>
                <a:lnTo>
                  <a:pt x="69350" y="37995"/>
                </a:lnTo>
                <a:lnTo>
                  <a:pt x="73586" y="37995"/>
                </a:lnTo>
                <a:lnTo>
                  <a:pt x="76589" y="35026"/>
                </a:lnTo>
                <a:close/>
                <a:moveTo>
                  <a:pt x="70484" y="40263"/>
                </a:moveTo>
                <a:lnTo>
                  <a:pt x="70484" y="43499"/>
                </a:lnTo>
                <a:lnTo>
                  <a:pt x="68183" y="45800"/>
                </a:lnTo>
                <a:lnTo>
                  <a:pt x="65814" y="45800"/>
                </a:lnTo>
                <a:lnTo>
                  <a:pt x="68683" y="42932"/>
                </a:lnTo>
                <a:lnTo>
                  <a:pt x="68816" y="42631"/>
                </a:lnTo>
                <a:lnTo>
                  <a:pt x="68816" y="38562"/>
                </a:lnTo>
                <a:close/>
                <a:moveTo>
                  <a:pt x="54473" y="42932"/>
                </a:moveTo>
                <a:lnTo>
                  <a:pt x="57341" y="45800"/>
                </a:lnTo>
                <a:lnTo>
                  <a:pt x="54973" y="45800"/>
                </a:lnTo>
                <a:lnTo>
                  <a:pt x="52671" y="43499"/>
                </a:lnTo>
                <a:lnTo>
                  <a:pt x="52671" y="40230"/>
                </a:lnTo>
                <a:lnTo>
                  <a:pt x="54339" y="38562"/>
                </a:lnTo>
                <a:lnTo>
                  <a:pt x="54339" y="42631"/>
                </a:lnTo>
                <a:close/>
                <a:moveTo>
                  <a:pt x="52104" y="39696"/>
                </a:moveTo>
                <a:lnTo>
                  <a:pt x="48869" y="39696"/>
                </a:lnTo>
                <a:lnTo>
                  <a:pt x="46567" y="37394"/>
                </a:lnTo>
                <a:lnTo>
                  <a:pt x="46567" y="35026"/>
                </a:lnTo>
                <a:lnTo>
                  <a:pt x="49569" y="38028"/>
                </a:lnTo>
                <a:lnTo>
                  <a:pt x="53806" y="38028"/>
                </a:lnTo>
                <a:close/>
                <a:moveTo>
                  <a:pt x="45767" y="37394"/>
                </a:moveTo>
                <a:lnTo>
                  <a:pt x="43498" y="39696"/>
                </a:lnTo>
                <a:lnTo>
                  <a:pt x="40229" y="39696"/>
                </a:lnTo>
                <a:lnTo>
                  <a:pt x="38561" y="37995"/>
                </a:lnTo>
                <a:lnTo>
                  <a:pt x="42631" y="37995"/>
                </a:lnTo>
                <a:lnTo>
                  <a:pt x="42798" y="37995"/>
                </a:lnTo>
                <a:lnTo>
                  <a:pt x="45767" y="35026"/>
                </a:lnTo>
                <a:close/>
                <a:moveTo>
                  <a:pt x="39696" y="40263"/>
                </a:moveTo>
                <a:lnTo>
                  <a:pt x="39696" y="43499"/>
                </a:lnTo>
                <a:lnTo>
                  <a:pt x="37394" y="45800"/>
                </a:lnTo>
                <a:lnTo>
                  <a:pt x="35026" y="45800"/>
                </a:lnTo>
                <a:lnTo>
                  <a:pt x="37994" y="42798"/>
                </a:lnTo>
                <a:lnTo>
                  <a:pt x="37994" y="38562"/>
                </a:lnTo>
                <a:close/>
                <a:moveTo>
                  <a:pt x="33891" y="46568"/>
                </a:moveTo>
                <a:lnTo>
                  <a:pt x="37227" y="49903"/>
                </a:lnTo>
                <a:lnTo>
                  <a:pt x="37227" y="54573"/>
                </a:lnTo>
                <a:lnTo>
                  <a:pt x="35693" y="56108"/>
                </a:lnTo>
                <a:lnTo>
                  <a:pt x="35693" y="50537"/>
                </a:lnTo>
                <a:lnTo>
                  <a:pt x="31723" y="46568"/>
                </a:lnTo>
                <a:close/>
                <a:moveTo>
                  <a:pt x="35793" y="57475"/>
                </a:moveTo>
                <a:lnTo>
                  <a:pt x="41497" y="57475"/>
                </a:lnTo>
                <a:lnTo>
                  <a:pt x="45233" y="61178"/>
                </a:lnTo>
                <a:lnTo>
                  <a:pt x="37461" y="61178"/>
                </a:lnTo>
                <a:lnTo>
                  <a:pt x="35793" y="59510"/>
                </a:lnTo>
                <a:close/>
                <a:moveTo>
                  <a:pt x="45233" y="61979"/>
                </a:moveTo>
                <a:lnTo>
                  <a:pt x="41497" y="65681"/>
                </a:lnTo>
                <a:lnTo>
                  <a:pt x="35793" y="65681"/>
                </a:lnTo>
                <a:lnTo>
                  <a:pt x="35793" y="63646"/>
                </a:lnTo>
                <a:lnTo>
                  <a:pt x="37461" y="61979"/>
                </a:lnTo>
                <a:close/>
                <a:moveTo>
                  <a:pt x="35693" y="67049"/>
                </a:moveTo>
                <a:lnTo>
                  <a:pt x="37227" y="68583"/>
                </a:lnTo>
                <a:lnTo>
                  <a:pt x="37227" y="73253"/>
                </a:lnTo>
                <a:lnTo>
                  <a:pt x="33891" y="76589"/>
                </a:lnTo>
                <a:lnTo>
                  <a:pt x="31723" y="76589"/>
                </a:lnTo>
                <a:lnTo>
                  <a:pt x="35693" y="72620"/>
                </a:lnTo>
                <a:lnTo>
                  <a:pt x="35693" y="67049"/>
                </a:lnTo>
                <a:close/>
                <a:moveTo>
                  <a:pt x="35026" y="77356"/>
                </a:moveTo>
                <a:lnTo>
                  <a:pt x="37394" y="77356"/>
                </a:lnTo>
                <a:lnTo>
                  <a:pt x="39696" y="79658"/>
                </a:lnTo>
                <a:lnTo>
                  <a:pt x="39696" y="82927"/>
                </a:lnTo>
                <a:lnTo>
                  <a:pt x="37994" y="84595"/>
                </a:lnTo>
                <a:lnTo>
                  <a:pt x="37994" y="80358"/>
                </a:lnTo>
                <a:close/>
                <a:moveTo>
                  <a:pt x="40229" y="83461"/>
                </a:moveTo>
                <a:lnTo>
                  <a:pt x="43498" y="83461"/>
                </a:lnTo>
                <a:lnTo>
                  <a:pt x="45767" y="85762"/>
                </a:lnTo>
                <a:lnTo>
                  <a:pt x="45767" y="88131"/>
                </a:lnTo>
                <a:lnTo>
                  <a:pt x="42798" y="85129"/>
                </a:lnTo>
                <a:lnTo>
                  <a:pt x="42631" y="85129"/>
                </a:lnTo>
                <a:lnTo>
                  <a:pt x="38561" y="85129"/>
                </a:lnTo>
                <a:close/>
                <a:moveTo>
                  <a:pt x="46567" y="85762"/>
                </a:moveTo>
                <a:lnTo>
                  <a:pt x="48869" y="83461"/>
                </a:lnTo>
                <a:lnTo>
                  <a:pt x="52104" y="83461"/>
                </a:lnTo>
                <a:lnTo>
                  <a:pt x="53806" y="85162"/>
                </a:lnTo>
                <a:lnTo>
                  <a:pt x="49569" y="85162"/>
                </a:lnTo>
                <a:lnTo>
                  <a:pt x="46567" y="88131"/>
                </a:lnTo>
                <a:close/>
                <a:moveTo>
                  <a:pt x="52671" y="82927"/>
                </a:moveTo>
                <a:lnTo>
                  <a:pt x="52671" y="79658"/>
                </a:lnTo>
                <a:lnTo>
                  <a:pt x="54973" y="77356"/>
                </a:lnTo>
                <a:lnTo>
                  <a:pt x="57341" y="77356"/>
                </a:lnTo>
                <a:lnTo>
                  <a:pt x="54473" y="80258"/>
                </a:lnTo>
                <a:lnTo>
                  <a:pt x="54339" y="80525"/>
                </a:lnTo>
                <a:lnTo>
                  <a:pt x="54339" y="84595"/>
                </a:lnTo>
                <a:close/>
                <a:moveTo>
                  <a:pt x="68683" y="80258"/>
                </a:moveTo>
                <a:lnTo>
                  <a:pt x="65814" y="77356"/>
                </a:lnTo>
                <a:lnTo>
                  <a:pt x="68183" y="77356"/>
                </a:lnTo>
                <a:lnTo>
                  <a:pt x="70484" y="79658"/>
                </a:lnTo>
                <a:lnTo>
                  <a:pt x="70484" y="82927"/>
                </a:lnTo>
                <a:lnTo>
                  <a:pt x="68783" y="84595"/>
                </a:lnTo>
                <a:lnTo>
                  <a:pt x="68783" y="80525"/>
                </a:lnTo>
                <a:close/>
                <a:moveTo>
                  <a:pt x="71018" y="83461"/>
                </a:moveTo>
                <a:lnTo>
                  <a:pt x="74287" y="83461"/>
                </a:lnTo>
                <a:lnTo>
                  <a:pt x="76589" y="85762"/>
                </a:lnTo>
                <a:lnTo>
                  <a:pt x="76589" y="88131"/>
                </a:lnTo>
                <a:lnTo>
                  <a:pt x="73586" y="85129"/>
                </a:lnTo>
                <a:lnTo>
                  <a:pt x="69350" y="85129"/>
                </a:lnTo>
                <a:close/>
                <a:moveTo>
                  <a:pt x="77356" y="85762"/>
                </a:moveTo>
                <a:lnTo>
                  <a:pt x="79657" y="83461"/>
                </a:lnTo>
                <a:lnTo>
                  <a:pt x="82893" y="83461"/>
                </a:lnTo>
                <a:lnTo>
                  <a:pt x="84594" y="85162"/>
                </a:lnTo>
                <a:lnTo>
                  <a:pt x="80525" y="85162"/>
                </a:lnTo>
                <a:lnTo>
                  <a:pt x="80358" y="85162"/>
                </a:lnTo>
                <a:lnTo>
                  <a:pt x="77356" y="88131"/>
                </a:lnTo>
                <a:lnTo>
                  <a:pt x="77356" y="85762"/>
                </a:lnTo>
                <a:close/>
                <a:moveTo>
                  <a:pt x="83460" y="82927"/>
                </a:moveTo>
                <a:lnTo>
                  <a:pt x="83460" y="79658"/>
                </a:lnTo>
                <a:lnTo>
                  <a:pt x="85762" y="77356"/>
                </a:lnTo>
                <a:lnTo>
                  <a:pt x="88130" y="77356"/>
                </a:lnTo>
                <a:lnTo>
                  <a:pt x="85128" y="80358"/>
                </a:lnTo>
                <a:lnTo>
                  <a:pt x="85128" y="84595"/>
                </a:lnTo>
                <a:close/>
                <a:moveTo>
                  <a:pt x="96603" y="77356"/>
                </a:moveTo>
                <a:lnTo>
                  <a:pt x="98971" y="77356"/>
                </a:lnTo>
                <a:lnTo>
                  <a:pt x="101273" y="79658"/>
                </a:lnTo>
                <a:lnTo>
                  <a:pt x="101273" y="82927"/>
                </a:lnTo>
                <a:lnTo>
                  <a:pt x="99572" y="84595"/>
                </a:lnTo>
                <a:lnTo>
                  <a:pt x="99572" y="80358"/>
                </a:lnTo>
                <a:close/>
                <a:moveTo>
                  <a:pt x="101840" y="83461"/>
                </a:moveTo>
                <a:lnTo>
                  <a:pt x="105076" y="83461"/>
                </a:lnTo>
                <a:lnTo>
                  <a:pt x="107377" y="85762"/>
                </a:lnTo>
                <a:lnTo>
                  <a:pt x="107377" y="88131"/>
                </a:lnTo>
                <a:lnTo>
                  <a:pt x="104375" y="85129"/>
                </a:lnTo>
                <a:lnTo>
                  <a:pt x="104208" y="85129"/>
                </a:lnTo>
                <a:lnTo>
                  <a:pt x="100139" y="85129"/>
                </a:lnTo>
                <a:close/>
                <a:moveTo>
                  <a:pt x="108144" y="85762"/>
                </a:moveTo>
                <a:lnTo>
                  <a:pt x="110446" y="83461"/>
                </a:lnTo>
                <a:lnTo>
                  <a:pt x="113682" y="83461"/>
                </a:lnTo>
                <a:lnTo>
                  <a:pt x="115383" y="85162"/>
                </a:lnTo>
                <a:lnTo>
                  <a:pt x="111147" y="85162"/>
                </a:lnTo>
                <a:lnTo>
                  <a:pt x="108144" y="88131"/>
                </a:lnTo>
                <a:close/>
                <a:moveTo>
                  <a:pt x="114249" y="82927"/>
                </a:moveTo>
                <a:lnTo>
                  <a:pt x="114249" y="79658"/>
                </a:lnTo>
                <a:lnTo>
                  <a:pt x="116550" y="77356"/>
                </a:lnTo>
                <a:lnTo>
                  <a:pt x="118919" y="77356"/>
                </a:lnTo>
                <a:lnTo>
                  <a:pt x="116050" y="80258"/>
                </a:lnTo>
                <a:lnTo>
                  <a:pt x="115917" y="80525"/>
                </a:lnTo>
                <a:lnTo>
                  <a:pt x="115917" y="84595"/>
                </a:lnTo>
                <a:close/>
                <a:moveTo>
                  <a:pt x="130260" y="80258"/>
                </a:moveTo>
                <a:lnTo>
                  <a:pt x="127391" y="77356"/>
                </a:lnTo>
                <a:lnTo>
                  <a:pt x="129760" y="77356"/>
                </a:lnTo>
                <a:lnTo>
                  <a:pt x="132061" y="79658"/>
                </a:lnTo>
                <a:lnTo>
                  <a:pt x="132061" y="82927"/>
                </a:lnTo>
                <a:lnTo>
                  <a:pt x="130394" y="84595"/>
                </a:lnTo>
                <a:lnTo>
                  <a:pt x="130394" y="80525"/>
                </a:lnTo>
                <a:close/>
                <a:moveTo>
                  <a:pt x="132629" y="83461"/>
                </a:moveTo>
                <a:lnTo>
                  <a:pt x="135864" y="83461"/>
                </a:lnTo>
                <a:lnTo>
                  <a:pt x="138166" y="85762"/>
                </a:lnTo>
                <a:lnTo>
                  <a:pt x="138166" y="88131"/>
                </a:lnTo>
                <a:lnTo>
                  <a:pt x="135164" y="85129"/>
                </a:lnTo>
                <a:lnTo>
                  <a:pt x="130927" y="85129"/>
                </a:lnTo>
                <a:close/>
                <a:moveTo>
                  <a:pt x="138933" y="85762"/>
                </a:moveTo>
                <a:lnTo>
                  <a:pt x="141235" y="83461"/>
                </a:lnTo>
                <a:lnTo>
                  <a:pt x="144504" y="83461"/>
                </a:lnTo>
                <a:lnTo>
                  <a:pt x="146172" y="85162"/>
                </a:lnTo>
                <a:lnTo>
                  <a:pt x="142102" y="85162"/>
                </a:lnTo>
                <a:lnTo>
                  <a:pt x="141935" y="85162"/>
                </a:lnTo>
                <a:lnTo>
                  <a:pt x="138933" y="88131"/>
                </a:lnTo>
                <a:close/>
                <a:moveTo>
                  <a:pt x="145037" y="82927"/>
                </a:moveTo>
                <a:lnTo>
                  <a:pt x="145037" y="79658"/>
                </a:lnTo>
                <a:lnTo>
                  <a:pt x="147339" y="77356"/>
                </a:lnTo>
                <a:lnTo>
                  <a:pt x="149707" y="77356"/>
                </a:lnTo>
                <a:lnTo>
                  <a:pt x="146705" y="80358"/>
                </a:lnTo>
                <a:lnTo>
                  <a:pt x="146705" y="84595"/>
                </a:lnTo>
                <a:close/>
                <a:moveTo>
                  <a:pt x="158180" y="77356"/>
                </a:moveTo>
                <a:lnTo>
                  <a:pt x="160548" y="77356"/>
                </a:lnTo>
                <a:lnTo>
                  <a:pt x="162850" y="79658"/>
                </a:lnTo>
                <a:lnTo>
                  <a:pt x="162850" y="82927"/>
                </a:lnTo>
                <a:lnTo>
                  <a:pt x="161182" y="84595"/>
                </a:lnTo>
                <a:lnTo>
                  <a:pt x="161182" y="80358"/>
                </a:lnTo>
                <a:close/>
                <a:moveTo>
                  <a:pt x="163417" y="83461"/>
                </a:moveTo>
                <a:lnTo>
                  <a:pt x="166653" y="83461"/>
                </a:lnTo>
                <a:lnTo>
                  <a:pt x="168954" y="85762"/>
                </a:lnTo>
                <a:lnTo>
                  <a:pt x="168954" y="88131"/>
                </a:lnTo>
                <a:lnTo>
                  <a:pt x="165952" y="85129"/>
                </a:lnTo>
                <a:lnTo>
                  <a:pt x="165786" y="85129"/>
                </a:lnTo>
                <a:lnTo>
                  <a:pt x="161716" y="85129"/>
                </a:lnTo>
                <a:close/>
                <a:moveTo>
                  <a:pt x="169755" y="85762"/>
                </a:moveTo>
                <a:lnTo>
                  <a:pt x="172023" y="83461"/>
                </a:lnTo>
                <a:lnTo>
                  <a:pt x="175292" y="83461"/>
                </a:lnTo>
                <a:lnTo>
                  <a:pt x="176960" y="85162"/>
                </a:lnTo>
                <a:lnTo>
                  <a:pt x="172724" y="85162"/>
                </a:lnTo>
                <a:lnTo>
                  <a:pt x="169755" y="88131"/>
                </a:lnTo>
                <a:close/>
                <a:moveTo>
                  <a:pt x="175826" y="82927"/>
                </a:moveTo>
                <a:lnTo>
                  <a:pt x="175826" y="79658"/>
                </a:lnTo>
                <a:lnTo>
                  <a:pt x="178128" y="77356"/>
                </a:lnTo>
                <a:lnTo>
                  <a:pt x="180496" y="77356"/>
                </a:lnTo>
                <a:lnTo>
                  <a:pt x="177627" y="80258"/>
                </a:lnTo>
                <a:lnTo>
                  <a:pt x="177527" y="80525"/>
                </a:lnTo>
                <a:lnTo>
                  <a:pt x="177527" y="84595"/>
                </a:lnTo>
                <a:close/>
                <a:moveTo>
                  <a:pt x="191837" y="80258"/>
                </a:moveTo>
                <a:lnTo>
                  <a:pt x="188969" y="77356"/>
                </a:lnTo>
                <a:lnTo>
                  <a:pt x="191337" y="77356"/>
                </a:lnTo>
                <a:lnTo>
                  <a:pt x="193639" y="79658"/>
                </a:lnTo>
                <a:lnTo>
                  <a:pt x="193639" y="82927"/>
                </a:lnTo>
                <a:lnTo>
                  <a:pt x="191971" y="84595"/>
                </a:lnTo>
                <a:lnTo>
                  <a:pt x="191971" y="80525"/>
                </a:lnTo>
                <a:close/>
                <a:moveTo>
                  <a:pt x="194206" y="83461"/>
                </a:moveTo>
                <a:lnTo>
                  <a:pt x="197441" y="83461"/>
                </a:lnTo>
                <a:lnTo>
                  <a:pt x="199743" y="85762"/>
                </a:lnTo>
                <a:lnTo>
                  <a:pt x="199743" y="88131"/>
                </a:lnTo>
                <a:lnTo>
                  <a:pt x="196741" y="85129"/>
                </a:lnTo>
                <a:lnTo>
                  <a:pt x="192538" y="85129"/>
                </a:lnTo>
                <a:close/>
                <a:moveTo>
                  <a:pt x="200544" y="85762"/>
                </a:moveTo>
                <a:lnTo>
                  <a:pt x="202812" y="83461"/>
                </a:lnTo>
                <a:lnTo>
                  <a:pt x="206081" y="83461"/>
                </a:lnTo>
                <a:lnTo>
                  <a:pt x="207749" y="85162"/>
                </a:lnTo>
                <a:lnTo>
                  <a:pt x="203679" y="85162"/>
                </a:lnTo>
                <a:lnTo>
                  <a:pt x="203512" y="85162"/>
                </a:lnTo>
                <a:lnTo>
                  <a:pt x="200544" y="88131"/>
                </a:lnTo>
                <a:close/>
                <a:moveTo>
                  <a:pt x="206648" y="82927"/>
                </a:moveTo>
                <a:lnTo>
                  <a:pt x="206648" y="79658"/>
                </a:lnTo>
                <a:lnTo>
                  <a:pt x="208916" y="77356"/>
                </a:lnTo>
                <a:lnTo>
                  <a:pt x="211285" y="77356"/>
                </a:lnTo>
                <a:lnTo>
                  <a:pt x="208316" y="80358"/>
                </a:lnTo>
                <a:lnTo>
                  <a:pt x="208316" y="84595"/>
                </a:lnTo>
                <a:close/>
                <a:moveTo>
                  <a:pt x="212419" y="76589"/>
                </a:moveTo>
                <a:lnTo>
                  <a:pt x="209083" y="73253"/>
                </a:lnTo>
                <a:lnTo>
                  <a:pt x="209083" y="68583"/>
                </a:lnTo>
                <a:lnTo>
                  <a:pt x="210618" y="67049"/>
                </a:lnTo>
                <a:lnTo>
                  <a:pt x="210618" y="72620"/>
                </a:lnTo>
                <a:lnTo>
                  <a:pt x="214587" y="76589"/>
                </a:lnTo>
                <a:lnTo>
                  <a:pt x="212419" y="76589"/>
                </a:lnTo>
                <a:close/>
                <a:moveTo>
                  <a:pt x="210518" y="65681"/>
                </a:moveTo>
                <a:lnTo>
                  <a:pt x="204813" y="65681"/>
                </a:lnTo>
                <a:lnTo>
                  <a:pt x="201077" y="61979"/>
                </a:lnTo>
                <a:lnTo>
                  <a:pt x="208850" y="61979"/>
                </a:lnTo>
                <a:lnTo>
                  <a:pt x="210518" y="63646"/>
                </a:lnTo>
                <a:lnTo>
                  <a:pt x="210518" y="65681"/>
                </a:lnTo>
                <a:close/>
                <a:moveTo>
                  <a:pt x="201077" y="61178"/>
                </a:moveTo>
                <a:lnTo>
                  <a:pt x="204813" y="57475"/>
                </a:lnTo>
                <a:lnTo>
                  <a:pt x="210518" y="57475"/>
                </a:lnTo>
                <a:lnTo>
                  <a:pt x="210518" y="59510"/>
                </a:lnTo>
                <a:lnTo>
                  <a:pt x="208850" y="61178"/>
                </a:lnTo>
                <a:close/>
                <a:moveTo>
                  <a:pt x="210618" y="56108"/>
                </a:moveTo>
                <a:lnTo>
                  <a:pt x="209083" y="54573"/>
                </a:lnTo>
                <a:lnTo>
                  <a:pt x="209083" y="49903"/>
                </a:lnTo>
                <a:lnTo>
                  <a:pt x="212419" y="46568"/>
                </a:lnTo>
                <a:lnTo>
                  <a:pt x="214587" y="46568"/>
                </a:lnTo>
                <a:lnTo>
                  <a:pt x="210618" y="50537"/>
                </a:lnTo>
                <a:lnTo>
                  <a:pt x="210618" y="56108"/>
                </a:lnTo>
                <a:close/>
                <a:moveTo>
                  <a:pt x="212419" y="45800"/>
                </a:moveTo>
                <a:lnTo>
                  <a:pt x="209083" y="42465"/>
                </a:lnTo>
                <a:lnTo>
                  <a:pt x="209083" y="37795"/>
                </a:lnTo>
                <a:lnTo>
                  <a:pt x="210618" y="36260"/>
                </a:lnTo>
                <a:lnTo>
                  <a:pt x="210618" y="41831"/>
                </a:lnTo>
                <a:lnTo>
                  <a:pt x="214587" y="45800"/>
                </a:lnTo>
                <a:close/>
                <a:moveTo>
                  <a:pt x="208549" y="37228"/>
                </a:moveTo>
                <a:lnTo>
                  <a:pt x="203846" y="37228"/>
                </a:lnTo>
                <a:lnTo>
                  <a:pt x="200544" y="33892"/>
                </a:lnTo>
                <a:lnTo>
                  <a:pt x="200544" y="31757"/>
                </a:lnTo>
                <a:lnTo>
                  <a:pt x="204480" y="35693"/>
                </a:lnTo>
                <a:lnTo>
                  <a:pt x="204647" y="35693"/>
                </a:lnTo>
                <a:lnTo>
                  <a:pt x="210084" y="35693"/>
                </a:lnTo>
                <a:close/>
                <a:moveTo>
                  <a:pt x="199743" y="33892"/>
                </a:moveTo>
                <a:lnTo>
                  <a:pt x="196441" y="37228"/>
                </a:lnTo>
                <a:lnTo>
                  <a:pt x="191737" y="37228"/>
                </a:lnTo>
                <a:lnTo>
                  <a:pt x="190203" y="35693"/>
                </a:lnTo>
                <a:lnTo>
                  <a:pt x="195807" y="35693"/>
                </a:lnTo>
                <a:lnTo>
                  <a:pt x="199743" y="31757"/>
                </a:lnTo>
                <a:close/>
                <a:moveTo>
                  <a:pt x="188869" y="41497"/>
                </a:moveTo>
                <a:lnTo>
                  <a:pt x="185133" y="45233"/>
                </a:lnTo>
                <a:lnTo>
                  <a:pt x="185133" y="37494"/>
                </a:lnTo>
                <a:lnTo>
                  <a:pt x="186801" y="35793"/>
                </a:lnTo>
                <a:lnTo>
                  <a:pt x="188835" y="35793"/>
                </a:lnTo>
                <a:lnTo>
                  <a:pt x="188835" y="41497"/>
                </a:lnTo>
                <a:close/>
                <a:moveTo>
                  <a:pt x="184332" y="45233"/>
                </a:moveTo>
                <a:lnTo>
                  <a:pt x="180629" y="41497"/>
                </a:lnTo>
                <a:lnTo>
                  <a:pt x="180629" y="35793"/>
                </a:lnTo>
                <a:lnTo>
                  <a:pt x="182664" y="35793"/>
                </a:lnTo>
                <a:lnTo>
                  <a:pt x="184332" y="37461"/>
                </a:lnTo>
                <a:lnTo>
                  <a:pt x="184332" y="45233"/>
                </a:lnTo>
                <a:close/>
                <a:moveTo>
                  <a:pt x="177761" y="37228"/>
                </a:moveTo>
                <a:lnTo>
                  <a:pt x="173057" y="37228"/>
                </a:lnTo>
                <a:lnTo>
                  <a:pt x="169755" y="33892"/>
                </a:lnTo>
                <a:lnTo>
                  <a:pt x="169755" y="31757"/>
                </a:lnTo>
                <a:lnTo>
                  <a:pt x="173691" y="35693"/>
                </a:lnTo>
                <a:lnTo>
                  <a:pt x="179262" y="35693"/>
                </a:lnTo>
                <a:close/>
                <a:moveTo>
                  <a:pt x="168954" y="33892"/>
                </a:moveTo>
                <a:lnTo>
                  <a:pt x="165619" y="37228"/>
                </a:lnTo>
                <a:lnTo>
                  <a:pt x="160949" y="37228"/>
                </a:lnTo>
                <a:lnTo>
                  <a:pt x="159414" y="35693"/>
                </a:lnTo>
                <a:lnTo>
                  <a:pt x="164852" y="35693"/>
                </a:lnTo>
                <a:lnTo>
                  <a:pt x="164985" y="35693"/>
                </a:lnTo>
                <a:lnTo>
                  <a:pt x="168954" y="31757"/>
                </a:lnTo>
                <a:close/>
                <a:moveTo>
                  <a:pt x="158047" y="41497"/>
                </a:moveTo>
                <a:lnTo>
                  <a:pt x="154344" y="45233"/>
                </a:lnTo>
                <a:lnTo>
                  <a:pt x="154344" y="37494"/>
                </a:lnTo>
                <a:lnTo>
                  <a:pt x="156012" y="35793"/>
                </a:lnTo>
                <a:lnTo>
                  <a:pt x="158047" y="35793"/>
                </a:lnTo>
                <a:lnTo>
                  <a:pt x="158047" y="41497"/>
                </a:lnTo>
                <a:close/>
                <a:moveTo>
                  <a:pt x="153543" y="45233"/>
                </a:moveTo>
                <a:lnTo>
                  <a:pt x="149841" y="41497"/>
                </a:lnTo>
                <a:lnTo>
                  <a:pt x="149841" y="35793"/>
                </a:lnTo>
                <a:lnTo>
                  <a:pt x="151876" y="35793"/>
                </a:lnTo>
                <a:lnTo>
                  <a:pt x="153543" y="37461"/>
                </a:lnTo>
                <a:lnTo>
                  <a:pt x="153543" y="45233"/>
                </a:lnTo>
                <a:close/>
                <a:moveTo>
                  <a:pt x="146939" y="37228"/>
                </a:moveTo>
                <a:lnTo>
                  <a:pt x="142269" y="37228"/>
                </a:lnTo>
                <a:lnTo>
                  <a:pt x="138933" y="33892"/>
                </a:lnTo>
                <a:lnTo>
                  <a:pt x="138933" y="31757"/>
                </a:lnTo>
                <a:lnTo>
                  <a:pt x="142903" y="35693"/>
                </a:lnTo>
                <a:lnTo>
                  <a:pt x="143069" y="35693"/>
                </a:lnTo>
                <a:lnTo>
                  <a:pt x="148473" y="35693"/>
                </a:lnTo>
                <a:close/>
                <a:moveTo>
                  <a:pt x="138166" y="33892"/>
                </a:moveTo>
                <a:lnTo>
                  <a:pt x="134830" y="37228"/>
                </a:lnTo>
                <a:lnTo>
                  <a:pt x="130160" y="37228"/>
                </a:lnTo>
                <a:lnTo>
                  <a:pt x="128626" y="35693"/>
                </a:lnTo>
                <a:lnTo>
                  <a:pt x="134196" y="35693"/>
                </a:lnTo>
                <a:lnTo>
                  <a:pt x="138166" y="31757"/>
                </a:lnTo>
                <a:close/>
                <a:moveTo>
                  <a:pt x="127258" y="41497"/>
                </a:moveTo>
                <a:lnTo>
                  <a:pt x="123555" y="45233"/>
                </a:lnTo>
                <a:lnTo>
                  <a:pt x="123555" y="37494"/>
                </a:lnTo>
                <a:lnTo>
                  <a:pt x="125223" y="35793"/>
                </a:lnTo>
                <a:lnTo>
                  <a:pt x="127258" y="35793"/>
                </a:lnTo>
                <a:close/>
                <a:moveTo>
                  <a:pt x="122755" y="45233"/>
                </a:moveTo>
                <a:lnTo>
                  <a:pt x="119052" y="41497"/>
                </a:lnTo>
                <a:lnTo>
                  <a:pt x="119052" y="35793"/>
                </a:lnTo>
                <a:lnTo>
                  <a:pt x="121087" y="35793"/>
                </a:lnTo>
                <a:lnTo>
                  <a:pt x="122755" y="37461"/>
                </a:lnTo>
                <a:close/>
                <a:moveTo>
                  <a:pt x="116150" y="37228"/>
                </a:moveTo>
                <a:lnTo>
                  <a:pt x="111480" y="37228"/>
                </a:lnTo>
                <a:lnTo>
                  <a:pt x="108144" y="33892"/>
                </a:lnTo>
                <a:lnTo>
                  <a:pt x="108144" y="31757"/>
                </a:lnTo>
                <a:lnTo>
                  <a:pt x="112114" y="35693"/>
                </a:lnTo>
                <a:lnTo>
                  <a:pt x="117685" y="35693"/>
                </a:lnTo>
                <a:close/>
                <a:moveTo>
                  <a:pt x="107377" y="33892"/>
                </a:moveTo>
                <a:lnTo>
                  <a:pt x="104041" y="37228"/>
                </a:lnTo>
                <a:lnTo>
                  <a:pt x="99371" y="37228"/>
                </a:lnTo>
                <a:lnTo>
                  <a:pt x="97837" y="35693"/>
                </a:lnTo>
                <a:lnTo>
                  <a:pt x="103241" y="35693"/>
                </a:lnTo>
                <a:lnTo>
                  <a:pt x="103408" y="35693"/>
                </a:lnTo>
                <a:lnTo>
                  <a:pt x="107377" y="31757"/>
                </a:lnTo>
                <a:close/>
                <a:moveTo>
                  <a:pt x="96469" y="41497"/>
                </a:moveTo>
                <a:lnTo>
                  <a:pt x="92767" y="45233"/>
                </a:lnTo>
                <a:lnTo>
                  <a:pt x="92767" y="37494"/>
                </a:lnTo>
                <a:lnTo>
                  <a:pt x="94435" y="35793"/>
                </a:lnTo>
                <a:lnTo>
                  <a:pt x="96469" y="35793"/>
                </a:lnTo>
                <a:close/>
                <a:moveTo>
                  <a:pt x="91966" y="45233"/>
                </a:moveTo>
                <a:lnTo>
                  <a:pt x="88264" y="41497"/>
                </a:lnTo>
                <a:lnTo>
                  <a:pt x="88264" y="35793"/>
                </a:lnTo>
                <a:lnTo>
                  <a:pt x="90298" y="35793"/>
                </a:lnTo>
                <a:lnTo>
                  <a:pt x="91966" y="37461"/>
                </a:lnTo>
                <a:close/>
                <a:moveTo>
                  <a:pt x="85361" y="37228"/>
                </a:moveTo>
                <a:lnTo>
                  <a:pt x="80691" y="37228"/>
                </a:lnTo>
                <a:lnTo>
                  <a:pt x="77356" y="33892"/>
                </a:lnTo>
                <a:lnTo>
                  <a:pt x="77356" y="31757"/>
                </a:lnTo>
                <a:lnTo>
                  <a:pt x="81325" y="35693"/>
                </a:lnTo>
                <a:lnTo>
                  <a:pt x="81492" y="35693"/>
                </a:lnTo>
                <a:lnTo>
                  <a:pt x="86896" y="35693"/>
                </a:lnTo>
                <a:close/>
                <a:moveTo>
                  <a:pt x="76589" y="33892"/>
                </a:moveTo>
                <a:lnTo>
                  <a:pt x="73253" y="37228"/>
                </a:lnTo>
                <a:lnTo>
                  <a:pt x="68583" y="37228"/>
                </a:lnTo>
                <a:lnTo>
                  <a:pt x="67048" y="35693"/>
                </a:lnTo>
                <a:lnTo>
                  <a:pt x="72619" y="35693"/>
                </a:lnTo>
                <a:lnTo>
                  <a:pt x="76589" y="31757"/>
                </a:lnTo>
                <a:close/>
                <a:moveTo>
                  <a:pt x="65681" y="41497"/>
                </a:moveTo>
                <a:lnTo>
                  <a:pt x="61978" y="45233"/>
                </a:lnTo>
                <a:lnTo>
                  <a:pt x="61978" y="37494"/>
                </a:lnTo>
                <a:lnTo>
                  <a:pt x="63646" y="35793"/>
                </a:lnTo>
                <a:lnTo>
                  <a:pt x="65681" y="35793"/>
                </a:lnTo>
                <a:close/>
                <a:moveTo>
                  <a:pt x="61178" y="45233"/>
                </a:moveTo>
                <a:lnTo>
                  <a:pt x="57475" y="41497"/>
                </a:lnTo>
                <a:lnTo>
                  <a:pt x="57475" y="35793"/>
                </a:lnTo>
                <a:lnTo>
                  <a:pt x="59510" y="35793"/>
                </a:lnTo>
                <a:lnTo>
                  <a:pt x="61178" y="37461"/>
                </a:lnTo>
                <a:close/>
                <a:moveTo>
                  <a:pt x="54573" y="37228"/>
                </a:moveTo>
                <a:lnTo>
                  <a:pt x="49903" y="37228"/>
                </a:lnTo>
                <a:lnTo>
                  <a:pt x="46567" y="33892"/>
                </a:lnTo>
                <a:lnTo>
                  <a:pt x="46567" y="31757"/>
                </a:lnTo>
                <a:lnTo>
                  <a:pt x="50537" y="35693"/>
                </a:lnTo>
                <a:lnTo>
                  <a:pt x="56107" y="35693"/>
                </a:lnTo>
                <a:close/>
                <a:moveTo>
                  <a:pt x="45767" y="33892"/>
                </a:moveTo>
                <a:lnTo>
                  <a:pt x="42464" y="37228"/>
                </a:lnTo>
                <a:lnTo>
                  <a:pt x="37761" y="37228"/>
                </a:lnTo>
                <a:lnTo>
                  <a:pt x="36226" y="35693"/>
                </a:lnTo>
                <a:lnTo>
                  <a:pt x="41664" y="35693"/>
                </a:lnTo>
                <a:lnTo>
                  <a:pt x="41830" y="35693"/>
                </a:lnTo>
                <a:lnTo>
                  <a:pt x="45767" y="31757"/>
                </a:lnTo>
                <a:lnTo>
                  <a:pt x="45767" y="33892"/>
                </a:lnTo>
                <a:close/>
                <a:moveTo>
                  <a:pt x="34892" y="41497"/>
                </a:moveTo>
                <a:lnTo>
                  <a:pt x="31189" y="45233"/>
                </a:lnTo>
                <a:lnTo>
                  <a:pt x="31189" y="37494"/>
                </a:lnTo>
                <a:lnTo>
                  <a:pt x="32857" y="35793"/>
                </a:lnTo>
                <a:lnTo>
                  <a:pt x="34892" y="35793"/>
                </a:lnTo>
                <a:close/>
                <a:moveTo>
                  <a:pt x="34892" y="50871"/>
                </a:moveTo>
                <a:lnTo>
                  <a:pt x="34892" y="56575"/>
                </a:lnTo>
                <a:lnTo>
                  <a:pt x="32857" y="56575"/>
                </a:lnTo>
                <a:lnTo>
                  <a:pt x="31189" y="54874"/>
                </a:lnTo>
                <a:lnTo>
                  <a:pt x="31189" y="47135"/>
                </a:lnTo>
                <a:close/>
                <a:moveTo>
                  <a:pt x="32424" y="57242"/>
                </a:moveTo>
                <a:lnTo>
                  <a:pt x="32691" y="57375"/>
                </a:lnTo>
                <a:lnTo>
                  <a:pt x="34592" y="57375"/>
                </a:lnTo>
                <a:lnTo>
                  <a:pt x="33291" y="58643"/>
                </a:lnTo>
                <a:lnTo>
                  <a:pt x="31990" y="58643"/>
                </a:lnTo>
                <a:lnTo>
                  <a:pt x="31189" y="57809"/>
                </a:lnTo>
                <a:lnTo>
                  <a:pt x="31189" y="56008"/>
                </a:lnTo>
                <a:close/>
                <a:moveTo>
                  <a:pt x="33725" y="59077"/>
                </a:moveTo>
                <a:lnTo>
                  <a:pt x="34992" y="57776"/>
                </a:lnTo>
                <a:lnTo>
                  <a:pt x="34992" y="59844"/>
                </a:lnTo>
                <a:lnTo>
                  <a:pt x="36360" y="61178"/>
                </a:lnTo>
                <a:lnTo>
                  <a:pt x="34525" y="61178"/>
                </a:lnTo>
                <a:lnTo>
                  <a:pt x="33725" y="60377"/>
                </a:lnTo>
                <a:close/>
                <a:moveTo>
                  <a:pt x="34525" y="61979"/>
                </a:moveTo>
                <a:lnTo>
                  <a:pt x="36360" y="61979"/>
                </a:lnTo>
                <a:lnTo>
                  <a:pt x="34992" y="63313"/>
                </a:lnTo>
                <a:lnTo>
                  <a:pt x="34992" y="65381"/>
                </a:lnTo>
                <a:lnTo>
                  <a:pt x="33725" y="64080"/>
                </a:lnTo>
                <a:lnTo>
                  <a:pt x="33725" y="62779"/>
                </a:lnTo>
                <a:close/>
                <a:moveTo>
                  <a:pt x="32857" y="66582"/>
                </a:moveTo>
                <a:lnTo>
                  <a:pt x="34892" y="66582"/>
                </a:lnTo>
                <a:lnTo>
                  <a:pt x="34892" y="72286"/>
                </a:lnTo>
                <a:lnTo>
                  <a:pt x="31189" y="76022"/>
                </a:lnTo>
                <a:lnTo>
                  <a:pt x="31189" y="68250"/>
                </a:lnTo>
                <a:close/>
                <a:moveTo>
                  <a:pt x="34892" y="81659"/>
                </a:moveTo>
                <a:lnTo>
                  <a:pt x="34892" y="87363"/>
                </a:lnTo>
                <a:lnTo>
                  <a:pt x="32857" y="87363"/>
                </a:lnTo>
                <a:lnTo>
                  <a:pt x="31189" y="85696"/>
                </a:lnTo>
                <a:lnTo>
                  <a:pt x="31189" y="77923"/>
                </a:lnTo>
                <a:close/>
                <a:moveTo>
                  <a:pt x="37761" y="85929"/>
                </a:moveTo>
                <a:lnTo>
                  <a:pt x="42464" y="85929"/>
                </a:lnTo>
                <a:lnTo>
                  <a:pt x="45767" y="89265"/>
                </a:lnTo>
                <a:lnTo>
                  <a:pt x="45767" y="91400"/>
                </a:lnTo>
                <a:lnTo>
                  <a:pt x="41830" y="87464"/>
                </a:lnTo>
                <a:lnTo>
                  <a:pt x="41664" y="87464"/>
                </a:lnTo>
                <a:lnTo>
                  <a:pt x="36260" y="87464"/>
                </a:lnTo>
                <a:close/>
                <a:moveTo>
                  <a:pt x="46567" y="89265"/>
                </a:moveTo>
                <a:lnTo>
                  <a:pt x="49903" y="85929"/>
                </a:lnTo>
                <a:lnTo>
                  <a:pt x="54573" y="85929"/>
                </a:lnTo>
                <a:lnTo>
                  <a:pt x="56107" y="87464"/>
                </a:lnTo>
                <a:lnTo>
                  <a:pt x="50537" y="87464"/>
                </a:lnTo>
                <a:lnTo>
                  <a:pt x="46567" y="91400"/>
                </a:lnTo>
                <a:close/>
                <a:moveTo>
                  <a:pt x="57475" y="81659"/>
                </a:moveTo>
                <a:lnTo>
                  <a:pt x="61178" y="77923"/>
                </a:lnTo>
                <a:lnTo>
                  <a:pt x="61178" y="85696"/>
                </a:lnTo>
                <a:lnTo>
                  <a:pt x="59510" y="87363"/>
                </a:lnTo>
                <a:lnTo>
                  <a:pt x="57475" y="87363"/>
                </a:lnTo>
                <a:close/>
                <a:moveTo>
                  <a:pt x="61978" y="77923"/>
                </a:moveTo>
                <a:lnTo>
                  <a:pt x="65681" y="81659"/>
                </a:lnTo>
                <a:lnTo>
                  <a:pt x="65681" y="87363"/>
                </a:lnTo>
                <a:lnTo>
                  <a:pt x="63646" y="87363"/>
                </a:lnTo>
                <a:lnTo>
                  <a:pt x="61978" y="85662"/>
                </a:lnTo>
                <a:close/>
                <a:moveTo>
                  <a:pt x="68583" y="85929"/>
                </a:moveTo>
                <a:lnTo>
                  <a:pt x="73253" y="85929"/>
                </a:lnTo>
                <a:lnTo>
                  <a:pt x="76555" y="89265"/>
                </a:lnTo>
                <a:lnTo>
                  <a:pt x="76555" y="91400"/>
                </a:lnTo>
                <a:lnTo>
                  <a:pt x="72619" y="87464"/>
                </a:lnTo>
                <a:lnTo>
                  <a:pt x="67048" y="87464"/>
                </a:lnTo>
                <a:close/>
                <a:moveTo>
                  <a:pt x="77356" y="89265"/>
                </a:moveTo>
                <a:lnTo>
                  <a:pt x="80691" y="85929"/>
                </a:lnTo>
                <a:lnTo>
                  <a:pt x="85361" y="85929"/>
                </a:lnTo>
                <a:lnTo>
                  <a:pt x="86896" y="87464"/>
                </a:lnTo>
                <a:lnTo>
                  <a:pt x="81492" y="87464"/>
                </a:lnTo>
                <a:lnTo>
                  <a:pt x="81325" y="87464"/>
                </a:lnTo>
                <a:lnTo>
                  <a:pt x="77356" y="91400"/>
                </a:lnTo>
                <a:close/>
                <a:moveTo>
                  <a:pt x="88264" y="81659"/>
                </a:moveTo>
                <a:lnTo>
                  <a:pt x="91966" y="77923"/>
                </a:lnTo>
                <a:lnTo>
                  <a:pt x="91966" y="85696"/>
                </a:lnTo>
                <a:lnTo>
                  <a:pt x="90298" y="87363"/>
                </a:lnTo>
                <a:lnTo>
                  <a:pt x="88264" y="87363"/>
                </a:lnTo>
                <a:close/>
                <a:moveTo>
                  <a:pt x="92767" y="77923"/>
                </a:moveTo>
                <a:lnTo>
                  <a:pt x="96469" y="81659"/>
                </a:lnTo>
                <a:lnTo>
                  <a:pt x="96469" y="87363"/>
                </a:lnTo>
                <a:lnTo>
                  <a:pt x="94435" y="87363"/>
                </a:lnTo>
                <a:lnTo>
                  <a:pt x="92767" y="85662"/>
                </a:lnTo>
                <a:close/>
                <a:moveTo>
                  <a:pt x="99371" y="85929"/>
                </a:moveTo>
                <a:lnTo>
                  <a:pt x="104041" y="85929"/>
                </a:lnTo>
                <a:lnTo>
                  <a:pt x="107377" y="89265"/>
                </a:lnTo>
                <a:lnTo>
                  <a:pt x="107377" y="91400"/>
                </a:lnTo>
                <a:lnTo>
                  <a:pt x="103408" y="87464"/>
                </a:lnTo>
                <a:lnTo>
                  <a:pt x="103241" y="87464"/>
                </a:lnTo>
                <a:lnTo>
                  <a:pt x="97837" y="87464"/>
                </a:lnTo>
                <a:close/>
                <a:moveTo>
                  <a:pt x="108144" y="89265"/>
                </a:moveTo>
                <a:lnTo>
                  <a:pt x="111480" y="85929"/>
                </a:lnTo>
                <a:lnTo>
                  <a:pt x="116150" y="85929"/>
                </a:lnTo>
                <a:lnTo>
                  <a:pt x="117685" y="87464"/>
                </a:lnTo>
                <a:lnTo>
                  <a:pt x="112114" y="87464"/>
                </a:lnTo>
                <a:lnTo>
                  <a:pt x="108144" y="91400"/>
                </a:lnTo>
                <a:lnTo>
                  <a:pt x="108144" y="89265"/>
                </a:lnTo>
                <a:close/>
                <a:moveTo>
                  <a:pt x="119052" y="81659"/>
                </a:moveTo>
                <a:lnTo>
                  <a:pt x="122755" y="77923"/>
                </a:lnTo>
                <a:lnTo>
                  <a:pt x="122755" y="85696"/>
                </a:lnTo>
                <a:lnTo>
                  <a:pt x="121087" y="87363"/>
                </a:lnTo>
                <a:lnTo>
                  <a:pt x="119052" y="87363"/>
                </a:lnTo>
                <a:close/>
                <a:moveTo>
                  <a:pt x="123555" y="77923"/>
                </a:moveTo>
                <a:lnTo>
                  <a:pt x="127258" y="81659"/>
                </a:lnTo>
                <a:lnTo>
                  <a:pt x="127258" y="87363"/>
                </a:lnTo>
                <a:lnTo>
                  <a:pt x="125223" y="87363"/>
                </a:lnTo>
                <a:lnTo>
                  <a:pt x="123555" y="85662"/>
                </a:lnTo>
                <a:lnTo>
                  <a:pt x="123555" y="77923"/>
                </a:lnTo>
                <a:close/>
                <a:moveTo>
                  <a:pt x="130160" y="85929"/>
                </a:moveTo>
                <a:lnTo>
                  <a:pt x="134830" y="85929"/>
                </a:lnTo>
                <a:lnTo>
                  <a:pt x="138166" y="89265"/>
                </a:lnTo>
                <a:lnTo>
                  <a:pt x="138166" y="91400"/>
                </a:lnTo>
                <a:lnTo>
                  <a:pt x="134196" y="87464"/>
                </a:lnTo>
                <a:lnTo>
                  <a:pt x="128626" y="87464"/>
                </a:lnTo>
                <a:close/>
                <a:moveTo>
                  <a:pt x="138933" y="89265"/>
                </a:moveTo>
                <a:lnTo>
                  <a:pt x="142269" y="85929"/>
                </a:lnTo>
                <a:lnTo>
                  <a:pt x="146939" y="85929"/>
                </a:lnTo>
                <a:lnTo>
                  <a:pt x="148473" y="87464"/>
                </a:lnTo>
                <a:lnTo>
                  <a:pt x="143069" y="87464"/>
                </a:lnTo>
                <a:lnTo>
                  <a:pt x="142903" y="87464"/>
                </a:lnTo>
                <a:lnTo>
                  <a:pt x="138933" y="91400"/>
                </a:lnTo>
                <a:close/>
                <a:moveTo>
                  <a:pt x="149841" y="81659"/>
                </a:moveTo>
                <a:lnTo>
                  <a:pt x="153543" y="77923"/>
                </a:lnTo>
                <a:lnTo>
                  <a:pt x="153543" y="85696"/>
                </a:lnTo>
                <a:lnTo>
                  <a:pt x="151876" y="87363"/>
                </a:lnTo>
                <a:lnTo>
                  <a:pt x="149841" y="87363"/>
                </a:lnTo>
                <a:lnTo>
                  <a:pt x="149841" y="81659"/>
                </a:lnTo>
                <a:close/>
                <a:moveTo>
                  <a:pt x="154344" y="77923"/>
                </a:moveTo>
                <a:lnTo>
                  <a:pt x="158047" y="81659"/>
                </a:lnTo>
                <a:lnTo>
                  <a:pt x="158047" y="87363"/>
                </a:lnTo>
                <a:lnTo>
                  <a:pt x="156012" y="87363"/>
                </a:lnTo>
                <a:lnTo>
                  <a:pt x="154344" y="85662"/>
                </a:lnTo>
                <a:lnTo>
                  <a:pt x="154344" y="77923"/>
                </a:lnTo>
                <a:close/>
                <a:moveTo>
                  <a:pt x="160949" y="85929"/>
                </a:moveTo>
                <a:lnTo>
                  <a:pt x="165619" y="85929"/>
                </a:lnTo>
                <a:lnTo>
                  <a:pt x="168954" y="89265"/>
                </a:lnTo>
                <a:lnTo>
                  <a:pt x="168954" y="91400"/>
                </a:lnTo>
                <a:lnTo>
                  <a:pt x="164985" y="87464"/>
                </a:lnTo>
                <a:lnTo>
                  <a:pt x="164852" y="87464"/>
                </a:lnTo>
                <a:lnTo>
                  <a:pt x="159414" y="87464"/>
                </a:lnTo>
                <a:close/>
                <a:moveTo>
                  <a:pt x="169755" y="89265"/>
                </a:moveTo>
                <a:lnTo>
                  <a:pt x="173057" y="85929"/>
                </a:lnTo>
                <a:lnTo>
                  <a:pt x="177761" y="85929"/>
                </a:lnTo>
                <a:lnTo>
                  <a:pt x="179262" y="87464"/>
                </a:lnTo>
                <a:lnTo>
                  <a:pt x="173691" y="87464"/>
                </a:lnTo>
                <a:lnTo>
                  <a:pt x="169755" y="91400"/>
                </a:lnTo>
                <a:close/>
                <a:moveTo>
                  <a:pt x="180629" y="81659"/>
                </a:moveTo>
                <a:lnTo>
                  <a:pt x="184332" y="77923"/>
                </a:lnTo>
                <a:lnTo>
                  <a:pt x="184332" y="85696"/>
                </a:lnTo>
                <a:lnTo>
                  <a:pt x="182664" y="87363"/>
                </a:lnTo>
                <a:lnTo>
                  <a:pt x="180629" y="87363"/>
                </a:lnTo>
                <a:lnTo>
                  <a:pt x="180629" y="81659"/>
                </a:lnTo>
                <a:close/>
                <a:moveTo>
                  <a:pt x="185133" y="77923"/>
                </a:moveTo>
                <a:lnTo>
                  <a:pt x="188869" y="81659"/>
                </a:lnTo>
                <a:lnTo>
                  <a:pt x="188869" y="87363"/>
                </a:lnTo>
                <a:lnTo>
                  <a:pt x="186801" y="87363"/>
                </a:lnTo>
                <a:lnTo>
                  <a:pt x="185133" y="85662"/>
                </a:lnTo>
                <a:lnTo>
                  <a:pt x="185133" y="77923"/>
                </a:lnTo>
                <a:close/>
                <a:moveTo>
                  <a:pt x="191737" y="85929"/>
                </a:moveTo>
                <a:lnTo>
                  <a:pt x="196441" y="85929"/>
                </a:lnTo>
                <a:lnTo>
                  <a:pt x="199743" y="89265"/>
                </a:lnTo>
                <a:lnTo>
                  <a:pt x="199743" y="91400"/>
                </a:lnTo>
                <a:lnTo>
                  <a:pt x="195807" y="87464"/>
                </a:lnTo>
                <a:lnTo>
                  <a:pt x="190203" y="87464"/>
                </a:lnTo>
                <a:close/>
                <a:moveTo>
                  <a:pt x="200544" y="89265"/>
                </a:moveTo>
                <a:lnTo>
                  <a:pt x="203846" y="85929"/>
                </a:lnTo>
                <a:lnTo>
                  <a:pt x="208549" y="85929"/>
                </a:lnTo>
                <a:lnTo>
                  <a:pt x="210084" y="87464"/>
                </a:lnTo>
                <a:lnTo>
                  <a:pt x="204647" y="87464"/>
                </a:lnTo>
                <a:lnTo>
                  <a:pt x="204480" y="87464"/>
                </a:lnTo>
                <a:lnTo>
                  <a:pt x="200544" y="91400"/>
                </a:lnTo>
                <a:close/>
                <a:moveTo>
                  <a:pt x="211418" y="81659"/>
                </a:moveTo>
                <a:lnTo>
                  <a:pt x="215154" y="77923"/>
                </a:lnTo>
                <a:lnTo>
                  <a:pt x="215154" y="85696"/>
                </a:lnTo>
                <a:lnTo>
                  <a:pt x="213453" y="87363"/>
                </a:lnTo>
                <a:lnTo>
                  <a:pt x="211418" y="87363"/>
                </a:lnTo>
                <a:lnTo>
                  <a:pt x="211418" y="81659"/>
                </a:lnTo>
                <a:close/>
                <a:moveTo>
                  <a:pt x="211418" y="72286"/>
                </a:moveTo>
                <a:lnTo>
                  <a:pt x="211418" y="66582"/>
                </a:lnTo>
                <a:lnTo>
                  <a:pt x="213453" y="66582"/>
                </a:lnTo>
                <a:lnTo>
                  <a:pt x="215154" y="68283"/>
                </a:lnTo>
                <a:lnTo>
                  <a:pt x="215154" y="76022"/>
                </a:lnTo>
                <a:close/>
                <a:moveTo>
                  <a:pt x="213887" y="65915"/>
                </a:moveTo>
                <a:lnTo>
                  <a:pt x="213620" y="65815"/>
                </a:lnTo>
                <a:lnTo>
                  <a:pt x="211718" y="65815"/>
                </a:lnTo>
                <a:lnTo>
                  <a:pt x="213019" y="64514"/>
                </a:lnTo>
                <a:lnTo>
                  <a:pt x="214320" y="64514"/>
                </a:lnTo>
                <a:lnTo>
                  <a:pt x="215154" y="65348"/>
                </a:lnTo>
                <a:lnTo>
                  <a:pt x="215154" y="67149"/>
                </a:lnTo>
                <a:close/>
                <a:moveTo>
                  <a:pt x="212586" y="64113"/>
                </a:moveTo>
                <a:lnTo>
                  <a:pt x="211318" y="65381"/>
                </a:lnTo>
                <a:lnTo>
                  <a:pt x="211318" y="63346"/>
                </a:lnTo>
                <a:lnTo>
                  <a:pt x="209950" y="61979"/>
                </a:lnTo>
                <a:lnTo>
                  <a:pt x="211785" y="61979"/>
                </a:lnTo>
                <a:lnTo>
                  <a:pt x="212586" y="62813"/>
                </a:lnTo>
                <a:lnTo>
                  <a:pt x="212586" y="64113"/>
                </a:lnTo>
                <a:close/>
                <a:moveTo>
                  <a:pt x="211785" y="61178"/>
                </a:moveTo>
                <a:lnTo>
                  <a:pt x="209950" y="61178"/>
                </a:lnTo>
                <a:lnTo>
                  <a:pt x="211318" y="59844"/>
                </a:lnTo>
                <a:lnTo>
                  <a:pt x="211318" y="57776"/>
                </a:lnTo>
                <a:lnTo>
                  <a:pt x="212586" y="59077"/>
                </a:lnTo>
                <a:lnTo>
                  <a:pt x="212586" y="60377"/>
                </a:lnTo>
                <a:close/>
                <a:moveTo>
                  <a:pt x="213453" y="56575"/>
                </a:moveTo>
                <a:lnTo>
                  <a:pt x="211418" y="56575"/>
                </a:lnTo>
                <a:lnTo>
                  <a:pt x="211418" y="50871"/>
                </a:lnTo>
                <a:lnTo>
                  <a:pt x="215154" y="47135"/>
                </a:lnTo>
                <a:lnTo>
                  <a:pt x="215154" y="54874"/>
                </a:lnTo>
                <a:close/>
                <a:moveTo>
                  <a:pt x="211418" y="41497"/>
                </a:moveTo>
                <a:lnTo>
                  <a:pt x="211418" y="35793"/>
                </a:lnTo>
                <a:lnTo>
                  <a:pt x="213453" y="35793"/>
                </a:lnTo>
                <a:lnTo>
                  <a:pt x="215154" y="37494"/>
                </a:lnTo>
                <a:lnTo>
                  <a:pt x="215154" y="45233"/>
                </a:lnTo>
                <a:close/>
                <a:moveTo>
                  <a:pt x="213887" y="35126"/>
                </a:moveTo>
                <a:lnTo>
                  <a:pt x="213620" y="34993"/>
                </a:lnTo>
                <a:lnTo>
                  <a:pt x="211718" y="34993"/>
                </a:lnTo>
                <a:lnTo>
                  <a:pt x="213019" y="33725"/>
                </a:lnTo>
                <a:lnTo>
                  <a:pt x="214320" y="33725"/>
                </a:lnTo>
                <a:lnTo>
                  <a:pt x="215154" y="34559"/>
                </a:lnTo>
                <a:lnTo>
                  <a:pt x="215154" y="36360"/>
                </a:lnTo>
                <a:close/>
                <a:moveTo>
                  <a:pt x="210518" y="32858"/>
                </a:moveTo>
                <a:lnTo>
                  <a:pt x="210518" y="34893"/>
                </a:lnTo>
                <a:lnTo>
                  <a:pt x="204813" y="34893"/>
                </a:lnTo>
                <a:lnTo>
                  <a:pt x="201077" y="31190"/>
                </a:lnTo>
                <a:lnTo>
                  <a:pt x="208850" y="31190"/>
                </a:lnTo>
                <a:close/>
                <a:moveTo>
                  <a:pt x="195473" y="34893"/>
                </a:moveTo>
                <a:lnTo>
                  <a:pt x="189736" y="34893"/>
                </a:lnTo>
                <a:lnTo>
                  <a:pt x="189736" y="32858"/>
                </a:lnTo>
                <a:lnTo>
                  <a:pt x="191437" y="31190"/>
                </a:lnTo>
                <a:lnTo>
                  <a:pt x="199176" y="31190"/>
                </a:lnTo>
                <a:close/>
                <a:moveTo>
                  <a:pt x="187268" y="33725"/>
                </a:moveTo>
                <a:lnTo>
                  <a:pt x="188535" y="34993"/>
                </a:lnTo>
                <a:lnTo>
                  <a:pt x="186667" y="34993"/>
                </a:lnTo>
                <a:lnTo>
                  <a:pt x="186367" y="35126"/>
                </a:lnTo>
                <a:lnTo>
                  <a:pt x="185133" y="36360"/>
                </a:lnTo>
                <a:lnTo>
                  <a:pt x="185133" y="34559"/>
                </a:lnTo>
                <a:lnTo>
                  <a:pt x="185967" y="33725"/>
                </a:lnTo>
                <a:lnTo>
                  <a:pt x="187268" y="33725"/>
                </a:lnTo>
                <a:close/>
                <a:moveTo>
                  <a:pt x="184332" y="36360"/>
                </a:moveTo>
                <a:lnTo>
                  <a:pt x="183098" y="35126"/>
                </a:lnTo>
                <a:lnTo>
                  <a:pt x="182831" y="34993"/>
                </a:lnTo>
                <a:lnTo>
                  <a:pt x="180930" y="34993"/>
                </a:lnTo>
                <a:lnTo>
                  <a:pt x="182231" y="33725"/>
                </a:lnTo>
                <a:lnTo>
                  <a:pt x="183532" y="33725"/>
                </a:lnTo>
                <a:lnTo>
                  <a:pt x="184332" y="34559"/>
                </a:lnTo>
                <a:close/>
                <a:moveTo>
                  <a:pt x="179729" y="32858"/>
                </a:moveTo>
                <a:lnTo>
                  <a:pt x="179729" y="34893"/>
                </a:lnTo>
                <a:lnTo>
                  <a:pt x="174025" y="34893"/>
                </a:lnTo>
                <a:lnTo>
                  <a:pt x="170289" y="31190"/>
                </a:lnTo>
                <a:lnTo>
                  <a:pt x="178061" y="31190"/>
                </a:lnTo>
                <a:close/>
                <a:moveTo>
                  <a:pt x="164685" y="34893"/>
                </a:moveTo>
                <a:lnTo>
                  <a:pt x="158947" y="34893"/>
                </a:lnTo>
                <a:lnTo>
                  <a:pt x="158947" y="32858"/>
                </a:lnTo>
                <a:lnTo>
                  <a:pt x="160649" y="31190"/>
                </a:lnTo>
                <a:lnTo>
                  <a:pt x="168387" y="31190"/>
                </a:lnTo>
                <a:close/>
                <a:moveTo>
                  <a:pt x="156479" y="33725"/>
                </a:moveTo>
                <a:lnTo>
                  <a:pt x="157746" y="34993"/>
                </a:lnTo>
                <a:lnTo>
                  <a:pt x="155878" y="34993"/>
                </a:lnTo>
                <a:lnTo>
                  <a:pt x="155578" y="35126"/>
                </a:lnTo>
                <a:lnTo>
                  <a:pt x="154344" y="36360"/>
                </a:lnTo>
                <a:lnTo>
                  <a:pt x="154344" y="34559"/>
                </a:lnTo>
                <a:lnTo>
                  <a:pt x="155178" y="33725"/>
                </a:lnTo>
                <a:lnTo>
                  <a:pt x="156479" y="33725"/>
                </a:lnTo>
                <a:close/>
                <a:moveTo>
                  <a:pt x="153543" y="36360"/>
                </a:moveTo>
                <a:lnTo>
                  <a:pt x="152309" y="35126"/>
                </a:lnTo>
                <a:lnTo>
                  <a:pt x="152042" y="34993"/>
                </a:lnTo>
                <a:lnTo>
                  <a:pt x="150141" y="34993"/>
                </a:lnTo>
                <a:lnTo>
                  <a:pt x="151442" y="33725"/>
                </a:lnTo>
                <a:lnTo>
                  <a:pt x="152743" y="33725"/>
                </a:lnTo>
                <a:lnTo>
                  <a:pt x="153543" y="34559"/>
                </a:lnTo>
                <a:close/>
                <a:moveTo>
                  <a:pt x="148940" y="32858"/>
                </a:moveTo>
                <a:lnTo>
                  <a:pt x="148940" y="34893"/>
                </a:lnTo>
                <a:lnTo>
                  <a:pt x="143236" y="34893"/>
                </a:lnTo>
                <a:lnTo>
                  <a:pt x="139500" y="31190"/>
                </a:lnTo>
                <a:lnTo>
                  <a:pt x="147239" y="31190"/>
                </a:lnTo>
                <a:close/>
                <a:moveTo>
                  <a:pt x="133896" y="34893"/>
                </a:moveTo>
                <a:lnTo>
                  <a:pt x="128159" y="34893"/>
                </a:lnTo>
                <a:lnTo>
                  <a:pt x="128159" y="32858"/>
                </a:lnTo>
                <a:lnTo>
                  <a:pt x="129860" y="31190"/>
                </a:lnTo>
                <a:lnTo>
                  <a:pt x="137599" y="31190"/>
                </a:lnTo>
                <a:close/>
                <a:moveTo>
                  <a:pt x="125690" y="33725"/>
                </a:moveTo>
                <a:lnTo>
                  <a:pt x="126958" y="34993"/>
                </a:lnTo>
                <a:lnTo>
                  <a:pt x="125056" y="34993"/>
                </a:lnTo>
                <a:lnTo>
                  <a:pt x="124790" y="35126"/>
                </a:lnTo>
                <a:lnTo>
                  <a:pt x="123555" y="36360"/>
                </a:lnTo>
                <a:lnTo>
                  <a:pt x="123555" y="34559"/>
                </a:lnTo>
                <a:lnTo>
                  <a:pt x="124389" y="33725"/>
                </a:lnTo>
                <a:lnTo>
                  <a:pt x="125690" y="33725"/>
                </a:lnTo>
                <a:close/>
                <a:moveTo>
                  <a:pt x="122755" y="36360"/>
                </a:moveTo>
                <a:lnTo>
                  <a:pt x="121521" y="35126"/>
                </a:lnTo>
                <a:lnTo>
                  <a:pt x="121254" y="34993"/>
                </a:lnTo>
                <a:lnTo>
                  <a:pt x="119352" y="34993"/>
                </a:lnTo>
                <a:lnTo>
                  <a:pt x="120653" y="33725"/>
                </a:lnTo>
                <a:lnTo>
                  <a:pt x="121954" y="33725"/>
                </a:lnTo>
                <a:lnTo>
                  <a:pt x="122755" y="34559"/>
                </a:lnTo>
                <a:lnTo>
                  <a:pt x="122755" y="36360"/>
                </a:lnTo>
                <a:close/>
                <a:moveTo>
                  <a:pt x="118152" y="32858"/>
                </a:moveTo>
                <a:lnTo>
                  <a:pt x="118152" y="34893"/>
                </a:lnTo>
                <a:lnTo>
                  <a:pt x="112447" y="34893"/>
                </a:lnTo>
                <a:lnTo>
                  <a:pt x="108711" y="31190"/>
                </a:lnTo>
                <a:lnTo>
                  <a:pt x="116450" y="31190"/>
                </a:lnTo>
                <a:close/>
                <a:moveTo>
                  <a:pt x="103074" y="34893"/>
                </a:moveTo>
                <a:lnTo>
                  <a:pt x="97370" y="34893"/>
                </a:lnTo>
                <a:lnTo>
                  <a:pt x="97370" y="32858"/>
                </a:lnTo>
                <a:lnTo>
                  <a:pt x="99071" y="31190"/>
                </a:lnTo>
                <a:lnTo>
                  <a:pt x="106810" y="31190"/>
                </a:lnTo>
                <a:close/>
                <a:moveTo>
                  <a:pt x="94868" y="33725"/>
                </a:moveTo>
                <a:lnTo>
                  <a:pt x="96169" y="34993"/>
                </a:lnTo>
                <a:lnTo>
                  <a:pt x="94268" y="34993"/>
                </a:lnTo>
                <a:lnTo>
                  <a:pt x="94001" y="35126"/>
                </a:lnTo>
                <a:lnTo>
                  <a:pt x="92767" y="36360"/>
                </a:lnTo>
                <a:lnTo>
                  <a:pt x="92767" y="34559"/>
                </a:lnTo>
                <a:lnTo>
                  <a:pt x="93567" y="33725"/>
                </a:lnTo>
                <a:lnTo>
                  <a:pt x="94868" y="33725"/>
                </a:lnTo>
                <a:close/>
                <a:moveTo>
                  <a:pt x="91966" y="36360"/>
                </a:moveTo>
                <a:lnTo>
                  <a:pt x="90732" y="35126"/>
                </a:lnTo>
                <a:lnTo>
                  <a:pt x="90465" y="34993"/>
                </a:lnTo>
                <a:lnTo>
                  <a:pt x="88564" y="34993"/>
                </a:lnTo>
                <a:lnTo>
                  <a:pt x="89865" y="33725"/>
                </a:lnTo>
                <a:lnTo>
                  <a:pt x="91166" y="33725"/>
                </a:lnTo>
                <a:lnTo>
                  <a:pt x="91966" y="34559"/>
                </a:lnTo>
                <a:lnTo>
                  <a:pt x="91966" y="36360"/>
                </a:lnTo>
                <a:close/>
                <a:moveTo>
                  <a:pt x="87363" y="32858"/>
                </a:moveTo>
                <a:lnTo>
                  <a:pt x="87363" y="34893"/>
                </a:lnTo>
                <a:lnTo>
                  <a:pt x="81659" y="34893"/>
                </a:lnTo>
                <a:lnTo>
                  <a:pt x="77923" y="31190"/>
                </a:lnTo>
                <a:lnTo>
                  <a:pt x="85662" y="31190"/>
                </a:lnTo>
                <a:close/>
                <a:moveTo>
                  <a:pt x="72285" y="34893"/>
                </a:moveTo>
                <a:lnTo>
                  <a:pt x="66581" y="34893"/>
                </a:lnTo>
                <a:lnTo>
                  <a:pt x="66581" y="32858"/>
                </a:lnTo>
                <a:lnTo>
                  <a:pt x="68249" y="31190"/>
                </a:lnTo>
                <a:lnTo>
                  <a:pt x="76021" y="31190"/>
                </a:lnTo>
                <a:close/>
                <a:moveTo>
                  <a:pt x="64080" y="33725"/>
                </a:moveTo>
                <a:lnTo>
                  <a:pt x="65381" y="34993"/>
                </a:lnTo>
                <a:lnTo>
                  <a:pt x="63479" y="34993"/>
                </a:lnTo>
                <a:lnTo>
                  <a:pt x="63212" y="35126"/>
                </a:lnTo>
                <a:lnTo>
                  <a:pt x="61978" y="36360"/>
                </a:lnTo>
                <a:lnTo>
                  <a:pt x="61978" y="34559"/>
                </a:lnTo>
                <a:lnTo>
                  <a:pt x="62779" y="33725"/>
                </a:lnTo>
                <a:lnTo>
                  <a:pt x="64080" y="33725"/>
                </a:lnTo>
                <a:close/>
                <a:moveTo>
                  <a:pt x="61178" y="36360"/>
                </a:moveTo>
                <a:lnTo>
                  <a:pt x="59943" y="35126"/>
                </a:lnTo>
                <a:lnTo>
                  <a:pt x="59676" y="34993"/>
                </a:lnTo>
                <a:lnTo>
                  <a:pt x="57775" y="34993"/>
                </a:lnTo>
                <a:lnTo>
                  <a:pt x="59043" y="33725"/>
                </a:lnTo>
                <a:lnTo>
                  <a:pt x="60344" y="33725"/>
                </a:lnTo>
                <a:lnTo>
                  <a:pt x="61178" y="34559"/>
                </a:lnTo>
                <a:close/>
                <a:moveTo>
                  <a:pt x="56574" y="32858"/>
                </a:moveTo>
                <a:lnTo>
                  <a:pt x="56574" y="34893"/>
                </a:lnTo>
                <a:lnTo>
                  <a:pt x="50837" y="34893"/>
                </a:lnTo>
                <a:lnTo>
                  <a:pt x="47134" y="31190"/>
                </a:lnTo>
                <a:lnTo>
                  <a:pt x="54873" y="31190"/>
                </a:lnTo>
                <a:close/>
                <a:moveTo>
                  <a:pt x="41497" y="34893"/>
                </a:moveTo>
                <a:lnTo>
                  <a:pt x="35793" y="34893"/>
                </a:lnTo>
                <a:lnTo>
                  <a:pt x="35793" y="32858"/>
                </a:lnTo>
                <a:lnTo>
                  <a:pt x="37461" y="31190"/>
                </a:lnTo>
                <a:lnTo>
                  <a:pt x="45233" y="31190"/>
                </a:lnTo>
                <a:close/>
                <a:moveTo>
                  <a:pt x="33291" y="33725"/>
                </a:moveTo>
                <a:lnTo>
                  <a:pt x="34592" y="34993"/>
                </a:lnTo>
                <a:lnTo>
                  <a:pt x="32691" y="34993"/>
                </a:lnTo>
                <a:lnTo>
                  <a:pt x="32424" y="35126"/>
                </a:lnTo>
                <a:lnTo>
                  <a:pt x="31189" y="36360"/>
                </a:lnTo>
                <a:lnTo>
                  <a:pt x="31189" y="34559"/>
                </a:lnTo>
                <a:lnTo>
                  <a:pt x="31990" y="33725"/>
                </a:lnTo>
                <a:lnTo>
                  <a:pt x="33291" y="33725"/>
                </a:lnTo>
                <a:close/>
                <a:moveTo>
                  <a:pt x="30389" y="57809"/>
                </a:moveTo>
                <a:lnTo>
                  <a:pt x="29555" y="58643"/>
                </a:lnTo>
                <a:lnTo>
                  <a:pt x="28254" y="58643"/>
                </a:lnTo>
                <a:lnTo>
                  <a:pt x="26986" y="57375"/>
                </a:lnTo>
                <a:lnTo>
                  <a:pt x="28854" y="57375"/>
                </a:lnTo>
                <a:lnTo>
                  <a:pt x="29155" y="57242"/>
                </a:lnTo>
                <a:lnTo>
                  <a:pt x="30389" y="56008"/>
                </a:lnTo>
                <a:lnTo>
                  <a:pt x="30389" y="57809"/>
                </a:lnTo>
                <a:close/>
                <a:moveTo>
                  <a:pt x="28521" y="60811"/>
                </a:moveTo>
                <a:lnTo>
                  <a:pt x="28621" y="60511"/>
                </a:lnTo>
                <a:lnTo>
                  <a:pt x="28621" y="59443"/>
                </a:lnTo>
                <a:lnTo>
                  <a:pt x="29889" y="59443"/>
                </a:lnTo>
                <a:lnTo>
                  <a:pt x="30789" y="58543"/>
                </a:lnTo>
                <a:lnTo>
                  <a:pt x="31656" y="59443"/>
                </a:lnTo>
                <a:lnTo>
                  <a:pt x="32924" y="59443"/>
                </a:lnTo>
                <a:lnTo>
                  <a:pt x="32924" y="60511"/>
                </a:lnTo>
                <a:lnTo>
                  <a:pt x="33057" y="60811"/>
                </a:lnTo>
                <a:lnTo>
                  <a:pt x="33825" y="61578"/>
                </a:lnTo>
                <a:lnTo>
                  <a:pt x="33057" y="62346"/>
                </a:lnTo>
                <a:lnTo>
                  <a:pt x="32924" y="62612"/>
                </a:lnTo>
                <a:lnTo>
                  <a:pt x="32924" y="63713"/>
                </a:lnTo>
                <a:lnTo>
                  <a:pt x="31656" y="63713"/>
                </a:lnTo>
                <a:lnTo>
                  <a:pt x="30789" y="64614"/>
                </a:lnTo>
                <a:lnTo>
                  <a:pt x="29889" y="63713"/>
                </a:lnTo>
                <a:lnTo>
                  <a:pt x="28621" y="63713"/>
                </a:lnTo>
                <a:lnTo>
                  <a:pt x="28621" y="62612"/>
                </a:lnTo>
                <a:lnTo>
                  <a:pt x="28521" y="62346"/>
                </a:lnTo>
                <a:lnTo>
                  <a:pt x="27754" y="61578"/>
                </a:lnTo>
                <a:close/>
                <a:moveTo>
                  <a:pt x="28254" y="64514"/>
                </a:moveTo>
                <a:lnTo>
                  <a:pt x="29555" y="64514"/>
                </a:lnTo>
                <a:lnTo>
                  <a:pt x="30389" y="65348"/>
                </a:lnTo>
                <a:lnTo>
                  <a:pt x="30389" y="67149"/>
                </a:lnTo>
                <a:lnTo>
                  <a:pt x="29155" y="65915"/>
                </a:lnTo>
                <a:lnTo>
                  <a:pt x="28854" y="65781"/>
                </a:lnTo>
                <a:lnTo>
                  <a:pt x="26986" y="65781"/>
                </a:lnTo>
                <a:close/>
                <a:moveTo>
                  <a:pt x="31189" y="86796"/>
                </a:moveTo>
                <a:lnTo>
                  <a:pt x="32424" y="88031"/>
                </a:lnTo>
                <a:lnTo>
                  <a:pt x="32691" y="88164"/>
                </a:lnTo>
                <a:lnTo>
                  <a:pt x="34592" y="88164"/>
                </a:lnTo>
                <a:lnTo>
                  <a:pt x="33291" y="89432"/>
                </a:lnTo>
                <a:lnTo>
                  <a:pt x="31990" y="89432"/>
                </a:lnTo>
                <a:lnTo>
                  <a:pt x="31189" y="88631"/>
                </a:lnTo>
                <a:lnTo>
                  <a:pt x="31189" y="86796"/>
                </a:lnTo>
                <a:close/>
                <a:moveTo>
                  <a:pt x="35793" y="90299"/>
                </a:moveTo>
                <a:lnTo>
                  <a:pt x="35793" y="88264"/>
                </a:lnTo>
                <a:lnTo>
                  <a:pt x="41497" y="88264"/>
                </a:lnTo>
                <a:lnTo>
                  <a:pt x="45233" y="91967"/>
                </a:lnTo>
                <a:lnTo>
                  <a:pt x="37461" y="91967"/>
                </a:lnTo>
                <a:close/>
                <a:moveTo>
                  <a:pt x="50837" y="88264"/>
                </a:moveTo>
                <a:lnTo>
                  <a:pt x="56574" y="88264"/>
                </a:lnTo>
                <a:lnTo>
                  <a:pt x="56574" y="90299"/>
                </a:lnTo>
                <a:lnTo>
                  <a:pt x="54873" y="91967"/>
                </a:lnTo>
                <a:lnTo>
                  <a:pt x="47134" y="91967"/>
                </a:lnTo>
                <a:close/>
                <a:moveTo>
                  <a:pt x="59043" y="89432"/>
                </a:moveTo>
                <a:lnTo>
                  <a:pt x="57775" y="88164"/>
                </a:lnTo>
                <a:lnTo>
                  <a:pt x="59676" y="88164"/>
                </a:lnTo>
                <a:lnTo>
                  <a:pt x="59943" y="88031"/>
                </a:lnTo>
                <a:lnTo>
                  <a:pt x="61178" y="86796"/>
                </a:lnTo>
                <a:lnTo>
                  <a:pt x="61178" y="88598"/>
                </a:lnTo>
                <a:lnTo>
                  <a:pt x="60344" y="89432"/>
                </a:lnTo>
                <a:lnTo>
                  <a:pt x="59043" y="89432"/>
                </a:lnTo>
                <a:close/>
                <a:moveTo>
                  <a:pt x="61978" y="86796"/>
                </a:moveTo>
                <a:lnTo>
                  <a:pt x="63212" y="88031"/>
                </a:lnTo>
                <a:lnTo>
                  <a:pt x="63479" y="88164"/>
                </a:lnTo>
                <a:lnTo>
                  <a:pt x="65381" y="88164"/>
                </a:lnTo>
                <a:lnTo>
                  <a:pt x="64080" y="89432"/>
                </a:lnTo>
                <a:lnTo>
                  <a:pt x="62779" y="89432"/>
                </a:lnTo>
                <a:lnTo>
                  <a:pt x="61978" y="88631"/>
                </a:lnTo>
                <a:close/>
                <a:moveTo>
                  <a:pt x="66581" y="90299"/>
                </a:moveTo>
                <a:lnTo>
                  <a:pt x="66581" y="88264"/>
                </a:lnTo>
                <a:lnTo>
                  <a:pt x="72285" y="88264"/>
                </a:lnTo>
                <a:lnTo>
                  <a:pt x="76021" y="91967"/>
                </a:lnTo>
                <a:lnTo>
                  <a:pt x="68249" y="91967"/>
                </a:lnTo>
                <a:close/>
                <a:moveTo>
                  <a:pt x="81659" y="88264"/>
                </a:moveTo>
                <a:lnTo>
                  <a:pt x="87363" y="88264"/>
                </a:lnTo>
                <a:lnTo>
                  <a:pt x="87363" y="90299"/>
                </a:lnTo>
                <a:lnTo>
                  <a:pt x="85662" y="91967"/>
                </a:lnTo>
                <a:lnTo>
                  <a:pt x="77923" y="91967"/>
                </a:lnTo>
                <a:close/>
                <a:moveTo>
                  <a:pt x="89831" y="89432"/>
                </a:moveTo>
                <a:lnTo>
                  <a:pt x="88564" y="88164"/>
                </a:lnTo>
                <a:lnTo>
                  <a:pt x="90465" y="88164"/>
                </a:lnTo>
                <a:lnTo>
                  <a:pt x="90732" y="88031"/>
                </a:lnTo>
                <a:lnTo>
                  <a:pt x="91966" y="86796"/>
                </a:lnTo>
                <a:lnTo>
                  <a:pt x="91966" y="88598"/>
                </a:lnTo>
                <a:lnTo>
                  <a:pt x="91132" y="89432"/>
                </a:lnTo>
                <a:lnTo>
                  <a:pt x="89831" y="89432"/>
                </a:lnTo>
                <a:close/>
                <a:moveTo>
                  <a:pt x="92767" y="86796"/>
                </a:moveTo>
                <a:lnTo>
                  <a:pt x="94001" y="88031"/>
                </a:lnTo>
                <a:lnTo>
                  <a:pt x="94268" y="88164"/>
                </a:lnTo>
                <a:lnTo>
                  <a:pt x="96169" y="88164"/>
                </a:lnTo>
                <a:lnTo>
                  <a:pt x="94868" y="89432"/>
                </a:lnTo>
                <a:lnTo>
                  <a:pt x="93567" y="89432"/>
                </a:lnTo>
                <a:lnTo>
                  <a:pt x="92767" y="88631"/>
                </a:lnTo>
                <a:lnTo>
                  <a:pt x="92767" y="86796"/>
                </a:lnTo>
                <a:close/>
                <a:moveTo>
                  <a:pt x="97370" y="90299"/>
                </a:moveTo>
                <a:lnTo>
                  <a:pt x="97370" y="88264"/>
                </a:lnTo>
                <a:lnTo>
                  <a:pt x="103074" y="88264"/>
                </a:lnTo>
                <a:lnTo>
                  <a:pt x="106810" y="91967"/>
                </a:lnTo>
                <a:lnTo>
                  <a:pt x="99071" y="91967"/>
                </a:lnTo>
                <a:close/>
                <a:moveTo>
                  <a:pt x="112447" y="88264"/>
                </a:moveTo>
                <a:lnTo>
                  <a:pt x="118152" y="88264"/>
                </a:lnTo>
                <a:lnTo>
                  <a:pt x="118152" y="90299"/>
                </a:lnTo>
                <a:lnTo>
                  <a:pt x="116450" y="91967"/>
                </a:lnTo>
                <a:lnTo>
                  <a:pt x="108711" y="91967"/>
                </a:lnTo>
                <a:close/>
                <a:moveTo>
                  <a:pt x="120653" y="89432"/>
                </a:moveTo>
                <a:lnTo>
                  <a:pt x="119352" y="88164"/>
                </a:lnTo>
                <a:lnTo>
                  <a:pt x="121254" y="88164"/>
                </a:lnTo>
                <a:lnTo>
                  <a:pt x="121521" y="88031"/>
                </a:lnTo>
                <a:lnTo>
                  <a:pt x="122755" y="86796"/>
                </a:lnTo>
                <a:lnTo>
                  <a:pt x="122755" y="88598"/>
                </a:lnTo>
                <a:lnTo>
                  <a:pt x="121954" y="89432"/>
                </a:lnTo>
                <a:lnTo>
                  <a:pt x="120653" y="89432"/>
                </a:lnTo>
                <a:close/>
                <a:moveTo>
                  <a:pt x="123555" y="86796"/>
                </a:moveTo>
                <a:lnTo>
                  <a:pt x="124790" y="88031"/>
                </a:lnTo>
                <a:lnTo>
                  <a:pt x="125056" y="88164"/>
                </a:lnTo>
                <a:lnTo>
                  <a:pt x="126958" y="88164"/>
                </a:lnTo>
                <a:lnTo>
                  <a:pt x="125657" y="89432"/>
                </a:lnTo>
                <a:lnTo>
                  <a:pt x="124356" y="89432"/>
                </a:lnTo>
                <a:lnTo>
                  <a:pt x="123555" y="88631"/>
                </a:lnTo>
                <a:lnTo>
                  <a:pt x="123555" y="86796"/>
                </a:lnTo>
                <a:close/>
                <a:moveTo>
                  <a:pt x="128159" y="90299"/>
                </a:moveTo>
                <a:lnTo>
                  <a:pt x="128159" y="88264"/>
                </a:lnTo>
                <a:lnTo>
                  <a:pt x="133863" y="88264"/>
                </a:lnTo>
                <a:lnTo>
                  <a:pt x="137599" y="91967"/>
                </a:lnTo>
                <a:lnTo>
                  <a:pt x="129860" y="91967"/>
                </a:lnTo>
                <a:close/>
                <a:moveTo>
                  <a:pt x="143236" y="88264"/>
                </a:moveTo>
                <a:lnTo>
                  <a:pt x="148940" y="88264"/>
                </a:lnTo>
                <a:lnTo>
                  <a:pt x="148940" y="90299"/>
                </a:lnTo>
                <a:lnTo>
                  <a:pt x="147272" y="91967"/>
                </a:lnTo>
                <a:lnTo>
                  <a:pt x="139500" y="91967"/>
                </a:lnTo>
                <a:close/>
                <a:moveTo>
                  <a:pt x="151442" y="89432"/>
                </a:moveTo>
                <a:lnTo>
                  <a:pt x="150141" y="88164"/>
                </a:lnTo>
                <a:lnTo>
                  <a:pt x="152042" y="88164"/>
                </a:lnTo>
                <a:lnTo>
                  <a:pt x="152309" y="88031"/>
                </a:lnTo>
                <a:lnTo>
                  <a:pt x="153543" y="86796"/>
                </a:lnTo>
                <a:lnTo>
                  <a:pt x="153543" y="88598"/>
                </a:lnTo>
                <a:lnTo>
                  <a:pt x="152743" y="89432"/>
                </a:lnTo>
                <a:lnTo>
                  <a:pt x="151442" y="89432"/>
                </a:lnTo>
                <a:close/>
                <a:moveTo>
                  <a:pt x="154344" y="86796"/>
                </a:moveTo>
                <a:lnTo>
                  <a:pt x="155578" y="88031"/>
                </a:lnTo>
                <a:lnTo>
                  <a:pt x="155845" y="88164"/>
                </a:lnTo>
                <a:lnTo>
                  <a:pt x="157746" y="88164"/>
                </a:lnTo>
                <a:lnTo>
                  <a:pt x="156479" y="89432"/>
                </a:lnTo>
                <a:lnTo>
                  <a:pt x="155178" y="89432"/>
                </a:lnTo>
                <a:lnTo>
                  <a:pt x="154344" y="88631"/>
                </a:lnTo>
                <a:close/>
                <a:moveTo>
                  <a:pt x="158947" y="90299"/>
                </a:moveTo>
                <a:lnTo>
                  <a:pt x="158947" y="88264"/>
                </a:lnTo>
                <a:lnTo>
                  <a:pt x="164685" y="88264"/>
                </a:lnTo>
                <a:lnTo>
                  <a:pt x="168387" y="91967"/>
                </a:lnTo>
                <a:lnTo>
                  <a:pt x="160649" y="91967"/>
                </a:lnTo>
                <a:close/>
                <a:moveTo>
                  <a:pt x="174025" y="88264"/>
                </a:moveTo>
                <a:lnTo>
                  <a:pt x="179729" y="88264"/>
                </a:lnTo>
                <a:lnTo>
                  <a:pt x="179729" y="90299"/>
                </a:lnTo>
                <a:lnTo>
                  <a:pt x="178061" y="91967"/>
                </a:lnTo>
                <a:lnTo>
                  <a:pt x="170289" y="91967"/>
                </a:lnTo>
                <a:close/>
                <a:moveTo>
                  <a:pt x="182231" y="89432"/>
                </a:moveTo>
                <a:lnTo>
                  <a:pt x="180930" y="88164"/>
                </a:lnTo>
                <a:lnTo>
                  <a:pt x="182831" y="88164"/>
                </a:lnTo>
                <a:lnTo>
                  <a:pt x="183098" y="88031"/>
                </a:lnTo>
                <a:lnTo>
                  <a:pt x="184332" y="86796"/>
                </a:lnTo>
                <a:lnTo>
                  <a:pt x="184332" y="88598"/>
                </a:lnTo>
                <a:lnTo>
                  <a:pt x="183532" y="89432"/>
                </a:lnTo>
                <a:lnTo>
                  <a:pt x="182231" y="89432"/>
                </a:lnTo>
                <a:close/>
                <a:moveTo>
                  <a:pt x="185133" y="86796"/>
                </a:moveTo>
                <a:lnTo>
                  <a:pt x="186367" y="88031"/>
                </a:lnTo>
                <a:lnTo>
                  <a:pt x="186667" y="88164"/>
                </a:lnTo>
                <a:lnTo>
                  <a:pt x="188535" y="88164"/>
                </a:lnTo>
                <a:lnTo>
                  <a:pt x="187268" y="89432"/>
                </a:lnTo>
                <a:lnTo>
                  <a:pt x="185967" y="89432"/>
                </a:lnTo>
                <a:lnTo>
                  <a:pt x="185133" y="88631"/>
                </a:lnTo>
                <a:close/>
                <a:moveTo>
                  <a:pt x="189736" y="90299"/>
                </a:moveTo>
                <a:lnTo>
                  <a:pt x="189736" y="88264"/>
                </a:lnTo>
                <a:lnTo>
                  <a:pt x="195473" y="88264"/>
                </a:lnTo>
                <a:lnTo>
                  <a:pt x="199176" y="91967"/>
                </a:lnTo>
                <a:lnTo>
                  <a:pt x="191437" y="91967"/>
                </a:lnTo>
                <a:close/>
                <a:moveTo>
                  <a:pt x="204813" y="88264"/>
                </a:moveTo>
                <a:lnTo>
                  <a:pt x="210518" y="88264"/>
                </a:lnTo>
                <a:lnTo>
                  <a:pt x="210518" y="90299"/>
                </a:lnTo>
                <a:lnTo>
                  <a:pt x="208850" y="91967"/>
                </a:lnTo>
                <a:lnTo>
                  <a:pt x="201077" y="91967"/>
                </a:lnTo>
                <a:close/>
                <a:moveTo>
                  <a:pt x="213019" y="89432"/>
                </a:moveTo>
                <a:lnTo>
                  <a:pt x="211718" y="88164"/>
                </a:lnTo>
                <a:lnTo>
                  <a:pt x="213620" y="88164"/>
                </a:lnTo>
                <a:lnTo>
                  <a:pt x="213887" y="88031"/>
                </a:lnTo>
                <a:lnTo>
                  <a:pt x="215121" y="86796"/>
                </a:lnTo>
                <a:lnTo>
                  <a:pt x="215121" y="88598"/>
                </a:lnTo>
                <a:lnTo>
                  <a:pt x="214320" y="89432"/>
                </a:lnTo>
                <a:lnTo>
                  <a:pt x="213019" y="89432"/>
                </a:lnTo>
                <a:close/>
                <a:moveTo>
                  <a:pt x="215921" y="65348"/>
                </a:moveTo>
                <a:lnTo>
                  <a:pt x="216755" y="64514"/>
                </a:lnTo>
                <a:lnTo>
                  <a:pt x="218056" y="64514"/>
                </a:lnTo>
                <a:lnTo>
                  <a:pt x="219324" y="65815"/>
                </a:lnTo>
                <a:lnTo>
                  <a:pt x="217456" y="65815"/>
                </a:lnTo>
                <a:lnTo>
                  <a:pt x="217156" y="65915"/>
                </a:lnTo>
                <a:lnTo>
                  <a:pt x="215921" y="67149"/>
                </a:lnTo>
                <a:close/>
                <a:moveTo>
                  <a:pt x="217789" y="62346"/>
                </a:moveTo>
                <a:lnTo>
                  <a:pt x="217689" y="62646"/>
                </a:lnTo>
                <a:lnTo>
                  <a:pt x="217689" y="63713"/>
                </a:lnTo>
                <a:lnTo>
                  <a:pt x="216422" y="63713"/>
                </a:lnTo>
                <a:lnTo>
                  <a:pt x="215521" y="64614"/>
                </a:lnTo>
                <a:lnTo>
                  <a:pt x="214654" y="63713"/>
                </a:lnTo>
                <a:lnTo>
                  <a:pt x="213386" y="63713"/>
                </a:lnTo>
                <a:lnTo>
                  <a:pt x="213386" y="62646"/>
                </a:lnTo>
                <a:lnTo>
                  <a:pt x="213286" y="62346"/>
                </a:lnTo>
                <a:lnTo>
                  <a:pt x="212486" y="61578"/>
                </a:lnTo>
                <a:lnTo>
                  <a:pt x="213286" y="60811"/>
                </a:lnTo>
                <a:lnTo>
                  <a:pt x="213386" y="60544"/>
                </a:lnTo>
                <a:lnTo>
                  <a:pt x="213386" y="59443"/>
                </a:lnTo>
                <a:lnTo>
                  <a:pt x="214654" y="59443"/>
                </a:lnTo>
                <a:lnTo>
                  <a:pt x="215521" y="58543"/>
                </a:lnTo>
                <a:lnTo>
                  <a:pt x="216422" y="59443"/>
                </a:lnTo>
                <a:lnTo>
                  <a:pt x="217689" y="59443"/>
                </a:lnTo>
                <a:lnTo>
                  <a:pt x="217689" y="60544"/>
                </a:lnTo>
                <a:lnTo>
                  <a:pt x="217789" y="60811"/>
                </a:lnTo>
                <a:lnTo>
                  <a:pt x="218557" y="61578"/>
                </a:lnTo>
                <a:close/>
                <a:moveTo>
                  <a:pt x="218056" y="58643"/>
                </a:moveTo>
                <a:lnTo>
                  <a:pt x="216755" y="58643"/>
                </a:lnTo>
                <a:lnTo>
                  <a:pt x="215921" y="57809"/>
                </a:lnTo>
                <a:lnTo>
                  <a:pt x="215921" y="56008"/>
                </a:lnTo>
                <a:lnTo>
                  <a:pt x="217156" y="57242"/>
                </a:lnTo>
                <a:lnTo>
                  <a:pt x="217456" y="57375"/>
                </a:lnTo>
                <a:lnTo>
                  <a:pt x="219324" y="57375"/>
                </a:lnTo>
                <a:close/>
                <a:moveTo>
                  <a:pt x="215921" y="34559"/>
                </a:moveTo>
                <a:lnTo>
                  <a:pt x="216755" y="33725"/>
                </a:lnTo>
                <a:lnTo>
                  <a:pt x="218056" y="33725"/>
                </a:lnTo>
                <a:lnTo>
                  <a:pt x="219324" y="34993"/>
                </a:lnTo>
                <a:lnTo>
                  <a:pt x="217456" y="34993"/>
                </a:lnTo>
                <a:lnTo>
                  <a:pt x="217156" y="35126"/>
                </a:lnTo>
                <a:lnTo>
                  <a:pt x="215921" y="36360"/>
                </a:lnTo>
                <a:close/>
                <a:moveTo>
                  <a:pt x="27020" y="31190"/>
                </a:moveTo>
                <a:lnTo>
                  <a:pt x="27854" y="31990"/>
                </a:lnTo>
                <a:lnTo>
                  <a:pt x="27854" y="33291"/>
                </a:lnTo>
                <a:lnTo>
                  <a:pt x="26553" y="34592"/>
                </a:lnTo>
                <a:lnTo>
                  <a:pt x="26553" y="32524"/>
                </a:lnTo>
                <a:lnTo>
                  <a:pt x="25219" y="31190"/>
                </a:lnTo>
                <a:lnTo>
                  <a:pt x="27020" y="31190"/>
                </a:lnTo>
                <a:close/>
                <a:moveTo>
                  <a:pt x="26653" y="35793"/>
                </a:moveTo>
                <a:lnTo>
                  <a:pt x="28721" y="35793"/>
                </a:lnTo>
                <a:lnTo>
                  <a:pt x="30389" y="37494"/>
                </a:lnTo>
                <a:lnTo>
                  <a:pt x="30389" y="45233"/>
                </a:lnTo>
                <a:lnTo>
                  <a:pt x="26653" y="41497"/>
                </a:lnTo>
                <a:lnTo>
                  <a:pt x="26653" y="35793"/>
                </a:lnTo>
                <a:close/>
                <a:moveTo>
                  <a:pt x="30389" y="54874"/>
                </a:moveTo>
                <a:lnTo>
                  <a:pt x="28721" y="56575"/>
                </a:lnTo>
                <a:lnTo>
                  <a:pt x="26653" y="56575"/>
                </a:lnTo>
                <a:lnTo>
                  <a:pt x="26653" y="50871"/>
                </a:lnTo>
                <a:lnTo>
                  <a:pt x="30389" y="47135"/>
                </a:lnTo>
                <a:lnTo>
                  <a:pt x="30389" y="54874"/>
                </a:lnTo>
                <a:close/>
                <a:moveTo>
                  <a:pt x="26553" y="57776"/>
                </a:moveTo>
                <a:lnTo>
                  <a:pt x="27854" y="59077"/>
                </a:lnTo>
                <a:lnTo>
                  <a:pt x="27854" y="60377"/>
                </a:lnTo>
                <a:lnTo>
                  <a:pt x="27020" y="61178"/>
                </a:lnTo>
                <a:lnTo>
                  <a:pt x="25219" y="61178"/>
                </a:lnTo>
                <a:lnTo>
                  <a:pt x="26553" y="59844"/>
                </a:lnTo>
                <a:lnTo>
                  <a:pt x="26553" y="57776"/>
                </a:lnTo>
                <a:close/>
                <a:moveTo>
                  <a:pt x="27020" y="61979"/>
                </a:moveTo>
                <a:lnTo>
                  <a:pt x="27854" y="62813"/>
                </a:lnTo>
                <a:lnTo>
                  <a:pt x="27854" y="64113"/>
                </a:lnTo>
                <a:lnTo>
                  <a:pt x="26553" y="65381"/>
                </a:lnTo>
                <a:lnTo>
                  <a:pt x="26553" y="63346"/>
                </a:lnTo>
                <a:lnTo>
                  <a:pt x="25185" y="61979"/>
                </a:lnTo>
                <a:lnTo>
                  <a:pt x="27020" y="61979"/>
                </a:lnTo>
                <a:close/>
                <a:moveTo>
                  <a:pt x="26653" y="66582"/>
                </a:moveTo>
                <a:lnTo>
                  <a:pt x="28721" y="66582"/>
                </a:lnTo>
                <a:lnTo>
                  <a:pt x="30389" y="68283"/>
                </a:lnTo>
                <a:lnTo>
                  <a:pt x="30389" y="76022"/>
                </a:lnTo>
                <a:lnTo>
                  <a:pt x="26653" y="72286"/>
                </a:lnTo>
                <a:lnTo>
                  <a:pt x="26653" y="66582"/>
                </a:lnTo>
                <a:close/>
                <a:moveTo>
                  <a:pt x="30389" y="85696"/>
                </a:moveTo>
                <a:lnTo>
                  <a:pt x="28721" y="87363"/>
                </a:lnTo>
                <a:lnTo>
                  <a:pt x="26653" y="87363"/>
                </a:lnTo>
                <a:lnTo>
                  <a:pt x="26653" y="81659"/>
                </a:lnTo>
                <a:lnTo>
                  <a:pt x="30389" y="77923"/>
                </a:lnTo>
                <a:lnTo>
                  <a:pt x="30389" y="85696"/>
                </a:lnTo>
                <a:close/>
                <a:moveTo>
                  <a:pt x="26553" y="88564"/>
                </a:moveTo>
                <a:lnTo>
                  <a:pt x="27854" y="89865"/>
                </a:lnTo>
                <a:lnTo>
                  <a:pt x="27854" y="91166"/>
                </a:lnTo>
                <a:lnTo>
                  <a:pt x="27020" y="91967"/>
                </a:lnTo>
                <a:lnTo>
                  <a:pt x="25219" y="91967"/>
                </a:lnTo>
                <a:lnTo>
                  <a:pt x="26553" y="90632"/>
                </a:lnTo>
                <a:lnTo>
                  <a:pt x="26553" y="88564"/>
                </a:lnTo>
                <a:close/>
                <a:moveTo>
                  <a:pt x="219290" y="91967"/>
                </a:moveTo>
                <a:lnTo>
                  <a:pt x="218457" y="91166"/>
                </a:lnTo>
                <a:lnTo>
                  <a:pt x="218457" y="89865"/>
                </a:lnTo>
                <a:lnTo>
                  <a:pt x="219757" y="88564"/>
                </a:lnTo>
                <a:lnTo>
                  <a:pt x="219757" y="90632"/>
                </a:lnTo>
                <a:lnTo>
                  <a:pt x="221092" y="91967"/>
                </a:lnTo>
                <a:lnTo>
                  <a:pt x="219290" y="91967"/>
                </a:lnTo>
                <a:close/>
                <a:moveTo>
                  <a:pt x="219657" y="87363"/>
                </a:moveTo>
                <a:lnTo>
                  <a:pt x="217623" y="87363"/>
                </a:lnTo>
                <a:lnTo>
                  <a:pt x="215921" y="85696"/>
                </a:lnTo>
                <a:lnTo>
                  <a:pt x="215921" y="77923"/>
                </a:lnTo>
                <a:lnTo>
                  <a:pt x="219657" y="81659"/>
                </a:lnTo>
                <a:lnTo>
                  <a:pt x="219657" y="87363"/>
                </a:lnTo>
                <a:close/>
                <a:moveTo>
                  <a:pt x="215921" y="68283"/>
                </a:moveTo>
                <a:lnTo>
                  <a:pt x="217623" y="66582"/>
                </a:lnTo>
                <a:lnTo>
                  <a:pt x="219657" y="66582"/>
                </a:lnTo>
                <a:lnTo>
                  <a:pt x="219657" y="72286"/>
                </a:lnTo>
                <a:lnTo>
                  <a:pt x="215921" y="76022"/>
                </a:lnTo>
                <a:lnTo>
                  <a:pt x="215921" y="68283"/>
                </a:lnTo>
                <a:close/>
                <a:moveTo>
                  <a:pt x="219757" y="65381"/>
                </a:moveTo>
                <a:lnTo>
                  <a:pt x="218457" y="64080"/>
                </a:lnTo>
                <a:lnTo>
                  <a:pt x="218457" y="62779"/>
                </a:lnTo>
                <a:lnTo>
                  <a:pt x="219290" y="61979"/>
                </a:lnTo>
                <a:lnTo>
                  <a:pt x="221092" y="61979"/>
                </a:lnTo>
                <a:lnTo>
                  <a:pt x="219757" y="63313"/>
                </a:lnTo>
                <a:lnTo>
                  <a:pt x="219757" y="65381"/>
                </a:lnTo>
                <a:close/>
                <a:moveTo>
                  <a:pt x="219290" y="61178"/>
                </a:moveTo>
                <a:lnTo>
                  <a:pt x="218457" y="60377"/>
                </a:lnTo>
                <a:lnTo>
                  <a:pt x="218457" y="59077"/>
                </a:lnTo>
                <a:lnTo>
                  <a:pt x="219757" y="57776"/>
                </a:lnTo>
                <a:lnTo>
                  <a:pt x="219757" y="59844"/>
                </a:lnTo>
                <a:lnTo>
                  <a:pt x="221092" y="61178"/>
                </a:lnTo>
                <a:lnTo>
                  <a:pt x="219290" y="61178"/>
                </a:lnTo>
                <a:close/>
                <a:moveTo>
                  <a:pt x="219657" y="56575"/>
                </a:moveTo>
                <a:lnTo>
                  <a:pt x="217623" y="56575"/>
                </a:lnTo>
                <a:lnTo>
                  <a:pt x="215921" y="54874"/>
                </a:lnTo>
                <a:lnTo>
                  <a:pt x="215921" y="47135"/>
                </a:lnTo>
                <a:lnTo>
                  <a:pt x="219657" y="50871"/>
                </a:lnTo>
                <a:lnTo>
                  <a:pt x="219657" y="56575"/>
                </a:lnTo>
                <a:close/>
                <a:moveTo>
                  <a:pt x="215921" y="37494"/>
                </a:moveTo>
                <a:lnTo>
                  <a:pt x="217623" y="35793"/>
                </a:lnTo>
                <a:lnTo>
                  <a:pt x="219657" y="35793"/>
                </a:lnTo>
                <a:lnTo>
                  <a:pt x="219657" y="41497"/>
                </a:lnTo>
                <a:lnTo>
                  <a:pt x="215921" y="45233"/>
                </a:lnTo>
                <a:lnTo>
                  <a:pt x="215921" y="37494"/>
                </a:lnTo>
                <a:close/>
                <a:moveTo>
                  <a:pt x="219757" y="34592"/>
                </a:moveTo>
                <a:lnTo>
                  <a:pt x="218457" y="33291"/>
                </a:lnTo>
                <a:lnTo>
                  <a:pt x="218457" y="31990"/>
                </a:lnTo>
                <a:lnTo>
                  <a:pt x="219290" y="31190"/>
                </a:lnTo>
                <a:lnTo>
                  <a:pt x="221092" y="31190"/>
                </a:lnTo>
                <a:lnTo>
                  <a:pt x="219757" y="32524"/>
                </a:lnTo>
                <a:lnTo>
                  <a:pt x="219757" y="34592"/>
                </a:lnTo>
                <a:close/>
                <a:moveTo>
                  <a:pt x="219290" y="30389"/>
                </a:moveTo>
                <a:lnTo>
                  <a:pt x="218457" y="29555"/>
                </a:lnTo>
                <a:lnTo>
                  <a:pt x="218457" y="28254"/>
                </a:lnTo>
                <a:lnTo>
                  <a:pt x="219757" y="26987"/>
                </a:lnTo>
                <a:lnTo>
                  <a:pt x="219757" y="29022"/>
                </a:lnTo>
                <a:lnTo>
                  <a:pt x="221092" y="30389"/>
                </a:lnTo>
                <a:lnTo>
                  <a:pt x="219290" y="30389"/>
                </a:lnTo>
                <a:close/>
                <a:moveTo>
                  <a:pt x="218056" y="27854"/>
                </a:moveTo>
                <a:lnTo>
                  <a:pt x="216755" y="27854"/>
                </a:lnTo>
                <a:lnTo>
                  <a:pt x="215921" y="27020"/>
                </a:lnTo>
                <a:lnTo>
                  <a:pt x="215921" y="25219"/>
                </a:lnTo>
                <a:lnTo>
                  <a:pt x="217156" y="26453"/>
                </a:lnTo>
                <a:lnTo>
                  <a:pt x="217456" y="26553"/>
                </a:lnTo>
                <a:lnTo>
                  <a:pt x="219324" y="26553"/>
                </a:lnTo>
                <a:close/>
                <a:moveTo>
                  <a:pt x="215121" y="27020"/>
                </a:moveTo>
                <a:lnTo>
                  <a:pt x="214320" y="27854"/>
                </a:lnTo>
                <a:lnTo>
                  <a:pt x="213019" y="27854"/>
                </a:lnTo>
                <a:lnTo>
                  <a:pt x="211718" y="26553"/>
                </a:lnTo>
                <a:lnTo>
                  <a:pt x="213620" y="26553"/>
                </a:lnTo>
                <a:lnTo>
                  <a:pt x="213887" y="26453"/>
                </a:lnTo>
                <a:lnTo>
                  <a:pt x="215121" y="25219"/>
                </a:lnTo>
                <a:close/>
                <a:moveTo>
                  <a:pt x="210518" y="28721"/>
                </a:moveTo>
                <a:lnTo>
                  <a:pt x="208850" y="30389"/>
                </a:lnTo>
                <a:lnTo>
                  <a:pt x="201077" y="30389"/>
                </a:lnTo>
                <a:lnTo>
                  <a:pt x="204813" y="26687"/>
                </a:lnTo>
                <a:lnTo>
                  <a:pt x="210518" y="26687"/>
                </a:lnTo>
                <a:lnTo>
                  <a:pt x="210518" y="28721"/>
                </a:lnTo>
                <a:close/>
                <a:moveTo>
                  <a:pt x="191437" y="30389"/>
                </a:moveTo>
                <a:lnTo>
                  <a:pt x="189736" y="28721"/>
                </a:lnTo>
                <a:lnTo>
                  <a:pt x="189736" y="26687"/>
                </a:lnTo>
                <a:lnTo>
                  <a:pt x="195473" y="26687"/>
                </a:lnTo>
                <a:lnTo>
                  <a:pt x="199176" y="30389"/>
                </a:lnTo>
                <a:lnTo>
                  <a:pt x="191437" y="30389"/>
                </a:lnTo>
                <a:close/>
                <a:moveTo>
                  <a:pt x="187268" y="27854"/>
                </a:moveTo>
                <a:lnTo>
                  <a:pt x="185967" y="27854"/>
                </a:lnTo>
                <a:lnTo>
                  <a:pt x="185133" y="27020"/>
                </a:lnTo>
                <a:lnTo>
                  <a:pt x="185133" y="25219"/>
                </a:lnTo>
                <a:lnTo>
                  <a:pt x="186367" y="26453"/>
                </a:lnTo>
                <a:lnTo>
                  <a:pt x="186667" y="26553"/>
                </a:lnTo>
                <a:lnTo>
                  <a:pt x="188535" y="26553"/>
                </a:lnTo>
                <a:close/>
                <a:moveTo>
                  <a:pt x="184332" y="27020"/>
                </a:moveTo>
                <a:lnTo>
                  <a:pt x="183532" y="27854"/>
                </a:lnTo>
                <a:lnTo>
                  <a:pt x="182231" y="27854"/>
                </a:lnTo>
                <a:lnTo>
                  <a:pt x="180930" y="26553"/>
                </a:lnTo>
                <a:lnTo>
                  <a:pt x="182831" y="26553"/>
                </a:lnTo>
                <a:lnTo>
                  <a:pt x="183098" y="26453"/>
                </a:lnTo>
                <a:lnTo>
                  <a:pt x="184332" y="25219"/>
                </a:lnTo>
                <a:close/>
                <a:moveTo>
                  <a:pt x="179729" y="28721"/>
                </a:moveTo>
                <a:lnTo>
                  <a:pt x="178061" y="30389"/>
                </a:lnTo>
                <a:lnTo>
                  <a:pt x="170289" y="30389"/>
                </a:lnTo>
                <a:lnTo>
                  <a:pt x="174025" y="26687"/>
                </a:lnTo>
                <a:lnTo>
                  <a:pt x="179729" y="26687"/>
                </a:lnTo>
                <a:lnTo>
                  <a:pt x="179729" y="28721"/>
                </a:lnTo>
                <a:close/>
                <a:moveTo>
                  <a:pt x="160649" y="30389"/>
                </a:moveTo>
                <a:lnTo>
                  <a:pt x="158947" y="28721"/>
                </a:lnTo>
                <a:lnTo>
                  <a:pt x="158947" y="26687"/>
                </a:lnTo>
                <a:lnTo>
                  <a:pt x="164685" y="26687"/>
                </a:lnTo>
                <a:lnTo>
                  <a:pt x="168387" y="30389"/>
                </a:lnTo>
                <a:lnTo>
                  <a:pt x="160649" y="30389"/>
                </a:lnTo>
                <a:close/>
                <a:moveTo>
                  <a:pt x="156479" y="27854"/>
                </a:moveTo>
                <a:lnTo>
                  <a:pt x="155178" y="27854"/>
                </a:lnTo>
                <a:lnTo>
                  <a:pt x="154344" y="27020"/>
                </a:lnTo>
                <a:lnTo>
                  <a:pt x="154344" y="25219"/>
                </a:lnTo>
                <a:lnTo>
                  <a:pt x="155578" y="26453"/>
                </a:lnTo>
                <a:lnTo>
                  <a:pt x="155878" y="26553"/>
                </a:lnTo>
                <a:lnTo>
                  <a:pt x="157746" y="26553"/>
                </a:lnTo>
                <a:close/>
                <a:moveTo>
                  <a:pt x="153543" y="27020"/>
                </a:moveTo>
                <a:lnTo>
                  <a:pt x="152743" y="27854"/>
                </a:lnTo>
                <a:lnTo>
                  <a:pt x="151442" y="27854"/>
                </a:lnTo>
                <a:lnTo>
                  <a:pt x="150141" y="26553"/>
                </a:lnTo>
                <a:lnTo>
                  <a:pt x="152042" y="26553"/>
                </a:lnTo>
                <a:lnTo>
                  <a:pt x="152309" y="26453"/>
                </a:lnTo>
                <a:lnTo>
                  <a:pt x="153543" y="25219"/>
                </a:lnTo>
                <a:close/>
                <a:moveTo>
                  <a:pt x="148940" y="28721"/>
                </a:moveTo>
                <a:lnTo>
                  <a:pt x="147272" y="30389"/>
                </a:lnTo>
                <a:lnTo>
                  <a:pt x="139500" y="30389"/>
                </a:lnTo>
                <a:lnTo>
                  <a:pt x="143236" y="26687"/>
                </a:lnTo>
                <a:lnTo>
                  <a:pt x="148940" y="26687"/>
                </a:lnTo>
                <a:lnTo>
                  <a:pt x="148940" y="28721"/>
                </a:lnTo>
                <a:close/>
                <a:moveTo>
                  <a:pt x="129860" y="30389"/>
                </a:moveTo>
                <a:lnTo>
                  <a:pt x="128159" y="28721"/>
                </a:lnTo>
                <a:lnTo>
                  <a:pt x="128159" y="26687"/>
                </a:lnTo>
                <a:lnTo>
                  <a:pt x="133896" y="26687"/>
                </a:lnTo>
                <a:lnTo>
                  <a:pt x="137599" y="30389"/>
                </a:lnTo>
                <a:lnTo>
                  <a:pt x="129860" y="30389"/>
                </a:lnTo>
                <a:close/>
                <a:moveTo>
                  <a:pt x="125690" y="27854"/>
                </a:moveTo>
                <a:lnTo>
                  <a:pt x="124389" y="27854"/>
                </a:lnTo>
                <a:lnTo>
                  <a:pt x="123555" y="27020"/>
                </a:lnTo>
                <a:lnTo>
                  <a:pt x="123555" y="25219"/>
                </a:lnTo>
                <a:lnTo>
                  <a:pt x="124790" y="26453"/>
                </a:lnTo>
                <a:lnTo>
                  <a:pt x="125056" y="26553"/>
                </a:lnTo>
                <a:lnTo>
                  <a:pt x="126958" y="26553"/>
                </a:lnTo>
                <a:close/>
                <a:moveTo>
                  <a:pt x="122755" y="27020"/>
                </a:moveTo>
                <a:lnTo>
                  <a:pt x="121954" y="27854"/>
                </a:lnTo>
                <a:lnTo>
                  <a:pt x="120653" y="27854"/>
                </a:lnTo>
                <a:lnTo>
                  <a:pt x="119352" y="26553"/>
                </a:lnTo>
                <a:lnTo>
                  <a:pt x="121254" y="26553"/>
                </a:lnTo>
                <a:lnTo>
                  <a:pt x="121521" y="26453"/>
                </a:lnTo>
                <a:lnTo>
                  <a:pt x="122755" y="25219"/>
                </a:lnTo>
                <a:lnTo>
                  <a:pt x="122755" y="27020"/>
                </a:lnTo>
                <a:close/>
                <a:moveTo>
                  <a:pt x="118152" y="28721"/>
                </a:moveTo>
                <a:lnTo>
                  <a:pt x="116450" y="30389"/>
                </a:lnTo>
                <a:lnTo>
                  <a:pt x="108711" y="30389"/>
                </a:lnTo>
                <a:lnTo>
                  <a:pt x="112414" y="26687"/>
                </a:lnTo>
                <a:lnTo>
                  <a:pt x="118152" y="26687"/>
                </a:lnTo>
                <a:lnTo>
                  <a:pt x="118152" y="28721"/>
                </a:lnTo>
                <a:close/>
                <a:moveTo>
                  <a:pt x="99071" y="30389"/>
                </a:moveTo>
                <a:lnTo>
                  <a:pt x="97370" y="28721"/>
                </a:lnTo>
                <a:lnTo>
                  <a:pt x="97370" y="26687"/>
                </a:lnTo>
                <a:lnTo>
                  <a:pt x="103074" y="26687"/>
                </a:lnTo>
                <a:lnTo>
                  <a:pt x="106810" y="30389"/>
                </a:lnTo>
                <a:lnTo>
                  <a:pt x="99071" y="30389"/>
                </a:lnTo>
                <a:close/>
                <a:moveTo>
                  <a:pt x="94868" y="27854"/>
                </a:moveTo>
                <a:lnTo>
                  <a:pt x="93567" y="27854"/>
                </a:lnTo>
                <a:lnTo>
                  <a:pt x="92767" y="27020"/>
                </a:lnTo>
                <a:lnTo>
                  <a:pt x="92767" y="25219"/>
                </a:lnTo>
                <a:lnTo>
                  <a:pt x="94001" y="26453"/>
                </a:lnTo>
                <a:lnTo>
                  <a:pt x="94268" y="26587"/>
                </a:lnTo>
                <a:lnTo>
                  <a:pt x="96169" y="26587"/>
                </a:lnTo>
                <a:close/>
                <a:moveTo>
                  <a:pt x="91966" y="27020"/>
                </a:moveTo>
                <a:lnTo>
                  <a:pt x="91166" y="27854"/>
                </a:lnTo>
                <a:lnTo>
                  <a:pt x="89865" y="27854"/>
                </a:lnTo>
                <a:lnTo>
                  <a:pt x="88564" y="26553"/>
                </a:lnTo>
                <a:lnTo>
                  <a:pt x="90465" y="26553"/>
                </a:lnTo>
                <a:lnTo>
                  <a:pt x="90732" y="26453"/>
                </a:lnTo>
                <a:lnTo>
                  <a:pt x="91966" y="25219"/>
                </a:lnTo>
                <a:lnTo>
                  <a:pt x="91966" y="27020"/>
                </a:lnTo>
                <a:close/>
                <a:moveTo>
                  <a:pt x="87363" y="28721"/>
                </a:moveTo>
                <a:lnTo>
                  <a:pt x="85662" y="30389"/>
                </a:lnTo>
                <a:lnTo>
                  <a:pt x="77923" y="30389"/>
                </a:lnTo>
                <a:lnTo>
                  <a:pt x="81625" y="26687"/>
                </a:lnTo>
                <a:lnTo>
                  <a:pt x="87363" y="26687"/>
                </a:lnTo>
                <a:lnTo>
                  <a:pt x="87363" y="28721"/>
                </a:lnTo>
                <a:close/>
                <a:moveTo>
                  <a:pt x="68249" y="30389"/>
                </a:moveTo>
                <a:lnTo>
                  <a:pt x="66581" y="28721"/>
                </a:lnTo>
                <a:lnTo>
                  <a:pt x="66581" y="26687"/>
                </a:lnTo>
                <a:lnTo>
                  <a:pt x="72285" y="26687"/>
                </a:lnTo>
                <a:lnTo>
                  <a:pt x="76021" y="30389"/>
                </a:lnTo>
                <a:lnTo>
                  <a:pt x="68249" y="30389"/>
                </a:lnTo>
                <a:close/>
                <a:moveTo>
                  <a:pt x="64080" y="27854"/>
                </a:moveTo>
                <a:lnTo>
                  <a:pt x="62779" y="27854"/>
                </a:lnTo>
                <a:lnTo>
                  <a:pt x="61978" y="27020"/>
                </a:lnTo>
                <a:lnTo>
                  <a:pt x="61978" y="25219"/>
                </a:lnTo>
                <a:lnTo>
                  <a:pt x="63212" y="26453"/>
                </a:lnTo>
                <a:lnTo>
                  <a:pt x="63479" y="26553"/>
                </a:lnTo>
                <a:lnTo>
                  <a:pt x="65381" y="26553"/>
                </a:lnTo>
                <a:close/>
                <a:moveTo>
                  <a:pt x="61178" y="27020"/>
                </a:moveTo>
                <a:lnTo>
                  <a:pt x="60344" y="27854"/>
                </a:lnTo>
                <a:lnTo>
                  <a:pt x="59043" y="27854"/>
                </a:lnTo>
                <a:lnTo>
                  <a:pt x="57775" y="26553"/>
                </a:lnTo>
                <a:lnTo>
                  <a:pt x="59676" y="26553"/>
                </a:lnTo>
                <a:lnTo>
                  <a:pt x="59943" y="26453"/>
                </a:lnTo>
                <a:lnTo>
                  <a:pt x="61178" y="25219"/>
                </a:lnTo>
                <a:close/>
                <a:moveTo>
                  <a:pt x="56574" y="28721"/>
                </a:moveTo>
                <a:lnTo>
                  <a:pt x="54873" y="30389"/>
                </a:lnTo>
                <a:lnTo>
                  <a:pt x="47134" y="30389"/>
                </a:lnTo>
                <a:lnTo>
                  <a:pt x="50837" y="26687"/>
                </a:lnTo>
                <a:lnTo>
                  <a:pt x="56574" y="26687"/>
                </a:lnTo>
                <a:close/>
                <a:moveTo>
                  <a:pt x="37461" y="30389"/>
                </a:moveTo>
                <a:lnTo>
                  <a:pt x="35793" y="28721"/>
                </a:lnTo>
                <a:lnTo>
                  <a:pt x="35793" y="26687"/>
                </a:lnTo>
                <a:lnTo>
                  <a:pt x="41497" y="26687"/>
                </a:lnTo>
                <a:lnTo>
                  <a:pt x="45233" y="30389"/>
                </a:lnTo>
                <a:lnTo>
                  <a:pt x="37461" y="30389"/>
                </a:lnTo>
                <a:close/>
                <a:moveTo>
                  <a:pt x="33291" y="27854"/>
                </a:moveTo>
                <a:lnTo>
                  <a:pt x="31990" y="27854"/>
                </a:lnTo>
                <a:lnTo>
                  <a:pt x="31189" y="27020"/>
                </a:lnTo>
                <a:lnTo>
                  <a:pt x="31189" y="25219"/>
                </a:lnTo>
                <a:lnTo>
                  <a:pt x="32424" y="26453"/>
                </a:lnTo>
                <a:lnTo>
                  <a:pt x="32691" y="26553"/>
                </a:lnTo>
                <a:lnTo>
                  <a:pt x="34592" y="26553"/>
                </a:lnTo>
                <a:close/>
                <a:moveTo>
                  <a:pt x="30389" y="27020"/>
                </a:moveTo>
                <a:lnTo>
                  <a:pt x="29555" y="27854"/>
                </a:lnTo>
                <a:lnTo>
                  <a:pt x="28254" y="27854"/>
                </a:lnTo>
                <a:lnTo>
                  <a:pt x="26986" y="26553"/>
                </a:lnTo>
                <a:lnTo>
                  <a:pt x="28854" y="26553"/>
                </a:lnTo>
                <a:lnTo>
                  <a:pt x="29155" y="26453"/>
                </a:lnTo>
                <a:lnTo>
                  <a:pt x="30389" y="25219"/>
                </a:lnTo>
                <a:lnTo>
                  <a:pt x="30389" y="27020"/>
                </a:lnTo>
                <a:close/>
                <a:moveTo>
                  <a:pt x="25786" y="28721"/>
                </a:moveTo>
                <a:lnTo>
                  <a:pt x="24084" y="30389"/>
                </a:lnTo>
                <a:lnTo>
                  <a:pt x="16346" y="30389"/>
                </a:lnTo>
                <a:lnTo>
                  <a:pt x="20048" y="26687"/>
                </a:lnTo>
                <a:lnTo>
                  <a:pt x="25752" y="26687"/>
                </a:lnTo>
                <a:lnTo>
                  <a:pt x="25752" y="28721"/>
                </a:lnTo>
                <a:close/>
                <a:moveTo>
                  <a:pt x="24084" y="31190"/>
                </a:moveTo>
                <a:lnTo>
                  <a:pt x="25786" y="32858"/>
                </a:lnTo>
                <a:lnTo>
                  <a:pt x="25786" y="34893"/>
                </a:lnTo>
                <a:lnTo>
                  <a:pt x="20048" y="34893"/>
                </a:lnTo>
                <a:lnTo>
                  <a:pt x="16346" y="31190"/>
                </a:lnTo>
                <a:close/>
                <a:moveTo>
                  <a:pt x="23050" y="45800"/>
                </a:moveTo>
                <a:lnTo>
                  <a:pt x="21182" y="45800"/>
                </a:lnTo>
                <a:lnTo>
                  <a:pt x="19781" y="44366"/>
                </a:lnTo>
                <a:lnTo>
                  <a:pt x="19781" y="42365"/>
                </a:lnTo>
                <a:lnTo>
                  <a:pt x="21082" y="41030"/>
                </a:lnTo>
                <a:lnTo>
                  <a:pt x="21082" y="43832"/>
                </a:lnTo>
                <a:close/>
                <a:moveTo>
                  <a:pt x="18981" y="43132"/>
                </a:moveTo>
                <a:lnTo>
                  <a:pt x="18981" y="44700"/>
                </a:lnTo>
                <a:lnTo>
                  <a:pt x="20082" y="45800"/>
                </a:lnTo>
                <a:lnTo>
                  <a:pt x="16346" y="45800"/>
                </a:lnTo>
                <a:close/>
                <a:moveTo>
                  <a:pt x="15778" y="45233"/>
                </a:moveTo>
                <a:lnTo>
                  <a:pt x="15778" y="41497"/>
                </a:lnTo>
                <a:lnTo>
                  <a:pt x="16879" y="42598"/>
                </a:lnTo>
                <a:lnTo>
                  <a:pt x="17046" y="42598"/>
                </a:lnTo>
                <a:lnTo>
                  <a:pt x="18414" y="42598"/>
                </a:lnTo>
                <a:close/>
                <a:moveTo>
                  <a:pt x="19214" y="41797"/>
                </a:moveTo>
                <a:lnTo>
                  <a:pt x="17213" y="41797"/>
                </a:lnTo>
                <a:lnTo>
                  <a:pt x="15778" y="40363"/>
                </a:lnTo>
                <a:lnTo>
                  <a:pt x="15778" y="38495"/>
                </a:lnTo>
                <a:lnTo>
                  <a:pt x="17747" y="40463"/>
                </a:lnTo>
                <a:lnTo>
                  <a:pt x="17913" y="40463"/>
                </a:lnTo>
                <a:lnTo>
                  <a:pt x="20515" y="40463"/>
                </a:lnTo>
                <a:close/>
                <a:moveTo>
                  <a:pt x="14978" y="45233"/>
                </a:moveTo>
                <a:lnTo>
                  <a:pt x="12343" y="42598"/>
                </a:lnTo>
                <a:lnTo>
                  <a:pt x="13744" y="42598"/>
                </a:lnTo>
                <a:lnTo>
                  <a:pt x="14011" y="42465"/>
                </a:lnTo>
                <a:lnTo>
                  <a:pt x="14978" y="41497"/>
                </a:lnTo>
                <a:close/>
                <a:moveTo>
                  <a:pt x="16346" y="46568"/>
                </a:moveTo>
                <a:lnTo>
                  <a:pt x="20082" y="46568"/>
                </a:lnTo>
                <a:lnTo>
                  <a:pt x="19114" y="47568"/>
                </a:lnTo>
                <a:lnTo>
                  <a:pt x="18981" y="47835"/>
                </a:lnTo>
                <a:lnTo>
                  <a:pt x="18981" y="49203"/>
                </a:lnTo>
                <a:close/>
                <a:moveTo>
                  <a:pt x="18414" y="49770"/>
                </a:moveTo>
                <a:lnTo>
                  <a:pt x="16879" y="49770"/>
                </a:lnTo>
                <a:lnTo>
                  <a:pt x="15778" y="50871"/>
                </a:lnTo>
                <a:lnTo>
                  <a:pt x="15778" y="47135"/>
                </a:lnTo>
                <a:close/>
                <a:moveTo>
                  <a:pt x="24351" y="49903"/>
                </a:moveTo>
                <a:lnTo>
                  <a:pt x="27654" y="46568"/>
                </a:lnTo>
                <a:lnTo>
                  <a:pt x="29822" y="46568"/>
                </a:lnTo>
                <a:lnTo>
                  <a:pt x="25886" y="50537"/>
                </a:lnTo>
                <a:lnTo>
                  <a:pt x="25886" y="56108"/>
                </a:lnTo>
                <a:lnTo>
                  <a:pt x="24351" y="54573"/>
                </a:lnTo>
                <a:lnTo>
                  <a:pt x="24351" y="49903"/>
                </a:lnTo>
                <a:close/>
                <a:moveTo>
                  <a:pt x="25786" y="59510"/>
                </a:moveTo>
                <a:lnTo>
                  <a:pt x="24084" y="61178"/>
                </a:lnTo>
                <a:lnTo>
                  <a:pt x="16346" y="61178"/>
                </a:lnTo>
                <a:lnTo>
                  <a:pt x="20048" y="57475"/>
                </a:lnTo>
                <a:lnTo>
                  <a:pt x="25752" y="57475"/>
                </a:lnTo>
                <a:lnTo>
                  <a:pt x="25752" y="59510"/>
                </a:lnTo>
                <a:close/>
                <a:moveTo>
                  <a:pt x="24084" y="61979"/>
                </a:moveTo>
                <a:lnTo>
                  <a:pt x="25786" y="63646"/>
                </a:lnTo>
                <a:lnTo>
                  <a:pt x="25786" y="65681"/>
                </a:lnTo>
                <a:lnTo>
                  <a:pt x="20048" y="65681"/>
                </a:lnTo>
                <a:lnTo>
                  <a:pt x="16346" y="61979"/>
                </a:lnTo>
                <a:lnTo>
                  <a:pt x="24084" y="61979"/>
                </a:lnTo>
                <a:close/>
                <a:moveTo>
                  <a:pt x="23050" y="76589"/>
                </a:moveTo>
                <a:lnTo>
                  <a:pt x="21182" y="76589"/>
                </a:lnTo>
                <a:lnTo>
                  <a:pt x="19781" y="75155"/>
                </a:lnTo>
                <a:lnTo>
                  <a:pt x="19781" y="73153"/>
                </a:lnTo>
                <a:lnTo>
                  <a:pt x="21082" y="71819"/>
                </a:lnTo>
                <a:lnTo>
                  <a:pt x="21082" y="74621"/>
                </a:lnTo>
                <a:close/>
                <a:moveTo>
                  <a:pt x="18981" y="73920"/>
                </a:moveTo>
                <a:lnTo>
                  <a:pt x="18981" y="75321"/>
                </a:lnTo>
                <a:lnTo>
                  <a:pt x="19114" y="75588"/>
                </a:lnTo>
                <a:lnTo>
                  <a:pt x="20082" y="76589"/>
                </a:lnTo>
                <a:lnTo>
                  <a:pt x="16346" y="76589"/>
                </a:lnTo>
                <a:close/>
                <a:moveTo>
                  <a:pt x="15778" y="76022"/>
                </a:moveTo>
                <a:lnTo>
                  <a:pt x="15778" y="72286"/>
                </a:lnTo>
                <a:lnTo>
                  <a:pt x="16879" y="73387"/>
                </a:lnTo>
                <a:lnTo>
                  <a:pt x="18414" y="73387"/>
                </a:lnTo>
                <a:close/>
                <a:moveTo>
                  <a:pt x="19214" y="72586"/>
                </a:moveTo>
                <a:lnTo>
                  <a:pt x="17213" y="72586"/>
                </a:lnTo>
                <a:lnTo>
                  <a:pt x="15778" y="71152"/>
                </a:lnTo>
                <a:lnTo>
                  <a:pt x="15778" y="69317"/>
                </a:lnTo>
                <a:lnTo>
                  <a:pt x="17747" y="71285"/>
                </a:lnTo>
                <a:lnTo>
                  <a:pt x="20515" y="71285"/>
                </a:lnTo>
                <a:close/>
                <a:moveTo>
                  <a:pt x="14978" y="76022"/>
                </a:moveTo>
                <a:lnTo>
                  <a:pt x="12343" y="73387"/>
                </a:lnTo>
                <a:lnTo>
                  <a:pt x="13744" y="73387"/>
                </a:lnTo>
                <a:lnTo>
                  <a:pt x="14011" y="73253"/>
                </a:lnTo>
                <a:lnTo>
                  <a:pt x="14978" y="72286"/>
                </a:lnTo>
                <a:close/>
                <a:moveTo>
                  <a:pt x="16346" y="77356"/>
                </a:moveTo>
                <a:lnTo>
                  <a:pt x="20082" y="77356"/>
                </a:lnTo>
                <a:lnTo>
                  <a:pt x="18981" y="78457"/>
                </a:lnTo>
                <a:lnTo>
                  <a:pt x="18981" y="80025"/>
                </a:lnTo>
                <a:close/>
                <a:moveTo>
                  <a:pt x="18414" y="80559"/>
                </a:moveTo>
                <a:lnTo>
                  <a:pt x="17046" y="80559"/>
                </a:lnTo>
                <a:lnTo>
                  <a:pt x="16879" y="80559"/>
                </a:lnTo>
                <a:lnTo>
                  <a:pt x="15778" y="81659"/>
                </a:lnTo>
                <a:lnTo>
                  <a:pt x="15778" y="77923"/>
                </a:lnTo>
                <a:close/>
                <a:moveTo>
                  <a:pt x="24351" y="80692"/>
                </a:moveTo>
                <a:lnTo>
                  <a:pt x="27654" y="77356"/>
                </a:lnTo>
                <a:lnTo>
                  <a:pt x="29822" y="77356"/>
                </a:lnTo>
                <a:lnTo>
                  <a:pt x="25886" y="81326"/>
                </a:lnTo>
                <a:lnTo>
                  <a:pt x="25886" y="86896"/>
                </a:lnTo>
                <a:lnTo>
                  <a:pt x="24351" y="85362"/>
                </a:lnTo>
                <a:lnTo>
                  <a:pt x="24351" y="80692"/>
                </a:lnTo>
                <a:close/>
                <a:moveTo>
                  <a:pt x="25786" y="90299"/>
                </a:moveTo>
                <a:lnTo>
                  <a:pt x="24084" y="91967"/>
                </a:lnTo>
                <a:lnTo>
                  <a:pt x="16346" y="91967"/>
                </a:lnTo>
                <a:lnTo>
                  <a:pt x="20048" y="88264"/>
                </a:lnTo>
                <a:lnTo>
                  <a:pt x="25752" y="88264"/>
                </a:lnTo>
                <a:lnTo>
                  <a:pt x="25752" y="90299"/>
                </a:lnTo>
                <a:close/>
                <a:moveTo>
                  <a:pt x="24084" y="92767"/>
                </a:moveTo>
                <a:lnTo>
                  <a:pt x="25786" y="94435"/>
                </a:lnTo>
                <a:lnTo>
                  <a:pt x="25786" y="96470"/>
                </a:lnTo>
                <a:lnTo>
                  <a:pt x="20048" y="96470"/>
                </a:lnTo>
                <a:lnTo>
                  <a:pt x="16346" y="92767"/>
                </a:lnTo>
                <a:close/>
                <a:moveTo>
                  <a:pt x="28254" y="95302"/>
                </a:moveTo>
                <a:lnTo>
                  <a:pt x="29555" y="95302"/>
                </a:lnTo>
                <a:lnTo>
                  <a:pt x="30389" y="96136"/>
                </a:lnTo>
                <a:lnTo>
                  <a:pt x="30389" y="97938"/>
                </a:lnTo>
                <a:lnTo>
                  <a:pt x="29155" y="96703"/>
                </a:lnTo>
                <a:lnTo>
                  <a:pt x="28854" y="96603"/>
                </a:lnTo>
                <a:lnTo>
                  <a:pt x="26986" y="96603"/>
                </a:lnTo>
                <a:close/>
                <a:moveTo>
                  <a:pt x="31189" y="96136"/>
                </a:moveTo>
                <a:lnTo>
                  <a:pt x="31990" y="95302"/>
                </a:lnTo>
                <a:lnTo>
                  <a:pt x="33291" y="95302"/>
                </a:lnTo>
                <a:lnTo>
                  <a:pt x="34592" y="96603"/>
                </a:lnTo>
                <a:lnTo>
                  <a:pt x="32691" y="96603"/>
                </a:lnTo>
                <a:lnTo>
                  <a:pt x="32424" y="96703"/>
                </a:lnTo>
                <a:lnTo>
                  <a:pt x="31156" y="97938"/>
                </a:lnTo>
                <a:lnTo>
                  <a:pt x="31156" y="96136"/>
                </a:lnTo>
                <a:close/>
                <a:moveTo>
                  <a:pt x="35793" y="94435"/>
                </a:moveTo>
                <a:lnTo>
                  <a:pt x="37461" y="92767"/>
                </a:lnTo>
                <a:lnTo>
                  <a:pt x="45233" y="92767"/>
                </a:lnTo>
                <a:lnTo>
                  <a:pt x="41497" y="96470"/>
                </a:lnTo>
                <a:lnTo>
                  <a:pt x="35793" y="96470"/>
                </a:lnTo>
                <a:close/>
                <a:moveTo>
                  <a:pt x="54873" y="92767"/>
                </a:moveTo>
                <a:lnTo>
                  <a:pt x="56574" y="94435"/>
                </a:lnTo>
                <a:lnTo>
                  <a:pt x="56574" y="96470"/>
                </a:lnTo>
                <a:lnTo>
                  <a:pt x="50837" y="96470"/>
                </a:lnTo>
                <a:lnTo>
                  <a:pt x="47134" y="92767"/>
                </a:lnTo>
                <a:close/>
                <a:moveTo>
                  <a:pt x="59043" y="95302"/>
                </a:moveTo>
                <a:lnTo>
                  <a:pt x="60344" y="95302"/>
                </a:lnTo>
                <a:lnTo>
                  <a:pt x="61178" y="96136"/>
                </a:lnTo>
                <a:lnTo>
                  <a:pt x="61178" y="97938"/>
                </a:lnTo>
                <a:lnTo>
                  <a:pt x="59943" y="96703"/>
                </a:lnTo>
                <a:lnTo>
                  <a:pt x="59676" y="96603"/>
                </a:lnTo>
                <a:lnTo>
                  <a:pt x="57775" y="96603"/>
                </a:lnTo>
                <a:close/>
                <a:moveTo>
                  <a:pt x="61978" y="96136"/>
                </a:moveTo>
                <a:lnTo>
                  <a:pt x="62779" y="95302"/>
                </a:lnTo>
                <a:lnTo>
                  <a:pt x="64080" y="95302"/>
                </a:lnTo>
                <a:lnTo>
                  <a:pt x="65381" y="96603"/>
                </a:lnTo>
                <a:lnTo>
                  <a:pt x="63479" y="96603"/>
                </a:lnTo>
                <a:lnTo>
                  <a:pt x="63212" y="96703"/>
                </a:lnTo>
                <a:lnTo>
                  <a:pt x="61978" y="97938"/>
                </a:lnTo>
                <a:close/>
                <a:moveTo>
                  <a:pt x="66581" y="94435"/>
                </a:moveTo>
                <a:lnTo>
                  <a:pt x="68249" y="92767"/>
                </a:lnTo>
                <a:lnTo>
                  <a:pt x="76021" y="92767"/>
                </a:lnTo>
                <a:lnTo>
                  <a:pt x="72285" y="96470"/>
                </a:lnTo>
                <a:lnTo>
                  <a:pt x="66581" y="96470"/>
                </a:lnTo>
                <a:lnTo>
                  <a:pt x="66581" y="94435"/>
                </a:lnTo>
                <a:close/>
                <a:moveTo>
                  <a:pt x="85662" y="92767"/>
                </a:moveTo>
                <a:lnTo>
                  <a:pt x="87363" y="94435"/>
                </a:lnTo>
                <a:lnTo>
                  <a:pt x="87363" y="96470"/>
                </a:lnTo>
                <a:lnTo>
                  <a:pt x="81659" y="96470"/>
                </a:lnTo>
                <a:lnTo>
                  <a:pt x="77923" y="92767"/>
                </a:lnTo>
                <a:close/>
                <a:moveTo>
                  <a:pt x="89831" y="95302"/>
                </a:moveTo>
                <a:lnTo>
                  <a:pt x="91132" y="95302"/>
                </a:lnTo>
                <a:lnTo>
                  <a:pt x="91966" y="96136"/>
                </a:lnTo>
                <a:lnTo>
                  <a:pt x="91966" y="97938"/>
                </a:lnTo>
                <a:lnTo>
                  <a:pt x="90732" y="96703"/>
                </a:lnTo>
                <a:lnTo>
                  <a:pt x="90465" y="96603"/>
                </a:lnTo>
                <a:lnTo>
                  <a:pt x="88564" y="96603"/>
                </a:lnTo>
                <a:close/>
                <a:moveTo>
                  <a:pt x="92767" y="96136"/>
                </a:moveTo>
                <a:lnTo>
                  <a:pt x="93567" y="95302"/>
                </a:lnTo>
                <a:lnTo>
                  <a:pt x="94868" y="95302"/>
                </a:lnTo>
                <a:lnTo>
                  <a:pt x="96169" y="96603"/>
                </a:lnTo>
                <a:lnTo>
                  <a:pt x="94268" y="96603"/>
                </a:lnTo>
                <a:lnTo>
                  <a:pt x="94001" y="96703"/>
                </a:lnTo>
                <a:lnTo>
                  <a:pt x="92767" y="97938"/>
                </a:lnTo>
                <a:lnTo>
                  <a:pt x="92767" y="96136"/>
                </a:lnTo>
                <a:close/>
                <a:moveTo>
                  <a:pt x="97370" y="94435"/>
                </a:moveTo>
                <a:lnTo>
                  <a:pt x="99071" y="92767"/>
                </a:lnTo>
                <a:lnTo>
                  <a:pt x="106810" y="92767"/>
                </a:lnTo>
                <a:lnTo>
                  <a:pt x="103074" y="96470"/>
                </a:lnTo>
                <a:lnTo>
                  <a:pt x="97370" y="96470"/>
                </a:lnTo>
                <a:lnTo>
                  <a:pt x="97370" y="94435"/>
                </a:lnTo>
                <a:close/>
                <a:moveTo>
                  <a:pt x="116450" y="92767"/>
                </a:moveTo>
                <a:lnTo>
                  <a:pt x="118152" y="94435"/>
                </a:lnTo>
                <a:lnTo>
                  <a:pt x="118152" y="96470"/>
                </a:lnTo>
                <a:lnTo>
                  <a:pt x="112447" y="96470"/>
                </a:lnTo>
                <a:lnTo>
                  <a:pt x="108711" y="92767"/>
                </a:lnTo>
                <a:close/>
                <a:moveTo>
                  <a:pt x="120653" y="95302"/>
                </a:moveTo>
                <a:lnTo>
                  <a:pt x="121954" y="95302"/>
                </a:lnTo>
                <a:lnTo>
                  <a:pt x="122755" y="96136"/>
                </a:lnTo>
                <a:lnTo>
                  <a:pt x="122755" y="97938"/>
                </a:lnTo>
                <a:lnTo>
                  <a:pt x="121521" y="96703"/>
                </a:lnTo>
                <a:lnTo>
                  <a:pt x="121254" y="96603"/>
                </a:lnTo>
                <a:lnTo>
                  <a:pt x="119352" y="96603"/>
                </a:lnTo>
                <a:close/>
                <a:moveTo>
                  <a:pt x="123555" y="96136"/>
                </a:moveTo>
                <a:lnTo>
                  <a:pt x="124389" y="95302"/>
                </a:lnTo>
                <a:lnTo>
                  <a:pt x="125657" y="95302"/>
                </a:lnTo>
                <a:lnTo>
                  <a:pt x="126958" y="96603"/>
                </a:lnTo>
                <a:lnTo>
                  <a:pt x="125056" y="96603"/>
                </a:lnTo>
                <a:lnTo>
                  <a:pt x="124790" y="96703"/>
                </a:lnTo>
                <a:lnTo>
                  <a:pt x="123555" y="97938"/>
                </a:lnTo>
                <a:lnTo>
                  <a:pt x="123555" y="96136"/>
                </a:lnTo>
                <a:close/>
                <a:moveTo>
                  <a:pt x="128159" y="94435"/>
                </a:moveTo>
                <a:lnTo>
                  <a:pt x="129860" y="92767"/>
                </a:lnTo>
                <a:lnTo>
                  <a:pt x="137599" y="92767"/>
                </a:lnTo>
                <a:lnTo>
                  <a:pt x="133863" y="96470"/>
                </a:lnTo>
                <a:lnTo>
                  <a:pt x="128159" y="96470"/>
                </a:lnTo>
                <a:lnTo>
                  <a:pt x="128159" y="94435"/>
                </a:lnTo>
                <a:close/>
                <a:moveTo>
                  <a:pt x="147272" y="92767"/>
                </a:moveTo>
                <a:lnTo>
                  <a:pt x="148940" y="94435"/>
                </a:lnTo>
                <a:lnTo>
                  <a:pt x="148940" y="96470"/>
                </a:lnTo>
                <a:lnTo>
                  <a:pt x="143236" y="96470"/>
                </a:lnTo>
                <a:lnTo>
                  <a:pt x="139500" y="92767"/>
                </a:lnTo>
                <a:close/>
                <a:moveTo>
                  <a:pt x="151442" y="95302"/>
                </a:moveTo>
                <a:lnTo>
                  <a:pt x="152743" y="95302"/>
                </a:lnTo>
                <a:lnTo>
                  <a:pt x="153543" y="96136"/>
                </a:lnTo>
                <a:lnTo>
                  <a:pt x="153543" y="97938"/>
                </a:lnTo>
                <a:lnTo>
                  <a:pt x="152309" y="96703"/>
                </a:lnTo>
                <a:lnTo>
                  <a:pt x="152042" y="96603"/>
                </a:lnTo>
                <a:lnTo>
                  <a:pt x="150141" y="96603"/>
                </a:lnTo>
                <a:close/>
                <a:moveTo>
                  <a:pt x="154344" y="96136"/>
                </a:moveTo>
                <a:lnTo>
                  <a:pt x="155178" y="95302"/>
                </a:lnTo>
                <a:lnTo>
                  <a:pt x="156479" y="95302"/>
                </a:lnTo>
                <a:lnTo>
                  <a:pt x="157746" y="96603"/>
                </a:lnTo>
                <a:lnTo>
                  <a:pt x="155845" y="96603"/>
                </a:lnTo>
                <a:lnTo>
                  <a:pt x="155578" y="96703"/>
                </a:lnTo>
                <a:lnTo>
                  <a:pt x="154344" y="97938"/>
                </a:lnTo>
                <a:close/>
                <a:moveTo>
                  <a:pt x="158947" y="94435"/>
                </a:moveTo>
                <a:lnTo>
                  <a:pt x="160649" y="92767"/>
                </a:lnTo>
                <a:lnTo>
                  <a:pt x="168387" y="92767"/>
                </a:lnTo>
                <a:lnTo>
                  <a:pt x="164651" y="96470"/>
                </a:lnTo>
                <a:lnTo>
                  <a:pt x="158947" y="96470"/>
                </a:lnTo>
                <a:lnTo>
                  <a:pt x="158947" y="94435"/>
                </a:lnTo>
                <a:close/>
                <a:moveTo>
                  <a:pt x="178061" y="92767"/>
                </a:moveTo>
                <a:lnTo>
                  <a:pt x="179729" y="94435"/>
                </a:lnTo>
                <a:lnTo>
                  <a:pt x="179729" y="96470"/>
                </a:lnTo>
                <a:lnTo>
                  <a:pt x="174025" y="96470"/>
                </a:lnTo>
                <a:lnTo>
                  <a:pt x="170289" y="92767"/>
                </a:lnTo>
                <a:close/>
                <a:moveTo>
                  <a:pt x="182231" y="95302"/>
                </a:moveTo>
                <a:lnTo>
                  <a:pt x="183532" y="95302"/>
                </a:lnTo>
                <a:lnTo>
                  <a:pt x="184332" y="96136"/>
                </a:lnTo>
                <a:lnTo>
                  <a:pt x="184332" y="97938"/>
                </a:lnTo>
                <a:lnTo>
                  <a:pt x="183098" y="96703"/>
                </a:lnTo>
                <a:lnTo>
                  <a:pt x="182831" y="96603"/>
                </a:lnTo>
                <a:lnTo>
                  <a:pt x="180930" y="96603"/>
                </a:lnTo>
                <a:close/>
                <a:moveTo>
                  <a:pt x="185133" y="96136"/>
                </a:moveTo>
                <a:lnTo>
                  <a:pt x="185967" y="95302"/>
                </a:lnTo>
                <a:lnTo>
                  <a:pt x="187268" y="95302"/>
                </a:lnTo>
                <a:lnTo>
                  <a:pt x="188535" y="96603"/>
                </a:lnTo>
                <a:lnTo>
                  <a:pt x="186667" y="96603"/>
                </a:lnTo>
                <a:lnTo>
                  <a:pt x="186367" y="96703"/>
                </a:lnTo>
                <a:lnTo>
                  <a:pt x="185133" y="97938"/>
                </a:lnTo>
                <a:close/>
                <a:moveTo>
                  <a:pt x="189736" y="94435"/>
                </a:moveTo>
                <a:lnTo>
                  <a:pt x="191437" y="92767"/>
                </a:lnTo>
                <a:lnTo>
                  <a:pt x="199176" y="92767"/>
                </a:lnTo>
                <a:lnTo>
                  <a:pt x="195473" y="96470"/>
                </a:lnTo>
                <a:lnTo>
                  <a:pt x="189736" y="96470"/>
                </a:lnTo>
                <a:lnTo>
                  <a:pt x="189736" y="94435"/>
                </a:lnTo>
                <a:close/>
                <a:moveTo>
                  <a:pt x="208850" y="92767"/>
                </a:moveTo>
                <a:lnTo>
                  <a:pt x="210518" y="94435"/>
                </a:lnTo>
                <a:lnTo>
                  <a:pt x="210518" y="96470"/>
                </a:lnTo>
                <a:lnTo>
                  <a:pt x="204813" y="96470"/>
                </a:lnTo>
                <a:lnTo>
                  <a:pt x="201077" y="92767"/>
                </a:lnTo>
                <a:close/>
                <a:moveTo>
                  <a:pt x="213019" y="95302"/>
                </a:moveTo>
                <a:lnTo>
                  <a:pt x="214320" y="95302"/>
                </a:lnTo>
                <a:lnTo>
                  <a:pt x="215121" y="96136"/>
                </a:lnTo>
                <a:lnTo>
                  <a:pt x="215121" y="97938"/>
                </a:lnTo>
                <a:lnTo>
                  <a:pt x="213887" y="96703"/>
                </a:lnTo>
                <a:lnTo>
                  <a:pt x="213620" y="96603"/>
                </a:lnTo>
                <a:lnTo>
                  <a:pt x="211718" y="96603"/>
                </a:lnTo>
                <a:close/>
                <a:moveTo>
                  <a:pt x="215921" y="96136"/>
                </a:moveTo>
                <a:lnTo>
                  <a:pt x="216755" y="95302"/>
                </a:lnTo>
                <a:lnTo>
                  <a:pt x="218056" y="95302"/>
                </a:lnTo>
                <a:lnTo>
                  <a:pt x="219324" y="96603"/>
                </a:lnTo>
                <a:lnTo>
                  <a:pt x="217456" y="96603"/>
                </a:lnTo>
                <a:lnTo>
                  <a:pt x="217156" y="96703"/>
                </a:lnTo>
                <a:lnTo>
                  <a:pt x="215921" y="97938"/>
                </a:lnTo>
                <a:close/>
                <a:moveTo>
                  <a:pt x="220558" y="94435"/>
                </a:moveTo>
                <a:lnTo>
                  <a:pt x="222226" y="92767"/>
                </a:lnTo>
                <a:lnTo>
                  <a:pt x="229965" y="92767"/>
                </a:lnTo>
                <a:lnTo>
                  <a:pt x="226262" y="96470"/>
                </a:lnTo>
                <a:lnTo>
                  <a:pt x="220525" y="96470"/>
                </a:lnTo>
                <a:lnTo>
                  <a:pt x="220525" y="94435"/>
                </a:lnTo>
                <a:close/>
                <a:moveTo>
                  <a:pt x="222226" y="91967"/>
                </a:moveTo>
                <a:lnTo>
                  <a:pt x="220558" y="90299"/>
                </a:lnTo>
                <a:lnTo>
                  <a:pt x="220558" y="88264"/>
                </a:lnTo>
                <a:lnTo>
                  <a:pt x="226262" y="88264"/>
                </a:lnTo>
                <a:lnTo>
                  <a:pt x="229965" y="91967"/>
                </a:lnTo>
                <a:close/>
                <a:moveTo>
                  <a:pt x="223260" y="77356"/>
                </a:moveTo>
                <a:lnTo>
                  <a:pt x="225128" y="77356"/>
                </a:lnTo>
                <a:lnTo>
                  <a:pt x="226529" y="78791"/>
                </a:lnTo>
                <a:lnTo>
                  <a:pt x="226529" y="80792"/>
                </a:lnTo>
                <a:lnTo>
                  <a:pt x="225228" y="82126"/>
                </a:lnTo>
                <a:lnTo>
                  <a:pt x="225228" y="79324"/>
                </a:lnTo>
                <a:close/>
                <a:moveTo>
                  <a:pt x="227330" y="80025"/>
                </a:moveTo>
                <a:lnTo>
                  <a:pt x="227330" y="78457"/>
                </a:lnTo>
                <a:lnTo>
                  <a:pt x="226229" y="77356"/>
                </a:lnTo>
                <a:lnTo>
                  <a:pt x="229965" y="77356"/>
                </a:lnTo>
                <a:close/>
                <a:moveTo>
                  <a:pt x="230532" y="77923"/>
                </a:moveTo>
                <a:lnTo>
                  <a:pt x="230532" y="81659"/>
                </a:lnTo>
                <a:lnTo>
                  <a:pt x="229431" y="80559"/>
                </a:lnTo>
                <a:lnTo>
                  <a:pt x="229264" y="80559"/>
                </a:lnTo>
                <a:lnTo>
                  <a:pt x="227897" y="80559"/>
                </a:lnTo>
                <a:close/>
                <a:moveTo>
                  <a:pt x="227096" y="81359"/>
                </a:moveTo>
                <a:lnTo>
                  <a:pt x="229097" y="81359"/>
                </a:lnTo>
                <a:lnTo>
                  <a:pt x="230532" y="82794"/>
                </a:lnTo>
                <a:lnTo>
                  <a:pt x="230532" y="84662"/>
                </a:lnTo>
                <a:lnTo>
                  <a:pt x="228564" y="82693"/>
                </a:lnTo>
                <a:lnTo>
                  <a:pt x="228397" y="82693"/>
                </a:lnTo>
                <a:lnTo>
                  <a:pt x="225795" y="82693"/>
                </a:lnTo>
                <a:close/>
                <a:moveTo>
                  <a:pt x="231332" y="77923"/>
                </a:moveTo>
                <a:lnTo>
                  <a:pt x="233968" y="80559"/>
                </a:lnTo>
                <a:lnTo>
                  <a:pt x="232567" y="80559"/>
                </a:lnTo>
                <a:lnTo>
                  <a:pt x="232300" y="80692"/>
                </a:lnTo>
                <a:lnTo>
                  <a:pt x="231332" y="81659"/>
                </a:lnTo>
                <a:lnTo>
                  <a:pt x="231332" y="77923"/>
                </a:lnTo>
                <a:close/>
                <a:moveTo>
                  <a:pt x="229965" y="76589"/>
                </a:moveTo>
                <a:lnTo>
                  <a:pt x="226229" y="76589"/>
                </a:lnTo>
                <a:lnTo>
                  <a:pt x="227229" y="75588"/>
                </a:lnTo>
                <a:lnTo>
                  <a:pt x="227330" y="75321"/>
                </a:lnTo>
                <a:lnTo>
                  <a:pt x="227330" y="73920"/>
                </a:lnTo>
                <a:close/>
                <a:moveTo>
                  <a:pt x="227897" y="73387"/>
                </a:moveTo>
                <a:lnTo>
                  <a:pt x="229431" y="73387"/>
                </a:lnTo>
                <a:lnTo>
                  <a:pt x="230532" y="72286"/>
                </a:lnTo>
                <a:lnTo>
                  <a:pt x="230532" y="76022"/>
                </a:lnTo>
                <a:close/>
                <a:moveTo>
                  <a:pt x="221959" y="73253"/>
                </a:moveTo>
                <a:lnTo>
                  <a:pt x="218657" y="76589"/>
                </a:lnTo>
                <a:lnTo>
                  <a:pt x="216488" y="76589"/>
                </a:lnTo>
                <a:lnTo>
                  <a:pt x="220425" y="72620"/>
                </a:lnTo>
                <a:lnTo>
                  <a:pt x="220425" y="67049"/>
                </a:lnTo>
                <a:lnTo>
                  <a:pt x="221959" y="68583"/>
                </a:lnTo>
                <a:lnTo>
                  <a:pt x="221959" y="73253"/>
                </a:lnTo>
                <a:close/>
                <a:moveTo>
                  <a:pt x="220558" y="63646"/>
                </a:moveTo>
                <a:lnTo>
                  <a:pt x="222226" y="61979"/>
                </a:lnTo>
                <a:lnTo>
                  <a:pt x="229965" y="61979"/>
                </a:lnTo>
                <a:lnTo>
                  <a:pt x="226262" y="65681"/>
                </a:lnTo>
                <a:lnTo>
                  <a:pt x="220525" y="65681"/>
                </a:lnTo>
                <a:lnTo>
                  <a:pt x="220525" y="63646"/>
                </a:lnTo>
                <a:close/>
                <a:moveTo>
                  <a:pt x="222226" y="61178"/>
                </a:moveTo>
                <a:lnTo>
                  <a:pt x="220558" y="59510"/>
                </a:lnTo>
                <a:lnTo>
                  <a:pt x="220558" y="57475"/>
                </a:lnTo>
                <a:lnTo>
                  <a:pt x="226262" y="57475"/>
                </a:lnTo>
                <a:lnTo>
                  <a:pt x="229965" y="61178"/>
                </a:lnTo>
                <a:close/>
                <a:moveTo>
                  <a:pt x="223260" y="46568"/>
                </a:moveTo>
                <a:lnTo>
                  <a:pt x="225128" y="46568"/>
                </a:lnTo>
                <a:lnTo>
                  <a:pt x="226529" y="48002"/>
                </a:lnTo>
                <a:lnTo>
                  <a:pt x="226529" y="50003"/>
                </a:lnTo>
                <a:lnTo>
                  <a:pt x="225228" y="51338"/>
                </a:lnTo>
                <a:lnTo>
                  <a:pt x="225228" y="48536"/>
                </a:lnTo>
                <a:close/>
                <a:moveTo>
                  <a:pt x="227330" y="49236"/>
                </a:moveTo>
                <a:lnTo>
                  <a:pt x="227330" y="47835"/>
                </a:lnTo>
                <a:lnTo>
                  <a:pt x="227229" y="47568"/>
                </a:lnTo>
                <a:lnTo>
                  <a:pt x="226229" y="46568"/>
                </a:lnTo>
                <a:lnTo>
                  <a:pt x="229965" y="46568"/>
                </a:lnTo>
                <a:close/>
                <a:moveTo>
                  <a:pt x="230532" y="47135"/>
                </a:moveTo>
                <a:lnTo>
                  <a:pt x="230532" y="50871"/>
                </a:lnTo>
                <a:lnTo>
                  <a:pt x="229431" y="49770"/>
                </a:lnTo>
                <a:lnTo>
                  <a:pt x="227897" y="49770"/>
                </a:lnTo>
                <a:close/>
                <a:moveTo>
                  <a:pt x="227096" y="50570"/>
                </a:moveTo>
                <a:lnTo>
                  <a:pt x="229097" y="50570"/>
                </a:lnTo>
                <a:lnTo>
                  <a:pt x="230532" y="52005"/>
                </a:lnTo>
                <a:lnTo>
                  <a:pt x="230532" y="53873"/>
                </a:lnTo>
                <a:lnTo>
                  <a:pt x="228564" y="51905"/>
                </a:lnTo>
                <a:lnTo>
                  <a:pt x="225762" y="51905"/>
                </a:lnTo>
                <a:close/>
                <a:moveTo>
                  <a:pt x="231332" y="47135"/>
                </a:moveTo>
                <a:lnTo>
                  <a:pt x="233968" y="49770"/>
                </a:lnTo>
                <a:lnTo>
                  <a:pt x="232567" y="49770"/>
                </a:lnTo>
                <a:lnTo>
                  <a:pt x="232300" y="49903"/>
                </a:lnTo>
                <a:lnTo>
                  <a:pt x="231332" y="50871"/>
                </a:lnTo>
                <a:lnTo>
                  <a:pt x="231332" y="47135"/>
                </a:lnTo>
                <a:close/>
                <a:moveTo>
                  <a:pt x="229965" y="45800"/>
                </a:moveTo>
                <a:lnTo>
                  <a:pt x="226229" y="45800"/>
                </a:lnTo>
                <a:lnTo>
                  <a:pt x="227330" y="44700"/>
                </a:lnTo>
                <a:lnTo>
                  <a:pt x="227330" y="43132"/>
                </a:lnTo>
                <a:close/>
                <a:moveTo>
                  <a:pt x="227897" y="42598"/>
                </a:moveTo>
                <a:lnTo>
                  <a:pt x="229264" y="42598"/>
                </a:lnTo>
                <a:lnTo>
                  <a:pt x="229431" y="42598"/>
                </a:lnTo>
                <a:lnTo>
                  <a:pt x="230532" y="41497"/>
                </a:lnTo>
                <a:lnTo>
                  <a:pt x="230532" y="45233"/>
                </a:lnTo>
                <a:close/>
                <a:moveTo>
                  <a:pt x="221959" y="42465"/>
                </a:moveTo>
                <a:lnTo>
                  <a:pt x="218657" y="45800"/>
                </a:lnTo>
                <a:lnTo>
                  <a:pt x="216488" y="45800"/>
                </a:lnTo>
                <a:lnTo>
                  <a:pt x="220425" y="41831"/>
                </a:lnTo>
                <a:lnTo>
                  <a:pt x="220425" y="36260"/>
                </a:lnTo>
                <a:lnTo>
                  <a:pt x="221959" y="37795"/>
                </a:lnTo>
                <a:lnTo>
                  <a:pt x="221959" y="42465"/>
                </a:lnTo>
                <a:close/>
                <a:moveTo>
                  <a:pt x="220558" y="32858"/>
                </a:moveTo>
                <a:lnTo>
                  <a:pt x="222226" y="31190"/>
                </a:lnTo>
                <a:lnTo>
                  <a:pt x="229965" y="31190"/>
                </a:lnTo>
                <a:lnTo>
                  <a:pt x="226262" y="34893"/>
                </a:lnTo>
                <a:lnTo>
                  <a:pt x="220525" y="34893"/>
                </a:lnTo>
                <a:lnTo>
                  <a:pt x="220525" y="32858"/>
                </a:lnTo>
                <a:close/>
                <a:moveTo>
                  <a:pt x="222226" y="30389"/>
                </a:moveTo>
                <a:lnTo>
                  <a:pt x="220558" y="28721"/>
                </a:lnTo>
                <a:lnTo>
                  <a:pt x="220558" y="26687"/>
                </a:lnTo>
                <a:lnTo>
                  <a:pt x="226262" y="26687"/>
                </a:lnTo>
                <a:lnTo>
                  <a:pt x="229965" y="30389"/>
                </a:lnTo>
                <a:lnTo>
                  <a:pt x="222226" y="30389"/>
                </a:lnTo>
                <a:close/>
                <a:moveTo>
                  <a:pt x="219657" y="25786"/>
                </a:moveTo>
                <a:lnTo>
                  <a:pt x="217623" y="25786"/>
                </a:lnTo>
                <a:lnTo>
                  <a:pt x="215921" y="24085"/>
                </a:lnTo>
                <a:lnTo>
                  <a:pt x="215921" y="16346"/>
                </a:lnTo>
                <a:lnTo>
                  <a:pt x="219657" y="20049"/>
                </a:lnTo>
                <a:lnTo>
                  <a:pt x="219657" y="25786"/>
                </a:lnTo>
                <a:close/>
                <a:moveTo>
                  <a:pt x="215121" y="24085"/>
                </a:moveTo>
                <a:lnTo>
                  <a:pt x="213453" y="25786"/>
                </a:lnTo>
                <a:lnTo>
                  <a:pt x="211418" y="25786"/>
                </a:lnTo>
                <a:lnTo>
                  <a:pt x="211418" y="20049"/>
                </a:lnTo>
                <a:lnTo>
                  <a:pt x="215121" y="16346"/>
                </a:lnTo>
                <a:lnTo>
                  <a:pt x="215121" y="24085"/>
                </a:lnTo>
                <a:close/>
                <a:moveTo>
                  <a:pt x="202679" y="21083"/>
                </a:moveTo>
                <a:lnTo>
                  <a:pt x="202512" y="21083"/>
                </a:lnTo>
                <a:lnTo>
                  <a:pt x="200544" y="23051"/>
                </a:lnTo>
                <a:lnTo>
                  <a:pt x="200544" y="21216"/>
                </a:lnTo>
                <a:lnTo>
                  <a:pt x="201945" y="19782"/>
                </a:lnTo>
                <a:lnTo>
                  <a:pt x="203979" y="19782"/>
                </a:lnTo>
                <a:lnTo>
                  <a:pt x="205280" y="21083"/>
                </a:lnTo>
                <a:close/>
                <a:moveTo>
                  <a:pt x="203746" y="18447"/>
                </a:moveTo>
                <a:lnTo>
                  <a:pt x="201077" y="15779"/>
                </a:lnTo>
                <a:lnTo>
                  <a:pt x="204847" y="15779"/>
                </a:lnTo>
                <a:lnTo>
                  <a:pt x="203746" y="16880"/>
                </a:lnTo>
                <a:lnTo>
                  <a:pt x="203746" y="18447"/>
                </a:lnTo>
                <a:close/>
                <a:moveTo>
                  <a:pt x="200544" y="14445"/>
                </a:moveTo>
                <a:lnTo>
                  <a:pt x="200544" y="10709"/>
                </a:lnTo>
                <a:lnTo>
                  <a:pt x="201644" y="11776"/>
                </a:lnTo>
                <a:lnTo>
                  <a:pt x="203179" y="11776"/>
                </a:lnTo>
                <a:close/>
                <a:moveTo>
                  <a:pt x="199743" y="14445"/>
                </a:moveTo>
                <a:lnTo>
                  <a:pt x="197108" y="11776"/>
                </a:lnTo>
                <a:lnTo>
                  <a:pt x="198476" y="11776"/>
                </a:lnTo>
                <a:lnTo>
                  <a:pt x="198776" y="11676"/>
                </a:lnTo>
                <a:lnTo>
                  <a:pt x="199743" y="10709"/>
                </a:lnTo>
                <a:lnTo>
                  <a:pt x="199743" y="14445"/>
                </a:lnTo>
                <a:close/>
                <a:moveTo>
                  <a:pt x="199176" y="15779"/>
                </a:moveTo>
                <a:lnTo>
                  <a:pt x="196541" y="18414"/>
                </a:lnTo>
                <a:lnTo>
                  <a:pt x="196541" y="16880"/>
                </a:lnTo>
                <a:lnTo>
                  <a:pt x="195440" y="15779"/>
                </a:lnTo>
                <a:close/>
                <a:moveTo>
                  <a:pt x="199743" y="16346"/>
                </a:moveTo>
                <a:lnTo>
                  <a:pt x="199743" y="20082"/>
                </a:lnTo>
                <a:lnTo>
                  <a:pt x="198776" y="19115"/>
                </a:lnTo>
                <a:lnTo>
                  <a:pt x="198476" y="18981"/>
                </a:lnTo>
                <a:lnTo>
                  <a:pt x="197108" y="18981"/>
                </a:lnTo>
                <a:close/>
                <a:moveTo>
                  <a:pt x="188869" y="25786"/>
                </a:moveTo>
                <a:lnTo>
                  <a:pt x="186801" y="25786"/>
                </a:lnTo>
                <a:lnTo>
                  <a:pt x="185133" y="24085"/>
                </a:lnTo>
                <a:lnTo>
                  <a:pt x="185133" y="16346"/>
                </a:lnTo>
                <a:lnTo>
                  <a:pt x="188869" y="20049"/>
                </a:lnTo>
                <a:lnTo>
                  <a:pt x="188869" y="25786"/>
                </a:lnTo>
                <a:close/>
                <a:moveTo>
                  <a:pt x="184332" y="24085"/>
                </a:moveTo>
                <a:lnTo>
                  <a:pt x="182664" y="25786"/>
                </a:lnTo>
                <a:lnTo>
                  <a:pt x="180629" y="25786"/>
                </a:lnTo>
                <a:lnTo>
                  <a:pt x="180629" y="20049"/>
                </a:lnTo>
                <a:lnTo>
                  <a:pt x="184332" y="16346"/>
                </a:lnTo>
                <a:lnTo>
                  <a:pt x="184332" y="24085"/>
                </a:lnTo>
                <a:close/>
                <a:moveTo>
                  <a:pt x="171723" y="21083"/>
                </a:moveTo>
                <a:lnTo>
                  <a:pt x="169755" y="23051"/>
                </a:lnTo>
                <a:lnTo>
                  <a:pt x="169755" y="21216"/>
                </a:lnTo>
                <a:lnTo>
                  <a:pt x="171156" y="19782"/>
                </a:lnTo>
                <a:lnTo>
                  <a:pt x="173157" y="19782"/>
                </a:lnTo>
                <a:lnTo>
                  <a:pt x="174492" y="21083"/>
                </a:lnTo>
                <a:close/>
                <a:moveTo>
                  <a:pt x="172957" y="18447"/>
                </a:moveTo>
                <a:lnTo>
                  <a:pt x="170289" y="15779"/>
                </a:lnTo>
                <a:lnTo>
                  <a:pt x="174025" y="15779"/>
                </a:lnTo>
                <a:lnTo>
                  <a:pt x="172957" y="16880"/>
                </a:lnTo>
                <a:lnTo>
                  <a:pt x="172957" y="18447"/>
                </a:lnTo>
                <a:close/>
                <a:moveTo>
                  <a:pt x="169755" y="14445"/>
                </a:moveTo>
                <a:lnTo>
                  <a:pt x="169755" y="10709"/>
                </a:lnTo>
                <a:lnTo>
                  <a:pt x="170722" y="11676"/>
                </a:lnTo>
                <a:lnTo>
                  <a:pt x="170989" y="11809"/>
                </a:lnTo>
                <a:lnTo>
                  <a:pt x="172390" y="11809"/>
                </a:lnTo>
                <a:close/>
                <a:moveTo>
                  <a:pt x="168954" y="14445"/>
                </a:moveTo>
                <a:lnTo>
                  <a:pt x="166319" y="11776"/>
                </a:lnTo>
                <a:lnTo>
                  <a:pt x="167854" y="11776"/>
                </a:lnTo>
                <a:lnTo>
                  <a:pt x="168954" y="10709"/>
                </a:lnTo>
                <a:close/>
                <a:moveTo>
                  <a:pt x="168387" y="15779"/>
                </a:moveTo>
                <a:lnTo>
                  <a:pt x="165752" y="18414"/>
                </a:lnTo>
                <a:lnTo>
                  <a:pt x="165752" y="16880"/>
                </a:lnTo>
                <a:lnTo>
                  <a:pt x="164651" y="15779"/>
                </a:lnTo>
                <a:close/>
                <a:moveTo>
                  <a:pt x="165519" y="19782"/>
                </a:moveTo>
                <a:lnTo>
                  <a:pt x="167520" y="19782"/>
                </a:lnTo>
                <a:lnTo>
                  <a:pt x="168954" y="21216"/>
                </a:lnTo>
                <a:lnTo>
                  <a:pt x="168954" y="23051"/>
                </a:lnTo>
                <a:lnTo>
                  <a:pt x="166986" y="21083"/>
                </a:lnTo>
                <a:lnTo>
                  <a:pt x="166820" y="21083"/>
                </a:lnTo>
                <a:lnTo>
                  <a:pt x="164218" y="21083"/>
                </a:lnTo>
                <a:close/>
                <a:moveTo>
                  <a:pt x="163417" y="21883"/>
                </a:moveTo>
                <a:lnTo>
                  <a:pt x="166653" y="21883"/>
                </a:lnTo>
                <a:lnTo>
                  <a:pt x="168954" y="24185"/>
                </a:lnTo>
                <a:lnTo>
                  <a:pt x="168954" y="26553"/>
                </a:lnTo>
                <a:lnTo>
                  <a:pt x="165952" y="23551"/>
                </a:lnTo>
                <a:lnTo>
                  <a:pt x="165786" y="23551"/>
                </a:lnTo>
                <a:lnTo>
                  <a:pt x="161716" y="23551"/>
                </a:lnTo>
                <a:close/>
                <a:moveTo>
                  <a:pt x="160949" y="24352"/>
                </a:moveTo>
                <a:lnTo>
                  <a:pt x="165619" y="24352"/>
                </a:lnTo>
                <a:lnTo>
                  <a:pt x="168954" y="27654"/>
                </a:lnTo>
                <a:lnTo>
                  <a:pt x="168954" y="29822"/>
                </a:lnTo>
                <a:lnTo>
                  <a:pt x="164985" y="25886"/>
                </a:lnTo>
                <a:lnTo>
                  <a:pt x="164852" y="25886"/>
                </a:lnTo>
                <a:lnTo>
                  <a:pt x="159414" y="25886"/>
                </a:lnTo>
                <a:close/>
                <a:moveTo>
                  <a:pt x="158047" y="25786"/>
                </a:moveTo>
                <a:lnTo>
                  <a:pt x="156012" y="25786"/>
                </a:lnTo>
                <a:lnTo>
                  <a:pt x="154344" y="24085"/>
                </a:lnTo>
                <a:lnTo>
                  <a:pt x="154344" y="16346"/>
                </a:lnTo>
                <a:lnTo>
                  <a:pt x="158047" y="20049"/>
                </a:lnTo>
                <a:lnTo>
                  <a:pt x="158047" y="25786"/>
                </a:lnTo>
                <a:close/>
                <a:moveTo>
                  <a:pt x="153543" y="24085"/>
                </a:moveTo>
                <a:lnTo>
                  <a:pt x="151876" y="25786"/>
                </a:lnTo>
                <a:lnTo>
                  <a:pt x="149841" y="25786"/>
                </a:lnTo>
                <a:lnTo>
                  <a:pt x="149841" y="20049"/>
                </a:lnTo>
                <a:lnTo>
                  <a:pt x="153543" y="16346"/>
                </a:lnTo>
                <a:lnTo>
                  <a:pt x="153543" y="24085"/>
                </a:lnTo>
                <a:close/>
                <a:moveTo>
                  <a:pt x="141068" y="21083"/>
                </a:moveTo>
                <a:lnTo>
                  <a:pt x="140901" y="21083"/>
                </a:lnTo>
                <a:lnTo>
                  <a:pt x="138933" y="23051"/>
                </a:lnTo>
                <a:lnTo>
                  <a:pt x="138933" y="21216"/>
                </a:lnTo>
                <a:lnTo>
                  <a:pt x="140367" y="19782"/>
                </a:lnTo>
                <a:lnTo>
                  <a:pt x="142369" y="19782"/>
                </a:lnTo>
                <a:lnTo>
                  <a:pt x="143703" y="21083"/>
                </a:lnTo>
                <a:close/>
                <a:moveTo>
                  <a:pt x="142135" y="18447"/>
                </a:moveTo>
                <a:lnTo>
                  <a:pt x="139500" y="15779"/>
                </a:lnTo>
                <a:lnTo>
                  <a:pt x="143236" y="15779"/>
                </a:lnTo>
                <a:lnTo>
                  <a:pt x="142135" y="16880"/>
                </a:lnTo>
                <a:lnTo>
                  <a:pt x="142135" y="18447"/>
                </a:lnTo>
                <a:close/>
                <a:moveTo>
                  <a:pt x="138933" y="14445"/>
                </a:moveTo>
                <a:lnTo>
                  <a:pt x="138933" y="10709"/>
                </a:lnTo>
                <a:lnTo>
                  <a:pt x="140034" y="11776"/>
                </a:lnTo>
                <a:lnTo>
                  <a:pt x="141602" y="11776"/>
                </a:lnTo>
                <a:close/>
                <a:moveTo>
                  <a:pt x="138166" y="14445"/>
                </a:moveTo>
                <a:lnTo>
                  <a:pt x="135531" y="11776"/>
                </a:lnTo>
                <a:lnTo>
                  <a:pt x="136898" y="11776"/>
                </a:lnTo>
                <a:lnTo>
                  <a:pt x="137165" y="11676"/>
                </a:lnTo>
                <a:lnTo>
                  <a:pt x="138166" y="10709"/>
                </a:lnTo>
                <a:lnTo>
                  <a:pt x="138166" y="14445"/>
                </a:lnTo>
                <a:close/>
                <a:moveTo>
                  <a:pt x="137599" y="15779"/>
                </a:moveTo>
                <a:lnTo>
                  <a:pt x="134964" y="18414"/>
                </a:lnTo>
                <a:lnTo>
                  <a:pt x="134964" y="16880"/>
                </a:lnTo>
                <a:lnTo>
                  <a:pt x="133863" y="15779"/>
                </a:lnTo>
                <a:close/>
                <a:moveTo>
                  <a:pt x="138166" y="16346"/>
                </a:moveTo>
                <a:lnTo>
                  <a:pt x="138166" y="20082"/>
                </a:lnTo>
                <a:lnTo>
                  <a:pt x="137165" y="19115"/>
                </a:lnTo>
                <a:lnTo>
                  <a:pt x="136898" y="18981"/>
                </a:lnTo>
                <a:lnTo>
                  <a:pt x="135531" y="18981"/>
                </a:lnTo>
                <a:close/>
                <a:moveTo>
                  <a:pt x="127258" y="25786"/>
                </a:moveTo>
                <a:lnTo>
                  <a:pt x="125223" y="25786"/>
                </a:lnTo>
                <a:lnTo>
                  <a:pt x="123555" y="24085"/>
                </a:lnTo>
                <a:lnTo>
                  <a:pt x="123555" y="16346"/>
                </a:lnTo>
                <a:lnTo>
                  <a:pt x="127258" y="20049"/>
                </a:lnTo>
                <a:close/>
                <a:moveTo>
                  <a:pt x="122755" y="24085"/>
                </a:moveTo>
                <a:lnTo>
                  <a:pt x="121087" y="25786"/>
                </a:lnTo>
                <a:lnTo>
                  <a:pt x="119052" y="25786"/>
                </a:lnTo>
                <a:lnTo>
                  <a:pt x="119052" y="20049"/>
                </a:lnTo>
                <a:lnTo>
                  <a:pt x="122755" y="16346"/>
                </a:lnTo>
                <a:close/>
                <a:moveTo>
                  <a:pt x="110112" y="21083"/>
                </a:moveTo>
                <a:lnTo>
                  <a:pt x="108144" y="23051"/>
                </a:lnTo>
                <a:lnTo>
                  <a:pt x="108144" y="21216"/>
                </a:lnTo>
                <a:lnTo>
                  <a:pt x="109579" y="19782"/>
                </a:lnTo>
                <a:lnTo>
                  <a:pt x="111580" y="19782"/>
                </a:lnTo>
                <a:lnTo>
                  <a:pt x="112914" y="21083"/>
                </a:lnTo>
                <a:close/>
                <a:moveTo>
                  <a:pt x="111347" y="18447"/>
                </a:moveTo>
                <a:lnTo>
                  <a:pt x="108711" y="15779"/>
                </a:lnTo>
                <a:lnTo>
                  <a:pt x="112447" y="15779"/>
                </a:lnTo>
                <a:lnTo>
                  <a:pt x="111347" y="16880"/>
                </a:lnTo>
                <a:close/>
                <a:moveTo>
                  <a:pt x="108144" y="14445"/>
                </a:moveTo>
                <a:lnTo>
                  <a:pt x="108144" y="10709"/>
                </a:lnTo>
                <a:lnTo>
                  <a:pt x="109145" y="11676"/>
                </a:lnTo>
                <a:lnTo>
                  <a:pt x="109412" y="11809"/>
                </a:lnTo>
                <a:lnTo>
                  <a:pt x="110813" y="11809"/>
                </a:lnTo>
                <a:close/>
                <a:moveTo>
                  <a:pt x="107377" y="14445"/>
                </a:moveTo>
                <a:lnTo>
                  <a:pt x="104709" y="11776"/>
                </a:lnTo>
                <a:lnTo>
                  <a:pt x="106276" y="11776"/>
                </a:lnTo>
                <a:lnTo>
                  <a:pt x="107377" y="10709"/>
                </a:lnTo>
                <a:close/>
                <a:moveTo>
                  <a:pt x="106810" y="15779"/>
                </a:moveTo>
                <a:lnTo>
                  <a:pt x="104175" y="18414"/>
                </a:lnTo>
                <a:lnTo>
                  <a:pt x="104175" y="16880"/>
                </a:lnTo>
                <a:lnTo>
                  <a:pt x="103074" y="15779"/>
                </a:lnTo>
                <a:close/>
                <a:moveTo>
                  <a:pt x="103941" y="19782"/>
                </a:moveTo>
                <a:lnTo>
                  <a:pt x="105943" y="19782"/>
                </a:lnTo>
                <a:lnTo>
                  <a:pt x="107344" y="21216"/>
                </a:lnTo>
                <a:lnTo>
                  <a:pt x="107344" y="23051"/>
                </a:lnTo>
                <a:lnTo>
                  <a:pt x="105376" y="21083"/>
                </a:lnTo>
                <a:lnTo>
                  <a:pt x="105242" y="21083"/>
                </a:lnTo>
                <a:lnTo>
                  <a:pt x="102607" y="21083"/>
                </a:lnTo>
                <a:close/>
                <a:moveTo>
                  <a:pt x="101840" y="21883"/>
                </a:moveTo>
                <a:lnTo>
                  <a:pt x="105076" y="21883"/>
                </a:lnTo>
                <a:lnTo>
                  <a:pt x="107377" y="24185"/>
                </a:lnTo>
                <a:lnTo>
                  <a:pt x="107377" y="26553"/>
                </a:lnTo>
                <a:lnTo>
                  <a:pt x="104375" y="23551"/>
                </a:lnTo>
                <a:lnTo>
                  <a:pt x="104208" y="23551"/>
                </a:lnTo>
                <a:lnTo>
                  <a:pt x="100139" y="23551"/>
                </a:lnTo>
                <a:close/>
                <a:moveTo>
                  <a:pt x="99371" y="24352"/>
                </a:moveTo>
                <a:lnTo>
                  <a:pt x="104041" y="24352"/>
                </a:lnTo>
                <a:lnTo>
                  <a:pt x="107377" y="27654"/>
                </a:lnTo>
                <a:lnTo>
                  <a:pt x="107377" y="29822"/>
                </a:lnTo>
                <a:lnTo>
                  <a:pt x="103408" y="25886"/>
                </a:lnTo>
                <a:lnTo>
                  <a:pt x="103241" y="25886"/>
                </a:lnTo>
                <a:lnTo>
                  <a:pt x="97837" y="25886"/>
                </a:lnTo>
                <a:close/>
                <a:moveTo>
                  <a:pt x="96469" y="25786"/>
                </a:moveTo>
                <a:lnTo>
                  <a:pt x="94435" y="25786"/>
                </a:lnTo>
                <a:lnTo>
                  <a:pt x="92767" y="24085"/>
                </a:lnTo>
                <a:lnTo>
                  <a:pt x="92767" y="16346"/>
                </a:lnTo>
                <a:lnTo>
                  <a:pt x="96469" y="20082"/>
                </a:lnTo>
                <a:close/>
                <a:moveTo>
                  <a:pt x="91966" y="24085"/>
                </a:moveTo>
                <a:lnTo>
                  <a:pt x="90298" y="25786"/>
                </a:lnTo>
                <a:lnTo>
                  <a:pt x="88264" y="25786"/>
                </a:lnTo>
                <a:lnTo>
                  <a:pt x="88264" y="20049"/>
                </a:lnTo>
                <a:lnTo>
                  <a:pt x="91966" y="16346"/>
                </a:lnTo>
                <a:close/>
                <a:moveTo>
                  <a:pt x="79491" y="21083"/>
                </a:moveTo>
                <a:lnTo>
                  <a:pt x="79324" y="21083"/>
                </a:lnTo>
                <a:lnTo>
                  <a:pt x="77356" y="23051"/>
                </a:lnTo>
                <a:lnTo>
                  <a:pt x="77356" y="21216"/>
                </a:lnTo>
                <a:lnTo>
                  <a:pt x="78790" y="19782"/>
                </a:lnTo>
                <a:lnTo>
                  <a:pt x="80792" y="19782"/>
                </a:lnTo>
                <a:lnTo>
                  <a:pt x="82126" y="21083"/>
                </a:lnTo>
                <a:close/>
                <a:moveTo>
                  <a:pt x="80558" y="18447"/>
                </a:moveTo>
                <a:lnTo>
                  <a:pt x="77923" y="15779"/>
                </a:lnTo>
                <a:lnTo>
                  <a:pt x="81659" y="15779"/>
                </a:lnTo>
                <a:lnTo>
                  <a:pt x="80558" y="16880"/>
                </a:lnTo>
                <a:close/>
                <a:moveTo>
                  <a:pt x="77356" y="14445"/>
                </a:moveTo>
                <a:lnTo>
                  <a:pt x="77356" y="10709"/>
                </a:lnTo>
                <a:lnTo>
                  <a:pt x="78457" y="11776"/>
                </a:lnTo>
                <a:lnTo>
                  <a:pt x="80024" y="11776"/>
                </a:lnTo>
                <a:close/>
                <a:moveTo>
                  <a:pt x="76589" y="14445"/>
                </a:moveTo>
                <a:lnTo>
                  <a:pt x="73920" y="11776"/>
                </a:lnTo>
                <a:lnTo>
                  <a:pt x="75321" y="11776"/>
                </a:lnTo>
                <a:lnTo>
                  <a:pt x="75588" y="11676"/>
                </a:lnTo>
                <a:lnTo>
                  <a:pt x="76555" y="10709"/>
                </a:lnTo>
                <a:lnTo>
                  <a:pt x="76555" y="14445"/>
                </a:lnTo>
                <a:close/>
                <a:moveTo>
                  <a:pt x="76021" y="15779"/>
                </a:moveTo>
                <a:lnTo>
                  <a:pt x="73386" y="18414"/>
                </a:lnTo>
                <a:lnTo>
                  <a:pt x="73386" y="16880"/>
                </a:lnTo>
                <a:lnTo>
                  <a:pt x="72285" y="15779"/>
                </a:lnTo>
                <a:close/>
                <a:moveTo>
                  <a:pt x="76589" y="16346"/>
                </a:moveTo>
                <a:lnTo>
                  <a:pt x="76589" y="20082"/>
                </a:lnTo>
                <a:lnTo>
                  <a:pt x="75588" y="19115"/>
                </a:lnTo>
                <a:lnTo>
                  <a:pt x="75321" y="18981"/>
                </a:lnTo>
                <a:lnTo>
                  <a:pt x="73920" y="18981"/>
                </a:lnTo>
                <a:close/>
                <a:moveTo>
                  <a:pt x="65681" y="25786"/>
                </a:moveTo>
                <a:lnTo>
                  <a:pt x="63646" y="25786"/>
                </a:lnTo>
                <a:lnTo>
                  <a:pt x="61978" y="24085"/>
                </a:lnTo>
                <a:lnTo>
                  <a:pt x="61978" y="16346"/>
                </a:lnTo>
                <a:lnTo>
                  <a:pt x="65681" y="20049"/>
                </a:lnTo>
                <a:close/>
                <a:moveTo>
                  <a:pt x="61178" y="24085"/>
                </a:moveTo>
                <a:lnTo>
                  <a:pt x="59510" y="25786"/>
                </a:lnTo>
                <a:lnTo>
                  <a:pt x="57475" y="25786"/>
                </a:lnTo>
                <a:lnTo>
                  <a:pt x="57475" y="20049"/>
                </a:lnTo>
                <a:lnTo>
                  <a:pt x="61178" y="16346"/>
                </a:lnTo>
                <a:close/>
                <a:moveTo>
                  <a:pt x="48535" y="21083"/>
                </a:moveTo>
                <a:lnTo>
                  <a:pt x="46567" y="23051"/>
                </a:lnTo>
                <a:lnTo>
                  <a:pt x="46567" y="21216"/>
                </a:lnTo>
                <a:lnTo>
                  <a:pt x="48001" y="19782"/>
                </a:lnTo>
                <a:lnTo>
                  <a:pt x="50003" y="19782"/>
                </a:lnTo>
                <a:lnTo>
                  <a:pt x="51337" y="21083"/>
                </a:lnTo>
                <a:close/>
                <a:moveTo>
                  <a:pt x="49769" y="18447"/>
                </a:moveTo>
                <a:lnTo>
                  <a:pt x="47134" y="15779"/>
                </a:lnTo>
                <a:lnTo>
                  <a:pt x="50870" y="15779"/>
                </a:lnTo>
                <a:lnTo>
                  <a:pt x="49769" y="16880"/>
                </a:lnTo>
                <a:close/>
                <a:moveTo>
                  <a:pt x="46567" y="14445"/>
                </a:moveTo>
                <a:lnTo>
                  <a:pt x="46567" y="10709"/>
                </a:lnTo>
                <a:lnTo>
                  <a:pt x="47534" y="11676"/>
                </a:lnTo>
                <a:lnTo>
                  <a:pt x="47835" y="11809"/>
                </a:lnTo>
                <a:lnTo>
                  <a:pt x="49202" y="11809"/>
                </a:lnTo>
                <a:close/>
                <a:moveTo>
                  <a:pt x="45767" y="14445"/>
                </a:moveTo>
                <a:lnTo>
                  <a:pt x="43131" y="11776"/>
                </a:lnTo>
                <a:lnTo>
                  <a:pt x="44699" y="11776"/>
                </a:lnTo>
                <a:lnTo>
                  <a:pt x="45767" y="10709"/>
                </a:lnTo>
                <a:close/>
                <a:moveTo>
                  <a:pt x="45233" y="15779"/>
                </a:moveTo>
                <a:lnTo>
                  <a:pt x="42564" y="18414"/>
                </a:lnTo>
                <a:lnTo>
                  <a:pt x="42564" y="16880"/>
                </a:lnTo>
                <a:lnTo>
                  <a:pt x="41497" y="15779"/>
                </a:lnTo>
                <a:close/>
                <a:moveTo>
                  <a:pt x="42364" y="19782"/>
                </a:moveTo>
                <a:lnTo>
                  <a:pt x="44366" y="19782"/>
                </a:lnTo>
                <a:lnTo>
                  <a:pt x="45767" y="21216"/>
                </a:lnTo>
                <a:lnTo>
                  <a:pt x="45767" y="23051"/>
                </a:lnTo>
                <a:lnTo>
                  <a:pt x="43798" y="21083"/>
                </a:lnTo>
                <a:lnTo>
                  <a:pt x="43665" y="21083"/>
                </a:lnTo>
                <a:lnTo>
                  <a:pt x="41030" y="21083"/>
                </a:lnTo>
                <a:close/>
                <a:moveTo>
                  <a:pt x="40229" y="21883"/>
                </a:moveTo>
                <a:lnTo>
                  <a:pt x="43498" y="21883"/>
                </a:lnTo>
                <a:lnTo>
                  <a:pt x="45767" y="24185"/>
                </a:lnTo>
                <a:lnTo>
                  <a:pt x="45767" y="26553"/>
                </a:lnTo>
                <a:lnTo>
                  <a:pt x="42798" y="23551"/>
                </a:lnTo>
                <a:lnTo>
                  <a:pt x="42631" y="23551"/>
                </a:lnTo>
                <a:lnTo>
                  <a:pt x="38561" y="23551"/>
                </a:lnTo>
                <a:close/>
                <a:moveTo>
                  <a:pt x="37761" y="24352"/>
                </a:moveTo>
                <a:lnTo>
                  <a:pt x="42464" y="24352"/>
                </a:lnTo>
                <a:lnTo>
                  <a:pt x="45767" y="27654"/>
                </a:lnTo>
                <a:lnTo>
                  <a:pt x="45767" y="29822"/>
                </a:lnTo>
                <a:lnTo>
                  <a:pt x="41830" y="25886"/>
                </a:lnTo>
                <a:lnTo>
                  <a:pt x="41664" y="25886"/>
                </a:lnTo>
                <a:lnTo>
                  <a:pt x="36260" y="25886"/>
                </a:lnTo>
                <a:close/>
                <a:moveTo>
                  <a:pt x="34892" y="25786"/>
                </a:moveTo>
                <a:lnTo>
                  <a:pt x="32857" y="25786"/>
                </a:lnTo>
                <a:lnTo>
                  <a:pt x="31189" y="24085"/>
                </a:lnTo>
                <a:lnTo>
                  <a:pt x="31189" y="16346"/>
                </a:lnTo>
                <a:lnTo>
                  <a:pt x="34892" y="20049"/>
                </a:lnTo>
                <a:close/>
                <a:moveTo>
                  <a:pt x="30389" y="24085"/>
                </a:moveTo>
                <a:lnTo>
                  <a:pt x="28721" y="25786"/>
                </a:lnTo>
                <a:lnTo>
                  <a:pt x="26653" y="25786"/>
                </a:lnTo>
                <a:lnTo>
                  <a:pt x="26653" y="20049"/>
                </a:lnTo>
                <a:lnTo>
                  <a:pt x="30389" y="16346"/>
                </a:lnTo>
                <a:lnTo>
                  <a:pt x="30389" y="24085"/>
                </a:lnTo>
                <a:close/>
                <a:moveTo>
                  <a:pt x="19748" y="35693"/>
                </a:moveTo>
                <a:lnTo>
                  <a:pt x="19881" y="35693"/>
                </a:lnTo>
                <a:lnTo>
                  <a:pt x="25319" y="35693"/>
                </a:lnTo>
                <a:lnTo>
                  <a:pt x="23784" y="37228"/>
                </a:lnTo>
                <a:lnTo>
                  <a:pt x="19081" y="37228"/>
                </a:lnTo>
                <a:lnTo>
                  <a:pt x="15778" y="33892"/>
                </a:lnTo>
                <a:lnTo>
                  <a:pt x="15778" y="31757"/>
                </a:lnTo>
                <a:close/>
                <a:moveTo>
                  <a:pt x="18781" y="38028"/>
                </a:moveTo>
                <a:lnTo>
                  <a:pt x="18947" y="38028"/>
                </a:lnTo>
                <a:lnTo>
                  <a:pt x="22984" y="38028"/>
                </a:lnTo>
                <a:lnTo>
                  <a:pt x="21316" y="39696"/>
                </a:lnTo>
                <a:lnTo>
                  <a:pt x="18080" y="39696"/>
                </a:lnTo>
                <a:lnTo>
                  <a:pt x="15778" y="37394"/>
                </a:lnTo>
                <a:lnTo>
                  <a:pt x="15778" y="35026"/>
                </a:lnTo>
                <a:close/>
                <a:moveTo>
                  <a:pt x="14978" y="40363"/>
                </a:moveTo>
                <a:lnTo>
                  <a:pt x="13577" y="41797"/>
                </a:lnTo>
                <a:lnTo>
                  <a:pt x="11542" y="41797"/>
                </a:lnTo>
                <a:lnTo>
                  <a:pt x="10241" y="40463"/>
                </a:lnTo>
                <a:lnTo>
                  <a:pt x="13010" y="40463"/>
                </a:lnTo>
                <a:lnTo>
                  <a:pt x="14978" y="38495"/>
                </a:lnTo>
                <a:lnTo>
                  <a:pt x="14978" y="40363"/>
                </a:lnTo>
                <a:close/>
                <a:moveTo>
                  <a:pt x="11776" y="43132"/>
                </a:moveTo>
                <a:lnTo>
                  <a:pt x="14411" y="45800"/>
                </a:lnTo>
                <a:lnTo>
                  <a:pt x="10675" y="45800"/>
                </a:lnTo>
                <a:lnTo>
                  <a:pt x="11776" y="44700"/>
                </a:lnTo>
                <a:lnTo>
                  <a:pt x="11776" y="43132"/>
                </a:lnTo>
                <a:close/>
                <a:moveTo>
                  <a:pt x="14978" y="47135"/>
                </a:moveTo>
                <a:lnTo>
                  <a:pt x="14978" y="50871"/>
                </a:lnTo>
                <a:lnTo>
                  <a:pt x="14011" y="49903"/>
                </a:lnTo>
                <a:lnTo>
                  <a:pt x="13744" y="49770"/>
                </a:lnTo>
                <a:lnTo>
                  <a:pt x="12343" y="49770"/>
                </a:lnTo>
                <a:close/>
                <a:moveTo>
                  <a:pt x="15778" y="52005"/>
                </a:moveTo>
                <a:lnTo>
                  <a:pt x="17213" y="50570"/>
                </a:lnTo>
                <a:lnTo>
                  <a:pt x="19214" y="50570"/>
                </a:lnTo>
                <a:lnTo>
                  <a:pt x="20549" y="51905"/>
                </a:lnTo>
                <a:lnTo>
                  <a:pt x="17747" y="51905"/>
                </a:lnTo>
                <a:lnTo>
                  <a:pt x="15778" y="53873"/>
                </a:lnTo>
                <a:close/>
                <a:moveTo>
                  <a:pt x="18080" y="52672"/>
                </a:moveTo>
                <a:lnTo>
                  <a:pt x="21316" y="52672"/>
                </a:lnTo>
                <a:lnTo>
                  <a:pt x="23017" y="54340"/>
                </a:lnTo>
                <a:lnTo>
                  <a:pt x="18947" y="54340"/>
                </a:lnTo>
                <a:lnTo>
                  <a:pt x="18647" y="54473"/>
                </a:lnTo>
                <a:lnTo>
                  <a:pt x="15778" y="57342"/>
                </a:lnTo>
                <a:lnTo>
                  <a:pt x="15778" y="54974"/>
                </a:lnTo>
                <a:close/>
                <a:moveTo>
                  <a:pt x="19081" y="55140"/>
                </a:moveTo>
                <a:lnTo>
                  <a:pt x="23784" y="55140"/>
                </a:lnTo>
                <a:lnTo>
                  <a:pt x="25319" y="56675"/>
                </a:lnTo>
                <a:lnTo>
                  <a:pt x="19748" y="56675"/>
                </a:lnTo>
                <a:lnTo>
                  <a:pt x="15778" y="60611"/>
                </a:lnTo>
                <a:lnTo>
                  <a:pt x="15778" y="58443"/>
                </a:lnTo>
                <a:close/>
                <a:moveTo>
                  <a:pt x="19748" y="66482"/>
                </a:moveTo>
                <a:lnTo>
                  <a:pt x="25319" y="66482"/>
                </a:lnTo>
                <a:lnTo>
                  <a:pt x="23784" y="68016"/>
                </a:lnTo>
                <a:lnTo>
                  <a:pt x="19081" y="68016"/>
                </a:lnTo>
                <a:lnTo>
                  <a:pt x="15778" y="64714"/>
                </a:lnTo>
                <a:lnTo>
                  <a:pt x="15778" y="62546"/>
                </a:lnTo>
                <a:close/>
                <a:moveTo>
                  <a:pt x="18647" y="68683"/>
                </a:moveTo>
                <a:lnTo>
                  <a:pt x="18947" y="68817"/>
                </a:lnTo>
                <a:lnTo>
                  <a:pt x="22984" y="68817"/>
                </a:lnTo>
                <a:lnTo>
                  <a:pt x="21316" y="70485"/>
                </a:lnTo>
                <a:lnTo>
                  <a:pt x="18080" y="70485"/>
                </a:lnTo>
                <a:lnTo>
                  <a:pt x="15778" y="68183"/>
                </a:lnTo>
                <a:lnTo>
                  <a:pt x="15778" y="65815"/>
                </a:lnTo>
                <a:close/>
                <a:moveTo>
                  <a:pt x="14978" y="71152"/>
                </a:moveTo>
                <a:lnTo>
                  <a:pt x="13577" y="72586"/>
                </a:lnTo>
                <a:lnTo>
                  <a:pt x="11542" y="72586"/>
                </a:lnTo>
                <a:lnTo>
                  <a:pt x="10241" y="71285"/>
                </a:lnTo>
                <a:lnTo>
                  <a:pt x="13010" y="71285"/>
                </a:lnTo>
                <a:lnTo>
                  <a:pt x="14978" y="69317"/>
                </a:lnTo>
                <a:lnTo>
                  <a:pt x="14978" y="71152"/>
                </a:lnTo>
                <a:close/>
                <a:moveTo>
                  <a:pt x="11776" y="75321"/>
                </a:moveTo>
                <a:lnTo>
                  <a:pt x="11776" y="73954"/>
                </a:lnTo>
                <a:lnTo>
                  <a:pt x="14411" y="76589"/>
                </a:lnTo>
                <a:lnTo>
                  <a:pt x="10675" y="76589"/>
                </a:lnTo>
                <a:lnTo>
                  <a:pt x="11675" y="75588"/>
                </a:lnTo>
                <a:close/>
                <a:moveTo>
                  <a:pt x="14444" y="77356"/>
                </a:moveTo>
                <a:lnTo>
                  <a:pt x="11776" y="80025"/>
                </a:lnTo>
                <a:lnTo>
                  <a:pt x="11776" y="78457"/>
                </a:lnTo>
                <a:lnTo>
                  <a:pt x="10675" y="77356"/>
                </a:lnTo>
                <a:close/>
                <a:moveTo>
                  <a:pt x="14978" y="77923"/>
                </a:moveTo>
                <a:lnTo>
                  <a:pt x="14978" y="81659"/>
                </a:lnTo>
                <a:lnTo>
                  <a:pt x="14011" y="80692"/>
                </a:lnTo>
                <a:lnTo>
                  <a:pt x="13744" y="80559"/>
                </a:lnTo>
                <a:lnTo>
                  <a:pt x="12343" y="80559"/>
                </a:lnTo>
                <a:close/>
                <a:moveTo>
                  <a:pt x="15778" y="82794"/>
                </a:moveTo>
                <a:lnTo>
                  <a:pt x="17213" y="81359"/>
                </a:lnTo>
                <a:lnTo>
                  <a:pt x="19214" y="81359"/>
                </a:lnTo>
                <a:lnTo>
                  <a:pt x="20549" y="82693"/>
                </a:lnTo>
                <a:lnTo>
                  <a:pt x="17913" y="82693"/>
                </a:lnTo>
                <a:lnTo>
                  <a:pt x="17747" y="82693"/>
                </a:lnTo>
                <a:lnTo>
                  <a:pt x="15778" y="84662"/>
                </a:lnTo>
                <a:close/>
                <a:moveTo>
                  <a:pt x="18080" y="83461"/>
                </a:moveTo>
                <a:lnTo>
                  <a:pt x="21316" y="83461"/>
                </a:lnTo>
                <a:lnTo>
                  <a:pt x="23017" y="85162"/>
                </a:lnTo>
                <a:lnTo>
                  <a:pt x="18947" y="85162"/>
                </a:lnTo>
                <a:lnTo>
                  <a:pt x="18781" y="85162"/>
                </a:lnTo>
                <a:lnTo>
                  <a:pt x="15778" y="88131"/>
                </a:lnTo>
                <a:lnTo>
                  <a:pt x="15778" y="85762"/>
                </a:lnTo>
                <a:close/>
                <a:moveTo>
                  <a:pt x="19081" y="85929"/>
                </a:moveTo>
                <a:lnTo>
                  <a:pt x="23784" y="85929"/>
                </a:lnTo>
                <a:lnTo>
                  <a:pt x="25319" y="87464"/>
                </a:lnTo>
                <a:lnTo>
                  <a:pt x="19881" y="87464"/>
                </a:lnTo>
                <a:lnTo>
                  <a:pt x="19748" y="87464"/>
                </a:lnTo>
                <a:lnTo>
                  <a:pt x="15778" y="91400"/>
                </a:lnTo>
                <a:lnTo>
                  <a:pt x="15778" y="89265"/>
                </a:lnTo>
                <a:close/>
                <a:moveTo>
                  <a:pt x="26653" y="97371"/>
                </a:moveTo>
                <a:lnTo>
                  <a:pt x="28721" y="97371"/>
                </a:lnTo>
                <a:lnTo>
                  <a:pt x="30389" y="99072"/>
                </a:lnTo>
                <a:lnTo>
                  <a:pt x="30389" y="106811"/>
                </a:lnTo>
                <a:lnTo>
                  <a:pt x="26653" y="103108"/>
                </a:lnTo>
                <a:lnTo>
                  <a:pt x="26653" y="97371"/>
                </a:lnTo>
                <a:close/>
                <a:moveTo>
                  <a:pt x="31189" y="99072"/>
                </a:moveTo>
                <a:lnTo>
                  <a:pt x="32857" y="97371"/>
                </a:lnTo>
                <a:lnTo>
                  <a:pt x="34892" y="97371"/>
                </a:lnTo>
                <a:lnTo>
                  <a:pt x="34892" y="103108"/>
                </a:lnTo>
                <a:lnTo>
                  <a:pt x="31189" y="106811"/>
                </a:lnTo>
                <a:close/>
                <a:moveTo>
                  <a:pt x="43665" y="102074"/>
                </a:moveTo>
                <a:lnTo>
                  <a:pt x="43798" y="102074"/>
                </a:lnTo>
                <a:lnTo>
                  <a:pt x="45767" y="100106"/>
                </a:lnTo>
                <a:lnTo>
                  <a:pt x="45767" y="101974"/>
                </a:lnTo>
                <a:lnTo>
                  <a:pt x="44366" y="103375"/>
                </a:lnTo>
                <a:lnTo>
                  <a:pt x="42364" y="103375"/>
                </a:lnTo>
                <a:lnTo>
                  <a:pt x="41030" y="102074"/>
                </a:lnTo>
                <a:close/>
                <a:moveTo>
                  <a:pt x="42564" y="104743"/>
                </a:moveTo>
                <a:lnTo>
                  <a:pt x="45233" y="107378"/>
                </a:lnTo>
                <a:lnTo>
                  <a:pt x="41497" y="107378"/>
                </a:lnTo>
                <a:lnTo>
                  <a:pt x="42564" y="106277"/>
                </a:lnTo>
                <a:lnTo>
                  <a:pt x="42564" y="104743"/>
                </a:lnTo>
                <a:close/>
                <a:moveTo>
                  <a:pt x="45767" y="108712"/>
                </a:moveTo>
                <a:lnTo>
                  <a:pt x="45767" y="112448"/>
                </a:lnTo>
                <a:lnTo>
                  <a:pt x="44699" y="111381"/>
                </a:lnTo>
                <a:lnTo>
                  <a:pt x="43131" y="111381"/>
                </a:lnTo>
                <a:close/>
                <a:moveTo>
                  <a:pt x="46567" y="108712"/>
                </a:moveTo>
                <a:lnTo>
                  <a:pt x="49202" y="111381"/>
                </a:lnTo>
                <a:lnTo>
                  <a:pt x="47835" y="111381"/>
                </a:lnTo>
                <a:lnTo>
                  <a:pt x="47568" y="111481"/>
                </a:lnTo>
                <a:lnTo>
                  <a:pt x="46567" y="112448"/>
                </a:lnTo>
                <a:lnTo>
                  <a:pt x="46567" y="108712"/>
                </a:lnTo>
                <a:close/>
                <a:moveTo>
                  <a:pt x="47134" y="107378"/>
                </a:moveTo>
                <a:lnTo>
                  <a:pt x="49769" y="104743"/>
                </a:lnTo>
                <a:lnTo>
                  <a:pt x="49769" y="106277"/>
                </a:lnTo>
                <a:lnTo>
                  <a:pt x="50870" y="107378"/>
                </a:lnTo>
                <a:close/>
                <a:moveTo>
                  <a:pt x="46567" y="106811"/>
                </a:moveTo>
                <a:lnTo>
                  <a:pt x="46567" y="103075"/>
                </a:lnTo>
                <a:lnTo>
                  <a:pt x="47534" y="104042"/>
                </a:lnTo>
                <a:lnTo>
                  <a:pt x="47835" y="104175"/>
                </a:lnTo>
                <a:lnTo>
                  <a:pt x="49202" y="104175"/>
                </a:lnTo>
                <a:close/>
                <a:moveTo>
                  <a:pt x="57475" y="97371"/>
                </a:moveTo>
                <a:lnTo>
                  <a:pt x="59510" y="97371"/>
                </a:lnTo>
                <a:lnTo>
                  <a:pt x="61178" y="99072"/>
                </a:lnTo>
                <a:lnTo>
                  <a:pt x="61178" y="106811"/>
                </a:lnTo>
                <a:lnTo>
                  <a:pt x="57475" y="103108"/>
                </a:lnTo>
                <a:close/>
                <a:moveTo>
                  <a:pt x="61978" y="99072"/>
                </a:moveTo>
                <a:lnTo>
                  <a:pt x="63646" y="97371"/>
                </a:lnTo>
                <a:lnTo>
                  <a:pt x="65681" y="97371"/>
                </a:lnTo>
                <a:lnTo>
                  <a:pt x="65681" y="103108"/>
                </a:lnTo>
                <a:lnTo>
                  <a:pt x="61978" y="106811"/>
                </a:lnTo>
                <a:close/>
                <a:moveTo>
                  <a:pt x="74620" y="102074"/>
                </a:moveTo>
                <a:lnTo>
                  <a:pt x="76589" y="100106"/>
                </a:lnTo>
                <a:lnTo>
                  <a:pt x="76589" y="101974"/>
                </a:lnTo>
                <a:lnTo>
                  <a:pt x="75154" y="103375"/>
                </a:lnTo>
                <a:lnTo>
                  <a:pt x="73153" y="103375"/>
                </a:lnTo>
                <a:lnTo>
                  <a:pt x="71818" y="102074"/>
                </a:lnTo>
                <a:close/>
                <a:moveTo>
                  <a:pt x="73386" y="104743"/>
                </a:moveTo>
                <a:lnTo>
                  <a:pt x="76021" y="107378"/>
                </a:lnTo>
                <a:lnTo>
                  <a:pt x="72285" y="107378"/>
                </a:lnTo>
                <a:lnTo>
                  <a:pt x="73386" y="106277"/>
                </a:lnTo>
                <a:close/>
                <a:moveTo>
                  <a:pt x="76589" y="108712"/>
                </a:moveTo>
                <a:lnTo>
                  <a:pt x="76589" y="112448"/>
                </a:lnTo>
                <a:lnTo>
                  <a:pt x="75588" y="111481"/>
                </a:lnTo>
                <a:lnTo>
                  <a:pt x="75321" y="111381"/>
                </a:lnTo>
                <a:lnTo>
                  <a:pt x="73920" y="111381"/>
                </a:lnTo>
                <a:close/>
                <a:moveTo>
                  <a:pt x="77356" y="108712"/>
                </a:moveTo>
                <a:lnTo>
                  <a:pt x="80024" y="111381"/>
                </a:lnTo>
                <a:lnTo>
                  <a:pt x="78457" y="111381"/>
                </a:lnTo>
                <a:lnTo>
                  <a:pt x="77356" y="112448"/>
                </a:lnTo>
                <a:close/>
                <a:moveTo>
                  <a:pt x="77923" y="107378"/>
                </a:moveTo>
                <a:lnTo>
                  <a:pt x="80558" y="104743"/>
                </a:lnTo>
                <a:lnTo>
                  <a:pt x="80558" y="106277"/>
                </a:lnTo>
                <a:lnTo>
                  <a:pt x="81659" y="107378"/>
                </a:lnTo>
                <a:close/>
                <a:moveTo>
                  <a:pt x="80792" y="103375"/>
                </a:moveTo>
                <a:lnTo>
                  <a:pt x="78790" y="103375"/>
                </a:lnTo>
                <a:lnTo>
                  <a:pt x="77356" y="101941"/>
                </a:lnTo>
                <a:lnTo>
                  <a:pt x="77356" y="100106"/>
                </a:lnTo>
                <a:lnTo>
                  <a:pt x="79324" y="102074"/>
                </a:lnTo>
                <a:lnTo>
                  <a:pt x="79491" y="102074"/>
                </a:lnTo>
                <a:lnTo>
                  <a:pt x="82092" y="102074"/>
                </a:lnTo>
                <a:close/>
                <a:moveTo>
                  <a:pt x="82893" y="101273"/>
                </a:moveTo>
                <a:lnTo>
                  <a:pt x="79657" y="101273"/>
                </a:lnTo>
                <a:lnTo>
                  <a:pt x="77356" y="98972"/>
                </a:lnTo>
                <a:lnTo>
                  <a:pt x="77356" y="96603"/>
                </a:lnTo>
                <a:lnTo>
                  <a:pt x="80358" y="99606"/>
                </a:lnTo>
                <a:lnTo>
                  <a:pt x="80525" y="99606"/>
                </a:lnTo>
                <a:lnTo>
                  <a:pt x="84594" y="99606"/>
                </a:lnTo>
                <a:close/>
                <a:moveTo>
                  <a:pt x="85361" y="98805"/>
                </a:moveTo>
                <a:lnTo>
                  <a:pt x="80691" y="98805"/>
                </a:lnTo>
                <a:lnTo>
                  <a:pt x="77356" y="95503"/>
                </a:lnTo>
                <a:lnTo>
                  <a:pt x="77356" y="93334"/>
                </a:lnTo>
                <a:lnTo>
                  <a:pt x="81325" y="97271"/>
                </a:lnTo>
                <a:lnTo>
                  <a:pt x="81492" y="97271"/>
                </a:lnTo>
                <a:lnTo>
                  <a:pt x="86896" y="97271"/>
                </a:lnTo>
                <a:close/>
                <a:moveTo>
                  <a:pt x="88264" y="97371"/>
                </a:moveTo>
                <a:lnTo>
                  <a:pt x="90298" y="97371"/>
                </a:lnTo>
                <a:lnTo>
                  <a:pt x="91966" y="99072"/>
                </a:lnTo>
                <a:lnTo>
                  <a:pt x="91966" y="106811"/>
                </a:lnTo>
                <a:lnTo>
                  <a:pt x="88264" y="103108"/>
                </a:lnTo>
                <a:close/>
                <a:moveTo>
                  <a:pt x="92767" y="99072"/>
                </a:moveTo>
                <a:lnTo>
                  <a:pt x="94435" y="97371"/>
                </a:lnTo>
                <a:lnTo>
                  <a:pt x="96469" y="97371"/>
                </a:lnTo>
                <a:lnTo>
                  <a:pt x="96469" y="103108"/>
                </a:lnTo>
                <a:lnTo>
                  <a:pt x="92767" y="106811"/>
                </a:lnTo>
                <a:close/>
                <a:moveTo>
                  <a:pt x="105242" y="102074"/>
                </a:moveTo>
                <a:lnTo>
                  <a:pt x="105409" y="102074"/>
                </a:lnTo>
                <a:lnTo>
                  <a:pt x="107377" y="100106"/>
                </a:lnTo>
                <a:lnTo>
                  <a:pt x="107377" y="101974"/>
                </a:lnTo>
                <a:lnTo>
                  <a:pt x="105943" y="103375"/>
                </a:lnTo>
                <a:lnTo>
                  <a:pt x="103941" y="103375"/>
                </a:lnTo>
                <a:lnTo>
                  <a:pt x="102607" y="102074"/>
                </a:lnTo>
                <a:close/>
                <a:moveTo>
                  <a:pt x="104175" y="104743"/>
                </a:moveTo>
                <a:lnTo>
                  <a:pt x="106810" y="107378"/>
                </a:lnTo>
                <a:lnTo>
                  <a:pt x="103074" y="107378"/>
                </a:lnTo>
                <a:lnTo>
                  <a:pt x="104175" y="106277"/>
                </a:lnTo>
                <a:close/>
                <a:moveTo>
                  <a:pt x="107377" y="108712"/>
                </a:moveTo>
                <a:lnTo>
                  <a:pt x="107377" y="112448"/>
                </a:lnTo>
                <a:lnTo>
                  <a:pt x="106276" y="111381"/>
                </a:lnTo>
                <a:lnTo>
                  <a:pt x="104709" y="111381"/>
                </a:lnTo>
                <a:close/>
                <a:moveTo>
                  <a:pt x="108144" y="108712"/>
                </a:moveTo>
                <a:lnTo>
                  <a:pt x="110813" y="111381"/>
                </a:lnTo>
                <a:lnTo>
                  <a:pt x="109412" y="111381"/>
                </a:lnTo>
                <a:lnTo>
                  <a:pt x="109145" y="111481"/>
                </a:lnTo>
                <a:lnTo>
                  <a:pt x="108144" y="112448"/>
                </a:lnTo>
                <a:lnTo>
                  <a:pt x="108144" y="108712"/>
                </a:lnTo>
                <a:close/>
                <a:moveTo>
                  <a:pt x="108711" y="107378"/>
                </a:moveTo>
                <a:lnTo>
                  <a:pt x="111347" y="104743"/>
                </a:lnTo>
                <a:lnTo>
                  <a:pt x="111347" y="106277"/>
                </a:lnTo>
                <a:lnTo>
                  <a:pt x="112447" y="107378"/>
                </a:lnTo>
                <a:close/>
                <a:moveTo>
                  <a:pt x="108144" y="106811"/>
                </a:moveTo>
                <a:lnTo>
                  <a:pt x="108144" y="103075"/>
                </a:lnTo>
                <a:lnTo>
                  <a:pt x="109145" y="104042"/>
                </a:lnTo>
                <a:lnTo>
                  <a:pt x="109412" y="104175"/>
                </a:lnTo>
                <a:lnTo>
                  <a:pt x="110813" y="104175"/>
                </a:lnTo>
                <a:close/>
                <a:moveTo>
                  <a:pt x="119052" y="97371"/>
                </a:moveTo>
                <a:lnTo>
                  <a:pt x="121087" y="97371"/>
                </a:lnTo>
                <a:lnTo>
                  <a:pt x="122755" y="99072"/>
                </a:lnTo>
                <a:lnTo>
                  <a:pt x="122755" y="106811"/>
                </a:lnTo>
                <a:lnTo>
                  <a:pt x="119052" y="103108"/>
                </a:lnTo>
                <a:close/>
                <a:moveTo>
                  <a:pt x="123555" y="99072"/>
                </a:moveTo>
                <a:lnTo>
                  <a:pt x="125223" y="97371"/>
                </a:lnTo>
                <a:lnTo>
                  <a:pt x="127258" y="97371"/>
                </a:lnTo>
                <a:lnTo>
                  <a:pt x="127258" y="103108"/>
                </a:lnTo>
                <a:lnTo>
                  <a:pt x="123555" y="106811"/>
                </a:lnTo>
                <a:lnTo>
                  <a:pt x="123555" y="99072"/>
                </a:lnTo>
                <a:close/>
                <a:moveTo>
                  <a:pt x="136198" y="102074"/>
                </a:moveTo>
                <a:lnTo>
                  <a:pt x="138166" y="100106"/>
                </a:lnTo>
                <a:lnTo>
                  <a:pt x="138166" y="101974"/>
                </a:lnTo>
                <a:lnTo>
                  <a:pt x="136731" y="103375"/>
                </a:lnTo>
                <a:lnTo>
                  <a:pt x="134730" y="103375"/>
                </a:lnTo>
                <a:lnTo>
                  <a:pt x="133396" y="102074"/>
                </a:lnTo>
                <a:close/>
                <a:moveTo>
                  <a:pt x="134964" y="104743"/>
                </a:moveTo>
                <a:lnTo>
                  <a:pt x="137599" y="107378"/>
                </a:lnTo>
                <a:lnTo>
                  <a:pt x="133863" y="107378"/>
                </a:lnTo>
                <a:lnTo>
                  <a:pt x="134964" y="106277"/>
                </a:lnTo>
                <a:lnTo>
                  <a:pt x="134964" y="104743"/>
                </a:lnTo>
                <a:close/>
                <a:moveTo>
                  <a:pt x="138166" y="108712"/>
                </a:moveTo>
                <a:lnTo>
                  <a:pt x="138166" y="112448"/>
                </a:lnTo>
                <a:lnTo>
                  <a:pt x="137165" y="111481"/>
                </a:lnTo>
                <a:lnTo>
                  <a:pt x="136898" y="111381"/>
                </a:lnTo>
                <a:lnTo>
                  <a:pt x="135531" y="111381"/>
                </a:lnTo>
                <a:close/>
                <a:moveTo>
                  <a:pt x="138933" y="108712"/>
                </a:moveTo>
                <a:lnTo>
                  <a:pt x="141602" y="111381"/>
                </a:lnTo>
                <a:lnTo>
                  <a:pt x="140034" y="111381"/>
                </a:lnTo>
                <a:lnTo>
                  <a:pt x="138933" y="112448"/>
                </a:lnTo>
                <a:close/>
                <a:moveTo>
                  <a:pt x="139500" y="107378"/>
                </a:moveTo>
                <a:lnTo>
                  <a:pt x="142135" y="104743"/>
                </a:lnTo>
                <a:lnTo>
                  <a:pt x="142135" y="106277"/>
                </a:lnTo>
                <a:lnTo>
                  <a:pt x="143236" y="107378"/>
                </a:lnTo>
                <a:close/>
                <a:moveTo>
                  <a:pt x="142369" y="103375"/>
                </a:moveTo>
                <a:lnTo>
                  <a:pt x="140367" y="103375"/>
                </a:lnTo>
                <a:lnTo>
                  <a:pt x="138933" y="101941"/>
                </a:lnTo>
                <a:lnTo>
                  <a:pt x="138933" y="100106"/>
                </a:lnTo>
                <a:lnTo>
                  <a:pt x="140901" y="102074"/>
                </a:lnTo>
                <a:lnTo>
                  <a:pt x="141068" y="102074"/>
                </a:lnTo>
                <a:lnTo>
                  <a:pt x="143703" y="102074"/>
                </a:lnTo>
                <a:close/>
                <a:moveTo>
                  <a:pt x="144504" y="101273"/>
                </a:moveTo>
                <a:lnTo>
                  <a:pt x="141235" y="101273"/>
                </a:lnTo>
                <a:lnTo>
                  <a:pt x="138933" y="98972"/>
                </a:lnTo>
                <a:lnTo>
                  <a:pt x="138933" y="96603"/>
                </a:lnTo>
                <a:lnTo>
                  <a:pt x="141935" y="99606"/>
                </a:lnTo>
                <a:lnTo>
                  <a:pt x="142102" y="99606"/>
                </a:lnTo>
                <a:lnTo>
                  <a:pt x="146172" y="99606"/>
                </a:lnTo>
                <a:close/>
                <a:moveTo>
                  <a:pt x="146939" y="98805"/>
                </a:moveTo>
                <a:lnTo>
                  <a:pt x="142269" y="98805"/>
                </a:lnTo>
                <a:lnTo>
                  <a:pt x="138933" y="95503"/>
                </a:lnTo>
                <a:lnTo>
                  <a:pt x="138933" y="93334"/>
                </a:lnTo>
                <a:lnTo>
                  <a:pt x="142903" y="97271"/>
                </a:lnTo>
                <a:lnTo>
                  <a:pt x="143069" y="97271"/>
                </a:lnTo>
                <a:lnTo>
                  <a:pt x="148473" y="97271"/>
                </a:lnTo>
                <a:close/>
                <a:moveTo>
                  <a:pt x="149841" y="97371"/>
                </a:moveTo>
                <a:lnTo>
                  <a:pt x="151876" y="97371"/>
                </a:lnTo>
                <a:lnTo>
                  <a:pt x="153543" y="99072"/>
                </a:lnTo>
                <a:lnTo>
                  <a:pt x="153543" y="106811"/>
                </a:lnTo>
                <a:lnTo>
                  <a:pt x="149841" y="103108"/>
                </a:lnTo>
                <a:lnTo>
                  <a:pt x="149841" y="97371"/>
                </a:lnTo>
                <a:close/>
                <a:moveTo>
                  <a:pt x="154344" y="99072"/>
                </a:moveTo>
                <a:lnTo>
                  <a:pt x="156012" y="97371"/>
                </a:lnTo>
                <a:lnTo>
                  <a:pt x="158047" y="97371"/>
                </a:lnTo>
                <a:lnTo>
                  <a:pt x="158047" y="103108"/>
                </a:lnTo>
                <a:lnTo>
                  <a:pt x="154344" y="106811"/>
                </a:lnTo>
                <a:lnTo>
                  <a:pt x="154344" y="99072"/>
                </a:lnTo>
                <a:close/>
                <a:moveTo>
                  <a:pt x="166820" y="102074"/>
                </a:moveTo>
                <a:lnTo>
                  <a:pt x="166986" y="102074"/>
                </a:lnTo>
                <a:lnTo>
                  <a:pt x="168954" y="100106"/>
                </a:lnTo>
                <a:lnTo>
                  <a:pt x="168954" y="101974"/>
                </a:lnTo>
                <a:lnTo>
                  <a:pt x="167520" y="103375"/>
                </a:lnTo>
                <a:lnTo>
                  <a:pt x="165519" y="103375"/>
                </a:lnTo>
                <a:lnTo>
                  <a:pt x="164184" y="102074"/>
                </a:lnTo>
                <a:close/>
                <a:moveTo>
                  <a:pt x="165752" y="104743"/>
                </a:moveTo>
                <a:lnTo>
                  <a:pt x="168387" y="107378"/>
                </a:lnTo>
                <a:lnTo>
                  <a:pt x="164651" y="107378"/>
                </a:lnTo>
                <a:lnTo>
                  <a:pt x="165752" y="106277"/>
                </a:lnTo>
                <a:lnTo>
                  <a:pt x="165752" y="104743"/>
                </a:lnTo>
                <a:close/>
                <a:moveTo>
                  <a:pt x="168954" y="108712"/>
                </a:moveTo>
                <a:lnTo>
                  <a:pt x="168954" y="112448"/>
                </a:lnTo>
                <a:lnTo>
                  <a:pt x="167854" y="111381"/>
                </a:lnTo>
                <a:lnTo>
                  <a:pt x="166319" y="111381"/>
                </a:lnTo>
                <a:close/>
                <a:moveTo>
                  <a:pt x="169755" y="108712"/>
                </a:moveTo>
                <a:lnTo>
                  <a:pt x="172390" y="111381"/>
                </a:lnTo>
                <a:lnTo>
                  <a:pt x="170989" y="111381"/>
                </a:lnTo>
                <a:lnTo>
                  <a:pt x="170722" y="111481"/>
                </a:lnTo>
                <a:lnTo>
                  <a:pt x="169755" y="112448"/>
                </a:lnTo>
                <a:lnTo>
                  <a:pt x="169755" y="108712"/>
                </a:lnTo>
                <a:close/>
                <a:moveTo>
                  <a:pt x="170289" y="107378"/>
                </a:moveTo>
                <a:lnTo>
                  <a:pt x="172957" y="104743"/>
                </a:lnTo>
                <a:lnTo>
                  <a:pt x="172957" y="106277"/>
                </a:lnTo>
                <a:lnTo>
                  <a:pt x="174025" y="107378"/>
                </a:lnTo>
                <a:close/>
                <a:moveTo>
                  <a:pt x="169755" y="106811"/>
                </a:moveTo>
                <a:lnTo>
                  <a:pt x="169755" y="103075"/>
                </a:lnTo>
                <a:lnTo>
                  <a:pt x="170722" y="104042"/>
                </a:lnTo>
                <a:lnTo>
                  <a:pt x="170989" y="104175"/>
                </a:lnTo>
                <a:lnTo>
                  <a:pt x="172390" y="104175"/>
                </a:lnTo>
                <a:close/>
                <a:moveTo>
                  <a:pt x="180629" y="97371"/>
                </a:moveTo>
                <a:lnTo>
                  <a:pt x="182664" y="97371"/>
                </a:lnTo>
                <a:lnTo>
                  <a:pt x="184332" y="99072"/>
                </a:lnTo>
                <a:lnTo>
                  <a:pt x="184332" y="106811"/>
                </a:lnTo>
                <a:lnTo>
                  <a:pt x="180629" y="103108"/>
                </a:lnTo>
                <a:lnTo>
                  <a:pt x="180629" y="97371"/>
                </a:lnTo>
                <a:close/>
                <a:moveTo>
                  <a:pt x="185133" y="99072"/>
                </a:moveTo>
                <a:lnTo>
                  <a:pt x="186801" y="97371"/>
                </a:lnTo>
                <a:lnTo>
                  <a:pt x="188835" y="97371"/>
                </a:lnTo>
                <a:lnTo>
                  <a:pt x="188835" y="103108"/>
                </a:lnTo>
                <a:lnTo>
                  <a:pt x="185133" y="106811"/>
                </a:lnTo>
                <a:lnTo>
                  <a:pt x="185133" y="99072"/>
                </a:lnTo>
                <a:close/>
                <a:moveTo>
                  <a:pt x="197775" y="102074"/>
                </a:moveTo>
                <a:lnTo>
                  <a:pt x="199743" y="100106"/>
                </a:lnTo>
                <a:lnTo>
                  <a:pt x="199743" y="101974"/>
                </a:lnTo>
                <a:lnTo>
                  <a:pt x="198309" y="103375"/>
                </a:lnTo>
                <a:lnTo>
                  <a:pt x="196307" y="103375"/>
                </a:lnTo>
                <a:lnTo>
                  <a:pt x="194973" y="102074"/>
                </a:lnTo>
                <a:close/>
                <a:moveTo>
                  <a:pt x="196541" y="104743"/>
                </a:moveTo>
                <a:lnTo>
                  <a:pt x="199176" y="107378"/>
                </a:lnTo>
                <a:lnTo>
                  <a:pt x="195440" y="107378"/>
                </a:lnTo>
                <a:lnTo>
                  <a:pt x="196541" y="106277"/>
                </a:lnTo>
                <a:lnTo>
                  <a:pt x="196541" y="104743"/>
                </a:lnTo>
                <a:close/>
                <a:moveTo>
                  <a:pt x="199743" y="108712"/>
                </a:moveTo>
                <a:lnTo>
                  <a:pt x="199743" y="112448"/>
                </a:lnTo>
                <a:lnTo>
                  <a:pt x="198776" y="111481"/>
                </a:lnTo>
                <a:lnTo>
                  <a:pt x="198476" y="111381"/>
                </a:lnTo>
                <a:lnTo>
                  <a:pt x="197108" y="111381"/>
                </a:lnTo>
                <a:close/>
                <a:moveTo>
                  <a:pt x="200544" y="108712"/>
                </a:moveTo>
                <a:lnTo>
                  <a:pt x="203179" y="111381"/>
                </a:lnTo>
                <a:lnTo>
                  <a:pt x="201644" y="111381"/>
                </a:lnTo>
                <a:lnTo>
                  <a:pt x="200544" y="112448"/>
                </a:lnTo>
                <a:close/>
                <a:moveTo>
                  <a:pt x="201077" y="107378"/>
                </a:moveTo>
                <a:lnTo>
                  <a:pt x="203746" y="104743"/>
                </a:lnTo>
                <a:lnTo>
                  <a:pt x="203746" y="106277"/>
                </a:lnTo>
                <a:lnTo>
                  <a:pt x="204847" y="107378"/>
                </a:lnTo>
                <a:close/>
                <a:moveTo>
                  <a:pt x="203979" y="103375"/>
                </a:moveTo>
                <a:lnTo>
                  <a:pt x="201945" y="103375"/>
                </a:lnTo>
                <a:lnTo>
                  <a:pt x="200544" y="101941"/>
                </a:lnTo>
                <a:lnTo>
                  <a:pt x="200544" y="100106"/>
                </a:lnTo>
                <a:lnTo>
                  <a:pt x="202512" y="102074"/>
                </a:lnTo>
                <a:lnTo>
                  <a:pt x="202645" y="102074"/>
                </a:lnTo>
                <a:lnTo>
                  <a:pt x="205280" y="102074"/>
                </a:lnTo>
                <a:close/>
                <a:moveTo>
                  <a:pt x="206081" y="101273"/>
                </a:moveTo>
                <a:lnTo>
                  <a:pt x="202812" y="101273"/>
                </a:lnTo>
                <a:lnTo>
                  <a:pt x="200544" y="98972"/>
                </a:lnTo>
                <a:lnTo>
                  <a:pt x="200544" y="96603"/>
                </a:lnTo>
                <a:lnTo>
                  <a:pt x="203512" y="99606"/>
                </a:lnTo>
                <a:lnTo>
                  <a:pt x="203679" y="99606"/>
                </a:lnTo>
                <a:lnTo>
                  <a:pt x="207749" y="99606"/>
                </a:lnTo>
                <a:close/>
                <a:moveTo>
                  <a:pt x="208549" y="98805"/>
                </a:moveTo>
                <a:lnTo>
                  <a:pt x="203846" y="98805"/>
                </a:lnTo>
                <a:lnTo>
                  <a:pt x="200544" y="95503"/>
                </a:lnTo>
                <a:lnTo>
                  <a:pt x="200544" y="93334"/>
                </a:lnTo>
                <a:lnTo>
                  <a:pt x="204480" y="97271"/>
                </a:lnTo>
                <a:lnTo>
                  <a:pt x="204647" y="97271"/>
                </a:lnTo>
                <a:lnTo>
                  <a:pt x="210084" y="97271"/>
                </a:lnTo>
                <a:close/>
                <a:moveTo>
                  <a:pt x="211418" y="97371"/>
                </a:moveTo>
                <a:lnTo>
                  <a:pt x="213453" y="97371"/>
                </a:lnTo>
                <a:lnTo>
                  <a:pt x="215154" y="99072"/>
                </a:lnTo>
                <a:lnTo>
                  <a:pt x="215154" y="106811"/>
                </a:lnTo>
                <a:lnTo>
                  <a:pt x="211418" y="103108"/>
                </a:lnTo>
                <a:lnTo>
                  <a:pt x="211418" y="97371"/>
                </a:lnTo>
                <a:close/>
                <a:moveTo>
                  <a:pt x="215921" y="99072"/>
                </a:moveTo>
                <a:lnTo>
                  <a:pt x="217623" y="97371"/>
                </a:lnTo>
                <a:lnTo>
                  <a:pt x="219657" y="97371"/>
                </a:lnTo>
                <a:lnTo>
                  <a:pt x="219657" y="103108"/>
                </a:lnTo>
                <a:lnTo>
                  <a:pt x="215921" y="106811"/>
                </a:lnTo>
                <a:lnTo>
                  <a:pt x="215921" y="99072"/>
                </a:lnTo>
                <a:close/>
                <a:moveTo>
                  <a:pt x="226596" y="87464"/>
                </a:moveTo>
                <a:lnTo>
                  <a:pt x="226429" y="87464"/>
                </a:lnTo>
                <a:lnTo>
                  <a:pt x="220992" y="87464"/>
                </a:lnTo>
                <a:lnTo>
                  <a:pt x="222526" y="85929"/>
                </a:lnTo>
                <a:lnTo>
                  <a:pt x="227229" y="85929"/>
                </a:lnTo>
                <a:lnTo>
                  <a:pt x="230532" y="89265"/>
                </a:lnTo>
                <a:lnTo>
                  <a:pt x="230532" y="91400"/>
                </a:lnTo>
                <a:close/>
                <a:moveTo>
                  <a:pt x="227530" y="85162"/>
                </a:moveTo>
                <a:lnTo>
                  <a:pt x="227396" y="85162"/>
                </a:lnTo>
                <a:lnTo>
                  <a:pt x="223327" y="85162"/>
                </a:lnTo>
                <a:lnTo>
                  <a:pt x="224995" y="83461"/>
                </a:lnTo>
                <a:lnTo>
                  <a:pt x="228230" y="83461"/>
                </a:lnTo>
                <a:lnTo>
                  <a:pt x="230532" y="85762"/>
                </a:lnTo>
                <a:lnTo>
                  <a:pt x="230532" y="88131"/>
                </a:lnTo>
                <a:close/>
                <a:moveTo>
                  <a:pt x="231332" y="82794"/>
                </a:moveTo>
                <a:lnTo>
                  <a:pt x="232733" y="81359"/>
                </a:lnTo>
                <a:lnTo>
                  <a:pt x="234768" y="81359"/>
                </a:lnTo>
                <a:lnTo>
                  <a:pt x="236069" y="82693"/>
                </a:lnTo>
                <a:lnTo>
                  <a:pt x="233300" y="82693"/>
                </a:lnTo>
                <a:lnTo>
                  <a:pt x="231332" y="84662"/>
                </a:lnTo>
                <a:lnTo>
                  <a:pt x="231332" y="82794"/>
                </a:lnTo>
                <a:close/>
                <a:moveTo>
                  <a:pt x="234535" y="80025"/>
                </a:moveTo>
                <a:lnTo>
                  <a:pt x="231899" y="77356"/>
                </a:lnTo>
                <a:lnTo>
                  <a:pt x="235635" y="77356"/>
                </a:lnTo>
                <a:lnTo>
                  <a:pt x="234535" y="78457"/>
                </a:lnTo>
                <a:close/>
                <a:moveTo>
                  <a:pt x="231332" y="76022"/>
                </a:moveTo>
                <a:lnTo>
                  <a:pt x="231332" y="72286"/>
                </a:lnTo>
                <a:lnTo>
                  <a:pt x="232300" y="73253"/>
                </a:lnTo>
                <a:lnTo>
                  <a:pt x="232567" y="73387"/>
                </a:lnTo>
                <a:lnTo>
                  <a:pt x="233968" y="73387"/>
                </a:lnTo>
                <a:close/>
                <a:moveTo>
                  <a:pt x="230532" y="71152"/>
                </a:moveTo>
                <a:lnTo>
                  <a:pt x="229097" y="72586"/>
                </a:lnTo>
                <a:lnTo>
                  <a:pt x="227096" y="72586"/>
                </a:lnTo>
                <a:lnTo>
                  <a:pt x="225762" y="71285"/>
                </a:lnTo>
                <a:lnTo>
                  <a:pt x="228564" y="71285"/>
                </a:lnTo>
                <a:lnTo>
                  <a:pt x="230532" y="69317"/>
                </a:lnTo>
                <a:close/>
                <a:moveTo>
                  <a:pt x="228230" y="70485"/>
                </a:moveTo>
                <a:lnTo>
                  <a:pt x="224995" y="70485"/>
                </a:lnTo>
                <a:lnTo>
                  <a:pt x="223327" y="68783"/>
                </a:lnTo>
                <a:lnTo>
                  <a:pt x="227363" y="68783"/>
                </a:lnTo>
                <a:lnTo>
                  <a:pt x="227663" y="68683"/>
                </a:lnTo>
                <a:lnTo>
                  <a:pt x="230532" y="65815"/>
                </a:lnTo>
                <a:lnTo>
                  <a:pt x="230532" y="68183"/>
                </a:lnTo>
                <a:close/>
                <a:moveTo>
                  <a:pt x="227229" y="68016"/>
                </a:moveTo>
                <a:lnTo>
                  <a:pt x="222526" y="68016"/>
                </a:lnTo>
                <a:lnTo>
                  <a:pt x="220992" y="66482"/>
                </a:lnTo>
                <a:lnTo>
                  <a:pt x="226596" y="66482"/>
                </a:lnTo>
                <a:lnTo>
                  <a:pt x="230532" y="62546"/>
                </a:lnTo>
                <a:lnTo>
                  <a:pt x="230532" y="64714"/>
                </a:lnTo>
                <a:close/>
                <a:moveTo>
                  <a:pt x="226596" y="56675"/>
                </a:moveTo>
                <a:lnTo>
                  <a:pt x="220992" y="56675"/>
                </a:lnTo>
                <a:lnTo>
                  <a:pt x="222526" y="55140"/>
                </a:lnTo>
                <a:lnTo>
                  <a:pt x="227229" y="55140"/>
                </a:lnTo>
                <a:lnTo>
                  <a:pt x="230532" y="58476"/>
                </a:lnTo>
                <a:lnTo>
                  <a:pt x="230532" y="60611"/>
                </a:lnTo>
                <a:close/>
                <a:moveTo>
                  <a:pt x="227663" y="54473"/>
                </a:moveTo>
                <a:lnTo>
                  <a:pt x="227396" y="54340"/>
                </a:lnTo>
                <a:lnTo>
                  <a:pt x="223327" y="54340"/>
                </a:lnTo>
                <a:lnTo>
                  <a:pt x="224995" y="52672"/>
                </a:lnTo>
                <a:lnTo>
                  <a:pt x="228230" y="52672"/>
                </a:lnTo>
                <a:lnTo>
                  <a:pt x="230532" y="54974"/>
                </a:lnTo>
                <a:lnTo>
                  <a:pt x="230532" y="57342"/>
                </a:lnTo>
                <a:close/>
                <a:moveTo>
                  <a:pt x="231332" y="52005"/>
                </a:moveTo>
                <a:lnTo>
                  <a:pt x="232733" y="50570"/>
                </a:lnTo>
                <a:lnTo>
                  <a:pt x="234768" y="50570"/>
                </a:lnTo>
                <a:lnTo>
                  <a:pt x="236069" y="51905"/>
                </a:lnTo>
                <a:lnTo>
                  <a:pt x="233300" y="51905"/>
                </a:lnTo>
                <a:lnTo>
                  <a:pt x="231332" y="53873"/>
                </a:lnTo>
                <a:lnTo>
                  <a:pt x="231332" y="52005"/>
                </a:lnTo>
                <a:close/>
                <a:moveTo>
                  <a:pt x="234535" y="47835"/>
                </a:moveTo>
                <a:lnTo>
                  <a:pt x="234535" y="49203"/>
                </a:lnTo>
                <a:lnTo>
                  <a:pt x="231899" y="46568"/>
                </a:lnTo>
                <a:lnTo>
                  <a:pt x="235635" y="46568"/>
                </a:lnTo>
                <a:lnTo>
                  <a:pt x="234635" y="47568"/>
                </a:lnTo>
                <a:close/>
                <a:moveTo>
                  <a:pt x="231866" y="45800"/>
                </a:moveTo>
                <a:lnTo>
                  <a:pt x="234535" y="43132"/>
                </a:lnTo>
                <a:lnTo>
                  <a:pt x="234535" y="44700"/>
                </a:lnTo>
                <a:lnTo>
                  <a:pt x="235635" y="45800"/>
                </a:lnTo>
                <a:lnTo>
                  <a:pt x="231866" y="45800"/>
                </a:lnTo>
                <a:close/>
                <a:moveTo>
                  <a:pt x="231332" y="45233"/>
                </a:moveTo>
                <a:lnTo>
                  <a:pt x="231332" y="41497"/>
                </a:lnTo>
                <a:lnTo>
                  <a:pt x="232300" y="42465"/>
                </a:lnTo>
                <a:lnTo>
                  <a:pt x="232567" y="42598"/>
                </a:lnTo>
                <a:lnTo>
                  <a:pt x="233968" y="42598"/>
                </a:lnTo>
                <a:close/>
                <a:moveTo>
                  <a:pt x="230532" y="40363"/>
                </a:moveTo>
                <a:lnTo>
                  <a:pt x="229097" y="41797"/>
                </a:lnTo>
                <a:lnTo>
                  <a:pt x="227096" y="41797"/>
                </a:lnTo>
                <a:lnTo>
                  <a:pt x="225762" y="40463"/>
                </a:lnTo>
                <a:lnTo>
                  <a:pt x="228397" y="40463"/>
                </a:lnTo>
                <a:lnTo>
                  <a:pt x="228564" y="40463"/>
                </a:lnTo>
                <a:lnTo>
                  <a:pt x="230532" y="38495"/>
                </a:lnTo>
                <a:lnTo>
                  <a:pt x="230532" y="40363"/>
                </a:lnTo>
                <a:close/>
                <a:moveTo>
                  <a:pt x="228230" y="39696"/>
                </a:moveTo>
                <a:lnTo>
                  <a:pt x="224995" y="39696"/>
                </a:lnTo>
                <a:lnTo>
                  <a:pt x="223327" y="38028"/>
                </a:lnTo>
                <a:lnTo>
                  <a:pt x="227363" y="38028"/>
                </a:lnTo>
                <a:lnTo>
                  <a:pt x="227530" y="38028"/>
                </a:lnTo>
                <a:lnTo>
                  <a:pt x="230532" y="35026"/>
                </a:lnTo>
                <a:lnTo>
                  <a:pt x="230532" y="37394"/>
                </a:lnTo>
                <a:close/>
                <a:moveTo>
                  <a:pt x="227229" y="37228"/>
                </a:moveTo>
                <a:lnTo>
                  <a:pt x="222526" y="37228"/>
                </a:lnTo>
                <a:lnTo>
                  <a:pt x="220992" y="35693"/>
                </a:lnTo>
                <a:lnTo>
                  <a:pt x="226429" y="35693"/>
                </a:lnTo>
                <a:lnTo>
                  <a:pt x="226596" y="35693"/>
                </a:lnTo>
                <a:lnTo>
                  <a:pt x="230532" y="31757"/>
                </a:lnTo>
                <a:lnTo>
                  <a:pt x="230532" y="33892"/>
                </a:lnTo>
                <a:close/>
                <a:moveTo>
                  <a:pt x="226596" y="25886"/>
                </a:moveTo>
                <a:lnTo>
                  <a:pt x="226429" y="25886"/>
                </a:lnTo>
                <a:lnTo>
                  <a:pt x="220992" y="25886"/>
                </a:lnTo>
                <a:lnTo>
                  <a:pt x="222526" y="24352"/>
                </a:lnTo>
                <a:lnTo>
                  <a:pt x="227229" y="24352"/>
                </a:lnTo>
                <a:lnTo>
                  <a:pt x="230532" y="27654"/>
                </a:lnTo>
                <a:lnTo>
                  <a:pt x="230532" y="29822"/>
                </a:lnTo>
                <a:close/>
                <a:moveTo>
                  <a:pt x="227530" y="23551"/>
                </a:moveTo>
                <a:lnTo>
                  <a:pt x="227396" y="23551"/>
                </a:lnTo>
                <a:lnTo>
                  <a:pt x="223327" y="23551"/>
                </a:lnTo>
                <a:lnTo>
                  <a:pt x="224995" y="21883"/>
                </a:lnTo>
                <a:lnTo>
                  <a:pt x="228230" y="21883"/>
                </a:lnTo>
                <a:lnTo>
                  <a:pt x="230532" y="24185"/>
                </a:lnTo>
                <a:lnTo>
                  <a:pt x="230532" y="26553"/>
                </a:lnTo>
                <a:close/>
                <a:moveTo>
                  <a:pt x="227330" y="13744"/>
                </a:moveTo>
                <a:lnTo>
                  <a:pt x="227330" y="12343"/>
                </a:lnTo>
                <a:lnTo>
                  <a:pt x="229965" y="15012"/>
                </a:lnTo>
                <a:lnTo>
                  <a:pt x="226229" y="15012"/>
                </a:lnTo>
                <a:lnTo>
                  <a:pt x="227196" y="14011"/>
                </a:lnTo>
                <a:close/>
                <a:moveTo>
                  <a:pt x="230532" y="20082"/>
                </a:moveTo>
                <a:lnTo>
                  <a:pt x="229431" y="18981"/>
                </a:lnTo>
                <a:lnTo>
                  <a:pt x="229264" y="18981"/>
                </a:lnTo>
                <a:lnTo>
                  <a:pt x="227897" y="18981"/>
                </a:lnTo>
                <a:lnTo>
                  <a:pt x="230532" y="16346"/>
                </a:lnTo>
                <a:close/>
                <a:moveTo>
                  <a:pt x="231332" y="16346"/>
                </a:moveTo>
                <a:lnTo>
                  <a:pt x="233968" y="18981"/>
                </a:lnTo>
                <a:lnTo>
                  <a:pt x="232567" y="18981"/>
                </a:lnTo>
                <a:lnTo>
                  <a:pt x="232300" y="19115"/>
                </a:lnTo>
                <a:lnTo>
                  <a:pt x="231332" y="20082"/>
                </a:lnTo>
                <a:lnTo>
                  <a:pt x="231332" y="16346"/>
                </a:lnTo>
                <a:close/>
                <a:moveTo>
                  <a:pt x="227897" y="11776"/>
                </a:moveTo>
                <a:lnTo>
                  <a:pt x="229431" y="11776"/>
                </a:lnTo>
                <a:lnTo>
                  <a:pt x="230532" y="10709"/>
                </a:lnTo>
                <a:lnTo>
                  <a:pt x="230532" y="14445"/>
                </a:lnTo>
                <a:close/>
                <a:moveTo>
                  <a:pt x="229965" y="15779"/>
                </a:moveTo>
                <a:lnTo>
                  <a:pt x="227330" y="18414"/>
                </a:lnTo>
                <a:lnTo>
                  <a:pt x="227330" y="16880"/>
                </a:lnTo>
                <a:lnTo>
                  <a:pt x="226229" y="15779"/>
                </a:lnTo>
                <a:close/>
                <a:moveTo>
                  <a:pt x="227096" y="19782"/>
                </a:moveTo>
                <a:lnTo>
                  <a:pt x="229097" y="19782"/>
                </a:lnTo>
                <a:lnTo>
                  <a:pt x="230532" y="21216"/>
                </a:lnTo>
                <a:lnTo>
                  <a:pt x="230532" y="23051"/>
                </a:lnTo>
                <a:lnTo>
                  <a:pt x="228564" y="21083"/>
                </a:lnTo>
                <a:lnTo>
                  <a:pt x="228397" y="21083"/>
                </a:lnTo>
                <a:lnTo>
                  <a:pt x="225795" y="21083"/>
                </a:lnTo>
                <a:close/>
                <a:moveTo>
                  <a:pt x="231332" y="21216"/>
                </a:moveTo>
                <a:lnTo>
                  <a:pt x="232733" y="19782"/>
                </a:lnTo>
                <a:lnTo>
                  <a:pt x="234768" y="19782"/>
                </a:lnTo>
                <a:lnTo>
                  <a:pt x="236069" y="21083"/>
                </a:lnTo>
                <a:lnTo>
                  <a:pt x="233300" y="21083"/>
                </a:lnTo>
                <a:lnTo>
                  <a:pt x="231332" y="23051"/>
                </a:lnTo>
                <a:lnTo>
                  <a:pt x="231332" y="21216"/>
                </a:lnTo>
                <a:close/>
                <a:moveTo>
                  <a:pt x="234535" y="18447"/>
                </a:moveTo>
                <a:lnTo>
                  <a:pt x="231899" y="15779"/>
                </a:lnTo>
                <a:lnTo>
                  <a:pt x="235635" y="15779"/>
                </a:lnTo>
                <a:lnTo>
                  <a:pt x="234535" y="16880"/>
                </a:lnTo>
                <a:close/>
                <a:moveTo>
                  <a:pt x="231332" y="14445"/>
                </a:moveTo>
                <a:lnTo>
                  <a:pt x="231332" y="10709"/>
                </a:lnTo>
                <a:lnTo>
                  <a:pt x="232300" y="11676"/>
                </a:lnTo>
                <a:lnTo>
                  <a:pt x="232567" y="11809"/>
                </a:lnTo>
                <a:lnTo>
                  <a:pt x="233968" y="11809"/>
                </a:lnTo>
                <a:close/>
                <a:moveTo>
                  <a:pt x="230532" y="9574"/>
                </a:moveTo>
                <a:lnTo>
                  <a:pt x="229097" y="11009"/>
                </a:lnTo>
                <a:lnTo>
                  <a:pt x="227096" y="11009"/>
                </a:lnTo>
                <a:lnTo>
                  <a:pt x="225762" y="9675"/>
                </a:lnTo>
                <a:lnTo>
                  <a:pt x="228564" y="9675"/>
                </a:lnTo>
                <a:lnTo>
                  <a:pt x="230532" y="7706"/>
                </a:lnTo>
                <a:close/>
                <a:moveTo>
                  <a:pt x="225128" y="15779"/>
                </a:moveTo>
                <a:lnTo>
                  <a:pt x="226529" y="17213"/>
                </a:lnTo>
                <a:lnTo>
                  <a:pt x="226529" y="19215"/>
                </a:lnTo>
                <a:lnTo>
                  <a:pt x="225228" y="20549"/>
                </a:lnTo>
                <a:lnTo>
                  <a:pt x="225228" y="17747"/>
                </a:lnTo>
                <a:lnTo>
                  <a:pt x="223260" y="15779"/>
                </a:lnTo>
                <a:close/>
                <a:moveTo>
                  <a:pt x="205848" y="17747"/>
                </a:moveTo>
                <a:lnTo>
                  <a:pt x="205848" y="20516"/>
                </a:lnTo>
                <a:lnTo>
                  <a:pt x="204513" y="19215"/>
                </a:lnTo>
                <a:lnTo>
                  <a:pt x="204513" y="17213"/>
                </a:lnTo>
                <a:lnTo>
                  <a:pt x="205948" y="15779"/>
                </a:lnTo>
                <a:lnTo>
                  <a:pt x="207816" y="15779"/>
                </a:lnTo>
                <a:close/>
                <a:moveTo>
                  <a:pt x="205948" y="15012"/>
                </a:moveTo>
                <a:lnTo>
                  <a:pt x="204513" y="13577"/>
                </a:lnTo>
                <a:lnTo>
                  <a:pt x="204513" y="11576"/>
                </a:lnTo>
                <a:lnTo>
                  <a:pt x="205848" y="10242"/>
                </a:lnTo>
                <a:lnTo>
                  <a:pt x="205848" y="13010"/>
                </a:lnTo>
                <a:lnTo>
                  <a:pt x="207816" y="14978"/>
                </a:lnTo>
                <a:lnTo>
                  <a:pt x="205948" y="14978"/>
                </a:lnTo>
                <a:close/>
                <a:moveTo>
                  <a:pt x="203979" y="11009"/>
                </a:moveTo>
                <a:lnTo>
                  <a:pt x="201945" y="11009"/>
                </a:lnTo>
                <a:lnTo>
                  <a:pt x="200544" y="9574"/>
                </a:lnTo>
                <a:lnTo>
                  <a:pt x="200544" y="7706"/>
                </a:lnTo>
                <a:lnTo>
                  <a:pt x="202512" y="9675"/>
                </a:lnTo>
                <a:lnTo>
                  <a:pt x="205280" y="9675"/>
                </a:lnTo>
                <a:close/>
                <a:moveTo>
                  <a:pt x="199743" y="9574"/>
                </a:moveTo>
                <a:lnTo>
                  <a:pt x="198309" y="11009"/>
                </a:lnTo>
                <a:lnTo>
                  <a:pt x="196307" y="11009"/>
                </a:lnTo>
                <a:lnTo>
                  <a:pt x="194973" y="9675"/>
                </a:lnTo>
                <a:lnTo>
                  <a:pt x="197775" y="9675"/>
                </a:lnTo>
                <a:lnTo>
                  <a:pt x="199743" y="7706"/>
                </a:lnTo>
                <a:lnTo>
                  <a:pt x="199743" y="9574"/>
                </a:lnTo>
                <a:close/>
                <a:moveTo>
                  <a:pt x="194339" y="15779"/>
                </a:moveTo>
                <a:lnTo>
                  <a:pt x="195740" y="17213"/>
                </a:lnTo>
                <a:lnTo>
                  <a:pt x="195740" y="19215"/>
                </a:lnTo>
                <a:lnTo>
                  <a:pt x="194439" y="20549"/>
                </a:lnTo>
                <a:lnTo>
                  <a:pt x="194439" y="17747"/>
                </a:lnTo>
                <a:lnTo>
                  <a:pt x="192471" y="15779"/>
                </a:lnTo>
                <a:close/>
                <a:moveTo>
                  <a:pt x="175059" y="17747"/>
                </a:moveTo>
                <a:lnTo>
                  <a:pt x="175059" y="20549"/>
                </a:lnTo>
                <a:lnTo>
                  <a:pt x="173725" y="19215"/>
                </a:lnTo>
                <a:lnTo>
                  <a:pt x="173725" y="17213"/>
                </a:lnTo>
                <a:lnTo>
                  <a:pt x="175159" y="15779"/>
                </a:lnTo>
                <a:lnTo>
                  <a:pt x="177027" y="15779"/>
                </a:lnTo>
                <a:close/>
                <a:moveTo>
                  <a:pt x="175159" y="15012"/>
                </a:moveTo>
                <a:lnTo>
                  <a:pt x="173725" y="13577"/>
                </a:lnTo>
                <a:lnTo>
                  <a:pt x="173725" y="11576"/>
                </a:lnTo>
                <a:lnTo>
                  <a:pt x="175059" y="10242"/>
                </a:lnTo>
                <a:lnTo>
                  <a:pt x="175059" y="13010"/>
                </a:lnTo>
                <a:lnTo>
                  <a:pt x="177027" y="14978"/>
                </a:lnTo>
                <a:lnTo>
                  <a:pt x="175159" y="14978"/>
                </a:lnTo>
                <a:close/>
                <a:moveTo>
                  <a:pt x="173191" y="11009"/>
                </a:moveTo>
                <a:lnTo>
                  <a:pt x="171156" y="11009"/>
                </a:lnTo>
                <a:lnTo>
                  <a:pt x="169755" y="9574"/>
                </a:lnTo>
                <a:lnTo>
                  <a:pt x="169755" y="7706"/>
                </a:lnTo>
                <a:lnTo>
                  <a:pt x="171723" y="9675"/>
                </a:lnTo>
                <a:lnTo>
                  <a:pt x="174492" y="9675"/>
                </a:lnTo>
                <a:close/>
                <a:moveTo>
                  <a:pt x="168954" y="9574"/>
                </a:moveTo>
                <a:lnTo>
                  <a:pt x="167520" y="11009"/>
                </a:lnTo>
                <a:lnTo>
                  <a:pt x="165519" y="11009"/>
                </a:lnTo>
                <a:lnTo>
                  <a:pt x="164184" y="9675"/>
                </a:lnTo>
                <a:lnTo>
                  <a:pt x="166986" y="9675"/>
                </a:lnTo>
                <a:lnTo>
                  <a:pt x="168954" y="7706"/>
                </a:lnTo>
                <a:close/>
                <a:moveTo>
                  <a:pt x="163517" y="15779"/>
                </a:moveTo>
                <a:lnTo>
                  <a:pt x="164952" y="17213"/>
                </a:lnTo>
                <a:lnTo>
                  <a:pt x="164952" y="19215"/>
                </a:lnTo>
                <a:lnTo>
                  <a:pt x="163651" y="20549"/>
                </a:lnTo>
                <a:lnTo>
                  <a:pt x="163651" y="17747"/>
                </a:lnTo>
                <a:lnTo>
                  <a:pt x="161649" y="15779"/>
                </a:lnTo>
                <a:close/>
                <a:moveTo>
                  <a:pt x="144270" y="17747"/>
                </a:moveTo>
                <a:lnTo>
                  <a:pt x="144270" y="20549"/>
                </a:lnTo>
                <a:lnTo>
                  <a:pt x="142936" y="19215"/>
                </a:lnTo>
                <a:lnTo>
                  <a:pt x="142936" y="17213"/>
                </a:lnTo>
                <a:lnTo>
                  <a:pt x="144370" y="15779"/>
                </a:lnTo>
                <a:lnTo>
                  <a:pt x="146238" y="15779"/>
                </a:lnTo>
                <a:close/>
                <a:moveTo>
                  <a:pt x="144370" y="15012"/>
                </a:moveTo>
                <a:lnTo>
                  <a:pt x="142936" y="13577"/>
                </a:lnTo>
                <a:lnTo>
                  <a:pt x="142936" y="11576"/>
                </a:lnTo>
                <a:lnTo>
                  <a:pt x="144270" y="10242"/>
                </a:lnTo>
                <a:lnTo>
                  <a:pt x="144270" y="13010"/>
                </a:lnTo>
                <a:lnTo>
                  <a:pt x="146238" y="14978"/>
                </a:lnTo>
                <a:lnTo>
                  <a:pt x="144370" y="14978"/>
                </a:lnTo>
                <a:close/>
                <a:moveTo>
                  <a:pt x="142369" y="11009"/>
                </a:moveTo>
                <a:lnTo>
                  <a:pt x="140367" y="11009"/>
                </a:lnTo>
                <a:lnTo>
                  <a:pt x="138933" y="9574"/>
                </a:lnTo>
                <a:lnTo>
                  <a:pt x="138933" y="7706"/>
                </a:lnTo>
                <a:lnTo>
                  <a:pt x="140901" y="9675"/>
                </a:lnTo>
                <a:lnTo>
                  <a:pt x="143703" y="9675"/>
                </a:lnTo>
                <a:close/>
                <a:moveTo>
                  <a:pt x="138166" y="9574"/>
                </a:moveTo>
                <a:lnTo>
                  <a:pt x="136731" y="11009"/>
                </a:lnTo>
                <a:lnTo>
                  <a:pt x="134730" y="11009"/>
                </a:lnTo>
                <a:lnTo>
                  <a:pt x="133396" y="9675"/>
                </a:lnTo>
                <a:lnTo>
                  <a:pt x="136198" y="9675"/>
                </a:lnTo>
                <a:lnTo>
                  <a:pt x="138166" y="7706"/>
                </a:lnTo>
                <a:close/>
                <a:moveTo>
                  <a:pt x="132729" y="15779"/>
                </a:moveTo>
                <a:lnTo>
                  <a:pt x="134163" y="17213"/>
                </a:lnTo>
                <a:lnTo>
                  <a:pt x="134163" y="19215"/>
                </a:lnTo>
                <a:lnTo>
                  <a:pt x="132862" y="20549"/>
                </a:lnTo>
                <a:lnTo>
                  <a:pt x="132862" y="17747"/>
                </a:lnTo>
                <a:lnTo>
                  <a:pt x="130894" y="15779"/>
                </a:lnTo>
                <a:close/>
                <a:moveTo>
                  <a:pt x="113482" y="17747"/>
                </a:moveTo>
                <a:lnTo>
                  <a:pt x="113482" y="20549"/>
                </a:lnTo>
                <a:lnTo>
                  <a:pt x="112147" y="19215"/>
                </a:lnTo>
                <a:lnTo>
                  <a:pt x="112147" y="17213"/>
                </a:lnTo>
                <a:lnTo>
                  <a:pt x="113582" y="15779"/>
                </a:lnTo>
                <a:lnTo>
                  <a:pt x="115450" y="15779"/>
                </a:lnTo>
                <a:close/>
                <a:moveTo>
                  <a:pt x="113582" y="15012"/>
                </a:moveTo>
                <a:lnTo>
                  <a:pt x="112147" y="13577"/>
                </a:lnTo>
                <a:lnTo>
                  <a:pt x="112147" y="11576"/>
                </a:lnTo>
                <a:lnTo>
                  <a:pt x="113482" y="10242"/>
                </a:lnTo>
                <a:lnTo>
                  <a:pt x="113482" y="13010"/>
                </a:lnTo>
                <a:lnTo>
                  <a:pt x="115450" y="14978"/>
                </a:lnTo>
                <a:lnTo>
                  <a:pt x="113582" y="14978"/>
                </a:lnTo>
                <a:close/>
                <a:moveTo>
                  <a:pt x="111580" y="11009"/>
                </a:moveTo>
                <a:lnTo>
                  <a:pt x="109579" y="11009"/>
                </a:lnTo>
                <a:lnTo>
                  <a:pt x="108144" y="9574"/>
                </a:lnTo>
                <a:lnTo>
                  <a:pt x="108144" y="7706"/>
                </a:lnTo>
                <a:lnTo>
                  <a:pt x="110112" y="9675"/>
                </a:lnTo>
                <a:lnTo>
                  <a:pt x="112914" y="9675"/>
                </a:lnTo>
                <a:close/>
                <a:moveTo>
                  <a:pt x="107377" y="9574"/>
                </a:moveTo>
                <a:lnTo>
                  <a:pt x="105943" y="11009"/>
                </a:lnTo>
                <a:lnTo>
                  <a:pt x="103941" y="11009"/>
                </a:lnTo>
                <a:lnTo>
                  <a:pt x="102607" y="9675"/>
                </a:lnTo>
                <a:lnTo>
                  <a:pt x="105409" y="9675"/>
                </a:lnTo>
                <a:lnTo>
                  <a:pt x="107377" y="7706"/>
                </a:lnTo>
                <a:close/>
                <a:moveTo>
                  <a:pt x="101940" y="15779"/>
                </a:moveTo>
                <a:lnTo>
                  <a:pt x="103374" y="17213"/>
                </a:lnTo>
                <a:lnTo>
                  <a:pt x="103374" y="19215"/>
                </a:lnTo>
                <a:lnTo>
                  <a:pt x="102040" y="20549"/>
                </a:lnTo>
                <a:lnTo>
                  <a:pt x="102040" y="17747"/>
                </a:lnTo>
                <a:lnTo>
                  <a:pt x="100072" y="15779"/>
                </a:lnTo>
                <a:lnTo>
                  <a:pt x="101940" y="15779"/>
                </a:lnTo>
                <a:close/>
                <a:moveTo>
                  <a:pt x="82660" y="17747"/>
                </a:moveTo>
                <a:lnTo>
                  <a:pt x="82660" y="20549"/>
                </a:lnTo>
                <a:lnTo>
                  <a:pt x="81359" y="19215"/>
                </a:lnTo>
                <a:lnTo>
                  <a:pt x="81359" y="17213"/>
                </a:lnTo>
                <a:lnTo>
                  <a:pt x="82793" y="15779"/>
                </a:lnTo>
                <a:lnTo>
                  <a:pt x="84628" y="15779"/>
                </a:lnTo>
                <a:close/>
                <a:moveTo>
                  <a:pt x="82793" y="15012"/>
                </a:moveTo>
                <a:lnTo>
                  <a:pt x="81359" y="13577"/>
                </a:lnTo>
                <a:lnTo>
                  <a:pt x="81359" y="11576"/>
                </a:lnTo>
                <a:lnTo>
                  <a:pt x="82660" y="10242"/>
                </a:lnTo>
                <a:lnTo>
                  <a:pt x="82660" y="13010"/>
                </a:lnTo>
                <a:lnTo>
                  <a:pt x="84628" y="14978"/>
                </a:lnTo>
                <a:lnTo>
                  <a:pt x="82793" y="14978"/>
                </a:lnTo>
                <a:close/>
                <a:moveTo>
                  <a:pt x="80792" y="11009"/>
                </a:moveTo>
                <a:lnTo>
                  <a:pt x="78790" y="11009"/>
                </a:lnTo>
                <a:lnTo>
                  <a:pt x="77356" y="9574"/>
                </a:lnTo>
                <a:lnTo>
                  <a:pt x="77356" y="7706"/>
                </a:lnTo>
                <a:lnTo>
                  <a:pt x="79324" y="9675"/>
                </a:lnTo>
                <a:lnTo>
                  <a:pt x="82126" y="9675"/>
                </a:lnTo>
                <a:close/>
                <a:moveTo>
                  <a:pt x="76589" y="9574"/>
                </a:moveTo>
                <a:lnTo>
                  <a:pt x="75154" y="11009"/>
                </a:lnTo>
                <a:lnTo>
                  <a:pt x="73153" y="11009"/>
                </a:lnTo>
                <a:lnTo>
                  <a:pt x="71818" y="9675"/>
                </a:lnTo>
                <a:lnTo>
                  <a:pt x="74620" y="9675"/>
                </a:lnTo>
                <a:lnTo>
                  <a:pt x="76589" y="7706"/>
                </a:lnTo>
                <a:close/>
                <a:moveTo>
                  <a:pt x="71151" y="15779"/>
                </a:moveTo>
                <a:lnTo>
                  <a:pt x="72586" y="17213"/>
                </a:lnTo>
                <a:lnTo>
                  <a:pt x="72586" y="19215"/>
                </a:lnTo>
                <a:lnTo>
                  <a:pt x="71251" y="20549"/>
                </a:lnTo>
                <a:lnTo>
                  <a:pt x="71251" y="17747"/>
                </a:lnTo>
                <a:lnTo>
                  <a:pt x="69283" y="15779"/>
                </a:lnTo>
                <a:lnTo>
                  <a:pt x="71151" y="15779"/>
                </a:lnTo>
                <a:close/>
                <a:moveTo>
                  <a:pt x="51871" y="17747"/>
                </a:moveTo>
                <a:lnTo>
                  <a:pt x="51871" y="20549"/>
                </a:lnTo>
                <a:lnTo>
                  <a:pt x="50570" y="19215"/>
                </a:lnTo>
                <a:lnTo>
                  <a:pt x="50570" y="17213"/>
                </a:lnTo>
                <a:lnTo>
                  <a:pt x="51971" y="15779"/>
                </a:lnTo>
                <a:lnTo>
                  <a:pt x="53839" y="15779"/>
                </a:lnTo>
                <a:close/>
                <a:moveTo>
                  <a:pt x="51971" y="15012"/>
                </a:moveTo>
                <a:lnTo>
                  <a:pt x="50570" y="13577"/>
                </a:lnTo>
                <a:lnTo>
                  <a:pt x="50570" y="11576"/>
                </a:lnTo>
                <a:lnTo>
                  <a:pt x="51871" y="10242"/>
                </a:lnTo>
                <a:lnTo>
                  <a:pt x="51871" y="13010"/>
                </a:lnTo>
                <a:lnTo>
                  <a:pt x="53839" y="14978"/>
                </a:lnTo>
                <a:lnTo>
                  <a:pt x="51971" y="14978"/>
                </a:lnTo>
                <a:close/>
                <a:moveTo>
                  <a:pt x="50003" y="11009"/>
                </a:moveTo>
                <a:lnTo>
                  <a:pt x="48001" y="11009"/>
                </a:lnTo>
                <a:lnTo>
                  <a:pt x="46567" y="9574"/>
                </a:lnTo>
                <a:lnTo>
                  <a:pt x="46567" y="7706"/>
                </a:lnTo>
                <a:lnTo>
                  <a:pt x="48535" y="9675"/>
                </a:lnTo>
                <a:lnTo>
                  <a:pt x="51337" y="9675"/>
                </a:lnTo>
                <a:close/>
                <a:moveTo>
                  <a:pt x="45767" y="9574"/>
                </a:moveTo>
                <a:lnTo>
                  <a:pt x="44366" y="11009"/>
                </a:lnTo>
                <a:lnTo>
                  <a:pt x="42364" y="11009"/>
                </a:lnTo>
                <a:lnTo>
                  <a:pt x="41030" y="9675"/>
                </a:lnTo>
                <a:lnTo>
                  <a:pt x="43798" y="9675"/>
                </a:lnTo>
                <a:lnTo>
                  <a:pt x="45767" y="7706"/>
                </a:lnTo>
                <a:close/>
                <a:moveTo>
                  <a:pt x="40363" y="15779"/>
                </a:moveTo>
                <a:lnTo>
                  <a:pt x="41797" y="17213"/>
                </a:lnTo>
                <a:lnTo>
                  <a:pt x="41797" y="19215"/>
                </a:lnTo>
                <a:lnTo>
                  <a:pt x="40463" y="20549"/>
                </a:lnTo>
                <a:lnTo>
                  <a:pt x="40463" y="17747"/>
                </a:lnTo>
                <a:lnTo>
                  <a:pt x="38495" y="15779"/>
                </a:lnTo>
                <a:lnTo>
                  <a:pt x="40363" y="15779"/>
                </a:lnTo>
                <a:close/>
                <a:moveTo>
                  <a:pt x="21082" y="17747"/>
                </a:moveTo>
                <a:lnTo>
                  <a:pt x="21082" y="20549"/>
                </a:lnTo>
                <a:lnTo>
                  <a:pt x="19781" y="19215"/>
                </a:lnTo>
                <a:lnTo>
                  <a:pt x="19781" y="17213"/>
                </a:lnTo>
                <a:lnTo>
                  <a:pt x="21182" y="15779"/>
                </a:lnTo>
                <a:lnTo>
                  <a:pt x="23050" y="15779"/>
                </a:lnTo>
                <a:close/>
                <a:moveTo>
                  <a:pt x="21182" y="15012"/>
                </a:moveTo>
                <a:lnTo>
                  <a:pt x="19781" y="13577"/>
                </a:lnTo>
                <a:lnTo>
                  <a:pt x="19781" y="11576"/>
                </a:lnTo>
                <a:lnTo>
                  <a:pt x="21082" y="10242"/>
                </a:lnTo>
                <a:lnTo>
                  <a:pt x="21082" y="13010"/>
                </a:lnTo>
                <a:lnTo>
                  <a:pt x="23050" y="14978"/>
                </a:lnTo>
                <a:lnTo>
                  <a:pt x="21182" y="14978"/>
                </a:lnTo>
                <a:close/>
                <a:moveTo>
                  <a:pt x="19214" y="11009"/>
                </a:moveTo>
                <a:lnTo>
                  <a:pt x="17213" y="11009"/>
                </a:lnTo>
                <a:lnTo>
                  <a:pt x="15778" y="9574"/>
                </a:lnTo>
                <a:lnTo>
                  <a:pt x="15778" y="7706"/>
                </a:lnTo>
                <a:lnTo>
                  <a:pt x="17747" y="9675"/>
                </a:lnTo>
                <a:lnTo>
                  <a:pt x="20515" y="9675"/>
                </a:lnTo>
                <a:close/>
                <a:moveTo>
                  <a:pt x="14978" y="9574"/>
                </a:moveTo>
                <a:lnTo>
                  <a:pt x="13577" y="11009"/>
                </a:lnTo>
                <a:lnTo>
                  <a:pt x="11542" y="11009"/>
                </a:lnTo>
                <a:lnTo>
                  <a:pt x="10241" y="9675"/>
                </a:lnTo>
                <a:lnTo>
                  <a:pt x="13010" y="9675"/>
                </a:lnTo>
                <a:lnTo>
                  <a:pt x="14978" y="7706"/>
                </a:lnTo>
                <a:lnTo>
                  <a:pt x="14978" y="9574"/>
                </a:lnTo>
                <a:close/>
                <a:moveTo>
                  <a:pt x="9574" y="15779"/>
                </a:moveTo>
                <a:lnTo>
                  <a:pt x="11008" y="17213"/>
                </a:lnTo>
                <a:lnTo>
                  <a:pt x="11008" y="19215"/>
                </a:lnTo>
                <a:lnTo>
                  <a:pt x="9674" y="20549"/>
                </a:lnTo>
                <a:lnTo>
                  <a:pt x="9674" y="17747"/>
                </a:lnTo>
                <a:lnTo>
                  <a:pt x="7706" y="15779"/>
                </a:lnTo>
                <a:lnTo>
                  <a:pt x="9574" y="15779"/>
                </a:lnTo>
                <a:close/>
                <a:moveTo>
                  <a:pt x="11542" y="19782"/>
                </a:moveTo>
                <a:lnTo>
                  <a:pt x="13577" y="19782"/>
                </a:lnTo>
                <a:lnTo>
                  <a:pt x="14978" y="21216"/>
                </a:lnTo>
                <a:lnTo>
                  <a:pt x="14978" y="23051"/>
                </a:lnTo>
                <a:lnTo>
                  <a:pt x="13010" y="21083"/>
                </a:lnTo>
                <a:lnTo>
                  <a:pt x="10241" y="21083"/>
                </a:lnTo>
                <a:close/>
                <a:moveTo>
                  <a:pt x="14978" y="37394"/>
                </a:moveTo>
                <a:lnTo>
                  <a:pt x="12710" y="39696"/>
                </a:lnTo>
                <a:lnTo>
                  <a:pt x="9441" y="39696"/>
                </a:lnTo>
                <a:lnTo>
                  <a:pt x="7773" y="37995"/>
                </a:lnTo>
                <a:lnTo>
                  <a:pt x="12009" y="37995"/>
                </a:lnTo>
                <a:lnTo>
                  <a:pt x="14978" y="35026"/>
                </a:lnTo>
                <a:lnTo>
                  <a:pt x="14978" y="37394"/>
                </a:lnTo>
                <a:close/>
                <a:moveTo>
                  <a:pt x="9674" y="41030"/>
                </a:moveTo>
                <a:lnTo>
                  <a:pt x="11008" y="42365"/>
                </a:lnTo>
                <a:lnTo>
                  <a:pt x="11008" y="44366"/>
                </a:lnTo>
                <a:lnTo>
                  <a:pt x="9574" y="45800"/>
                </a:lnTo>
                <a:lnTo>
                  <a:pt x="7706" y="45800"/>
                </a:lnTo>
                <a:lnTo>
                  <a:pt x="9674" y="43832"/>
                </a:lnTo>
                <a:close/>
                <a:moveTo>
                  <a:pt x="9574" y="46568"/>
                </a:moveTo>
                <a:lnTo>
                  <a:pt x="11008" y="48002"/>
                </a:lnTo>
                <a:lnTo>
                  <a:pt x="11008" y="50003"/>
                </a:lnTo>
                <a:lnTo>
                  <a:pt x="9674" y="51338"/>
                </a:lnTo>
                <a:lnTo>
                  <a:pt x="9674" y="48536"/>
                </a:lnTo>
                <a:lnTo>
                  <a:pt x="7706" y="46568"/>
                </a:lnTo>
                <a:lnTo>
                  <a:pt x="9574" y="46568"/>
                </a:lnTo>
                <a:close/>
                <a:moveTo>
                  <a:pt x="11542" y="50570"/>
                </a:moveTo>
                <a:lnTo>
                  <a:pt x="13577" y="50570"/>
                </a:lnTo>
                <a:lnTo>
                  <a:pt x="14978" y="52005"/>
                </a:lnTo>
                <a:lnTo>
                  <a:pt x="14978" y="53873"/>
                </a:lnTo>
                <a:lnTo>
                  <a:pt x="13010" y="51905"/>
                </a:lnTo>
                <a:lnTo>
                  <a:pt x="10241" y="51905"/>
                </a:lnTo>
                <a:close/>
                <a:moveTo>
                  <a:pt x="14978" y="68183"/>
                </a:moveTo>
                <a:lnTo>
                  <a:pt x="12710" y="70485"/>
                </a:lnTo>
                <a:lnTo>
                  <a:pt x="9441" y="70485"/>
                </a:lnTo>
                <a:lnTo>
                  <a:pt x="7773" y="68783"/>
                </a:lnTo>
                <a:lnTo>
                  <a:pt x="12009" y="68783"/>
                </a:lnTo>
                <a:lnTo>
                  <a:pt x="14978" y="65815"/>
                </a:lnTo>
                <a:lnTo>
                  <a:pt x="14978" y="68183"/>
                </a:lnTo>
                <a:close/>
                <a:moveTo>
                  <a:pt x="9674" y="71819"/>
                </a:moveTo>
                <a:lnTo>
                  <a:pt x="11008" y="73153"/>
                </a:lnTo>
                <a:lnTo>
                  <a:pt x="11008" y="75155"/>
                </a:lnTo>
                <a:lnTo>
                  <a:pt x="9574" y="76589"/>
                </a:lnTo>
                <a:lnTo>
                  <a:pt x="7706" y="76589"/>
                </a:lnTo>
                <a:lnTo>
                  <a:pt x="9674" y="74621"/>
                </a:lnTo>
                <a:close/>
                <a:moveTo>
                  <a:pt x="9574" y="77356"/>
                </a:moveTo>
                <a:lnTo>
                  <a:pt x="11008" y="78791"/>
                </a:lnTo>
                <a:lnTo>
                  <a:pt x="11008" y="80792"/>
                </a:lnTo>
                <a:lnTo>
                  <a:pt x="9674" y="82126"/>
                </a:lnTo>
                <a:lnTo>
                  <a:pt x="9674" y="79324"/>
                </a:lnTo>
                <a:lnTo>
                  <a:pt x="7706" y="77356"/>
                </a:lnTo>
                <a:close/>
                <a:moveTo>
                  <a:pt x="11542" y="81359"/>
                </a:moveTo>
                <a:lnTo>
                  <a:pt x="13577" y="81359"/>
                </a:lnTo>
                <a:lnTo>
                  <a:pt x="14978" y="82794"/>
                </a:lnTo>
                <a:lnTo>
                  <a:pt x="14978" y="84662"/>
                </a:lnTo>
                <a:lnTo>
                  <a:pt x="13010" y="82693"/>
                </a:lnTo>
                <a:lnTo>
                  <a:pt x="10241" y="82693"/>
                </a:lnTo>
                <a:close/>
                <a:moveTo>
                  <a:pt x="14978" y="98972"/>
                </a:moveTo>
                <a:lnTo>
                  <a:pt x="12710" y="101273"/>
                </a:lnTo>
                <a:lnTo>
                  <a:pt x="9441" y="101273"/>
                </a:lnTo>
                <a:lnTo>
                  <a:pt x="7773" y="99606"/>
                </a:lnTo>
                <a:lnTo>
                  <a:pt x="12009" y="99606"/>
                </a:lnTo>
                <a:lnTo>
                  <a:pt x="14978" y="96603"/>
                </a:lnTo>
                <a:lnTo>
                  <a:pt x="14978" y="98972"/>
                </a:lnTo>
                <a:close/>
                <a:moveTo>
                  <a:pt x="9674" y="102608"/>
                </a:moveTo>
                <a:lnTo>
                  <a:pt x="11008" y="103942"/>
                </a:lnTo>
                <a:lnTo>
                  <a:pt x="11008" y="105943"/>
                </a:lnTo>
                <a:lnTo>
                  <a:pt x="9574" y="107378"/>
                </a:lnTo>
                <a:lnTo>
                  <a:pt x="7706" y="107378"/>
                </a:lnTo>
                <a:lnTo>
                  <a:pt x="9674" y="105410"/>
                </a:lnTo>
                <a:close/>
                <a:moveTo>
                  <a:pt x="9574" y="108178"/>
                </a:moveTo>
                <a:lnTo>
                  <a:pt x="11008" y="109579"/>
                </a:lnTo>
                <a:lnTo>
                  <a:pt x="11008" y="111614"/>
                </a:lnTo>
                <a:lnTo>
                  <a:pt x="9674" y="112915"/>
                </a:lnTo>
                <a:lnTo>
                  <a:pt x="9674" y="110146"/>
                </a:lnTo>
                <a:lnTo>
                  <a:pt x="7706" y="108178"/>
                </a:lnTo>
                <a:close/>
                <a:moveTo>
                  <a:pt x="11542" y="112148"/>
                </a:moveTo>
                <a:lnTo>
                  <a:pt x="13577" y="112148"/>
                </a:lnTo>
                <a:lnTo>
                  <a:pt x="14978" y="113582"/>
                </a:lnTo>
                <a:lnTo>
                  <a:pt x="14978" y="115450"/>
                </a:lnTo>
                <a:lnTo>
                  <a:pt x="13010" y="113482"/>
                </a:lnTo>
                <a:lnTo>
                  <a:pt x="10241" y="113482"/>
                </a:lnTo>
                <a:close/>
                <a:moveTo>
                  <a:pt x="15778" y="113582"/>
                </a:moveTo>
                <a:lnTo>
                  <a:pt x="17213" y="112148"/>
                </a:lnTo>
                <a:lnTo>
                  <a:pt x="19214" y="112148"/>
                </a:lnTo>
                <a:lnTo>
                  <a:pt x="20515" y="113482"/>
                </a:lnTo>
                <a:lnTo>
                  <a:pt x="17747" y="113482"/>
                </a:lnTo>
                <a:lnTo>
                  <a:pt x="15778" y="115450"/>
                </a:lnTo>
                <a:close/>
                <a:moveTo>
                  <a:pt x="21182" y="107378"/>
                </a:moveTo>
                <a:lnTo>
                  <a:pt x="19781" y="105943"/>
                </a:lnTo>
                <a:lnTo>
                  <a:pt x="19781" y="103942"/>
                </a:lnTo>
                <a:lnTo>
                  <a:pt x="21082" y="102608"/>
                </a:lnTo>
                <a:lnTo>
                  <a:pt x="21082" y="105410"/>
                </a:lnTo>
                <a:lnTo>
                  <a:pt x="23050" y="107378"/>
                </a:lnTo>
                <a:close/>
                <a:moveTo>
                  <a:pt x="40463" y="105410"/>
                </a:moveTo>
                <a:lnTo>
                  <a:pt x="40463" y="102608"/>
                </a:lnTo>
                <a:lnTo>
                  <a:pt x="41797" y="103942"/>
                </a:lnTo>
                <a:lnTo>
                  <a:pt x="41797" y="105943"/>
                </a:lnTo>
                <a:lnTo>
                  <a:pt x="40363" y="107378"/>
                </a:lnTo>
                <a:lnTo>
                  <a:pt x="38495" y="107378"/>
                </a:lnTo>
                <a:close/>
                <a:moveTo>
                  <a:pt x="40363" y="108178"/>
                </a:moveTo>
                <a:lnTo>
                  <a:pt x="41797" y="109579"/>
                </a:lnTo>
                <a:lnTo>
                  <a:pt x="41797" y="111614"/>
                </a:lnTo>
                <a:lnTo>
                  <a:pt x="40463" y="112915"/>
                </a:lnTo>
                <a:lnTo>
                  <a:pt x="40463" y="110146"/>
                </a:lnTo>
                <a:lnTo>
                  <a:pt x="38495" y="108178"/>
                </a:lnTo>
                <a:close/>
                <a:moveTo>
                  <a:pt x="42364" y="112148"/>
                </a:moveTo>
                <a:lnTo>
                  <a:pt x="44366" y="112148"/>
                </a:lnTo>
                <a:lnTo>
                  <a:pt x="45767" y="113582"/>
                </a:lnTo>
                <a:lnTo>
                  <a:pt x="45767" y="115450"/>
                </a:lnTo>
                <a:lnTo>
                  <a:pt x="43798" y="113482"/>
                </a:lnTo>
                <a:lnTo>
                  <a:pt x="41030" y="113482"/>
                </a:lnTo>
                <a:close/>
                <a:moveTo>
                  <a:pt x="46567" y="113582"/>
                </a:moveTo>
                <a:lnTo>
                  <a:pt x="48001" y="112148"/>
                </a:lnTo>
                <a:lnTo>
                  <a:pt x="50003" y="112148"/>
                </a:lnTo>
                <a:lnTo>
                  <a:pt x="51337" y="113482"/>
                </a:lnTo>
                <a:lnTo>
                  <a:pt x="48535" y="113482"/>
                </a:lnTo>
                <a:lnTo>
                  <a:pt x="46567" y="115450"/>
                </a:lnTo>
                <a:close/>
                <a:moveTo>
                  <a:pt x="51971" y="107378"/>
                </a:moveTo>
                <a:lnTo>
                  <a:pt x="50570" y="105943"/>
                </a:lnTo>
                <a:lnTo>
                  <a:pt x="50570" y="103942"/>
                </a:lnTo>
                <a:lnTo>
                  <a:pt x="51871" y="102608"/>
                </a:lnTo>
                <a:lnTo>
                  <a:pt x="51871" y="105410"/>
                </a:lnTo>
                <a:lnTo>
                  <a:pt x="53839" y="107378"/>
                </a:lnTo>
                <a:lnTo>
                  <a:pt x="51971" y="107378"/>
                </a:lnTo>
                <a:close/>
                <a:moveTo>
                  <a:pt x="71251" y="105410"/>
                </a:moveTo>
                <a:lnTo>
                  <a:pt x="71251" y="102608"/>
                </a:lnTo>
                <a:lnTo>
                  <a:pt x="72586" y="103942"/>
                </a:lnTo>
                <a:lnTo>
                  <a:pt x="72586" y="105943"/>
                </a:lnTo>
                <a:lnTo>
                  <a:pt x="71151" y="107378"/>
                </a:lnTo>
                <a:lnTo>
                  <a:pt x="69283" y="107378"/>
                </a:lnTo>
                <a:close/>
                <a:moveTo>
                  <a:pt x="71151" y="108178"/>
                </a:moveTo>
                <a:lnTo>
                  <a:pt x="72586" y="109579"/>
                </a:lnTo>
                <a:lnTo>
                  <a:pt x="72586" y="111614"/>
                </a:lnTo>
                <a:lnTo>
                  <a:pt x="71251" y="112915"/>
                </a:lnTo>
                <a:lnTo>
                  <a:pt x="71251" y="110146"/>
                </a:lnTo>
                <a:lnTo>
                  <a:pt x="69283" y="108178"/>
                </a:lnTo>
                <a:close/>
                <a:moveTo>
                  <a:pt x="73153" y="112148"/>
                </a:moveTo>
                <a:lnTo>
                  <a:pt x="75154" y="112148"/>
                </a:lnTo>
                <a:lnTo>
                  <a:pt x="76555" y="113582"/>
                </a:lnTo>
                <a:lnTo>
                  <a:pt x="76555" y="115450"/>
                </a:lnTo>
                <a:lnTo>
                  <a:pt x="74587" y="113482"/>
                </a:lnTo>
                <a:lnTo>
                  <a:pt x="71818" y="113482"/>
                </a:lnTo>
                <a:close/>
                <a:moveTo>
                  <a:pt x="77356" y="113582"/>
                </a:moveTo>
                <a:lnTo>
                  <a:pt x="78790" y="112148"/>
                </a:lnTo>
                <a:lnTo>
                  <a:pt x="80792" y="112148"/>
                </a:lnTo>
                <a:lnTo>
                  <a:pt x="82126" y="113482"/>
                </a:lnTo>
                <a:lnTo>
                  <a:pt x="79324" y="113482"/>
                </a:lnTo>
                <a:lnTo>
                  <a:pt x="77356" y="115450"/>
                </a:lnTo>
                <a:close/>
                <a:moveTo>
                  <a:pt x="82793" y="107378"/>
                </a:moveTo>
                <a:lnTo>
                  <a:pt x="81359" y="105943"/>
                </a:lnTo>
                <a:lnTo>
                  <a:pt x="81359" y="103942"/>
                </a:lnTo>
                <a:lnTo>
                  <a:pt x="82660" y="102608"/>
                </a:lnTo>
                <a:lnTo>
                  <a:pt x="82660" y="105410"/>
                </a:lnTo>
                <a:lnTo>
                  <a:pt x="84628" y="107378"/>
                </a:lnTo>
                <a:close/>
                <a:moveTo>
                  <a:pt x="102040" y="105410"/>
                </a:moveTo>
                <a:lnTo>
                  <a:pt x="102040" y="102608"/>
                </a:lnTo>
                <a:lnTo>
                  <a:pt x="103374" y="103942"/>
                </a:lnTo>
                <a:lnTo>
                  <a:pt x="103374" y="105943"/>
                </a:lnTo>
                <a:lnTo>
                  <a:pt x="101940" y="107378"/>
                </a:lnTo>
                <a:lnTo>
                  <a:pt x="100072" y="107378"/>
                </a:lnTo>
                <a:close/>
                <a:moveTo>
                  <a:pt x="101940" y="108178"/>
                </a:moveTo>
                <a:lnTo>
                  <a:pt x="103374" y="109579"/>
                </a:lnTo>
                <a:lnTo>
                  <a:pt x="103374" y="111614"/>
                </a:lnTo>
                <a:lnTo>
                  <a:pt x="102040" y="112915"/>
                </a:lnTo>
                <a:lnTo>
                  <a:pt x="102040" y="110146"/>
                </a:lnTo>
                <a:lnTo>
                  <a:pt x="100072" y="108178"/>
                </a:lnTo>
                <a:close/>
                <a:moveTo>
                  <a:pt x="103941" y="112148"/>
                </a:moveTo>
                <a:lnTo>
                  <a:pt x="105943" y="112148"/>
                </a:lnTo>
                <a:lnTo>
                  <a:pt x="107344" y="113582"/>
                </a:lnTo>
                <a:lnTo>
                  <a:pt x="107344" y="115450"/>
                </a:lnTo>
                <a:lnTo>
                  <a:pt x="105376" y="113482"/>
                </a:lnTo>
                <a:lnTo>
                  <a:pt x="102607" y="113482"/>
                </a:lnTo>
                <a:close/>
                <a:moveTo>
                  <a:pt x="108144" y="113582"/>
                </a:moveTo>
                <a:lnTo>
                  <a:pt x="109579" y="112148"/>
                </a:lnTo>
                <a:lnTo>
                  <a:pt x="111580" y="112148"/>
                </a:lnTo>
                <a:lnTo>
                  <a:pt x="112914" y="113482"/>
                </a:lnTo>
                <a:lnTo>
                  <a:pt x="110112" y="113482"/>
                </a:lnTo>
                <a:lnTo>
                  <a:pt x="108144" y="115450"/>
                </a:lnTo>
                <a:close/>
                <a:moveTo>
                  <a:pt x="113582" y="107378"/>
                </a:moveTo>
                <a:lnTo>
                  <a:pt x="112147" y="105943"/>
                </a:lnTo>
                <a:lnTo>
                  <a:pt x="112147" y="103942"/>
                </a:lnTo>
                <a:lnTo>
                  <a:pt x="113482" y="102608"/>
                </a:lnTo>
                <a:lnTo>
                  <a:pt x="113482" y="105410"/>
                </a:lnTo>
                <a:lnTo>
                  <a:pt x="115450" y="107378"/>
                </a:lnTo>
                <a:lnTo>
                  <a:pt x="113582" y="107378"/>
                </a:lnTo>
                <a:close/>
                <a:moveTo>
                  <a:pt x="132862" y="105410"/>
                </a:moveTo>
                <a:lnTo>
                  <a:pt x="132862" y="102608"/>
                </a:lnTo>
                <a:lnTo>
                  <a:pt x="134163" y="103942"/>
                </a:lnTo>
                <a:lnTo>
                  <a:pt x="134163" y="105943"/>
                </a:lnTo>
                <a:lnTo>
                  <a:pt x="132729" y="107378"/>
                </a:lnTo>
                <a:lnTo>
                  <a:pt x="130894" y="107378"/>
                </a:lnTo>
                <a:close/>
                <a:moveTo>
                  <a:pt x="132729" y="108178"/>
                </a:moveTo>
                <a:lnTo>
                  <a:pt x="134163" y="109579"/>
                </a:lnTo>
                <a:lnTo>
                  <a:pt x="134163" y="111614"/>
                </a:lnTo>
                <a:lnTo>
                  <a:pt x="132862" y="112915"/>
                </a:lnTo>
                <a:lnTo>
                  <a:pt x="132862" y="110146"/>
                </a:lnTo>
                <a:lnTo>
                  <a:pt x="130894" y="108178"/>
                </a:lnTo>
                <a:close/>
                <a:moveTo>
                  <a:pt x="134730" y="112148"/>
                </a:moveTo>
                <a:lnTo>
                  <a:pt x="136731" y="112148"/>
                </a:lnTo>
                <a:lnTo>
                  <a:pt x="138166" y="113582"/>
                </a:lnTo>
                <a:lnTo>
                  <a:pt x="138166" y="115450"/>
                </a:lnTo>
                <a:lnTo>
                  <a:pt x="136198" y="113482"/>
                </a:lnTo>
                <a:lnTo>
                  <a:pt x="133396" y="113482"/>
                </a:lnTo>
                <a:close/>
                <a:moveTo>
                  <a:pt x="138933" y="113582"/>
                </a:moveTo>
                <a:lnTo>
                  <a:pt x="140367" y="112148"/>
                </a:lnTo>
                <a:lnTo>
                  <a:pt x="142369" y="112148"/>
                </a:lnTo>
                <a:lnTo>
                  <a:pt x="143703" y="113482"/>
                </a:lnTo>
                <a:lnTo>
                  <a:pt x="140901" y="113482"/>
                </a:lnTo>
                <a:lnTo>
                  <a:pt x="138933" y="115450"/>
                </a:lnTo>
                <a:close/>
                <a:moveTo>
                  <a:pt x="144370" y="107378"/>
                </a:moveTo>
                <a:lnTo>
                  <a:pt x="142936" y="105943"/>
                </a:lnTo>
                <a:lnTo>
                  <a:pt x="142936" y="103942"/>
                </a:lnTo>
                <a:lnTo>
                  <a:pt x="144270" y="102608"/>
                </a:lnTo>
                <a:lnTo>
                  <a:pt x="144270" y="105410"/>
                </a:lnTo>
                <a:lnTo>
                  <a:pt x="146238" y="107378"/>
                </a:lnTo>
                <a:lnTo>
                  <a:pt x="144370" y="107378"/>
                </a:lnTo>
                <a:close/>
                <a:moveTo>
                  <a:pt x="163651" y="105410"/>
                </a:moveTo>
                <a:lnTo>
                  <a:pt x="163651" y="102608"/>
                </a:lnTo>
                <a:lnTo>
                  <a:pt x="164952" y="103942"/>
                </a:lnTo>
                <a:lnTo>
                  <a:pt x="164952" y="105943"/>
                </a:lnTo>
                <a:lnTo>
                  <a:pt x="163551" y="107378"/>
                </a:lnTo>
                <a:lnTo>
                  <a:pt x="161683" y="107378"/>
                </a:lnTo>
                <a:close/>
                <a:moveTo>
                  <a:pt x="163551" y="108178"/>
                </a:moveTo>
                <a:lnTo>
                  <a:pt x="164952" y="109579"/>
                </a:lnTo>
                <a:lnTo>
                  <a:pt x="164952" y="111614"/>
                </a:lnTo>
                <a:lnTo>
                  <a:pt x="163651" y="112915"/>
                </a:lnTo>
                <a:lnTo>
                  <a:pt x="163651" y="110146"/>
                </a:lnTo>
                <a:lnTo>
                  <a:pt x="161683" y="108178"/>
                </a:lnTo>
                <a:close/>
                <a:moveTo>
                  <a:pt x="165519" y="112148"/>
                </a:moveTo>
                <a:lnTo>
                  <a:pt x="167520" y="112148"/>
                </a:lnTo>
                <a:lnTo>
                  <a:pt x="168954" y="113582"/>
                </a:lnTo>
                <a:lnTo>
                  <a:pt x="168954" y="115450"/>
                </a:lnTo>
                <a:lnTo>
                  <a:pt x="166986" y="113482"/>
                </a:lnTo>
                <a:lnTo>
                  <a:pt x="164184" y="113482"/>
                </a:lnTo>
                <a:close/>
                <a:moveTo>
                  <a:pt x="169755" y="113582"/>
                </a:moveTo>
                <a:lnTo>
                  <a:pt x="171156" y="112148"/>
                </a:lnTo>
                <a:lnTo>
                  <a:pt x="173157" y="112148"/>
                </a:lnTo>
                <a:lnTo>
                  <a:pt x="174492" y="113482"/>
                </a:lnTo>
                <a:lnTo>
                  <a:pt x="171723" y="113482"/>
                </a:lnTo>
                <a:lnTo>
                  <a:pt x="169755" y="115450"/>
                </a:lnTo>
                <a:close/>
                <a:moveTo>
                  <a:pt x="175159" y="107378"/>
                </a:moveTo>
                <a:lnTo>
                  <a:pt x="173725" y="105943"/>
                </a:lnTo>
                <a:lnTo>
                  <a:pt x="173725" y="103942"/>
                </a:lnTo>
                <a:lnTo>
                  <a:pt x="175059" y="102608"/>
                </a:lnTo>
                <a:lnTo>
                  <a:pt x="175059" y="105410"/>
                </a:lnTo>
                <a:lnTo>
                  <a:pt x="177027" y="107378"/>
                </a:lnTo>
                <a:lnTo>
                  <a:pt x="175159" y="107378"/>
                </a:lnTo>
                <a:close/>
                <a:moveTo>
                  <a:pt x="194439" y="105410"/>
                </a:moveTo>
                <a:lnTo>
                  <a:pt x="194439" y="102608"/>
                </a:lnTo>
                <a:lnTo>
                  <a:pt x="195740" y="103942"/>
                </a:lnTo>
                <a:lnTo>
                  <a:pt x="195740" y="105943"/>
                </a:lnTo>
                <a:lnTo>
                  <a:pt x="194339" y="107378"/>
                </a:lnTo>
                <a:lnTo>
                  <a:pt x="192471" y="107378"/>
                </a:lnTo>
                <a:close/>
                <a:moveTo>
                  <a:pt x="194339" y="108178"/>
                </a:moveTo>
                <a:lnTo>
                  <a:pt x="195740" y="109579"/>
                </a:lnTo>
                <a:lnTo>
                  <a:pt x="195740" y="111614"/>
                </a:lnTo>
                <a:lnTo>
                  <a:pt x="194439" y="112915"/>
                </a:lnTo>
                <a:lnTo>
                  <a:pt x="194439" y="110146"/>
                </a:lnTo>
                <a:lnTo>
                  <a:pt x="192471" y="108178"/>
                </a:lnTo>
                <a:close/>
                <a:moveTo>
                  <a:pt x="196307" y="112148"/>
                </a:moveTo>
                <a:lnTo>
                  <a:pt x="198309" y="112148"/>
                </a:lnTo>
                <a:lnTo>
                  <a:pt x="199743" y="113582"/>
                </a:lnTo>
                <a:lnTo>
                  <a:pt x="199743" y="115450"/>
                </a:lnTo>
                <a:lnTo>
                  <a:pt x="197775" y="113482"/>
                </a:lnTo>
                <a:lnTo>
                  <a:pt x="195006" y="113482"/>
                </a:lnTo>
                <a:close/>
                <a:moveTo>
                  <a:pt x="200544" y="113582"/>
                </a:moveTo>
                <a:lnTo>
                  <a:pt x="201945" y="112148"/>
                </a:lnTo>
                <a:lnTo>
                  <a:pt x="203979" y="112148"/>
                </a:lnTo>
                <a:lnTo>
                  <a:pt x="205280" y="113482"/>
                </a:lnTo>
                <a:lnTo>
                  <a:pt x="202512" y="113482"/>
                </a:lnTo>
                <a:lnTo>
                  <a:pt x="200544" y="115450"/>
                </a:lnTo>
                <a:close/>
                <a:moveTo>
                  <a:pt x="205948" y="107378"/>
                </a:moveTo>
                <a:lnTo>
                  <a:pt x="204513" y="105943"/>
                </a:lnTo>
                <a:lnTo>
                  <a:pt x="204513" y="103942"/>
                </a:lnTo>
                <a:lnTo>
                  <a:pt x="205848" y="102608"/>
                </a:lnTo>
                <a:lnTo>
                  <a:pt x="205848" y="105410"/>
                </a:lnTo>
                <a:lnTo>
                  <a:pt x="207816" y="107378"/>
                </a:lnTo>
                <a:close/>
                <a:moveTo>
                  <a:pt x="225228" y="105410"/>
                </a:moveTo>
                <a:lnTo>
                  <a:pt x="225228" y="102608"/>
                </a:lnTo>
                <a:lnTo>
                  <a:pt x="226529" y="103942"/>
                </a:lnTo>
                <a:lnTo>
                  <a:pt x="226529" y="105943"/>
                </a:lnTo>
                <a:lnTo>
                  <a:pt x="225128" y="107378"/>
                </a:lnTo>
                <a:lnTo>
                  <a:pt x="223260" y="107378"/>
                </a:lnTo>
                <a:close/>
                <a:moveTo>
                  <a:pt x="225128" y="108178"/>
                </a:moveTo>
                <a:lnTo>
                  <a:pt x="226529" y="109579"/>
                </a:lnTo>
                <a:lnTo>
                  <a:pt x="226529" y="111614"/>
                </a:lnTo>
                <a:lnTo>
                  <a:pt x="225228" y="112915"/>
                </a:lnTo>
                <a:lnTo>
                  <a:pt x="225228" y="110146"/>
                </a:lnTo>
                <a:lnTo>
                  <a:pt x="223260" y="108178"/>
                </a:lnTo>
                <a:close/>
                <a:moveTo>
                  <a:pt x="227096" y="112148"/>
                </a:moveTo>
                <a:lnTo>
                  <a:pt x="229097" y="112148"/>
                </a:lnTo>
                <a:lnTo>
                  <a:pt x="230532" y="113582"/>
                </a:lnTo>
                <a:lnTo>
                  <a:pt x="230532" y="115450"/>
                </a:lnTo>
                <a:lnTo>
                  <a:pt x="228564" y="113482"/>
                </a:lnTo>
                <a:lnTo>
                  <a:pt x="225762" y="113482"/>
                </a:lnTo>
                <a:close/>
                <a:moveTo>
                  <a:pt x="231332" y="113582"/>
                </a:moveTo>
                <a:lnTo>
                  <a:pt x="232733" y="112148"/>
                </a:lnTo>
                <a:lnTo>
                  <a:pt x="234768" y="112148"/>
                </a:lnTo>
                <a:lnTo>
                  <a:pt x="236069" y="113482"/>
                </a:lnTo>
                <a:lnTo>
                  <a:pt x="233300" y="113482"/>
                </a:lnTo>
                <a:lnTo>
                  <a:pt x="231332" y="115450"/>
                </a:lnTo>
                <a:lnTo>
                  <a:pt x="231332" y="113582"/>
                </a:lnTo>
                <a:close/>
                <a:moveTo>
                  <a:pt x="236736" y="107378"/>
                </a:moveTo>
                <a:lnTo>
                  <a:pt x="235302" y="105943"/>
                </a:lnTo>
                <a:lnTo>
                  <a:pt x="235302" y="103942"/>
                </a:lnTo>
                <a:lnTo>
                  <a:pt x="236636" y="102608"/>
                </a:lnTo>
                <a:lnTo>
                  <a:pt x="236636" y="105410"/>
                </a:lnTo>
                <a:lnTo>
                  <a:pt x="238604" y="107378"/>
                </a:lnTo>
                <a:lnTo>
                  <a:pt x="236736" y="107378"/>
                </a:lnTo>
                <a:close/>
                <a:moveTo>
                  <a:pt x="234768" y="103375"/>
                </a:moveTo>
                <a:lnTo>
                  <a:pt x="232733" y="103375"/>
                </a:lnTo>
                <a:lnTo>
                  <a:pt x="231332" y="101941"/>
                </a:lnTo>
                <a:lnTo>
                  <a:pt x="231332" y="100106"/>
                </a:lnTo>
                <a:lnTo>
                  <a:pt x="233300" y="102074"/>
                </a:lnTo>
                <a:lnTo>
                  <a:pt x="236069" y="102074"/>
                </a:lnTo>
                <a:close/>
                <a:moveTo>
                  <a:pt x="231332" y="85762"/>
                </a:moveTo>
                <a:lnTo>
                  <a:pt x="233601" y="83461"/>
                </a:lnTo>
                <a:lnTo>
                  <a:pt x="236870" y="83461"/>
                </a:lnTo>
                <a:lnTo>
                  <a:pt x="238538" y="85162"/>
                </a:lnTo>
                <a:lnTo>
                  <a:pt x="234301" y="85162"/>
                </a:lnTo>
                <a:lnTo>
                  <a:pt x="231332" y="88131"/>
                </a:lnTo>
                <a:close/>
                <a:moveTo>
                  <a:pt x="236636" y="82126"/>
                </a:moveTo>
                <a:lnTo>
                  <a:pt x="235302" y="80792"/>
                </a:lnTo>
                <a:lnTo>
                  <a:pt x="235302" y="78791"/>
                </a:lnTo>
                <a:lnTo>
                  <a:pt x="236736" y="77356"/>
                </a:lnTo>
                <a:lnTo>
                  <a:pt x="238604" y="77356"/>
                </a:lnTo>
                <a:lnTo>
                  <a:pt x="236636" y="79324"/>
                </a:lnTo>
                <a:close/>
                <a:moveTo>
                  <a:pt x="236736" y="76589"/>
                </a:moveTo>
                <a:lnTo>
                  <a:pt x="235302" y="75155"/>
                </a:lnTo>
                <a:lnTo>
                  <a:pt x="235302" y="73153"/>
                </a:lnTo>
                <a:lnTo>
                  <a:pt x="236636" y="71819"/>
                </a:lnTo>
                <a:lnTo>
                  <a:pt x="236636" y="74621"/>
                </a:lnTo>
                <a:lnTo>
                  <a:pt x="238604" y="76589"/>
                </a:lnTo>
                <a:close/>
                <a:moveTo>
                  <a:pt x="234768" y="72586"/>
                </a:moveTo>
                <a:lnTo>
                  <a:pt x="232733" y="72586"/>
                </a:lnTo>
                <a:lnTo>
                  <a:pt x="231332" y="71152"/>
                </a:lnTo>
                <a:lnTo>
                  <a:pt x="231332" y="69317"/>
                </a:lnTo>
                <a:lnTo>
                  <a:pt x="233300" y="71285"/>
                </a:lnTo>
                <a:lnTo>
                  <a:pt x="236069" y="71285"/>
                </a:lnTo>
                <a:close/>
                <a:moveTo>
                  <a:pt x="231332" y="54974"/>
                </a:moveTo>
                <a:lnTo>
                  <a:pt x="233601" y="52672"/>
                </a:lnTo>
                <a:lnTo>
                  <a:pt x="236870" y="52672"/>
                </a:lnTo>
                <a:lnTo>
                  <a:pt x="238538" y="54373"/>
                </a:lnTo>
                <a:lnTo>
                  <a:pt x="234301" y="54373"/>
                </a:lnTo>
                <a:lnTo>
                  <a:pt x="231332" y="57342"/>
                </a:lnTo>
                <a:close/>
                <a:moveTo>
                  <a:pt x="236636" y="51338"/>
                </a:moveTo>
                <a:lnTo>
                  <a:pt x="235302" y="50003"/>
                </a:lnTo>
                <a:lnTo>
                  <a:pt x="235302" y="48002"/>
                </a:lnTo>
                <a:lnTo>
                  <a:pt x="236736" y="46568"/>
                </a:lnTo>
                <a:lnTo>
                  <a:pt x="238604" y="46568"/>
                </a:lnTo>
                <a:lnTo>
                  <a:pt x="236636" y="48536"/>
                </a:lnTo>
                <a:close/>
                <a:moveTo>
                  <a:pt x="236736" y="45800"/>
                </a:moveTo>
                <a:lnTo>
                  <a:pt x="235302" y="44366"/>
                </a:lnTo>
                <a:lnTo>
                  <a:pt x="235302" y="42365"/>
                </a:lnTo>
                <a:lnTo>
                  <a:pt x="236636" y="41030"/>
                </a:lnTo>
                <a:lnTo>
                  <a:pt x="236636" y="43832"/>
                </a:lnTo>
                <a:lnTo>
                  <a:pt x="238604" y="45800"/>
                </a:lnTo>
                <a:lnTo>
                  <a:pt x="236736" y="45800"/>
                </a:lnTo>
                <a:close/>
                <a:moveTo>
                  <a:pt x="234768" y="41797"/>
                </a:moveTo>
                <a:lnTo>
                  <a:pt x="232733" y="41797"/>
                </a:lnTo>
                <a:lnTo>
                  <a:pt x="231332" y="40363"/>
                </a:lnTo>
                <a:lnTo>
                  <a:pt x="231332" y="38495"/>
                </a:lnTo>
                <a:lnTo>
                  <a:pt x="233300" y="40463"/>
                </a:lnTo>
                <a:lnTo>
                  <a:pt x="236069" y="40463"/>
                </a:lnTo>
                <a:close/>
                <a:moveTo>
                  <a:pt x="231332" y="24185"/>
                </a:moveTo>
                <a:lnTo>
                  <a:pt x="233601" y="21883"/>
                </a:lnTo>
                <a:lnTo>
                  <a:pt x="236870" y="21883"/>
                </a:lnTo>
                <a:lnTo>
                  <a:pt x="238538" y="23551"/>
                </a:lnTo>
                <a:lnTo>
                  <a:pt x="234301" y="23551"/>
                </a:lnTo>
                <a:lnTo>
                  <a:pt x="231332" y="26553"/>
                </a:lnTo>
                <a:close/>
                <a:moveTo>
                  <a:pt x="236636" y="20549"/>
                </a:moveTo>
                <a:lnTo>
                  <a:pt x="235302" y="19215"/>
                </a:lnTo>
                <a:lnTo>
                  <a:pt x="235302" y="17213"/>
                </a:lnTo>
                <a:lnTo>
                  <a:pt x="236736" y="15779"/>
                </a:lnTo>
                <a:lnTo>
                  <a:pt x="238604" y="15779"/>
                </a:lnTo>
                <a:lnTo>
                  <a:pt x="236636" y="17747"/>
                </a:lnTo>
                <a:close/>
                <a:moveTo>
                  <a:pt x="236736" y="15012"/>
                </a:moveTo>
                <a:lnTo>
                  <a:pt x="235302" y="13577"/>
                </a:lnTo>
                <a:lnTo>
                  <a:pt x="235302" y="11576"/>
                </a:lnTo>
                <a:lnTo>
                  <a:pt x="236636" y="10242"/>
                </a:lnTo>
                <a:lnTo>
                  <a:pt x="236636" y="13010"/>
                </a:lnTo>
                <a:lnTo>
                  <a:pt x="238604" y="14978"/>
                </a:lnTo>
                <a:lnTo>
                  <a:pt x="236736" y="14978"/>
                </a:lnTo>
                <a:close/>
                <a:moveTo>
                  <a:pt x="234768" y="11009"/>
                </a:moveTo>
                <a:lnTo>
                  <a:pt x="232733" y="11009"/>
                </a:lnTo>
                <a:lnTo>
                  <a:pt x="231332" y="9574"/>
                </a:lnTo>
                <a:lnTo>
                  <a:pt x="231332" y="7706"/>
                </a:lnTo>
                <a:lnTo>
                  <a:pt x="233300" y="9675"/>
                </a:lnTo>
                <a:lnTo>
                  <a:pt x="236069" y="9675"/>
                </a:lnTo>
                <a:close/>
                <a:moveTo>
                  <a:pt x="230532" y="6606"/>
                </a:moveTo>
                <a:lnTo>
                  <a:pt x="228230" y="8874"/>
                </a:lnTo>
                <a:lnTo>
                  <a:pt x="224995" y="8874"/>
                </a:lnTo>
                <a:lnTo>
                  <a:pt x="223327" y="7206"/>
                </a:lnTo>
                <a:lnTo>
                  <a:pt x="227396" y="7206"/>
                </a:lnTo>
                <a:lnTo>
                  <a:pt x="227663" y="7106"/>
                </a:lnTo>
                <a:lnTo>
                  <a:pt x="230532" y="4237"/>
                </a:lnTo>
                <a:close/>
                <a:moveTo>
                  <a:pt x="224427" y="9441"/>
                </a:moveTo>
                <a:lnTo>
                  <a:pt x="224427" y="12710"/>
                </a:lnTo>
                <a:lnTo>
                  <a:pt x="222126" y="15012"/>
                </a:lnTo>
                <a:lnTo>
                  <a:pt x="219757" y="15012"/>
                </a:lnTo>
                <a:lnTo>
                  <a:pt x="222760" y="12010"/>
                </a:lnTo>
                <a:lnTo>
                  <a:pt x="222760" y="7773"/>
                </a:lnTo>
                <a:close/>
                <a:moveTo>
                  <a:pt x="211285" y="15012"/>
                </a:moveTo>
                <a:lnTo>
                  <a:pt x="208916" y="15012"/>
                </a:lnTo>
                <a:lnTo>
                  <a:pt x="206648" y="12710"/>
                </a:lnTo>
                <a:lnTo>
                  <a:pt x="206648" y="9441"/>
                </a:lnTo>
                <a:lnTo>
                  <a:pt x="208316" y="7773"/>
                </a:lnTo>
                <a:lnTo>
                  <a:pt x="208316" y="12010"/>
                </a:lnTo>
                <a:close/>
                <a:moveTo>
                  <a:pt x="206081" y="8907"/>
                </a:moveTo>
                <a:lnTo>
                  <a:pt x="202812" y="8907"/>
                </a:lnTo>
                <a:lnTo>
                  <a:pt x="200544" y="6606"/>
                </a:lnTo>
                <a:lnTo>
                  <a:pt x="200544" y="4237"/>
                </a:lnTo>
                <a:lnTo>
                  <a:pt x="203412" y="7106"/>
                </a:lnTo>
                <a:lnTo>
                  <a:pt x="203679" y="7206"/>
                </a:lnTo>
                <a:lnTo>
                  <a:pt x="207749" y="7206"/>
                </a:lnTo>
                <a:close/>
                <a:moveTo>
                  <a:pt x="199743" y="6606"/>
                </a:moveTo>
                <a:lnTo>
                  <a:pt x="197441" y="8874"/>
                </a:lnTo>
                <a:lnTo>
                  <a:pt x="194206" y="8874"/>
                </a:lnTo>
                <a:lnTo>
                  <a:pt x="192538" y="7206"/>
                </a:lnTo>
                <a:lnTo>
                  <a:pt x="196741" y="7206"/>
                </a:lnTo>
                <a:lnTo>
                  <a:pt x="199743" y="4237"/>
                </a:lnTo>
                <a:close/>
                <a:moveTo>
                  <a:pt x="193639" y="9441"/>
                </a:moveTo>
                <a:lnTo>
                  <a:pt x="193639" y="12710"/>
                </a:lnTo>
                <a:lnTo>
                  <a:pt x="191337" y="15012"/>
                </a:lnTo>
                <a:lnTo>
                  <a:pt x="188969" y="15012"/>
                </a:lnTo>
                <a:lnTo>
                  <a:pt x="191971" y="12010"/>
                </a:lnTo>
                <a:lnTo>
                  <a:pt x="191971" y="7773"/>
                </a:lnTo>
                <a:close/>
                <a:moveTo>
                  <a:pt x="180496" y="15012"/>
                </a:moveTo>
                <a:lnTo>
                  <a:pt x="178128" y="15012"/>
                </a:lnTo>
                <a:lnTo>
                  <a:pt x="175826" y="12710"/>
                </a:lnTo>
                <a:lnTo>
                  <a:pt x="175826" y="9441"/>
                </a:lnTo>
                <a:lnTo>
                  <a:pt x="177527" y="7773"/>
                </a:lnTo>
                <a:lnTo>
                  <a:pt x="177527" y="12010"/>
                </a:lnTo>
                <a:close/>
                <a:moveTo>
                  <a:pt x="175292" y="8907"/>
                </a:moveTo>
                <a:lnTo>
                  <a:pt x="172023" y="8907"/>
                </a:lnTo>
                <a:lnTo>
                  <a:pt x="169755" y="6606"/>
                </a:lnTo>
                <a:lnTo>
                  <a:pt x="169755" y="4237"/>
                </a:lnTo>
                <a:lnTo>
                  <a:pt x="172724" y="7206"/>
                </a:lnTo>
                <a:lnTo>
                  <a:pt x="176960" y="7206"/>
                </a:lnTo>
                <a:close/>
                <a:moveTo>
                  <a:pt x="168954" y="6606"/>
                </a:moveTo>
                <a:lnTo>
                  <a:pt x="166653" y="8874"/>
                </a:lnTo>
                <a:lnTo>
                  <a:pt x="163417" y="8874"/>
                </a:lnTo>
                <a:lnTo>
                  <a:pt x="161716" y="7206"/>
                </a:lnTo>
                <a:lnTo>
                  <a:pt x="165786" y="7206"/>
                </a:lnTo>
                <a:lnTo>
                  <a:pt x="166086" y="7106"/>
                </a:lnTo>
                <a:lnTo>
                  <a:pt x="168954" y="4237"/>
                </a:lnTo>
                <a:close/>
                <a:moveTo>
                  <a:pt x="162850" y="9441"/>
                </a:moveTo>
                <a:lnTo>
                  <a:pt x="162850" y="12710"/>
                </a:lnTo>
                <a:lnTo>
                  <a:pt x="160548" y="15012"/>
                </a:lnTo>
                <a:lnTo>
                  <a:pt x="158180" y="15012"/>
                </a:lnTo>
                <a:lnTo>
                  <a:pt x="161182" y="12010"/>
                </a:lnTo>
                <a:lnTo>
                  <a:pt x="161182" y="7773"/>
                </a:lnTo>
                <a:close/>
                <a:moveTo>
                  <a:pt x="149707" y="15012"/>
                </a:moveTo>
                <a:lnTo>
                  <a:pt x="147339" y="15012"/>
                </a:lnTo>
                <a:lnTo>
                  <a:pt x="145037" y="12710"/>
                </a:lnTo>
                <a:lnTo>
                  <a:pt x="145037" y="9441"/>
                </a:lnTo>
                <a:lnTo>
                  <a:pt x="146739" y="7773"/>
                </a:lnTo>
                <a:lnTo>
                  <a:pt x="146739" y="12010"/>
                </a:lnTo>
                <a:close/>
                <a:moveTo>
                  <a:pt x="144504" y="8907"/>
                </a:moveTo>
                <a:lnTo>
                  <a:pt x="141235" y="8907"/>
                </a:lnTo>
                <a:lnTo>
                  <a:pt x="138933" y="6606"/>
                </a:lnTo>
                <a:lnTo>
                  <a:pt x="138933" y="4237"/>
                </a:lnTo>
                <a:lnTo>
                  <a:pt x="141835" y="7106"/>
                </a:lnTo>
                <a:lnTo>
                  <a:pt x="142102" y="7206"/>
                </a:lnTo>
                <a:lnTo>
                  <a:pt x="146172" y="7206"/>
                </a:lnTo>
                <a:close/>
                <a:moveTo>
                  <a:pt x="138166" y="6606"/>
                </a:moveTo>
                <a:lnTo>
                  <a:pt x="135864" y="8874"/>
                </a:lnTo>
                <a:lnTo>
                  <a:pt x="132629" y="8874"/>
                </a:lnTo>
                <a:lnTo>
                  <a:pt x="130927" y="7206"/>
                </a:lnTo>
                <a:lnTo>
                  <a:pt x="135164" y="7206"/>
                </a:lnTo>
                <a:lnTo>
                  <a:pt x="138166" y="4237"/>
                </a:lnTo>
                <a:close/>
                <a:moveTo>
                  <a:pt x="132061" y="9441"/>
                </a:moveTo>
                <a:lnTo>
                  <a:pt x="132061" y="12710"/>
                </a:lnTo>
                <a:lnTo>
                  <a:pt x="129760" y="15012"/>
                </a:lnTo>
                <a:lnTo>
                  <a:pt x="127391" y="15012"/>
                </a:lnTo>
                <a:lnTo>
                  <a:pt x="130394" y="12010"/>
                </a:lnTo>
                <a:lnTo>
                  <a:pt x="130394" y="7773"/>
                </a:lnTo>
                <a:close/>
                <a:moveTo>
                  <a:pt x="118919" y="15012"/>
                </a:moveTo>
                <a:lnTo>
                  <a:pt x="116550" y="15012"/>
                </a:lnTo>
                <a:lnTo>
                  <a:pt x="114249" y="12710"/>
                </a:lnTo>
                <a:lnTo>
                  <a:pt x="114249" y="9441"/>
                </a:lnTo>
                <a:lnTo>
                  <a:pt x="115950" y="7773"/>
                </a:lnTo>
                <a:lnTo>
                  <a:pt x="115950" y="12010"/>
                </a:lnTo>
                <a:close/>
                <a:moveTo>
                  <a:pt x="113682" y="8907"/>
                </a:moveTo>
                <a:lnTo>
                  <a:pt x="110446" y="8907"/>
                </a:lnTo>
                <a:lnTo>
                  <a:pt x="108144" y="6606"/>
                </a:lnTo>
                <a:lnTo>
                  <a:pt x="108144" y="4237"/>
                </a:lnTo>
                <a:lnTo>
                  <a:pt x="111147" y="7206"/>
                </a:lnTo>
                <a:lnTo>
                  <a:pt x="115383" y="7206"/>
                </a:lnTo>
                <a:close/>
                <a:moveTo>
                  <a:pt x="107377" y="6606"/>
                </a:moveTo>
                <a:lnTo>
                  <a:pt x="105076" y="8874"/>
                </a:lnTo>
                <a:lnTo>
                  <a:pt x="101840" y="8874"/>
                </a:lnTo>
                <a:lnTo>
                  <a:pt x="100139" y="7206"/>
                </a:lnTo>
                <a:lnTo>
                  <a:pt x="104208" y="7206"/>
                </a:lnTo>
                <a:lnTo>
                  <a:pt x="104475" y="7106"/>
                </a:lnTo>
                <a:lnTo>
                  <a:pt x="107377" y="4237"/>
                </a:lnTo>
                <a:lnTo>
                  <a:pt x="107377" y="6606"/>
                </a:lnTo>
                <a:close/>
                <a:moveTo>
                  <a:pt x="101273" y="9441"/>
                </a:moveTo>
                <a:lnTo>
                  <a:pt x="101273" y="12710"/>
                </a:lnTo>
                <a:lnTo>
                  <a:pt x="98971" y="15012"/>
                </a:lnTo>
                <a:lnTo>
                  <a:pt x="96603" y="15012"/>
                </a:lnTo>
                <a:lnTo>
                  <a:pt x="99605" y="12010"/>
                </a:lnTo>
                <a:lnTo>
                  <a:pt x="99605" y="7773"/>
                </a:lnTo>
                <a:close/>
                <a:moveTo>
                  <a:pt x="88130" y="15012"/>
                </a:moveTo>
                <a:lnTo>
                  <a:pt x="85762" y="15012"/>
                </a:lnTo>
                <a:lnTo>
                  <a:pt x="83460" y="12710"/>
                </a:lnTo>
                <a:lnTo>
                  <a:pt x="83460" y="9441"/>
                </a:lnTo>
                <a:lnTo>
                  <a:pt x="85128" y="7773"/>
                </a:lnTo>
                <a:lnTo>
                  <a:pt x="85128" y="12010"/>
                </a:lnTo>
                <a:close/>
                <a:moveTo>
                  <a:pt x="82893" y="8907"/>
                </a:moveTo>
                <a:lnTo>
                  <a:pt x="79657" y="8907"/>
                </a:lnTo>
                <a:lnTo>
                  <a:pt x="77356" y="6606"/>
                </a:lnTo>
                <a:lnTo>
                  <a:pt x="77356" y="4237"/>
                </a:lnTo>
                <a:lnTo>
                  <a:pt x="80224" y="7106"/>
                </a:lnTo>
                <a:lnTo>
                  <a:pt x="80525" y="7206"/>
                </a:lnTo>
                <a:lnTo>
                  <a:pt x="84594" y="7206"/>
                </a:lnTo>
                <a:close/>
                <a:moveTo>
                  <a:pt x="76589" y="6606"/>
                </a:moveTo>
                <a:lnTo>
                  <a:pt x="74287" y="8874"/>
                </a:lnTo>
                <a:lnTo>
                  <a:pt x="71018" y="8874"/>
                </a:lnTo>
                <a:lnTo>
                  <a:pt x="69350" y="7206"/>
                </a:lnTo>
                <a:lnTo>
                  <a:pt x="73586" y="7206"/>
                </a:lnTo>
                <a:lnTo>
                  <a:pt x="76589" y="4237"/>
                </a:lnTo>
                <a:close/>
                <a:moveTo>
                  <a:pt x="70484" y="9441"/>
                </a:moveTo>
                <a:lnTo>
                  <a:pt x="70484" y="12710"/>
                </a:lnTo>
                <a:lnTo>
                  <a:pt x="68183" y="15012"/>
                </a:lnTo>
                <a:lnTo>
                  <a:pt x="65814" y="15012"/>
                </a:lnTo>
                <a:lnTo>
                  <a:pt x="68816" y="12010"/>
                </a:lnTo>
                <a:lnTo>
                  <a:pt x="68816" y="7773"/>
                </a:lnTo>
                <a:close/>
                <a:moveTo>
                  <a:pt x="57341" y="15012"/>
                </a:moveTo>
                <a:lnTo>
                  <a:pt x="54973" y="15012"/>
                </a:lnTo>
                <a:lnTo>
                  <a:pt x="52671" y="12710"/>
                </a:lnTo>
                <a:lnTo>
                  <a:pt x="52671" y="9441"/>
                </a:lnTo>
                <a:lnTo>
                  <a:pt x="54339" y="7773"/>
                </a:lnTo>
                <a:lnTo>
                  <a:pt x="54339" y="12010"/>
                </a:lnTo>
                <a:close/>
                <a:moveTo>
                  <a:pt x="52104" y="8907"/>
                </a:moveTo>
                <a:lnTo>
                  <a:pt x="48869" y="8907"/>
                </a:lnTo>
                <a:lnTo>
                  <a:pt x="46567" y="6606"/>
                </a:lnTo>
                <a:lnTo>
                  <a:pt x="46567" y="4237"/>
                </a:lnTo>
                <a:lnTo>
                  <a:pt x="49569" y="7206"/>
                </a:lnTo>
                <a:lnTo>
                  <a:pt x="53806" y="7206"/>
                </a:lnTo>
                <a:close/>
                <a:moveTo>
                  <a:pt x="45767" y="6606"/>
                </a:moveTo>
                <a:lnTo>
                  <a:pt x="43498" y="8874"/>
                </a:lnTo>
                <a:lnTo>
                  <a:pt x="40229" y="8874"/>
                </a:lnTo>
                <a:lnTo>
                  <a:pt x="38561" y="7206"/>
                </a:lnTo>
                <a:lnTo>
                  <a:pt x="42631" y="7206"/>
                </a:lnTo>
                <a:lnTo>
                  <a:pt x="42898" y="7106"/>
                </a:lnTo>
                <a:lnTo>
                  <a:pt x="45767" y="4237"/>
                </a:lnTo>
                <a:close/>
                <a:moveTo>
                  <a:pt x="39696" y="9441"/>
                </a:moveTo>
                <a:lnTo>
                  <a:pt x="39696" y="12710"/>
                </a:lnTo>
                <a:lnTo>
                  <a:pt x="37394" y="15012"/>
                </a:lnTo>
                <a:lnTo>
                  <a:pt x="35026" y="15012"/>
                </a:lnTo>
                <a:lnTo>
                  <a:pt x="37994" y="12010"/>
                </a:lnTo>
                <a:lnTo>
                  <a:pt x="37994" y="7773"/>
                </a:lnTo>
                <a:close/>
                <a:moveTo>
                  <a:pt x="26553" y="15012"/>
                </a:moveTo>
                <a:lnTo>
                  <a:pt x="24184" y="15012"/>
                </a:lnTo>
                <a:lnTo>
                  <a:pt x="21883" y="12710"/>
                </a:lnTo>
                <a:lnTo>
                  <a:pt x="21883" y="9441"/>
                </a:lnTo>
                <a:lnTo>
                  <a:pt x="23551" y="7773"/>
                </a:lnTo>
                <a:lnTo>
                  <a:pt x="23551" y="12010"/>
                </a:lnTo>
                <a:close/>
                <a:moveTo>
                  <a:pt x="21316" y="8907"/>
                </a:moveTo>
                <a:lnTo>
                  <a:pt x="18080" y="8907"/>
                </a:lnTo>
                <a:lnTo>
                  <a:pt x="15778" y="6606"/>
                </a:lnTo>
                <a:lnTo>
                  <a:pt x="15778" y="4237"/>
                </a:lnTo>
                <a:lnTo>
                  <a:pt x="18647" y="7106"/>
                </a:lnTo>
                <a:lnTo>
                  <a:pt x="18914" y="7206"/>
                </a:lnTo>
                <a:lnTo>
                  <a:pt x="22984" y="7206"/>
                </a:lnTo>
                <a:close/>
                <a:moveTo>
                  <a:pt x="14978" y="6606"/>
                </a:moveTo>
                <a:lnTo>
                  <a:pt x="12710" y="8874"/>
                </a:lnTo>
                <a:lnTo>
                  <a:pt x="9441" y="8874"/>
                </a:lnTo>
                <a:lnTo>
                  <a:pt x="7773" y="7206"/>
                </a:lnTo>
                <a:lnTo>
                  <a:pt x="12009" y="7206"/>
                </a:lnTo>
                <a:lnTo>
                  <a:pt x="14978" y="4237"/>
                </a:lnTo>
                <a:lnTo>
                  <a:pt x="14978" y="6606"/>
                </a:lnTo>
                <a:close/>
                <a:moveTo>
                  <a:pt x="9441" y="21883"/>
                </a:moveTo>
                <a:lnTo>
                  <a:pt x="12710" y="21883"/>
                </a:lnTo>
                <a:lnTo>
                  <a:pt x="14978" y="24185"/>
                </a:lnTo>
                <a:lnTo>
                  <a:pt x="14978" y="26553"/>
                </a:lnTo>
                <a:lnTo>
                  <a:pt x="12009" y="23551"/>
                </a:lnTo>
                <a:lnTo>
                  <a:pt x="7773" y="23551"/>
                </a:lnTo>
                <a:close/>
                <a:moveTo>
                  <a:pt x="14978" y="33892"/>
                </a:moveTo>
                <a:lnTo>
                  <a:pt x="11675" y="37228"/>
                </a:lnTo>
                <a:lnTo>
                  <a:pt x="6972" y="37228"/>
                </a:lnTo>
                <a:lnTo>
                  <a:pt x="5438" y="35693"/>
                </a:lnTo>
                <a:lnTo>
                  <a:pt x="11042" y="35693"/>
                </a:lnTo>
                <a:lnTo>
                  <a:pt x="14978" y="31757"/>
                </a:lnTo>
                <a:lnTo>
                  <a:pt x="14978" y="33892"/>
                </a:lnTo>
                <a:close/>
                <a:moveTo>
                  <a:pt x="7206" y="42631"/>
                </a:moveTo>
                <a:lnTo>
                  <a:pt x="7206" y="38562"/>
                </a:lnTo>
                <a:lnTo>
                  <a:pt x="8873" y="40230"/>
                </a:lnTo>
                <a:lnTo>
                  <a:pt x="8873" y="43499"/>
                </a:lnTo>
                <a:lnTo>
                  <a:pt x="6605" y="45800"/>
                </a:lnTo>
                <a:lnTo>
                  <a:pt x="4237" y="45800"/>
                </a:lnTo>
                <a:lnTo>
                  <a:pt x="7106" y="42932"/>
                </a:lnTo>
                <a:close/>
                <a:moveTo>
                  <a:pt x="6605" y="46568"/>
                </a:moveTo>
                <a:lnTo>
                  <a:pt x="8873" y="48869"/>
                </a:lnTo>
                <a:lnTo>
                  <a:pt x="8873" y="52105"/>
                </a:lnTo>
                <a:lnTo>
                  <a:pt x="7206" y="53806"/>
                </a:lnTo>
                <a:lnTo>
                  <a:pt x="7206" y="49570"/>
                </a:lnTo>
                <a:lnTo>
                  <a:pt x="4203" y="46568"/>
                </a:lnTo>
                <a:close/>
                <a:moveTo>
                  <a:pt x="9441" y="52672"/>
                </a:moveTo>
                <a:lnTo>
                  <a:pt x="12710" y="52672"/>
                </a:lnTo>
                <a:lnTo>
                  <a:pt x="14978" y="54974"/>
                </a:lnTo>
                <a:lnTo>
                  <a:pt x="14978" y="57342"/>
                </a:lnTo>
                <a:lnTo>
                  <a:pt x="12009" y="54340"/>
                </a:lnTo>
                <a:lnTo>
                  <a:pt x="7773" y="54340"/>
                </a:lnTo>
                <a:close/>
                <a:moveTo>
                  <a:pt x="14978" y="64714"/>
                </a:moveTo>
                <a:lnTo>
                  <a:pt x="11675" y="68016"/>
                </a:lnTo>
                <a:lnTo>
                  <a:pt x="6972" y="68016"/>
                </a:lnTo>
                <a:lnTo>
                  <a:pt x="5438" y="66482"/>
                </a:lnTo>
                <a:lnTo>
                  <a:pt x="11042" y="66482"/>
                </a:lnTo>
                <a:lnTo>
                  <a:pt x="14978" y="62546"/>
                </a:lnTo>
                <a:lnTo>
                  <a:pt x="14978" y="64714"/>
                </a:lnTo>
                <a:close/>
                <a:moveTo>
                  <a:pt x="7206" y="69351"/>
                </a:moveTo>
                <a:lnTo>
                  <a:pt x="8873" y="71052"/>
                </a:lnTo>
                <a:lnTo>
                  <a:pt x="8873" y="74287"/>
                </a:lnTo>
                <a:lnTo>
                  <a:pt x="6605" y="76589"/>
                </a:lnTo>
                <a:lnTo>
                  <a:pt x="4237" y="76589"/>
                </a:lnTo>
                <a:lnTo>
                  <a:pt x="7206" y="73587"/>
                </a:lnTo>
                <a:lnTo>
                  <a:pt x="7206" y="69351"/>
                </a:lnTo>
                <a:close/>
                <a:moveTo>
                  <a:pt x="9441" y="83461"/>
                </a:moveTo>
                <a:lnTo>
                  <a:pt x="12710" y="83461"/>
                </a:lnTo>
                <a:lnTo>
                  <a:pt x="14978" y="85762"/>
                </a:lnTo>
                <a:lnTo>
                  <a:pt x="14978" y="88131"/>
                </a:lnTo>
                <a:lnTo>
                  <a:pt x="12009" y="85129"/>
                </a:lnTo>
                <a:lnTo>
                  <a:pt x="7773" y="85129"/>
                </a:lnTo>
                <a:close/>
                <a:moveTo>
                  <a:pt x="14978" y="95503"/>
                </a:moveTo>
                <a:lnTo>
                  <a:pt x="11675" y="98805"/>
                </a:lnTo>
                <a:lnTo>
                  <a:pt x="6972" y="98805"/>
                </a:lnTo>
                <a:lnTo>
                  <a:pt x="5438" y="97271"/>
                </a:lnTo>
                <a:lnTo>
                  <a:pt x="11042" y="97271"/>
                </a:lnTo>
                <a:lnTo>
                  <a:pt x="14978" y="93334"/>
                </a:lnTo>
                <a:lnTo>
                  <a:pt x="14978" y="95503"/>
                </a:lnTo>
                <a:close/>
                <a:moveTo>
                  <a:pt x="7206" y="104209"/>
                </a:moveTo>
                <a:lnTo>
                  <a:pt x="7206" y="100139"/>
                </a:lnTo>
                <a:lnTo>
                  <a:pt x="8873" y="101840"/>
                </a:lnTo>
                <a:lnTo>
                  <a:pt x="8873" y="105076"/>
                </a:lnTo>
                <a:lnTo>
                  <a:pt x="6605" y="107378"/>
                </a:lnTo>
                <a:lnTo>
                  <a:pt x="4237" y="107378"/>
                </a:lnTo>
                <a:lnTo>
                  <a:pt x="7106" y="104509"/>
                </a:lnTo>
                <a:close/>
                <a:moveTo>
                  <a:pt x="6605" y="108178"/>
                </a:moveTo>
                <a:lnTo>
                  <a:pt x="8873" y="110447"/>
                </a:lnTo>
                <a:lnTo>
                  <a:pt x="8873" y="113716"/>
                </a:lnTo>
                <a:lnTo>
                  <a:pt x="7206" y="115384"/>
                </a:lnTo>
                <a:lnTo>
                  <a:pt x="7206" y="111147"/>
                </a:lnTo>
                <a:lnTo>
                  <a:pt x="4203" y="108145"/>
                </a:lnTo>
                <a:lnTo>
                  <a:pt x="6605" y="108145"/>
                </a:lnTo>
                <a:close/>
                <a:moveTo>
                  <a:pt x="9441" y="114249"/>
                </a:moveTo>
                <a:lnTo>
                  <a:pt x="12710" y="114249"/>
                </a:lnTo>
                <a:lnTo>
                  <a:pt x="14978" y="116551"/>
                </a:lnTo>
                <a:lnTo>
                  <a:pt x="14978" y="118919"/>
                </a:lnTo>
                <a:lnTo>
                  <a:pt x="12009" y="115951"/>
                </a:lnTo>
                <a:lnTo>
                  <a:pt x="7773" y="115951"/>
                </a:lnTo>
                <a:close/>
                <a:moveTo>
                  <a:pt x="15778" y="116551"/>
                </a:moveTo>
                <a:lnTo>
                  <a:pt x="18080" y="114249"/>
                </a:lnTo>
                <a:lnTo>
                  <a:pt x="21316" y="114249"/>
                </a:lnTo>
                <a:lnTo>
                  <a:pt x="22984" y="115951"/>
                </a:lnTo>
                <a:lnTo>
                  <a:pt x="18947" y="115951"/>
                </a:lnTo>
                <a:lnTo>
                  <a:pt x="18647" y="116051"/>
                </a:lnTo>
                <a:lnTo>
                  <a:pt x="15778" y="118919"/>
                </a:lnTo>
                <a:close/>
                <a:moveTo>
                  <a:pt x="21883" y="113716"/>
                </a:moveTo>
                <a:lnTo>
                  <a:pt x="21883" y="110447"/>
                </a:lnTo>
                <a:lnTo>
                  <a:pt x="24184" y="108178"/>
                </a:lnTo>
                <a:lnTo>
                  <a:pt x="26553" y="108178"/>
                </a:lnTo>
                <a:lnTo>
                  <a:pt x="23551" y="111147"/>
                </a:lnTo>
                <a:lnTo>
                  <a:pt x="23551" y="115384"/>
                </a:lnTo>
                <a:close/>
                <a:moveTo>
                  <a:pt x="35026" y="108178"/>
                </a:moveTo>
                <a:lnTo>
                  <a:pt x="37394" y="108178"/>
                </a:lnTo>
                <a:lnTo>
                  <a:pt x="39696" y="110447"/>
                </a:lnTo>
                <a:lnTo>
                  <a:pt x="39696" y="113716"/>
                </a:lnTo>
                <a:lnTo>
                  <a:pt x="37994" y="115384"/>
                </a:lnTo>
                <a:lnTo>
                  <a:pt x="37994" y="111147"/>
                </a:lnTo>
                <a:close/>
                <a:moveTo>
                  <a:pt x="40229" y="114249"/>
                </a:moveTo>
                <a:lnTo>
                  <a:pt x="43498" y="114249"/>
                </a:lnTo>
                <a:lnTo>
                  <a:pt x="45767" y="116551"/>
                </a:lnTo>
                <a:lnTo>
                  <a:pt x="45767" y="118919"/>
                </a:lnTo>
                <a:lnTo>
                  <a:pt x="42898" y="116051"/>
                </a:lnTo>
                <a:lnTo>
                  <a:pt x="42631" y="115951"/>
                </a:lnTo>
                <a:lnTo>
                  <a:pt x="38561" y="115951"/>
                </a:lnTo>
                <a:close/>
                <a:moveTo>
                  <a:pt x="46567" y="116551"/>
                </a:moveTo>
                <a:lnTo>
                  <a:pt x="48869" y="114249"/>
                </a:lnTo>
                <a:lnTo>
                  <a:pt x="52104" y="114249"/>
                </a:lnTo>
                <a:lnTo>
                  <a:pt x="53806" y="115951"/>
                </a:lnTo>
                <a:lnTo>
                  <a:pt x="49569" y="115951"/>
                </a:lnTo>
                <a:lnTo>
                  <a:pt x="46567" y="118919"/>
                </a:lnTo>
                <a:close/>
                <a:moveTo>
                  <a:pt x="52671" y="113716"/>
                </a:moveTo>
                <a:lnTo>
                  <a:pt x="52671" y="110447"/>
                </a:lnTo>
                <a:lnTo>
                  <a:pt x="54973" y="108178"/>
                </a:lnTo>
                <a:lnTo>
                  <a:pt x="57341" y="108178"/>
                </a:lnTo>
                <a:lnTo>
                  <a:pt x="54339" y="111147"/>
                </a:lnTo>
                <a:lnTo>
                  <a:pt x="54339" y="115384"/>
                </a:lnTo>
                <a:close/>
                <a:moveTo>
                  <a:pt x="65814" y="108178"/>
                </a:moveTo>
                <a:lnTo>
                  <a:pt x="68183" y="108178"/>
                </a:lnTo>
                <a:lnTo>
                  <a:pt x="70484" y="110447"/>
                </a:lnTo>
                <a:lnTo>
                  <a:pt x="70484" y="113716"/>
                </a:lnTo>
                <a:lnTo>
                  <a:pt x="68783" y="115384"/>
                </a:lnTo>
                <a:lnTo>
                  <a:pt x="68783" y="111147"/>
                </a:lnTo>
                <a:close/>
                <a:moveTo>
                  <a:pt x="71018" y="114249"/>
                </a:moveTo>
                <a:lnTo>
                  <a:pt x="74287" y="114249"/>
                </a:lnTo>
                <a:lnTo>
                  <a:pt x="76555" y="116551"/>
                </a:lnTo>
                <a:lnTo>
                  <a:pt x="76555" y="118919"/>
                </a:lnTo>
                <a:lnTo>
                  <a:pt x="73586" y="115951"/>
                </a:lnTo>
                <a:lnTo>
                  <a:pt x="69350" y="115951"/>
                </a:lnTo>
                <a:close/>
                <a:moveTo>
                  <a:pt x="77356" y="116551"/>
                </a:moveTo>
                <a:lnTo>
                  <a:pt x="79657" y="114249"/>
                </a:lnTo>
                <a:lnTo>
                  <a:pt x="82893" y="114249"/>
                </a:lnTo>
                <a:lnTo>
                  <a:pt x="84594" y="115951"/>
                </a:lnTo>
                <a:lnTo>
                  <a:pt x="80525" y="115951"/>
                </a:lnTo>
                <a:lnTo>
                  <a:pt x="80224" y="116051"/>
                </a:lnTo>
                <a:lnTo>
                  <a:pt x="77356" y="118919"/>
                </a:lnTo>
                <a:lnTo>
                  <a:pt x="77356" y="116551"/>
                </a:lnTo>
                <a:close/>
                <a:moveTo>
                  <a:pt x="83460" y="113716"/>
                </a:moveTo>
                <a:lnTo>
                  <a:pt x="83460" y="110447"/>
                </a:lnTo>
                <a:lnTo>
                  <a:pt x="85762" y="108178"/>
                </a:lnTo>
                <a:lnTo>
                  <a:pt x="88130" y="108178"/>
                </a:lnTo>
                <a:lnTo>
                  <a:pt x="85128" y="111147"/>
                </a:lnTo>
                <a:lnTo>
                  <a:pt x="85128" y="115384"/>
                </a:lnTo>
                <a:close/>
                <a:moveTo>
                  <a:pt x="96603" y="108178"/>
                </a:moveTo>
                <a:lnTo>
                  <a:pt x="98971" y="108178"/>
                </a:lnTo>
                <a:lnTo>
                  <a:pt x="101273" y="110447"/>
                </a:lnTo>
                <a:lnTo>
                  <a:pt x="101273" y="113716"/>
                </a:lnTo>
                <a:lnTo>
                  <a:pt x="99605" y="115384"/>
                </a:lnTo>
                <a:lnTo>
                  <a:pt x="99605" y="111147"/>
                </a:lnTo>
                <a:close/>
                <a:moveTo>
                  <a:pt x="101840" y="114249"/>
                </a:moveTo>
                <a:lnTo>
                  <a:pt x="105076" y="114249"/>
                </a:lnTo>
                <a:lnTo>
                  <a:pt x="107377" y="116551"/>
                </a:lnTo>
                <a:lnTo>
                  <a:pt x="107377" y="118919"/>
                </a:lnTo>
                <a:lnTo>
                  <a:pt x="104508" y="116051"/>
                </a:lnTo>
                <a:lnTo>
                  <a:pt x="104208" y="115951"/>
                </a:lnTo>
                <a:lnTo>
                  <a:pt x="100139" y="115951"/>
                </a:lnTo>
                <a:close/>
                <a:moveTo>
                  <a:pt x="108144" y="116551"/>
                </a:moveTo>
                <a:lnTo>
                  <a:pt x="110446" y="114249"/>
                </a:lnTo>
                <a:lnTo>
                  <a:pt x="113682" y="114249"/>
                </a:lnTo>
                <a:lnTo>
                  <a:pt x="115383" y="115951"/>
                </a:lnTo>
                <a:lnTo>
                  <a:pt x="111147" y="115951"/>
                </a:lnTo>
                <a:lnTo>
                  <a:pt x="108144" y="118919"/>
                </a:lnTo>
                <a:close/>
                <a:moveTo>
                  <a:pt x="114249" y="113716"/>
                </a:moveTo>
                <a:lnTo>
                  <a:pt x="114249" y="110447"/>
                </a:lnTo>
                <a:lnTo>
                  <a:pt x="116550" y="108178"/>
                </a:lnTo>
                <a:lnTo>
                  <a:pt x="118919" y="108178"/>
                </a:lnTo>
                <a:lnTo>
                  <a:pt x="115917" y="111147"/>
                </a:lnTo>
                <a:lnTo>
                  <a:pt x="115917" y="115384"/>
                </a:lnTo>
                <a:close/>
                <a:moveTo>
                  <a:pt x="127391" y="108178"/>
                </a:moveTo>
                <a:lnTo>
                  <a:pt x="129760" y="108178"/>
                </a:lnTo>
                <a:lnTo>
                  <a:pt x="132061" y="110447"/>
                </a:lnTo>
                <a:lnTo>
                  <a:pt x="132061" y="113716"/>
                </a:lnTo>
                <a:lnTo>
                  <a:pt x="130394" y="115384"/>
                </a:lnTo>
                <a:lnTo>
                  <a:pt x="130394" y="111147"/>
                </a:lnTo>
                <a:close/>
                <a:moveTo>
                  <a:pt x="132629" y="114249"/>
                </a:moveTo>
                <a:lnTo>
                  <a:pt x="135864" y="114249"/>
                </a:lnTo>
                <a:lnTo>
                  <a:pt x="138166" y="116551"/>
                </a:lnTo>
                <a:lnTo>
                  <a:pt x="138166" y="118919"/>
                </a:lnTo>
                <a:lnTo>
                  <a:pt x="135164" y="115951"/>
                </a:lnTo>
                <a:lnTo>
                  <a:pt x="130927" y="115951"/>
                </a:lnTo>
                <a:close/>
                <a:moveTo>
                  <a:pt x="138933" y="116551"/>
                </a:moveTo>
                <a:lnTo>
                  <a:pt x="141235" y="114249"/>
                </a:lnTo>
                <a:lnTo>
                  <a:pt x="144504" y="114249"/>
                </a:lnTo>
                <a:lnTo>
                  <a:pt x="146172" y="115951"/>
                </a:lnTo>
                <a:lnTo>
                  <a:pt x="142102" y="115951"/>
                </a:lnTo>
                <a:lnTo>
                  <a:pt x="141835" y="116051"/>
                </a:lnTo>
                <a:lnTo>
                  <a:pt x="138933" y="118919"/>
                </a:lnTo>
                <a:close/>
                <a:moveTo>
                  <a:pt x="145037" y="113716"/>
                </a:moveTo>
                <a:lnTo>
                  <a:pt x="145037" y="110447"/>
                </a:lnTo>
                <a:lnTo>
                  <a:pt x="147339" y="108178"/>
                </a:lnTo>
                <a:lnTo>
                  <a:pt x="149707" y="108178"/>
                </a:lnTo>
                <a:lnTo>
                  <a:pt x="146705" y="111147"/>
                </a:lnTo>
                <a:lnTo>
                  <a:pt x="146705" y="115384"/>
                </a:lnTo>
                <a:close/>
                <a:moveTo>
                  <a:pt x="158180" y="108178"/>
                </a:moveTo>
                <a:lnTo>
                  <a:pt x="160548" y="108178"/>
                </a:lnTo>
                <a:lnTo>
                  <a:pt x="162850" y="110447"/>
                </a:lnTo>
                <a:lnTo>
                  <a:pt x="162850" y="113716"/>
                </a:lnTo>
                <a:lnTo>
                  <a:pt x="161182" y="115384"/>
                </a:lnTo>
                <a:lnTo>
                  <a:pt x="161182" y="111147"/>
                </a:lnTo>
                <a:close/>
                <a:moveTo>
                  <a:pt x="163417" y="114249"/>
                </a:moveTo>
                <a:lnTo>
                  <a:pt x="166653" y="114249"/>
                </a:lnTo>
                <a:lnTo>
                  <a:pt x="168954" y="116551"/>
                </a:lnTo>
                <a:lnTo>
                  <a:pt x="168954" y="118919"/>
                </a:lnTo>
                <a:lnTo>
                  <a:pt x="166086" y="116051"/>
                </a:lnTo>
                <a:lnTo>
                  <a:pt x="165786" y="115951"/>
                </a:lnTo>
                <a:lnTo>
                  <a:pt x="161716" y="115951"/>
                </a:lnTo>
                <a:close/>
                <a:moveTo>
                  <a:pt x="169755" y="116551"/>
                </a:moveTo>
                <a:lnTo>
                  <a:pt x="172023" y="114249"/>
                </a:lnTo>
                <a:lnTo>
                  <a:pt x="175292" y="114249"/>
                </a:lnTo>
                <a:lnTo>
                  <a:pt x="176960" y="115951"/>
                </a:lnTo>
                <a:lnTo>
                  <a:pt x="172724" y="115951"/>
                </a:lnTo>
                <a:lnTo>
                  <a:pt x="169722" y="118919"/>
                </a:lnTo>
                <a:lnTo>
                  <a:pt x="169722" y="116551"/>
                </a:lnTo>
                <a:close/>
                <a:moveTo>
                  <a:pt x="175826" y="113716"/>
                </a:moveTo>
                <a:lnTo>
                  <a:pt x="175826" y="110447"/>
                </a:lnTo>
                <a:lnTo>
                  <a:pt x="178128" y="108178"/>
                </a:lnTo>
                <a:lnTo>
                  <a:pt x="180496" y="108178"/>
                </a:lnTo>
                <a:lnTo>
                  <a:pt x="177527" y="111147"/>
                </a:lnTo>
                <a:lnTo>
                  <a:pt x="177527" y="115384"/>
                </a:lnTo>
                <a:close/>
                <a:moveTo>
                  <a:pt x="188969" y="108178"/>
                </a:moveTo>
                <a:lnTo>
                  <a:pt x="191337" y="108178"/>
                </a:lnTo>
                <a:lnTo>
                  <a:pt x="193639" y="110447"/>
                </a:lnTo>
                <a:lnTo>
                  <a:pt x="193639" y="113716"/>
                </a:lnTo>
                <a:lnTo>
                  <a:pt x="191971" y="115384"/>
                </a:lnTo>
                <a:lnTo>
                  <a:pt x="191971" y="111147"/>
                </a:lnTo>
                <a:close/>
                <a:moveTo>
                  <a:pt x="194206" y="114249"/>
                </a:moveTo>
                <a:lnTo>
                  <a:pt x="197441" y="114249"/>
                </a:lnTo>
                <a:lnTo>
                  <a:pt x="199743" y="116551"/>
                </a:lnTo>
                <a:lnTo>
                  <a:pt x="199743" y="118919"/>
                </a:lnTo>
                <a:lnTo>
                  <a:pt x="196741" y="115951"/>
                </a:lnTo>
                <a:lnTo>
                  <a:pt x="192538" y="115951"/>
                </a:lnTo>
                <a:close/>
                <a:moveTo>
                  <a:pt x="200544" y="116551"/>
                </a:moveTo>
                <a:lnTo>
                  <a:pt x="202812" y="114249"/>
                </a:lnTo>
                <a:lnTo>
                  <a:pt x="206081" y="114249"/>
                </a:lnTo>
                <a:lnTo>
                  <a:pt x="207749" y="115951"/>
                </a:lnTo>
                <a:lnTo>
                  <a:pt x="203679" y="115951"/>
                </a:lnTo>
                <a:lnTo>
                  <a:pt x="203412" y="116051"/>
                </a:lnTo>
                <a:lnTo>
                  <a:pt x="200544" y="118919"/>
                </a:lnTo>
                <a:close/>
                <a:moveTo>
                  <a:pt x="206648" y="113716"/>
                </a:moveTo>
                <a:lnTo>
                  <a:pt x="206648" y="110447"/>
                </a:lnTo>
                <a:lnTo>
                  <a:pt x="208916" y="108178"/>
                </a:lnTo>
                <a:lnTo>
                  <a:pt x="211285" y="108178"/>
                </a:lnTo>
                <a:lnTo>
                  <a:pt x="208316" y="111147"/>
                </a:lnTo>
                <a:lnTo>
                  <a:pt x="208316" y="115384"/>
                </a:lnTo>
                <a:close/>
                <a:moveTo>
                  <a:pt x="219757" y="108178"/>
                </a:moveTo>
                <a:lnTo>
                  <a:pt x="222126" y="108178"/>
                </a:lnTo>
                <a:lnTo>
                  <a:pt x="224427" y="110447"/>
                </a:lnTo>
                <a:lnTo>
                  <a:pt x="224427" y="113716"/>
                </a:lnTo>
                <a:lnTo>
                  <a:pt x="222760" y="115384"/>
                </a:lnTo>
                <a:lnTo>
                  <a:pt x="222760" y="111147"/>
                </a:lnTo>
                <a:close/>
                <a:moveTo>
                  <a:pt x="224995" y="114249"/>
                </a:moveTo>
                <a:lnTo>
                  <a:pt x="228230" y="114249"/>
                </a:lnTo>
                <a:lnTo>
                  <a:pt x="230532" y="116551"/>
                </a:lnTo>
                <a:lnTo>
                  <a:pt x="230532" y="118919"/>
                </a:lnTo>
                <a:lnTo>
                  <a:pt x="227663" y="116051"/>
                </a:lnTo>
                <a:lnTo>
                  <a:pt x="227396" y="115951"/>
                </a:lnTo>
                <a:lnTo>
                  <a:pt x="223327" y="115951"/>
                </a:lnTo>
                <a:close/>
                <a:moveTo>
                  <a:pt x="231332" y="116551"/>
                </a:moveTo>
                <a:lnTo>
                  <a:pt x="233601" y="114249"/>
                </a:lnTo>
                <a:lnTo>
                  <a:pt x="236870" y="114249"/>
                </a:lnTo>
                <a:lnTo>
                  <a:pt x="238538" y="115951"/>
                </a:lnTo>
                <a:lnTo>
                  <a:pt x="234301" y="115951"/>
                </a:lnTo>
                <a:lnTo>
                  <a:pt x="231332" y="118919"/>
                </a:lnTo>
                <a:close/>
                <a:moveTo>
                  <a:pt x="236870" y="101273"/>
                </a:moveTo>
                <a:lnTo>
                  <a:pt x="233601" y="101273"/>
                </a:lnTo>
                <a:lnTo>
                  <a:pt x="231332" y="98972"/>
                </a:lnTo>
                <a:lnTo>
                  <a:pt x="231332" y="96603"/>
                </a:lnTo>
                <a:lnTo>
                  <a:pt x="234301" y="99606"/>
                </a:lnTo>
                <a:lnTo>
                  <a:pt x="238538" y="99606"/>
                </a:lnTo>
                <a:close/>
                <a:moveTo>
                  <a:pt x="231332" y="89265"/>
                </a:moveTo>
                <a:lnTo>
                  <a:pt x="234635" y="85929"/>
                </a:lnTo>
                <a:lnTo>
                  <a:pt x="239338" y="85929"/>
                </a:lnTo>
                <a:lnTo>
                  <a:pt x="240873" y="87464"/>
                </a:lnTo>
                <a:lnTo>
                  <a:pt x="235269" y="87464"/>
                </a:lnTo>
                <a:lnTo>
                  <a:pt x="231332" y="91400"/>
                </a:lnTo>
                <a:lnTo>
                  <a:pt x="231332" y="89265"/>
                </a:lnTo>
                <a:close/>
                <a:moveTo>
                  <a:pt x="239105" y="80525"/>
                </a:moveTo>
                <a:lnTo>
                  <a:pt x="239105" y="84595"/>
                </a:lnTo>
                <a:lnTo>
                  <a:pt x="237437" y="82927"/>
                </a:lnTo>
                <a:lnTo>
                  <a:pt x="237437" y="79658"/>
                </a:lnTo>
                <a:lnTo>
                  <a:pt x="239705" y="77356"/>
                </a:lnTo>
                <a:lnTo>
                  <a:pt x="242073" y="77356"/>
                </a:lnTo>
                <a:lnTo>
                  <a:pt x="239205" y="80225"/>
                </a:lnTo>
                <a:close/>
                <a:moveTo>
                  <a:pt x="239705" y="76589"/>
                </a:moveTo>
                <a:lnTo>
                  <a:pt x="237437" y="74287"/>
                </a:lnTo>
                <a:lnTo>
                  <a:pt x="237437" y="71052"/>
                </a:lnTo>
                <a:lnTo>
                  <a:pt x="239105" y="69351"/>
                </a:lnTo>
                <a:lnTo>
                  <a:pt x="239105" y="73587"/>
                </a:lnTo>
                <a:lnTo>
                  <a:pt x="242073" y="76589"/>
                </a:lnTo>
                <a:lnTo>
                  <a:pt x="239705" y="76589"/>
                </a:lnTo>
                <a:close/>
                <a:moveTo>
                  <a:pt x="236870" y="70485"/>
                </a:moveTo>
                <a:lnTo>
                  <a:pt x="233601" y="70485"/>
                </a:lnTo>
                <a:lnTo>
                  <a:pt x="231332" y="68183"/>
                </a:lnTo>
                <a:lnTo>
                  <a:pt x="231332" y="65815"/>
                </a:lnTo>
                <a:lnTo>
                  <a:pt x="234301" y="68817"/>
                </a:lnTo>
                <a:lnTo>
                  <a:pt x="238538" y="68817"/>
                </a:lnTo>
                <a:close/>
                <a:moveTo>
                  <a:pt x="231332" y="58476"/>
                </a:moveTo>
                <a:lnTo>
                  <a:pt x="234635" y="55140"/>
                </a:lnTo>
                <a:lnTo>
                  <a:pt x="239338" y="55140"/>
                </a:lnTo>
                <a:lnTo>
                  <a:pt x="240873" y="56675"/>
                </a:lnTo>
                <a:lnTo>
                  <a:pt x="235269" y="56675"/>
                </a:lnTo>
                <a:lnTo>
                  <a:pt x="231332" y="60611"/>
                </a:lnTo>
                <a:lnTo>
                  <a:pt x="231332" y="58476"/>
                </a:lnTo>
                <a:close/>
                <a:moveTo>
                  <a:pt x="239105" y="53806"/>
                </a:moveTo>
                <a:lnTo>
                  <a:pt x="237437" y="52105"/>
                </a:lnTo>
                <a:lnTo>
                  <a:pt x="237437" y="48869"/>
                </a:lnTo>
                <a:lnTo>
                  <a:pt x="239705" y="46568"/>
                </a:lnTo>
                <a:lnTo>
                  <a:pt x="242073" y="46568"/>
                </a:lnTo>
                <a:lnTo>
                  <a:pt x="239105" y="49570"/>
                </a:lnTo>
                <a:lnTo>
                  <a:pt x="239105" y="53806"/>
                </a:lnTo>
                <a:close/>
                <a:moveTo>
                  <a:pt x="236870" y="39696"/>
                </a:moveTo>
                <a:lnTo>
                  <a:pt x="233601" y="39696"/>
                </a:lnTo>
                <a:lnTo>
                  <a:pt x="231332" y="37394"/>
                </a:lnTo>
                <a:lnTo>
                  <a:pt x="231332" y="35026"/>
                </a:lnTo>
                <a:lnTo>
                  <a:pt x="234301" y="38028"/>
                </a:lnTo>
                <a:lnTo>
                  <a:pt x="238538" y="38028"/>
                </a:lnTo>
                <a:close/>
                <a:moveTo>
                  <a:pt x="231332" y="27654"/>
                </a:moveTo>
                <a:lnTo>
                  <a:pt x="234635" y="24352"/>
                </a:lnTo>
                <a:lnTo>
                  <a:pt x="239338" y="24352"/>
                </a:lnTo>
                <a:lnTo>
                  <a:pt x="240873" y="25886"/>
                </a:lnTo>
                <a:lnTo>
                  <a:pt x="235269" y="25886"/>
                </a:lnTo>
                <a:lnTo>
                  <a:pt x="231332" y="29822"/>
                </a:lnTo>
                <a:lnTo>
                  <a:pt x="231332" y="27654"/>
                </a:lnTo>
                <a:close/>
                <a:moveTo>
                  <a:pt x="239105" y="18948"/>
                </a:moveTo>
                <a:lnTo>
                  <a:pt x="239105" y="23017"/>
                </a:lnTo>
                <a:lnTo>
                  <a:pt x="237437" y="21316"/>
                </a:lnTo>
                <a:lnTo>
                  <a:pt x="237437" y="18081"/>
                </a:lnTo>
                <a:lnTo>
                  <a:pt x="239705" y="15779"/>
                </a:lnTo>
                <a:lnTo>
                  <a:pt x="242073" y="15779"/>
                </a:lnTo>
                <a:lnTo>
                  <a:pt x="239205" y="18648"/>
                </a:lnTo>
                <a:close/>
                <a:moveTo>
                  <a:pt x="239705" y="15012"/>
                </a:moveTo>
                <a:lnTo>
                  <a:pt x="237437" y="12710"/>
                </a:lnTo>
                <a:lnTo>
                  <a:pt x="237437" y="9441"/>
                </a:lnTo>
                <a:lnTo>
                  <a:pt x="239105" y="7773"/>
                </a:lnTo>
                <a:lnTo>
                  <a:pt x="239105" y="12010"/>
                </a:lnTo>
                <a:lnTo>
                  <a:pt x="242073" y="15012"/>
                </a:lnTo>
                <a:close/>
                <a:moveTo>
                  <a:pt x="236870" y="8907"/>
                </a:moveTo>
                <a:lnTo>
                  <a:pt x="233601" y="8907"/>
                </a:lnTo>
                <a:lnTo>
                  <a:pt x="231332" y="6606"/>
                </a:lnTo>
                <a:lnTo>
                  <a:pt x="231332" y="4237"/>
                </a:lnTo>
                <a:lnTo>
                  <a:pt x="234301" y="7206"/>
                </a:lnTo>
                <a:lnTo>
                  <a:pt x="238538" y="7206"/>
                </a:lnTo>
                <a:close/>
                <a:moveTo>
                  <a:pt x="230532" y="3103"/>
                </a:moveTo>
                <a:lnTo>
                  <a:pt x="227229" y="6439"/>
                </a:lnTo>
                <a:lnTo>
                  <a:pt x="222526" y="6439"/>
                </a:lnTo>
                <a:lnTo>
                  <a:pt x="220992" y="4904"/>
                </a:lnTo>
                <a:lnTo>
                  <a:pt x="226596" y="4904"/>
                </a:lnTo>
                <a:lnTo>
                  <a:pt x="230532" y="935"/>
                </a:lnTo>
                <a:close/>
                <a:moveTo>
                  <a:pt x="219657" y="10709"/>
                </a:moveTo>
                <a:lnTo>
                  <a:pt x="215921" y="14445"/>
                </a:lnTo>
                <a:lnTo>
                  <a:pt x="215921" y="6672"/>
                </a:lnTo>
                <a:lnTo>
                  <a:pt x="217623" y="5004"/>
                </a:lnTo>
                <a:lnTo>
                  <a:pt x="219657" y="5004"/>
                </a:lnTo>
                <a:lnTo>
                  <a:pt x="219657" y="10709"/>
                </a:lnTo>
                <a:close/>
                <a:moveTo>
                  <a:pt x="215121" y="14445"/>
                </a:moveTo>
                <a:lnTo>
                  <a:pt x="211418" y="10709"/>
                </a:lnTo>
                <a:lnTo>
                  <a:pt x="211418" y="5004"/>
                </a:lnTo>
                <a:lnTo>
                  <a:pt x="213453" y="5004"/>
                </a:lnTo>
                <a:lnTo>
                  <a:pt x="215121" y="6672"/>
                </a:lnTo>
                <a:lnTo>
                  <a:pt x="215121" y="14445"/>
                </a:lnTo>
                <a:close/>
                <a:moveTo>
                  <a:pt x="208549" y="6439"/>
                </a:moveTo>
                <a:lnTo>
                  <a:pt x="203846" y="6439"/>
                </a:lnTo>
                <a:lnTo>
                  <a:pt x="200544" y="3103"/>
                </a:lnTo>
                <a:lnTo>
                  <a:pt x="200544" y="935"/>
                </a:lnTo>
                <a:lnTo>
                  <a:pt x="204480" y="4904"/>
                </a:lnTo>
                <a:lnTo>
                  <a:pt x="210084" y="4904"/>
                </a:lnTo>
                <a:close/>
                <a:moveTo>
                  <a:pt x="199743" y="3103"/>
                </a:moveTo>
                <a:lnTo>
                  <a:pt x="196441" y="6439"/>
                </a:lnTo>
                <a:lnTo>
                  <a:pt x="191737" y="6439"/>
                </a:lnTo>
                <a:lnTo>
                  <a:pt x="190203" y="4904"/>
                </a:lnTo>
                <a:lnTo>
                  <a:pt x="195807" y="4904"/>
                </a:lnTo>
                <a:lnTo>
                  <a:pt x="199743" y="935"/>
                </a:lnTo>
                <a:close/>
                <a:moveTo>
                  <a:pt x="188869" y="10709"/>
                </a:moveTo>
                <a:lnTo>
                  <a:pt x="185133" y="14445"/>
                </a:lnTo>
                <a:lnTo>
                  <a:pt x="185133" y="6672"/>
                </a:lnTo>
                <a:lnTo>
                  <a:pt x="186801" y="5004"/>
                </a:lnTo>
                <a:lnTo>
                  <a:pt x="188835" y="5004"/>
                </a:lnTo>
                <a:lnTo>
                  <a:pt x="188835" y="10709"/>
                </a:lnTo>
                <a:close/>
                <a:moveTo>
                  <a:pt x="184332" y="14445"/>
                </a:moveTo>
                <a:lnTo>
                  <a:pt x="180629" y="10709"/>
                </a:lnTo>
                <a:lnTo>
                  <a:pt x="180629" y="5004"/>
                </a:lnTo>
                <a:lnTo>
                  <a:pt x="182664" y="5004"/>
                </a:lnTo>
                <a:lnTo>
                  <a:pt x="184332" y="6672"/>
                </a:lnTo>
                <a:lnTo>
                  <a:pt x="184332" y="14445"/>
                </a:lnTo>
                <a:close/>
                <a:moveTo>
                  <a:pt x="177761" y="6439"/>
                </a:moveTo>
                <a:lnTo>
                  <a:pt x="173057" y="6439"/>
                </a:lnTo>
                <a:lnTo>
                  <a:pt x="169755" y="3103"/>
                </a:lnTo>
                <a:lnTo>
                  <a:pt x="169755" y="935"/>
                </a:lnTo>
                <a:lnTo>
                  <a:pt x="173691" y="4904"/>
                </a:lnTo>
                <a:lnTo>
                  <a:pt x="179262" y="4904"/>
                </a:lnTo>
                <a:close/>
                <a:moveTo>
                  <a:pt x="168954" y="3103"/>
                </a:moveTo>
                <a:lnTo>
                  <a:pt x="165619" y="6439"/>
                </a:lnTo>
                <a:lnTo>
                  <a:pt x="160949" y="6439"/>
                </a:lnTo>
                <a:lnTo>
                  <a:pt x="159414" y="4904"/>
                </a:lnTo>
                <a:lnTo>
                  <a:pt x="164985" y="4904"/>
                </a:lnTo>
                <a:lnTo>
                  <a:pt x="168954" y="935"/>
                </a:lnTo>
                <a:close/>
                <a:moveTo>
                  <a:pt x="158047" y="10709"/>
                </a:moveTo>
                <a:lnTo>
                  <a:pt x="154344" y="14445"/>
                </a:lnTo>
                <a:lnTo>
                  <a:pt x="154344" y="6672"/>
                </a:lnTo>
                <a:lnTo>
                  <a:pt x="156012" y="5004"/>
                </a:lnTo>
                <a:lnTo>
                  <a:pt x="158047" y="5004"/>
                </a:lnTo>
                <a:lnTo>
                  <a:pt x="158047" y="10709"/>
                </a:lnTo>
                <a:close/>
                <a:moveTo>
                  <a:pt x="153543" y="14445"/>
                </a:moveTo>
                <a:lnTo>
                  <a:pt x="149841" y="10709"/>
                </a:lnTo>
                <a:lnTo>
                  <a:pt x="149841" y="5004"/>
                </a:lnTo>
                <a:lnTo>
                  <a:pt x="151876" y="5004"/>
                </a:lnTo>
                <a:lnTo>
                  <a:pt x="153543" y="6672"/>
                </a:lnTo>
                <a:lnTo>
                  <a:pt x="153543" y="14445"/>
                </a:lnTo>
                <a:close/>
                <a:moveTo>
                  <a:pt x="146939" y="6439"/>
                </a:moveTo>
                <a:lnTo>
                  <a:pt x="142269" y="6439"/>
                </a:lnTo>
                <a:lnTo>
                  <a:pt x="138933" y="3103"/>
                </a:lnTo>
                <a:lnTo>
                  <a:pt x="138933" y="935"/>
                </a:lnTo>
                <a:lnTo>
                  <a:pt x="142903" y="4904"/>
                </a:lnTo>
                <a:lnTo>
                  <a:pt x="148473" y="4904"/>
                </a:lnTo>
                <a:close/>
                <a:moveTo>
                  <a:pt x="138166" y="3103"/>
                </a:moveTo>
                <a:lnTo>
                  <a:pt x="134830" y="6439"/>
                </a:lnTo>
                <a:lnTo>
                  <a:pt x="130160" y="6439"/>
                </a:lnTo>
                <a:lnTo>
                  <a:pt x="128626" y="4904"/>
                </a:lnTo>
                <a:lnTo>
                  <a:pt x="134196" y="4904"/>
                </a:lnTo>
                <a:lnTo>
                  <a:pt x="138166" y="935"/>
                </a:lnTo>
                <a:close/>
                <a:moveTo>
                  <a:pt x="127258" y="10709"/>
                </a:moveTo>
                <a:lnTo>
                  <a:pt x="123555" y="14445"/>
                </a:lnTo>
                <a:lnTo>
                  <a:pt x="123555" y="6672"/>
                </a:lnTo>
                <a:lnTo>
                  <a:pt x="125223" y="5004"/>
                </a:lnTo>
                <a:lnTo>
                  <a:pt x="127258" y="5004"/>
                </a:lnTo>
                <a:close/>
                <a:moveTo>
                  <a:pt x="122755" y="14445"/>
                </a:moveTo>
                <a:lnTo>
                  <a:pt x="119052" y="10709"/>
                </a:lnTo>
                <a:lnTo>
                  <a:pt x="119052" y="5004"/>
                </a:lnTo>
                <a:lnTo>
                  <a:pt x="121087" y="5004"/>
                </a:lnTo>
                <a:lnTo>
                  <a:pt x="122755" y="6672"/>
                </a:lnTo>
                <a:close/>
                <a:moveTo>
                  <a:pt x="116150" y="6439"/>
                </a:moveTo>
                <a:lnTo>
                  <a:pt x="111480" y="6439"/>
                </a:lnTo>
                <a:lnTo>
                  <a:pt x="108144" y="3103"/>
                </a:lnTo>
                <a:lnTo>
                  <a:pt x="108144" y="935"/>
                </a:lnTo>
                <a:lnTo>
                  <a:pt x="112114" y="4904"/>
                </a:lnTo>
                <a:lnTo>
                  <a:pt x="117685" y="4904"/>
                </a:lnTo>
                <a:close/>
                <a:moveTo>
                  <a:pt x="107377" y="3103"/>
                </a:moveTo>
                <a:lnTo>
                  <a:pt x="104041" y="6439"/>
                </a:lnTo>
                <a:lnTo>
                  <a:pt x="99371" y="6439"/>
                </a:lnTo>
                <a:lnTo>
                  <a:pt x="97837" y="4904"/>
                </a:lnTo>
                <a:lnTo>
                  <a:pt x="103408" y="4904"/>
                </a:lnTo>
                <a:lnTo>
                  <a:pt x="107377" y="935"/>
                </a:lnTo>
                <a:lnTo>
                  <a:pt x="107377" y="3103"/>
                </a:lnTo>
                <a:close/>
                <a:moveTo>
                  <a:pt x="96469" y="10709"/>
                </a:moveTo>
                <a:lnTo>
                  <a:pt x="92767" y="14445"/>
                </a:lnTo>
                <a:lnTo>
                  <a:pt x="92767" y="6672"/>
                </a:lnTo>
                <a:lnTo>
                  <a:pt x="94435" y="5004"/>
                </a:lnTo>
                <a:lnTo>
                  <a:pt x="96469" y="5004"/>
                </a:lnTo>
                <a:close/>
                <a:moveTo>
                  <a:pt x="91966" y="14445"/>
                </a:moveTo>
                <a:lnTo>
                  <a:pt x="88264" y="10709"/>
                </a:lnTo>
                <a:lnTo>
                  <a:pt x="88264" y="5004"/>
                </a:lnTo>
                <a:lnTo>
                  <a:pt x="90298" y="5004"/>
                </a:lnTo>
                <a:lnTo>
                  <a:pt x="91966" y="6672"/>
                </a:lnTo>
                <a:close/>
                <a:moveTo>
                  <a:pt x="85361" y="6439"/>
                </a:moveTo>
                <a:lnTo>
                  <a:pt x="80691" y="6439"/>
                </a:lnTo>
                <a:lnTo>
                  <a:pt x="77356" y="3103"/>
                </a:lnTo>
                <a:lnTo>
                  <a:pt x="77356" y="935"/>
                </a:lnTo>
                <a:lnTo>
                  <a:pt x="81325" y="4904"/>
                </a:lnTo>
                <a:lnTo>
                  <a:pt x="86896" y="4904"/>
                </a:lnTo>
                <a:close/>
                <a:moveTo>
                  <a:pt x="76589" y="3103"/>
                </a:moveTo>
                <a:lnTo>
                  <a:pt x="73253" y="6439"/>
                </a:lnTo>
                <a:lnTo>
                  <a:pt x="68583" y="6439"/>
                </a:lnTo>
                <a:lnTo>
                  <a:pt x="67048" y="4904"/>
                </a:lnTo>
                <a:lnTo>
                  <a:pt x="72619" y="4904"/>
                </a:lnTo>
                <a:lnTo>
                  <a:pt x="76589" y="935"/>
                </a:lnTo>
                <a:close/>
                <a:moveTo>
                  <a:pt x="65681" y="10709"/>
                </a:moveTo>
                <a:lnTo>
                  <a:pt x="61978" y="14445"/>
                </a:lnTo>
                <a:lnTo>
                  <a:pt x="61978" y="6672"/>
                </a:lnTo>
                <a:lnTo>
                  <a:pt x="63646" y="5004"/>
                </a:lnTo>
                <a:lnTo>
                  <a:pt x="65681" y="5004"/>
                </a:lnTo>
                <a:close/>
                <a:moveTo>
                  <a:pt x="61178" y="14445"/>
                </a:moveTo>
                <a:lnTo>
                  <a:pt x="57475" y="10709"/>
                </a:lnTo>
                <a:lnTo>
                  <a:pt x="57475" y="5004"/>
                </a:lnTo>
                <a:lnTo>
                  <a:pt x="59510" y="5004"/>
                </a:lnTo>
                <a:lnTo>
                  <a:pt x="61178" y="6672"/>
                </a:lnTo>
                <a:close/>
                <a:moveTo>
                  <a:pt x="54573" y="6439"/>
                </a:moveTo>
                <a:lnTo>
                  <a:pt x="49903" y="6439"/>
                </a:lnTo>
                <a:lnTo>
                  <a:pt x="46567" y="3103"/>
                </a:lnTo>
                <a:lnTo>
                  <a:pt x="46567" y="935"/>
                </a:lnTo>
                <a:lnTo>
                  <a:pt x="50537" y="4904"/>
                </a:lnTo>
                <a:lnTo>
                  <a:pt x="56107" y="4904"/>
                </a:lnTo>
                <a:close/>
                <a:moveTo>
                  <a:pt x="45767" y="3103"/>
                </a:moveTo>
                <a:lnTo>
                  <a:pt x="42464" y="6439"/>
                </a:lnTo>
                <a:lnTo>
                  <a:pt x="37761" y="6439"/>
                </a:lnTo>
                <a:lnTo>
                  <a:pt x="36226" y="4904"/>
                </a:lnTo>
                <a:lnTo>
                  <a:pt x="41830" y="4904"/>
                </a:lnTo>
                <a:lnTo>
                  <a:pt x="45767" y="935"/>
                </a:lnTo>
                <a:lnTo>
                  <a:pt x="45767" y="3103"/>
                </a:lnTo>
                <a:close/>
                <a:moveTo>
                  <a:pt x="34892" y="10709"/>
                </a:moveTo>
                <a:lnTo>
                  <a:pt x="31189" y="14445"/>
                </a:lnTo>
                <a:lnTo>
                  <a:pt x="31189" y="6672"/>
                </a:lnTo>
                <a:lnTo>
                  <a:pt x="32857" y="5004"/>
                </a:lnTo>
                <a:lnTo>
                  <a:pt x="34892" y="5004"/>
                </a:lnTo>
                <a:close/>
                <a:moveTo>
                  <a:pt x="30389" y="14445"/>
                </a:moveTo>
                <a:lnTo>
                  <a:pt x="26653" y="10709"/>
                </a:lnTo>
                <a:lnTo>
                  <a:pt x="26653" y="5004"/>
                </a:lnTo>
                <a:lnTo>
                  <a:pt x="28721" y="5004"/>
                </a:lnTo>
                <a:lnTo>
                  <a:pt x="30389" y="6672"/>
                </a:lnTo>
                <a:lnTo>
                  <a:pt x="30389" y="14445"/>
                </a:lnTo>
                <a:close/>
                <a:moveTo>
                  <a:pt x="23784" y="6439"/>
                </a:moveTo>
                <a:lnTo>
                  <a:pt x="19081" y="6439"/>
                </a:lnTo>
                <a:lnTo>
                  <a:pt x="15778" y="3103"/>
                </a:lnTo>
                <a:lnTo>
                  <a:pt x="15778" y="935"/>
                </a:lnTo>
                <a:lnTo>
                  <a:pt x="19715" y="4904"/>
                </a:lnTo>
                <a:lnTo>
                  <a:pt x="25319" y="4904"/>
                </a:lnTo>
                <a:close/>
                <a:moveTo>
                  <a:pt x="14978" y="3103"/>
                </a:moveTo>
                <a:lnTo>
                  <a:pt x="11675" y="6439"/>
                </a:lnTo>
                <a:lnTo>
                  <a:pt x="6972" y="6439"/>
                </a:lnTo>
                <a:lnTo>
                  <a:pt x="5438" y="4904"/>
                </a:lnTo>
                <a:lnTo>
                  <a:pt x="11042" y="4904"/>
                </a:lnTo>
                <a:lnTo>
                  <a:pt x="14978" y="935"/>
                </a:lnTo>
                <a:lnTo>
                  <a:pt x="14978" y="3103"/>
                </a:lnTo>
                <a:close/>
                <a:moveTo>
                  <a:pt x="4904" y="5471"/>
                </a:moveTo>
                <a:lnTo>
                  <a:pt x="6405" y="6973"/>
                </a:lnTo>
                <a:lnTo>
                  <a:pt x="6405" y="11676"/>
                </a:lnTo>
                <a:lnTo>
                  <a:pt x="3103" y="15012"/>
                </a:lnTo>
                <a:lnTo>
                  <a:pt x="934" y="15012"/>
                </a:lnTo>
                <a:lnTo>
                  <a:pt x="4904" y="11042"/>
                </a:lnTo>
                <a:close/>
                <a:moveTo>
                  <a:pt x="3103" y="15779"/>
                </a:moveTo>
                <a:lnTo>
                  <a:pt x="6438" y="19115"/>
                </a:lnTo>
                <a:lnTo>
                  <a:pt x="6438" y="23785"/>
                </a:lnTo>
                <a:lnTo>
                  <a:pt x="4904" y="25319"/>
                </a:lnTo>
                <a:lnTo>
                  <a:pt x="4904" y="19748"/>
                </a:lnTo>
                <a:lnTo>
                  <a:pt x="934" y="15779"/>
                </a:lnTo>
                <a:lnTo>
                  <a:pt x="3103" y="15779"/>
                </a:lnTo>
                <a:close/>
                <a:moveTo>
                  <a:pt x="5004" y="26687"/>
                </a:moveTo>
                <a:lnTo>
                  <a:pt x="10708" y="26687"/>
                </a:lnTo>
                <a:lnTo>
                  <a:pt x="14444" y="30389"/>
                </a:lnTo>
                <a:lnTo>
                  <a:pt x="6672" y="30389"/>
                </a:lnTo>
                <a:lnTo>
                  <a:pt x="5004" y="28721"/>
                </a:lnTo>
                <a:close/>
                <a:moveTo>
                  <a:pt x="14444" y="31190"/>
                </a:moveTo>
                <a:lnTo>
                  <a:pt x="10708" y="34893"/>
                </a:lnTo>
                <a:lnTo>
                  <a:pt x="5004" y="34893"/>
                </a:lnTo>
                <a:lnTo>
                  <a:pt x="5004" y="32858"/>
                </a:lnTo>
                <a:lnTo>
                  <a:pt x="6672" y="31190"/>
                </a:lnTo>
                <a:close/>
                <a:moveTo>
                  <a:pt x="4904" y="36260"/>
                </a:moveTo>
                <a:lnTo>
                  <a:pt x="6405" y="37795"/>
                </a:lnTo>
                <a:lnTo>
                  <a:pt x="6405" y="42465"/>
                </a:lnTo>
                <a:lnTo>
                  <a:pt x="3103" y="45800"/>
                </a:lnTo>
                <a:lnTo>
                  <a:pt x="934" y="45800"/>
                </a:lnTo>
                <a:lnTo>
                  <a:pt x="4904" y="41831"/>
                </a:lnTo>
                <a:close/>
                <a:moveTo>
                  <a:pt x="3103" y="46568"/>
                </a:moveTo>
                <a:lnTo>
                  <a:pt x="6438" y="49903"/>
                </a:lnTo>
                <a:lnTo>
                  <a:pt x="6438" y="54573"/>
                </a:lnTo>
                <a:lnTo>
                  <a:pt x="4904" y="56108"/>
                </a:lnTo>
                <a:lnTo>
                  <a:pt x="4904" y="50537"/>
                </a:lnTo>
                <a:lnTo>
                  <a:pt x="934" y="46568"/>
                </a:lnTo>
                <a:close/>
                <a:moveTo>
                  <a:pt x="5004" y="57475"/>
                </a:moveTo>
                <a:lnTo>
                  <a:pt x="10708" y="57475"/>
                </a:lnTo>
                <a:lnTo>
                  <a:pt x="14444" y="61178"/>
                </a:lnTo>
                <a:lnTo>
                  <a:pt x="6672" y="61178"/>
                </a:lnTo>
                <a:lnTo>
                  <a:pt x="5004" y="59510"/>
                </a:lnTo>
                <a:close/>
                <a:moveTo>
                  <a:pt x="14444" y="61979"/>
                </a:moveTo>
                <a:lnTo>
                  <a:pt x="10708" y="65681"/>
                </a:lnTo>
                <a:lnTo>
                  <a:pt x="5004" y="65681"/>
                </a:lnTo>
                <a:lnTo>
                  <a:pt x="5004" y="63646"/>
                </a:lnTo>
                <a:lnTo>
                  <a:pt x="6672" y="61979"/>
                </a:lnTo>
                <a:close/>
                <a:moveTo>
                  <a:pt x="4904" y="67049"/>
                </a:moveTo>
                <a:lnTo>
                  <a:pt x="6405" y="68583"/>
                </a:lnTo>
                <a:lnTo>
                  <a:pt x="6405" y="73253"/>
                </a:lnTo>
                <a:lnTo>
                  <a:pt x="3103" y="76589"/>
                </a:lnTo>
                <a:lnTo>
                  <a:pt x="934" y="76589"/>
                </a:lnTo>
                <a:lnTo>
                  <a:pt x="4904" y="72620"/>
                </a:lnTo>
                <a:close/>
                <a:moveTo>
                  <a:pt x="3103" y="77356"/>
                </a:moveTo>
                <a:lnTo>
                  <a:pt x="6438" y="80692"/>
                </a:lnTo>
                <a:lnTo>
                  <a:pt x="6438" y="85362"/>
                </a:lnTo>
                <a:lnTo>
                  <a:pt x="4904" y="86896"/>
                </a:lnTo>
                <a:lnTo>
                  <a:pt x="4904" y="81326"/>
                </a:lnTo>
                <a:lnTo>
                  <a:pt x="934" y="77356"/>
                </a:lnTo>
                <a:lnTo>
                  <a:pt x="3103" y="77356"/>
                </a:lnTo>
                <a:close/>
                <a:moveTo>
                  <a:pt x="5004" y="88264"/>
                </a:moveTo>
                <a:lnTo>
                  <a:pt x="10708" y="88264"/>
                </a:lnTo>
                <a:lnTo>
                  <a:pt x="14444" y="91967"/>
                </a:lnTo>
                <a:lnTo>
                  <a:pt x="6672" y="91967"/>
                </a:lnTo>
                <a:lnTo>
                  <a:pt x="5004" y="90299"/>
                </a:lnTo>
                <a:close/>
                <a:moveTo>
                  <a:pt x="14444" y="92767"/>
                </a:moveTo>
                <a:lnTo>
                  <a:pt x="10708" y="96470"/>
                </a:lnTo>
                <a:lnTo>
                  <a:pt x="5004" y="96470"/>
                </a:lnTo>
                <a:lnTo>
                  <a:pt x="5004" y="94435"/>
                </a:lnTo>
                <a:lnTo>
                  <a:pt x="6672" y="92767"/>
                </a:lnTo>
                <a:close/>
                <a:moveTo>
                  <a:pt x="4904" y="97838"/>
                </a:moveTo>
                <a:lnTo>
                  <a:pt x="6405" y="99372"/>
                </a:lnTo>
                <a:lnTo>
                  <a:pt x="6405" y="104042"/>
                </a:lnTo>
                <a:lnTo>
                  <a:pt x="3103" y="107378"/>
                </a:lnTo>
                <a:lnTo>
                  <a:pt x="934" y="107378"/>
                </a:lnTo>
                <a:lnTo>
                  <a:pt x="4904" y="103408"/>
                </a:lnTo>
                <a:close/>
                <a:moveTo>
                  <a:pt x="3103" y="108178"/>
                </a:moveTo>
                <a:lnTo>
                  <a:pt x="6438" y="111481"/>
                </a:lnTo>
                <a:lnTo>
                  <a:pt x="6438" y="116151"/>
                </a:lnTo>
                <a:lnTo>
                  <a:pt x="4904" y="117685"/>
                </a:lnTo>
                <a:lnTo>
                  <a:pt x="4904" y="112114"/>
                </a:lnTo>
                <a:lnTo>
                  <a:pt x="934" y="108178"/>
                </a:lnTo>
                <a:close/>
                <a:moveTo>
                  <a:pt x="6972" y="116718"/>
                </a:moveTo>
                <a:lnTo>
                  <a:pt x="11675" y="116718"/>
                </a:lnTo>
                <a:lnTo>
                  <a:pt x="14978" y="120054"/>
                </a:lnTo>
                <a:lnTo>
                  <a:pt x="14978" y="122222"/>
                </a:lnTo>
                <a:lnTo>
                  <a:pt x="11042" y="118252"/>
                </a:lnTo>
                <a:lnTo>
                  <a:pt x="5438" y="118252"/>
                </a:lnTo>
                <a:close/>
                <a:moveTo>
                  <a:pt x="15778" y="120054"/>
                </a:moveTo>
                <a:lnTo>
                  <a:pt x="19081" y="116718"/>
                </a:lnTo>
                <a:lnTo>
                  <a:pt x="23784" y="116718"/>
                </a:lnTo>
                <a:lnTo>
                  <a:pt x="25319" y="118252"/>
                </a:lnTo>
                <a:lnTo>
                  <a:pt x="19748" y="118252"/>
                </a:lnTo>
                <a:lnTo>
                  <a:pt x="15778" y="122222"/>
                </a:lnTo>
                <a:lnTo>
                  <a:pt x="15778" y="120054"/>
                </a:lnTo>
                <a:close/>
                <a:moveTo>
                  <a:pt x="26653" y="112448"/>
                </a:moveTo>
                <a:lnTo>
                  <a:pt x="30389" y="108712"/>
                </a:lnTo>
                <a:lnTo>
                  <a:pt x="30389" y="116484"/>
                </a:lnTo>
                <a:lnTo>
                  <a:pt x="28688" y="118152"/>
                </a:lnTo>
                <a:lnTo>
                  <a:pt x="26653" y="118152"/>
                </a:lnTo>
                <a:lnTo>
                  <a:pt x="26653" y="112448"/>
                </a:lnTo>
                <a:close/>
                <a:moveTo>
                  <a:pt x="31189" y="108712"/>
                </a:moveTo>
                <a:lnTo>
                  <a:pt x="34892" y="112448"/>
                </a:lnTo>
                <a:lnTo>
                  <a:pt x="34892" y="118152"/>
                </a:lnTo>
                <a:lnTo>
                  <a:pt x="32857" y="118152"/>
                </a:lnTo>
                <a:lnTo>
                  <a:pt x="31189" y="116484"/>
                </a:lnTo>
                <a:close/>
                <a:moveTo>
                  <a:pt x="37761" y="116718"/>
                </a:moveTo>
                <a:lnTo>
                  <a:pt x="42464" y="116718"/>
                </a:lnTo>
                <a:lnTo>
                  <a:pt x="45767" y="120054"/>
                </a:lnTo>
                <a:lnTo>
                  <a:pt x="45767" y="122222"/>
                </a:lnTo>
                <a:lnTo>
                  <a:pt x="41830" y="118252"/>
                </a:lnTo>
                <a:lnTo>
                  <a:pt x="36226" y="118252"/>
                </a:lnTo>
                <a:close/>
                <a:moveTo>
                  <a:pt x="46567" y="120054"/>
                </a:moveTo>
                <a:lnTo>
                  <a:pt x="49903" y="116718"/>
                </a:lnTo>
                <a:lnTo>
                  <a:pt x="54573" y="116718"/>
                </a:lnTo>
                <a:lnTo>
                  <a:pt x="56107" y="118252"/>
                </a:lnTo>
                <a:lnTo>
                  <a:pt x="50537" y="118252"/>
                </a:lnTo>
                <a:lnTo>
                  <a:pt x="46567" y="122222"/>
                </a:lnTo>
                <a:close/>
                <a:moveTo>
                  <a:pt x="57475" y="112448"/>
                </a:moveTo>
                <a:lnTo>
                  <a:pt x="61178" y="108712"/>
                </a:lnTo>
                <a:lnTo>
                  <a:pt x="61178" y="116484"/>
                </a:lnTo>
                <a:lnTo>
                  <a:pt x="59510" y="118152"/>
                </a:lnTo>
                <a:lnTo>
                  <a:pt x="57475" y="118152"/>
                </a:lnTo>
                <a:close/>
                <a:moveTo>
                  <a:pt x="61978" y="108712"/>
                </a:moveTo>
                <a:lnTo>
                  <a:pt x="65681" y="112448"/>
                </a:lnTo>
                <a:lnTo>
                  <a:pt x="65681" y="118152"/>
                </a:lnTo>
                <a:lnTo>
                  <a:pt x="63646" y="118152"/>
                </a:lnTo>
                <a:lnTo>
                  <a:pt x="61978" y="116484"/>
                </a:lnTo>
                <a:close/>
                <a:moveTo>
                  <a:pt x="68583" y="116718"/>
                </a:moveTo>
                <a:lnTo>
                  <a:pt x="73253" y="116718"/>
                </a:lnTo>
                <a:lnTo>
                  <a:pt x="76555" y="120054"/>
                </a:lnTo>
                <a:lnTo>
                  <a:pt x="76555" y="122222"/>
                </a:lnTo>
                <a:lnTo>
                  <a:pt x="72619" y="118252"/>
                </a:lnTo>
                <a:lnTo>
                  <a:pt x="67048" y="118252"/>
                </a:lnTo>
                <a:close/>
                <a:moveTo>
                  <a:pt x="77356" y="120054"/>
                </a:moveTo>
                <a:lnTo>
                  <a:pt x="80691" y="116718"/>
                </a:lnTo>
                <a:lnTo>
                  <a:pt x="85361" y="116718"/>
                </a:lnTo>
                <a:lnTo>
                  <a:pt x="86896" y="118252"/>
                </a:lnTo>
                <a:lnTo>
                  <a:pt x="81325" y="118252"/>
                </a:lnTo>
                <a:lnTo>
                  <a:pt x="77356" y="122222"/>
                </a:lnTo>
                <a:lnTo>
                  <a:pt x="77356" y="120054"/>
                </a:lnTo>
                <a:close/>
                <a:moveTo>
                  <a:pt x="88264" y="112448"/>
                </a:moveTo>
                <a:lnTo>
                  <a:pt x="91966" y="108712"/>
                </a:lnTo>
                <a:lnTo>
                  <a:pt x="91966" y="116484"/>
                </a:lnTo>
                <a:lnTo>
                  <a:pt x="90298" y="118152"/>
                </a:lnTo>
                <a:lnTo>
                  <a:pt x="88264" y="118152"/>
                </a:lnTo>
                <a:close/>
                <a:moveTo>
                  <a:pt x="92767" y="108712"/>
                </a:moveTo>
                <a:lnTo>
                  <a:pt x="96469" y="112448"/>
                </a:lnTo>
                <a:lnTo>
                  <a:pt x="96469" y="118152"/>
                </a:lnTo>
                <a:lnTo>
                  <a:pt x="94435" y="118152"/>
                </a:lnTo>
                <a:lnTo>
                  <a:pt x="92767" y="116484"/>
                </a:lnTo>
                <a:close/>
                <a:moveTo>
                  <a:pt x="99371" y="116718"/>
                </a:moveTo>
                <a:lnTo>
                  <a:pt x="104041" y="116718"/>
                </a:lnTo>
                <a:lnTo>
                  <a:pt x="107377" y="120054"/>
                </a:lnTo>
                <a:lnTo>
                  <a:pt x="107377" y="122222"/>
                </a:lnTo>
                <a:lnTo>
                  <a:pt x="103408" y="118252"/>
                </a:lnTo>
                <a:lnTo>
                  <a:pt x="97837" y="118252"/>
                </a:lnTo>
                <a:close/>
                <a:moveTo>
                  <a:pt x="108144" y="120054"/>
                </a:moveTo>
                <a:lnTo>
                  <a:pt x="111480" y="116718"/>
                </a:lnTo>
                <a:lnTo>
                  <a:pt x="116150" y="116718"/>
                </a:lnTo>
                <a:lnTo>
                  <a:pt x="117685" y="118252"/>
                </a:lnTo>
                <a:lnTo>
                  <a:pt x="112114" y="118252"/>
                </a:lnTo>
                <a:lnTo>
                  <a:pt x="108144" y="122222"/>
                </a:lnTo>
                <a:lnTo>
                  <a:pt x="108144" y="120054"/>
                </a:lnTo>
                <a:close/>
                <a:moveTo>
                  <a:pt x="119052" y="112448"/>
                </a:moveTo>
                <a:lnTo>
                  <a:pt x="122755" y="108712"/>
                </a:lnTo>
                <a:lnTo>
                  <a:pt x="122755" y="116484"/>
                </a:lnTo>
                <a:lnTo>
                  <a:pt x="121087" y="118152"/>
                </a:lnTo>
                <a:lnTo>
                  <a:pt x="119052" y="118152"/>
                </a:lnTo>
                <a:close/>
                <a:moveTo>
                  <a:pt x="123555" y="108712"/>
                </a:moveTo>
                <a:lnTo>
                  <a:pt x="127258" y="112448"/>
                </a:lnTo>
                <a:lnTo>
                  <a:pt x="127258" y="118152"/>
                </a:lnTo>
                <a:lnTo>
                  <a:pt x="125223" y="118152"/>
                </a:lnTo>
                <a:lnTo>
                  <a:pt x="123555" y="116484"/>
                </a:lnTo>
                <a:lnTo>
                  <a:pt x="123555" y="108712"/>
                </a:lnTo>
                <a:close/>
                <a:moveTo>
                  <a:pt x="130160" y="116718"/>
                </a:moveTo>
                <a:lnTo>
                  <a:pt x="134830" y="116718"/>
                </a:lnTo>
                <a:lnTo>
                  <a:pt x="138166" y="120054"/>
                </a:lnTo>
                <a:lnTo>
                  <a:pt x="138166" y="122222"/>
                </a:lnTo>
                <a:lnTo>
                  <a:pt x="134196" y="118252"/>
                </a:lnTo>
                <a:lnTo>
                  <a:pt x="128626" y="118252"/>
                </a:lnTo>
                <a:close/>
                <a:moveTo>
                  <a:pt x="138933" y="120054"/>
                </a:moveTo>
                <a:lnTo>
                  <a:pt x="142269" y="116718"/>
                </a:lnTo>
                <a:lnTo>
                  <a:pt x="146939" y="116718"/>
                </a:lnTo>
                <a:lnTo>
                  <a:pt x="148473" y="118252"/>
                </a:lnTo>
                <a:lnTo>
                  <a:pt x="142903" y="118252"/>
                </a:lnTo>
                <a:lnTo>
                  <a:pt x="138933" y="122222"/>
                </a:lnTo>
                <a:close/>
                <a:moveTo>
                  <a:pt x="149841" y="112448"/>
                </a:moveTo>
                <a:lnTo>
                  <a:pt x="153543" y="108712"/>
                </a:lnTo>
                <a:lnTo>
                  <a:pt x="153543" y="116484"/>
                </a:lnTo>
                <a:lnTo>
                  <a:pt x="151876" y="118152"/>
                </a:lnTo>
                <a:lnTo>
                  <a:pt x="149841" y="118152"/>
                </a:lnTo>
                <a:lnTo>
                  <a:pt x="149841" y="112448"/>
                </a:lnTo>
                <a:close/>
                <a:moveTo>
                  <a:pt x="154344" y="108712"/>
                </a:moveTo>
                <a:lnTo>
                  <a:pt x="158047" y="112448"/>
                </a:lnTo>
                <a:lnTo>
                  <a:pt x="158047" y="118152"/>
                </a:lnTo>
                <a:lnTo>
                  <a:pt x="156012" y="118152"/>
                </a:lnTo>
                <a:lnTo>
                  <a:pt x="154344" y="116484"/>
                </a:lnTo>
                <a:lnTo>
                  <a:pt x="154344" y="108712"/>
                </a:lnTo>
                <a:close/>
                <a:moveTo>
                  <a:pt x="160949" y="116718"/>
                </a:moveTo>
                <a:lnTo>
                  <a:pt x="165619" y="116718"/>
                </a:lnTo>
                <a:lnTo>
                  <a:pt x="168954" y="120054"/>
                </a:lnTo>
                <a:lnTo>
                  <a:pt x="168954" y="122222"/>
                </a:lnTo>
                <a:lnTo>
                  <a:pt x="164985" y="118252"/>
                </a:lnTo>
                <a:lnTo>
                  <a:pt x="159414" y="118252"/>
                </a:lnTo>
                <a:close/>
                <a:moveTo>
                  <a:pt x="169755" y="120054"/>
                </a:moveTo>
                <a:lnTo>
                  <a:pt x="173057" y="116718"/>
                </a:lnTo>
                <a:lnTo>
                  <a:pt x="177761" y="116718"/>
                </a:lnTo>
                <a:lnTo>
                  <a:pt x="179262" y="118252"/>
                </a:lnTo>
                <a:lnTo>
                  <a:pt x="173691" y="118252"/>
                </a:lnTo>
                <a:lnTo>
                  <a:pt x="169755" y="122222"/>
                </a:lnTo>
                <a:close/>
                <a:moveTo>
                  <a:pt x="180629" y="112448"/>
                </a:moveTo>
                <a:lnTo>
                  <a:pt x="184332" y="108712"/>
                </a:lnTo>
                <a:lnTo>
                  <a:pt x="184332" y="116484"/>
                </a:lnTo>
                <a:lnTo>
                  <a:pt x="182664" y="118152"/>
                </a:lnTo>
                <a:lnTo>
                  <a:pt x="180629" y="118152"/>
                </a:lnTo>
                <a:lnTo>
                  <a:pt x="180629" y="112448"/>
                </a:lnTo>
                <a:close/>
                <a:moveTo>
                  <a:pt x="185133" y="108712"/>
                </a:moveTo>
                <a:lnTo>
                  <a:pt x="188869" y="112448"/>
                </a:lnTo>
                <a:lnTo>
                  <a:pt x="188869" y="118152"/>
                </a:lnTo>
                <a:lnTo>
                  <a:pt x="186801" y="118152"/>
                </a:lnTo>
                <a:lnTo>
                  <a:pt x="185133" y="116484"/>
                </a:lnTo>
                <a:lnTo>
                  <a:pt x="185133" y="108712"/>
                </a:lnTo>
                <a:close/>
                <a:moveTo>
                  <a:pt x="191737" y="116718"/>
                </a:moveTo>
                <a:lnTo>
                  <a:pt x="196441" y="116718"/>
                </a:lnTo>
                <a:lnTo>
                  <a:pt x="199743" y="120054"/>
                </a:lnTo>
                <a:lnTo>
                  <a:pt x="199743" y="122222"/>
                </a:lnTo>
                <a:lnTo>
                  <a:pt x="195807" y="118252"/>
                </a:lnTo>
                <a:lnTo>
                  <a:pt x="190203" y="118252"/>
                </a:lnTo>
                <a:close/>
                <a:moveTo>
                  <a:pt x="200544" y="120054"/>
                </a:moveTo>
                <a:lnTo>
                  <a:pt x="203846" y="116718"/>
                </a:lnTo>
                <a:lnTo>
                  <a:pt x="208549" y="116718"/>
                </a:lnTo>
                <a:lnTo>
                  <a:pt x="210084" y="118252"/>
                </a:lnTo>
                <a:lnTo>
                  <a:pt x="204480" y="118252"/>
                </a:lnTo>
                <a:lnTo>
                  <a:pt x="200544" y="122222"/>
                </a:lnTo>
                <a:close/>
                <a:moveTo>
                  <a:pt x="211418" y="112448"/>
                </a:moveTo>
                <a:lnTo>
                  <a:pt x="215154" y="108712"/>
                </a:lnTo>
                <a:lnTo>
                  <a:pt x="215154" y="116484"/>
                </a:lnTo>
                <a:lnTo>
                  <a:pt x="213453" y="118152"/>
                </a:lnTo>
                <a:lnTo>
                  <a:pt x="211418" y="118152"/>
                </a:lnTo>
                <a:lnTo>
                  <a:pt x="211418" y="112448"/>
                </a:lnTo>
                <a:close/>
                <a:moveTo>
                  <a:pt x="215921" y="108712"/>
                </a:moveTo>
                <a:lnTo>
                  <a:pt x="219657" y="112448"/>
                </a:lnTo>
                <a:lnTo>
                  <a:pt x="219657" y="118152"/>
                </a:lnTo>
                <a:lnTo>
                  <a:pt x="217623" y="118152"/>
                </a:lnTo>
                <a:lnTo>
                  <a:pt x="215921" y="116484"/>
                </a:lnTo>
                <a:lnTo>
                  <a:pt x="215921" y="108712"/>
                </a:lnTo>
                <a:close/>
                <a:moveTo>
                  <a:pt x="222526" y="116718"/>
                </a:moveTo>
                <a:lnTo>
                  <a:pt x="227229" y="116718"/>
                </a:lnTo>
                <a:lnTo>
                  <a:pt x="230532" y="120054"/>
                </a:lnTo>
                <a:lnTo>
                  <a:pt x="230532" y="122222"/>
                </a:lnTo>
                <a:lnTo>
                  <a:pt x="226596" y="118252"/>
                </a:lnTo>
                <a:lnTo>
                  <a:pt x="220992" y="118252"/>
                </a:lnTo>
                <a:close/>
                <a:moveTo>
                  <a:pt x="231332" y="120054"/>
                </a:moveTo>
                <a:lnTo>
                  <a:pt x="234635" y="116718"/>
                </a:lnTo>
                <a:lnTo>
                  <a:pt x="239338" y="116718"/>
                </a:lnTo>
                <a:lnTo>
                  <a:pt x="240873" y="118252"/>
                </a:lnTo>
                <a:lnTo>
                  <a:pt x="235269" y="118252"/>
                </a:lnTo>
                <a:lnTo>
                  <a:pt x="231332" y="122222"/>
                </a:lnTo>
                <a:lnTo>
                  <a:pt x="231332" y="120054"/>
                </a:lnTo>
                <a:close/>
                <a:moveTo>
                  <a:pt x="241406" y="117685"/>
                </a:moveTo>
                <a:lnTo>
                  <a:pt x="239905" y="116184"/>
                </a:lnTo>
                <a:lnTo>
                  <a:pt x="239905" y="111481"/>
                </a:lnTo>
                <a:lnTo>
                  <a:pt x="243208" y="108178"/>
                </a:lnTo>
                <a:lnTo>
                  <a:pt x="245376" y="108178"/>
                </a:lnTo>
                <a:lnTo>
                  <a:pt x="241406" y="112114"/>
                </a:lnTo>
                <a:lnTo>
                  <a:pt x="241406" y="117685"/>
                </a:lnTo>
                <a:close/>
                <a:moveTo>
                  <a:pt x="243208" y="107378"/>
                </a:moveTo>
                <a:lnTo>
                  <a:pt x="239872" y="104042"/>
                </a:lnTo>
                <a:lnTo>
                  <a:pt x="239872" y="99372"/>
                </a:lnTo>
                <a:lnTo>
                  <a:pt x="241406" y="97838"/>
                </a:lnTo>
                <a:lnTo>
                  <a:pt x="241406" y="103408"/>
                </a:lnTo>
                <a:lnTo>
                  <a:pt x="245376" y="107378"/>
                </a:lnTo>
                <a:lnTo>
                  <a:pt x="243208" y="107378"/>
                </a:lnTo>
                <a:close/>
                <a:moveTo>
                  <a:pt x="241306" y="96470"/>
                </a:moveTo>
                <a:lnTo>
                  <a:pt x="235602" y="96470"/>
                </a:lnTo>
                <a:lnTo>
                  <a:pt x="231866" y="92767"/>
                </a:lnTo>
                <a:lnTo>
                  <a:pt x="239638" y="92767"/>
                </a:lnTo>
                <a:lnTo>
                  <a:pt x="241306" y="94435"/>
                </a:lnTo>
                <a:lnTo>
                  <a:pt x="241306" y="96470"/>
                </a:lnTo>
                <a:close/>
                <a:moveTo>
                  <a:pt x="231866" y="91967"/>
                </a:moveTo>
                <a:lnTo>
                  <a:pt x="235602" y="88264"/>
                </a:lnTo>
                <a:lnTo>
                  <a:pt x="241306" y="88264"/>
                </a:lnTo>
                <a:lnTo>
                  <a:pt x="241306" y="90299"/>
                </a:lnTo>
                <a:lnTo>
                  <a:pt x="239638" y="91967"/>
                </a:lnTo>
                <a:close/>
                <a:moveTo>
                  <a:pt x="241406" y="86896"/>
                </a:moveTo>
                <a:lnTo>
                  <a:pt x="239905" y="85362"/>
                </a:lnTo>
                <a:lnTo>
                  <a:pt x="239905" y="80692"/>
                </a:lnTo>
                <a:lnTo>
                  <a:pt x="243208" y="77356"/>
                </a:lnTo>
                <a:lnTo>
                  <a:pt x="245376" y="77356"/>
                </a:lnTo>
                <a:lnTo>
                  <a:pt x="241406" y="81326"/>
                </a:lnTo>
                <a:lnTo>
                  <a:pt x="241406" y="86896"/>
                </a:lnTo>
                <a:close/>
                <a:moveTo>
                  <a:pt x="243208" y="76589"/>
                </a:moveTo>
                <a:lnTo>
                  <a:pt x="239872" y="73253"/>
                </a:lnTo>
                <a:lnTo>
                  <a:pt x="239872" y="68583"/>
                </a:lnTo>
                <a:lnTo>
                  <a:pt x="241406" y="67049"/>
                </a:lnTo>
                <a:lnTo>
                  <a:pt x="241406" y="72620"/>
                </a:lnTo>
                <a:lnTo>
                  <a:pt x="245376" y="76589"/>
                </a:lnTo>
                <a:lnTo>
                  <a:pt x="243208" y="76589"/>
                </a:lnTo>
                <a:close/>
                <a:moveTo>
                  <a:pt x="241306" y="65681"/>
                </a:moveTo>
                <a:lnTo>
                  <a:pt x="235602" y="65681"/>
                </a:lnTo>
                <a:lnTo>
                  <a:pt x="231866" y="61979"/>
                </a:lnTo>
                <a:lnTo>
                  <a:pt x="239638" y="61979"/>
                </a:lnTo>
                <a:lnTo>
                  <a:pt x="241306" y="63646"/>
                </a:lnTo>
                <a:lnTo>
                  <a:pt x="241306" y="65681"/>
                </a:lnTo>
                <a:close/>
                <a:moveTo>
                  <a:pt x="231866" y="61178"/>
                </a:moveTo>
                <a:lnTo>
                  <a:pt x="235602" y="57475"/>
                </a:lnTo>
                <a:lnTo>
                  <a:pt x="241306" y="57475"/>
                </a:lnTo>
                <a:lnTo>
                  <a:pt x="241306" y="59510"/>
                </a:lnTo>
                <a:lnTo>
                  <a:pt x="239638" y="61178"/>
                </a:lnTo>
                <a:close/>
                <a:moveTo>
                  <a:pt x="241406" y="56108"/>
                </a:moveTo>
                <a:lnTo>
                  <a:pt x="239905" y="54573"/>
                </a:lnTo>
                <a:lnTo>
                  <a:pt x="239905" y="49903"/>
                </a:lnTo>
                <a:lnTo>
                  <a:pt x="243208" y="46568"/>
                </a:lnTo>
                <a:lnTo>
                  <a:pt x="245376" y="46568"/>
                </a:lnTo>
                <a:lnTo>
                  <a:pt x="241406" y="50537"/>
                </a:lnTo>
                <a:lnTo>
                  <a:pt x="241406" y="56108"/>
                </a:lnTo>
                <a:close/>
                <a:moveTo>
                  <a:pt x="243208" y="45800"/>
                </a:moveTo>
                <a:lnTo>
                  <a:pt x="239872" y="42465"/>
                </a:lnTo>
                <a:lnTo>
                  <a:pt x="239872" y="37795"/>
                </a:lnTo>
                <a:lnTo>
                  <a:pt x="241406" y="36260"/>
                </a:lnTo>
                <a:lnTo>
                  <a:pt x="241406" y="41831"/>
                </a:lnTo>
                <a:lnTo>
                  <a:pt x="245376" y="45800"/>
                </a:lnTo>
                <a:close/>
                <a:moveTo>
                  <a:pt x="241306" y="34893"/>
                </a:moveTo>
                <a:lnTo>
                  <a:pt x="235602" y="34893"/>
                </a:lnTo>
                <a:lnTo>
                  <a:pt x="231866" y="31190"/>
                </a:lnTo>
                <a:lnTo>
                  <a:pt x="239638" y="31190"/>
                </a:lnTo>
                <a:lnTo>
                  <a:pt x="241306" y="32858"/>
                </a:lnTo>
                <a:lnTo>
                  <a:pt x="241306" y="34893"/>
                </a:lnTo>
                <a:close/>
                <a:moveTo>
                  <a:pt x="231866" y="30389"/>
                </a:moveTo>
                <a:lnTo>
                  <a:pt x="235602" y="26653"/>
                </a:lnTo>
                <a:lnTo>
                  <a:pt x="241306" y="26653"/>
                </a:lnTo>
                <a:lnTo>
                  <a:pt x="241306" y="28721"/>
                </a:lnTo>
                <a:lnTo>
                  <a:pt x="239638" y="30389"/>
                </a:lnTo>
                <a:close/>
                <a:moveTo>
                  <a:pt x="241406" y="25319"/>
                </a:moveTo>
                <a:lnTo>
                  <a:pt x="239905" y="23785"/>
                </a:lnTo>
                <a:lnTo>
                  <a:pt x="239905" y="19115"/>
                </a:lnTo>
                <a:lnTo>
                  <a:pt x="243208" y="15779"/>
                </a:lnTo>
                <a:lnTo>
                  <a:pt x="245376" y="15779"/>
                </a:lnTo>
                <a:lnTo>
                  <a:pt x="241406" y="19748"/>
                </a:lnTo>
                <a:lnTo>
                  <a:pt x="241406" y="25319"/>
                </a:lnTo>
                <a:close/>
                <a:moveTo>
                  <a:pt x="243208" y="15012"/>
                </a:moveTo>
                <a:lnTo>
                  <a:pt x="239872" y="11676"/>
                </a:lnTo>
                <a:lnTo>
                  <a:pt x="239872" y="6973"/>
                </a:lnTo>
                <a:lnTo>
                  <a:pt x="241406" y="5471"/>
                </a:lnTo>
                <a:lnTo>
                  <a:pt x="241406" y="11042"/>
                </a:lnTo>
                <a:lnTo>
                  <a:pt x="245376" y="15012"/>
                </a:lnTo>
                <a:lnTo>
                  <a:pt x="243208" y="15012"/>
                </a:lnTo>
                <a:close/>
                <a:moveTo>
                  <a:pt x="239638" y="401"/>
                </a:moveTo>
                <a:lnTo>
                  <a:pt x="241306" y="2069"/>
                </a:lnTo>
                <a:lnTo>
                  <a:pt x="241306" y="4104"/>
                </a:lnTo>
                <a:lnTo>
                  <a:pt x="235602" y="4104"/>
                </a:lnTo>
                <a:lnTo>
                  <a:pt x="231866" y="401"/>
                </a:lnTo>
                <a:close/>
                <a:moveTo>
                  <a:pt x="229965" y="401"/>
                </a:moveTo>
                <a:lnTo>
                  <a:pt x="226262" y="4104"/>
                </a:lnTo>
                <a:lnTo>
                  <a:pt x="220558" y="4104"/>
                </a:lnTo>
                <a:lnTo>
                  <a:pt x="220558" y="2069"/>
                </a:lnTo>
                <a:lnTo>
                  <a:pt x="222226" y="401"/>
                </a:lnTo>
                <a:close/>
                <a:moveTo>
                  <a:pt x="219290" y="401"/>
                </a:moveTo>
                <a:lnTo>
                  <a:pt x="221092" y="401"/>
                </a:lnTo>
                <a:lnTo>
                  <a:pt x="219757" y="1735"/>
                </a:lnTo>
                <a:lnTo>
                  <a:pt x="219757" y="3804"/>
                </a:lnTo>
                <a:lnTo>
                  <a:pt x="218457" y="2503"/>
                </a:lnTo>
                <a:lnTo>
                  <a:pt x="218457" y="1202"/>
                </a:lnTo>
                <a:close/>
                <a:moveTo>
                  <a:pt x="216755" y="2936"/>
                </a:moveTo>
                <a:lnTo>
                  <a:pt x="218056" y="2936"/>
                </a:lnTo>
                <a:lnTo>
                  <a:pt x="219324" y="4204"/>
                </a:lnTo>
                <a:lnTo>
                  <a:pt x="217456" y="4204"/>
                </a:lnTo>
                <a:lnTo>
                  <a:pt x="217156" y="4337"/>
                </a:lnTo>
                <a:lnTo>
                  <a:pt x="215921" y="5572"/>
                </a:lnTo>
                <a:lnTo>
                  <a:pt x="215921" y="3770"/>
                </a:lnTo>
                <a:close/>
                <a:moveTo>
                  <a:pt x="214320" y="2936"/>
                </a:moveTo>
                <a:lnTo>
                  <a:pt x="215154" y="3737"/>
                </a:lnTo>
                <a:lnTo>
                  <a:pt x="215154" y="5572"/>
                </a:lnTo>
                <a:lnTo>
                  <a:pt x="213887" y="4337"/>
                </a:lnTo>
                <a:lnTo>
                  <a:pt x="213620" y="4204"/>
                </a:lnTo>
                <a:lnTo>
                  <a:pt x="211718" y="4204"/>
                </a:lnTo>
                <a:lnTo>
                  <a:pt x="213019" y="2936"/>
                </a:lnTo>
                <a:lnTo>
                  <a:pt x="214320" y="2936"/>
                </a:lnTo>
                <a:close/>
                <a:moveTo>
                  <a:pt x="211785" y="401"/>
                </a:moveTo>
                <a:lnTo>
                  <a:pt x="212586" y="1202"/>
                </a:lnTo>
                <a:lnTo>
                  <a:pt x="212586" y="2503"/>
                </a:lnTo>
                <a:lnTo>
                  <a:pt x="211318" y="3804"/>
                </a:lnTo>
                <a:lnTo>
                  <a:pt x="211318" y="1735"/>
                </a:lnTo>
                <a:lnTo>
                  <a:pt x="209950" y="401"/>
                </a:lnTo>
                <a:lnTo>
                  <a:pt x="211785" y="401"/>
                </a:lnTo>
                <a:close/>
                <a:moveTo>
                  <a:pt x="208850" y="401"/>
                </a:moveTo>
                <a:lnTo>
                  <a:pt x="210518" y="2069"/>
                </a:lnTo>
                <a:lnTo>
                  <a:pt x="210518" y="4104"/>
                </a:lnTo>
                <a:lnTo>
                  <a:pt x="204813" y="4104"/>
                </a:lnTo>
                <a:lnTo>
                  <a:pt x="201077" y="401"/>
                </a:lnTo>
                <a:close/>
                <a:moveTo>
                  <a:pt x="199176" y="401"/>
                </a:moveTo>
                <a:lnTo>
                  <a:pt x="195473" y="4104"/>
                </a:lnTo>
                <a:lnTo>
                  <a:pt x="189736" y="4104"/>
                </a:lnTo>
                <a:lnTo>
                  <a:pt x="189736" y="2069"/>
                </a:lnTo>
                <a:lnTo>
                  <a:pt x="191437" y="401"/>
                </a:lnTo>
                <a:close/>
                <a:moveTo>
                  <a:pt x="188502" y="401"/>
                </a:moveTo>
                <a:lnTo>
                  <a:pt x="190303" y="401"/>
                </a:lnTo>
                <a:lnTo>
                  <a:pt x="188969" y="1735"/>
                </a:lnTo>
                <a:lnTo>
                  <a:pt x="188969" y="3804"/>
                </a:lnTo>
                <a:lnTo>
                  <a:pt x="187668" y="2503"/>
                </a:lnTo>
                <a:lnTo>
                  <a:pt x="187668" y="1202"/>
                </a:lnTo>
                <a:close/>
                <a:moveTo>
                  <a:pt x="185967" y="2936"/>
                </a:moveTo>
                <a:lnTo>
                  <a:pt x="187268" y="2936"/>
                </a:lnTo>
                <a:lnTo>
                  <a:pt x="188535" y="4204"/>
                </a:lnTo>
                <a:lnTo>
                  <a:pt x="186667" y="4204"/>
                </a:lnTo>
                <a:lnTo>
                  <a:pt x="186367" y="4337"/>
                </a:lnTo>
                <a:lnTo>
                  <a:pt x="185133" y="5572"/>
                </a:lnTo>
                <a:lnTo>
                  <a:pt x="185133" y="3770"/>
                </a:lnTo>
                <a:close/>
                <a:moveTo>
                  <a:pt x="183532" y="2936"/>
                </a:moveTo>
                <a:lnTo>
                  <a:pt x="184332" y="3737"/>
                </a:lnTo>
                <a:lnTo>
                  <a:pt x="184332" y="5572"/>
                </a:lnTo>
                <a:lnTo>
                  <a:pt x="183098" y="4337"/>
                </a:lnTo>
                <a:lnTo>
                  <a:pt x="182831" y="4204"/>
                </a:lnTo>
                <a:lnTo>
                  <a:pt x="180930" y="4204"/>
                </a:lnTo>
                <a:lnTo>
                  <a:pt x="182231" y="2936"/>
                </a:lnTo>
                <a:lnTo>
                  <a:pt x="183532" y="2936"/>
                </a:lnTo>
                <a:close/>
                <a:moveTo>
                  <a:pt x="180996" y="401"/>
                </a:moveTo>
                <a:lnTo>
                  <a:pt x="181797" y="1202"/>
                </a:lnTo>
                <a:lnTo>
                  <a:pt x="181797" y="2503"/>
                </a:lnTo>
                <a:lnTo>
                  <a:pt x="180529" y="3804"/>
                </a:lnTo>
                <a:lnTo>
                  <a:pt x="180529" y="1735"/>
                </a:lnTo>
                <a:lnTo>
                  <a:pt x="179162" y="401"/>
                </a:lnTo>
                <a:lnTo>
                  <a:pt x="180996" y="401"/>
                </a:lnTo>
                <a:close/>
                <a:moveTo>
                  <a:pt x="178061" y="401"/>
                </a:moveTo>
                <a:lnTo>
                  <a:pt x="179729" y="2069"/>
                </a:lnTo>
                <a:lnTo>
                  <a:pt x="179729" y="4104"/>
                </a:lnTo>
                <a:lnTo>
                  <a:pt x="174025" y="4104"/>
                </a:lnTo>
                <a:lnTo>
                  <a:pt x="170289" y="401"/>
                </a:lnTo>
                <a:close/>
                <a:moveTo>
                  <a:pt x="168387" y="401"/>
                </a:moveTo>
                <a:lnTo>
                  <a:pt x="164685" y="4104"/>
                </a:lnTo>
                <a:lnTo>
                  <a:pt x="158947" y="4104"/>
                </a:lnTo>
                <a:lnTo>
                  <a:pt x="158947" y="2069"/>
                </a:lnTo>
                <a:lnTo>
                  <a:pt x="160649" y="401"/>
                </a:lnTo>
                <a:close/>
                <a:moveTo>
                  <a:pt x="157713" y="401"/>
                </a:moveTo>
                <a:lnTo>
                  <a:pt x="159514" y="401"/>
                </a:lnTo>
                <a:lnTo>
                  <a:pt x="158180" y="1735"/>
                </a:lnTo>
                <a:lnTo>
                  <a:pt x="158180" y="3804"/>
                </a:lnTo>
                <a:lnTo>
                  <a:pt x="156879" y="2503"/>
                </a:lnTo>
                <a:lnTo>
                  <a:pt x="156879" y="1202"/>
                </a:lnTo>
                <a:close/>
                <a:moveTo>
                  <a:pt x="155178" y="2936"/>
                </a:moveTo>
                <a:lnTo>
                  <a:pt x="156479" y="2936"/>
                </a:lnTo>
                <a:lnTo>
                  <a:pt x="157746" y="4204"/>
                </a:lnTo>
                <a:lnTo>
                  <a:pt x="155845" y="4204"/>
                </a:lnTo>
                <a:lnTo>
                  <a:pt x="155578" y="4337"/>
                </a:lnTo>
                <a:lnTo>
                  <a:pt x="154344" y="5572"/>
                </a:lnTo>
                <a:lnTo>
                  <a:pt x="154344" y="3770"/>
                </a:lnTo>
                <a:close/>
                <a:moveTo>
                  <a:pt x="152743" y="2936"/>
                </a:moveTo>
                <a:lnTo>
                  <a:pt x="153543" y="3737"/>
                </a:lnTo>
                <a:lnTo>
                  <a:pt x="153543" y="5572"/>
                </a:lnTo>
                <a:lnTo>
                  <a:pt x="152309" y="4337"/>
                </a:lnTo>
                <a:lnTo>
                  <a:pt x="152042" y="4204"/>
                </a:lnTo>
                <a:lnTo>
                  <a:pt x="150141" y="4204"/>
                </a:lnTo>
                <a:lnTo>
                  <a:pt x="151442" y="2936"/>
                </a:lnTo>
                <a:lnTo>
                  <a:pt x="152743" y="2936"/>
                </a:lnTo>
                <a:close/>
                <a:moveTo>
                  <a:pt x="150174" y="401"/>
                </a:moveTo>
                <a:lnTo>
                  <a:pt x="151008" y="1202"/>
                </a:lnTo>
                <a:lnTo>
                  <a:pt x="151008" y="2503"/>
                </a:lnTo>
                <a:lnTo>
                  <a:pt x="149741" y="3804"/>
                </a:lnTo>
                <a:lnTo>
                  <a:pt x="149741" y="1735"/>
                </a:lnTo>
                <a:lnTo>
                  <a:pt x="148373" y="401"/>
                </a:lnTo>
                <a:lnTo>
                  <a:pt x="150174" y="401"/>
                </a:lnTo>
                <a:close/>
                <a:moveTo>
                  <a:pt x="147272" y="401"/>
                </a:moveTo>
                <a:lnTo>
                  <a:pt x="148940" y="2069"/>
                </a:lnTo>
                <a:lnTo>
                  <a:pt x="148940" y="4104"/>
                </a:lnTo>
                <a:lnTo>
                  <a:pt x="143236" y="4104"/>
                </a:lnTo>
                <a:lnTo>
                  <a:pt x="139500" y="401"/>
                </a:lnTo>
                <a:close/>
                <a:moveTo>
                  <a:pt x="137599" y="401"/>
                </a:moveTo>
                <a:lnTo>
                  <a:pt x="133863" y="4104"/>
                </a:lnTo>
                <a:lnTo>
                  <a:pt x="128159" y="4104"/>
                </a:lnTo>
                <a:lnTo>
                  <a:pt x="128159" y="2069"/>
                </a:lnTo>
                <a:lnTo>
                  <a:pt x="129860" y="401"/>
                </a:lnTo>
                <a:close/>
                <a:moveTo>
                  <a:pt x="126924" y="401"/>
                </a:moveTo>
                <a:lnTo>
                  <a:pt x="128726" y="401"/>
                </a:lnTo>
                <a:lnTo>
                  <a:pt x="127391" y="1735"/>
                </a:lnTo>
                <a:lnTo>
                  <a:pt x="127391" y="3804"/>
                </a:lnTo>
                <a:lnTo>
                  <a:pt x="126091" y="2503"/>
                </a:lnTo>
                <a:lnTo>
                  <a:pt x="126091" y="1202"/>
                </a:lnTo>
                <a:close/>
                <a:moveTo>
                  <a:pt x="124389" y="2936"/>
                </a:moveTo>
                <a:lnTo>
                  <a:pt x="125657" y="2936"/>
                </a:lnTo>
                <a:lnTo>
                  <a:pt x="126958" y="4204"/>
                </a:lnTo>
                <a:lnTo>
                  <a:pt x="125056" y="4204"/>
                </a:lnTo>
                <a:lnTo>
                  <a:pt x="124790" y="4337"/>
                </a:lnTo>
                <a:lnTo>
                  <a:pt x="123555" y="5572"/>
                </a:lnTo>
                <a:lnTo>
                  <a:pt x="123555" y="3770"/>
                </a:lnTo>
                <a:close/>
                <a:moveTo>
                  <a:pt x="121954" y="2936"/>
                </a:moveTo>
                <a:lnTo>
                  <a:pt x="122755" y="3737"/>
                </a:lnTo>
                <a:lnTo>
                  <a:pt x="122755" y="5572"/>
                </a:lnTo>
                <a:lnTo>
                  <a:pt x="121521" y="4337"/>
                </a:lnTo>
                <a:lnTo>
                  <a:pt x="121254" y="4204"/>
                </a:lnTo>
                <a:lnTo>
                  <a:pt x="119352" y="4204"/>
                </a:lnTo>
                <a:lnTo>
                  <a:pt x="120653" y="2936"/>
                </a:lnTo>
                <a:lnTo>
                  <a:pt x="121954" y="2936"/>
                </a:lnTo>
                <a:close/>
                <a:moveTo>
                  <a:pt x="119386" y="401"/>
                </a:moveTo>
                <a:lnTo>
                  <a:pt x="120220" y="1202"/>
                </a:lnTo>
                <a:lnTo>
                  <a:pt x="120220" y="2503"/>
                </a:lnTo>
                <a:lnTo>
                  <a:pt x="118952" y="3804"/>
                </a:lnTo>
                <a:lnTo>
                  <a:pt x="118952" y="1735"/>
                </a:lnTo>
                <a:lnTo>
                  <a:pt x="117584" y="401"/>
                </a:lnTo>
                <a:lnTo>
                  <a:pt x="119386" y="401"/>
                </a:lnTo>
                <a:close/>
                <a:moveTo>
                  <a:pt x="116450" y="401"/>
                </a:moveTo>
                <a:lnTo>
                  <a:pt x="118152" y="2069"/>
                </a:lnTo>
                <a:lnTo>
                  <a:pt x="118152" y="4104"/>
                </a:lnTo>
                <a:lnTo>
                  <a:pt x="112447" y="4104"/>
                </a:lnTo>
                <a:lnTo>
                  <a:pt x="108711" y="401"/>
                </a:lnTo>
                <a:close/>
                <a:moveTo>
                  <a:pt x="106810" y="401"/>
                </a:moveTo>
                <a:lnTo>
                  <a:pt x="103074" y="4104"/>
                </a:lnTo>
                <a:lnTo>
                  <a:pt x="97370" y="4104"/>
                </a:lnTo>
                <a:lnTo>
                  <a:pt x="97370" y="2069"/>
                </a:lnTo>
                <a:lnTo>
                  <a:pt x="99071" y="401"/>
                </a:lnTo>
                <a:close/>
                <a:moveTo>
                  <a:pt x="96136" y="401"/>
                </a:moveTo>
                <a:lnTo>
                  <a:pt x="97937" y="401"/>
                </a:lnTo>
                <a:lnTo>
                  <a:pt x="96569" y="1735"/>
                </a:lnTo>
                <a:lnTo>
                  <a:pt x="96569" y="3804"/>
                </a:lnTo>
                <a:lnTo>
                  <a:pt x="95302" y="2503"/>
                </a:lnTo>
                <a:lnTo>
                  <a:pt x="95302" y="1202"/>
                </a:lnTo>
                <a:close/>
                <a:moveTo>
                  <a:pt x="93567" y="2936"/>
                </a:moveTo>
                <a:lnTo>
                  <a:pt x="94868" y="2936"/>
                </a:lnTo>
                <a:lnTo>
                  <a:pt x="96169" y="4204"/>
                </a:lnTo>
                <a:lnTo>
                  <a:pt x="94268" y="4204"/>
                </a:lnTo>
                <a:lnTo>
                  <a:pt x="94001" y="4337"/>
                </a:lnTo>
                <a:lnTo>
                  <a:pt x="92767" y="5572"/>
                </a:lnTo>
                <a:lnTo>
                  <a:pt x="92767" y="3770"/>
                </a:lnTo>
                <a:close/>
                <a:moveTo>
                  <a:pt x="91166" y="2936"/>
                </a:moveTo>
                <a:lnTo>
                  <a:pt x="91966" y="3737"/>
                </a:lnTo>
                <a:lnTo>
                  <a:pt x="91966" y="5572"/>
                </a:lnTo>
                <a:lnTo>
                  <a:pt x="90732" y="4337"/>
                </a:lnTo>
                <a:lnTo>
                  <a:pt x="90465" y="4204"/>
                </a:lnTo>
                <a:lnTo>
                  <a:pt x="88564" y="4204"/>
                </a:lnTo>
                <a:lnTo>
                  <a:pt x="89865" y="2936"/>
                </a:lnTo>
                <a:lnTo>
                  <a:pt x="91166" y="2936"/>
                </a:lnTo>
                <a:close/>
                <a:moveTo>
                  <a:pt x="88597" y="401"/>
                </a:moveTo>
                <a:lnTo>
                  <a:pt x="89431" y="1202"/>
                </a:lnTo>
                <a:lnTo>
                  <a:pt x="89431" y="2503"/>
                </a:lnTo>
                <a:lnTo>
                  <a:pt x="88130" y="3804"/>
                </a:lnTo>
                <a:lnTo>
                  <a:pt x="88130" y="1735"/>
                </a:lnTo>
                <a:lnTo>
                  <a:pt x="86796" y="401"/>
                </a:lnTo>
                <a:lnTo>
                  <a:pt x="88597" y="401"/>
                </a:lnTo>
                <a:close/>
                <a:moveTo>
                  <a:pt x="85662" y="401"/>
                </a:moveTo>
                <a:lnTo>
                  <a:pt x="87363" y="2069"/>
                </a:lnTo>
                <a:lnTo>
                  <a:pt x="87363" y="4104"/>
                </a:lnTo>
                <a:lnTo>
                  <a:pt x="81659" y="4104"/>
                </a:lnTo>
                <a:lnTo>
                  <a:pt x="77923" y="401"/>
                </a:lnTo>
                <a:close/>
                <a:moveTo>
                  <a:pt x="76021" y="401"/>
                </a:moveTo>
                <a:lnTo>
                  <a:pt x="72285" y="4104"/>
                </a:lnTo>
                <a:lnTo>
                  <a:pt x="66581" y="4104"/>
                </a:lnTo>
                <a:lnTo>
                  <a:pt x="66581" y="2069"/>
                </a:lnTo>
                <a:lnTo>
                  <a:pt x="68249" y="401"/>
                </a:lnTo>
                <a:close/>
                <a:moveTo>
                  <a:pt x="65347" y="401"/>
                </a:moveTo>
                <a:lnTo>
                  <a:pt x="67148" y="401"/>
                </a:lnTo>
                <a:lnTo>
                  <a:pt x="65781" y="1735"/>
                </a:lnTo>
                <a:lnTo>
                  <a:pt x="65781" y="3804"/>
                </a:lnTo>
                <a:lnTo>
                  <a:pt x="64513" y="2503"/>
                </a:lnTo>
                <a:lnTo>
                  <a:pt x="64513" y="1202"/>
                </a:lnTo>
                <a:close/>
                <a:moveTo>
                  <a:pt x="62779" y="2936"/>
                </a:moveTo>
                <a:lnTo>
                  <a:pt x="64080" y="2936"/>
                </a:lnTo>
                <a:lnTo>
                  <a:pt x="65381" y="4204"/>
                </a:lnTo>
                <a:lnTo>
                  <a:pt x="63479" y="4204"/>
                </a:lnTo>
                <a:lnTo>
                  <a:pt x="63212" y="4337"/>
                </a:lnTo>
                <a:lnTo>
                  <a:pt x="61978" y="5572"/>
                </a:lnTo>
                <a:lnTo>
                  <a:pt x="61978" y="3770"/>
                </a:lnTo>
                <a:close/>
                <a:moveTo>
                  <a:pt x="60344" y="2936"/>
                </a:moveTo>
                <a:lnTo>
                  <a:pt x="61178" y="3737"/>
                </a:lnTo>
                <a:lnTo>
                  <a:pt x="61178" y="5572"/>
                </a:lnTo>
                <a:lnTo>
                  <a:pt x="59943" y="4337"/>
                </a:lnTo>
                <a:lnTo>
                  <a:pt x="59676" y="4204"/>
                </a:lnTo>
                <a:lnTo>
                  <a:pt x="57775" y="4204"/>
                </a:lnTo>
                <a:lnTo>
                  <a:pt x="59043" y="2936"/>
                </a:lnTo>
                <a:lnTo>
                  <a:pt x="60344" y="2936"/>
                </a:lnTo>
                <a:close/>
                <a:moveTo>
                  <a:pt x="57808" y="401"/>
                </a:moveTo>
                <a:lnTo>
                  <a:pt x="58642" y="1202"/>
                </a:lnTo>
                <a:lnTo>
                  <a:pt x="58642" y="2503"/>
                </a:lnTo>
                <a:lnTo>
                  <a:pt x="57341" y="3804"/>
                </a:lnTo>
                <a:lnTo>
                  <a:pt x="57341" y="1735"/>
                </a:lnTo>
                <a:lnTo>
                  <a:pt x="56007" y="401"/>
                </a:lnTo>
                <a:lnTo>
                  <a:pt x="57808" y="401"/>
                </a:lnTo>
                <a:close/>
                <a:moveTo>
                  <a:pt x="54873" y="401"/>
                </a:moveTo>
                <a:lnTo>
                  <a:pt x="56574" y="2069"/>
                </a:lnTo>
                <a:lnTo>
                  <a:pt x="56574" y="4104"/>
                </a:lnTo>
                <a:lnTo>
                  <a:pt x="50837" y="4104"/>
                </a:lnTo>
                <a:lnTo>
                  <a:pt x="47134" y="401"/>
                </a:lnTo>
                <a:close/>
                <a:moveTo>
                  <a:pt x="45233" y="401"/>
                </a:moveTo>
                <a:lnTo>
                  <a:pt x="41497" y="4104"/>
                </a:lnTo>
                <a:lnTo>
                  <a:pt x="35793" y="4104"/>
                </a:lnTo>
                <a:lnTo>
                  <a:pt x="35793" y="2069"/>
                </a:lnTo>
                <a:lnTo>
                  <a:pt x="37461" y="401"/>
                </a:lnTo>
                <a:close/>
                <a:moveTo>
                  <a:pt x="34525" y="401"/>
                </a:moveTo>
                <a:lnTo>
                  <a:pt x="36360" y="401"/>
                </a:lnTo>
                <a:lnTo>
                  <a:pt x="34992" y="1735"/>
                </a:lnTo>
                <a:lnTo>
                  <a:pt x="34992" y="3804"/>
                </a:lnTo>
                <a:lnTo>
                  <a:pt x="33725" y="2503"/>
                </a:lnTo>
                <a:lnTo>
                  <a:pt x="33725" y="1202"/>
                </a:lnTo>
                <a:close/>
                <a:moveTo>
                  <a:pt x="31990" y="2936"/>
                </a:moveTo>
                <a:lnTo>
                  <a:pt x="33291" y="2936"/>
                </a:lnTo>
                <a:lnTo>
                  <a:pt x="34592" y="4204"/>
                </a:lnTo>
                <a:lnTo>
                  <a:pt x="32691" y="4204"/>
                </a:lnTo>
                <a:lnTo>
                  <a:pt x="32424" y="4337"/>
                </a:lnTo>
                <a:lnTo>
                  <a:pt x="31189" y="5572"/>
                </a:lnTo>
                <a:lnTo>
                  <a:pt x="31189" y="3770"/>
                </a:lnTo>
                <a:close/>
                <a:moveTo>
                  <a:pt x="29555" y="2936"/>
                </a:moveTo>
                <a:lnTo>
                  <a:pt x="30389" y="3737"/>
                </a:lnTo>
                <a:lnTo>
                  <a:pt x="30389" y="5572"/>
                </a:lnTo>
                <a:lnTo>
                  <a:pt x="29155" y="4337"/>
                </a:lnTo>
                <a:lnTo>
                  <a:pt x="28854" y="4204"/>
                </a:lnTo>
                <a:lnTo>
                  <a:pt x="26986" y="4204"/>
                </a:lnTo>
                <a:lnTo>
                  <a:pt x="28254" y="2936"/>
                </a:lnTo>
                <a:lnTo>
                  <a:pt x="29555" y="2936"/>
                </a:lnTo>
                <a:close/>
                <a:moveTo>
                  <a:pt x="27020" y="401"/>
                </a:moveTo>
                <a:lnTo>
                  <a:pt x="27854" y="1202"/>
                </a:lnTo>
                <a:lnTo>
                  <a:pt x="27854" y="2503"/>
                </a:lnTo>
                <a:lnTo>
                  <a:pt x="26553" y="3804"/>
                </a:lnTo>
                <a:lnTo>
                  <a:pt x="26553" y="1735"/>
                </a:lnTo>
                <a:lnTo>
                  <a:pt x="25219" y="401"/>
                </a:lnTo>
                <a:lnTo>
                  <a:pt x="27020" y="401"/>
                </a:lnTo>
                <a:close/>
                <a:moveTo>
                  <a:pt x="24084" y="401"/>
                </a:moveTo>
                <a:lnTo>
                  <a:pt x="25786" y="2069"/>
                </a:lnTo>
                <a:lnTo>
                  <a:pt x="25786" y="4104"/>
                </a:lnTo>
                <a:lnTo>
                  <a:pt x="20048" y="4104"/>
                </a:lnTo>
                <a:lnTo>
                  <a:pt x="16346" y="401"/>
                </a:lnTo>
                <a:close/>
                <a:moveTo>
                  <a:pt x="14444" y="401"/>
                </a:moveTo>
                <a:lnTo>
                  <a:pt x="10708" y="4104"/>
                </a:lnTo>
                <a:lnTo>
                  <a:pt x="5004" y="4104"/>
                </a:lnTo>
                <a:lnTo>
                  <a:pt x="5004" y="2069"/>
                </a:lnTo>
                <a:lnTo>
                  <a:pt x="6672" y="401"/>
                </a:lnTo>
                <a:close/>
                <a:moveTo>
                  <a:pt x="3736" y="401"/>
                </a:moveTo>
                <a:lnTo>
                  <a:pt x="5571" y="401"/>
                </a:lnTo>
                <a:lnTo>
                  <a:pt x="4203" y="1735"/>
                </a:lnTo>
                <a:lnTo>
                  <a:pt x="4203" y="3804"/>
                </a:lnTo>
                <a:lnTo>
                  <a:pt x="2936" y="2503"/>
                </a:lnTo>
                <a:lnTo>
                  <a:pt x="2936" y="1202"/>
                </a:lnTo>
                <a:close/>
                <a:moveTo>
                  <a:pt x="367" y="3737"/>
                </a:moveTo>
                <a:lnTo>
                  <a:pt x="1201" y="2936"/>
                </a:lnTo>
                <a:lnTo>
                  <a:pt x="2502" y="2936"/>
                </a:lnTo>
                <a:lnTo>
                  <a:pt x="3803" y="4204"/>
                </a:lnTo>
                <a:lnTo>
                  <a:pt x="1902" y="4204"/>
                </a:lnTo>
                <a:lnTo>
                  <a:pt x="1635" y="4337"/>
                </a:lnTo>
                <a:lnTo>
                  <a:pt x="367" y="5572"/>
                </a:lnTo>
                <a:lnTo>
                  <a:pt x="367" y="3737"/>
                </a:lnTo>
                <a:close/>
                <a:moveTo>
                  <a:pt x="367" y="6672"/>
                </a:moveTo>
                <a:lnTo>
                  <a:pt x="2069" y="5004"/>
                </a:lnTo>
                <a:lnTo>
                  <a:pt x="4103" y="5004"/>
                </a:lnTo>
                <a:lnTo>
                  <a:pt x="4103" y="10709"/>
                </a:lnTo>
                <a:lnTo>
                  <a:pt x="367" y="14445"/>
                </a:lnTo>
                <a:close/>
                <a:moveTo>
                  <a:pt x="367" y="16346"/>
                </a:moveTo>
                <a:lnTo>
                  <a:pt x="4103" y="20082"/>
                </a:lnTo>
                <a:lnTo>
                  <a:pt x="4103" y="25786"/>
                </a:lnTo>
                <a:lnTo>
                  <a:pt x="2069" y="25786"/>
                </a:lnTo>
                <a:lnTo>
                  <a:pt x="367" y="24085"/>
                </a:lnTo>
                <a:close/>
                <a:moveTo>
                  <a:pt x="1201" y="27854"/>
                </a:moveTo>
                <a:lnTo>
                  <a:pt x="367" y="27020"/>
                </a:lnTo>
                <a:lnTo>
                  <a:pt x="367" y="25219"/>
                </a:lnTo>
                <a:lnTo>
                  <a:pt x="1635" y="26453"/>
                </a:lnTo>
                <a:lnTo>
                  <a:pt x="1902" y="26587"/>
                </a:lnTo>
                <a:lnTo>
                  <a:pt x="3803" y="26587"/>
                </a:lnTo>
                <a:lnTo>
                  <a:pt x="2502" y="27854"/>
                </a:lnTo>
                <a:lnTo>
                  <a:pt x="1201" y="27854"/>
                </a:lnTo>
                <a:close/>
                <a:moveTo>
                  <a:pt x="2936" y="29555"/>
                </a:moveTo>
                <a:lnTo>
                  <a:pt x="2936" y="28254"/>
                </a:lnTo>
                <a:lnTo>
                  <a:pt x="4203" y="26987"/>
                </a:lnTo>
                <a:lnTo>
                  <a:pt x="4203" y="29022"/>
                </a:lnTo>
                <a:lnTo>
                  <a:pt x="5571" y="30389"/>
                </a:lnTo>
                <a:lnTo>
                  <a:pt x="3736" y="30389"/>
                </a:lnTo>
                <a:close/>
                <a:moveTo>
                  <a:pt x="3736" y="31190"/>
                </a:moveTo>
                <a:lnTo>
                  <a:pt x="5571" y="31190"/>
                </a:lnTo>
                <a:lnTo>
                  <a:pt x="4203" y="32524"/>
                </a:lnTo>
                <a:lnTo>
                  <a:pt x="4203" y="34592"/>
                </a:lnTo>
                <a:lnTo>
                  <a:pt x="2936" y="33291"/>
                </a:lnTo>
                <a:lnTo>
                  <a:pt x="2936" y="31990"/>
                </a:lnTo>
                <a:close/>
                <a:moveTo>
                  <a:pt x="367" y="34559"/>
                </a:moveTo>
                <a:lnTo>
                  <a:pt x="1201" y="33725"/>
                </a:lnTo>
                <a:lnTo>
                  <a:pt x="2502" y="33725"/>
                </a:lnTo>
                <a:lnTo>
                  <a:pt x="3803" y="34993"/>
                </a:lnTo>
                <a:lnTo>
                  <a:pt x="1902" y="34993"/>
                </a:lnTo>
                <a:lnTo>
                  <a:pt x="1635" y="35126"/>
                </a:lnTo>
                <a:lnTo>
                  <a:pt x="367" y="36360"/>
                </a:lnTo>
                <a:lnTo>
                  <a:pt x="367" y="34559"/>
                </a:lnTo>
                <a:close/>
                <a:moveTo>
                  <a:pt x="367" y="37494"/>
                </a:moveTo>
                <a:lnTo>
                  <a:pt x="2069" y="35793"/>
                </a:lnTo>
                <a:lnTo>
                  <a:pt x="4103" y="35793"/>
                </a:lnTo>
                <a:lnTo>
                  <a:pt x="4103" y="41497"/>
                </a:lnTo>
                <a:lnTo>
                  <a:pt x="367" y="45233"/>
                </a:lnTo>
                <a:close/>
                <a:moveTo>
                  <a:pt x="367" y="47135"/>
                </a:moveTo>
                <a:lnTo>
                  <a:pt x="4103" y="50871"/>
                </a:lnTo>
                <a:lnTo>
                  <a:pt x="4103" y="56575"/>
                </a:lnTo>
                <a:lnTo>
                  <a:pt x="2069" y="56575"/>
                </a:lnTo>
                <a:lnTo>
                  <a:pt x="367" y="54874"/>
                </a:lnTo>
                <a:close/>
                <a:moveTo>
                  <a:pt x="1201" y="58643"/>
                </a:moveTo>
                <a:lnTo>
                  <a:pt x="367" y="57809"/>
                </a:lnTo>
                <a:lnTo>
                  <a:pt x="367" y="56008"/>
                </a:lnTo>
                <a:lnTo>
                  <a:pt x="1635" y="57242"/>
                </a:lnTo>
                <a:lnTo>
                  <a:pt x="1902" y="57375"/>
                </a:lnTo>
                <a:lnTo>
                  <a:pt x="3803" y="57375"/>
                </a:lnTo>
                <a:lnTo>
                  <a:pt x="2502" y="58643"/>
                </a:lnTo>
                <a:lnTo>
                  <a:pt x="1201" y="58643"/>
                </a:lnTo>
                <a:close/>
                <a:moveTo>
                  <a:pt x="2936" y="60377"/>
                </a:moveTo>
                <a:lnTo>
                  <a:pt x="2936" y="59077"/>
                </a:lnTo>
                <a:lnTo>
                  <a:pt x="4203" y="57776"/>
                </a:lnTo>
                <a:lnTo>
                  <a:pt x="4203" y="59844"/>
                </a:lnTo>
                <a:lnTo>
                  <a:pt x="5571" y="61178"/>
                </a:lnTo>
                <a:lnTo>
                  <a:pt x="3736" y="61178"/>
                </a:lnTo>
                <a:close/>
                <a:moveTo>
                  <a:pt x="3736" y="61979"/>
                </a:moveTo>
                <a:lnTo>
                  <a:pt x="5571" y="61979"/>
                </a:lnTo>
                <a:lnTo>
                  <a:pt x="4203" y="63313"/>
                </a:lnTo>
                <a:lnTo>
                  <a:pt x="4203" y="65381"/>
                </a:lnTo>
                <a:lnTo>
                  <a:pt x="2903" y="64080"/>
                </a:lnTo>
                <a:lnTo>
                  <a:pt x="2903" y="62779"/>
                </a:lnTo>
                <a:close/>
                <a:moveTo>
                  <a:pt x="367" y="65348"/>
                </a:moveTo>
                <a:lnTo>
                  <a:pt x="1201" y="64514"/>
                </a:lnTo>
                <a:lnTo>
                  <a:pt x="2502" y="64514"/>
                </a:lnTo>
                <a:lnTo>
                  <a:pt x="3803" y="65815"/>
                </a:lnTo>
                <a:lnTo>
                  <a:pt x="1902" y="65815"/>
                </a:lnTo>
                <a:lnTo>
                  <a:pt x="1635" y="65915"/>
                </a:lnTo>
                <a:lnTo>
                  <a:pt x="367" y="67149"/>
                </a:lnTo>
                <a:lnTo>
                  <a:pt x="367" y="65348"/>
                </a:lnTo>
                <a:close/>
                <a:moveTo>
                  <a:pt x="367" y="68283"/>
                </a:moveTo>
                <a:lnTo>
                  <a:pt x="2069" y="66582"/>
                </a:lnTo>
                <a:lnTo>
                  <a:pt x="4103" y="66582"/>
                </a:lnTo>
                <a:lnTo>
                  <a:pt x="4103" y="72286"/>
                </a:lnTo>
                <a:lnTo>
                  <a:pt x="367" y="76022"/>
                </a:lnTo>
                <a:close/>
                <a:moveTo>
                  <a:pt x="367" y="77923"/>
                </a:moveTo>
                <a:lnTo>
                  <a:pt x="4103" y="81659"/>
                </a:lnTo>
                <a:lnTo>
                  <a:pt x="4103" y="87363"/>
                </a:lnTo>
                <a:lnTo>
                  <a:pt x="2069" y="87363"/>
                </a:lnTo>
                <a:lnTo>
                  <a:pt x="367" y="85662"/>
                </a:lnTo>
                <a:close/>
                <a:moveTo>
                  <a:pt x="1201" y="89432"/>
                </a:moveTo>
                <a:lnTo>
                  <a:pt x="367" y="88598"/>
                </a:lnTo>
                <a:lnTo>
                  <a:pt x="367" y="86796"/>
                </a:lnTo>
                <a:lnTo>
                  <a:pt x="1635" y="88031"/>
                </a:lnTo>
                <a:lnTo>
                  <a:pt x="1902" y="88164"/>
                </a:lnTo>
                <a:lnTo>
                  <a:pt x="3803" y="88164"/>
                </a:lnTo>
                <a:lnTo>
                  <a:pt x="2502" y="89432"/>
                </a:lnTo>
                <a:lnTo>
                  <a:pt x="1201" y="89432"/>
                </a:lnTo>
                <a:close/>
                <a:moveTo>
                  <a:pt x="2936" y="91166"/>
                </a:moveTo>
                <a:lnTo>
                  <a:pt x="2936" y="89865"/>
                </a:lnTo>
                <a:lnTo>
                  <a:pt x="4203" y="88564"/>
                </a:lnTo>
                <a:lnTo>
                  <a:pt x="4203" y="90632"/>
                </a:lnTo>
                <a:lnTo>
                  <a:pt x="5571" y="91967"/>
                </a:lnTo>
                <a:lnTo>
                  <a:pt x="3736" y="91967"/>
                </a:lnTo>
                <a:close/>
                <a:moveTo>
                  <a:pt x="3736" y="92767"/>
                </a:moveTo>
                <a:lnTo>
                  <a:pt x="5571" y="92767"/>
                </a:lnTo>
                <a:lnTo>
                  <a:pt x="4203" y="94102"/>
                </a:lnTo>
                <a:lnTo>
                  <a:pt x="4203" y="96170"/>
                </a:lnTo>
                <a:lnTo>
                  <a:pt x="2936" y="94869"/>
                </a:lnTo>
                <a:lnTo>
                  <a:pt x="2936" y="93568"/>
                </a:lnTo>
                <a:close/>
                <a:moveTo>
                  <a:pt x="367" y="96136"/>
                </a:moveTo>
                <a:lnTo>
                  <a:pt x="1201" y="95302"/>
                </a:lnTo>
                <a:lnTo>
                  <a:pt x="2502" y="95302"/>
                </a:lnTo>
                <a:lnTo>
                  <a:pt x="3803" y="96603"/>
                </a:lnTo>
                <a:lnTo>
                  <a:pt x="1902" y="96603"/>
                </a:lnTo>
                <a:lnTo>
                  <a:pt x="1635" y="96703"/>
                </a:lnTo>
                <a:lnTo>
                  <a:pt x="367" y="97938"/>
                </a:lnTo>
                <a:lnTo>
                  <a:pt x="367" y="96136"/>
                </a:lnTo>
                <a:close/>
                <a:moveTo>
                  <a:pt x="367" y="99072"/>
                </a:moveTo>
                <a:lnTo>
                  <a:pt x="2069" y="97371"/>
                </a:lnTo>
                <a:lnTo>
                  <a:pt x="4103" y="97371"/>
                </a:lnTo>
                <a:lnTo>
                  <a:pt x="4103" y="103108"/>
                </a:lnTo>
                <a:lnTo>
                  <a:pt x="367" y="106811"/>
                </a:lnTo>
                <a:close/>
                <a:moveTo>
                  <a:pt x="367" y="108712"/>
                </a:moveTo>
                <a:lnTo>
                  <a:pt x="4103" y="112448"/>
                </a:lnTo>
                <a:lnTo>
                  <a:pt x="4103" y="118152"/>
                </a:lnTo>
                <a:lnTo>
                  <a:pt x="2069" y="118152"/>
                </a:lnTo>
                <a:lnTo>
                  <a:pt x="367" y="116484"/>
                </a:lnTo>
                <a:close/>
                <a:moveTo>
                  <a:pt x="1201" y="120220"/>
                </a:moveTo>
                <a:lnTo>
                  <a:pt x="367" y="119386"/>
                </a:lnTo>
                <a:lnTo>
                  <a:pt x="367" y="117585"/>
                </a:lnTo>
                <a:lnTo>
                  <a:pt x="1635" y="118819"/>
                </a:lnTo>
                <a:lnTo>
                  <a:pt x="1902" y="118953"/>
                </a:lnTo>
                <a:lnTo>
                  <a:pt x="3803" y="118953"/>
                </a:lnTo>
                <a:lnTo>
                  <a:pt x="2502" y="120220"/>
                </a:lnTo>
                <a:lnTo>
                  <a:pt x="1201" y="120220"/>
                </a:lnTo>
                <a:close/>
                <a:moveTo>
                  <a:pt x="3736" y="122755"/>
                </a:moveTo>
                <a:lnTo>
                  <a:pt x="2936" y="121955"/>
                </a:lnTo>
                <a:lnTo>
                  <a:pt x="2936" y="120654"/>
                </a:lnTo>
                <a:lnTo>
                  <a:pt x="4203" y="119353"/>
                </a:lnTo>
                <a:lnTo>
                  <a:pt x="4203" y="121421"/>
                </a:lnTo>
                <a:lnTo>
                  <a:pt x="5571" y="122755"/>
                </a:lnTo>
                <a:lnTo>
                  <a:pt x="3736" y="122755"/>
                </a:lnTo>
                <a:close/>
                <a:moveTo>
                  <a:pt x="6672" y="122755"/>
                </a:moveTo>
                <a:lnTo>
                  <a:pt x="5004" y="121088"/>
                </a:lnTo>
                <a:lnTo>
                  <a:pt x="5004" y="119053"/>
                </a:lnTo>
                <a:lnTo>
                  <a:pt x="10708" y="119053"/>
                </a:lnTo>
                <a:lnTo>
                  <a:pt x="14444" y="122755"/>
                </a:lnTo>
                <a:lnTo>
                  <a:pt x="6672" y="122755"/>
                </a:lnTo>
                <a:close/>
                <a:moveTo>
                  <a:pt x="16346" y="122755"/>
                </a:moveTo>
                <a:lnTo>
                  <a:pt x="20048" y="119053"/>
                </a:lnTo>
                <a:lnTo>
                  <a:pt x="25752" y="119053"/>
                </a:lnTo>
                <a:lnTo>
                  <a:pt x="25752" y="121088"/>
                </a:lnTo>
                <a:lnTo>
                  <a:pt x="24084" y="122755"/>
                </a:lnTo>
                <a:lnTo>
                  <a:pt x="16346" y="122755"/>
                </a:lnTo>
                <a:close/>
                <a:moveTo>
                  <a:pt x="27020" y="122755"/>
                </a:moveTo>
                <a:lnTo>
                  <a:pt x="25219" y="122755"/>
                </a:lnTo>
                <a:lnTo>
                  <a:pt x="26553" y="121421"/>
                </a:lnTo>
                <a:lnTo>
                  <a:pt x="26553" y="119353"/>
                </a:lnTo>
                <a:lnTo>
                  <a:pt x="27854" y="120654"/>
                </a:lnTo>
                <a:lnTo>
                  <a:pt x="27854" y="121955"/>
                </a:lnTo>
                <a:close/>
                <a:moveTo>
                  <a:pt x="29555" y="120220"/>
                </a:moveTo>
                <a:lnTo>
                  <a:pt x="28254" y="120220"/>
                </a:lnTo>
                <a:lnTo>
                  <a:pt x="26986" y="118953"/>
                </a:lnTo>
                <a:lnTo>
                  <a:pt x="28854" y="118953"/>
                </a:lnTo>
                <a:lnTo>
                  <a:pt x="29155" y="118819"/>
                </a:lnTo>
                <a:lnTo>
                  <a:pt x="30389" y="117585"/>
                </a:lnTo>
                <a:lnTo>
                  <a:pt x="30389" y="119386"/>
                </a:lnTo>
                <a:close/>
                <a:moveTo>
                  <a:pt x="31990" y="120220"/>
                </a:moveTo>
                <a:lnTo>
                  <a:pt x="31189" y="119386"/>
                </a:lnTo>
                <a:lnTo>
                  <a:pt x="31189" y="117585"/>
                </a:lnTo>
                <a:lnTo>
                  <a:pt x="32424" y="118819"/>
                </a:lnTo>
                <a:lnTo>
                  <a:pt x="32691" y="118953"/>
                </a:lnTo>
                <a:lnTo>
                  <a:pt x="34592" y="118953"/>
                </a:lnTo>
                <a:lnTo>
                  <a:pt x="33291" y="120220"/>
                </a:lnTo>
                <a:lnTo>
                  <a:pt x="31990" y="120220"/>
                </a:lnTo>
                <a:close/>
                <a:moveTo>
                  <a:pt x="34525" y="122755"/>
                </a:moveTo>
                <a:lnTo>
                  <a:pt x="33725" y="121955"/>
                </a:lnTo>
                <a:lnTo>
                  <a:pt x="33725" y="120654"/>
                </a:lnTo>
                <a:lnTo>
                  <a:pt x="34992" y="119353"/>
                </a:lnTo>
                <a:lnTo>
                  <a:pt x="34992" y="121421"/>
                </a:lnTo>
                <a:lnTo>
                  <a:pt x="36360" y="122755"/>
                </a:lnTo>
                <a:lnTo>
                  <a:pt x="34525" y="122755"/>
                </a:lnTo>
                <a:close/>
                <a:moveTo>
                  <a:pt x="37461" y="122755"/>
                </a:moveTo>
                <a:lnTo>
                  <a:pt x="35793" y="121088"/>
                </a:lnTo>
                <a:lnTo>
                  <a:pt x="35793" y="119053"/>
                </a:lnTo>
                <a:lnTo>
                  <a:pt x="41497" y="119053"/>
                </a:lnTo>
                <a:lnTo>
                  <a:pt x="45233" y="122755"/>
                </a:lnTo>
                <a:lnTo>
                  <a:pt x="37461" y="122755"/>
                </a:lnTo>
                <a:close/>
                <a:moveTo>
                  <a:pt x="47134" y="122755"/>
                </a:moveTo>
                <a:lnTo>
                  <a:pt x="50837" y="119053"/>
                </a:lnTo>
                <a:lnTo>
                  <a:pt x="56574" y="119053"/>
                </a:lnTo>
                <a:lnTo>
                  <a:pt x="56574" y="121088"/>
                </a:lnTo>
                <a:lnTo>
                  <a:pt x="54873" y="122755"/>
                </a:lnTo>
                <a:lnTo>
                  <a:pt x="47134" y="122755"/>
                </a:lnTo>
                <a:close/>
                <a:moveTo>
                  <a:pt x="57808" y="122755"/>
                </a:moveTo>
                <a:lnTo>
                  <a:pt x="56007" y="122755"/>
                </a:lnTo>
                <a:lnTo>
                  <a:pt x="57341" y="121421"/>
                </a:lnTo>
                <a:lnTo>
                  <a:pt x="57341" y="119353"/>
                </a:lnTo>
                <a:lnTo>
                  <a:pt x="58642" y="120654"/>
                </a:lnTo>
                <a:lnTo>
                  <a:pt x="58642" y="121955"/>
                </a:lnTo>
                <a:close/>
                <a:moveTo>
                  <a:pt x="60344" y="120220"/>
                </a:moveTo>
                <a:lnTo>
                  <a:pt x="59043" y="120220"/>
                </a:lnTo>
                <a:lnTo>
                  <a:pt x="57775" y="118953"/>
                </a:lnTo>
                <a:lnTo>
                  <a:pt x="59676" y="118953"/>
                </a:lnTo>
                <a:lnTo>
                  <a:pt x="59943" y="118819"/>
                </a:lnTo>
                <a:lnTo>
                  <a:pt x="61178" y="117585"/>
                </a:lnTo>
                <a:lnTo>
                  <a:pt x="61178" y="119386"/>
                </a:lnTo>
                <a:close/>
                <a:moveTo>
                  <a:pt x="62779" y="120220"/>
                </a:moveTo>
                <a:lnTo>
                  <a:pt x="61978" y="119386"/>
                </a:lnTo>
                <a:lnTo>
                  <a:pt x="61978" y="117585"/>
                </a:lnTo>
                <a:lnTo>
                  <a:pt x="63212" y="118819"/>
                </a:lnTo>
                <a:lnTo>
                  <a:pt x="63479" y="118953"/>
                </a:lnTo>
                <a:lnTo>
                  <a:pt x="65381" y="118953"/>
                </a:lnTo>
                <a:lnTo>
                  <a:pt x="64080" y="120220"/>
                </a:lnTo>
                <a:lnTo>
                  <a:pt x="62779" y="120220"/>
                </a:lnTo>
                <a:close/>
                <a:moveTo>
                  <a:pt x="65347" y="122755"/>
                </a:moveTo>
                <a:lnTo>
                  <a:pt x="64513" y="121955"/>
                </a:lnTo>
                <a:lnTo>
                  <a:pt x="64513" y="120654"/>
                </a:lnTo>
                <a:lnTo>
                  <a:pt x="65781" y="119353"/>
                </a:lnTo>
                <a:lnTo>
                  <a:pt x="65781" y="121421"/>
                </a:lnTo>
                <a:lnTo>
                  <a:pt x="67148" y="122755"/>
                </a:lnTo>
                <a:lnTo>
                  <a:pt x="65347" y="122755"/>
                </a:lnTo>
                <a:close/>
                <a:moveTo>
                  <a:pt x="68249" y="122755"/>
                </a:moveTo>
                <a:lnTo>
                  <a:pt x="66581" y="121088"/>
                </a:lnTo>
                <a:lnTo>
                  <a:pt x="66581" y="119053"/>
                </a:lnTo>
                <a:lnTo>
                  <a:pt x="72285" y="119053"/>
                </a:lnTo>
                <a:lnTo>
                  <a:pt x="76021" y="122755"/>
                </a:lnTo>
                <a:lnTo>
                  <a:pt x="68249" y="122755"/>
                </a:lnTo>
                <a:close/>
                <a:moveTo>
                  <a:pt x="77923" y="122755"/>
                </a:moveTo>
                <a:lnTo>
                  <a:pt x="81659" y="119053"/>
                </a:lnTo>
                <a:lnTo>
                  <a:pt x="87363" y="119053"/>
                </a:lnTo>
                <a:lnTo>
                  <a:pt x="87363" y="121088"/>
                </a:lnTo>
                <a:lnTo>
                  <a:pt x="85662" y="122755"/>
                </a:lnTo>
                <a:lnTo>
                  <a:pt x="77923" y="122755"/>
                </a:lnTo>
                <a:close/>
                <a:moveTo>
                  <a:pt x="88597" y="122755"/>
                </a:moveTo>
                <a:lnTo>
                  <a:pt x="86796" y="122755"/>
                </a:lnTo>
                <a:lnTo>
                  <a:pt x="88163" y="121421"/>
                </a:lnTo>
                <a:lnTo>
                  <a:pt x="88163" y="119353"/>
                </a:lnTo>
                <a:lnTo>
                  <a:pt x="89431" y="120654"/>
                </a:lnTo>
                <a:lnTo>
                  <a:pt x="89431" y="121955"/>
                </a:lnTo>
                <a:close/>
                <a:moveTo>
                  <a:pt x="91166" y="120220"/>
                </a:moveTo>
                <a:lnTo>
                  <a:pt x="89865" y="120220"/>
                </a:lnTo>
                <a:lnTo>
                  <a:pt x="88564" y="118953"/>
                </a:lnTo>
                <a:lnTo>
                  <a:pt x="90465" y="118953"/>
                </a:lnTo>
                <a:lnTo>
                  <a:pt x="90732" y="118819"/>
                </a:lnTo>
                <a:lnTo>
                  <a:pt x="91966" y="117585"/>
                </a:lnTo>
                <a:lnTo>
                  <a:pt x="91966" y="119386"/>
                </a:lnTo>
                <a:close/>
                <a:moveTo>
                  <a:pt x="93567" y="120220"/>
                </a:moveTo>
                <a:lnTo>
                  <a:pt x="92767" y="119386"/>
                </a:lnTo>
                <a:lnTo>
                  <a:pt x="92767" y="117585"/>
                </a:lnTo>
                <a:lnTo>
                  <a:pt x="94001" y="118819"/>
                </a:lnTo>
                <a:lnTo>
                  <a:pt x="94268" y="118953"/>
                </a:lnTo>
                <a:lnTo>
                  <a:pt x="96169" y="118953"/>
                </a:lnTo>
                <a:lnTo>
                  <a:pt x="94868" y="120220"/>
                </a:lnTo>
                <a:lnTo>
                  <a:pt x="93567" y="120220"/>
                </a:lnTo>
                <a:close/>
                <a:moveTo>
                  <a:pt x="96136" y="122755"/>
                </a:moveTo>
                <a:lnTo>
                  <a:pt x="95302" y="121955"/>
                </a:lnTo>
                <a:lnTo>
                  <a:pt x="95302" y="120654"/>
                </a:lnTo>
                <a:lnTo>
                  <a:pt x="96569" y="119353"/>
                </a:lnTo>
                <a:lnTo>
                  <a:pt x="96569" y="121421"/>
                </a:lnTo>
                <a:lnTo>
                  <a:pt x="97937" y="122755"/>
                </a:lnTo>
                <a:lnTo>
                  <a:pt x="96136" y="122755"/>
                </a:lnTo>
                <a:close/>
                <a:moveTo>
                  <a:pt x="99071" y="122755"/>
                </a:moveTo>
                <a:lnTo>
                  <a:pt x="97370" y="121088"/>
                </a:lnTo>
                <a:lnTo>
                  <a:pt x="97370" y="119053"/>
                </a:lnTo>
                <a:lnTo>
                  <a:pt x="103074" y="119053"/>
                </a:lnTo>
                <a:lnTo>
                  <a:pt x="106810" y="122755"/>
                </a:lnTo>
                <a:lnTo>
                  <a:pt x="99071" y="122755"/>
                </a:lnTo>
                <a:close/>
                <a:moveTo>
                  <a:pt x="108711" y="122755"/>
                </a:moveTo>
                <a:lnTo>
                  <a:pt x="112447" y="119053"/>
                </a:lnTo>
                <a:lnTo>
                  <a:pt x="118152" y="119053"/>
                </a:lnTo>
                <a:lnTo>
                  <a:pt x="118152" y="121088"/>
                </a:lnTo>
                <a:lnTo>
                  <a:pt x="116450" y="122755"/>
                </a:lnTo>
                <a:lnTo>
                  <a:pt x="108711" y="122755"/>
                </a:lnTo>
                <a:close/>
                <a:moveTo>
                  <a:pt x="119386" y="122755"/>
                </a:moveTo>
                <a:lnTo>
                  <a:pt x="117584" y="122755"/>
                </a:lnTo>
                <a:lnTo>
                  <a:pt x="118952" y="121421"/>
                </a:lnTo>
                <a:lnTo>
                  <a:pt x="118952" y="119353"/>
                </a:lnTo>
                <a:lnTo>
                  <a:pt x="120220" y="120654"/>
                </a:lnTo>
                <a:lnTo>
                  <a:pt x="120220" y="121955"/>
                </a:lnTo>
                <a:close/>
                <a:moveTo>
                  <a:pt x="121954" y="120220"/>
                </a:moveTo>
                <a:lnTo>
                  <a:pt x="120653" y="120220"/>
                </a:lnTo>
                <a:lnTo>
                  <a:pt x="119352" y="118953"/>
                </a:lnTo>
                <a:lnTo>
                  <a:pt x="121254" y="118953"/>
                </a:lnTo>
                <a:lnTo>
                  <a:pt x="121521" y="118819"/>
                </a:lnTo>
                <a:lnTo>
                  <a:pt x="122755" y="117585"/>
                </a:lnTo>
                <a:lnTo>
                  <a:pt x="122755" y="119386"/>
                </a:lnTo>
                <a:close/>
                <a:moveTo>
                  <a:pt x="124389" y="120220"/>
                </a:moveTo>
                <a:lnTo>
                  <a:pt x="123555" y="119386"/>
                </a:lnTo>
                <a:lnTo>
                  <a:pt x="123555" y="117585"/>
                </a:lnTo>
                <a:lnTo>
                  <a:pt x="124790" y="118819"/>
                </a:lnTo>
                <a:lnTo>
                  <a:pt x="125056" y="118953"/>
                </a:lnTo>
                <a:lnTo>
                  <a:pt x="126958" y="118953"/>
                </a:lnTo>
                <a:lnTo>
                  <a:pt x="125657" y="120220"/>
                </a:lnTo>
                <a:lnTo>
                  <a:pt x="124389" y="120220"/>
                </a:lnTo>
                <a:close/>
                <a:moveTo>
                  <a:pt x="126924" y="122755"/>
                </a:moveTo>
                <a:lnTo>
                  <a:pt x="126091" y="121955"/>
                </a:lnTo>
                <a:lnTo>
                  <a:pt x="126091" y="120654"/>
                </a:lnTo>
                <a:lnTo>
                  <a:pt x="127358" y="119353"/>
                </a:lnTo>
                <a:lnTo>
                  <a:pt x="127358" y="121421"/>
                </a:lnTo>
                <a:lnTo>
                  <a:pt x="128726" y="122755"/>
                </a:lnTo>
                <a:lnTo>
                  <a:pt x="126924" y="122755"/>
                </a:lnTo>
                <a:close/>
                <a:moveTo>
                  <a:pt x="129860" y="122755"/>
                </a:moveTo>
                <a:lnTo>
                  <a:pt x="128159" y="121088"/>
                </a:lnTo>
                <a:lnTo>
                  <a:pt x="128159" y="119053"/>
                </a:lnTo>
                <a:lnTo>
                  <a:pt x="133896" y="119053"/>
                </a:lnTo>
                <a:lnTo>
                  <a:pt x="137599" y="122755"/>
                </a:lnTo>
                <a:lnTo>
                  <a:pt x="129860" y="122755"/>
                </a:lnTo>
                <a:close/>
                <a:moveTo>
                  <a:pt x="139500" y="122755"/>
                </a:moveTo>
                <a:lnTo>
                  <a:pt x="143236" y="119053"/>
                </a:lnTo>
                <a:lnTo>
                  <a:pt x="148940" y="119053"/>
                </a:lnTo>
                <a:lnTo>
                  <a:pt x="148940" y="121088"/>
                </a:lnTo>
                <a:lnTo>
                  <a:pt x="147272" y="122755"/>
                </a:lnTo>
                <a:lnTo>
                  <a:pt x="139500" y="122755"/>
                </a:lnTo>
                <a:close/>
                <a:moveTo>
                  <a:pt x="150174" y="122755"/>
                </a:moveTo>
                <a:lnTo>
                  <a:pt x="148373" y="122755"/>
                </a:lnTo>
                <a:lnTo>
                  <a:pt x="149741" y="121421"/>
                </a:lnTo>
                <a:lnTo>
                  <a:pt x="149741" y="119353"/>
                </a:lnTo>
                <a:lnTo>
                  <a:pt x="151008" y="120654"/>
                </a:lnTo>
                <a:lnTo>
                  <a:pt x="151008" y="121955"/>
                </a:lnTo>
                <a:close/>
                <a:moveTo>
                  <a:pt x="152743" y="120220"/>
                </a:moveTo>
                <a:lnTo>
                  <a:pt x="151442" y="120220"/>
                </a:lnTo>
                <a:lnTo>
                  <a:pt x="150141" y="118953"/>
                </a:lnTo>
                <a:lnTo>
                  <a:pt x="152042" y="118953"/>
                </a:lnTo>
                <a:lnTo>
                  <a:pt x="152309" y="118819"/>
                </a:lnTo>
                <a:lnTo>
                  <a:pt x="153543" y="117585"/>
                </a:lnTo>
                <a:lnTo>
                  <a:pt x="153543" y="119386"/>
                </a:lnTo>
                <a:close/>
                <a:moveTo>
                  <a:pt x="155178" y="120220"/>
                </a:moveTo>
                <a:lnTo>
                  <a:pt x="154344" y="119386"/>
                </a:lnTo>
                <a:lnTo>
                  <a:pt x="154344" y="117585"/>
                </a:lnTo>
                <a:lnTo>
                  <a:pt x="155578" y="118819"/>
                </a:lnTo>
                <a:lnTo>
                  <a:pt x="155845" y="118953"/>
                </a:lnTo>
                <a:lnTo>
                  <a:pt x="157746" y="118953"/>
                </a:lnTo>
                <a:lnTo>
                  <a:pt x="156479" y="120220"/>
                </a:lnTo>
                <a:lnTo>
                  <a:pt x="155178" y="120220"/>
                </a:lnTo>
                <a:close/>
                <a:moveTo>
                  <a:pt x="157713" y="122755"/>
                </a:moveTo>
                <a:lnTo>
                  <a:pt x="156879" y="121955"/>
                </a:lnTo>
                <a:lnTo>
                  <a:pt x="156879" y="120654"/>
                </a:lnTo>
                <a:lnTo>
                  <a:pt x="158180" y="119353"/>
                </a:lnTo>
                <a:lnTo>
                  <a:pt x="158180" y="121421"/>
                </a:lnTo>
                <a:lnTo>
                  <a:pt x="159514" y="122755"/>
                </a:lnTo>
                <a:lnTo>
                  <a:pt x="157713" y="122755"/>
                </a:lnTo>
                <a:close/>
                <a:moveTo>
                  <a:pt x="160649" y="122755"/>
                </a:moveTo>
                <a:lnTo>
                  <a:pt x="158947" y="121088"/>
                </a:lnTo>
                <a:lnTo>
                  <a:pt x="158947" y="119053"/>
                </a:lnTo>
                <a:lnTo>
                  <a:pt x="164685" y="119053"/>
                </a:lnTo>
                <a:lnTo>
                  <a:pt x="168387" y="122755"/>
                </a:lnTo>
                <a:lnTo>
                  <a:pt x="160649" y="122755"/>
                </a:lnTo>
                <a:close/>
                <a:moveTo>
                  <a:pt x="170289" y="122755"/>
                </a:moveTo>
                <a:lnTo>
                  <a:pt x="174025" y="119053"/>
                </a:lnTo>
                <a:lnTo>
                  <a:pt x="179729" y="119053"/>
                </a:lnTo>
                <a:lnTo>
                  <a:pt x="179729" y="121088"/>
                </a:lnTo>
                <a:lnTo>
                  <a:pt x="178061" y="122755"/>
                </a:lnTo>
                <a:lnTo>
                  <a:pt x="170289" y="122755"/>
                </a:lnTo>
                <a:close/>
                <a:moveTo>
                  <a:pt x="180996" y="122755"/>
                </a:moveTo>
                <a:lnTo>
                  <a:pt x="179162" y="122755"/>
                </a:lnTo>
                <a:lnTo>
                  <a:pt x="180529" y="121421"/>
                </a:lnTo>
                <a:lnTo>
                  <a:pt x="180529" y="119353"/>
                </a:lnTo>
                <a:lnTo>
                  <a:pt x="181797" y="120654"/>
                </a:lnTo>
                <a:lnTo>
                  <a:pt x="181797" y="121955"/>
                </a:lnTo>
                <a:close/>
                <a:moveTo>
                  <a:pt x="183532" y="120220"/>
                </a:moveTo>
                <a:lnTo>
                  <a:pt x="182231" y="120220"/>
                </a:lnTo>
                <a:lnTo>
                  <a:pt x="180930" y="118953"/>
                </a:lnTo>
                <a:lnTo>
                  <a:pt x="182831" y="118953"/>
                </a:lnTo>
                <a:lnTo>
                  <a:pt x="183098" y="118819"/>
                </a:lnTo>
                <a:lnTo>
                  <a:pt x="184332" y="117585"/>
                </a:lnTo>
                <a:lnTo>
                  <a:pt x="184332" y="119386"/>
                </a:lnTo>
                <a:close/>
                <a:moveTo>
                  <a:pt x="185967" y="120220"/>
                </a:moveTo>
                <a:lnTo>
                  <a:pt x="185133" y="119386"/>
                </a:lnTo>
                <a:lnTo>
                  <a:pt x="185133" y="117585"/>
                </a:lnTo>
                <a:lnTo>
                  <a:pt x="186367" y="118819"/>
                </a:lnTo>
                <a:lnTo>
                  <a:pt x="186667" y="118953"/>
                </a:lnTo>
                <a:lnTo>
                  <a:pt x="188535" y="118953"/>
                </a:lnTo>
                <a:lnTo>
                  <a:pt x="187268" y="120220"/>
                </a:lnTo>
                <a:lnTo>
                  <a:pt x="185967" y="120220"/>
                </a:lnTo>
                <a:close/>
                <a:moveTo>
                  <a:pt x="188502" y="122755"/>
                </a:moveTo>
                <a:lnTo>
                  <a:pt x="187668" y="121955"/>
                </a:lnTo>
                <a:lnTo>
                  <a:pt x="187668" y="120654"/>
                </a:lnTo>
                <a:lnTo>
                  <a:pt x="188969" y="119353"/>
                </a:lnTo>
                <a:lnTo>
                  <a:pt x="188969" y="121421"/>
                </a:lnTo>
                <a:lnTo>
                  <a:pt x="190303" y="122755"/>
                </a:lnTo>
                <a:lnTo>
                  <a:pt x="188502" y="122755"/>
                </a:lnTo>
                <a:close/>
                <a:moveTo>
                  <a:pt x="191437" y="122755"/>
                </a:moveTo>
                <a:lnTo>
                  <a:pt x="189736" y="121088"/>
                </a:lnTo>
                <a:lnTo>
                  <a:pt x="189736" y="119053"/>
                </a:lnTo>
                <a:lnTo>
                  <a:pt x="195473" y="119053"/>
                </a:lnTo>
                <a:lnTo>
                  <a:pt x="199176" y="122755"/>
                </a:lnTo>
                <a:lnTo>
                  <a:pt x="191437" y="122755"/>
                </a:lnTo>
                <a:close/>
                <a:moveTo>
                  <a:pt x="201077" y="122755"/>
                </a:moveTo>
                <a:lnTo>
                  <a:pt x="204813" y="119053"/>
                </a:lnTo>
                <a:lnTo>
                  <a:pt x="210518" y="119053"/>
                </a:lnTo>
                <a:lnTo>
                  <a:pt x="210518" y="121088"/>
                </a:lnTo>
                <a:lnTo>
                  <a:pt x="208850" y="122755"/>
                </a:lnTo>
                <a:lnTo>
                  <a:pt x="201077" y="122755"/>
                </a:lnTo>
                <a:close/>
                <a:moveTo>
                  <a:pt x="211785" y="122755"/>
                </a:moveTo>
                <a:lnTo>
                  <a:pt x="209950" y="122755"/>
                </a:lnTo>
                <a:lnTo>
                  <a:pt x="211318" y="121421"/>
                </a:lnTo>
                <a:lnTo>
                  <a:pt x="211318" y="119353"/>
                </a:lnTo>
                <a:lnTo>
                  <a:pt x="212586" y="120654"/>
                </a:lnTo>
                <a:lnTo>
                  <a:pt x="212586" y="121955"/>
                </a:lnTo>
                <a:close/>
                <a:moveTo>
                  <a:pt x="214320" y="120220"/>
                </a:moveTo>
                <a:lnTo>
                  <a:pt x="213019" y="120220"/>
                </a:lnTo>
                <a:lnTo>
                  <a:pt x="211718" y="118953"/>
                </a:lnTo>
                <a:lnTo>
                  <a:pt x="213620" y="118953"/>
                </a:lnTo>
                <a:lnTo>
                  <a:pt x="213887" y="118819"/>
                </a:lnTo>
                <a:lnTo>
                  <a:pt x="215154" y="117585"/>
                </a:lnTo>
                <a:lnTo>
                  <a:pt x="215154" y="119386"/>
                </a:lnTo>
                <a:close/>
                <a:moveTo>
                  <a:pt x="216755" y="120220"/>
                </a:moveTo>
                <a:lnTo>
                  <a:pt x="215921" y="119386"/>
                </a:lnTo>
                <a:lnTo>
                  <a:pt x="215921" y="117585"/>
                </a:lnTo>
                <a:lnTo>
                  <a:pt x="217156" y="118819"/>
                </a:lnTo>
                <a:lnTo>
                  <a:pt x="217456" y="118953"/>
                </a:lnTo>
                <a:lnTo>
                  <a:pt x="219324" y="118953"/>
                </a:lnTo>
                <a:lnTo>
                  <a:pt x="218056" y="120220"/>
                </a:lnTo>
                <a:lnTo>
                  <a:pt x="216755" y="120220"/>
                </a:lnTo>
                <a:close/>
                <a:moveTo>
                  <a:pt x="219290" y="122755"/>
                </a:moveTo>
                <a:lnTo>
                  <a:pt x="218457" y="121955"/>
                </a:lnTo>
                <a:lnTo>
                  <a:pt x="218457" y="120654"/>
                </a:lnTo>
                <a:lnTo>
                  <a:pt x="219757" y="119353"/>
                </a:lnTo>
                <a:lnTo>
                  <a:pt x="219757" y="121421"/>
                </a:lnTo>
                <a:lnTo>
                  <a:pt x="221092" y="122755"/>
                </a:lnTo>
                <a:lnTo>
                  <a:pt x="219290" y="122755"/>
                </a:lnTo>
                <a:close/>
                <a:moveTo>
                  <a:pt x="222226" y="122755"/>
                </a:moveTo>
                <a:lnTo>
                  <a:pt x="220558" y="121088"/>
                </a:lnTo>
                <a:lnTo>
                  <a:pt x="220558" y="119053"/>
                </a:lnTo>
                <a:lnTo>
                  <a:pt x="226262" y="119053"/>
                </a:lnTo>
                <a:lnTo>
                  <a:pt x="229965" y="122755"/>
                </a:lnTo>
                <a:lnTo>
                  <a:pt x="222226" y="122755"/>
                </a:lnTo>
                <a:close/>
                <a:moveTo>
                  <a:pt x="231866" y="122755"/>
                </a:moveTo>
                <a:lnTo>
                  <a:pt x="235602" y="119053"/>
                </a:lnTo>
                <a:lnTo>
                  <a:pt x="241306" y="119053"/>
                </a:lnTo>
                <a:lnTo>
                  <a:pt x="241306" y="121088"/>
                </a:lnTo>
                <a:lnTo>
                  <a:pt x="239638" y="122755"/>
                </a:lnTo>
                <a:lnTo>
                  <a:pt x="231866" y="122755"/>
                </a:lnTo>
                <a:close/>
                <a:moveTo>
                  <a:pt x="242574" y="122755"/>
                </a:moveTo>
                <a:lnTo>
                  <a:pt x="240739" y="122755"/>
                </a:lnTo>
                <a:lnTo>
                  <a:pt x="242107" y="121421"/>
                </a:lnTo>
                <a:lnTo>
                  <a:pt x="242107" y="119353"/>
                </a:lnTo>
                <a:lnTo>
                  <a:pt x="243408" y="120654"/>
                </a:lnTo>
                <a:lnTo>
                  <a:pt x="243408" y="121955"/>
                </a:lnTo>
                <a:close/>
                <a:moveTo>
                  <a:pt x="245943" y="119420"/>
                </a:moveTo>
                <a:lnTo>
                  <a:pt x="245109" y="120220"/>
                </a:lnTo>
                <a:lnTo>
                  <a:pt x="243808" y="120220"/>
                </a:lnTo>
                <a:lnTo>
                  <a:pt x="242507" y="118953"/>
                </a:lnTo>
                <a:lnTo>
                  <a:pt x="244408" y="118953"/>
                </a:lnTo>
                <a:lnTo>
                  <a:pt x="244675" y="118819"/>
                </a:lnTo>
                <a:lnTo>
                  <a:pt x="245909" y="117585"/>
                </a:lnTo>
                <a:lnTo>
                  <a:pt x="245909" y="119420"/>
                </a:lnTo>
                <a:close/>
                <a:moveTo>
                  <a:pt x="245943" y="116484"/>
                </a:moveTo>
                <a:lnTo>
                  <a:pt x="244242" y="118152"/>
                </a:lnTo>
                <a:lnTo>
                  <a:pt x="242207" y="118152"/>
                </a:lnTo>
                <a:lnTo>
                  <a:pt x="242207" y="112448"/>
                </a:lnTo>
                <a:lnTo>
                  <a:pt x="245943" y="108712"/>
                </a:lnTo>
                <a:close/>
                <a:moveTo>
                  <a:pt x="245943" y="106811"/>
                </a:moveTo>
                <a:lnTo>
                  <a:pt x="242207" y="103108"/>
                </a:lnTo>
                <a:lnTo>
                  <a:pt x="242207" y="97371"/>
                </a:lnTo>
                <a:lnTo>
                  <a:pt x="244242" y="97371"/>
                </a:lnTo>
                <a:lnTo>
                  <a:pt x="245943" y="99072"/>
                </a:lnTo>
                <a:close/>
                <a:moveTo>
                  <a:pt x="245109" y="95302"/>
                </a:moveTo>
                <a:lnTo>
                  <a:pt x="245943" y="96136"/>
                </a:lnTo>
                <a:lnTo>
                  <a:pt x="245943" y="97938"/>
                </a:lnTo>
                <a:lnTo>
                  <a:pt x="244675" y="96703"/>
                </a:lnTo>
                <a:lnTo>
                  <a:pt x="244408" y="96603"/>
                </a:lnTo>
                <a:lnTo>
                  <a:pt x="242507" y="96603"/>
                </a:lnTo>
                <a:lnTo>
                  <a:pt x="243808" y="95302"/>
                </a:lnTo>
                <a:lnTo>
                  <a:pt x="245109" y="95302"/>
                </a:lnTo>
                <a:close/>
                <a:moveTo>
                  <a:pt x="243374" y="93601"/>
                </a:moveTo>
                <a:lnTo>
                  <a:pt x="243374" y="94902"/>
                </a:lnTo>
                <a:lnTo>
                  <a:pt x="242107" y="96170"/>
                </a:lnTo>
                <a:lnTo>
                  <a:pt x="242107" y="94135"/>
                </a:lnTo>
                <a:lnTo>
                  <a:pt x="240739" y="92767"/>
                </a:lnTo>
                <a:lnTo>
                  <a:pt x="242574" y="92767"/>
                </a:lnTo>
                <a:close/>
                <a:moveTo>
                  <a:pt x="242574" y="91967"/>
                </a:moveTo>
                <a:lnTo>
                  <a:pt x="240739" y="91967"/>
                </a:lnTo>
                <a:lnTo>
                  <a:pt x="242107" y="90632"/>
                </a:lnTo>
                <a:lnTo>
                  <a:pt x="242107" y="88564"/>
                </a:lnTo>
                <a:lnTo>
                  <a:pt x="243374" y="89865"/>
                </a:lnTo>
                <a:lnTo>
                  <a:pt x="243374" y="91166"/>
                </a:lnTo>
                <a:close/>
                <a:moveTo>
                  <a:pt x="245943" y="88598"/>
                </a:moveTo>
                <a:lnTo>
                  <a:pt x="245109" y="89432"/>
                </a:lnTo>
                <a:lnTo>
                  <a:pt x="243808" y="89432"/>
                </a:lnTo>
                <a:lnTo>
                  <a:pt x="242507" y="88164"/>
                </a:lnTo>
                <a:lnTo>
                  <a:pt x="244408" y="88164"/>
                </a:lnTo>
                <a:lnTo>
                  <a:pt x="244675" y="88031"/>
                </a:lnTo>
                <a:lnTo>
                  <a:pt x="245909" y="86796"/>
                </a:lnTo>
                <a:lnTo>
                  <a:pt x="245909" y="88598"/>
                </a:lnTo>
                <a:close/>
                <a:moveTo>
                  <a:pt x="245943" y="85696"/>
                </a:moveTo>
                <a:lnTo>
                  <a:pt x="244242" y="87363"/>
                </a:lnTo>
                <a:lnTo>
                  <a:pt x="242207" y="87363"/>
                </a:lnTo>
                <a:lnTo>
                  <a:pt x="242207" y="81659"/>
                </a:lnTo>
                <a:lnTo>
                  <a:pt x="245943" y="77923"/>
                </a:lnTo>
                <a:close/>
                <a:moveTo>
                  <a:pt x="245943" y="76022"/>
                </a:moveTo>
                <a:lnTo>
                  <a:pt x="242207" y="72286"/>
                </a:lnTo>
                <a:lnTo>
                  <a:pt x="242207" y="66582"/>
                </a:lnTo>
                <a:lnTo>
                  <a:pt x="244242" y="66582"/>
                </a:lnTo>
                <a:lnTo>
                  <a:pt x="245943" y="68283"/>
                </a:lnTo>
                <a:close/>
                <a:moveTo>
                  <a:pt x="245109" y="64514"/>
                </a:moveTo>
                <a:lnTo>
                  <a:pt x="245943" y="65348"/>
                </a:lnTo>
                <a:lnTo>
                  <a:pt x="245943" y="67149"/>
                </a:lnTo>
                <a:lnTo>
                  <a:pt x="244675" y="65915"/>
                </a:lnTo>
                <a:lnTo>
                  <a:pt x="244408" y="65781"/>
                </a:lnTo>
                <a:lnTo>
                  <a:pt x="242507" y="65781"/>
                </a:lnTo>
                <a:lnTo>
                  <a:pt x="243808" y="64514"/>
                </a:lnTo>
                <a:lnTo>
                  <a:pt x="245109" y="64514"/>
                </a:lnTo>
                <a:close/>
                <a:moveTo>
                  <a:pt x="243374" y="62779"/>
                </a:moveTo>
                <a:lnTo>
                  <a:pt x="243374" y="64080"/>
                </a:lnTo>
                <a:lnTo>
                  <a:pt x="242107" y="65381"/>
                </a:lnTo>
                <a:lnTo>
                  <a:pt x="242107" y="63313"/>
                </a:lnTo>
                <a:lnTo>
                  <a:pt x="240739" y="61979"/>
                </a:lnTo>
                <a:lnTo>
                  <a:pt x="242574" y="61979"/>
                </a:lnTo>
                <a:close/>
                <a:moveTo>
                  <a:pt x="242574" y="61178"/>
                </a:moveTo>
                <a:lnTo>
                  <a:pt x="240739" y="61178"/>
                </a:lnTo>
                <a:lnTo>
                  <a:pt x="242107" y="59844"/>
                </a:lnTo>
                <a:lnTo>
                  <a:pt x="242107" y="57776"/>
                </a:lnTo>
                <a:lnTo>
                  <a:pt x="243374" y="59077"/>
                </a:lnTo>
                <a:lnTo>
                  <a:pt x="243374" y="60377"/>
                </a:lnTo>
                <a:close/>
                <a:moveTo>
                  <a:pt x="245943" y="57809"/>
                </a:moveTo>
                <a:lnTo>
                  <a:pt x="245109" y="58643"/>
                </a:lnTo>
                <a:lnTo>
                  <a:pt x="243808" y="58643"/>
                </a:lnTo>
                <a:lnTo>
                  <a:pt x="242507" y="57375"/>
                </a:lnTo>
                <a:lnTo>
                  <a:pt x="244408" y="57375"/>
                </a:lnTo>
                <a:lnTo>
                  <a:pt x="244675" y="57242"/>
                </a:lnTo>
                <a:lnTo>
                  <a:pt x="245909" y="56008"/>
                </a:lnTo>
                <a:lnTo>
                  <a:pt x="245909" y="57809"/>
                </a:lnTo>
                <a:close/>
                <a:moveTo>
                  <a:pt x="245943" y="54874"/>
                </a:moveTo>
                <a:lnTo>
                  <a:pt x="244242" y="56575"/>
                </a:lnTo>
                <a:lnTo>
                  <a:pt x="242207" y="56575"/>
                </a:lnTo>
                <a:lnTo>
                  <a:pt x="242207" y="50871"/>
                </a:lnTo>
                <a:lnTo>
                  <a:pt x="245943" y="47135"/>
                </a:lnTo>
                <a:close/>
                <a:moveTo>
                  <a:pt x="245943" y="45233"/>
                </a:moveTo>
                <a:lnTo>
                  <a:pt x="242207" y="41497"/>
                </a:lnTo>
                <a:lnTo>
                  <a:pt x="242207" y="35793"/>
                </a:lnTo>
                <a:lnTo>
                  <a:pt x="244242" y="35793"/>
                </a:lnTo>
                <a:lnTo>
                  <a:pt x="245943" y="37461"/>
                </a:lnTo>
                <a:close/>
                <a:moveTo>
                  <a:pt x="245109" y="33725"/>
                </a:moveTo>
                <a:lnTo>
                  <a:pt x="245943" y="34559"/>
                </a:lnTo>
                <a:lnTo>
                  <a:pt x="245943" y="36360"/>
                </a:lnTo>
                <a:lnTo>
                  <a:pt x="244675" y="35126"/>
                </a:lnTo>
                <a:lnTo>
                  <a:pt x="244408" y="34993"/>
                </a:lnTo>
                <a:lnTo>
                  <a:pt x="242507" y="34993"/>
                </a:lnTo>
                <a:lnTo>
                  <a:pt x="243808" y="33725"/>
                </a:lnTo>
                <a:lnTo>
                  <a:pt x="245109" y="33725"/>
                </a:lnTo>
                <a:close/>
                <a:moveTo>
                  <a:pt x="243374" y="31990"/>
                </a:moveTo>
                <a:lnTo>
                  <a:pt x="243374" y="33291"/>
                </a:lnTo>
                <a:lnTo>
                  <a:pt x="242107" y="34592"/>
                </a:lnTo>
                <a:lnTo>
                  <a:pt x="242107" y="32524"/>
                </a:lnTo>
                <a:lnTo>
                  <a:pt x="240739" y="31190"/>
                </a:lnTo>
                <a:lnTo>
                  <a:pt x="242574" y="31190"/>
                </a:lnTo>
                <a:close/>
                <a:moveTo>
                  <a:pt x="242574" y="30389"/>
                </a:moveTo>
                <a:lnTo>
                  <a:pt x="240739" y="30389"/>
                </a:lnTo>
                <a:lnTo>
                  <a:pt x="242107" y="29055"/>
                </a:lnTo>
                <a:lnTo>
                  <a:pt x="242107" y="26987"/>
                </a:lnTo>
                <a:lnTo>
                  <a:pt x="243374" y="28254"/>
                </a:lnTo>
                <a:lnTo>
                  <a:pt x="243374" y="29555"/>
                </a:lnTo>
                <a:close/>
                <a:moveTo>
                  <a:pt x="245943" y="27020"/>
                </a:moveTo>
                <a:lnTo>
                  <a:pt x="245109" y="27854"/>
                </a:lnTo>
                <a:lnTo>
                  <a:pt x="243808" y="27854"/>
                </a:lnTo>
                <a:lnTo>
                  <a:pt x="242507" y="26553"/>
                </a:lnTo>
                <a:lnTo>
                  <a:pt x="244408" y="26553"/>
                </a:lnTo>
                <a:lnTo>
                  <a:pt x="244675" y="26453"/>
                </a:lnTo>
                <a:lnTo>
                  <a:pt x="245909" y="25219"/>
                </a:lnTo>
                <a:lnTo>
                  <a:pt x="245909" y="27020"/>
                </a:lnTo>
                <a:close/>
                <a:moveTo>
                  <a:pt x="245943" y="24085"/>
                </a:moveTo>
                <a:lnTo>
                  <a:pt x="244242" y="25786"/>
                </a:lnTo>
                <a:lnTo>
                  <a:pt x="242207" y="25786"/>
                </a:lnTo>
                <a:lnTo>
                  <a:pt x="242207" y="20049"/>
                </a:lnTo>
                <a:lnTo>
                  <a:pt x="245943" y="16346"/>
                </a:lnTo>
                <a:close/>
                <a:moveTo>
                  <a:pt x="245943" y="14445"/>
                </a:moveTo>
                <a:lnTo>
                  <a:pt x="242207" y="10709"/>
                </a:lnTo>
                <a:lnTo>
                  <a:pt x="242207" y="5004"/>
                </a:lnTo>
                <a:lnTo>
                  <a:pt x="244242" y="5004"/>
                </a:lnTo>
                <a:lnTo>
                  <a:pt x="245943" y="6672"/>
                </a:lnTo>
                <a:close/>
                <a:moveTo>
                  <a:pt x="245943" y="5572"/>
                </a:moveTo>
                <a:lnTo>
                  <a:pt x="244675" y="4337"/>
                </a:lnTo>
                <a:lnTo>
                  <a:pt x="244408" y="4204"/>
                </a:lnTo>
                <a:lnTo>
                  <a:pt x="242507" y="4204"/>
                </a:lnTo>
                <a:lnTo>
                  <a:pt x="243808" y="2936"/>
                </a:lnTo>
                <a:lnTo>
                  <a:pt x="245109" y="2936"/>
                </a:lnTo>
                <a:lnTo>
                  <a:pt x="245943" y="3737"/>
                </a:lnTo>
                <a:lnTo>
                  <a:pt x="245943" y="5572"/>
                </a:lnTo>
                <a:close/>
              </a:path>
            </a:pathLst>
          </a:custGeom>
          <a:solidFill>
            <a:srgbClr val="594129">
              <a:alpha val="5137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70" name="Google Shape;170;p14"/>
          <p:cNvGrpSpPr/>
          <p:nvPr/>
        </p:nvGrpSpPr>
        <p:grpSpPr>
          <a:xfrm rot="-5400000">
            <a:off x="1" y="-1"/>
            <a:ext cx="1304277" cy="1306311"/>
            <a:chOff x="7839776" y="-1"/>
            <a:chExt cx="1304277" cy="1306311"/>
          </a:xfrm>
        </p:grpSpPr>
        <p:sp>
          <p:nvSpPr>
            <p:cNvPr id="171" name="Google Shape;171;p14"/>
            <p:cNvSpPr/>
            <p:nvPr/>
          </p:nvSpPr>
          <p:spPr>
            <a:xfrm>
              <a:off x="8491926" y="-1"/>
              <a:ext cx="652127" cy="653161"/>
            </a:xfrm>
            <a:custGeom>
              <a:rect b="b" l="l" r="r" t="t"/>
              <a:pathLst>
                <a:path extrusionOk="0" h="147774" w="147540">
                  <a:moveTo>
                    <a:pt x="146839" y="72352"/>
                  </a:moveTo>
                  <a:lnTo>
                    <a:pt x="126624" y="52105"/>
                  </a:lnTo>
                  <a:lnTo>
                    <a:pt x="126624" y="23517"/>
                  </a:lnTo>
                  <a:cubicBezTo>
                    <a:pt x="126624" y="22217"/>
                    <a:pt x="125557" y="21149"/>
                    <a:pt x="124256" y="21149"/>
                  </a:cubicBezTo>
                  <a:lnTo>
                    <a:pt x="95669" y="21149"/>
                  </a:lnTo>
                  <a:lnTo>
                    <a:pt x="75454" y="935"/>
                  </a:lnTo>
                  <a:cubicBezTo>
                    <a:pt x="74520" y="1"/>
                    <a:pt x="73019" y="1"/>
                    <a:pt x="72119" y="935"/>
                  </a:cubicBezTo>
                  <a:lnTo>
                    <a:pt x="51871" y="21149"/>
                  </a:lnTo>
                  <a:lnTo>
                    <a:pt x="23284" y="21149"/>
                  </a:lnTo>
                  <a:cubicBezTo>
                    <a:pt x="21983" y="21149"/>
                    <a:pt x="20915" y="22217"/>
                    <a:pt x="20915" y="23517"/>
                  </a:cubicBezTo>
                  <a:lnTo>
                    <a:pt x="20915" y="52105"/>
                  </a:lnTo>
                  <a:lnTo>
                    <a:pt x="701" y="72319"/>
                  </a:lnTo>
                  <a:cubicBezTo>
                    <a:pt x="267" y="72786"/>
                    <a:pt x="0" y="73386"/>
                    <a:pt x="0" y="73987"/>
                  </a:cubicBezTo>
                  <a:cubicBezTo>
                    <a:pt x="0" y="74621"/>
                    <a:pt x="267" y="75221"/>
                    <a:pt x="701" y="75655"/>
                  </a:cubicBezTo>
                  <a:lnTo>
                    <a:pt x="20915" y="95903"/>
                  </a:lnTo>
                  <a:lnTo>
                    <a:pt x="20915" y="124490"/>
                  </a:lnTo>
                  <a:cubicBezTo>
                    <a:pt x="20915" y="125791"/>
                    <a:pt x="21983" y="126858"/>
                    <a:pt x="23284" y="126858"/>
                  </a:cubicBezTo>
                  <a:lnTo>
                    <a:pt x="51871" y="126858"/>
                  </a:lnTo>
                  <a:lnTo>
                    <a:pt x="72119" y="147073"/>
                  </a:lnTo>
                  <a:cubicBezTo>
                    <a:pt x="72552" y="147506"/>
                    <a:pt x="73153" y="147773"/>
                    <a:pt x="73786" y="147773"/>
                  </a:cubicBezTo>
                  <a:cubicBezTo>
                    <a:pt x="74387" y="147773"/>
                    <a:pt x="74987" y="147506"/>
                    <a:pt x="75421" y="147073"/>
                  </a:cubicBezTo>
                  <a:lnTo>
                    <a:pt x="95669" y="126858"/>
                  </a:lnTo>
                  <a:lnTo>
                    <a:pt x="124256" y="126858"/>
                  </a:lnTo>
                  <a:cubicBezTo>
                    <a:pt x="125557" y="126858"/>
                    <a:pt x="126624" y="125791"/>
                    <a:pt x="126624" y="124490"/>
                  </a:cubicBezTo>
                  <a:lnTo>
                    <a:pt x="126624" y="95903"/>
                  </a:lnTo>
                  <a:lnTo>
                    <a:pt x="146839" y="75655"/>
                  </a:lnTo>
                  <a:cubicBezTo>
                    <a:pt x="147272" y="75221"/>
                    <a:pt x="147539" y="74621"/>
                    <a:pt x="147539" y="73987"/>
                  </a:cubicBezTo>
                  <a:cubicBezTo>
                    <a:pt x="147539" y="73386"/>
                    <a:pt x="147306" y="72786"/>
                    <a:pt x="146839" y="72352"/>
                  </a:cubicBezTo>
                  <a:close/>
                  <a:moveTo>
                    <a:pt x="122621" y="93267"/>
                  </a:moveTo>
                  <a:cubicBezTo>
                    <a:pt x="122154" y="93701"/>
                    <a:pt x="121921" y="94301"/>
                    <a:pt x="121921" y="94935"/>
                  </a:cubicBezTo>
                  <a:lnTo>
                    <a:pt x="121921" y="122155"/>
                  </a:lnTo>
                  <a:lnTo>
                    <a:pt x="94701" y="122155"/>
                  </a:lnTo>
                  <a:cubicBezTo>
                    <a:pt x="94068" y="122155"/>
                    <a:pt x="93467" y="122388"/>
                    <a:pt x="93034" y="122822"/>
                  </a:cubicBezTo>
                  <a:lnTo>
                    <a:pt x="73786" y="142102"/>
                  </a:lnTo>
                  <a:lnTo>
                    <a:pt x="54506" y="122855"/>
                  </a:lnTo>
                  <a:cubicBezTo>
                    <a:pt x="54072" y="122388"/>
                    <a:pt x="53472" y="122155"/>
                    <a:pt x="52838" y="122155"/>
                  </a:cubicBezTo>
                  <a:lnTo>
                    <a:pt x="25619" y="122155"/>
                  </a:lnTo>
                  <a:lnTo>
                    <a:pt x="25619" y="94935"/>
                  </a:lnTo>
                  <a:cubicBezTo>
                    <a:pt x="25619" y="94301"/>
                    <a:pt x="25385" y="93701"/>
                    <a:pt x="24952" y="93267"/>
                  </a:cubicBezTo>
                  <a:lnTo>
                    <a:pt x="5671" y="74020"/>
                  </a:lnTo>
                  <a:lnTo>
                    <a:pt x="24952" y="54740"/>
                  </a:lnTo>
                  <a:cubicBezTo>
                    <a:pt x="25385" y="54306"/>
                    <a:pt x="25619" y="53706"/>
                    <a:pt x="25619" y="53105"/>
                  </a:cubicBezTo>
                  <a:lnTo>
                    <a:pt x="25619" y="25852"/>
                  </a:lnTo>
                  <a:lnTo>
                    <a:pt x="52838" y="25852"/>
                  </a:lnTo>
                  <a:cubicBezTo>
                    <a:pt x="53472" y="25852"/>
                    <a:pt x="54072" y="25619"/>
                    <a:pt x="54506" y="25185"/>
                  </a:cubicBezTo>
                  <a:lnTo>
                    <a:pt x="73786" y="5905"/>
                  </a:lnTo>
                  <a:lnTo>
                    <a:pt x="93034" y="25185"/>
                  </a:lnTo>
                  <a:cubicBezTo>
                    <a:pt x="93467" y="25619"/>
                    <a:pt x="94068" y="25852"/>
                    <a:pt x="94701" y="25852"/>
                  </a:cubicBezTo>
                  <a:lnTo>
                    <a:pt x="121921" y="25852"/>
                  </a:lnTo>
                  <a:lnTo>
                    <a:pt x="121921" y="53072"/>
                  </a:lnTo>
                  <a:cubicBezTo>
                    <a:pt x="121921" y="53706"/>
                    <a:pt x="122154" y="54306"/>
                    <a:pt x="122588" y="54740"/>
                  </a:cubicBezTo>
                  <a:lnTo>
                    <a:pt x="141868" y="73987"/>
                  </a:lnTo>
                  <a:close/>
                </a:path>
              </a:pathLst>
            </a:custGeom>
            <a:solidFill>
              <a:srgbClr val="9575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14"/>
            <p:cNvSpPr/>
            <p:nvPr/>
          </p:nvSpPr>
          <p:spPr>
            <a:xfrm>
              <a:off x="7839776" y="-1"/>
              <a:ext cx="652127" cy="653161"/>
            </a:xfrm>
            <a:custGeom>
              <a:rect b="b" l="l" r="r" t="t"/>
              <a:pathLst>
                <a:path extrusionOk="0" h="147774" w="147540">
                  <a:moveTo>
                    <a:pt x="146839" y="72352"/>
                  </a:moveTo>
                  <a:lnTo>
                    <a:pt x="126624" y="52105"/>
                  </a:lnTo>
                  <a:lnTo>
                    <a:pt x="126624" y="23517"/>
                  </a:lnTo>
                  <a:cubicBezTo>
                    <a:pt x="126624" y="22217"/>
                    <a:pt x="125557" y="21149"/>
                    <a:pt x="124256" y="21149"/>
                  </a:cubicBezTo>
                  <a:lnTo>
                    <a:pt x="95669" y="21149"/>
                  </a:lnTo>
                  <a:lnTo>
                    <a:pt x="75454" y="935"/>
                  </a:lnTo>
                  <a:cubicBezTo>
                    <a:pt x="74520" y="1"/>
                    <a:pt x="73019" y="1"/>
                    <a:pt x="72119" y="935"/>
                  </a:cubicBezTo>
                  <a:lnTo>
                    <a:pt x="51871" y="21149"/>
                  </a:lnTo>
                  <a:lnTo>
                    <a:pt x="23284" y="21149"/>
                  </a:lnTo>
                  <a:cubicBezTo>
                    <a:pt x="21983" y="21149"/>
                    <a:pt x="20915" y="22217"/>
                    <a:pt x="20915" y="23517"/>
                  </a:cubicBezTo>
                  <a:lnTo>
                    <a:pt x="20915" y="52105"/>
                  </a:lnTo>
                  <a:lnTo>
                    <a:pt x="701" y="72319"/>
                  </a:lnTo>
                  <a:cubicBezTo>
                    <a:pt x="267" y="72786"/>
                    <a:pt x="0" y="73386"/>
                    <a:pt x="0" y="73987"/>
                  </a:cubicBezTo>
                  <a:cubicBezTo>
                    <a:pt x="0" y="74621"/>
                    <a:pt x="267" y="75221"/>
                    <a:pt x="701" y="75655"/>
                  </a:cubicBezTo>
                  <a:lnTo>
                    <a:pt x="20915" y="95903"/>
                  </a:lnTo>
                  <a:lnTo>
                    <a:pt x="20915" y="124490"/>
                  </a:lnTo>
                  <a:cubicBezTo>
                    <a:pt x="20915" y="125791"/>
                    <a:pt x="21983" y="126858"/>
                    <a:pt x="23284" y="126858"/>
                  </a:cubicBezTo>
                  <a:lnTo>
                    <a:pt x="51871" y="126858"/>
                  </a:lnTo>
                  <a:lnTo>
                    <a:pt x="72119" y="147073"/>
                  </a:lnTo>
                  <a:cubicBezTo>
                    <a:pt x="72552" y="147506"/>
                    <a:pt x="73153" y="147773"/>
                    <a:pt x="73786" y="147773"/>
                  </a:cubicBezTo>
                  <a:cubicBezTo>
                    <a:pt x="74387" y="147773"/>
                    <a:pt x="74987" y="147506"/>
                    <a:pt x="75421" y="147073"/>
                  </a:cubicBezTo>
                  <a:lnTo>
                    <a:pt x="95669" y="126858"/>
                  </a:lnTo>
                  <a:lnTo>
                    <a:pt x="124256" y="126858"/>
                  </a:lnTo>
                  <a:cubicBezTo>
                    <a:pt x="125557" y="126858"/>
                    <a:pt x="126624" y="125791"/>
                    <a:pt x="126624" y="124490"/>
                  </a:cubicBezTo>
                  <a:lnTo>
                    <a:pt x="126624" y="95903"/>
                  </a:lnTo>
                  <a:lnTo>
                    <a:pt x="146839" y="75655"/>
                  </a:lnTo>
                  <a:cubicBezTo>
                    <a:pt x="147272" y="75221"/>
                    <a:pt x="147539" y="74621"/>
                    <a:pt x="147539" y="73987"/>
                  </a:cubicBezTo>
                  <a:cubicBezTo>
                    <a:pt x="147539" y="73386"/>
                    <a:pt x="147306" y="72786"/>
                    <a:pt x="146839" y="72352"/>
                  </a:cubicBezTo>
                  <a:close/>
                  <a:moveTo>
                    <a:pt x="122621" y="93267"/>
                  </a:moveTo>
                  <a:cubicBezTo>
                    <a:pt x="122154" y="93701"/>
                    <a:pt x="121921" y="94301"/>
                    <a:pt x="121921" y="94935"/>
                  </a:cubicBezTo>
                  <a:lnTo>
                    <a:pt x="121921" y="122155"/>
                  </a:lnTo>
                  <a:lnTo>
                    <a:pt x="94701" y="122155"/>
                  </a:lnTo>
                  <a:cubicBezTo>
                    <a:pt x="94068" y="122155"/>
                    <a:pt x="93467" y="122388"/>
                    <a:pt x="93034" y="122822"/>
                  </a:cubicBezTo>
                  <a:lnTo>
                    <a:pt x="73786" y="142102"/>
                  </a:lnTo>
                  <a:lnTo>
                    <a:pt x="54506" y="122855"/>
                  </a:lnTo>
                  <a:cubicBezTo>
                    <a:pt x="54072" y="122388"/>
                    <a:pt x="53472" y="122155"/>
                    <a:pt x="52838" y="122155"/>
                  </a:cubicBezTo>
                  <a:lnTo>
                    <a:pt x="25619" y="122155"/>
                  </a:lnTo>
                  <a:lnTo>
                    <a:pt x="25619" y="94935"/>
                  </a:lnTo>
                  <a:cubicBezTo>
                    <a:pt x="25619" y="94301"/>
                    <a:pt x="25385" y="93701"/>
                    <a:pt x="24952" y="93267"/>
                  </a:cubicBezTo>
                  <a:lnTo>
                    <a:pt x="5671" y="74020"/>
                  </a:lnTo>
                  <a:lnTo>
                    <a:pt x="24952" y="54740"/>
                  </a:lnTo>
                  <a:cubicBezTo>
                    <a:pt x="25385" y="54306"/>
                    <a:pt x="25619" y="53706"/>
                    <a:pt x="25619" y="53105"/>
                  </a:cubicBezTo>
                  <a:lnTo>
                    <a:pt x="25619" y="25852"/>
                  </a:lnTo>
                  <a:lnTo>
                    <a:pt x="52838" y="25852"/>
                  </a:lnTo>
                  <a:cubicBezTo>
                    <a:pt x="53472" y="25852"/>
                    <a:pt x="54072" y="25619"/>
                    <a:pt x="54506" y="25185"/>
                  </a:cubicBezTo>
                  <a:lnTo>
                    <a:pt x="73786" y="5905"/>
                  </a:lnTo>
                  <a:lnTo>
                    <a:pt x="93034" y="25185"/>
                  </a:lnTo>
                  <a:cubicBezTo>
                    <a:pt x="93467" y="25619"/>
                    <a:pt x="94068" y="25852"/>
                    <a:pt x="94701" y="25852"/>
                  </a:cubicBezTo>
                  <a:lnTo>
                    <a:pt x="121921" y="25852"/>
                  </a:lnTo>
                  <a:lnTo>
                    <a:pt x="121921" y="53072"/>
                  </a:lnTo>
                  <a:cubicBezTo>
                    <a:pt x="121921" y="53706"/>
                    <a:pt x="122154" y="54306"/>
                    <a:pt x="122588" y="54740"/>
                  </a:cubicBezTo>
                  <a:lnTo>
                    <a:pt x="141868" y="73987"/>
                  </a:lnTo>
                  <a:close/>
                </a:path>
              </a:pathLst>
            </a:custGeom>
            <a:solidFill>
              <a:srgbClr val="9575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14"/>
            <p:cNvSpPr/>
            <p:nvPr/>
          </p:nvSpPr>
          <p:spPr>
            <a:xfrm>
              <a:off x="8491926" y="653149"/>
              <a:ext cx="652127" cy="653161"/>
            </a:xfrm>
            <a:custGeom>
              <a:rect b="b" l="l" r="r" t="t"/>
              <a:pathLst>
                <a:path extrusionOk="0" h="147774" w="147540">
                  <a:moveTo>
                    <a:pt x="146839" y="72352"/>
                  </a:moveTo>
                  <a:lnTo>
                    <a:pt x="126624" y="52105"/>
                  </a:lnTo>
                  <a:lnTo>
                    <a:pt x="126624" y="23517"/>
                  </a:lnTo>
                  <a:cubicBezTo>
                    <a:pt x="126624" y="22217"/>
                    <a:pt x="125557" y="21149"/>
                    <a:pt x="124256" y="21149"/>
                  </a:cubicBezTo>
                  <a:lnTo>
                    <a:pt x="95669" y="21149"/>
                  </a:lnTo>
                  <a:lnTo>
                    <a:pt x="75454" y="935"/>
                  </a:lnTo>
                  <a:cubicBezTo>
                    <a:pt x="74520" y="1"/>
                    <a:pt x="73019" y="1"/>
                    <a:pt x="72119" y="935"/>
                  </a:cubicBezTo>
                  <a:lnTo>
                    <a:pt x="51871" y="21149"/>
                  </a:lnTo>
                  <a:lnTo>
                    <a:pt x="23284" y="21149"/>
                  </a:lnTo>
                  <a:cubicBezTo>
                    <a:pt x="21983" y="21149"/>
                    <a:pt x="20915" y="22217"/>
                    <a:pt x="20915" y="23517"/>
                  </a:cubicBezTo>
                  <a:lnTo>
                    <a:pt x="20915" y="52105"/>
                  </a:lnTo>
                  <a:lnTo>
                    <a:pt x="701" y="72319"/>
                  </a:lnTo>
                  <a:cubicBezTo>
                    <a:pt x="267" y="72786"/>
                    <a:pt x="0" y="73386"/>
                    <a:pt x="0" y="73987"/>
                  </a:cubicBezTo>
                  <a:cubicBezTo>
                    <a:pt x="0" y="74621"/>
                    <a:pt x="267" y="75221"/>
                    <a:pt x="701" y="75655"/>
                  </a:cubicBezTo>
                  <a:lnTo>
                    <a:pt x="20915" y="95903"/>
                  </a:lnTo>
                  <a:lnTo>
                    <a:pt x="20915" y="124490"/>
                  </a:lnTo>
                  <a:cubicBezTo>
                    <a:pt x="20915" y="125791"/>
                    <a:pt x="21983" y="126858"/>
                    <a:pt x="23284" y="126858"/>
                  </a:cubicBezTo>
                  <a:lnTo>
                    <a:pt x="51871" y="126858"/>
                  </a:lnTo>
                  <a:lnTo>
                    <a:pt x="72119" y="147073"/>
                  </a:lnTo>
                  <a:cubicBezTo>
                    <a:pt x="72552" y="147506"/>
                    <a:pt x="73153" y="147773"/>
                    <a:pt x="73786" y="147773"/>
                  </a:cubicBezTo>
                  <a:cubicBezTo>
                    <a:pt x="74387" y="147773"/>
                    <a:pt x="74987" y="147506"/>
                    <a:pt x="75421" y="147073"/>
                  </a:cubicBezTo>
                  <a:lnTo>
                    <a:pt x="95669" y="126858"/>
                  </a:lnTo>
                  <a:lnTo>
                    <a:pt x="124256" y="126858"/>
                  </a:lnTo>
                  <a:cubicBezTo>
                    <a:pt x="125557" y="126858"/>
                    <a:pt x="126624" y="125791"/>
                    <a:pt x="126624" y="124490"/>
                  </a:cubicBezTo>
                  <a:lnTo>
                    <a:pt x="126624" y="95903"/>
                  </a:lnTo>
                  <a:lnTo>
                    <a:pt x="146839" y="75655"/>
                  </a:lnTo>
                  <a:cubicBezTo>
                    <a:pt x="147272" y="75221"/>
                    <a:pt x="147539" y="74621"/>
                    <a:pt x="147539" y="73987"/>
                  </a:cubicBezTo>
                  <a:cubicBezTo>
                    <a:pt x="147539" y="73386"/>
                    <a:pt x="147306" y="72786"/>
                    <a:pt x="146839" y="72352"/>
                  </a:cubicBezTo>
                  <a:close/>
                  <a:moveTo>
                    <a:pt x="122621" y="93267"/>
                  </a:moveTo>
                  <a:cubicBezTo>
                    <a:pt x="122154" y="93701"/>
                    <a:pt x="121921" y="94301"/>
                    <a:pt x="121921" y="94935"/>
                  </a:cubicBezTo>
                  <a:lnTo>
                    <a:pt x="121921" y="122155"/>
                  </a:lnTo>
                  <a:lnTo>
                    <a:pt x="94701" y="122155"/>
                  </a:lnTo>
                  <a:cubicBezTo>
                    <a:pt x="94068" y="122155"/>
                    <a:pt x="93467" y="122388"/>
                    <a:pt x="93034" y="122822"/>
                  </a:cubicBezTo>
                  <a:lnTo>
                    <a:pt x="73786" y="142102"/>
                  </a:lnTo>
                  <a:lnTo>
                    <a:pt x="54506" y="122855"/>
                  </a:lnTo>
                  <a:cubicBezTo>
                    <a:pt x="54072" y="122388"/>
                    <a:pt x="53472" y="122155"/>
                    <a:pt x="52838" y="122155"/>
                  </a:cubicBezTo>
                  <a:lnTo>
                    <a:pt x="25619" y="122155"/>
                  </a:lnTo>
                  <a:lnTo>
                    <a:pt x="25619" y="94935"/>
                  </a:lnTo>
                  <a:cubicBezTo>
                    <a:pt x="25619" y="94301"/>
                    <a:pt x="25385" y="93701"/>
                    <a:pt x="24952" y="93267"/>
                  </a:cubicBezTo>
                  <a:lnTo>
                    <a:pt x="5671" y="74020"/>
                  </a:lnTo>
                  <a:lnTo>
                    <a:pt x="24952" y="54740"/>
                  </a:lnTo>
                  <a:cubicBezTo>
                    <a:pt x="25385" y="54306"/>
                    <a:pt x="25619" y="53706"/>
                    <a:pt x="25619" y="53105"/>
                  </a:cubicBezTo>
                  <a:lnTo>
                    <a:pt x="25619" y="25852"/>
                  </a:lnTo>
                  <a:lnTo>
                    <a:pt x="52838" y="25852"/>
                  </a:lnTo>
                  <a:cubicBezTo>
                    <a:pt x="53472" y="25852"/>
                    <a:pt x="54072" y="25619"/>
                    <a:pt x="54506" y="25185"/>
                  </a:cubicBezTo>
                  <a:lnTo>
                    <a:pt x="73786" y="5905"/>
                  </a:lnTo>
                  <a:lnTo>
                    <a:pt x="93034" y="25185"/>
                  </a:lnTo>
                  <a:cubicBezTo>
                    <a:pt x="93467" y="25619"/>
                    <a:pt x="94068" y="25852"/>
                    <a:pt x="94701" y="25852"/>
                  </a:cubicBezTo>
                  <a:lnTo>
                    <a:pt x="121921" y="25852"/>
                  </a:lnTo>
                  <a:lnTo>
                    <a:pt x="121921" y="53072"/>
                  </a:lnTo>
                  <a:cubicBezTo>
                    <a:pt x="121921" y="53706"/>
                    <a:pt x="122154" y="54306"/>
                    <a:pt x="122588" y="54740"/>
                  </a:cubicBezTo>
                  <a:lnTo>
                    <a:pt x="141868" y="73987"/>
                  </a:lnTo>
                  <a:close/>
                </a:path>
              </a:pathLst>
            </a:custGeom>
            <a:solidFill>
              <a:srgbClr val="9575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4" name="Google Shape;174;p14"/>
          <p:cNvGrpSpPr/>
          <p:nvPr/>
        </p:nvGrpSpPr>
        <p:grpSpPr>
          <a:xfrm rot="10800000">
            <a:off x="7839726" y="12"/>
            <a:ext cx="1304277" cy="1306311"/>
            <a:chOff x="1" y="3837199"/>
            <a:chExt cx="1304277" cy="1306311"/>
          </a:xfrm>
        </p:grpSpPr>
        <p:sp>
          <p:nvSpPr>
            <p:cNvPr id="175" name="Google Shape;175;p14"/>
            <p:cNvSpPr/>
            <p:nvPr/>
          </p:nvSpPr>
          <p:spPr>
            <a:xfrm rot="10800000">
              <a:off x="1" y="4490349"/>
              <a:ext cx="652127" cy="653161"/>
            </a:xfrm>
            <a:custGeom>
              <a:rect b="b" l="l" r="r" t="t"/>
              <a:pathLst>
                <a:path extrusionOk="0" h="147774" w="147540">
                  <a:moveTo>
                    <a:pt x="146839" y="72352"/>
                  </a:moveTo>
                  <a:lnTo>
                    <a:pt x="126624" y="52105"/>
                  </a:lnTo>
                  <a:lnTo>
                    <a:pt x="126624" y="23517"/>
                  </a:lnTo>
                  <a:cubicBezTo>
                    <a:pt x="126624" y="22217"/>
                    <a:pt x="125557" y="21149"/>
                    <a:pt x="124256" y="21149"/>
                  </a:cubicBezTo>
                  <a:lnTo>
                    <a:pt x="95669" y="21149"/>
                  </a:lnTo>
                  <a:lnTo>
                    <a:pt x="75454" y="935"/>
                  </a:lnTo>
                  <a:cubicBezTo>
                    <a:pt x="74520" y="1"/>
                    <a:pt x="73019" y="1"/>
                    <a:pt x="72119" y="935"/>
                  </a:cubicBezTo>
                  <a:lnTo>
                    <a:pt x="51871" y="21149"/>
                  </a:lnTo>
                  <a:lnTo>
                    <a:pt x="23284" y="21149"/>
                  </a:lnTo>
                  <a:cubicBezTo>
                    <a:pt x="21983" y="21149"/>
                    <a:pt x="20915" y="22217"/>
                    <a:pt x="20915" y="23517"/>
                  </a:cubicBezTo>
                  <a:lnTo>
                    <a:pt x="20915" y="52105"/>
                  </a:lnTo>
                  <a:lnTo>
                    <a:pt x="701" y="72319"/>
                  </a:lnTo>
                  <a:cubicBezTo>
                    <a:pt x="267" y="72786"/>
                    <a:pt x="0" y="73386"/>
                    <a:pt x="0" y="73987"/>
                  </a:cubicBezTo>
                  <a:cubicBezTo>
                    <a:pt x="0" y="74621"/>
                    <a:pt x="267" y="75221"/>
                    <a:pt x="701" y="75655"/>
                  </a:cubicBezTo>
                  <a:lnTo>
                    <a:pt x="20915" y="95903"/>
                  </a:lnTo>
                  <a:lnTo>
                    <a:pt x="20915" y="124490"/>
                  </a:lnTo>
                  <a:cubicBezTo>
                    <a:pt x="20915" y="125791"/>
                    <a:pt x="21983" y="126858"/>
                    <a:pt x="23284" y="126858"/>
                  </a:cubicBezTo>
                  <a:lnTo>
                    <a:pt x="51871" y="126858"/>
                  </a:lnTo>
                  <a:lnTo>
                    <a:pt x="72119" y="147073"/>
                  </a:lnTo>
                  <a:cubicBezTo>
                    <a:pt x="72552" y="147506"/>
                    <a:pt x="73153" y="147773"/>
                    <a:pt x="73786" y="147773"/>
                  </a:cubicBezTo>
                  <a:cubicBezTo>
                    <a:pt x="74387" y="147773"/>
                    <a:pt x="74987" y="147506"/>
                    <a:pt x="75421" y="147073"/>
                  </a:cubicBezTo>
                  <a:lnTo>
                    <a:pt x="95669" y="126858"/>
                  </a:lnTo>
                  <a:lnTo>
                    <a:pt x="124256" y="126858"/>
                  </a:lnTo>
                  <a:cubicBezTo>
                    <a:pt x="125557" y="126858"/>
                    <a:pt x="126624" y="125791"/>
                    <a:pt x="126624" y="124490"/>
                  </a:cubicBezTo>
                  <a:lnTo>
                    <a:pt x="126624" y="95903"/>
                  </a:lnTo>
                  <a:lnTo>
                    <a:pt x="146839" y="75655"/>
                  </a:lnTo>
                  <a:cubicBezTo>
                    <a:pt x="147272" y="75221"/>
                    <a:pt x="147539" y="74621"/>
                    <a:pt x="147539" y="73987"/>
                  </a:cubicBezTo>
                  <a:cubicBezTo>
                    <a:pt x="147539" y="73386"/>
                    <a:pt x="147306" y="72786"/>
                    <a:pt x="146839" y="72352"/>
                  </a:cubicBezTo>
                  <a:close/>
                  <a:moveTo>
                    <a:pt x="122621" y="93267"/>
                  </a:moveTo>
                  <a:cubicBezTo>
                    <a:pt x="122154" y="93701"/>
                    <a:pt x="121921" y="94301"/>
                    <a:pt x="121921" y="94935"/>
                  </a:cubicBezTo>
                  <a:lnTo>
                    <a:pt x="121921" y="122155"/>
                  </a:lnTo>
                  <a:lnTo>
                    <a:pt x="94701" y="122155"/>
                  </a:lnTo>
                  <a:cubicBezTo>
                    <a:pt x="94068" y="122155"/>
                    <a:pt x="93467" y="122388"/>
                    <a:pt x="93034" y="122822"/>
                  </a:cubicBezTo>
                  <a:lnTo>
                    <a:pt x="73786" y="142102"/>
                  </a:lnTo>
                  <a:lnTo>
                    <a:pt x="54506" y="122855"/>
                  </a:lnTo>
                  <a:cubicBezTo>
                    <a:pt x="54072" y="122388"/>
                    <a:pt x="53472" y="122155"/>
                    <a:pt x="52838" y="122155"/>
                  </a:cubicBezTo>
                  <a:lnTo>
                    <a:pt x="25619" y="122155"/>
                  </a:lnTo>
                  <a:lnTo>
                    <a:pt x="25619" y="94935"/>
                  </a:lnTo>
                  <a:cubicBezTo>
                    <a:pt x="25619" y="94301"/>
                    <a:pt x="25385" y="93701"/>
                    <a:pt x="24952" y="93267"/>
                  </a:cubicBezTo>
                  <a:lnTo>
                    <a:pt x="5671" y="74020"/>
                  </a:lnTo>
                  <a:lnTo>
                    <a:pt x="24952" y="54740"/>
                  </a:lnTo>
                  <a:cubicBezTo>
                    <a:pt x="25385" y="54306"/>
                    <a:pt x="25619" y="53706"/>
                    <a:pt x="25619" y="53105"/>
                  </a:cubicBezTo>
                  <a:lnTo>
                    <a:pt x="25619" y="25852"/>
                  </a:lnTo>
                  <a:lnTo>
                    <a:pt x="52838" y="25852"/>
                  </a:lnTo>
                  <a:cubicBezTo>
                    <a:pt x="53472" y="25852"/>
                    <a:pt x="54072" y="25619"/>
                    <a:pt x="54506" y="25185"/>
                  </a:cubicBezTo>
                  <a:lnTo>
                    <a:pt x="73786" y="5905"/>
                  </a:lnTo>
                  <a:lnTo>
                    <a:pt x="93034" y="25185"/>
                  </a:lnTo>
                  <a:cubicBezTo>
                    <a:pt x="93467" y="25619"/>
                    <a:pt x="94068" y="25852"/>
                    <a:pt x="94701" y="25852"/>
                  </a:cubicBezTo>
                  <a:lnTo>
                    <a:pt x="121921" y="25852"/>
                  </a:lnTo>
                  <a:lnTo>
                    <a:pt x="121921" y="53072"/>
                  </a:lnTo>
                  <a:cubicBezTo>
                    <a:pt x="121921" y="53706"/>
                    <a:pt x="122154" y="54306"/>
                    <a:pt x="122588" y="54740"/>
                  </a:cubicBezTo>
                  <a:lnTo>
                    <a:pt x="141868" y="73987"/>
                  </a:lnTo>
                  <a:close/>
                </a:path>
              </a:pathLst>
            </a:custGeom>
            <a:solidFill>
              <a:srgbClr val="9575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14"/>
            <p:cNvSpPr/>
            <p:nvPr/>
          </p:nvSpPr>
          <p:spPr>
            <a:xfrm rot="10800000">
              <a:off x="652151" y="4490349"/>
              <a:ext cx="652127" cy="653161"/>
            </a:xfrm>
            <a:custGeom>
              <a:rect b="b" l="l" r="r" t="t"/>
              <a:pathLst>
                <a:path extrusionOk="0" h="147774" w="147540">
                  <a:moveTo>
                    <a:pt x="146839" y="72352"/>
                  </a:moveTo>
                  <a:lnTo>
                    <a:pt x="126624" y="52105"/>
                  </a:lnTo>
                  <a:lnTo>
                    <a:pt x="126624" y="23517"/>
                  </a:lnTo>
                  <a:cubicBezTo>
                    <a:pt x="126624" y="22217"/>
                    <a:pt x="125557" y="21149"/>
                    <a:pt x="124256" y="21149"/>
                  </a:cubicBezTo>
                  <a:lnTo>
                    <a:pt x="95669" y="21149"/>
                  </a:lnTo>
                  <a:lnTo>
                    <a:pt x="75454" y="935"/>
                  </a:lnTo>
                  <a:cubicBezTo>
                    <a:pt x="74520" y="1"/>
                    <a:pt x="73019" y="1"/>
                    <a:pt x="72119" y="935"/>
                  </a:cubicBezTo>
                  <a:lnTo>
                    <a:pt x="51871" y="21149"/>
                  </a:lnTo>
                  <a:lnTo>
                    <a:pt x="23284" y="21149"/>
                  </a:lnTo>
                  <a:cubicBezTo>
                    <a:pt x="21983" y="21149"/>
                    <a:pt x="20915" y="22217"/>
                    <a:pt x="20915" y="23517"/>
                  </a:cubicBezTo>
                  <a:lnTo>
                    <a:pt x="20915" y="52105"/>
                  </a:lnTo>
                  <a:lnTo>
                    <a:pt x="701" y="72319"/>
                  </a:lnTo>
                  <a:cubicBezTo>
                    <a:pt x="267" y="72786"/>
                    <a:pt x="0" y="73386"/>
                    <a:pt x="0" y="73987"/>
                  </a:cubicBezTo>
                  <a:cubicBezTo>
                    <a:pt x="0" y="74621"/>
                    <a:pt x="267" y="75221"/>
                    <a:pt x="701" y="75655"/>
                  </a:cubicBezTo>
                  <a:lnTo>
                    <a:pt x="20915" y="95903"/>
                  </a:lnTo>
                  <a:lnTo>
                    <a:pt x="20915" y="124490"/>
                  </a:lnTo>
                  <a:cubicBezTo>
                    <a:pt x="20915" y="125791"/>
                    <a:pt x="21983" y="126858"/>
                    <a:pt x="23284" y="126858"/>
                  </a:cubicBezTo>
                  <a:lnTo>
                    <a:pt x="51871" y="126858"/>
                  </a:lnTo>
                  <a:lnTo>
                    <a:pt x="72119" y="147073"/>
                  </a:lnTo>
                  <a:cubicBezTo>
                    <a:pt x="72552" y="147506"/>
                    <a:pt x="73153" y="147773"/>
                    <a:pt x="73786" y="147773"/>
                  </a:cubicBezTo>
                  <a:cubicBezTo>
                    <a:pt x="74387" y="147773"/>
                    <a:pt x="74987" y="147506"/>
                    <a:pt x="75421" y="147073"/>
                  </a:cubicBezTo>
                  <a:lnTo>
                    <a:pt x="95669" y="126858"/>
                  </a:lnTo>
                  <a:lnTo>
                    <a:pt x="124256" y="126858"/>
                  </a:lnTo>
                  <a:cubicBezTo>
                    <a:pt x="125557" y="126858"/>
                    <a:pt x="126624" y="125791"/>
                    <a:pt x="126624" y="124490"/>
                  </a:cubicBezTo>
                  <a:lnTo>
                    <a:pt x="126624" y="95903"/>
                  </a:lnTo>
                  <a:lnTo>
                    <a:pt x="146839" y="75655"/>
                  </a:lnTo>
                  <a:cubicBezTo>
                    <a:pt x="147272" y="75221"/>
                    <a:pt x="147539" y="74621"/>
                    <a:pt x="147539" y="73987"/>
                  </a:cubicBezTo>
                  <a:cubicBezTo>
                    <a:pt x="147539" y="73386"/>
                    <a:pt x="147306" y="72786"/>
                    <a:pt x="146839" y="72352"/>
                  </a:cubicBezTo>
                  <a:close/>
                  <a:moveTo>
                    <a:pt x="122621" y="93267"/>
                  </a:moveTo>
                  <a:cubicBezTo>
                    <a:pt x="122154" y="93701"/>
                    <a:pt x="121921" y="94301"/>
                    <a:pt x="121921" y="94935"/>
                  </a:cubicBezTo>
                  <a:lnTo>
                    <a:pt x="121921" y="122155"/>
                  </a:lnTo>
                  <a:lnTo>
                    <a:pt x="94701" y="122155"/>
                  </a:lnTo>
                  <a:cubicBezTo>
                    <a:pt x="94068" y="122155"/>
                    <a:pt x="93467" y="122388"/>
                    <a:pt x="93034" y="122822"/>
                  </a:cubicBezTo>
                  <a:lnTo>
                    <a:pt x="73786" y="142102"/>
                  </a:lnTo>
                  <a:lnTo>
                    <a:pt x="54506" y="122855"/>
                  </a:lnTo>
                  <a:cubicBezTo>
                    <a:pt x="54072" y="122388"/>
                    <a:pt x="53472" y="122155"/>
                    <a:pt x="52838" y="122155"/>
                  </a:cubicBezTo>
                  <a:lnTo>
                    <a:pt x="25619" y="122155"/>
                  </a:lnTo>
                  <a:lnTo>
                    <a:pt x="25619" y="94935"/>
                  </a:lnTo>
                  <a:cubicBezTo>
                    <a:pt x="25619" y="94301"/>
                    <a:pt x="25385" y="93701"/>
                    <a:pt x="24952" y="93267"/>
                  </a:cubicBezTo>
                  <a:lnTo>
                    <a:pt x="5671" y="74020"/>
                  </a:lnTo>
                  <a:lnTo>
                    <a:pt x="24952" y="54740"/>
                  </a:lnTo>
                  <a:cubicBezTo>
                    <a:pt x="25385" y="54306"/>
                    <a:pt x="25619" y="53706"/>
                    <a:pt x="25619" y="53105"/>
                  </a:cubicBezTo>
                  <a:lnTo>
                    <a:pt x="25619" y="25852"/>
                  </a:lnTo>
                  <a:lnTo>
                    <a:pt x="52838" y="25852"/>
                  </a:lnTo>
                  <a:cubicBezTo>
                    <a:pt x="53472" y="25852"/>
                    <a:pt x="54072" y="25619"/>
                    <a:pt x="54506" y="25185"/>
                  </a:cubicBezTo>
                  <a:lnTo>
                    <a:pt x="73786" y="5905"/>
                  </a:lnTo>
                  <a:lnTo>
                    <a:pt x="93034" y="25185"/>
                  </a:lnTo>
                  <a:cubicBezTo>
                    <a:pt x="93467" y="25619"/>
                    <a:pt x="94068" y="25852"/>
                    <a:pt x="94701" y="25852"/>
                  </a:cubicBezTo>
                  <a:lnTo>
                    <a:pt x="121921" y="25852"/>
                  </a:lnTo>
                  <a:lnTo>
                    <a:pt x="121921" y="53072"/>
                  </a:lnTo>
                  <a:cubicBezTo>
                    <a:pt x="121921" y="53706"/>
                    <a:pt x="122154" y="54306"/>
                    <a:pt x="122588" y="54740"/>
                  </a:cubicBezTo>
                  <a:lnTo>
                    <a:pt x="141868" y="73987"/>
                  </a:lnTo>
                  <a:close/>
                </a:path>
              </a:pathLst>
            </a:custGeom>
            <a:solidFill>
              <a:srgbClr val="9575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14"/>
            <p:cNvSpPr/>
            <p:nvPr/>
          </p:nvSpPr>
          <p:spPr>
            <a:xfrm rot="10800000">
              <a:off x="1" y="3837199"/>
              <a:ext cx="652127" cy="653161"/>
            </a:xfrm>
            <a:custGeom>
              <a:rect b="b" l="l" r="r" t="t"/>
              <a:pathLst>
                <a:path extrusionOk="0" h="147774" w="147540">
                  <a:moveTo>
                    <a:pt x="146839" y="72352"/>
                  </a:moveTo>
                  <a:lnTo>
                    <a:pt x="126624" y="52105"/>
                  </a:lnTo>
                  <a:lnTo>
                    <a:pt x="126624" y="23517"/>
                  </a:lnTo>
                  <a:cubicBezTo>
                    <a:pt x="126624" y="22217"/>
                    <a:pt x="125557" y="21149"/>
                    <a:pt x="124256" y="21149"/>
                  </a:cubicBezTo>
                  <a:lnTo>
                    <a:pt x="95669" y="21149"/>
                  </a:lnTo>
                  <a:lnTo>
                    <a:pt x="75454" y="935"/>
                  </a:lnTo>
                  <a:cubicBezTo>
                    <a:pt x="74520" y="1"/>
                    <a:pt x="73019" y="1"/>
                    <a:pt x="72119" y="935"/>
                  </a:cubicBezTo>
                  <a:lnTo>
                    <a:pt x="51871" y="21149"/>
                  </a:lnTo>
                  <a:lnTo>
                    <a:pt x="23284" y="21149"/>
                  </a:lnTo>
                  <a:cubicBezTo>
                    <a:pt x="21983" y="21149"/>
                    <a:pt x="20915" y="22217"/>
                    <a:pt x="20915" y="23517"/>
                  </a:cubicBezTo>
                  <a:lnTo>
                    <a:pt x="20915" y="52105"/>
                  </a:lnTo>
                  <a:lnTo>
                    <a:pt x="701" y="72319"/>
                  </a:lnTo>
                  <a:cubicBezTo>
                    <a:pt x="267" y="72786"/>
                    <a:pt x="0" y="73386"/>
                    <a:pt x="0" y="73987"/>
                  </a:cubicBezTo>
                  <a:cubicBezTo>
                    <a:pt x="0" y="74621"/>
                    <a:pt x="267" y="75221"/>
                    <a:pt x="701" y="75655"/>
                  </a:cubicBezTo>
                  <a:lnTo>
                    <a:pt x="20915" y="95903"/>
                  </a:lnTo>
                  <a:lnTo>
                    <a:pt x="20915" y="124490"/>
                  </a:lnTo>
                  <a:cubicBezTo>
                    <a:pt x="20915" y="125791"/>
                    <a:pt x="21983" y="126858"/>
                    <a:pt x="23284" y="126858"/>
                  </a:cubicBezTo>
                  <a:lnTo>
                    <a:pt x="51871" y="126858"/>
                  </a:lnTo>
                  <a:lnTo>
                    <a:pt x="72119" y="147073"/>
                  </a:lnTo>
                  <a:cubicBezTo>
                    <a:pt x="72552" y="147506"/>
                    <a:pt x="73153" y="147773"/>
                    <a:pt x="73786" y="147773"/>
                  </a:cubicBezTo>
                  <a:cubicBezTo>
                    <a:pt x="74387" y="147773"/>
                    <a:pt x="74987" y="147506"/>
                    <a:pt x="75421" y="147073"/>
                  </a:cubicBezTo>
                  <a:lnTo>
                    <a:pt x="95669" y="126858"/>
                  </a:lnTo>
                  <a:lnTo>
                    <a:pt x="124256" y="126858"/>
                  </a:lnTo>
                  <a:cubicBezTo>
                    <a:pt x="125557" y="126858"/>
                    <a:pt x="126624" y="125791"/>
                    <a:pt x="126624" y="124490"/>
                  </a:cubicBezTo>
                  <a:lnTo>
                    <a:pt x="126624" y="95903"/>
                  </a:lnTo>
                  <a:lnTo>
                    <a:pt x="146839" y="75655"/>
                  </a:lnTo>
                  <a:cubicBezTo>
                    <a:pt x="147272" y="75221"/>
                    <a:pt x="147539" y="74621"/>
                    <a:pt x="147539" y="73987"/>
                  </a:cubicBezTo>
                  <a:cubicBezTo>
                    <a:pt x="147539" y="73386"/>
                    <a:pt x="147306" y="72786"/>
                    <a:pt x="146839" y="72352"/>
                  </a:cubicBezTo>
                  <a:close/>
                  <a:moveTo>
                    <a:pt x="122621" y="93267"/>
                  </a:moveTo>
                  <a:cubicBezTo>
                    <a:pt x="122154" y="93701"/>
                    <a:pt x="121921" y="94301"/>
                    <a:pt x="121921" y="94935"/>
                  </a:cubicBezTo>
                  <a:lnTo>
                    <a:pt x="121921" y="122155"/>
                  </a:lnTo>
                  <a:lnTo>
                    <a:pt x="94701" y="122155"/>
                  </a:lnTo>
                  <a:cubicBezTo>
                    <a:pt x="94068" y="122155"/>
                    <a:pt x="93467" y="122388"/>
                    <a:pt x="93034" y="122822"/>
                  </a:cubicBezTo>
                  <a:lnTo>
                    <a:pt x="73786" y="142102"/>
                  </a:lnTo>
                  <a:lnTo>
                    <a:pt x="54506" y="122855"/>
                  </a:lnTo>
                  <a:cubicBezTo>
                    <a:pt x="54072" y="122388"/>
                    <a:pt x="53472" y="122155"/>
                    <a:pt x="52838" y="122155"/>
                  </a:cubicBezTo>
                  <a:lnTo>
                    <a:pt x="25619" y="122155"/>
                  </a:lnTo>
                  <a:lnTo>
                    <a:pt x="25619" y="94935"/>
                  </a:lnTo>
                  <a:cubicBezTo>
                    <a:pt x="25619" y="94301"/>
                    <a:pt x="25385" y="93701"/>
                    <a:pt x="24952" y="93267"/>
                  </a:cubicBezTo>
                  <a:lnTo>
                    <a:pt x="5671" y="74020"/>
                  </a:lnTo>
                  <a:lnTo>
                    <a:pt x="24952" y="54740"/>
                  </a:lnTo>
                  <a:cubicBezTo>
                    <a:pt x="25385" y="54306"/>
                    <a:pt x="25619" y="53706"/>
                    <a:pt x="25619" y="53105"/>
                  </a:cubicBezTo>
                  <a:lnTo>
                    <a:pt x="25619" y="25852"/>
                  </a:lnTo>
                  <a:lnTo>
                    <a:pt x="52838" y="25852"/>
                  </a:lnTo>
                  <a:cubicBezTo>
                    <a:pt x="53472" y="25852"/>
                    <a:pt x="54072" y="25619"/>
                    <a:pt x="54506" y="25185"/>
                  </a:cubicBezTo>
                  <a:lnTo>
                    <a:pt x="73786" y="5905"/>
                  </a:lnTo>
                  <a:lnTo>
                    <a:pt x="93034" y="25185"/>
                  </a:lnTo>
                  <a:cubicBezTo>
                    <a:pt x="93467" y="25619"/>
                    <a:pt x="94068" y="25852"/>
                    <a:pt x="94701" y="25852"/>
                  </a:cubicBezTo>
                  <a:lnTo>
                    <a:pt x="121921" y="25852"/>
                  </a:lnTo>
                  <a:lnTo>
                    <a:pt x="121921" y="53072"/>
                  </a:lnTo>
                  <a:cubicBezTo>
                    <a:pt x="121921" y="53706"/>
                    <a:pt x="122154" y="54306"/>
                    <a:pt x="122588" y="54740"/>
                  </a:cubicBezTo>
                  <a:lnTo>
                    <a:pt x="141868" y="73987"/>
                  </a:lnTo>
                  <a:close/>
                </a:path>
              </a:pathLst>
            </a:custGeom>
            <a:solidFill>
              <a:srgbClr val="9575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
  <p:cSld name="CUSTOM_17_1">
    <p:spTree>
      <p:nvGrpSpPr>
        <p:cNvPr id="178" name="Shape 178"/>
        <p:cNvGrpSpPr/>
        <p:nvPr/>
      </p:nvGrpSpPr>
      <p:grpSpPr>
        <a:xfrm>
          <a:off x="0" y="0"/>
          <a:ext cx="0" cy="0"/>
          <a:chOff x="0" y="0"/>
          <a:chExt cx="0" cy="0"/>
        </a:xfrm>
      </p:grpSpPr>
      <p:sp>
        <p:nvSpPr>
          <p:cNvPr id="179" name="Google Shape;179;p15"/>
          <p:cNvSpPr/>
          <p:nvPr/>
        </p:nvSpPr>
        <p:spPr>
          <a:xfrm flipH="1" rot="10800000">
            <a:off x="0" y="0"/>
            <a:ext cx="9144259" cy="5143463"/>
          </a:xfrm>
          <a:custGeom>
            <a:rect b="b" l="l" r="r" t="t"/>
            <a:pathLst>
              <a:path extrusionOk="0" h="123123" w="246310">
                <a:moveTo>
                  <a:pt x="245442" y="2136"/>
                </a:moveTo>
                <a:lnTo>
                  <a:pt x="244175" y="2136"/>
                </a:lnTo>
                <a:lnTo>
                  <a:pt x="244175" y="1035"/>
                </a:lnTo>
                <a:lnTo>
                  <a:pt x="244075" y="768"/>
                </a:lnTo>
                <a:lnTo>
                  <a:pt x="243274" y="1"/>
                </a:lnTo>
                <a:lnTo>
                  <a:pt x="243141" y="1"/>
                </a:lnTo>
                <a:lnTo>
                  <a:pt x="242173" y="1"/>
                </a:lnTo>
                <a:lnTo>
                  <a:pt x="240372" y="1"/>
                </a:lnTo>
                <a:lnTo>
                  <a:pt x="239238" y="1"/>
                </a:lnTo>
                <a:lnTo>
                  <a:pt x="231499" y="1"/>
                </a:lnTo>
                <a:lnTo>
                  <a:pt x="231332" y="1"/>
                </a:lnTo>
                <a:lnTo>
                  <a:pt x="230532" y="1"/>
                </a:lnTo>
                <a:lnTo>
                  <a:pt x="230365" y="1"/>
                </a:lnTo>
                <a:lnTo>
                  <a:pt x="222626" y="1"/>
                </a:lnTo>
                <a:lnTo>
                  <a:pt x="222626" y="1"/>
                </a:lnTo>
                <a:lnTo>
                  <a:pt x="221492" y="1"/>
                </a:lnTo>
                <a:lnTo>
                  <a:pt x="219691" y="1"/>
                </a:lnTo>
                <a:lnTo>
                  <a:pt x="218723" y="1"/>
                </a:lnTo>
                <a:lnTo>
                  <a:pt x="218557" y="1"/>
                </a:lnTo>
                <a:lnTo>
                  <a:pt x="217789" y="768"/>
                </a:lnTo>
                <a:lnTo>
                  <a:pt x="217689" y="1035"/>
                </a:lnTo>
                <a:lnTo>
                  <a:pt x="217689" y="2136"/>
                </a:lnTo>
                <a:lnTo>
                  <a:pt x="216422" y="2136"/>
                </a:lnTo>
                <a:lnTo>
                  <a:pt x="215521" y="3036"/>
                </a:lnTo>
                <a:lnTo>
                  <a:pt x="214654" y="2136"/>
                </a:lnTo>
                <a:lnTo>
                  <a:pt x="213386" y="2136"/>
                </a:lnTo>
                <a:lnTo>
                  <a:pt x="213386" y="1035"/>
                </a:lnTo>
                <a:lnTo>
                  <a:pt x="213286" y="768"/>
                </a:lnTo>
                <a:lnTo>
                  <a:pt x="212519" y="1"/>
                </a:lnTo>
                <a:lnTo>
                  <a:pt x="212352" y="1"/>
                </a:lnTo>
                <a:lnTo>
                  <a:pt x="211385" y="1"/>
                </a:lnTo>
                <a:lnTo>
                  <a:pt x="209584" y="1"/>
                </a:lnTo>
                <a:lnTo>
                  <a:pt x="208449" y="1"/>
                </a:lnTo>
                <a:lnTo>
                  <a:pt x="200710" y="1"/>
                </a:lnTo>
                <a:lnTo>
                  <a:pt x="200544" y="1"/>
                </a:lnTo>
                <a:lnTo>
                  <a:pt x="199743" y="1"/>
                </a:lnTo>
                <a:lnTo>
                  <a:pt x="199576" y="1"/>
                </a:lnTo>
                <a:lnTo>
                  <a:pt x="191837" y="1"/>
                </a:lnTo>
                <a:lnTo>
                  <a:pt x="190703" y="1"/>
                </a:lnTo>
                <a:lnTo>
                  <a:pt x="188902" y="1"/>
                </a:lnTo>
                <a:lnTo>
                  <a:pt x="187935" y="1"/>
                </a:lnTo>
                <a:lnTo>
                  <a:pt x="187801" y="1"/>
                </a:lnTo>
                <a:lnTo>
                  <a:pt x="187001" y="768"/>
                </a:lnTo>
                <a:lnTo>
                  <a:pt x="186901" y="1035"/>
                </a:lnTo>
                <a:lnTo>
                  <a:pt x="186901" y="2136"/>
                </a:lnTo>
                <a:lnTo>
                  <a:pt x="185633" y="2136"/>
                </a:lnTo>
                <a:lnTo>
                  <a:pt x="184766" y="3036"/>
                </a:lnTo>
                <a:lnTo>
                  <a:pt x="183865" y="2136"/>
                </a:lnTo>
                <a:lnTo>
                  <a:pt x="182598" y="2136"/>
                </a:lnTo>
                <a:lnTo>
                  <a:pt x="182598" y="1035"/>
                </a:lnTo>
                <a:lnTo>
                  <a:pt x="182497" y="768"/>
                </a:lnTo>
                <a:lnTo>
                  <a:pt x="181730" y="1"/>
                </a:lnTo>
                <a:lnTo>
                  <a:pt x="181563" y="1"/>
                </a:lnTo>
                <a:lnTo>
                  <a:pt x="180596" y="1"/>
                </a:lnTo>
                <a:lnTo>
                  <a:pt x="178795" y="1"/>
                </a:lnTo>
                <a:lnTo>
                  <a:pt x="177661" y="1"/>
                </a:lnTo>
                <a:lnTo>
                  <a:pt x="169922" y="1"/>
                </a:lnTo>
                <a:lnTo>
                  <a:pt x="169755" y="1"/>
                </a:lnTo>
                <a:lnTo>
                  <a:pt x="168954" y="1"/>
                </a:lnTo>
                <a:lnTo>
                  <a:pt x="168788" y="1"/>
                </a:lnTo>
                <a:lnTo>
                  <a:pt x="161049" y="1"/>
                </a:lnTo>
                <a:lnTo>
                  <a:pt x="159948" y="1"/>
                </a:lnTo>
                <a:lnTo>
                  <a:pt x="158113" y="1"/>
                </a:lnTo>
                <a:lnTo>
                  <a:pt x="157179" y="1"/>
                </a:lnTo>
                <a:lnTo>
                  <a:pt x="157013" y="1"/>
                </a:lnTo>
                <a:lnTo>
                  <a:pt x="156245" y="768"/>
                </a:lnTo>
                <a:lnTo>
                  <a:pt x="156112" y="1035"/>
                </a:lnTo>
                <a:lnTo>
                  <a:pt x="156112" y="2136"/>
                </a:lnTo>
                <a:lnTo>
                  <a:pt x="154844" y="2136"/>
                </a:lnTo>
                <a:lnTo>
                  <a:pt x="153944" y="3036"/>
                </a:lnTo>
                <a:lnTo>
                  <a:pt x="153076" y="2136"/>
                </a:lnTo>
                <a:lnTo>
                  <a:pt x="151809" y="2136"/>
                </a:lnTo>
                <a:lnTo>
                  <a:pt x="151809" y="1035"/>
                </a:lnTo>
                <a:lnTo>
                  <a:pt x="151675" y="768"/>
                </a:lnTo>
                <a:lnTo>
                  <a:pt x="150908" y="1"/>
                </a:lnTo>
                <a:lnTo>
                  <a:pt x="150741" y="1"/>
                </a:lnTo>
                <a:lnTo>
                  <a:pt x="149807" y="1"/>
                </a:lnTo>
                <a:lnTo>
                  <a:pt x="147973" y="1"/>
                </a:lnTo>
                <a:lnTo>
                  <a:pt x="146872" y="1"/>
                </a:lnTo>
                <a:lnTo>
                  <a:pt x="139133" y="1"/>
                </a:lnTo>
                <a:lnTo>
                  <a:pt x="138966" y="1"/>
                </a:lnTo>
                <a:lnTo>
                  <a:pt x="138166" y="1"/>
                </a:lnTo>
                <a:lnTo>
                  <a:pt x="137999" y="1"/>
                </a:lnTo>
                <a:lnTo>
                  <a:pt x="130260" y="1"/>
                </a:lnTo>
                <a:lnTo>
                  <a:pt x="129126" y="1"/>
                </a:lnTo>
                <a:lnTo>
                  <a:pt x="127325" y="1"/>
                </a:lnTo>
                <a:lnTo>
                  <a:pt x="126357" y="1"/>
                </a:lnTo>
                <a:lnTo>
                  <a:pt x="126191" y="1"/>
                </a:lnTo>
                <a:lnTo>
                  <a:pt x="125423" y="768"/>
                </a:lnTo>
                <a:lnTo>
                  <a:pt x="125323" y="1035"/>
                </a:lnTo>
                <a:lnTo>
                  <a:pt x="125323" y="2136"/>
                </a:lnTo>
                <a:lnTo>
                  <a:pt x="124056" y="2136"/>
                </a:lnTo>
                <a:lnTo>
                  <a:pt x="123155" y="3036"/>
                </a:lnTo>
                <a:lnTo>
                  <a:pt x="122254" y="2136"/>
                </a:lnTo>
                <a:lnTo>
                  <a:pt x="121020" y="2136"/>
                </a:lnTo>
                <a:lnTo>
                  <a:pt x="121020" y="1035"/>
                </a:lnTo>
                <a:lnTo>
                  <a:pt x="120887" y="768"/>
                </a:lnTo>
                <a:lnTo>
                  <a:pt x="120120" y="1"/>
                </a:lnTo>
                <a:lnTo>
                  <a:pt x="119953" y="1"/>
                </a:lnTo>
                <a:lnTo>
                  <a:pt x="119019" y="1"/>
                </a:lnTo>
                <a:lnTo>
                  <a:pt x="117184" y="1"/>
                </a:lnTo>
                <a:lnTo>
                  <a:pt x="116083" y="1"/>
                </a:lnTo>
                <a:lnTo>
                  <a:pt x="108311" y="1"/>
                </a:lnTo>
                <a:lnTo>
                  <a:pt x="108144" y="1"/>
                </a:lnTo>
                <a:lnTo>
                  <a:pt x="107377" y="1"/>
                </a:lnTo>
                <a:lnTo>
                  <a:pt x="107210" y="1"/>
                </a:lnTo>
                <a:lnTo>
                  <a:pt x="99472" y="1"/>
                </a:lnTo>
                <a:lnTo>
                  <a:pt x="98337" y="1"/>
                </a:lnTo>
                <a:lnTo>
                  <a:pt x="96536" y="1"/>
                </a:lnTo>
                <a:lnTo>
                  <a:pt x="95569" y="1"/>
                </a:lnTo>
                <a:lnTo>
                  <a:pt x="95402" y="1"/>
                </a:lnTo>
                <a:lnTo>
                  <a:pt x="94635" y="768"/>
                </a:lnTo>
                <a:lnTo>
                  <a:pt x="94535" y="1035"/>
                </a:lnTo>
                <a:lnTo>
                  <a:pt x="94535" y="2136"/>
                </a:lnTo>
                <a:lnTo>
                  <a:pt x="93267" y="2136"/>
                </a:lnTo>
                <a:lnTo>
                  <a:pt x="92366" y="3036"/>
                </a:lnTo>
                <a:lnTo>
                  <a:pt x="91499" y="2136"/>
                </a:lnTo>
                <a:lnTo>
                  <a:pt x="90232" y="2136"/>
                </a:lnTo>
                <a:lnTo>
                  <a:pt x="90232" y="1035"/>
                </a:lnTo>
                <a:lnTo>
                  <a:pt x="90098" y="768"/>
                </a:lnTo>
                <a:lnTo>
                  <a:pt x="89331" y="1"/>
                </a:lnTo>
                <a:lnTo>
                  <a:pt x="89164" y="1"/>
                </a:lnTo>
                <a:lnTo>
                  <a:pt x="88197" y="1"/>
                </a:lnTo>
                <a:lnTo>
                  <a:pt x="86396" y="1"/>
                </a:lnTo>
                <a:lnTo>
                  <a:pt x="85295" y="1"/>
                </a:lnTo>
                <a:lnTo>
                  <a:pt x="77523" y="1"/>
                </a:lnTo>
                <a:lnTo>
                  <a:pt x="77356" y="1"/>
                </a:lnTo>
                <a:lnTo>
                  <a:pt x="76589" y="1"/>
                </a:lnTo>
                <a:lnTo>
                  <a:pt x="76422" y="1"/>
                </a:lnTo>
                <a:lnTo>
                  <a:pt x="68650" y="1"/>
                </a:lnTo>
                <a:lnTo>
                  <a:pt x="67549" y="1"/>
                </a:lnTo>
                <a:lnTo>
                  <a:pt x="65714" y="1"/>
                </a:lnTo>
                <a:lnTo>
                  <a:pt x="64780" y="1"/>
                </a:lnTo>
                <a:lnTo>
                  <a:pt x="64613" y="1"/>
                </a:lnTo>
                <a:lnTo>
                  <a:pt x="63846" y="768"/>
                </a:lnTo>
                <a:lnTo>
                  <a:pt x="63713" y="1035"/>
                </a:lnTo>
                <a:lnTo>
                  <a:pt x="63713" y="2136"/>
                </a:lnTo>
                <a:lnTo>
                  <a:pt x="62478" y="2136"/>
                </a:lnTo>
                <a:lnTo>
                  <a:pt x="61578" y="3036"/>
                </a:lnTo>
                <a:lnTo>
                  <a:pt x="60677" y="2136"/>
                </a:lnTo>
                <a:lnTo>
                  <a:pt x="59443" y="2136"/>
                </a:lnTo>
                <a:lnTo>
                  <a:pt x="59443" y="1035"/>
                </a:lnTo>
                <a:lnTo>
                  <a:pt x="59310" y="768"/>
                </a:lnTo>
                <a:lnTo>
                  <a:pt x="58542" y="1"/>
                </a:lnTo>
                <a:lnTo>
                  <a:pt x="58376" y="1"/>
                </a:lnTo>
                <a:lnTo>
                  <a:pt x="57408" y="1"/>
                </a:lnTo>
                <a:lnTo>
                  <a:pt x="55607" y="1"/>
                </a:lnTo>
                <a:lnTo>
                  <a:pt x="54506" y="1"/>
                </a:lnTo>
                <a:lnTo>
                  <a:pt x="46734" y="1"/>
                </a:lnTo>
                <a:lnTo>
                  <a:pt x="46567" y="1"/>
                </a:lnTo>
                <a:lnTo>
                  <a:pt x="45767" y="1"/>
                </a:lnTo>
                <a:lnTo>
                  <a:pt x="45600" y="1"/>
                </a:lnTo>
                <a:lnTo>
                  <a:pt x="37861" y="1"/>
                </a:lnTo>
                <a:lnTo>
                  <a:pt x="36760" y="1"/>
                </a:lnTo>
                <a:lnTo>
                  <a:pt x="34925" y="1"/>
                </a:lnTo>
                <a:lnTo>
                  <a:pt x="33991" y="1"/>
                </a:lnTo>
                <a:lnTo>
                  <a:pt x="33825" y="1"/>
                </a:lnTo>
                <a:lnTo>
                  <a:pt x="33057" y="768"/>
                </a:lnTo>
                <a:lnTo>
                  <a:pt x="32924" y="1035"/>
                </a:lnTo>
                <a:lnTo>
                  <a:pt x="32924" y="2136"/>
                </a:lnTo>
                <a:lnTo>
                  <a:pt x="31690" y="2136"/>
                </a:lnTo>
                <a:lnTo>
                  <a:pt x="30789" y="3036"/>
                </a:lnTo>
                <a:lnTo>
                  <a:pt x="29889" y="2136"/>
                </a:lnTo>
                <a:lnTo>
                  <a:pt x="28654" y="2136"/>
                </a:lnTo>
                <a:lnTo>
                  <a:pt x="28654" y="1035"/>
                </a:lnTo>
                <a:lnTo>
                  <a:pt x="28521" y="768"/>
                </a:lnTo>
                <a:lnTo>
                  <a:pt x="27754" y="1"/>
                </a:lnTo>
                <a:lnTo>
                  <a:pt x="27587" y="1"/>
                </a:lnTo>
                <a:lnTo>
                  <a:pt x="26620" y="1"/>
                </a:lnTo>
                <a:lnTo>
                  <a:pt x="24818" y="1"/>
                </a:lnTo>
                <a:lnTo>
                  <a:pt x="23684" y="1"/>
                </a:lnTo>
                <a:lnTo>
                  <a:pt x="23684" y="1"/>
                </a:lnTo>
                <a:lnTo>
                  <a:pt x="15945" y="1"/>
                </a:lnTo>
                <a:lnTo>
                  <a:pt x="15778" y="1"/>
                </a:lnTo>
                <a:lnTo>
                  <a:pt x="14978" y="1"/>
                </a:lnTo>
                <a:lnTo>
                  <a:pt x="14811" y="1"/>
                </a:lnTo>
                <a:lnTo>
                  <a:pt x="7072" y="1"/>
                </a:lnTo>
                <a:lnTo>
                  <a:pt x="5938" y="1"/>
                </a:lnTo>
                <a:lnTo>
                  <a:pt x="4137" y="1"/>
                </a:lnTo>
                <a:lnTo>
                  <a:pt x="3169" y="1"/>
                </a:lnTo>
                <a:lnTo>
                  <a:pt x="3036" y="1"/>
                </a:lnTo>
                <a:lnTo>
                  <a:pt x="2235" y="768"/>
                </a:lnTo>
                <a:lnTo>
                  <a:pt x="2135" y="1035"/>
                </a:lnTo>
                <a:lnTo>
                  <a:pt x="2135" y="2136"/>
                </a:lnTo>
                <a:lnTo>
                  <a:pt x="868" y="2136"/>
                </a:lnTo>
                <a:lnTo>
                  <a:pt x="0" y="3036"/>
                </a:lnTo>
                <a:lnTo>
                  <a:pt x="0" y="3203"/>
                </a:lnTo>
                <a:lnTo>
                  <a:pt x="0" y="4137"/>
                </a:lnTo>
                <a:lnTo>
                  <a:pt x="0" y="5972"/>
                </a:lnTo>
                <a:lnTo>
                  <a:pt x="0" y="7073"/>
                </a:lnTo>
                <a:lnTo>
                  <a:pt x="0" y="14845"/>
                </a:lnTo>
                <a:lnTo>
                  <a:pt x="0" y="14978"/>
                </a:lnTo>
                <a:lnTo>
                  <a:pt x="0" y="15779"/>
                </a:lnTo>
                <a:lnTo>
                  <a:pt x="0" y="15946"/>
                </a:lnTo>
                <a:lnTo>
                  <a:pt x="0" y="23685"/>
                </a:lnTo>
                <a:lnTo>
                  <a:pt x="0" y="24819"/>
                </a:lnTo>
                <a:lnTo>
                  <a:pt x="0" y="26620"/>
                </a:lnTo>
                <a:lnTo>
                  <a:pt x="0" y="27587"/>
                </a:lnTo>
                <a:lnTo>
                  <a:pt x="0" y="27754"/>
                </a:lnTo>
                <a:lnTo>
                  <a:pt x="868" y="28621"/>
                </a:lnTo>
                <a:lnTo>
                  <a:pt x="2135" y="28621"/>
                </a:lnTo>
                <a:lnTo>
                  <a:pt x="2135" y="29722"/>
                </a:lnTo>
                <a:lnTo>
                  <a:pt x="2235" y="30022"/>
                </a:lnTo>
                <a:lnTo>
                  <a:pt x="3036" y="30790"/>
                </a:lnTo>
                <a:lnTo>
                  <a:pt x="2235" y="31557"/>
                </a:lnTo>
                <a:lnTo>
                  <a:pt x="2135" y="31824"/>
                </a:lnTo>
                <a:lnTo>
                  <a:pt x="2135" y="32924"/>
                </a:lnTo>
                <a:lnTo>
                  <a:pt x="868" y="32924"/>
                </a:lnTo>
                <a:lnTo>
                  <a:pt x="0" y="33825"/>
                </a:lnTo>
                <a:lnTo>
                  <a:pt x="0" y="33959"/>
                </a:lnTo>
                <a:lnTo>
                  <a:pt x="0" y="34926"/>
                </a:lnTo>
                <a:lnTo>
                  <a:pt x="0" y="36727"/>
                </a:lnTo>
                <a:lnTo>
                  <a:pt x="0" y="37861"/>
                </a:lnTo>
                <a:lnTo>
                  <a:pt x="0" y="45600"/>
                </a:lnTo>
                <a:lnTo>
                  <a:pt x="0" y="45767"/>
                </a:lnTo>
                <a:lnTo>
                  <a:pt x="0" y="46568"/>
                </a:lnTo>
                <a:lnTo>
                  <a:pt x="0" y="46734"/>
                </a:lnTo>
                <a:lnTo>
                  <a:pt x="0" y="54473"/>
                </a:lnTo>
                <a:lnTo>
                  <a:pt x="0" y="55607"/>
                </a:lnTo>
                <a:lnTo>
                  <a:pt x="0" y="57409"/>
                </a:lnTo>
                <a:lnTo>
                  <a:pt x="0" y="58376"/>
                </a:lnTo>
                <a:lnTo>
                  <a:pt x="0" y="58509"/>
                </a:lnTo>
                <a:lnTo>
                  <a:pt x="868" y="59410"/>
                </a:lnTo>
                <a:lnTo>
                  <a:pt x="2135" y="59410"/>
                </a:lnTo>
                <a:lnTo>
                  <a:pt x="2135" y="60511"/>
                </a:lnTo>
                <a:lnTo>
                  <a:pt x="2235" y="60778"/>
                </a:lnTo>
                <a:lnTo>
                  <a:pt x="3036" y="61545"/>
                </a:lnTo>
                <a:lnTo>
                  <a:pt x="2235" y="62312"/>
                </a:lnTo>
                <a:lnTo>
                  <a:pt x="2135" y="62612"/>
                </a:lnTo>
                <a:lnTo>
                  <a:pt x="2135" y="63713"/>
                </a:lnTo>
                <a:lnTo>
                  <a:pt x="868" y="63713"/>
                </a:lnTo>
                <a:lnTo>
                  <a:pt x="0" y="64580"/>
                </a:lnTo>
                <a:lnTo>
                  <a:pt x="0" y="64747"/>
                </a:lnTo>
                <a:lnTo>
                  <a:pt x="0" y="65715"/>
                </a:lnTo>
                <a:lnTo>
                  <a:pt x="0" y="67516"/>
                </a:lnTo>
                <a:lnTo>
                  <a:pt x="0" y="68650"/>
                </a:lnTo>
                <a:lnTo>
                  <a:pt x="0" y="76389"/>
                </a:lnTo>
                <a:lnTo>
                  <a:pt x="0" y="76556"/>
                </a:lnTo>
                <a:lnTo>
                  <a:pt x="0" y="77356"/>
                </a:lnTo>
                <a:lnTo>
                  <a:pt x="0" y="77490"/>
                </a:lnTo>
                <a:lnTo>
                  <a:pt x="0" y="85262"/>
                </a:lnTo>
                <a:lnTo>
                  <a:pt x="0" y="86363"/>
                </a:lnTo>
                <a:lnTo>
                  <a:pt x="0" y="88197"/>
                </a:lnTo>
                <a:lnTo>
                  <a:pt x="0" y="89131"/>
                </a:lnTo>
                <a:lnTo>
                  <a:pt x="0" y="89298"/>
                </a:lnTo>
                <a:lnTo>
                  <a:pt x="868" y="90199"/>
                </a:lnTo>
                <a:lnTo>
                  <a:pt x="2135" y="90199"/>
                </a:lnTo>
                <a:lnTo>
                  <a:pt x="2135" y="91266"/>
                </a:lnTo>
                <a:lnTo>
                  <a:pt x="2235" y="91566"/>
                </a:lnTo>
                <a:lnTo>
                  <a:pt x="3036" y="92334"/>
                </a:lnTo>
                <a:lnTo>
                  <a:pt x="2235" y="93101"/>
                </a:lnTo>
                <a:lnTo>
                  <a:pt x="2135" y="93368"/>
                </a:lnTo>
                <a:lnTo>
                  <a:pt x="2135" y="94469"/>
                </a:lnTo>
                <a:lnTo>
                  <a:pt x="868" y="94469"/>
                </a:lnTo>
                <a:lnTo>
                  <a:pt x="0" y="95369"/>
                </a:lnTo>
                <a:lnTo>
                  <a:pt x="0" y="95536"/>
                </a:lnTo>
                <a:lnTo>
                  <a:pt x="0" y="96470"/>
                </a:lnTo>
                <a:lnTo>
                  <a:pt x="0" y="98305"/>
                </a:lnTo>
                <a:lnTo>
                  <a:pt x="0" y="99405"/>
                </a:lnTo>
                <a:lnTo>
                  <a:pt x="0" y="107178"/>
                </a:lnTo>
                <a:lnTo>
                  <a:pt x="0" y="107311"/>
                </a:lnTo>
                <a:lnTo>
                  <a:pt x="0" y="108112"/>
                </a:lnTo>
                <a:lnTo>
                  <a:pt x="0" y="108278"/>
                </a:lnTo>
                <a:lnTo>
                  <a:pt x="0" y="116017"/>
                </a:lnTo>
                <a:lnTo>
                  <a:pt x="0" y="117151"/>
                </a:lnTo>
                <a:lnTo>
                  <a:pt x="0" y="118953"/>
                </a:lnTo>
                <a:lnTo>
                  <a:pt x="0" y="119920"/>
                </a:lnTo>
                <a:lnTo>
                  <a:pt x="0" y="120087"/>
                </a:lnTo>
                <a:lnTo>
                  <a:pt x="868" y="120954"/>
                </a:lnTo>
                <a:lnTo>
                  <a:pt x="2135" y="120954"/>
                </a:lnTo>
                <a:lnTo>
                  <a:pt x="2135" y="122055"/>
                </a:lnTo>
                <a:lnTo>
                  <a:pt x="2235" y="122355"/>
                </a:lnTo>
                <a:lnTo>
                  <a:pt x="3036" y="123122"/>
                </a:lnTo>
                <a:lnTo>
                  <a:pt x="3169" y="123122"/>
                </a:lnTo>
                <a:lnTo>
                  <a:pt x="4137" y="123122"/>
                </a:lnTo>
                <a:lnTo>
                  <a:pt x="5938" y="123122"/>
                </a:lnTo>
                <a:lnTo>
                  <a:pt x="7072" y="123122"/>
                </a:lnTo>
                <a:lnTo>
                  <a:pt x="14811" y="123122"/>
                </a:lnTo>
                <a:lnTo>
                  <a:pt x="14978" y="123122"/>
                </a:lnTo>
                <a:lnTo>
                  <a:pt x="15778" y="123122"/>
                </a:lnTo>
                <a:lnTo>
                  <a:pt x="15945" y="123122"/>
                </a:lnTo>
                <a:lnTo>
                  <a:pt x="23684" y="123122"/>
                </a:lnTo>
                <a:lnTo>
                  <a:pt x="23684" y="123122"/>
                </a:lnTo>
                <a:lnTo>
                  <a:pt x="24818" y="123122"/>
                </a:lnTo>
                <a:lnTo>
                  <a:pt x="26620" y="123122"/>
                </a:lnTo>
                <a:lnTo>
                  <a:pt x="27587" y="123122"/>
                </a:lnTo>
                <a:lnTo>
                  <a:pt x="27754" y="123122"/>
                </a:lnTo>
                <a:lnTo>
                  <a:pt x="28521" y="122355"/>
                </a:lnTo>
                <a:lnTo>
                  <a:pt x="28621" y="122055"/>
                </a:lnTo>
                <a:lnTo>
                  <a:pt x="28621" y="120954"/>
                </a:lnTo>
                <a:lnTo>
                  <a:pt x="29889" y="120954"/>
                </a:lnTo>
                <a:lnTo>
                  <a:pt x="30789" y="120087"/>
                </a:lnTo>
                <a:lnTo>
                  <a:pt x="31656" y="120954"/>
                </a:lnTo>
                <a:lnTo>
                  <a:pt x="32924" y="120954"/>
                </a:lnTo>
                <a:lnTo>
                  <a:pt x="32924" y="122055"/>
                </a:lnTo>
                <a:lnTo>
                  <a:pt x="33024" y="122355"/>
                </a:lnTo>
                <a:lnTo>
                  <a:pt x="33825" y="123122"/>
                </a:lnTo>
                <a:lnTo>
                  <a:pt x="33958" y="123122"/>
                </a:lnTo>
                <a:lnTo>
                  <a:pt x="34925" y="123122"/>
                </a:lnTo>
                <a:lnTo>
                  <a:pt x="36727" y="123122"/>
                </a:lnTo>
                <a:lnTo>
                  <a:pt x="37861" y="123122"/>
                </a:lnTo>
                <a:lnTo>
                  <a:pt x="45600" y="123122"/>
                </a:lnTo>
                <a:lnTo>
                  <a:pt x="45767" y="123122"/>
                </a:lnTo>
                <a:lnTo>
                  <a:pt x="46567" y="123122"/>
                </a:lnTo>
                <a:lnTo>
                  <a:pt x="46734" y="123122"/>
                </a:lnTo>
                <a:lnTo>
                  <a:pt x="54473" y="123122"/>
                </a:lnTo>
                <a:lnTo>
                  <a:pt x="55607" y="123122"/>
                </a:lnTo>
                <a:lnTo>
                  <a:pt x="57408" y="123122"/>
                </a:lnTo>
                <a:lnTo>
                  <a:pt x="58376" y="123122"/>
                </a:lnTo>
                <a:lnTo>
                  <a:pt x="58542" y="123122"/>
                </a:lnTo>
                <a:lnTo>
                  <a:pt x="59310" y="122355"/>
                </a:lnTo>
                <a:lnTo>
                  <a:pt x="59410" y="122055"/>
                </a:lnTo>
                <a:lnTo>
                  <a:pt x="59410" y="120954"/>
                </a:lnTo>
                <a:lnTo>
                  <a:pt x="60677" y="120954"/>
                </a:lnTo>
                <a:lnTo>
                  <a:pt x="61578" y="120087"/>
                </a:lnTo>
                <a:lnTo>
                  <a:pt x="62445" y="120954"/>
                </a:lnTo>
                <a:lnTo>
                  <a:pt x="63713" y="120954"/>
                </a:lnTo>
                <a:lnTo>
                  <a:pt x="63713" y="122055"/>
                </a:lnTo>
                <a:lnTo>
                  <a:pt x="63813" y="122355"/>
                </a:lnTo>
                <a:lnTo>
                  <a:pt x="64613" y="123122"/>
                </a:lnTo>
                <a:lnTo>
                  <a:pt x="64747" y="123122"/>
                </a:lnTo>
                <a:lnTo>
                  <a:pt x="65714" y="123122"/>
                </a:lnTo>
                <a:lnTo>
                  <a:pt x="67515" y="123122"/>
                </a:lnTo>
                <a:lnTo>
                  <a:pt x="68650" y="123122"/>
                </a:lnTo>
                <a:lnTo>
                  <a:pt x="76388" y="123122"/>
                </a:lnTo>
                <a:lnTo>
                  <a:pt x="76555" y="123122"/>
                </a:lnTo>
                <a:lnTo>
                  <a:pt x="77356" y="123122"/>
                </a:lnTo>
                <a:lnTo>
                  <a:pt x="77523" y="123122"/>
                </a:lnTo>
                <a:lnTo>
                  <a:pt x="85261" y="123122"/>
                </a:lnTo>
                <a:lnTo>
                  <a:pt x="86362" y="123122"/>
                </a:lnTo>
                <a:lnTo>
                  <a:pt x="88197" y="123122"/>
                </a:lnTo>
                <a:lnTo>
                  <a:pt x="89131" y="123122"/>
                </a:lnTo>
                <a:lnTo>
                  <a:pt x="89298" y="123122"/>
                </a:lnTo>
                <a:lnTo>
                  <a:pt x="90065" y="122355"/>
                </a:lnTo>
                <a:lnTo>
                  <a:pt x="90198" y="122055"/>
                </a:lnTo>
                <a:lnTo>
                  <a:pt x="90198" y="120954"/>
                </a:lnTo>
                <a:lnTo>
                  <a:pt x="91466" y="120954"/>
                </a:lnTo>
                <a:lnTo>
                  <a:pt x="92333" y="120087"/>
                </a:lnTo>
                <a:lnTo>
                  <a:pt x="93234" y="120954"/>
                </a:lnTo>
                <a:lnTo>
                  <a:pt x="94501" y="120954"/>
                </a:lnTo>
                <a:lnTo>
                  <a:pt x="94501" y="122055"/>
                </a:lnTo>
                <a:lnTo>
                  <a:pt x="94601" y="122355"/>
                </a:lnTo>
                <a:lnTo>
                  <a:pt x="95369" y="123122"/>
                </a:lnTo>
                <a:lnTo>
                  <a:pt x="95535" y="123122"/>
                </a:lnTo>
                <a:lnTo>
                  <a:pt x="96503" y="123122"/>
                </a:lnTo>
                <a:lnTo>
                  <a:pt x="98304" y="123122"/>
                </a:lnTo>
                <a:lnTo>
                  <a:pt x="99438" y="123122"/>
                </a:lnTo>
                <a:lnTo>
                  <a:pt x="107177" y="123122"/>
                </a:lnTo>
                <a:lnTo>
                  <a:pt x="107344" y="123122"/>
                </a:lnTo>
                <a:lnTo>
                  <a:pt x="108111" y="123122"/>
                </a:lnTo>
                <a:lnTo>
                  <a:pt x="108278" y="123122"/>
                </a:lnTo>
                <a:lnTo>
                  <a:pt x="116050" y="123122"/>
                </a:lnTo>
                <a:lnTo>
                  <a:pt x="117151" y="123122"/>
                </a:lnTo>
                <a:lnTo>
                  <a:pt x="118985" y="123122"/>
                </a:lnTo>
                <a:lnTo>
                  <a:pt x="119919" y="123122"/>
                </a:lnTo>
                <a:lnTo>
                  <a:pt x="120086" y="123122"/>
                </a:lnTo>
                <a:lnTo>
                  <a:pt x="120853" y="122355"/>
                </a:lnTo>
                <a:lnTo>
                  <a:pt x="120987" y="122055"/>
                </a:lnTo>
                <a:lnTo>
                  <a:pt x="120987" y="120954"/>
                </a:lnTo>
                <a:lnTo>
                  <a:pt x="122221" y="120954"/>
                </a:lnTo>
                <a:lnTo>
                  <a:pt x="123122" y="120087"/>
                </a:lnTo>
                <a:lnTo>
                  <a:pt x="124022" y="120954"/>
                </a:lnTo>
                <a:lnTo>
                  <a:pt x="125257" y="120954"/>
                </a:lnTo>
                <a:lnTo>
                  <a:pt x="125257" y="122055"/>
                </a:lnTo>
                <a:lnTo>
                  <a:pt x="125390" y="122355"/>
                </a:lnTo>
                <a:lnTo>
                  <a:pt x="126157" y="123122"/>
                </a:lnTo>
                <a:lnTo>
                  <a:pt x="126324" y="123122"/>
                </a:lnTo>
                <a:lnTo>
                  <a:pt x="127291" y="123122"/>
                </a:lnTo>
                <a:lnTo>
                  <a:pt x="129093" y="123122"/>
                </a:lnTo>
                <a:lnTo>
                  <a:pt x="130193" y="123122"/>
                </a:lnTo>
                <a:lnTo>
                  <a:pt x="137966" y="123122"/>
                </a:lnTo>
                <a:lnTo>
                  <a:pt x="138132" y="123122"/>
                </a:lnTo>
                <a:lnTo>
                  <a:pt x="138900" y="123122"/>
                </a:lnTo>
                <a:lnTo>
                  <a:pt x="139066" y="123122"/>
                </a:lnTo>
                <a:lnTo>
                  <a:pt x="146839" y="123122"/>
                </a:lnTo>
                <a:lnTo>
                  <a:pt x="147939" y="123122"/>
                </a:lnTo>
                <a:lnTo>
                  <a:pt x="149741" y="123122"/>
                </a:lnTo>
                <a:lnTo>
                  <a:pt x="150708" y="123122"/>
                </a:lnTo>
                <a:lnTo>
                  <a:pt x="150875" y="123122"/>
                </a:lnTo>
                <a:lnTo>
                  <a:pt x="151642" y="122355"/>
                </a:lnTo>
                <a:lnTo>
                  <a:pt x="151776" y="122055"/>
                </a:lnTo>
                <a:lnTo>
                  <a:pt x="151776" y="120954"/>
                </a:lnTo>
                <a:lnTo>
                  <a:pt x="153010" y="120954"/>
                </a:lnTo>
                <a:lnTo>
                  <a:pt x="153910" y="120087"/>
                </a:lnTo>
                <a:lnTo>
                  <a:pt x="154778" y="120954"/>
                </a:lnTo>
                <a:lnTo>
                  <a:pt x="156112" y="120954"/>
                </a:lnTo>
                <a:lnTo>
                  <a:pt x="156112" y="122055"/>
                </a:lnTo>
                <a:lnTo>
                  <a:pt x="156212" y="122355"/>
                </a:lnTo>
                <a:lnTo>
                  <a:pt x="156979" y="123122"/>
                </a:lnTo>
                <a:lnTo>
                  <a:pt x="157146" y="123122"/>
                </a:lnTo>
                <a:lnTo>
                  <a:pt x="158113" y="123122"/>
                </a:lnTo>
                <a:lnTo>
                  <a:pt x="159915" y="123122"/>
                </a:lnTo>
                <a:lnTo>
                  <a:pt x="161049" y="123122"/>
                </a:lnTo>
                <a:lnTo>
                  <a:pt x="168788" y="123122"/>
                </a:lnTo>
                <a:lnTo>
                  <a:pt x="168954" y="123122"/>
                </a:lnTo>
                <a:lnTo>
                  <a:pt x="169722" y="123122"/>
                </a:lnTo>
                <a:lnTo>
                  <a:pt x="169888" y="123122"/>
                </a:lnTo>
                <a:lnTo>
                  <a:pt x="177661" y="123122"/>
                </a:lnTo>
                <a:lnTo>
                  <a:pt x="178761" y="123122"/>
                </a:lnTo>
                <a:lnTo>
                  <a:pt x="180596" y="123122"/>
                </a:lnTo>
                <a:lnTo>
                  <a:pt x="181530" y="123122"/>
                </a:lnTo>
                <a:lnTo>
                  <a:pt x="181697" y="123122"/>
                </a:lnTo>
                <a:lnTo>
                  <a:pt x="182464" y="122355"/>
                </a:lnTo>
                <a:lnTo>
                  <a:pt x="182598" y="122055"/>
                </a:lnTo>
                <a:lnTo>
                  <a:pt x="182598" y="120954"/>
                </a:lnTo>
                <a:lnTo>
                  <a:pt x="183832" y="120954"/>
                </a:lnTo>
                <a:lnTo>
                  <a:pt x="184732" y="120087"/>
                </a:lnTo>
                <a:lnTo>
                  <a:pt x="185633" y="120954"/>
                </a:lnTo>
                <a:lnTo>
                  <a:pt x="186867" y="120954"/>
                </a:lnTo>
                <a:lnTo>
                  <a:pt x="186867" y="122055"/>
                </a:lnTo>
                <a:lnTo>
                  <a:pt x="187001" y="122355"/>
                </a:lnTo>
                <a:lnTo>
                  <a:pt x="187768" y="123122"/>
                </a:lnTo>
                <a:lnTo>
                  <a:pt x="187935" y="123122"/>
                </a:lnTo>
                <a:lnTo>
                  <a:pt x="188869" y="123122"/>
                </a:lnTo>
                <a:lnTo>
                  <a:pt x="190703" y="123122"/>
                </a:lnTo>
                <a:lnTo>
                  <a:pt x="191804" y="123122"/>
                </a:lnTo>
                <a:lnTo>
                  <a:pt x="199576" y="123122"/>
                </a:lnTo>
                <a:lnTo>
                  <a:pt x="199743" y="123122"/>
                </a:lnTo>
                <a:lnTo>
                  <a:pt x="200510" y="123122"/>
                </a:lnTo>
                <a:lnTo>
                  <a:pt x="200677" y="123122"/>
                </a:lnTo>
                <a:lnTo>
                  <a:pt x="208449" y="123122"/>
                </a:lnTo>
                <a:lnTo>
                  <a:pt x="209550" y="123122"/>
                </a:lnTo>
                <a:lnTo>
                  <a:pt x="211351" y="123122"/>
                </a:lnTo>
                <a:lnTo>
                  <a:pt x="212319" y="123122"/>
                </a:lnTo>
                <a:lnTo>
                  <a:pt x="212486" y="123122"/>
                </a:lnTo>
                <a:lnTo>
                  <a:pt x="213253" y="122355"/>
                </a:lnTo>
                <a:lnTo>
                  <a:pt x="213386" y="122055"/>
                </a:lnTo>
                <a:lnTo>
                  <a:pt x="213386" y="120954"/>
                </a:lnTo>
                <a:lnTo>
                  <a:pt x="214620" y="120954"/>
                </a:lnTo>
                <a:lnTo>
                  <a:pt x="215521" y="120087"/>
                </a:lnTo>
                <a:lnTo>
                  <a:pt x="216388" y="120954"/>
                </a:lnTo>
                <a:lnTo>
                  <a:pt x="217656" y="120954"/>
                </a:lnTo>
                <a:lnTo>
                  <a:pt x="217656" y="122055"/>
                </a:lnTo>
                <a:lnTo>
                  <a:pt x="217789" y="122355"/>
                </a:lnTo>
                <a:lnTo>
                  <a:pt x="218557" y="123122"/>
                </a:lnTo>
                <a:lnTo>
                  <a:pt x="218723" y="123122"/>
                </a:lnTo>
                <a:lnTo>
                  <a:pt x="219657" y="123122"/>
                </a:lnTo>
                <a:lnTo>
                  <a:pt x="221492" y="123122"/>
                </a:lnTo>
                <a:lnTo>
                  <a:pt x="222593" y="123122"/>
                </a:lnTo>
                <a:lnTo>
                  <a:pt x="222593" y="123122"/>
                </a:lnTo>
                <a:lnTo>
                  <a:pt x="230365" y="123122"/>
                </a:lnTo>
                <a:lnTo>
                  <a:pt x="230498" y="123122"/>
                </a:lnTo>
                <a:lnTo>
                  <a:pt x="231299" y="123122"/>
                </a:lnTo>
                <a:lnTo>
                  <a:pt x="231466" y="123122"/>
                </a:lnTo>
                <a:lnTo>
                  <a:pt x="239205" y="123122"/>
                </a:lnTo>
                <a:lnTo>
                  <a:pt x="240339" y="123122"/>
                </a:lnTo>
                <a:lnTo>
                  <a:pt x="242140" y="123122"/>
                </a:lnTo>
                <a:lnTo>
                  <a:pt x="243107" y="123122"/>
                </a:lnTo>
                <a:lnTo>
                  <a:pt x="243274" y="123122"/>
                </a:lnTo>
                <a:lnTo>
                  <a:pt x="244041" y="122355"/>
                </a:lnTo>
                <a:lnTo>
                  <a:pt x="244142" y="122055"/>
                </a:lnTo>
                <a:lnTo>
                  <a:pt x="244142" y="120954"/>
                </a:lnTo>
                <a:lnTo>
                  <a:pt x="245409" y="120954"/>
                </a:lnTo>
                <a:lnTo>
                  <a:pt x="246310" y="120087"/>
                </a:lnTo>
                <a:lnTo>
                  <a:pt x="246310" y="119920"/>
                </a:lnTo>
                <a:lnTo>
                  <a:pt x="246310" y="118953"/>
                </a:lnTo>
                <a:lnTo>
                  <a:pt x="246310" y="117151"/>
                </a:lnTo>
                <a:lnTo>
                  <a:pt x="246310" y="116017"/>
                </a:lnTo>
                <a:lnTo>
                  <a:pt x="246310" y="108278"/>
                </a:lnTo>
                <a:lnTo>
                  <a:pt x="246310" y="108112"/>
                </a:lnTo>
                <a:lnTo>
                  <a:pt x="246310" y="107311"/>
                </a:lnTo>
                <a:lnTo>
                  <a:pt x="246310" y="107178"/>
                </a:lnTo>
                <a:lnTo>
                  <a:pt x="246310" y="99405"/>
                </a:lnTo>
                <a:lnTo>
                  <a:pt x="246310" y="98305"/>
                </a:lnTo>
                <a:lnTo>
                  <a:pt x="246310" y="96470"/>
                </a:lnTo>
                <a:lnTo>
                  <a:pt x="246310" y="95536"/>
                </a:lnTo>
                <a:lnTo>
                  <a:pt x="246310" y="95369"/>
                </a:lnTo>
                <a:lnTo>
                  <a:pt x="245409" y="94469"/>
                </a:lnTo>
                <a:lnTo>
                  <a:pt x="244142" y="94469"/>
                </a:lnTo>
                <a:lnTo>
                  <a:pt x="244142" y="93368"/>
                </a:lnTo>
                <a:lnTo>
                  <a:pt x="244041" y="93101"/>
                </a:lnTo>
                <a:lnTo>
                  <a:pt x="243274" y="92334"/>
                </a:lnTo>
                <a:lnTo>
                  <a:pt x="244041" y="91566"/>
                </a:lnTo>
                <a:lnTo>
                  <a:pt x="244142" y="91266"/>
                </a:lnTo>
                <a:lnTo>
                  <a:pt x="244142" y="90199"/>
                </a:lnTo>
                <a:lnTo>
                  <a:pt x="245409" y="90199"/>
                </a:lnTo>
                <a:lnTo>
                  <a:pt x="246310" y="89298"/>
                </a:lnTo>
                <a:lnTo>
                  <a:pt x="246310" y="89131"/>
                </a:lnTo>
                <a:lnTo>
                  <a:pt x="246310" y="88197"/>
                </a:lnTo>
                <a:lnTo>
                  <a:pt x="246310" y="86363"/>
                </a:lnTo>
                <a:lnTo>
                  <a:pt x="246310" y="85262"/>
                </a:lnTo>
                <a:lnTo>
                  <a:pt x="246310" y="77490"/>
                </a:lnTo>
                <a:lnTo>
                  <a:pt x="246310" y="77323"/>
                </a:lnTo>
                <a:lnTo>
                  <a:pt x="246310" y="76556"/>
                </a:lnTo>
                <a:lnTo>
                  <a:pt x="246310" y="76389"/>
                </a:lnTo>
                <a:lnTo>
                  <a:pt x="246310" y="68617"/>
                </a:lnTo>
                <a:lnTo>
                  <a:pt x="246310" y="67516"/>
                </a:lnTo>
                <a:lnTo>
                  <a:pt x="246310" y="65715"/>
                </a:lnTo>
                <a:lnTo>
                  <a:pt x="246310" y="64747"/>
                </a:lnTo>
                <a:lnTo>
                  <a:pt x="246310" y="64580"/>
                </a:lnTo>
                <a:lnTo>
                  <a:pt x="245409" y="63713"/>
                </a:lnTo>
                <a:lnTo>
                  <a:pt x="244142" y="63713"/>
                </a:lnTo>
                <a:lnTo>
                  <a:pt x="244142" y="62612"/>
                </a:lnTo>
                <a:lnTo>
                  <a:pt x="244041" y="62312"/>
                </a:lnTo>
                <a:lnTo>
                  <a:pt x="243274" y="61545"/>
                </a:lnTo>
                <a:lnTo>
                  <a:pt x="244041" y="60778"/>
                </a:lnTo>
                <a:lnTo>
                  <a:pt x="244142" y="60511"/>
                </a:lnTo>
                <a:lnTo>
                  <a:pt x="244142" y="59410"/>
                </a:lnTo>
                <a:lnTo>
                  <a:pt x="245409" y="59410"/>
                </a:lnTo>
                <a:lnTo>
                  <a:pt x="246310" y="58509"/>
                </a:lnTo>
                <a:lnTo>
                  <a:pt x="246310" y="58376"/>
                </a:lnTo>
                <a:lnTo>
                  <a:pt x="246310" y="57409"/>
                </a:lnTo>
                <a:lnTo>
                  <a:pt x="246310" y="55607"/>
                </a:lnTo>
                <a:lnTo>
                  <a:pt x="246310" y="54473"/>
                </a:lnTo>
                <a:lnTo>
                  <a:pt x="246310" y="46734"/>
                </a:lnTo>
                <a:lnTo>
                  <a:pt x="246310" y="46568"/>
                </a:lnTo>
                <a:lnTo>
                  <a:pt x="246310" y="45800"/>
                </a:lnTo>
                <a:lnTo>
                  <a:pt x="246310" y="45634"/>
                </a:lnTo>
                <a:lnTo>
                  <a:pt x="246310" y="37861"/>
                </a:lnTo>
                <a:lnTo>
                  <a:pt x="246310" y="36761"/>
                </a:lnTo>
                <a:lnTo>
                  <a:pt x="246310" y="34926"/>
                </a:lnTo>
                <a:lnTo>
                  <a:pt x="246310" y="33992"/>
                </a:lnTo>
                <a:lnTo>
                  <a:pt x="246310" y="33825"/>
                </a:lnTo>
                <a:lnTo>
                  <a:pt x="245409" y="32924"/>
                </a:lnTo>
                <a:lnTo>
                  <a:pt x="244142" y="32924"/>
                </a:lnTo>
                <a:lnTo>
                  <a:pt x="244142" y="31824"/>
                </a:lnTo>
                <a:lnTo>
                  <a:pt x="244041" y="31557"/>
                </a:lnTo>
                <a:lnTo>
                  <a:pt x="243274" y="30790"/>
                </a:lnTo>
                <a:lnTo>
                  <a:pt x="244041" y="30022"/>
                </a:lnTo>
                <a:lnTo>
                  <a:pt x="244142" y="29722"/>
                </a:lnTo>
                <a:lnTo>
                  <a:pt x="244142" y="28655"/>
                </a:lnTo>
                <a:lnTo>
                  <a:pt x="245409" y="28655"/>
                </a:lnTo>
                <a:lnTo>
                  <a:pt x="246310" y="27754"/>
                </a:lnTo>
                <a:lnTo>
                  <a:pt x="246310" y="27587"/>
                </a:lnTo>
                <a:lnTo>
                  <a:pt x="246310" y="26620"/>
                </a:lnTo>
                <a:lnTo>
                  <a:pt x="246310" y="24819"/>
                </a:lnTo>
                <a:lnTo>
                  <a:pt x="246310" y="23718"/>
                </a:lnTo>
                <a:lnTo>
                  <a:pt x="246310" y="15946"/>
                </a:lnTo>
                <a:lnTo>
                  <a:pt x="246310" y="15779"/>
                </a:lnTo>
                <a:lnTo>
                  <a:pt x="246310" y="15012"/>
                </a:lnTo>
                <a:lnTo>
                  <a:pt x="246310" y="14845"/>
                </a:lnTo>
                <a:lnTo>
                  <a:pt x="246310" y="7073"/>
                </a:lnTo>
                <a:lnTo>
                  <a:pt x="246310" y="5972"/>
                </a:lnTo>
                <a:lnTo>
                  <a:pt x="246310" y="4137"/>
                </a:lnTo>
                <a:lnTo>
                  <a:pt x="246310" y="3203"/>
                </a:lnTo>
                <a:lnTo>
                  <a:pt x="246310" y="3036"/>
                </a:lnTo>
                <a:close/>
                <a:moveTo>
                  <a:pt x="242574" y="401"/>
                </a:moveTo>
                <a:lnTo>
                  <a:pt x="243374" y="1202"/>
                </a:lnTo>
                <a:lnTo>
                  <a:pt x="243374" y="2503"/>
                </a:lnTo>
                <a:lnTo>
                  <a:pt x="242107" y="3804"/>
                </a:lnTo>
                <a:lnTo>
                  <a:pt x="242107" y="1735"/>
                </a:lnTo>
                <a:lnTo>
                  <a:pt x="240739" y="401"/>
                </a:lnTo>
                <a:lnTo>
                  <a:pt x="242574" y="401"/>
                </a:lnTo>
                <a:close/>
                <a:moveTo>
                  <a:pt x="239338" y="6439"/>
                </a:moveTo>
                <a:lnTo>
                  <a:pt x="234635" y="6439"/>
                </a:lnTo>
                <a:lnTo>
                  <a:pt x="231332" y="3103"/>
                </a:lnTo>
                <a:lnTo>
                  <a:pt x="231332" y="935"/>
                </a:lnTo>
                <a:lnTo>
                  <a:pt x="235269" y="4904"/>
                </a:lnTo>
                <a:lnTo>
                  <a:pt x="240873" y="4904"/>
                </a:lnTo>
                <a:close/>
                <a:moveTo>
                  <a:pt x="239338" y="37228"/>
                </a:moveTo>
                <a:lnTo>
                  <a:pt x="234635" y="37228"/>
                </a:lnTo>
                <a:lnTo>
                  <a:pt x="231332" y="33892"/>
                </a:lnTo>
                <a:lnTo>
                  <a:pt x="231332" y="31757"/>
                </a:lnTo>
                <a:lnTo>
                  <a:pt x="235269" y="35693"/>
                </a:lnTo>
                <a:lnTo>
                  <a:pt x="240873" y="35693"/>
                </a:lnTo>
                <a:close/>
                <a:moveTo>
                  <a:pt x="239205" y="42932"/>
                </a:moveTo>
                <a:lnTo>
                  <a:pt x="242073" y="45800"/>
                </a:lnTo>
                <a:lnTo>
                  <a:pt x="239705" y="45800"/>
                </a:lnTo>
                <a:lnTo>
                  <a:pt x="237437" y="43499"/>
                </a:lnTo>
                <a:lnTo>
                  <a:pt x="237437" y="40230"/>
                </a:lnTo>
                <a:lnTo>
                  <a:pt x="239105" y="38562"/>
                </a:lnTo>
                <a:lnTo>
                  <a:pt x="239105" y="42631"/>
                </a:lnTo>
                <a:close/>
                <a:moveTo>
                  <a:pt x="239338" y="68016"/>
                </a:moveTo>
                <a:lnTo>
                  <a:pt x="234635" y="68016"/>
                </a:lnTo>
                <a:lnTo>
                  <a:pt x="231332" y="64714"/>
                </a:lnTo>
                <a:lnTo>
                  <a:pt x="231332" y="62546"/>
                </a:lnTo>
                <a:lnTo>
                  <a:pt x="235269" y="66482"/>
                </a:lnTo>
                <a:lnTo>
                  <a:pt x="240873" y="66482"/>
                </a:lnTo>
                <a:close/>
                <a:moveTo>
                  <a:pt x="239338" y="98805"/>
                </a:moveTo>
                <a:lnTo>
                  <a:pt x="234635" y="98805"/>
                </a:lnTo>
                <a:lnTo>
                  <a:pt x="231332" y="95503"/>
                </a:lnTo>
                <a:lnTo>
                  <a:pt x="231332" y="93334"/>
                </a:lnTo>
                <a:lnTo>
                  <a:pt x="235269" y="97271"/>
                </a:lnTo>
                <a:lnTo>
                  <a:pt x="240873" y="97271"/>
                </a:lnTo>
                <a:close/>
                <a:moveTo>
                  <a:pt x="239205" y="104509"/>
                </a:moveTo>
                <a:lnTo>
                  <a:pt x="242073" y="107378"/>
                </a:lnTo>
                <a:lnTo>
                  <a:pt x="239705" y="107378"/>
                </a:lnTo>
                <a:lnTo>
                  <a:pt x="237437" y="105076"/>
                </a:lnTo>
                <a:lnTo>
                  <a:pt x="237437" y="101840"/>
                </a:lnTo>
                <a:lnTo>
                  <a:pt x="239105" y="100139"/>
                </a:lnTo>
                <a:lnTo>
                  <a:pt x="239105" y="104209"/>
                </a:lnTo>
                <a:close/>
                <a:moveTo>
                  <a:pt x="239105" y="115384"/>
                </a:moveTo>
                <a:lnTo>
                  <a:pt x="237437" y="113716"/>
                </a:lnTo>
                <a:lnTo>
                  <a:pt x="237437" y="110447"/>
                </a:lnTo>
                <a:lnTo>
                  <a:pt x="239705" y="108145"/>
                </a:lnTo>
                <a:lnTo>
                  <a:pt x="242073" y="108145"/>
                </a:lnTo>
                <a:lnTo>
                  <a:pt x="239105" y="111147"/>
                </a:lnTo>
                <a:lnTo>
                  <a:pt x="239105" y="115384"/>
                </a:lnTo>
                <a:close/>
                <a:moveTo>
                  <a:pt x="220425" y="117685"/>
                </a:moveTo>
                <a:lnTo>
                  <a:pt x="220425" y="112114"/>
                </a:lnTo>
                <a:lnTo>
                  <a:pt x="216488" y="108178"/>
                </a:lnTo>
                <a:lnTo>
                  <a:pt x="218657" y="108178"/>
                </a:lnTo>
                <a:lnTo>
                  <a:pt x="221959" y="111481"/>
                </a:lnTo>
                <a:lnTo>
                  <a:pt x="221959" y="116151"/>
                </a:lnTo>
                <a:close/>
                <a:moveTo>
                  <a:pt x="210618" y="117685"/>
                </a:moveTo>
                <a:lnTo>
                  <a:pt x="209083" y="116184"/>
                </a:lnTo>
                <a:lnTo>
                  <a:pt x="209083" y="111481"/>
                </a:lnTo>
                <a:lnTo>
                  <a:pt x="212419" y="108178"/>
                </a:lnTo>
                <a:lnTo>
                  <a:pt x="214587" y="108178"/>
                </a:lnTo>
                <a:lnTo>
                  <a:pt x="210618" y="112114"/>
                </a:lnTo>
                <a:lnTo>
                  <a:pt x="210618" y="117685"/>
                </a:lnTo>
                <a:close/>
                <a:moveTo>
                  <a:pt x="189636" y="117685"/>
                </a:moveTo>
                <a:lnTo>
                  <a:pt x="189636" y="112114"/>
                </a:lnTo>
                <a:lnTo>
                  <a:pt x="185700" y="108178"/>
                </a:lnTo>
                <a:lnTo>
                  <a:pt x="187868" y="108178"/>
                </a:lnTo>
                <a:lnTo>
                  <a:pt x="191170" y="111481"/>
                </a:lnTo>
                <a:lnTo>
                  <a:pt x="191170" y="116151"/>
                </a:lnTo>
                <a:close/>
                <a:moveTo>
                  <a:pt x="179829" y="117685"/>
                </a:moveTo>
                <a:lnTo>
                  <a:pt x="178294" y="116184"/>
                </a:lnTo>
                <a:lnTo>
                  <a:pt x="178294" y="111481"/>
                </a:lnTo>
                <a:lnTo>
                  <a:pt x="181630" y="108178"/>
                </a:lnTo>
                <a:lnTo>
                  <a:pt x="183798" y="108178"/>
                </a:lnTo>
                <a:lnTo>
                  <a:pt x="179829" y="112114"/>
                </a:lnTo>
                <a:lnTo>
                  <a:pt x="179829" y="117685"/>
                </a:lnTo>
                <a:close/>
                <a:moveTo>
                  <a:pt x="158847" y="117685"/>
                </a:moveTo>
                <a:lnTo>
                  <a:pt x="158847" y="112114"/>
                </a:lnTo>
                <a:lnTo>
                  <a:pt x="154911" y="108178"/>
                </a:lnTo>
                <a:lnTo>
                  <a:pt x="157079" y="108178"/>
                </a:lnTo>
                <a:lnTo>
                  <a:pt x="160382" y="111481"/>
                </a:lnTo>
                <a:lnTo>
                  <a:pt x="160382" y="116151"/>
                </a:lnTo>
                <a:close/>
                <a:moveTo>
                  <a:pt x="149040" y="117685"/>
                </a:moveTo>
                <a:lnTo>
                  <a:pt x="147506" y="116184"/>
                </a:lnTo>
                <a:lnTo>
                  <a:pt x="147506" y="111481"/>
                </a:lnTo>
                <a:lnTo>
                  <a:pt x="150842" y="108178"/>
                </a:lnTo>
                <a:lnTo>
                  <a:pt x="152976" y="108178"/>
                </a:lnTo>
                <a:lnTo>
                  <a:pt x="149040" y="112114"/>
                </a:lnTo>
                <a:lnTo>
                  <a:pt x="149040" y="117685"/>
                </a:lnTo>
                <a:close/>
                <a:moveTo>
                  <a:pt x="128059" y="117685"/>
                </a:moveTo>
                <a:lnTo>
                  <a:pt x="128059" y="112114"/>
                </a:lnTo>
                <a:lnTo>
                  <a:pt x="124122" y="108178"/>
                </a:lnTo>
                <a:lnTo>
                  <a:pt x="126291" y="108178"/>
                </a:lnTo>
                <a:lnTo>
                  <a:pt x="129593" y="111481"/>
                </a:lnTo>
                <a:lnTo>
                  <a:pt x="129593" y="116151"/>
                </a:lnTo>
                <a:close/>
                <a:moveTo>
                  <a:pt x="118252" y="117685"/>
                </a:moveTo>
                <a:lnTo>
                  <a:pt x="116717" y="116184"/>
                </a:lnTo>
                <a:lnTo>
                  <a:pt x="116717" y="111481"/>
                </a:lnTo>
                <a:lnTo>
                  <a:pt x="120053" y="108178"/>
                </a:lnTo>
                <a:lnTo>
                  <a:pt x="122188" y="108178"/>
                </a:lnTo>
                <a:lnTo>
                  <a:pt x="118252" y="112114"/>
                </a:lnTo>
                <a:close/>
                <a:moveTo>
                  <a:pt x="97270" y="117685"/>
                </a:moveTo>
                <a:lnTo>
                  <a:pt x="97270" y="112114"/>
                </a:lnTo>
                <a:lnTo>
                  <a:pt x="93334" y="108178"/>
                </a:lnTo>
                <a:lnTo>
                  <a:pt x="95469" y="108178"/>
                </a:lnTo>
                <a:lnTo>
                  <a:pt x="98804" y="111481"/>
                </a:lnTo>
                <a:lnTo>
                  <a:pt x="98804" y="116151"/>
                </a:lnTo>
                <a:close/>
                <a:moveTo>
                  <a:pt x="87463" y="117685"/>
                </a:moveTo>
                <a:lnTo>
                  <a:pt x="85929" y="116184"/>
                </a:lnTo>
                <a:lnTo>
                  <a:pt x="85929" y="111481"/>
                </a:lnTo>
                <a:lnTo>
                  <a:pt x="89231" y="108178"/>
                </a:lnTo>
                <a:lnTo>
                  <a:pt x="91399" y="108178"/>
                </a:lnTo>
                <a:lnTo>
                  <a:pt x="87463" y="112114"/>
                </a:lnTo>
                <a:close/>
                <a:moveTo>
                  <a:pt x="66481" y="117685"/>
                </a:moveTo>
                <a:lnTo>
                  <a:pt x="66481" y="112114"/>
                </a:lnTo>
                <a:lnTo>
                  <a:pt x="62545" y="108178"/>
                </a:lnTo>
                <a:lnTo>
                  <a:pt x="64680" y="108178"/>
                </a:lnTo>
                <a:lnTo>
                  <a:pt x="68016" y="111481"/>
                </a:lnTo>
                <a:lnTo>
                  <a:pt x="68016" y="116151"/>
                </a:lnTo>
                <a:close/>
                <a:moveTo>
                  <a:pt x="56674" y="117685"/>
                </a:moveTo>
                <a:lnTo>
                  <a:pt x="55140" y="116184"/>
                </a:lnTo>
                <a:lnTo>
                  <a:pt x="55140" y="111481"/>
                </a:lnTo>
                <a:lnTo>
                  <a:pt x="58442" y="108178"/>
                </a:lnTo>
                <a:lnTo>
                  <a:pt x="60610" y="108178"/>
                </a:lnTo>
                <a:lnTo>
                  <a:pt x="56674" y="112114"/>
                </a:lnTo>
                <a:close/>
                <a:moveTo>
                  <a:pt x="35693" y="117685"/>
                </a:moveTo>
                <a:lnTo>
                  <a:pt x="35693" y="112114"/>
                </a:lnTo>
                <a:lnTo>
                  <a:pt x="31723" y="108178"/>
                </a:lnTo>
                <a:lnTo>
                  <a:pt x="33891" y="108178"/>
                </a:lnTo>
                <a:lnTo>
                  <a:pt x="37227" y="111481"/>
                </a:lnTo>
                <a:lnTo>
                  <a:pt x="37227" y="116151"/>
                </a:lnTo>
                <a:close/>
                <a:moveTo>
                  <a:pt x="25886" y="117685"/>
                </a:moveTo>
                <a:lnTo>
                  <a:pt x="24351" y="116184"/>
                </a:lnTo>
                <a:lnTo>
                  <a:pt x="24351" y="111481"/>
                </a:lnTo>
                <a:lnTo>
                  <a:pt x="27654" y="108178"/>
                </a:lnTo>
                <a:lnTo>
                  <a:pt x="29822" y="108178"/>
                </a:lnTo>
                <a:lnTo>
                  <a:pt x="25886" y="112114"/>
                </a:lnTo>
                <a:lnTo>
                  <a:pt x="25886" y="117685"/>
                </a:lnTo>
                <a:close/>
                <a:moveTo>
                  <a:pt x="6972" y="85929"/>
                </a:moveTo>
                <a:lnTo>
                  <a:pt x="11675" y="85929"/>
                </a:lnTo>
                <a:lnTo>
                  <a:pt x="14978" y="89265"/>
                </a:lnTo>
                <a:lnTo>
                  <a:pt x="14978" y="91400"/>
                </a:lnTo>
                <a:lnTo>
                  <a:pt x="11042" y="87464"/>
                </a:lnTo>
                <a:lnTo>
                  <a:pt x="5438" y="87464"/>
                </a:lnTo>
                <a:close/>
                <a:moveTo>
                  <a:pt x="7106" y="80258"/>
                </a:moveTo>
                <a:lnTo>
                  <a:pt x="4237" y="77356"/>
                </a:lnTo>
                <a:lnTo>
                  <a:pt x="6605" y="77356"/>
                </a:lnTo>
                <a:lnTo>
                  <a:pt x="8873" y="79658"/>
                </a:lnTo>
                <a:lnTo>
                  <a:pt x="8873" y="82927"/>
                </a:lnTo>
                <a:lnTo>
                  <a:pt x="7206" y="84595"/>
                </a:lnTo>
                <a:lnTo>
                  <a:pt x="7206" y="80525"/>
                </a:lnTo>
                <a:close/>
                <a:moveTo>
                  <a:pt x="6972" y="55140"/>
                </a:moveTo>
                <a:lnTo>
                  <a:pt x="11675" y="55140"/>
                </a:lnTo>
                <a:lnTo>
                  <a:pt x="14978" y="58443"/>
                </a:lnTo>
                <a:lnTo>
                  <a:pt x="14978" y="60611"/>
                </a:lnTo>
                <a:lnTo>
                  <a:pt x="11042" y="56675"/>
                </a:lnTo>
                <a:lnTo>
                  <a:pt x="5438" y="56675"/>
                </a:lnTo>
                <a:close/>
                <a:moveTo>
                  <a:pt x="6972" y="24352"/>
                </a:moveTo>
                <a:lnTo>
                  <a:pt x="11675" y="24352"/>
                </a:lnTo>
                <a:lnTo>
                  <a:pt x="14978" y="27654"/>
                </a:lnTo>
                <a:lnTo>
                  <a:pt x="14978" y="29822"/>
                </a:lnTo>
                <a:lnTo>
                  <a:pt x="11042" y="25886"/>
                </a:lnTo>
                <a:lnTo>
                  <a:pt x="5438" y="25886"/>
                </a:lnTo>
                <a:close/>
                <a:moveTo>
                  <a:pt x="7106" y="18648"/>
                </a:moveTo>
                <a:lnTo>
                  <a:pt x="4237" y="15779"/>
                </a:lnTo>
                <a:lnTo>
                  <a:pt x="6605" y="15779"/>
                </a:lnTo>
                <a:lnTo>
                  <a:pt x="8873" y="18081"/>
                </a:lnTo>
                <a:lnTo>
                  <a:pt x="8873" y="21316"/>
                </a:lnTo>
                <a:lnTo>
                  <a:pt x="7206" y="23017"/>
                </a:lnTo>
                <a:lnTo>
                  <a:pt x="7206" y="18948"/>
                </a:lnTo>
                <a:close/>
                <a:moveTo>
                  <a:pt x="7206" y="7773"/>
                </a:moveTo>
                <a:lnTo>
                  <a:pt x="8873" y="9441"/>
                </a:lnTo>
                <a:lnTo>
                  <a:pt x="8873" y="12710"/>
                </a:lnTo>
                <a:lnTo>
                  <a:pt x="6605" y="15012"/>
                </a:lnTo>
                <a:lnTo>
                  <a:pt x="4237" y="15012"/>
                </a:lnTo>
                <a:lnTo>
                  <a:pt x="7206" y="12010"/>
                </a:lnTo>
                <a:lnTo>
                  <a:pt x="7206" y="7773"/>
                </a:lnTo>
                <a:close/>
                <a:moveTo>
                  <a:pt x="25886" y="5471"/>
                </a:moveTo>
                <a:lnTo>
                  <a:pt x="25886" y="11042"/>
                </a:lnTo>
                <a:lnTo>
                  <a:pt x="29822" y="15012"/>
                </a:lnTo>
                <a:lnTo>
                  <a:pt x="27654" y="15012"/>
                </a:lnTo>
                <a:lnTo>
                  <a:pt x="24351" y="11676"/>
                </a:lnTo>
                <a:lnTo>
                  <a:pt x="24351" y="6973"/>
                </a:lnTo>
                <a:close/>
                <a:moveTo>
                  <a:pt x="35693" y="5471"/>
                </a:moveTo>
                <a:lnTo>
                  <a:pt x="37227" y="6973"/>
                </a:lnTo>
                <a:lnTo>
                  <a:pt x="37227" y="11676"/>
                </a:lnTo>
                <a:lnTo>
                  <a:pt x="33891" y="15012"/>
                </a:lnTo>
                <a:lnTo>
                  <a:pt x="31723" y="15012"/>
                </a:lnTo>
                <a:lnTo>
                  <a:pt x="35693" y="11042"/>
                </a:lnTo>
                <a:lnTo>
                  <a:pt x="35693" y="5471"/>
                </a:lnTo>
                <a:close/>
                <a:moveTo>
                  <a:pt x="56674" y="5471"/>
                </a:moveTo>
                <a:lnTo>
                  <a:pt x="56674" y="11042"/>
                </a:lnTo>
                <a:lnTo>
                  <a:pt x="60610" y="15012"/>
                </a:lnTo>
                <a:lnTo>
                  <a:pt x="58442" y="15012"/>
                </a:lnTo>
                <a:lnTo>
                  <a:pt x="55140" y="11676"/>
                </a:lnTo>
                <a:lnTo>
                  <a:pt x="55140" y="6973"/>
                </a:lnTo>
                <a:close/>
                <a:moveTo>
                  <a:pt x="66481" y="5471"/>
                </a:moveTo>
                <a:lnTo>
                  <a:pt x="68016" y="6973"/>
                </a:lnTo>
                <a:lnTo>
                  <a:pt x="68016" y="11676"/>
                </a:lnTo>
                <a:lnTo>
                  <a:pt x="64680" y="15012"/>
                </a:lnTo>
                <a:lnTo>
                  <a:pt x="62512" y="15012"/>
                </a:lnTo>
                <a:lnTo>
                  <a:pt x="66481" y="11042"/>
                </a:lnTo>
                <a:lnTo>
                  <a:pt x="66481" y="5471"/>
                </a:lnTo>
                <a:close/>
                <a:moveTo>
                  <a:pt x="87463" y="5471"/>
                </a:moveTo>
                <a:lnTo>
                  <a:pt x="87463" y="11042"/>
                </a:lnTo>
                <a:lnTo>
                  <a:pt x="91399" y="15012"/>
                </a:lnTo>
                <a:lnTo>
                  <a:pt x="89231" y="15012"/>
                </a:lnTo>
                <a:lnTo>
                  <a:pt x="85929" y="11676"/>
                </a:lnTo>
                <a:lnTo>
                  <a:pt x="85929" y="6973"/>
                </a:lnTo>
                <a:close/>
                <a:moveTo>
                  <a:pt x="97270" y="5471"/>
                </a:moveTo>
                <a:lnTo>
                  <a:pt x="98804" y="6973"/>
                </a:lnTo>
                <a:lnTo>
                  <a:pt x="98804" y="11676"/>
                </a:lnTo>
                <a:lnTo>
                  <a:pt x="95502" y="15012"/>
                </a:lnTo>
                <a:lnTo>
                  <a:pt x="93334" y="15012"/>
                </a:lnTo>
                <a:lnTo>
                  <a:pt x="97270" y="11042"/>
                </a:lnTo>
                <a:lnTo>
                  <a:pt x="97270" y="5471"/>
                </a:lnTo>
                <a:close/>
                <a:moveTo>
                  <a:pt x="118252" y="5471"/>
                </a:moveTo>
                <a:lnTo>
                  <a:pt x="118252" y="11042"/>
                </a:lnTo>
                <a:lnTo>
                  <a:pt x="122188" y="15012"/>
                </a:lnTo>
                <a:lnTo>
                  <a:pt x="120053" y="15012"/>
                </a:lnTo>
                <a:lnTo>
                  <a:pt x="116717" y="11676"/>
                </a:lnTo>
                <a:lnTo>
                  <a:pt x="116717" y="6973"/>
                </a:lnTo>
                <a:close/>
                <a:moveTo>
                  <a:pt x="128059" y="5471"/>
                </a:moveTo>
                <a:lnTo>
                  <a:pt x="129593" y="6973"/>
                </a:lnTo>
                <a:lnTo>
                  <a:pt x="129593" y="11676"/>
                </a:lnTo>
                <a:lnTo>
                  <a:pt x="126291" y="15012"/>
                </a:lnTo>
                <a:lnTo>
                  <a:pt x="124122" y="15012"/>
                </a:lnTo>
                <a:lnTo>
                  <a:pt x="128059" y="11042"/>
                </a:lnTo>
                <a:lnTo>
                  <a:pt x="128059" y="5471"/>
                </a:lnTo>
                <a:close/>
                <a:moveTo>
                  <a:pt x="149040" y="5471"/>
                </a:moveTo>
                <a:lnTo>
                  <a:pt x="149040" y="11042"/>
                </a:lnTo>
                <a:lnTo>
                  <a:pt x="153010" y="15012"/>
                </a:lnTo>
                <a:lnTo>
                  <a:pt x="150842" y="15012"/>
                </a:lnTo>
                <a:lnTo>
                  <a:pt x="147506" y="11676"/>
                </a:lnTo>
                <a:lnTo>
                  <a:pt x="147506" y="6973"/>
                </a:lnTo>
                <a:close/>
                <a:moveTo>
                  <a:pt x="158847" y="5471"/>
                </a:moveTo>
                <a:lnTo>
                  <a:pt x="160382" y="6973"/>
                </a:lnTo>
                <a:lnTo>
                  <a:pt x="160382" y="11676"/>
                </a:lnTo>
                <a:lnTo>
                  <a:pt x="157079" y="15012"/>
                </a:lnTo>
                <a:lnTo>
                  <a:pt x="154911" y="15012"/>
                </a:lnTo>
                <a:lnTo>
                  <a:pt x="158847" y="11042"/>
                </a:lnTo>
                <a:close/>
                <a:moveTo>
                  <a:pt x="179829" y="5471"/>
                </a:moveTo>
                <a:lnTo>
                  <a:pt x="179829" y="11042"/>
                </a:lnTo>
                <a:lnTo>
                  <a:pt x="183798" y="15012"/>
                </a:lnTo>
                <a:lnTo>
                  <a:pt x="181630" y="15012"/>
                </a:lnTo>
                <a:lnTo>
                  <a:pt x="178294" y="11676"/>
                </a:lnTo>
                <a:lnTo>
                  <a:pt x="178294" y="6973"/>
                </a:lnTo>
                <a:close/>
                <a:moveTo>
                  <a:pt x="189636" y="5471"/>
                </a:moveTo>
                <a:lnTo>
                  <a:pt x="191170" y="6973"/>
                </a:lnTo>
                <a:lnTo>
                  <a:pt x="191170" y="11676"/>
                </a:lnTo>
                <a:lnTo>
                  <a:pt x="187868" y="15012"/>
                </a:lnTo>
                <a:lnTo>
                  <a:pt x="185700" y="15012"/>
                </a:lnTo>
                <a:lnTo>
                  <a:pt x="189636" y="11042"/>
                </a:lnTo>
                <a:lnTo>
                  <a:pt x="189636" y="5471"/>
                </a:lnTo>
                <a:close/>
                <a:moveTo>
                  <a:pt x="210618" y="5471"/>
                </a:moveTo>
                <a:lnTo>
                  <a:pt x="210618" y="11042"/>
                </a:lnTo>
                <a:lnTo>
                  <a:pt x="214587" y="15012"/>
                </a:lnTo>
                <a:lnTo>
                  <a:pt x="212419" y="15012"/>
                </a:lnTo>
                <a:lnTo>
                  <a:pt x="209083" y="11676"/>
                </a:lnTo>
                <a:lnTo>
                  <a:pt x="209083" y="6973"/>
                </a:lnTo>
                <a:close/>
                <a:moveTo>
                  <a:pt x="220425" y="5471"/>
                </a:moveTo>
                <a:lnTo>
                  <a:pt x="221959" y="6973"/>
                </a:lnTo>
                <a:lnTo>
                  <a:pt x="221959" y="11676"/>
                </a:lnTo>
                <a:lnTo>
                  <a:pt x="218657" y="15012"/>
                </a:lnTo>
                <a:lnTo>
                  <a:pt x="216488" y="15012"/>
                </a:lnTo>
                <a:lnTo>
                  <a:pt x="220425" y="11042"/>
                </a:lnTo>
                <a:lnTo>
                  <a:pt x="220425" y="5471"/>
                </a:lnTo>
                <a:close/>
                <a:moveTo>
                  <a:pt x="236636" y="112915"/>
                </a:moveTo>
                <a:lnTo>
                  <a:pt x="235302" y="111581"/>
                </a:lnTo>
                <a:lnTo>
                  <a:pt x="235302" y="109579"/>
                </a:lnTo>
                <a:lnTo>
                  <a:pt x="236736" y="108145"/>
                </a:lnTo>
                <a:lnTo>
                  <a:pt x="238604" y="108145"/>
                </a:lnTo>
                <a:lnTo>
                  <a:pt x="236636" y="110113"/>
                </a:lnTo>
                <a:close/>
                <a:moveTo>
                  <a:pt x="219757" y="107378"/>
                </a:moveTo>
                <a:lnTo>
                  <a:pt x="222760" y="104376"/>
                </a:lnTo>
                <a:lnTo>
                  <a:pt x="222760" y="100139"/>
                </a:lnTo>
                <a:lnTo>
                  <a:pt x="224427" y="101840"/>
                </a:lnTo>
                <a:lnTo>
                  <a:pt x="224427" y="105076"/>
                </a:lnTo>
                <a:lnTo>
                  <a:pt x="222159" y="107378"/>
                </a:lnTo>
                <a:close/>
                <a:moveTo>
                  <a:pt x="216488" y="107378"/>
                </a:moveTo>
                <a:lnTo>
                  <a:pt x="220425" y="103408"/>
                </a:lnTo>
                <a:lnTo>
                  <a:pt x="220425" y="97838"/>
                </a:lnTo>
                <a:lnTo>
                  <a:pt x="221959" y="99372"/>
                </a:lnTo>
                <a:lnTo>
                  <a:pt x="221959" y="104042"/>
                </a:lnTo>
                <a:lnTo>
                  <a:pt x="218657" y="107378"/>
                </a:lnTo>
                <a:lnTo>
                  <a:pt x="216488" y="107378"/>
                </a:lnTo>
                <a:close/>
                <a:moveTo>
                  <a:pt x="212419" y="107378"/>
                </a:moveTo>
                <a:lnTo>
                  <a:pt x="209083" y="104042"/>
                </a:lnTo>
                <a:lnTo>
                  <a:pt x="209083" y="99372"/>
                </a:lnTo>
                <a:lnTo>
                  <a:pt x="210618" y="97838"/>
                </a:lnTo>
                <a:lnTo>
                  <a:pt x="210618" y="103408"/>
                </a:lnTo>
                <a:lnTo>
                  <a:pt x="214587" y="107378"/>
                </a:lnTo>
                <a:lnTo>
                  <a:pt x="212419" y="107378"/>
                </a:lnTo>
                <a:close/>
                <a:moveTo>
                  <a:pt x="208916" y="107378"/>
                </a:moveTo>
                <a:lnTo>
                  <a:pt x="206648" y="105076"/>
                </a:lnTo>
                <a:lnTo>
                  <a:pt x="206648" y="101840"/>
                </a:lnTo>
                <a:lnTo>
                  <a:pt x="208316" y="100139"/>
                </a:lnTo>
                <a:lnTo>
                  <a:pt x="208316" y="104376"/>
                </a:lnTo>
                <a:lnTo>
                  <a:pt x="211285" y="107378"/>
                </a:lnTo>
                <a:lnTo>
                  <a:pt x="208916" y="107378"/>
                </a:lnTo>
                <a:close/>
                <a:moveTo>
                  <a:pt x="205848" y="112915"/>
                </a:moveTo>
                <a:lnTo>
                  <a:pt x="204513" y="111581"/>
                </a:lnTo>
                <a:lnTo>
                  <a:pt x="204513" y="109579"/>
                </a:lnTo>
                <a:lnTo>
                  <a:pt x="205948" y="108145"/>
                </a:lnTo>
                <a:lnTo>
                  <a:pt x="207816" y="108145"/>
                </a:lnTo>
                <a:lnTo>
                  <a:pt x="205848" y="110113"/>
                </a:lnTo>
                <a:close/>
                <a:moveTo>
                  <a:pt x="188969" y="107378"/>
                </a:moveTo>
                <a:lnTo>
                  <a:pt x="191837" y="104509"/>
                </a:lnTo>
                <a:lnTo>
                  <a:pt x="191971" y="104209"/>
                </a:lnTo>
                <a:lnTo>
                  <a:pt x="191971" y="100139"/>
                </a:lnTo>
                <a:lnTo>
                  <a:pt x="193639" y="101840"/>
                </a:lnTo>
                <a:lnTo>
                  <a:pt x="193639" y="105076"/>
                </a:lnTo>
                <a:lnTo>
                  <a:pt x="191337" y="107378"/>
                </a:lnTo>
                <a:lnTo>
                  <a:pt x="188969" y="107378"/>
                </a:lnTo>
                <a:close/>
                <a:moveTo>
                  <a:pt x="185700" y="107378"/>
                </a:moveTo>
                <a:lnTo>
                  <a:pt x="189636" y="103408"/>
                </a:lnTo>
                <a:lnTo>
                  <a:pt x="189636" y="97838"/>
                </a:lnTo>
                <a:lnTo>
                  <a:pt x="191170" y="99372"/>
                </a:lnTo>
                <a:lnTo>
                  <a:pt x="191170" y="104042"/>
                </a:lnTo>
                <a:lnTo>
                  <a:pt x="187868" y="107378"/>
                </a:lnTo>
                <a:lnTo>
                  <a:pt x="185700" y="107378"/>
                </a:lnTo>
                <a:close/>
                <a:moveTo>
                  <a:pt x="181630" y="107378"/>
                </a:moveTo>
                <a:lnTo>
                  <a:pt x="178294" y="104042"/>
                </a:lnTo>
                <a:lnTo>
                  <a:pt x="178294" y="99372"/>
                </a:lnTo>
                <a:lnTo>
                  <a:pt x="179829" y="97838"/>
                </a:lnTo>
                <a:lnTo>
                  <a:pt x="179829" y="103408"/>
                </a:lnTo>
                <a:lnTo>
                  <a:pt x="183798" y="107378"/>
                </a:lnTo>
                <a:lnTo>
                  <a:pt x="181630" y="107378"/>
                </a:lnTo>
                <a:close/>
                <a:moveTo>
                  <a:pt x="178128" y="107378"/>
                </a:moveTo>
                <a:lnTo>
                  <a:pt x="175826" y="105076"/>
                </a:lnTo>
                <a:lnTo>
                  <a:pt x="175826" y="101840"/>
                </a:lnTo>
                <a:lnTo>
                  <a:pt x="177527" y="100139"/>
                </a:lnTo>
                <a:lnTo>
                  <a:pt x="177527" y="104209"/>
                </a:lnTo>
                <a:lnTo>
                  <a:pt x="177627" y="104509"/>
                </a:lnTo>
                <a:lnTo>
                  <a:pt x="180496" y="107378"/>
                </a:lnTo>
                <a:lnTo>
                  <a:pt x="178128" y="107378"/>
                </a:lnTo>
                <a:close/>
                <a:moveTo>
                  <a:pt x="175059" y="112915"/>
                </a:moveTo>
                <a:lnTo>
                  <a:pt x="173725" y="111581"/>
                </a:lnTo>
                <a:lnTo>
                  <a:pt x="173725" y="109579"/>
                </a:lnTo>
                <a:lnTo>
                  <a:pt x="175159" y="108145"/>
                </a:lnTo>
                <a:lnTo>
                  <a:pt x="177027" y="108145"/>
                </a:lnTo>
                <a:lnTo>
                  <a:pt x="175059" y="110113"/>
                </a:lnTo>
                <a:close/>
                <a:moveTo>
                  <a:pt x="158180" y="107378"/>
                </a:moveTo>
                <a:lnTo>
                  <a:pt x="161182" y="104376"/>
                </a:lnTo>
                <a:lnTo>
                  <a:pt x="161182" y="100139"/>
                </a:lnTo>
                <a:lnTo>
                  <a:pt x="162850" y="101840"/>
                </a:lnTo>
                <a:lnTo>
                  <a:pt x="162850" y="105076"/>
                </a:lnTo>
                <a:lnTo>
                  <a:pt x="160548" y="107378"/>
                </a:lnTo>
                <a:close/>
                <a:moveTo>
                  <a:pt x="154911" y="107378"/>
                </a:moveTo>
                <a:lnTo>
                  <a:pt x="158847" y="103408"/>
                </a:lnTo>
                <a:lnTo>
                  <a:pt x="158847" y="97838"/>
                </a:lnTo>
                <a:lnTo>
                  <a:pt x="160382" y="99372"/>
                </a:lnTo>
                <a:lnTo>
                  <a:pt x="160382" y="104042"/>
                </a:lnTo>
                <a:lnTo>
                  <a:pt x="157079" y="107378"/>
                </a:lnTo>
                <a:lnTo>
                  <a:pt x="154911" y="107378"/>
                </a:lnTo>
                <a:close/>
                <a:moveTo>
                  <a:pt x="150842" y="107378"/>
                </a:moveTo>
                <a:lnTo>
                  <a:pt x="147506" y="104042"/>
                </a:lnTo>
                <a:lnTo>
                  <a:pt x="147506" y="99372"/>
                </a:lnTo>
                <a:lnTo>
                  <a:pt x="149040" y="97838"/>
                </a:lnTo>
                <a:lnTo>
                  <a:pt x="149040" y="103408"/>
                </a:lnTo>
                <a:lnTo>
                  <a:pt x="153010" y="107378"/>
                </a:lnTo>
                <a:lnTo>
                  <a:pt x="150842" y="107378"/>
                </a:lnTo>
                <a:close/>
                <a:moveTo>
                  <a:pt x="147339" y="107378"/>
                </a:moveTo>
                <a:lnTo>
                  <a:pt x="145037" y="105076"/>
                </a:lnTo>
                <a:lnTo>
                  <a:pt x="145037" y="101840"/>
                </a:lnTo>
                <a:lnTo>
                  <a:pt x="146739" y="100139"/>
                </a:lnTo>
                <a:lnTo>
                  <a:pt x="146739" y="104376"/>
                </a:lnTo>
                <a:lnTo>
                  <a:pt x="149707" y="107378"/>
                </a:lnTo>
                <a:lnTo>
                  <a:pt x="147339" y="107378"/>
                </a:lnTo>
                <a:close/>
                <a:moveTo>
                  <a:pt x="144270" y="112915"/>
                </a:moveTo>
                <a:lnTo>
                  <a:pt x="142936" y="111581"/>
                </a:lnTo>
                <a:lnTo>
                  <a:pt x="142936" y="109579"/>
                </a:lnTo>
                <a:lnTo>
                  <a:pt x="144370" y="108145"/>
                </a:lnTo>
                <a:lnTo>
                  <a:pt x="146238" y="108145"/>
                </a:lnTo>
                <a:lnTo>
                  <a:pt x="144270" y="110113"/>
                </a:lnTo>
                <a:close/>
                <a:moveTo>
                  <a:pt x="127391" y="107378"/>
                </a:moveTo>
                <a:lnTo>
                  <a:pt x="130260" y="104509"/>
                </a:lnTo>
                <a:lnTo>
                  <a:pt x="130394" y="104209"/>
                </a:lnTo>
                <a:lnTo>
                  <a:pt x="130394" y="100139"/>
                </a:lnTo>
                <a:lnTo>
                  <a:pt x="132061" y="101840"/>
                </a:lnTo>
                <a:lnTo>
                  <a:pt x="132061" y="105076"/>
                </a:lnTo>
                <a:lnTo>
                  <a:pt x="129760" y="107378"/>
                </a:lnTo>
                <a:lnTo>
                  <a:pt x="127391" y="107378"/>
                </a:lnTo>
                <a:close/>
                <a:moveTo>
                  <a:pt x="124122" y="107378"/>
                </a:moveTo>
                <a:lnTo>
                  <a:pt x="128059" y="103408"/>
                </a:lnTo>
                <a:lnTo>
                  <a:pt x="128059" y="97838"/>
                </a:lnTo>
                <a:lnTo>
                  <a:pt x="129593" y="99372"/>
                </a:lnTo>
                <a:lnTo>
                  <a:pt x="129593" y="104042"/>
                </a:lnTo>
                <a:lnTo>
                  <a:pt x="126291" y="107378"/>
                </a:lnTo>
                <a:lnTo>
                  <a:pt x="124122" y="107378"/>
                </a:lnTo>
                <a:close/>
                <a:moveTo>
                  <a:pt x="120053" y="107378"/>
                </a:moveTo>
                <a:lnTo>
                  <a:pt x="116717" y="104042"/>
                </a:lnTo>
                <a:lnTo>
                  <a:pt x="116717" y="99372"/>
                </a:lnTo>
                <a:lnTo>
                  <a:pt x="118252" y="97838"/>
                </a:lnTo>
                <a:lnTo>
                  <a:pt x="118252" y="103408"/>
                </a:lnTo>
                <a:lnTo>
                  <a:pt x="122188" y="107378"/>
                </a:lnTo>
                <a:lnTo>
                  <a:pt x="120053" y="107378"/>
                </a:lnTo>
                <a:close/>
                <a:moveTo>
                  <a:pt x="116550" y="107378"/>
                </a:moveTo>
                <a:lnTo>
                  <a:pt x="114249" y="105076"/>
                </a:lnTo>
                <a:lnTo>
                  <a:pt x="114249" y="101840"/>
                </a:lnTo>
                <a:lnTo>
                  <a:pt x="115950" y="100139"/>
                </a:lnTo>
                <a:lnTo>
                  <a:pt x="115950" y="104209"/>
                </a:lnTo>
                <a:lnTo>
                  <a:pt x="116050" y="104509"/>
                </a:lnTo>
                <a:lnTo>
                  <a:pt x="118919" y="107378"/>
                </a:lnTo>
                <a:lnTo>
                  <a:pt x="116550" y="107378"/>
                </a:lnTo>
                <a:close/>
                <a:moveTo>
                  <a:pt x="113482" y="112915"/>
                </a:moveTo>
                <a:lnTo>
                  <a:pt x="112147" y="111581"/>
                </a:lnTo>
                <a:lnTo>
                  <a:pt x="112147" y="109579"/>
                </a:lnTo>
                <a:lnTo>
                  <a:pt x="113582" y="108145"/>
                </a:lnTo>
                <a:lnTo>
                  <a:pt x="115450" y="108145"/>
                </a:lnTo>
                <a:lnTo>
                  <a:pt x="113482" y="110113"/>
                </a:lnTo>
                <a:close/>
                <a:moveTo>
                  <a:pt x="96603" y="107378"/>
                </a:moveTo>
                <a:lnTo>
                  <a:pt x="99605" y="104376"/>
                </a:lnTo>
                <a:lnTo>
                  <a:pt x="99605" y="100139"/>
                </a:lnTo>
                <a:lnTo>
                  <a:pt x="101273" y="101840"/>
                </a:lnTo>
                <a:lnTo>
                  <a:pt x="101273" y="105076"/>
                </a:lnTo>
                <a:lnTo>
                  <a:pt x="98971" y="107378"/>
                </a:lnTo>
                <a:close/>
                <a:moveTo>
                  <a:pt x="93334" y="107378"/>
                </a:moveTo>
                <a:lnTo>
                  <a:pt x="97270" y="103408"/>
                </a:lnTo>
                <a:lnTo>
                  <a:pt x="97270" y="97838"/>
                </a:lnTo>
                <a:lnTo>
                  <a:pt x="98804" y="99372"/>
                </a:lnTo>
                <a:lnTo>
                  <a:pt x="98804" y="104042"/>
                </a:lnTo>
                <a:lnTo>
                  <a:pt x="95469" y="107378"/>
                </a:lnTo>
                <a:lnTo>
                  <a:pt x="93334" y="107378"/>
                </a:lnTo>
                <a:close/>
                <a:moveTo>
                  <a:pt x="89231" y="107378"/>
                </a:moveTo>
                <a:lnTo>
                  <a:pt x="85929" y="104042"/>
                </a:lnTo>
                <a:lnTo>
                  <a:pt x="85929" y="99372"/>
                </a:lnTo>
                <a:lnTo>
                  <a:pt x="87463" y="97838"/>
                </a:lnTo>
                <a:lnTo>
                  <a:pt x="87463" y="103408"/>
                </a:lnTo>
                <a:lnTo>
                  <a:pt x="91399" y="107378"/>
                </a:lnTo>
                <a:lnTo>
                  <a:pt x="89231" y="107378"/>
                </a:lnTo>
                <a:close/>
                <a:moveTo>
                  <a:pt x="85762" y="107378"/>
                </a:moveTo>
                <a:lnTo>
                  <a:pt x="83460" y="105076"/>
                </a:lnTo>
                <a:lnTo>
                  <a:pt x="83460" y="101840"/>
                </a:lnTo>
                <a:lnTo>
                  <a:pt x="85128" y="100139"/>
                </a:lnTo>
                <a:lnTo>
                  <a:pt x="85128" y="104376"/>
                </a:lnTo>
                <a:lnTo>
                  <a:pt x="88130" y="107378"/>
                </a:lnTo>
                <a:lnTo>
                  <a:pt x="85762" y="107378"/>
                </a:lnTo>
                <a:close/>
                <a:moveTo>
                  <a:pt x="82660" y="112915"/>
                </a:moveTo>
                <a:lnTo>
                  <a:pt x="81359" y="111581"/>
                </a:lnTo>
                <a:lnTo>
                  <a:pt x="81359" y="109579"/>
                </a:lnTo>
                <a:lnTo>
                  <a:pt x="82793" y="108145"/>
                </a:lnTo>
                <a:lnTo>
                  <a:pt x="84628" y="108145"/>
                </a:lnTo>
                <a:lnTo>
                  <a:pt x="82660" y="110113"/>
                </a:lnTo>
                <a:close/>
                <a:moveTo>
                  <a:pt x="65814" y="107378"/>
                </a:moveTo>
                <a:lnTo>
                  <a:pt x="68683" y="104509"/>
                </a:lnTo>
                <a:lnTo>
                  <a:pt x="68816" y="104209"/>
                </a:lnTo>
                <a:lnTo>
                  <a:pt x="68816" y="100139"/>
                </a:lnTo>
                <a:lnTo>
                  <a:pt x="70484" y="101840"/>
                </a:lnTo>
                <a:lnTo>
                  <a:pt x="70484" y="105076"/>
                </a:lnTo>
                <a:lnTo>
                  <a:pt x="68183" y="107378"/>
                </a:lnTo>
                <a:lnTo>
                  <a:pt x="65814" y="107378"/>
                </a:lnTo>
                <a:close/>
                <a:moveTo>
                  <a:pt x="62512" y="107378"/>
                </a:moveTo>
                <a:lnTo>
                  <a:pt x="66481" y="103408"/>
                </a:lnTo>
                <a:lnTo>
                  <a:pt x="66481" y="97838"/>
                </a:lnTo>
                <a:lnTo>
                  <a:pt x="68016" y="99372"/>
                </a:lnTo>
                <a:lnTo>
                  <a:pt x="68016" y="104042"/>
                </a:lnTo>
                <a:lnTo>
                  <a:pt x="64680" y="107378"/>
                </a:lnTo>
                <a:lnTo>
                  <a:pt x="62512" y="107378"/>
                </a:lnTo>
                <a:close/>
                <a:moveTo>
                  <a:pt x="58442" y="107378"/>
                </a:moveTo>
                <a:lnTo>
                  <a:pt x="55140" y="104042"/>
                </a:lnTo>
                <a:lnTo>
                  <a:pt x="55140" y="99372"/>
                </a:lnTo>
                <a:lnTo>
                  <a:pt x="56674" y="97838"/>
                </a:lnTo>
                <a:lnTo>
                  <a:pt x="56674" y="103408"/>
                </a:lnTo>
                <a:lnTo>
                  <a:pt x="60610" y="107378"/>
                </a:lnTo>
                <a:lnTo>
                  <a:pt x="58442" y="107378"/>
                </a:lnTo>
                <a:close/>
                <a:moveTo>
                  <a:pt x="54973" y="107378"/>
                </a:moveTo>
                <a:lnTo>
                  <a:pt x="52671" y="105076"/>
                </a:lnTo>
                <a:lnTo>
                  <a:pt x="52671" y="101840"/>
                </a:lnTo>
                <a:lnTo>
                  <a:pt x="54339" y="100139"/>
                </a:lnTo>
                <a:lnTo>
                  <a:pt x="54339" y="104209"/>
                </a:lnTo>
                <a:lnTo>
                  <a:pt x="54473" y="104509"/>
                </a:lnTo>
                <a:lnTo>
                  <a:pt x="57341" y="107378"/>
                </a:lnTo>
                <a:lnTo>
                  <a:pt x="54973" y="107378"/>
                </a:lnTo>
                <a:close/>
                <a:moveTo>
                  <a:pt x="51871" y="112915"/>
                </a:moveTo>
                <a:lnTo>
                  <a:pt x="50570" y="111581"/>
                </a:lnTo>
                <a:lnTo>
                  <a:pt x="50570" y="109579"/>
                </a:lnTo>
                <a:lnTo>
                  <a:pt x="51971" y="108145"/>
                </a:lnTo>
                <a:lnTo>
                  <a:pt x="53839" y="108145"/>
                </a:lnTo>
                <a:lnTo>
                  <a:pt x="51871" y="110113"/>
                </a:lnTo>
                <a:close/>
                <a:moveTo>
                  <a:pt x="35026" y="107378"/>
                </a:moveTo>
                <a:lnTo>
                  <a:pt x="37994" y="104376"/>
                </a:lnTo>
                <a:lnTo>
                  <a:pt x="37994" y="100139"/>
                </a:lnTo>
                <a:lnTo>
                  <a:pt x="39696" y="101840"/>
                </a:lnTo>
                <a:lnTo>
                  <a:pt x="39696" y="105076"/>
                </a:lnTo>
                <a:lnTo>
                  <a:pt x="37394" y="107378"/>
                </a:lnTo>
                <a:close/>
                <a:moveTo>
                  <a:pt x="31723" y="107378"/>
                </a:moveTo>
                <a:lnTo>
                  <a:pt x="35693" y="103408"/>
                </a:lnTo>
                <a:lnTo>
                  <a:pt x="35693" y="97838"/>
                </a:lnTo>
                <a:lnTo>
                  <a:pt x="37227" y="99372"/>
                </a:lnTo>
                <a:lnTo>
                  <a:pt x="37227" y="104042"/>
                </a:lnTo>
                <a:lnTo>
                  <a:pt x="33891" y="107378"/>
                </a:lnTo>
                <a:lnTo>
                  <a:pt x="31723" y="107378"/>
                </a:lnTo>
                <a:close/>
                <a:moveTo>
                  <a:pt x="27654" y="107378"/>
                </a:moveTo>
                <a:lnTo>
                  <a:pt x="24351" y="104042"/>
                </a:lnTo>
                <a:lnTo>
                  <a:pt x="24351" y="99372"/>
                </a:lnTo>
                <a:lnTo>
                  <a:pt x="25886" y="97838"/>
                </a:lnTo>
                <a:lnTo>
                  <a:pt x="25886" y="103408"/>
                </a:lnTo>
                <a:lnTo>
                  <a:pt x="29822" y="107378"/>
                </a:lnTo>
                <a:lnTo>
                  <a:pt x="27654" y="107378"/>
                </a:lnTo>
                <a:close/>
                <a:moveTo>
                  <a:pt x="24184" y="107378"/>
                </a:moveTo>
                <a:lnTo>
                  <a:pt x="21883" y="105076"/>
                </a:lnTo>
                <a:lnTo>
                  <a:pt x="21883" y="101840"/>
                </a:lnTo>
                <a:lnTo>
                  <a:pt x="23551" y="100139"/>
                </a:lnTo>
                <a:lnTo>
                  <a:pt x="23551" y="104376"/>
                </a:lnTo>
                <a:lnTo>
                  <a:pt x="26553" y="107378"/>
                </a:lnTo>
                <a:lnTo>
                  <a:pt x="24184" y="107378"/>
                </a:lnTo>
                <a:close/>
                <a:moveTo>
                  <a:pt x="21082" y="112915"/>
                </a:moveTo>
                <a:lnTo>
                  <a:pt x="19781" y="111581"/>
                </a:lnTo>
                <a:lnTo>
                  <a:pt x="19781" y="109579"/>
                </a:lnTo>
                <a:lnTo>
                  <a:pt x="21182" y="108145"/>
                </a:lnTo>
                <a:lnTo>
                  <a:pt x="23050" y="108145"/>
                </a:lnTo>
                <a:lnTo>
                  <a:pt x="21082" y="110113"/>
                </a:lnTo>
                <a:close/>
                <a:moveTo>
                  <a:pt x="9674" y="10242"/>
                </a:moveTo>
                <a:lnTo>
                  <a:pt x="11008" y="11576"/>
                </a:lnTo>
                <a:lnTo>
                  <a:pt x="11008" y="13577"/>
                </a:lnTo>
                <a:lnTo>
                  <a:pt x="9574" y="15012"/>
                </a:lnTo>
                <a:lnTo>
                  <a:pt x="7706" y="15012"/>
                </a:lnTo>
                <a:lnTo>
                  <a:pt x="9674" y="13044"/>
                </a:lnTo>
                <a:close/>
                <a:moveTo>
                  <a:pt x="26553" y="15779"/>
                </a:moveTo>
                <a:lnTo>
                  <a:pt x="23551" y="18781"/>
                </a:lnTo>
                <a:lnTo>
                  <a:pt x="23551" y="23017"/>
                </a:lnTo>
                <a:lnTo>
                  <a:pt x="21883" y="21316"/>
                </a:lnTo>
                <a:lnTo>
                  <a:pt x="21883" y="18081"/>
                </a:lnTo>
                <a:lnTo>
                  <a:pt x="24184" y="15779"/>
                </a:lnTo>
                <a:lnTo>
                  <a:pt x="26553" y="15779"/>
                </a:lnTo>
                <a:close/>
                <a:moveTo>
                  <a:pt x="29822" y="15779"/>
                </a:moveTo>
                <a:lnTo>
                  <a:pt x="25886" y="19748"/>
                </a:lnTo>
                <a:lnTo>
                  <a:pt x="25886" y="25319"/>
                </a:lnTo>
                <a:lnTo>
                  <a:pt x="24351" y="23785"/>
                </a:lnTo>
                <a:lnTo>
                  <a:pt x="24351" y="19115"/>
                </a:lnTo>
                <a:lnTo>
                  <a:pt x="27654" y="15779"/>
                </a:lnTo>
                <a:lnTo>
                  <a:pt x="29822" y="15779"/>
                </a:lnTo>
                <a:close/>
                <a:moveTo>
                  <a:pt x="33891" y="15779"/>
                </a:moveTo>
                <a:lnTo>
                  <a:pt x="37227" y="19115"/>
                </a:lnTo>
                <a:lnTo>
                  <a:pt x="37227" y="23785"/>
                </a:lnTo>
                <a:lnTo>
                  <a:pt x="35693" y="25319"/>
                </a:lnTo>
                <a:lnTo>
                  <a:pt x="35693" y="19748"/>
                </a:lnTo>
                <a:lnTo>
                  <a:pt x="31723" y="15779"/>
                </a:lnTo>
                <a:lnTo>
                  <a:pt x="33891" y="15779"/>
                </a:lnTo>
                <a:close/>
                <a:moveTo>
                  <a:pt x="37394" y="15779"/>
                </a:moveTo>
                <a:lnTo>
                  <a:pt x="39696" y="18081"/>
                </a:lnTo>
                <a:lnTo>
                  <a:pt x="39696" y="21316"/>
                </a:lnTo>
                <a:lnTo>
                  <a:pt x="37994" y="23017"/>
                </a:lnTo>
                <a:lnTo>
                  <a:pt x="37994" y="18781"/>
                </a:lnTo>
                <a:lnTo>
                  <a:pt x="35026" y="15779"/>
                </a:lnTo>
                <a:lnTo>
                  <a:pt x="37394" y="15779"/>
                </a:lnTo>
                <a:close/>
                <a:moveTo>
                  <a:pt x="40463" y="10242"/>
                </a:moveTo>
                <a:lnTo>
                  <a:pt x="41797" y="11576"/>
                </a:lnTo>
                <a:lnTo>
                  <a:pt x="41797" y="13577"/>
                </a:lnTo>
                <a:lnTo>
                  <a:pt x="40363" y="15012"/>
                </a:lnTo>
                <a:lnTo>
                  <a:pt x="38495" y="15012"/>
                </a:lnTo>
                <a:lnTo>
                  <a:pt x="40463" y="13044"/>
                </a:lnTo>
                <a:close/>
                <a:moveTo>
                  <a:pt x="57341" y="15779"/>
                </a:moveTo>
                <a:lnTo>
                  <a:pt x="54473" y="18648"/>
                </a:lnTo>
                <a:lnTo>
                  <a:pt x="54339" y="18948"/>
                </a:lnTo>
                <a:lnTo>
                  <a:pt x="54339" y="23017"/>
                </a:lnTo>
                <a:lnTo>
                  <a:pt x="52671" y="21316"/>
                </a:lnTo>
                <a:lnTo>
                  <a:pt x="52671" y="18081"/>
                </a:lnTo>
                <a:lnTo>
                  <a:pt x="54973" y="15779"/>
                </a:lnTo>
                <a:lnTo>
                  <a:pt x="57341" y="15779"/>
                </a:lnTo>
                <a:close/>
                <a:moveTo>
                  <a:pt x="60610" y="15779"/>
                </a:moveTo>
                <a:lnTo>
                  <a:pt x="56674" y="19748"/>
                </a:lnTo>
                <a:lnTo>
                  <a:pt x="56674" y="25319"/>
                </a:lnTo>
                <a:lnTo>
                  <a:pt x="55140" y="23785"/>
                </a:lnTo>
                <a:lnTo>
                  <a:pt x="55140" y="19115"/>
                </a:lnTo>
                <a:lnTo>
                  <a:pt x="58442" y="15779"/>
                </a:lnTo>
                <a:lnTo>
                  <a:pt x="60610" y="15779"/>
                </a:lnTo>
                <a:close/>
                <a:moveTo>
                  <a:pt x="64680" y="15779"/>
                </a:moveTo>
                <a:lnTo>
                  <a:pt x="68016" y="19115"/>
                </a:lnTo>
                <a:lnTo>
                  <a:pt x="68016" y="23785"/>
                </a:lnTo>
                <a:lnTo>
                  <a:pt x="66481" y="25319"/>
                </a:lnTo>
                <a:lnTo>
                  <a:pt x="66481" y="19748"/>
                </a:lnTo>
                <a:lnTo>
                  <a:pt x="62545" y="15779"/>
                </a:lnTo>
                <a:lnTo>
                  <a:pt x="64680" y="15779"/>
                </a:lnTo>
                <a:close/>
                <a:moveTo>
                  <a:pt x="68183" y="15779"/>
                </a:moveTo>
                <a:lnTo>
                  <a:pt x="70484" y="18081"/>
                </a:lnTo>
                <a:lnTo>
                  <a:pt x="70484" y="21316"/>
                </a:lnTo>
                <a:lnTo>
                  <a:pt x="68783" y="23017"/>
                </a:lnTo>
                <a:lnTo>
                  <a:pt x="68783" y="18948"/>
                </a:lnTo>
                <a:lnTo>
                  <a:pt x="68683" y="18648"/>
                </a:lnTo>
                <a:lnTo>
                  <a:pt x="65814" y="15779"/>
                </a:lnTo>
                <a:lnTo>
                  <a:pt x="68183" y="15779"/>
                </a:lnTo>
                <a:close/>
                <a:moveTo>
                  <a:pt x="71251" y="10242"/>
                </a:moveTo>
                <a:lnTo>
                  <a:pt x="72586" y="11576"/>
                </a:lnTo>
                <a:lnTo>
                  <a:pt x="72586" y="13577"/>
                </a:lnTo>
                <a:lnTo>
                  <a:pt x="71151" y="15012"/>
                </a:lnTo>
                <a:lnTo>
                  <a:pt x="69283" y="15012"/>
                </a:lnTo>
                <a:lnTo>
                  <a:pt x="71251" y="13044"/>
                </a:lnTo>
                <a:lnTo>
                  <a:pt x="71251" y="10242"/>
                </a:lnTo>
                <a:close/>
                <a:moveTo>
                  <a:pt x="88130" y="15779"/>
                </a:moveTo>
                <a:lnTo>
                  <a:pt x="85128" y="18781"/>
                </a:lnTo>
                <a:lnTo>
                  <a:pt x="85128" y="23017"/>
                </a:lnTo>
                <a:lnTo>
                  <a:pt x="83460" y="21316"/>
                </a:lnTo>
                <a:lnTo>
                  <a:pt x="83460" y="18081"/>
                </a:lnTo>
                <a:lnTo>
                  <a:pt x="85762" y="15779"/>
                </a:lnTo>
                <a:lnTo>
                  <a:pt x="88130" y="15779"/>
                </a:lnTo>
                <a:close/>
                <a:moveTo>
                  <a:pt x="91399" y="15779"/>
                </a:moveTo>
                <a:lnTo>
                  <a:pt x="87463" y="19748"/>
                </a:lnTo>
                <a:lnTo>
                  <a:pt x="87463" y="25319"/>
                </a:lnTo>
                <a:lnTo>
                  <a:pt x="85929" y="23785"/>
                </a:lnTo>
                <a:lnTo>
                  <a:pt x="85929" y="19115"/>
                </a:lnTo>
                <a:lnTo>
                  <a:pt x="89231" y="15779"/>
                </a:lnTo>
                <a:lnTo>
                  <a:pt x="91399" y="15779"/>
                </a:lnTo>
                <a:close/>
                <a:moveTo>
                  <a:pt x="95469" y="15779"/>
                </a:moveTo>
                <a:lnTo>
                  <a:pt x="98804" y="19115"/>
                </a:lnTo>
                <a:lnTo>
                  <a:pt x="98804" y="23785"/>
                </a:lnTo>
                <a:lnTo>
                  <a:pt x="97270" y="25319"/>
                </a:lnTo>
                <a:lnTo>
                  <a:pt x="97270" y="19748"/>
                </a:lnTo>
                <a:lnTo>
                  <a:pt x="93334" y="15779"/>
                </a:lnTo>
                <a:lnTo>
                  <a:pt x="95469" y="15779"/>
                </a:lnTo>
                <a:close/>
                <a:moveTo>
                  <a:pt x="98971" y="15779"/>
                </a:moveTo>
                <a:lnTo>
                  <a:pt x="101273" y="18081"/>
                </a:lnTo>
                <a:lnTo>
                  <a:pt x="101273" y="21316"/>
                </a:lnTo>
                <a:lnTo>
                  <a:pt x="99572" y="23017"/>
                </a:lnTo>
                <a:lnTo>
                  <a:pt x="99572" y="18781"/>
                </a:lnTo>
                <a:lnTo>
                  <a:pt x="96603" y="15779"/>
                </a:lnTo>
                <a:lnTo>
                  <a:pt x="98971" y="15779"/>
                </a:lnTo>
                <a:close/>
                <a:moveTo>
                  <a:pt x="102040" y="10242"/>
                </a:moveTo>
                <a:lnTo>
                  <a:pt x="103374" y="11576"/>
                </a:lnTo>
                <a:lnTo>
                  <a:pt x="103374" y="13577"/>
                </a:lnTo>
                <a:lnTo>
                  <a:pt x="101940" y="15012"/>
                </a:lnTo>
                <a:lnTo>
                  <a:pt x="100072" y="15012"/>
                </a:lnTo>
                <a:lnTo>
                  <a:pt x="102040" y="13044"/>
                </a:lnTo>
                <a:close/>
                <a:moveTo>
                  <a:pt x="118919" y="15779"/>
                </a:moveTo>
                <a:lnTo>
                  <a:pt x="116050" y="18648"/>
                </a:lnTo>
                <a:lnTo>
                  <a:pt x="115917" y="18948"/>
                </a:lnTo>
                <a:lnTo>
                  <a:pt x="115917" y="23017"/>
                </a:lnTo>
                <a:lnTo>
                  <a:pt x="114249" y="21316"/>
                </a:lnTo>
                <a:lnTo>
                  <a:pt x="114249" y="18081"/>
                </a:lnTo>
                <a:lnTo>
                  <a:pt x="116550" y="15779"/>
                </a:lnTo>
                <a:lnTo>
                  <a:pt x="118919" y="15779"/>
                </a:lnTo>
                <a:close/>
                <a:moveTo>
                  <a:pt x="122188" y="15779"/>
                </a:moveTo>
                <a:lnTo>
                  <a:pt x="118252" y="19748"/>
                </a:lnTo>
                <a:lnTo>
                  <a:pt x="118252" y="25319"/>
                </a:lnTo>
                <a:lnTo>
                  <a:pt x="116717" y="23785"/>
                </a:lnTo>
                <a:lnTo>
                  <a:pt x="116717" y="19115"/>
                </a:lnTo>
                <a:lnTo>
                  <a:pt x="120053" y="15779"/>
                </a:lnTo>
                <a:lnTo>
                  <a:pt x="122188" y="15779"/>
                </a:lnTo>
                <a:close/>
                <a:moveTo>
                  <a:pt x="126291" y="15779"/>
                </a:moveTo>
                <a:lnTo>
                  <a:pt x="129593" y="19115"/>
                </a:lnTo>
                <a:lnTo>
                  <a:pt x="129593" y="23785"/>
                </a:lnTo>
                <a:lnTo>
                  <a:pt x="128059" y="25319"/>
                </a:lnTo>
                <a:lnTo>
                  <a:pt x="128059" y="19748"/>
                </a:lnTo>
                <a:lnTo>
                  <a:pt x="124122" y="15779"/>
                </a:lnTo>
                <a:lnTo>
                  <a:pt x="126291" y="15779"/>
                </a:lnTo>
                <a:close/>
                <a:moveTo>
                  <a:pt x="129760" y="15779"/>
                </a:moveTo>
                <a:lnTo>
                  <a:pt x="132061" y="18081"/>
                </a:lnTo>
                <a:lnTo>
                  <a:pt x="132061" y="21316"/>
                </a:lnTo>
                <a:lnTo>
                  <a:pt x="130394" y="23017"/>
                </a:lnTo>
                <a:lnTo>
                  <a:pt x="130394" y="18948"/>
                </a:lnTo>
                <a:lnTo>
                  <a:pt x="130260" y="18648"/>
                </a:lnTo>
                <a:lnTo>
                  <a:pt x="127391" y="15779"/>
                </a:lnTo>
                <a:lnTo>
                  <a:pt x="129760" y="15779"/>
                </a:lnTo>
                <a:close/>
                <a:moveTo>
                  <a:pt x="132862" y="10242"/>
                </a:moveTo>
                <a:lnTo>
                  <a:pt x="134163" y="11576"/>
                </a:lnTo>
                <a:lnTo>
                  <a:pt x="134163" y="13577"/>
                </a:lnTo>
                <a:lnTo>
                  <a:pt x="132729" y="15012"/>
                </a:lnTo>
                <a:lnTo>
                  <a:pt x="130894" y="15012"/>
                </a:lnTo>
                <a:lnTo>
                  <a:pt x="132862" y="13044"/>
                </a:lnTo>
                <a:close/>
                <a:moveTo>
                  <a:pt x="149707" y="15779"/>
                </a:moveTo>
                <a:lnTo>
                  <a:pt x="146739" y="18781"/>
                </a:lnTo>
                <a:lnTo>
                  <a:pt x="146739" y="23017"/>
                </a:lnTo>
                <a:lnTo>
                  <a:pt x="145037" y="21316"/>
                </a:lnTo>
                <a:lnTo>
                  <a:pt x="145037" y="18081"/>
                </a:lnTo>
                <a:lnTo>
                  <a:pt x="147339" y="15779"/>
                </a:lnTo>
                <a:lnTo>
                  <a:pt x="149707" y="15779"/>
                </a:lnTo>
                <a:close/>
                <a:moveTo>
                  <a:pt x="153010" y="15779"/>
                </a:moveTo>
                <a:lnTo>
                  <a:pt x="149040" y="19748"/>
                </a:lnTo>
                <a:lnTo>
                  <a:pt x="149040" y="25319"/>
                </a:lnTo>
                <a:lnTo>
                  <a:pt x="147506" y="23785"/>
                </a:lnTo>
                <a:lnTo>
                  <a:pt x="147506" y="19115"/>
                </a:lnTo>
                <a:lnTo>
                  <a:pt x="150842" y="15779"/>
                </a:lnTo>
                <a:lnTo>
                  <a:pt x="153010" y="15779"/>
                </a:lnTo>
                <a:close/>
                <a:moveTo>
                  <a:pt x="157079" y="15779"/>
                </a:moveTo>
                <a:lnTo>
                  <a:pt x="160382" y="19115"/>
                </a:lnTo>
                <a:lnTo>
                  <a:pt x="160382" y="23785"/>
                </a:lnTo>
                <a:lnTo>
                  <a:pt x="158847" y="25319"/>
                </a:lnTo>
                <a:lnTo>
                  <a:pt x="158847" y="19748"/>
                </a:lnTo>
                <a:lnTo>
                  <a:pt x="154911" y="15779"/>
                </a:lnTo>
                <a:lnTo>
                  <a:pt x="157079" y="15779"/>
                </a:lnTo>
                <a:close/>
                <a:moveTo>
                  <a:pt x="160548" y="15779"/>
                </a:moveTo>
                <a:lnTo>
                  <a:pt x="162850" y="18081"/>
                </a:lnTo>
                <a:lnTo>
                  <a:pt x="162850" y="21316"/>
                </a:lnTo>
                <a:lnTo>
                  <a:pt x="161182" y="23017"/>
                </a:lnTo>
                <a:lnTo>
                  <a:pt x="161182" y="18781"/>
                </a:lnTo>
                <a:lnTo>
                  <a:pt x="158180" y="15779"/>
                </a:lnTo>
                <a:lnTo>
                  <a:pt x="160548" y="15779"/>
                </a:lnTo>
                <a:close/>
                <a:moveTo>
                  <a:pt x="163651" y="10242"/>
                </a:moveTo>
                <a:lnTo>
                  <a:pt x="164952" y="11576"/>
                </a:lnTo>
                <a:lnTo>
                  <a:pt x="164952" y="13577"/>
                </a:lnTo>
                <a:lnTo>
                  <a:pt x="163551" y="15012"/>
                </a:lnTo>
                <a:lnTo>
                  <a:pt x="161683" y="15012"/>
                </a:lnTo>
                <a:lnTo>
                  <a:pt x="163651" y="13044"/>
                </a:lnTo>
                <a:close/>
                <a:moveTo>
                  <a:pt x="180496" y="15779"/>
                </a:moveTo>
                <a:lnTo>
                  <a:pt x="177627" y="18648"/>
                </a:lnTo>
                <a:lnTo>
                  <a:pt x="177527" y="18948"/>
                </a:lnTo>
                <a:lnTo>
                  <a:pt x="177527" y="23017"/>
                </a:lnTo>
                <a:lnTo>
                  <a:pt x="175826" y="21316"/>
                </a:lnTo>
                <a:lnTo>
                  <a:pt x="175826" y="18081"/>
                </a:lnTo>
                <a:lnTo>
                  <a:pt x="178128" y="15779"/>
                </a:lnTo>
                <a:lnTo>
                  <a:pt x="180496" y="15779"/>
                </a:lnTo>
                <a:close/>
                <a:moveTo>
                  <a:pt x="183798" y="15779"/>
                </a:moveTo>
                <a:lnTo>
                  <a:pt x="179829" y="19748"/>
                </a:lnTo>
                <a:lnTo>
                  <a:pt x="179829" y="25319"/>
                </a:lnTo>
                <a:lnTo>
                  <a:pt x="178294" y="23785"/>
                </a:lnTo>
                <a:lnTo>
                  <a:pt x="178294" y="19115"/>
                </a:lnTo>
                <a:lnTo>
                  <a:pt x="181630" y="15779"/>
                </a:lnTo>
                <a:lnTo>
                  <a:pt x="183798" y="15779"/>
                </a:lnTo>
                <a:close/>
                <a:moveTo>
                  <a:pt x="187868" y="15779"/>
                </a:moveTo>
                <a:lnTo>
                  <a:pt x="191170" y="19115"/>
                </a:lnTo>
                <a:lnTo>
                  <a:pt x="191170" y="23785"/>
                </a:lnTo>
                <a:lnTo>
                  <a:pt x="189636" y="25319"/>
                </a:lnTo>
                <a:lnTo>
                  <a:pt x="189636" y="19748"/>
                </a:lnTo>
                <a:lnTo>
                  <a:pt x="185700" y="15779"/>
                </a:lnTo>
                <a:lnTo>
                  <a:pt x="187868" y="15779"/>
                </a:lnTo>
                <a:close/>
                <a:moveTo>
                  <a:pt x="191337" y="15779"/>
                </a:moveTo>
                <a:lnTo>
                  <a:pt x="193639" y="18081"/>
                </a:lnTo>
                <a:lnTo>
                  <a:pt x="193639" y="21316"/>
                </a:lnTo>
                <a:lnTo>
                  <a:pt x="191971" y="23017"/>
                </a:lnTo>
                <a:lnTo>
                  <a:pt x="191971" y="18948"/>
                </a:lnTo>
                <a:lnTo>
                  <a:pt x="191837" y="18648"/>
                </a:lnTo>
                <a:lnTo>
                  <a:pt x="188969" y="15779"/>
                </a:lnTo>
                <a:lnTo>
                  <a:pt x="191337" y="15779"/>
                </a:lnTo>
                <a:close/>
                <a:moveTo>
                  <a:pt x="194439" y="10242"/>
                </a:moveTo>
                <a:lnTo>
                  <a:pt x="195740" y="11576"/>
                </a:lnTo>
                <a:lnTo>
                  <a:pt x="195740" y="13577"/>
                </a:lnTo>
                <a:lnTo>
                  <a:pt x="194339" y="15012"/>
                </a:lnTo>
                <a:lnTo>
                  <a:pt x="192471" y="15012"/>
                </a:lnTo>
                <a:lnTo>
                  <a:pt x="194439" y="13044"/>
                </a:lnTo>
                <a:close/>
                <a:moveTo>
                  <a:pt x="211285" y="15779"/>
                </a:moveTo>
                <a:lnTo>
                  <a:pt x="208316" y="18781"/>
                </a:lnTo>
                <a:lnTo>
                  <a:pt x="208316" y="23017"/>
                </a:lnTo>
                <a:lnTo>
                  <a:pt x="206615" y="21316"/>
                </a:lnTo>
                <a:lnTo>
                  <a:pt x="206615" y="18081"/>
                </a:lnTo>
                <a:lnTo>
                  <a:pt x="208916" y="15779"/>
                </a:lnTo>
                <a:lnTo>
                  <a:pt x="211285" y="15779"/>
                </a:lnTo>
                <a:close/>
                <a:moveTo>
                  <a:pt x="214587" y="15779"/>
                </a:moveTo>
                <a:lnTo>
                  <a:pt x="210618" y="19748"/>
                </a:lnTo>
                <a:lnTo>
                  <a:pt x="210618" y="25319"/>
                </a:lnTo>
                <a:lnTo>
                  <a:pt x="209083" y="23785"/>
                </a:lnTo>
                <a:lnTo>
                  <a:pt x="209083" y="19115"/>
                </a:lnTo>
                <a:lnTo>
                  <a:pt x="212419" y="15779"/>
                </a:lnTo>
                <a:lnTo>
                  <a:pt x="214587" y="15779"/>
                </a:lnTo>
                <a:close/>
                <a:moveTo>
                  <a:pt x="218657" y="15779"/>
                </a:moveTo>
                <a:lnTo>
                  <a:pt x="221959" y="19115"/>
                </a:lnTo>
                <a:lnTo>
                  <a:pt x="221959" y="23785"/>
                </a:lnTo>
                <a:lnTo>
                  <a:pt x="220425" y="25319"/>
                </a:lnTo>
                <a:lnTo>
                  <a:pt x="220425" y="19748"/>
                </a:lnTo>
                <a:lnTo>
                  <a:pt x="216488" y="15779"/>
                </a:lnTo>
                <a:lnTo>
                  <a:pt x="218657" y="15779"/>
                </a:lnTo>
                <a:close/>
                <a:moveTo>
                  <a:pt x="222126" y="15779"/>
                </a:moveTo>
                <a:lnTo>
                  <a:pt x="224427" y="18081"/>
                </a:lnTo>
                <a:lnTo>
                  <a:pt x="224427" y="21316"/>
                </a:lnTo>
                <a:lnTo>
                  <a:pt x="222760" y="23017"/>
                </a:lnTo>
                <a:lnTo>
                  <a:pt x="222760" y="18781"/>
                </a:lnTo>
                <a:lnTo>
                  <a:pt x="219757" y="15779"/>
                </a:lnTo>
                <a:lnTo>
                  <a:pt x="222126" y="15779"/>
                </a:lnTo>
                <a:close/>
                <a:moveTo>
                  <a:pt x="225228" y="10242"/>
                </a:moveTo>
                <a:lnTo>
                  <a:pt x="226529" y="11576"/>
                </a:lnTo>
                <a:lnTo>
                  <a:pt x="226529" y="13577"/>
                </a:lnTo>
                <a:lnTo>
                  <a:pt x="225128" y="15012"/>
                </a:lnTo>
                <a:lnTo>
                  <a:pt x="223260" y="15012"/>
                </a:lnTo>
                <a:lnTo>
                  <a:pt x="225228" y="13044"/>
                </a:lnTo>
                <a:close/>
                <a:moveTo>
                  <a:pt x="234635" y="14011"/>
                </a:moveTo>
                <a:lnTo>
                  <a:pt x="235635" y="15012"/>
                </a:lnTo>
                <a:lnTo>
                  <a:pt x="231866" y="15012"/>
                </a:lnTo>
                <a:lnTo>
                  <a:pt x="234535" y="12343"/>
                </a:lnTo>
                <a:lnTo>
                  <a:pt x="234535" y="13744"/>
                </a:lnTo>
                <a:close/>
                <a:moveTo>
                  <a:pt x="234635" y="75588"/>
                </a:moveTo>
                <a:lnTo>
                  <a:pt x="235635" y="76589"/>
                </a:lnTo>
                <a:lnTo>
                  <a:pt x="231866" y="76589"/>
                </a:lnTo>
                <a:lnTo>
                  <a:pt x="234535" y="73920"/>
                </a:lnTo>
                <a:lnTo>
                  <a:pt x="234535" y="75321"/>
                </a:lnTo>
                <a:close/>
                <a:moveTo>
                  <a:pt x="234535" y="109413"/>
                </a:moveTo>
                <a:lnTo>
                  <a:pt x="234535" y="110814"/>
                </a:lnTo>
                <a:lnTo>
                  <a:pt x="231899" y="108178"/>
                </a:lnTo>
                <a:lnTo>
                  <a:pt x="235635" y="108178"/>
                </a:lnTo>
                <a:lnTo>
                  <a:pt x="234635" y="109146"/>
                </a:lnTo>
                <a:close/>
                <a:moveTo>
                  <a:pt x="227229" y="109146"/>
                </a:moveTo>
                <a:lnTo>
                  <a:pt x="226229" y="108178"/>
                </a:lnTo>
                <a:lnTo>
                  <a:pt x="229965" y="108178"/>
                </a:lnTo>
                <a:lnTo>
                  <a:pt x="227330" y="110814"/>
                </a:lnTo>
                <a:lnTo>
                  <a:pt x="227330" y="109413"/>
                </a:lnTo>
                <a:close/>
                <a:moveTo>
                  <a:pt x="227330" y="104743"/>
                </a:moveTo>
                <a:lnTo>
                  <a:pt x="229965" y="107378"/>
                </a:lnTo>
                <a:lnTo>
                  <a:pt x="226229" y="107378"/>
                </a:lnTo>
                <a:lnTo>
                  <a:pt x="227330" y="106277"/>
                </a:lnTo>
                <a:lnTo>
                  <a:pt x="227330" y="104743"/>
                </a:lnTo>
                <a:close/>
                <a:moveTo>
                  <a:pt x="227897" y="104175"/>
                </a:moveTo>
                <a:lnTo>
                  <a:pt x="229264" y="104175"/>
                </a:lnTo>
                <a:lnTo>
                  <a:pt x="229431" y="104175"/>
                </a:lnTo>
                <a:lnTo>
                  <a:pt x="230532" y="103075"/>
                </a:lnTo>
                <a:lnTo>
                  <a:pt x="230532" y="106811"/>
                </a:lnTo>
                <a:close/>
                <a:moveTo>
                  <a:pt x="230532" y="108712"/>
                </a:moveTo>
                <a:lnTo>
                  <a:pt x="230532" y="112448"/>
                </a:lnTo>
                <a:lnTo>
                  <a:pt x="229431" y="111381"/>
                </a:lnTo>
                <a:lnTo>
                  <a:pt x="227897" y="111381"/>
                </a:lnTo>
                <a:close/>
                <a:moveTo>
                  <a:pt x="231332" y="108712"/>
                </a:moveTo>
                <a:lnTo>
                  <a:pt x="233968" y="111381"/>
                </a:lnTo>
                <a:lnTo>
                  <a:pt x="232567" y="111381"/>
                </a:lnTo>
                <a:lnTo>
                  <a:pt x="232300" y="111481"/>
                </a:lnTo>
                <a:lnTo>
                  <a:pt x="231332" y="112448"/>
                </a:lnTo>
                <a:lnTo>
                  <a:pt x="231332" y="108712"/>
                </a:lnTo>
                <a:close/>
                <a:moveTo>
                  <a:pt x="231866" y="107378"/>
                </a:moveTo>
                <a:lnTo>
                  <a:pt x="234535" y="104743"/>
                </a:lnTo>
                <a:lnTo>
                  <a:pt x="234535" y="106277"/>
                </a:lnTo>
                <a:lnTo>
                  <a:pt x="235635" y="107378"/>
                </a:lnTo>
                <a:close/>
                <a:moveTo>
                  <a:pt x="231332" y="106811"/>
                </a:moveTo>
                <a:lnTo>
                  <a:pt x="231332" y="103075"/>
                </a:lnTo>
                <a:lnTo>
                  <a:pt x="232300" y="104042"/>
                </a:lnTo>
                <a:lnTo>
                  <a:pt x="232567" y="104175"/>
                </a:lnTo>
                <a:lnTo>
                  <a:pt x="233968" y="104175"/>
                </a:lnTo>
                <a:close/>
                <a:moveTo>
                  <a:pt x="230532" y="101941"/>
                </a:moveTo>
                <a:lnTo>
                  <a:pt x="229097" y="103375"/>
                </a:lnTo>
                <a:lnTo>
                  <a:pt x="227096" y="103375"/>
                </a:lnTo>
                <a:lnTo>
                  <a:pt x="225762" y="102074"/>
                </a:lnTo>
                <a:lnTo>
                  <a:pt x="228397" y="102074"/>
                </a:lnTo>
                <a:lnTo>
                  <a:pt x="228564" y="102074"/>
                </a:lnTo>
                <a:lnTo>
                  <a:pt x="230532" y="100106"/>
                </a:lnTo>
                <a:lnTo>
                  <a:pt x="230532" y="101941"/>
                </a:lnTo>
                <a:close/>
                <a:moveTo>
                  <a:pt x="228230" y="101273"/>
                </a:moveTo>
                <a:lnTo>
                  <a:pt x="224995" y="101273"/>
                </a:lnTo>
                <a:lnTo>
                  <a:pt x="223327" y="99606"/>
                </a:lnTo>
                <a:lnTo>
                  <a:pt x="227363" y="99606"/>
                </a:lnTo>
                <a:lnTo>
                  <a:pt x="227530" y="99606"/>
                </a:lnTo>
                <a:lnTo>
                  <a:pt x="230532" y="96603"/>
                </a:lnTo>
                <a:lnTo>
                  <a:pt x="230532" y="98972"/>
                </a:lnTo>
                <a:close/>
                <a:moveTo>
                  <a:pt x="227229" y="98805"/>
                </a:moveTo>
                <a:lnTo>
                  <a:pt x="222526" y="98805"/>
                </a:lnTo>
                <a:lnTo>
                  <a:pt x="220992" y="97271"/>
                </a:lnTo>
                <a:lnTo>
                  <a:pt x="226429" y="97271"/>
                </a:lnTo>
                <a:lnTo>
                  <a:pt x="226596" y="97271"/>
                </a:lnTo>
                <a:lnTo>
                  <a:pt x="230532" y="93334"/>
                </a:lnTo>
                <a:lnTo>
                  <a:pt x="230532" y="95503"/>
                </a:lnTo>
                <a:close/>
                <a:moveTo>
                  <a:pt x="203746" y="109413"/>
                </a:moveTo>
                <a:lnTo>
                  <a:pt x="203746" y="110814"/>
                </a:lnTo>
                <a:lnTo>
                  <a:pt x="201077" y="108178"/>
                </a:lnTo>
                <a:lnTo>
                  <a:pt x="204847" y="108178"/>
                </a:lnTo>
                <a:lnTo>
                  <a:pt x="203846" y="109146"/>
                </a:lnTo>
                <a:close/>
                <a:moveTo>
                  <a:pt x="196407" y="109146"/>
                </a:moveTo>
                <a:lnTo>
                  <a:pt x="195440" y="108178"/>
                </a:lnTo>
                <a:lnTo>
                  <a:pt x="199176" y="108178"/>
                </a:lnTo>
                <a:lnTo>
                  <a:pt x="196541" y="110814"/>
                </a:lnTo>
                <a:lnTo>
                  <a:pt x="196541" y="109413"/>
                </a:lnTo>
                <a:close/>
                <a:moveTo>
                  <a:pt x="192538" y="99606"/>
                </a:moveTo>
                <a:lnTo>
                  <a:pt x="196741" y="99606"/>
                </a:lnTo>
                <a:lnTo>
                  <a:pt x="199743" y="96603"/>
                </a:lnTo>
                <a:lnTo>
                  <a:pt x="199743" y="98972"/>
                </a:lnTo>
                <a:lnTo>
                  <a:pt x="197441" y="101273"/>
                </a:lnTo>
                <a:lnTo>
                  <a:pt x="194206" y="101273"/>
                </a:lnTo>
                <a:close/>
                <a:moveTo>
                  <a:pt x="190203" y="97271"/>
                </a:moveTo>
                <a:lnTo>
                  <a:pt x="195807" y="97271"/>
                </a:lnTo>
                <a:lnTo>
                  <a:pt x="199743" y="93334"/>
                </a:lnTo>
                <a:lnTo>
                  <a:pt x="199743" y="95503"/>
                </a:lnTo>
                <a:lnTo>
                  <a:pt x="196441" y="98805"/>
                </a:lnTo>
                <a:lnTo>
                  <a:pt x="191737" y="98805"/>
                </a:lnTo>
                <a:close/>
                <a:moveTo>
                  <a:pt x="177761" y="98805"/>
                </a:moveTo>
                <a:lnTo>
                  <a:pt x="173057" y="98805"/>
                </a:lnTo>
                <a:lnTo>
                  <a:pt x="169755" y="95503"/>
                </a:lnTo>
                <a:lnTo>
                  <a:pt x="169755" y="93334"/>
                </a:lnTo>
                <a:lnTo>
                  <a:pt x="173691" y="97271"/>
                </a:lnTo>
                <a:lnTo>
                  <a:pt x="179262" y="97271"/>
                </a:lnTo>
                <a:close/>
                <a:moveTo>
                  <a:pt x="175292" y="101273"/>
                </a:moveTo>
                <a:lnTo>
                  <a:pt x="172023" y="101273"/>
                </a:lnTo>
                <a:lnTo>
                  <a:pt x="169755" y="98972"/>
                </a:lnTo>
                <a:lnTo>
                  <a:pt x="169755" y="96603"/>
                </a:lnTo>
                <a:lnTo>
                  <a:pt x="172724" y="99606"/>
                </a:lnTo>
                <a:lnTo>
                  <a:pt x="176960" y="99606"/>
                </a:lnTo>
                <a:close/>
                <a:moveTo>
                  <a:pt x="173191" y="103375"/>
                </a:moveTo>
                <a:lnTo>
                  <a:pt x="171156" y="103375"/>
                </a:lnTo>
                <a:lnTo>
                  <a:pt x="169755" y="101941"/>
                </a:lnTo>
                <a:lnTo>
                  <a:pt x="169755" y="100106"/>
                </a:lnTo>
                <a:lnTo>
                  <a:pt x="171723" y="102074"/>
                </a:lnTo>
                <a:lnTo>
                  <a:pt x="174492" y="102074"/>
                </a:lnTo>
                <a:close/>
                <a:moveTo>
                  <a:pt x="172957" y="109413"/>
                </a:moveTo>
                <a:lnTo>
                  <a:pt x="172957" y="110814"/>
                </a:lnTo>
                <a:lnTo>
                  <a:pt x="170289" y="108178"/>
                </a:lnTo>
                <a:lnTo>
                  <a:pt x="174025" y="108178"/>
                </a:lnTo>
                <a:lnTo>
                  <a:pt x="173057" y="109146"/>
                </a:lnTo>
                <a:close/>
                <a:moveTo>
                  <a:pt x="165619" y="109146"/>
                </a:moveTo>
                <a:lnTo>
                  <a:pt x="164651" y="108178"/>
                </a:lnTo>
                <a:lnTo>
                  <a:pt x="168387" y="108178"/>
                </a:lnTo>
                <a:lnTo>
                  <a:pt x="165752" y="110814"/>
                </a:lnTo>
                <a:lnTo>
                  <a:pt x="165752" y="109413"/>
                </a:lnTo>
                <a:close/>
                <a:moveTo>
                  <a:pt x="161749" y="99606"/>
                </a:moveTo>
                <a:lnTo>
                  <a:pt x="165786" y="99606"/>
                </a:lnTo>
                <a:lnTo>
                  <a:pt x="165952" y="99606"/>
                </a:lnTo>
                <a:lnTo>
                  <a:pt x="168954" y="96603"/>
                </a:lnTo>
                <a:lnTo>
                  <a:pt x="168954" y="98972"/>
                </a:lnTo>
                <a:lnTo>
                  <a:pt x="166653" y="101273"/>
                </a:lnTo>
                <a:lnTo>
                  <a:pt x="163417" y="101273"/>
                </a:lnTo>
                <a:close/>
                <a:moveTo>
                  <a:pt x="159414" y="97271"/>
                </a:moveTo>
                <a:lnTo>
                  <a:pt x="164852" y="97271"/>
                </a:lnTo>
                <a:lnTo>
                  <a:pt x="164985" y="97271"/>
                </a:lnTo>
                <a:lnTo>
                  <a:pt x="168954" y="93334"/>
                </a:lnTo>
                <a:lnTo>
                  <a:pt x="168954" y="95503"/>
                </a:lnTo>
                <a:lnTo>
                  <a:pt x="165619" y="98805"/>
                </a:lnTo>
                <a:lnTo>
                  <a:pt x="160949" y="98805"/>
                </a:lnTo>
                <a:close/>
                <a:moveTo>
                  <a:pt x="142135" y="109413"/>
                </a:moveTo>
                <a:lnTo>
                  <a:pt x="142135" y="110814"/>
                </a:lnTo>
                <a:lnTo>
                  <a:pt x="139500" y="108178"/>
                </a:lnTo>
                <a:lnTo>
                  <a:pt x="143236" y="108178"/>
                </a:lnTo>
                <a:lnTo>
                  <a:pt x="142269" y="109146"/>
                </a:lnTo>
                <a:close/>
                <a:moveTo>
                  <a:pt x="134830" y="109146"/>
                </a:moveTo>
                <a:lnTo>
                  <a:pt x="133863" y="108178"/>
                </a:lnTo>
                <a:lnTo>
                  <a:pt x="137599" y="108178"/>
                </a:lnTo>
                <a:lnTo>
                  <a:pt x="134964" y="110814"/>
                </a:lnTo>
                <a:lnTo>
                  <a:pt x="134964" y="109413"/>
                </a:lnTo>
                <a:close/>
                <a:moveTo>
                  <a:pt x="130927" y="99606"/>
                </a:moveTo>
                <a:lnTo>
                  <a:pt x="135164" y="99606"/>
                </a:lnTo>
                <a:lnTo>
                  <a:pt x="138166" y="96603"/>
                </a:lnTo>
                <a:lnTo>
                  <a:pt x="138166" y="98972"/>
                </a:lnTo>
                <a:lnTo>
                  <a:pt x="135864" y="101273"/>
                </a:lnTo>
                <a:lnTo>
                  <a:pt x="132629" y="101273"/>
                </a:lnTo>
                <a:close/>
                <a:moveTo>
                  <a:pt x="128626" y="97271"/>
                </a:moveTo>
                <a:lnTo>
                  <a:pt x="134196" y="97271"/>
                </a:lnTo>
                <a:lnTo>
                  <a:pt x="138166" y="93334"/>
                </a:lnTo>
                <a:lnTo>
                  <a:pt x="138166" y="95503"/>
                </a:lnTo>
                <a:lnTo>
                  <a:pt x="134830" y="98805"/>
                </a:lnTo>
                <a:lnTo>
                  <a:pt x="130160" y="98805"/>
                </a:lnTo>
                <a:close/>
                <a:moveTo>
                  <a:pt x="116150" y="98805"/>
                </a:moveTo>
                <a:lnTo>
                  <a:pt x="111480" y="98805"/>
                </a:lnTo>
                <a:lnTo>
                  <a:pt x="108144" y="95503"/>
                </a:lnTo>
                <a:lnTo>
                  <a:pt x="108144" y="93334"/>
                </a:lnTo>
                <a:lnTo>
                  <a:pt x="112114" y="97271"/>
                </a:lnTo>
                <a:lnTo>
                  <a:pt x="117685" y="97271"/>
                </a:lnTo>
                <a:close/>
                <a:moveTo>
                  <a:pt x="113682" y="101273"/>
                </a:moveTo>
                <a:lnTo>
                  <a:pt x="110446" y="101273"/>
                </a:lnTo>
                <a:lnTo>
                  <a:pt x="108144" y="98972"/>
                </a:lnTo>
                <a:lnTo>
                  <a:pt x="108144" y="96603"/>
                </a:lnTo>
                <a:lnTo>
                  <a:pt x="111147" y="99606"/>
                </a:lnTo>
                <a:lnTo>
                  <a:pt x="115383" y="99606"/>
                </a:lnTo>
                <a:close/>
                <a:moveTo>
                  <a:pt x="111580" y="103375"/>
                </a:moveTo>
                <a:lnTo>
                  <a:pt x="109579" y="103375"/>
                </a:lnTo>
                <a:lnTo>
                  <a:pt x="108144" y="101941"/>
                </a:lnTo>
                <a:lnTo>
                  <a:pt x="108144" y="100106"/>
                </a:lnTo>
                <a:lnTo>
                  <a:pt x="110112" y="102074"/>
                </a:lnTo>
                <a:lnTo>
                  <a:pt x="112914" y="102074"/>
                </a:lnTo>
                <a:close/>
                <a:moveTo>
                  <a:pt x="111347" y="109413"/>
                </a:moveTo>
                <a:lnTo>
                  <a:pt x="111347" y="110814"/>
                </a:lnTo>
                <a:lnTo>
                  <a:pt x="108711" y="108178"/>
                </a:lnTo>
                <a:lnTo>
                  <a:pt x="112447" y="108178"/>
                </a:lnTo>
                <a:lnTo>
                  <a:pt x="111480" y="109146"/>
                </a:lnTo>
                <a:close/>
                <a:moveTo>
                  <a:pt x="104041" y="109146"/>
                </a:moveTo>
                <a:lnTo>
                  <a:pt x="103074" y="108178"/>
                </a:lnTo>
                <a:lnTo>
                  <a:pt x="106810" y="108178"/>
                </a:lnTo>
                <a:lnTo>
                  <a:pt x="104175" y="110814"/>
                </a:lnTo>
                <a:lnTo>
                  <a:pt x="104175" y="109413"/>
                </a:lnTo>
                <a:close/>
                <a:moveTo>
                  <a:pt x="100139" y="99606"/>
                </a:moveTo>
                <a:lnTo>
                  <a:pt x="104208" y="99606"/>
                </a:lnTo>
                <a:lnTo>
                  <a:pt x="104375" y="99606"/>
                </a:lnTo>
                <a:lnTo>
                  <a:pt x="107377" y="96603"/>
                </a:lnTo>
                <a:lnTo>
                  <a:pt x="107377" y="98972"/>
                </a:lnTo>
                <a:lnTo>
                  <a:pt x="105076" y="101273"/>
                </a:lnTo>
                <a:lnTo>
                  <a:pt x="101807" y="101273"/>
                </a:lnTo>
                <a:close/>
                <a:moveTo>
                  <a:pt x="97837" y="97271"/>
                </a:moveTo>
                <a:lnTo>
                  <a:pt x="103241" y="97271"/>
                </a:lnTo>
                <a:lnTo>
                  <a:pt x="103408" y="97271"/>
                </a:lnTo>
                <a:lnTo>
                  <a:pt x="107344" y="93334"/>
                </a:lnTo>
                <a:lnTo>
                  <a:pt x="107344" y="95503"/>
                </a:lnTo>
                <a:lnTo>
                  <a:pt x="104041" y="98805"/>
                </a:lnTo>
                <a:lnTo>
                  <a:pt x="99371" y="98805"/>
                </a:lnTo>
                <a:close/>
                <a:moveTo>
                  <a:pt x="80558" y="109413"/>
                </a:moveTo>
                <a:lnTo>
                  <a:pt x="80558" y="110814"/>
                </a:lnTo>
                <a:lnTo>
                  <a:pt x="77923" y="108178"/>
                </a:lnTo>
                <a:lnTo>
                  <a:pt x="81659" y="108178"/>
                </a:lnTo>
                <a:lnTo>
                  <a:pt x="80691" y="109146"/>
                </a:lnTo>
                <a:close/>
                <a:moveTo>
                  <a:pt x="73253" y="109146"/>
                </a:moveTo>
                <a:lnTo>
                  <a:pt x="72285" y="108178"/>
                </a:lnTo>
                <a:lnTo>
                  <a:pt x="76021" y="108178"/>
                </a:lnTo>
                <a:lnTo>
                  <a:pt x="73386" y="110814"/>
                </a:lnTo>
                <a:lnTo>
                  <a:pt x="73386" y="109413"/>
                </a:lnTo>
                <a:close/>
                <a:moveTo>
                  <a:pt x="69350" y="99606"/>
                </a:moveTo>
                <a:lnTo>
                  <a:pt x="73586" y="99606"/>
                </a:lnTo>
                <a:lnTo>
                  <a:pt x="76589" y="96603"/>
                </a:lnTo>
                <a:lnTo>
                  <a:pt x="76589" y="98972"/>
                </a:lnTo>
                <a:lnTo>
                  <a:pt x="74287" y="101273"/>
                </a:lnTo>
                <a:lnTo>
                  <a:pt x="71018" y="101273"/>
                </a:lnTo>
                <a:close/>
                <a:moveTo>
                  <a:pt x="67048" y="97271"/>
                </a:moveTo>
                <a:lnTo>
                  <a:pt x="72619" y="97271"/>
                </a:lnTo>
                <a:lnTo>
                  <a:pt x="76589" y="93334"/>
                </a:lnTo>
                <a:lnTo>
                  <a:pt x="76589" y="95503"/>
                </a:lnTo>
                <a:lnTo>
                  <a:pt x="73253" y="98805"/>
                </a:lnTo>
                <a:lnTo>
                  <a:pt x="68583" y="98805"/>
                </a:lnTo>
                <a:close/>
                <a:moveTo>
                  <a:pt x="54573" y="98805"/>
                </a:moveTo>
                <a:lnTo>
                  <a:pt x="49903" y="98805"/>
                </a:lnTo>
                <a:lnTo>
                  <a:pt x="46567" y="95503"/>
                </a:lnTo>
                <a:lnTo>
                  <a:pt x="46567" y="93334"/>
                </a:lnTo>
                <a:lnTo>
                  <a:pt x="50537" y="97271"/>
                </a:lnTo>
                <a:lnTo>
                  <a:pt x="56107" y="97271"/>
                </a:lnTo>
                <a:close/>
                <a:moveTo>
                  <a:pt x="52104" y="101273"/>
                </a:moveTo>
                <a:lnTo>
                  <a:pt x="48869" y="101273"/>
                </a:lnTo>
                <a:lnTo>
                  <a:pt x="46567" y="98972"/>
                </a:lnTo>
                <a:lnTo>
                  <a:pt x="46567" y="96603"/>
                </a:lnTo>
                <a:lnTo>
                  <a:pt x="49569" y="99606"/>
                </a:lnTo>
                <a:lnTo>
                  <a:pt x="53806" y="99606"/>
                </a:lnTo>
                <a:close/>
                <a:moveTo>
                  <a:pt x="50003" y="103375"/>
                </a:moveTo>
                <a:lnTo>
                  <a:pt x="48001" y="103375"/>
                </a:lnTo>
                <a:lnTo>
                  <a:pt x="46567" y="101941"/>
                </a:lnTo>
                <a:lnTo>
                  <a:pt x="46567" y="100106"/>
                </a:lnTo>
                <a:lnTo>
                  <a:pt x="48535" y="102074"/>
                </a:lnTo>
                <a:lnTo>
                  <a:pt x="51337" y="102074"/>
                </a:lnTo>
                <a:close/>
                <a:moveTo>
                  <a:pt x="49769" y="109413"/>
                </a:moveTo>
                <a:lnTo>
                  <a:pt x="49769" y="110814"/>
                </a:lnTo>
                <a:lnTo>
                  <a:pt x="47134" y="108178"/>
                </a:lnTo>
                <a:lnTo>
                  <a:pt x="50870" y="108178"/>
                </a:lnTo>
                <a:lnTo>
                  <a:pt x="49903" y="109146"/>
                </a:lnTo>
                <a:close/>
                <a:moveTo>
                  <a:pt x="42464" y="109146"/>
                </a:moveTo>
                <a:lnTo>
                  <a:pt x="41497" y="108178"/>
                </a:lnTo>
                <a:lnTo>
                  <a:pt x="45233" y="108178"/>
                </a:lnTo>
                <a:lnTo>
                  <a:pt x="42564" y="110814"/>
                </a:lnTo>
                <a:lnTo>
                  <a:pt x="42564" y="109413"/>
                </a:lnTo>
                <a:close/>
                <a:moveTo>
                  <a:pt x="38561" y="99606"/>
                </a:moveTo>
                <a:lnTo>
                  <a:pt x="42631" y="99606"/>
                </a:lnTo>
                <a:lnTo>
                  <a:pt x="42798" y="99606"/>
                </a:lnTo>
                <a:lnTo>
                  <a:pt x="45800" y="96603"/>
                </a:lnTo>
                <a:lnTo>
                  <a:pt x="45800" y="98972"/>
                </a:lnTo>
                <a:lnTo>
                  <a:pt x="43498" y="101273"/>
                </a:lnTo>
                <a:lnTo>
                  <a:pt x="40229" y="101273"/>
                </a:lnTo>
                <a:close/>
                <a:moveTo>
                  <a:pt x="36260" y="97271"/>
                </a:moveTo>
                <a:lnTo>
                  <a:pt x="41664" y="97271"/>
                </a:lnTo>
                <a:lnTo>
                  <a:pt x="41830" y="97271"/>
                </a:lnTo>
                <a:lnTo>
                  <a:pt x="45767" y="93334"/>
                </a:lnTo>
                <a:lnTo>
                  <a:pt x="45767" y="95503"/>
                </a:lnTo>
                <a:lnTo>
                  <a:pt x="42464" y="98805"/>
                </a:lnTo>
                <a:lnTo>
                  <a:pt x="37761" y="98805"/>
                </a:lnTo>
                <a:close/>
                <a:moveTo>
                  <a:pt x="18981" y="109413"/>
                </a:moveTo>
                <a:lnTo>
                  <a:pt x="18981" y="110814"/>
                </a:lnTo>
                <a:lnTo>
                  <a:pt x="16346" y="108178"/>
                </a:lnTo>
                <a:lnTo>
                  <a:pt x="20082" y="108178"/>
                </a:lnTo>
                <a:lnTo>
                  <a:pt x="19114" y="109146"/>
                </a:lnTo>
                <a:close/>
                <a:moveTo>
                  <a:pt x="11675" y="109146"/>
                </a:moveTo>
                <a:lnTo>
                  <a:pt x="10675" y="108178"/>
                </a:lnTo>
                <a:lnTo>
                  <a:pt x="14444" y="108178"/>
                </a:lnTo>
                <a:lnTo>
                  <a:pt x="11776" y="110814"/>
                </a:lnTo>
                <a:lnTo>
                  <a:pt x="11776" y="109413"/>
                </a:lnTo>
                <a:close/>
                <a:moveTo>
                  <a:pt x="15778" y="103075"/>
                </a:moveTo>
                <a:lnTo>
                  <a:pt x="16879" y="104175"/>
                </a:lnTo>
                <a:lnTo>
                  <a:pt x="17046" y="104175"/>
                </a:lnTo>
                <a:lnTo>
                  <a:pt x="18414" y="104175"/>
                </a:lnTo>
                <a:lnTo>
                  <a:pt x="15778" y="106811"/>
                </a:lnTo>
                <a:close/>
                <a:moveTo>
                  <a:pt x="14978" y="106811"/>
                </a:moveTo>
                <a:lnTo>
                  <a:pt x="12343" y="104175"/>
                </a:lnTo>
                <a:lnTo>
                  <a:pt x="13744" y="104175"/>
                </a:lnTo>
                <a:lnTo>
                  <a:pt x="14011" y="104042"/>
                </a:lnTo>
                <a:lnTo>
                  <a:pt x="14978" y="103075"/>
                </a:lnTo>
                <a:close/>
                <a:moveTo>
                  <a:pt x="14978" y="101941"/>
                </a:moveTo>
                <a:lnTo>
                  <a:pt x="13577" y="103375"/>
                </a:lnTo>
                <a:lnTo>
                  <a:pt x="11542" y="103375"/>
                </a:lnTo>
                <a:lnTo>
                  <a:pt x="10241" y="102074"/>
                </a:lnTo>
                <a:lnTo>
                  <a:pt x="13010" y="102074"/>
                </a:lnTo>
                <a:lnTo>
                  <a:pt x="14978" y="100106"/>
                </a:lnTo>
                <a:lnTo>
                  <a:pt x="14978" y="101941"/>
                </a:lnTo>
                <a:close/>
                <a:moveTo>
                  <a:pt x="11776" y="104743"/>
                </a:moveTo>
                <a:lnTo>
                  <a:pt x="14411" y="107378"/>
                </a:lnTo>
                <a:lnTo>
                  <a:pt x="10675" y="107378"/>
                </a:lnTo>
                <a:lnTo>
                  <a:pt x="11776" y="106277"/>
                </a:lnTo>
                <a:lnTo>
                  <a:pt x="11776" y="104743"/>
                </a:lnTo>
                <a:close/>
                <a:moveTo>
                  <a:pt x="14978" y="108712"/>
                </a:moveTo>
                <a:lnTo>
                  <a:pt x="14978" y="112448"/>
                </a:lnTo>
                <a:lnTo>
                  <a:pt x="14011" y="111481"/>
                </a:lnTo>
                <a:lnTo>
                  <a:pt x="13744" y="111381"/>
                </a:lnTo>
                <a:lnTo>
                  <a:pt x="12343" y="111381"/>
                </a:lnTo>
                <a:close/>
                <a:moveTo>
                  <a:pt x="15778" y="108712"/>
                </a:moveTo>
                <a:lnTo>
                  <a:pt x="18414" y="111381"/>
                </a:lnTo>
                <a:lnTo>
                  <a:pt x="16879" y="111381"/>
                </a:lnTo>
                <a:lnTo>
                  <a:pt x="15778" y="112448"/>
                </a:lnTo>
                <a:close/>
                <a:moveTo>
                  <a:pt x="16346" y="107378"/>
                </a:moveTo>
                <a:lnTo>
                  <a:pt x="18981" y="104743"/>
                </a:lnTo>
                <a:lnTo>
                  <a:pt x="18981" y="106277"/>
                </a:lnTo>
                <a:lnTo>
                  <a:pt x="20082" y="107378"/>
                </a:lnTo>
                <a:close/>
                <a:moveTo>
                  <a:pt x="19214" y="103375"/>
                </a:moveTo>
                <a:lnTo>
                  <a:pt x="17213" y="103375"/>
                </a:lnTo>
                <a:lnTo>
                  <a:pt x="15778" y="101941"/>
                </a:lnTo>
                <a:lnTo>
                  <a:pt x="15778" y="100106"/>
                </a:lnTo>
                <a:lnTo>
                  <a:pt x="17747" y="102074"/>
                </a:lnTo>
                <a:lnTo>
                  <a:pt x="17913" y="102074"/>
                </a:lnTo>
                <a:lnTo>
                  <a:pt x="20515" y="102074"/>
                </a:lnTo>
                <a:close/>
                <a:moveTo>
                  <a:pt x="21316" y="101273"/>
                </a:moveTo>
                <a:lnTo>
                  <a:pt x="18080" y="101273"/>
                </a:lnTo>
                <a:lnTo>
                  <a:pt x="15778" y="98972"/>
                </a:lnTo>
                <a:lnTo>
                  <a:pt x="15778" y="96603"/>
                </a:lnTo>
                <a:lnTo>
                  <a:pt x="18781" y="99606"/>
                </a:lnTo>
                <a:lnTo>
                  <a:pt x="18914" y="99606"/>
                </a:lnTo>
                <a:lnTo>
                  <a:pt x="22984" y="99606"/>
                </a:lnTo>
                <a:close/>
                <a:moveTo>
                  <a:pt x="23784" y="98805"/>
                </a:moveTo>
                <a:lnTo>
                  <a:pt x="19081" y="98805"/>
                </a:lnTo>
                <a:lnTo>
                  <a:pt x="15778" y="95503"/>
                </a:lnTo>
                <a:lnTo>
                  <a:pt x="15778" y="93334"/>
                </a:lnTo>
                <a:lnTo>
                  <a:pt x="19715" y="97271"/>
                </a:lnTo>
                <a:lnTo>
                  <a:pt x="19881" y="97271"/>
                </a:lnTo>
                <a:lnTo>
                  <a:pt x="25319" y="97271"/>
                </a:lnTo>
                <a:close/>
                <a:moveTo>
                  <a:pt x="11675" y="47568"/>
                </a:moveTo>
                <a:lnTo>
                  <a:pt x="10675" y="46568"/>
                </a:lnTo>
                <a:lnTo>
                  <a:pt x="14444" y="46568"/>
                </a:lnTo>
                <a:lnTo>
                  <a:pt x="11776" y="49236"/>
                </a:lnTo>
                <a:lnTo>
                  <a:pt x="11776" y="47835"/>
                </a:lnTo>
                <a:close/>
                <a:moveTo>
                  <a:pt x="11776" y="13744"/>
                </a:moveTo>
                <a:lnTo>
                  <a:pt x="11776" y="12343"/>
                </a:lnTo>
                <a:lnTo>
                  <a:pt x="14411" y="15012"/>
                </a:lnTo>
                <a:lnTo>
                  <a:pt x="10675" y="15012"/>
                </a:lnTo>
                <a:lnTo>
                  <a:pt x="11675" y="14011"/>
                </a:lnTo>
                <a:close/>
                <a:moveTo>
                  <a:pt x="19114" y="14011"/>
                </a:moveTo>
                <a:lnTo>
                  <a:pt x="20082" y="15012"/>
                </a:lnTo>
                <a:lnTo>
                  <a:pt x="16346" y="15012"/>
                </a:lnTo>
                <a:lnTo>
                  <a:pt x="18981" y="12343"/>
                </a:lnTo>
                <a:lnTo>
                  <a:pt x="18981" y="13744"/>
                </a:lnTo>
                <a:close/>
                <a:moveTo>
                  <a:pt x="18981" y="18447"/>
                </a:moveTo>
                <a:lnTo>
                  <a:pt x="16346" y="15779"/>
                </a:lnTo>
                <a:lnTo>
                  <a:pt x="20082" y="15779"/>
                </a:lnTo>
                <a:lnTo>
                  <a:pt x="18981" y="16880"/>
                </a:lnTo>
                <a:lnTo>
                  <a:pt x="18981" y="18447"/>
                </a:lnTo>
                <a:close/>
                <a:moveTo>
                  <a:pt x="18414" y="18981"/>
                </a:moveTo>
                <a:lnTo>
                  <a:pt x="17046" y="18981"/>
                </a:lnTo>
                <a:lnTo>
                  <a:pt x="16879" y="18981"/>
                </a:lnTo>
                <a:lnTo>
                  <a:pt x="15778" y="20082"/>
                </a:lnTo>
                <a:lnTo>
                  <a:pt x="15778" y="16346"/>
                </a:lnTo>
                <a:close/>
                <a:moveTo>
                  <a:pt x="15778" y="14445"/>
                </a:moveTo>
                <a:lnTo>
                  <a:pt x="15778" y="10709"/>
                </a:lnTo>
                <a:lnTo>
                  <a:pt x="16879" y="11776"/>
                </a:lnTo>
                <a:lnTo>
                  <a:pt x="18414" y="11776"/>
                </a:lnTo>
                <a:close/>
                <a:moveTo>
                  <a:pt x="14978" y="14445"/>
                </a:moveTo>
                <a:lnTo>
                  <a:pt x="12343" y="11776"/>
                </a:lnTo>
                <a:lnTo>
                  <a:pt x="13744" y="11776"/>
                </a:lnTo>
                <a:lnTo>
                  <a:pt x="14011" y="11676"/>
                </a:lnTo>
                <a:lnTo>
                  <a:pt x="14978" y="10709"/>
                </a:lnTo>
                <a:close/>
                <a:moveTo>
                  <a:pt x="14444" y="15779"/>
                </a:moveTo>
                <a:lnTo>
                  <a:pt x="11776" y="18414"/>
                </a:lnTo>
                <a:lnTo>
                  <a:pt x="11776" y="16880"/>
                </a:lnTo>
                <a:lnTo>
                  <a:pt x="10675" y="15779"/>
                </a:lnTo>
                <a:close/>
                <a:moveTo>
                  <a:pt x="14978" y="16346"/>
                </a:moveTo>
                <a:lnTo>
                  <a:pt x="14978" y="20082"/>
                </a:lnTo>
                <a:lnTo>
                  <a:pt x="14011" y="19115"/>
                </a:lnTo>
                <a:lnTo>
                  <a:pt x="13744" y="18981"/>
                </a:lnTo>
                <a:lnTo>
                  <a:pt x="12343" y="18981"/>
                </a:lnTo>
                <a:close/>
                <a:moveTo>
                  <a:pt x="15778" y="21216"/>
                </a:moveTo>
                <a:lnTo>
                  <a:pt x="17213" y="19782"/>
                </a:lnTo>
                <a:lnTo>
                  <a:pt x="19214" y="19782"/>
                </a:lnTo>
                <a:lnTo>
                  <a:pt x="20515" y="21083"/>
                </a:lnTo>
                <a:lnTo>
                  <a:pt x="17913" y="21083"/>
                </a:lnTo>
                <a:lnTo>
                  <a:pt x="17747" y="21083"/>
                </a:lnTo>
                <a:lnTo>
                  <a:pt x="15778" y="23051"/>
                </a:lnTo>
                <a:close/>
                <a:moveTo>
                  <a:pt x="18080" y="21883"/>
                </a:moveTo>
                <a:lnTo>
                  <a:pt x="21316" y="21883"/>
                </a:lnTo>
                <a:lnTo>
                  <a:pt x="23017" y="23551"/>
                </a:lnTo>
                <a:lnTo>
                  <a:pt x="18947" y="23551"/>
                </a:lnTo>
                <a:lnTo>
                  <a:pt x="18781" y="23551"/>
                </a:lnTo>
                <a:lnTo>
                  <a:pt x="15778" y="26553"/>
                </a:lnTo>
                <a:lnTo>
                  <a:pt x="15778" y="24185"/>
                </a:lnTo>
                <a:close/>
                <a:moveTo>
                  <a:pt x="19081" y="24352"/>
                </a:moveTo>
                <a:lnTo>
                  <a:pt x="23784" y="24352"/>
                </a:lnTo>
                <a:lnTo>
                  <a:pt x="25319" y="25886"/>
                </a:lnTo>
                <a:lnTo>
                  <a:pt x="19881" y="25886"/>
                </a:lnTo>
                <a:lnTo>
                  <a:pt x="19748" y="25886"/>
                </a:lnTo>
                <a:lnTo>
                  <a:pt x="15778" y="29822"/>
                </a:lnTo>
                <a:lnTo>
                  <a:pt x="15778" y="27654"/>
                </a:lnTo>
                <a:close/>
                <a:moveTo>
                  <a:pt x="42564" y="13744"/>
                </a:moveTo>
                <a:lnTo>
                  <a:pt x="42564" y="12343"/>
                </a:lnTo>
                <a:lnTo>
                  <a:pt x="45233" y="15012"/>
                </a:lnTo>
                <a:lnTo>
                  <a:pt x="41497" y="15012"/>
                </a:lnTo>
                <a:lnTo>
                  <a:pt x="42464" y="14011"/>
                </a:lnTo>
                <a:close/>
                <a:moveTo>
                  <a:pt x="49903" y="14011"/>
                </a:moveTo>
                <a:lnTo>
                  <a:pt x="50870" y="15012"/>
                </a:lnTo>
                <a:lnTo>
                  <a:pt x="47134" y="15012"/>
                </a:lnTo>
                <a:lnTo>
                  <a:pt x="49769" y="12343"/>
                </a:lnTo>
                <a:lnTo>
                  <a:pt x="49769" y="13744"/>
                </a:lnTo>
                <a:close/>
                <a:moveTo>
                  <a:pt x="53772" y="23551"/>
                </a:moveTo>
                <a:lnTo>
                  <a:pt x="49569" y="23551"/>
                </a:lnTo>
                <a:lnTo>
                  <a:pt x="46567" y="26553"/>
                </a:lnTo>
                <a:lnTo>
                  <a:pt x="46567" y="24185"/>
                </a:lnTo>
                <a:lnTo>
                  <a:pt x="48869" y="21883"/>
                </a:lnTo>
                <a:lnTo>
                  <a:pt x="52104" y="21883"/>
                </a:lnTo>
                <a:close/>
                <a:moveTo>
                  <a:pt x="56107" y="25886"/>
                </a:moveTo>
                <a:lnTo>
                  <a:pt x="50537" y="25886"/>
                </a:lnTo>
                <a:lnTo>
                  <a:pt x="46567" y="29822"/>
                </a:lnTo>
                <a:lnTo>
                  <a:pt x="46567" y="27654"/>
                </a:lnTo>
                <a:lnTo>
                  <a:pt x="49903" y="24352"/>
                </a:lnTo>
                <a:lnTo>
                  <a:pt x="54573" y="24352"/>
                </a:lnTo>
                <a:close/>
                <a:moveTo>
                  <a:pt x="68583" y="24352"/>
                </a:moveTo>
                <a:lnTo>
                  <a:pt x="73253" y="24352"/>
                </a:lnTo>
                <a:lnTo>
                  <a:pt x="76555" y="27654"/>
                </a:lnTo>
                <a:lnTo>
                  <a:pt x="76555" y="29822"/>
                </a:lnTo>
                <a:lnTo>
                  <a:pt x="72619" y="25886"/>
                </a:lnTo>
                <a:lnTo>
                  <a:pt x="67048" y="25886"/>
                </a:lnTo>
                <a:close/>
                <a:moveTo>
                  <a:pt x="71018" y="21883"/>
                </a:moveTo>
                <a:lnTo>
                  <a:pt x="74287" y="21883"/>
                </a:lnTo>
                <a:lnTo>
                  <a:pt x="76589" y="24185"/>
                </a:lnTo>
                <a:lnTo>
                  <a:pt x="76589" y="26553"/>
                </a:lnTo>
                <a:lnTo>
                  <a:pt x="73586" y="23551"/>
                </a:lnTo>
                <a:lnTo>
                  <a:pt x="69350" y="23551"/>
                </a:lnTo>
                <a:close/>
                <a:moveTo>
                  <a:pt x="73153" y="19782"/>
                </a:moveTo>
                <a:lnTo>
                  <a:pt x="75154" y="19782"/>
                </a:lnTo>
                <a:lnTo>
                  <a:pt x="76555" y="21216"/>
                </a:lnTo>
                <a:lnTo>
                  <a:pt x="76555" y="23051"/>
                </a:lnTo>
                <a:lnTo>
                  <a:pt x="74587" y="21083"/>
                </a:lnTo>
                <a:lnTo>
                  <a:pt x="71818" y="21083"/>
                </a:lnTo>
                <a:close/>
                <a:moveTo>
                  <a:pt x="73386" y="13744"/>
                </a:moveTo>
                <a:lnTo>
                  <a:pt x="73386" y="12343"/>
                </a:lnTo>
                <a:lnTo>
                  <a:pt x="76021" y="15012"/>
                </a:lnTo>
                <a:lnTo>
                  <a:pt x="72285" y="15012"/>
                </a:lnTo>
                <a:lnTo>
                  <a:pt x="73253" y="14011"/>
                </a:lnTo>
                <a:close/>
                <a:moveTo>
                  <a:pt x="80691" y="14011"/>
                </a:moveTo>
                <a:lnTo>
                  <a:pt x="81659" y="15012"/>
                </a:lnTo>
                <a:lnTo>
                  <a:pt x="77923" y="15012"/>
                </a:lnTo>
                <a:lnTo>
                  <a:pt x="80558" y="12343"/>
                </a:lnTo>
                <a:lnTo>
                  <a:pt x="80558" y="13744"/>
                </a:lnTo>
                <a:close/>
                <a:moveTo>
                  <a:pt x="84561" y="23551"/>
                </a:moveTo>
                <a:lnTo>
                  <a:pt x="80525" y="23551"/>
                </a:lnTo>
                <a:lnTo>
                  <a:pt x="80358" y="23551"/>
                </a:lnTo>
                <a:lnTo>
                  <a:pt x="77356" y="26553"/>
                </a:lnTo>
                <a:lnTo>
                  <a:pt x="77356" y="24185"/>
                </a:lnTo>
                <a:lnTo>
                  <a:pt x="79657" y="21883"/>
                </a:lnTo>
                <a:lnTo>
                  <a:pt x="82893" y="21883"/>
                </a:lnTo>
                <a:close/>
                <a:moveTo>
                  <a:pt x="86896" y="25886"/>
                </a:moveTo>
                <a:lnTo>
                  <a:pt x="81492" y="25886"/>
                </a:lnTo>
                <a:lnTo>
                  <a:pt x="81325" y="25886"/>
                </a:lnTo>
                <a:lnTo>
                  <a:pt x="77356" y="29822"/>
                </a:lnTo>
                <a:lnTo>
                  <a:pt x="77356" y="27654"/>
                </a:lnTo>
                <a:lnTo>
                  <a:pt x="80691" y="24352"/>
                </a:lnTo>
                <a:lnTo>
                  <a:pt x="85361" y="24352"/>
                </a:lnTo>
                <a:close/>
                <a:moveTo>
                  <a:pt x="104175" y="13744"/>
                </a:moveTo>
                <a:lnTo>
                  <a:pt x="104175" y="12343"/>
                </a:lnTo>
                <a:lnTo>
                  <a:pt x="106810" y="15012"/>
                </a:lnTo>
                <a:lnTo>
                  <a:pt x="103074" y="15012"/>
                </a:lnTo>
                <a:lnTo>
                  <a:pt x="104041" y="14011"/>
                </a:lnTo>
                <a:close/>
                <a:moveTo>
                  <a:pt x="111480" y="14011"/>
                </a:moveTo>
                <a:lnTo>
                  <a:pt x="112447" y="15012"/>
                </a:lnTo>
                <a:lnTo>
                  <a:pt x="108711" y="15012"/>
                </a:lnTo>
                <a:lnTo>
                  <a:pt x="111347" y="12343"/>
                </a:lnTo>
                <a:lnTo>
                  <a:pt x="111347" y="13744"/>
                </a:lnTo>
                <a:close/>
                <a:moveTo>
                  <a:pt x="115383" y="23551"/>
                </a:moveTo>
                <a:lnTo>
                  <a:pt x="111147" y="23551"/>
                </a:lnTo>
                <a:lnTo>
                  <a:pt x="108144" y="26553"/>
                </a:lnTo>
                <a:lnTo>
                  <a:pt x="108144" y="24185"/>
                </a:lnTo>
                <a:lnTo>
                  <a:pt x="110446" y="21883"/>
                </a:lnTo>
                <a:lnTo>
                  <a:pt x="113682" y="21883"/>
                </a:lnTo>
                <a:close/>
                <a:moveTo>
                  <a:pt x="117685" y="25886"/>
                </a:moveTo>
                <a:lnTo>
                  <a:pt x="112114" y="25886"/>
                </a:lnTo>
                <a:lnTo>
                  <a:pt x="108144" y="29822"/>
                </a:lnTo>
                <a:lnTo>
                  <a:pt x="108144" y="27654"/>
                </a:lnTo>
                <a:lnTo>
                  <a:pt x="111480" y="24352"/>
                </a:lnTo>
                <a:lnTo>
                  <a:pt x="116150" y="24352"/>
                </a:lnTo>
                <a:close/>
                <a:moveTo>
                  <a:pt x="130160" y="24352"/>
                </a:moveTo>
                <a:lnTo>
                  <a:pt x="134830" y="24352"/>
                </a:lnTo>
                <a:lnTo>
                  <a:pt x="138166" y="27654"/>
                </a:lnTo>
                <a:lnTo>
                  <a:pt x="138166" y="29822"/>
                </a:lnTo>
                <a:lnTo>
                  <a:pt x="134196" y="25886"/>
                </a:lnTo>
                <a:lnTo>
                  <a:pt x="128626" y="25886"/>
                </a:lnTo>
                <a:close/>
                <a:moveTo>
                  <a:pt x="132629" y="21883"/>
                </a:moveTo>
                <a:lnTo>
                  <a:pt x="135864" y="21883"/>
                </a:lnTo>
                <a:lnTo>
                  <a:pt x="138166" y="24185"/>
                </a:lnTo>
                <a:lnTo>
                  <a:pt x="138166" y="26553"/>
                </a:lnTo>
                <a:lnTo>
                  <a:pt x="135164" y="23551"/>
                </a:lnTo>
                <a:lnTo>
                  <a:pt x="130927" y="23551"/>
                </a:lnTo>
                <a:close/>
                <a:moveTo>
                  <a:pt x="134730" y="19782"/>
                </a:moveTo>
                <a:lnTo>
                  <a:pt x="136731" y="19782"/>
                </a:lnTo>
                <a:lnTo>
                  <a:pt x="138166" y="21216"/>
                </a:lnTo>
                <a:lnTo>
                  <a:pt x="138166" y="23051"/>
                </a:lnTo>
                <a:lnTo>
                  <a:pt x="136198" y="21083"/>
                </a:lnTo>
                <a:lnTo>
                  <a:pt x="133396" y="21083"/>
                </a:lnTo>
                <a:close/>
                <a:moveTo>
                  <a:pt x="134964" y="13744"/>
                </a:moveTo>
                <a:lnTo>
                  <a:pt x="134964" y="12343"/>
                </a:lnTo>
                <a:lnTo>
                  <a:pt x="137599" y="15012"/>
                </a:lnTo>
                <a:lnTo>
                  <a:pt x="133863" y="15012"/>
                </a:lnTo>
                <a:lnTo>
                  <a:pt x="134830" y="14011"/>
                </a:lnTo>
                <a:close/>
                <a:moveTo>
                  <a:pt x="142269" y="14011"/>
                </a:moveTo>
                <a:lnTo>
                  <a:pt x="143236" y="15012"/>
                </a:lnTo>
                <a:lnTo>
                  <a:pt x="139500" y="15012"/>
                </a:lnTo>
                <a:lnTo>
                  <a:pt x="142135" y="12343"/>
                </a:lnTo>
                <a:lnTo>
                  <a:pt x="142135" y="13744"/>
                </a:lnTo>
                <a:close/>
                <a:moveTo>
                  <a:pt x="146172" y="23551"/>
                </a:moveTo>
                <a:lnTo>
                  <a:pt x="142102" y="23551"/>
                </a:lnTo>
                <a:lnTo>
                  <a:pt x="141935" y="23551"/>
                </a:lnTo>
                <a:lnTo>
                  <a:pt x="138933" y="26553"/>
                </a:lnTo>
                <a:lnTo>
                  <a:pt x="138933" y="24185"/>
                </a:lnTo>
                <a:lnTo>
                  <a:pt x="141235" y="21883"/>
                </a:lnTo>
                <a:lnTo>
                  <a:pt x="144504" y="21883"/>
                </a:lnTo>
                <a:close/>
                <a:moveTo>
                  <a:pt x="148473" y="25886"/>
                </a:moveTo>
                <a:lnTo>
                  <a:pt x="143069" y="25886"/>
                </a:lnTo>
                <a:lnTo>
                  <a:pt x="142903" y="25886"/>
                </a:lnTo>
                <a:lnTo>
                  <a:pt x="138966" y="29822"/>
                </a:lnTo>
                <a:lnTo>
                  <a:pt x="138966" y="27654"/>
                </a:lnTo>
                <a:lnTo>
                  <a:pt x="142269" y="24352"/>
                </a:lnTo>
                <a:lnTo>
                  <a:pt x="146972" y="24352"/>
                </a:lnTo>
                <a:close/>
                <a:moveTo>
                  <a:pt x="165752" y="13744"/>
                </a:moveTo>
                <a:lnTo>
                  <a:pt x="165752" y="12343"/>
                </a:lnTo>
                <a:lnTo>
                  <a:pt x="168387" y="15012"/>
                </a:lnTo>
                <a:lnTo>
                  <a:pt x="164651" y="15012"/>
                </a:lnTo>
                <a:lnTo>
                  <a:pt x="165619" y="14011"/>
                </a:lnTo>
                <a:close/>
                <a:moveTo>
                  <a:pt x="173057" y="14011"/>
                </a:moveTo>
                <a:lnTo>
                  <a:pt x="174025" y="15012"/>
                </a:lnTo>
                <a:lnTo>
                  <a:pt x="170289" y="15012"/>
                </a:lnTo>
                <a:lnTo>
                  <a:pt x="172957" y="12343"/>
                </a:lnTo>
                <a:lnTo>
                  <a:pt x="172957" y="13744"/>
                </a:lnTo>
                <a:close/>
                <a:moveTo>
                  <a:pt x="176960" y="23551"/>
                </a:moveTo>
                <a:lnTo>
                  <a:pt x="172724" y="23551"/>
                </a:lnTo>
                <a:lnTo>
                  <a:pt x="169722" y="26553"/>
                </a:lnTo>
                <a:lnTo>
                  <a:pt x="169722" y="24185"/>
                </a:lnTo>
                <a:lnTo>
                  <a:pt x="172023" y="21883"/>
                </a:lnTo>
                <a:lnTo>
                  <a:pt x="175292" y="21883"/>
                </a:lnTo>
                <a:close/>
                <a:moveTo>
                  <a:pt x="179262" y="25886"/>
                </a:moveTo>
                <a:lnTo>
                  <a:pt x="173691" y="25886"/>
                </a:lnTo>
                <a:lnTo>
                  <a:pt x="169755" y="29822"/>
                </a:lnTo>
                <a:lnTo>
                  <a:pt x="169755" y="27654"/>
                </a:lnTo>
                <a:lnTo>
                  <a:pt x="173057" y="24352"/>
                </a:lnTo>
                <a:lnTo>
                  <a:pt x="177727" y="24352"/>
                </a:lnTo>
                <a:close/>
                <a:moveTo>
                  <a:pt x="191737" y="24352"/>
                </a:moveTo>
                <a:lnTo>
                  <a:pt x="196441" y="24352"/>
                </a:lnTo>
                <a:lnTo>
                  <a:pt x="199743" y="27654"/>
                </a:lnTo>
                <a:lnTo>
                  <a:pt x="199743" y="29822"/>
                </a:lnTo>
                <a:lnTo>
                  <a:pt x="195807" y="25886"/>
                </a:lnTo>
                <a:lnTo>
                  <a:pt x="190203" y="25886"/>
                </a:lnTo>
                <a:close/>
                <a:moveTo>
                  <a:pt x="194206" y="21883"/>
                </a:moveTo>
                <a:lnTo>
                  <a:pt x="197441" y="21883"/>
                </a:lnTo>
                <a:lnTo>
                  <a:pt x="199743" y="24185"/>
                </a:lnTo>
                <a:lnTo>
                  <a:pt x="199743" y="26553"/>
                </a:lnTo>
                <a:lnTo>
                  <a:pt x="196741" y="23551"/>
                </a:lnTo>
                <a:lnTo>
                  <a:pt x="192538" y="23551"/>
                </a:lnTo>
                <a:close/>
                <a:moveTo>
                  <a:pt x="196307" y="19782"/>
                </a:moveTo>
                <a:lnTo>
                  <a:pt x="198309" y="19782"/>
                </a:lnTo>
                <a:lnTo>
                  <a:pt x="199743" y="21216"/>
                </a:lnTo>
                <a:lnTo>
                  <a:pt x="199743" y="23051"/>
                </a:lnTo>
                <a:lnTo>
                  <a:pt x="197775" y="21083"/>
                </a:lnTo>
                <a:lnTo>
                  <a:pt x="195006" y="21083"/>
                </a:lnTo>
                <a:close/>
                <a:moveTo>
                  <a:pt x="196541" y="13744"/>
                </a:moveTo>
                <a:lnTo>
                  <a:pt x="196541" y="12343"/>
                </a:lnTo>
                <a:lnTo>
                  <a:pt x="199176" y="15012"/>
                </a:lnTo>
                <a:lnTo>
                  <a:pt x="195440" y="15012"/>
                </a:lnTo>
                <a:lnTo>
                  <a:pt x="196407" y="14011"/>
                </a:lnTo>
                <a:close/>
                <a:moveTo>
                  <a:pt x="203846" y="14011"/>
                </a:moveTo>
                <a:lnTo>
                  <a:pt x="204847" y="15012"/>
                </a:lnTo>
                <a:lnTo>
                  <a:pt x="201077" y="15012"/>
                </a:lnTo>
                <a:lnTo>
                  <a:pt x="203746" y="12343"/>
                </a:lnTo>
                <a:lnTo>
                  <a:pt x="203746" y="13744"/>
                </a:lnTo>
                <a:close/>
                <a:moveTo>
                  <a:pt x="207749" y="23551"/>
                </a:moveTo>
                <a:lnTo>
                  <a:pt x="203679" y="23551"/>
                </a:lnTo>
                <a:lnTo>
                  <a:pt x="203512" y="23551"/>
                </a:lnTo>
                <a:lnTo>
                  <a:pt x="200544" y="26553"/>
                </a:lnTo>
                <a:lnTo>
                  <a:pt x="200544" y="24185"/>
                </a:lnTo>
                <a:lnTo>
                  <a:pt x="202812" y="21883"/>
                </a:lnTo>
                <a:lnTo>
                  <a:pt x="206081" y="21883"/>
                </a:lnTo>
                <a:close/>
                <a:moveTo>
                  <a:pt x="210084" y="25886"/>
                </a:moveTo>
                <a:lnTo>
                  <a:pt x="204647" y="25886"/>
                </a:lnTo>
                <a:lnTo>
                  <a:pt x="204480" y="25886"/>
                </a:lnTo>
                <a:lnTo>
                  <a:pt x="200544" y="29822"/>
                </a:lnTo>
                <a:lnTo>
                  <a:pt x="200544" y="27654"/>
                </a:lnTo>
                <a:lnTo>
                  <a:pt x="203846" y="24352"/>
                </a:lnTo>
                <a:lnTo>
                  <a:pt x="208549" y="24352"/>
                </a:lnTo>
                <a:close/>
                <a:moveTo>
                  <a:pt x="224427" y="40263"/>
                </a:moveTo>
                <a:lnTo>
                  <a:pt x="224427" y="43499"/>
                </a:lnTo>
                <a:lnTo>
                  <a:pt x="222126" y="45800"/>
                </a:lnTo>
                <a:lnTo>
                  <a:pt x="219757" y="45800"/>
                </a:lnTo>
                <a:lnTo>
                  <a:pt x="222760" y="42798"/>
                </a:lnTo>
                <a:lnTo>
                  <a:pt x="222760" y="38562"/>
                </a:lnTo>
                <a:close/>
                <a:moveTo>
                  <a:pt x="226529" y="42365"/>
                </a:moveTo>
                <a:lnTo>
                  <a:pt x="226529" y="44366"/>
                </a:lnTo>
                <a:lnTo>
                  <a:pt x="225128" y="45800"/>
                </a:lnTo>
                <a:lnTo>
                  <a:pt x="223260" y="45800"/>
                </a:lnTo>
                <a:lnTo>
                  <a:pt x="225228" y="43832"/>
                </a:lnTo>
                <a:lnTo>
                  <a:pt x="225228" y="41030"/>
                </a:lnTo>
                <a:close/>
                <a:moveTo>
                  <a:pt x="222760" y="53806"/>
                </a:moveTo>
                <a:lnTo>
                  <a:pt x="222760" y="49570"/>
                </a:lnTo>
                <a:lnTo>
                  <a:pt x="219757" y="46568"/>
                </a:lnTo>
                <a:lnTo>
                  <a:pt x="222126" y="46568"/>
                </a:lnTo>
                <a:lnTo>
                  <a:pt x="224427" y="48869"/>
                </a:lnTo>
                <a:lnTo>
                  <a:pt x="224427" y="52105"/>
                </a:lnTo>
                <a:close/>
                <a:moveTo>
                  <a:pt x="220425" y="56108"/>
                </a:moveTo>
                <a:lnTo>
                  <a:pt x="220425" y="50537"/>
                </a:lnTo>
                <a:lnTo>
                  <a:pt x="216488" y="46568"/>
                </a:lnTo>
                <a:lnTo>
                  <a:pt x="218657" y="46568"/>
                </a:lnTo>
                <a:lnTo>
                  <a:pt x="221959" y="49903"/>
                </a:lnTo>
                <a:lnTo>
                  <a:pt x="221959" y="54573"/>
                </a:lnTo>
                <a:close/>
                <a:moveTo>
                  <a:pt x="224427" y="71052"/>
                </a:moveTo>
                <a:lnTo>
                  <a:pt x="224427" y="74287"/>
                </a:lnTo>
                <a:lnTo>
                  <a:pt x="222126" y="76589"/>
                </a:lnTo>
                <a:lnTo>
                  <a:pt x="219757" y="76589"/>
                </a:lnTo>
                <a:lnTo>
                  <a:pt x="222760" y="73587"/>
                </a:lnTo>
                <a:lnTo>
                  <a:pt x="222760" y="69351"/>
                </a:lnTo>
                <a:close/>
                <a:moveTo>
                  <a:pt x="226529" y="73153"/>
                </a:moveTo>
                <a:lnTo>
                  <a:pt x="226529" y="75155"/>
                </a:lnTo>
                <a:lnTo>
                  <a:pt x="225128" y="76589"/>
                </a:lnTo>
                <a:lnTo>
                  <a:pt x="223260" y="76589"/>
                </a:lnTo>
                <a:lnTo>
                  <a:pt x="225228" y="74621"/>
                </a:lnTo>
                <a:lnTo>
                  <a:pt x="225228" y="71819"/>
                </a:lnTo>
                <a:close/>
                <a:moveTo>
                  <a:pt x="222760" y="84595"/>
                </a:moveTo>
                <a:lnTo>
                  <a:pt x="222760" y="80358"/>
                </a:lnTo>
                <a:lnTo>
                  <a:pt x="219757" y="77356"/>
                </a:lnTo>
                <a:lnTo>
                  <a:pt x="222126" y="77356"/>
                </a:lnTo>
                <a:lnTo>
                  <a:pt x="224427" y="79658"/>
                </a:lnTo>
                <a:lnTo>
                  <a:pt x="224427" y="82894"/>
                </a:lnTo>
                <a:close/>
                <a:moveTo>
                  <a:pt x="220425" y="86896"/>
                </a:moveTo>
                <a:lnTo>
                  <a:pt x="220425" y="81326"/>
                </a:lnTo>
                <a:lnTo>
                  <a:pt x="216488" y="77356"/>
                </a:lnTo>
                <a:lnTo>
                  <a:pt x="218657" y="77356"/>
                </a:lnTo>
                <a:lnTo>
                  <a:pt x="221959" y="80692"/>
                </a:lnTo>
                <a:lnTo>
                  <a:pt x="221959" y="85362"/>
                </a:lnTo>
                <a:close/>
                <a:moveTo>
                  <a:pt x="200544" y="103075"/>
                </a:moveTo>
                <a:lnTo>
                  <a:pt x="201644" y="104175"/>
                </a:lnTo>
                <a:lnTo>
                  <a:pt x="201778" y="104175"/>
                </a:lnTo>
                <a:lnTo>
                  <a:pt x="203179" y="104175"/>
                </a:lnTo>
                <a:lnTo>
                  <a:pt x="200544" y="106811"/>
                </a:lnTo>
                <a:close/>
                <a:moveTo>
                  <a:pt x="199743" y="106811"/>
                </a:moveTo>
                <a:lnTo>
                  <a:pt x="197108" y="104175"/>
                </a:lnTo>
                <a:lnTo>
                  <a:pt x="198476" y="104175"/>
                </a:lnTo>
                <a:lnTo>
                  <a:pt x="198776" y="104042"/>
                </a:lnTo>
                <a:lnTo>
                  <a:pt x="199743" y="103075"/>
                </a:lnTo>
                <a:lnTo>
                  <a:pt x="199743" y="106811"/>
                </a:lnTo>
                <a:close/>
                <a:moveTo>
                  <a:pt x="168954" y="106811"/>
                </a:moveTo>
                <a:lnTo>
                  <a:pt x="166319" y="104175"/>
                </a:lnTo>
                <a:lnTo>
                  <a:pt x="167687" y="104175"/>
                </a:lnTo>
                <a:lnTo>
                  <a:pt x="167854" y="104175"/>
                </a:lnTo>
                <a:lnTo>
                  <a:pt x="168954" y="103075"/>
                </a:lnTo>
                <a:close/>
                <a:moveTo>
                  <a:pt x="138933" y="103075"/>
                </a:moveTo>
                <a:lnTo>
                  <a:pt x="140034" y="104175"/>
                </a:lnTo>
                <a:lnTo>
                  <a:pt x="140201" y="104175"/>
                </a:lnTo>
                <a:lnTo>
                  <a:pt x="141602" y="104175"/>
                </a:lnTo>
                <a:lnTo>
                  <a:pt x="138933" y="106811"/>
                </a:lnTo>
                <a:close/>
                <a:moveTo>
                  <a:pt x="138166" y="106811"/>
                </a:moveTo>
                <a:lnTo>
                  <a:pt x="135531" y="104175"/>
                </a:lnTo>
                <a:lnTo>
                  <a:pt x="136898" y="104175"/>
                </a:lnTo>
                <a:lnTo>
                  <a:pt x="137165" y="104042"/>
                </a:lnTo>
                <a:lnTo>
                  <a:pt x="138166" y="103075"/>
                </a:lnTo>
                <a:lnTo>
                  <a:pt x="138166" y="106811"/>
                </a:lnTo>
                <a:close/>
                <a:moveTo>
                  <a:pt x="107377" y="106811"/>
                </a:moveTo>
                <a:lnTo>
                  <a:pt x="104709" y="104175"/>
                </a:lnTo>
                <a:lnTo>
                  <a:pt x="106110" y="104175"/>
                </a:lnTo>
                <a:lnTo>
                  <a:pt x="106276" y="104175"/>
                </a:lnTo>
                <a:lnTo>
                  <a:pt x="107377" y="103075"/>
                </a:lnTo>
                <a:lnTo>
                  <a:pt x="107377" y="106811"/>
                </a:lnTo>
                <a:close/>
                <a:moveTo>
                  <a:pt x="77356" y="103075"/>
                </a:moveTo>
                <a:lnTo>
                  <a:pt x="78457" y="104175"/>
                </a:lnTo>
                <a:lnTo>
                  <a:pt x="78623" y="104175"/>
                </a:lnTo>
                <a:lnTo>
                  <a:pt x="79991" y="104175"/>
                </a:lnTo>
                <a:lnTo>
                  <a:pt x="77356" y="106811"/>
                </a:lnTo>
                <a:lnTo>
                  <a:pt x="77356" y="103075"/>
                </a:lnTo>
                <a:close/>
                <a:moveTo>
                  <a:pt x="76589" y="106811"/>
                </a:moveTo>
                <a:lnTo>
                  <a:pt x="73920" y="104175"/>
                </a:lnTo>
                <a:lnTo>
                  <a:pt x="75321" y="104175"/>
                </a:lnTo>
                <a:lnTo>
                  <a:pt x="75588" y="104042"/>
                </a:lnTo>
                <a:lnTo>
                  <a:pt x="76555" y="103075"/>
                </a:lnTo>
                <a:lnTo>
                  <a:pt x="76555" y="106811"/>
                </a:lnTo>
                <a:close/>
                <a:moveTo>
                  <a:pt x="45767" y="106811"/>
                </a:moveTo>
                <a:lnTo>
                  <a:pt x="43131" y="104175"/>
                </a:lnTo>
                <a:lnTo>
                  <a:pt x="44532" y="104175"/>
                </a:lnTo>
                <a:lnTo>
                  <a:pt x="44699" y="104175"/>
                </a:lnTo>
                <a:lnTo>
                  <a:pt x="45767" y="103075"/>
                </a:lnTo>
                <a:close/>
                <a:moveTo>
                  <a:pt x="21883" y="82927"/>
                </a:moveTo>
                <a:lnTo>
                  <a:pt x="21883" y="79658"/>
                </a:lnTo>
                <a:lnTo>
                  <a:pt x="24184" y="77356"/>
                </a:lnTo>
                <a:lnTo>
                  <a:pt x="26553" y="77356"/>
                </a:lnTo>
                <a:lnTo>
                  <a:pt x="23551" y="80358"/>
                </a:lnTo>
                <a:lnTo>
                  <a:pt x="23551" y="84595"/>
                </a:lnTo>
                <a:close/>
                <a:moveTo>
                  <a:pt x="19781" y="80792"/>
                </a:moveTo>
                <a:lnTo>
                  <a:pt x="19781" y="78791"/>
                </a:lnTo>
                <a:lnTo>
                  <a:pt x="21182" y="77356"/>
                </a:lnTo>
                <a:lnTo>
                  <a:pt x="23050" y="77356"/>
                </a:lnTo>
                <a:lnTo>
                  <a:pt x="21082" y="79324"/>
                </a:lnTo>
                <a:lnTo>
                  <a:pt x="21082" y="82126"/>
                </a:lnTo>
                <a:close/>
                <a:moveTo>
                  <a:pt x="23551" y="69351"/>
                </a:moveTo>
                <a:lnTo>
                  <a:pt x="23551" y="73587"/>
                </a:lnTo>
                <a:lnTo>
                  <a:pt x="26553" y="76589"/>
                </a:lnTo>
                <a:lnTo>
                  <a:pt x="24184" y="76589"/>
                </a:lnTo>
                <a:lnTo>
                  <a:pt x="21883" y="74287"/>
                </a:lnTo>
                <a:lnTo>
                  <a:pt x="21883" y="71052"/>
                </a:lnTo>
                <a:close/>
                <a:moveTo>
                  <a:pt x="25886" y="67049"/>
                </a:moveTo>
                <a:lnTo>
                  <a:pt x="25886" y="72620"/>
                </a:lnTo>
                <a:lnTo>
                  <a:pt x="29822" y="76589"/>
                </a:lnTo>
                <a:lnTo>
                  <a:pt x="27654" y="76589"/>
                </a:lnTo>
                <a:lnTo>
                  <a:pt x="24351" y="73253"/>
                </a:lnTo>
                <a:lnTo>
                  <a:pt x="24351" y="68583"/>
                </a:lnTo>
                <a:close/>
                <a:moveTo>
                  <a:pt x="21883" y="52105"/>
                </a:moveTo>
                <a:lnTo>
                  <a:pt x="21883" y="48869"/>
                </a:lnTo>
                <a:lnTo>
                  <a:pt x="24184" y="46568"/>
                </a:lnTo>
                <a:lnTo>
                  <a:pt x="26553" y="46568"/>
                </a:lnTo>
                <a:lnTo>
                  <a:pt x="23551" y="49570"/>
                </a:lnTo>
                <a:lnTo>
                  <a:pt x="23551" y="53806"/>
                </a:lnTo>
                <a:close/>
                <a:moveTo>
                  <a:pt x="19781" y="50003"/>
                </a:moveTo>
                <a:lnTo>
                  <a:pt x="19781" y="48002"/>
                </a:lnTo>
                <a:lnTo>
                  <a:pt x="21182" y="46568"/>
                </a:lnTo>
                <a:lnTo>
                  <a:pt x="23050" y="46568"/>
                </a:lnTo>
                <a:lnTo>
                  <a:pt x="21082" y="48536"/>
                </a:lnTo>
                <a:lnTo>
                  <a:pt x="21082" y="51338"/>
                </a:lnTo>
                <a:close/>
                <a:moveTo>
                  <a:pt x="23551" y="38562"/>
                </a:moveTo>
                <a:lnTo>
                  <a:pt x="23551" y="42798"/>
                </a:lnTo>
                <a:lnTo>
                  <a:pt x="26553" y="45800"/>
                </a:lnTo>
                <a:lnTo>
                  <a:pt x="24184" y="45800"/>
                </a:lnTo>
                <a:lnTo>
                  <a:pt x="21883" y="43499"/>
                </a:lnTo>
                <a:lnTo>
                  <a:pt x="21883" y="40230"/>
                </a:lnTo>
                <a:close/>
                <a:moveTo>
                  <a:pt x="25886" y="36260"/>
                </a:moveTo>
                <a:lnTo>
                  <a:pt x="25886" y="41831"/>
                </a:lnTo>
                <a:lnTo>
                  <a:pt x="29822" y="45800"/>
                </a:lnTo>
                <a:lnTo>
                  <a:pt x="27654" y="45800"/>
                </a:lnTo>
                <a:lnTo>
                  <a:pt x="24351" y="42465"/>
                </a:lnTo>
                <a:lnTo>
                  <a:pt x="24351" y="37795"/>
                </a:lnTo>
                <a:close/>
                <a:moveTo>
                  <a:pt x="45767" y="20082"/>
                </a:moveTo>
                <a:lnTo>
                  <a:pt x="44699" y="18981"/>
                </a:lnTo>
                <a:lnTo>
                  <a:pt x="44532" y="18981"/>
                </a:lnTo>
                <a:lnTo>
                  <a:pt x="43131" y="18981"/>
                </a:lnTo>
                <a:lnTo>
                  <a:pt x="45767" y="16346"/>
                </a:lnTo>
                <a:close/>
                <a:moveTo>
                  <a:pt x="46567" y="16346"/>
                </a:moveTo>
                <a:lnTo>
                  <a:pt x="49202" y="18981"/>
                </a:lnTo>
                <a:lnTo>
                  <a:pt x="47835" y="18981"/>
                </a:lnTo>
                <a:lnTo>
                  <a:pt x="47568" y="19115"/>
                </a:lnTo>
                <a:lnTo>
                  <a:pt x="46567" y="20082"/>
                </a:lnTo>
                <a:lnTo>
                  <a:pt x="46567" y="16346"/>
                </a:lnTo>
                <a:close/>
                <a:moveTo>
                  <a:pt x="77356" y="16346"/>
                </a:moveTo>
                <a:lnTo>
                  <a:pt x="80024" y="18981"/>
                </a:lnTo>
                <a:lnTo>
                  <a:pt x="78623" y="18981"/>
                </a:lnTo>
                <a:lnTo>
                  <a:pt x="78457" y="18981"/>
                </a:lnTo>
                <a:lnTo>
                  <a:pt x="77356" y="20082"/>
                </a:lnTo>
                <a:lnTo>
                  <a:pt x="77356" y="16346"/>
                </a:lnTo>
                <a:close/>
                <a:moveTo>
                  <a:pt x="107377" y="20082"/>
                </a:moveTo>
                <a:lnTo>
                  <a:pt x="106276" y="18981"/>
                </a:lnTo>
                <a:lnTo>
                  <a:pt x="106110" y="18981"/>
                </a:lnTo>
                <a:lnTo>
                  <a:pt x="104709" y="18981"/>
                </a:lnTo>
                <a:lnTo>
                  <a:pt x="107377" y="16346"/>
                </a:lnTo>
                <a:lnTo>
                  <a:pt x="107377" y="20082"/>
                </a:lnTo>
                <a:close/>
                <a:moveTo>
                  <a:pt x="108144" y="16346"/>
                </a:moveTo>
                <a:lnTo>
                  <a:pt x="110813" y="18981"/>
                </a:lnTo>
                <a:lnTo>
                  <a:pt x="109412" y="18981"/>
                </a:lnTo>
                <a:lnTo>
                  <a:pt x="109145" y="19115"/>
                </a:lnTo>
                <a:lnTo>
                  <a:pt x="108144" y="20082"/>
                </a:lnTo>
                <a:lnTo>
                  <a:pt x="108144" y="16346"/>
                </a:lnTo>
                <a:close/>
                <a:moveTo>
                  <a:pt x="138933" y="16346"/>
                </a:moveTo>
                <a:lnTo>
                  <a:pt x="141602" y="18981"/>
                </a:lnTo>
                <a:lnTo>
                  <a:pt x="140201" y="18981"/>
                </a:lnTo>
                <a:lnTo>
                  <a:pt x="140034" y="18981"/>
                </a:lnTo>
                <a:lnTo>
                  <a:pt x="138933" y="20082"/>
                </a:lnTo>
                <a:close/>
                <a:moveTo>
                  <a:pt x="168954" y="20082"/>
                </a:moveTo>
                <a:lnTo>
                  <a:pt x="167854" y="18981"/>
                </a:lnTo>
                <a:lnTo>
                  <a:pt x="167687" y="18981"/>
                </a:lnTo>
                <a:lnTo>
                  <a:pt x="166319" y="18981"/>
                </a:lnTo>
                <a:lnTo>
                  <a:pt x="168954" y="16346"/>
                </a:lnTo>
                <a:close/>
                <a:moveTo>
                  <a:pt x="169755" y="16346"/>
                </a:moveTo>
                <a:lnTo>
                  <a:pt x="172390" y="18981"/>
                </a:lnTo>
                <a:lnTo>
                  <a:pt x="170989" y="18981"/>
                </a:lnTo>
                <a:lnTo>
                  <a:pt x="170722" y="19115"/>
                </a:lnTo>
                <a:lnTo>
                  <a:pt x="169755" y="20082"/>
                </a:lnTo>
                <a:lnTo>
                  <a:pt x="169755" y="16346"/>
                </a:lnTo>
                <a:close/>
                <a:moveTo>
                  <a:pt x="200544" y="16346"/>
                </a:moveTo>
                <a:lnTo>
                  <a:pt x="203179" y="18981"/>
                </a:lnTo>
                <a:lnTo>
                  <a:pt x="201778" y="18981"/>
                </a:lnTo>
                <a:lnTo>
                  <a:pt x="201644" y="18981"/>
                </a:lnTo>
                <a:lnTo>
                  <a:pt x="200544" y="20082"/>
                </a:lnTo>
                <a:close/>
                <a:moveTo>
                  <a:pt x="219757" y="96170"/>
                </a:moveTo>
                <a:lnTo>
                  <a:pt x="218457" y="94902"/>
                </a:lnTo>
                <a:lnTo>
                  <a:pt x="218457" y="93568"/>
                </a:lnTo>
                <a:lnTo>
                  <a:pt x="219290" y="92767"/>
                </a:lnTo>
                <a:lnTo>
                  <a:pt x="221092" y="92767"/>
                </a:lnTo>
                <a:lnTo>
                  <a:pt x="219757" y="94102"/>
                </a:lnTo>
                <a:lnTo>
                  <a:pt x="219757" y="96170"/>
                </a:lnTo>
                <a:close/>
                <a:moveTo>
                  <a:pt x="215521" y="95403"/>
                </a:moveTo>
                <a:lnTo>
                  <a:pt x="214654" y="94502"/>
                </a:lnTo>
                <a:lnTo>
                  <a:pt x="213386" y="94502"/>
                </a:lnTo>
                <a:lnTo>
                  <a:pt x="213386" y="93434"/>
                </a:lnTo>
                <a:lnTo>
                  <a:pt x="213286" y="93134"/>
                </a:lnTo>
                <a:lnTo>
                  <a:pt x="212486" y="92367"/>
                </a:lnTo>
                <a:lnTo>
                  <a:pt x="213286" y="91600"/>
                </a:lnTo>
                <a:lnTo>
                  <a:pt x="213386" y="91333"/>
                </a:lnTo>
                <a:lnTo>
                  <a:pt x="213386" y="90232"/>
                </a:lnTo>
                <a:lnTo>
                  <a:pt x="214654" y="90232"/>
                </a:lnTo>
                <a:lnTo>
                  <a:pt x="215521" y="89332"/>
                </a:lnTo>
                <a:lnTo>
                  <a:pt x="216422" y="90232"/>
                </a:lnTo>
                <a:lnTo>
                  <a:pt x="217689" y="90232"/>
                </a:lnTo>
                <a:lnTo>
                  <a:pt x="217689" y="91333"/>
                </a:lnTo>
                <a:lnTo>
                  <a:pt x="217789" y="91600"/>
                </a:lnTo>
                <a:lnTo>
                  <a:pt x="218557" y="92367"/>
                </a:lnTo>
                <a:lnTo>
                  <a:pt x="217789" y="93134"/>
                </a:lnTo>
                <a:lnTo>
                  <a:pt x="217689" y="93434"/>
                </a:lnTo>
                <a:lnTo>
                  <a:pt x="217689" y="94502"/>
                </a:lnTo>
                <a:lnTo>
                  <a:pt x="216422" y="94502"/>
                </a:lnTo>
                <a:close/>
                <a:moveTo>
                  <a:pt x="211318" y="96170"/>
                </a:moveTo>
                <a:lnTo>
                  <a:pt x="211318" y="94135"/>
                </a:lnTo>
                <a:lnTo>
                  <a:pt x="209950" y="92767"/>
                </a:lnTo>
                <a:lnTo>
                  <a:pt x="211785" y="92767"/>
                </a:lnTo>
                <a:lnTo>
                  <a:pt x="212586" y="93601"/>
                </a:lnTo>
                <a:lnTo>
                  <a:pt x="212586" y="94902"/>
                </a:lnTo>
                <a:close/>
                <a:moveTo>
                  <a:pt x="188969" y="96170"/>
                </a:moveTo>
                <a:lnTo>
                  <a:pt x="187668" y="94902"/>
                </a:lnTo>
                <a:lnTo>
                  <a:pt x="187668" y="93568"/>
                </a:lnTo>
                <a:lnTo>
                  <a:pt x="188502" y="92767"/>
                </a:lnTo>
                <a:lnTo>
                  <a:pt x="190303" y="92767"/>
                </a:lnTo>
                <a:lnTo>
                  <a:pt x="188969" y="94102"/>
                </a:lnTo>
                <a:lnTo>
                  <a:pt x="188969" y="96170"/>
                </a:lnTo>
                <a:close/>
                <a:moveTo>
                  <a:pt x="184732" y="95403"/>
                </a:moveTo>
                <a:lnTo>
                  <a:pt x="183865" y="94502"/>
                </a:lnTo>
                <a:lnTo>
                  <a:pt x="182598" y="94502"/>
                </a:lnTo>
                <a:lnTo>
                  <a:pt x="182598" y="93434"/>
                </a:lnTo>
                <a:lnTo>
                  <a:pt x="182464" y="93134"/>
                </a:lnTo>
                <a:lnTo>
                  <a:pt x="181697" y="92367"/>
                </a:lnTo>
                <a:lnTo>
                  <a:pt x="182464" y="91600"/>
                </a:lnTo>
                <a:lnTo>
                  <a:pt x="182598" y="91333"/>
                </a:lnTo>
                <a:lnTo>
                  <a:pt x="182598" y="90232"/>
                </a:lnTo>
                <a:lnTo>
                  <a:pt x="183865" y="90232"/>
                </a:lnTo>
                <a:lnTo>
                  <a:pt x="184732" y="89332"/>
                </a:lnTo>
                <a:lnTo>
                  <a:pt x="185633" y="90232"/>
                </a:lnTo>
                <a:lnTo>
                  <a:pt x="186901" y="90232"/>
                </a:lnTo>
                <a:lnTo>
                  <a:pt x="186901" y="91333"/>
                </a:lnTo>
                <a:lnTo>
                  <a:pt x="187001" y="91600"/>
                </a:lnTo>
                <a:lnTo>
                  <a:pt x="187768" y="92367"/>
                </a:lnTo>
                <a:lnTo>
                  <a:pt x="187001" y="93134"/>
                </a:lnTo>
                <a:lnTo>
                  <a:pt x="186901" y="93434"/>
                </a:lnTo>
                <a:lnTo>
                  <a:pt x="186901" y="94502"/>
                </a:lnTo>
                <a:lnTo>
                  <a:pt x="185633" y="94502"/>
                </a:lnTo>
                <a:close/>
                <a:moveTo>
                  <a:pt x="180529" y="96170"/>
                </a:moveTo>
                <a:lnTo>
                  <a:pt x="180529" y="94135"/>
                </a:lnTo>
                <a:lnTo>
                  <a:pt x="179162" y="92767"/>
                </a:lnTo>
                <a:lnTo>
                  <a:pt x="180996" y="92767"/>
                </a:lnTo>
                <a:lnTo>
                  <a:pt x="181797" y="93601"/>
                </a:lnTo>
                <a:lnTo>
                  <a:pt x="181797" y="94902"/>
                </a:lnTo>
                <a:close/>
                <a:moveTo>
                  <a:pt x="158180" y="96170"/>
                </a:moveTo>
                <a:lnTo>
                  <a:pt x="156879" y="94902"/>
                </a:lnTo>
                <a:lnTo>
                  <a:pt x="156879" y="93568"/>
                </a:lnTo>
                <a:lnTo>
                  <a:pt x="157713" y="92767"/>
                </a:lnTo>
                <a:lnTo>
                  <a:pt x="159514" y="92767"/>
                </a:lnTo>
                <a:lnTo>
                  <a:pt x="158180" y="94102"/>
                </a:lnTo>
                <a:lnTo>
                  <a:pt x="158180" y="96170"/>
                </a:lnTo>
                <a:close/>
                <a:moveTo>
                  <a:pt x="153944" y="95403"/>
                </a:moveTo>
                <a:lnTo>
                  <a:pt x="153076" y="94502"/>
                </a:lnTo>
                <a:lnTo>
                  <a:pt x="151809" y="94502"/>
                </a:lnTo>
                <a:lnTo>
                  <a:pt x="151809" y="93434"/>
                </a:lnTo>
                <a:lnTo>
                  <a:pt x="151675" y="93134"/>
                </a:lnTo>
                <a:lnTo>
                  <a:pt x="150908" y="92367"/>
                </a:lnTo>
                <a:lnTo>
                  <a:pt x="151675" y="91600"/>
                </a:lnTo>
                <a:lnTo>
                  <a:pt x="151809" y="91333"/>
                </a:lnTo>
                <a:lnTo>
                  <a:pt x="151809" y="90232"/>
                </a:lnTo>
                <a:lnTo>
                  <a:pt x="153076" y="90232"/>
                </a:lnTo>
                <a:lnTo>
                  <a:pt x="153944" y="89332"/>
                </a:lnTo>
                <a:lnTo>
                  <a:pt x="154844" y="90232"/>
                </a:lnTo>
                <a:lnTo>
                  <a:pt x="156112" y="90232"/>
                </a:lnTo>
                <a:lnTo>
                  <a:pt x="156112" y="91333"/>
                </a:lnTo>
                <a:lnTo>
                  <a:pt x="156212" y="91600"/>
                </a:lnTo>
                <a:lnTo>
                  <a:pt x="156979" y="92367"/>
                </a:lnTo>
                <a:lnTo>
                  <a:pt x="156212" y="93134"/>
                </a:lnTo>
                <a:lnTo>
                  <a:pt x="156112" y="93434"/>
                </a:lnTo>
                <a:lnTo>
                  <a:pt x="156112" y="94502"/>
                </a:lnTo>
                <a:lnTo>
                  <a:pt x="154844" y="94502"/>
                </a:lnTo>
                <a:close/>
                <a:moveTo>
                  <a:pt x="149741" y="96170"/>
                </a:moveTo>
                <a:lnTo>
                  <a:pt x="149741" y="94135"/>
                </a:lnTo>
                <a:lnTo>
                  <a:pt x="148373" y="92767"/>
                </a:lnTo>
                <a:lnTo>
                  <a:pt x="150208" y="92767"/>
                </a:lnTo>
                <a:lnTo>
                  <a:pt x="151008" y="93601"/>
                </a:lnTo>
                <a:lnTo>
                  <a:pt x="151008" y="94902"/>
                </a:lnTo>
                <a:close/>
                <a:moveTo>
                  <a:pt x="127391" y="96170"/>
                </a:moveTo>
                <a:lnTo>
                  <a:pt x="126091" y="94902"/>
                </a:lnTo>
                <a:lnTo>
                  <a:pt x="126091" y="93568"/>
                </a:lnTo>
                <a:lnTo>
                  <a:pt x="126924" y="92767"/>
                </a:lnTo>
                <a:lnTo>
                  <a:pt x="128726" y="92767"/>
                </a:lnTo>
                <a:lnTo>
                  <a:pt x="127391" y="94102"/>
                </a:lnTo>
                <a:lnTo>
                  <a:pt x="127391" y="96170"/>
                </a:lnTo>
                <a:close/>
                <a:moveTo>
                  <a:pt x="123155" y="95403"/>
                </a:moveTo>
                <a:lnTo>
                  <a:pt x="122254" y="94502"/>
                </a:lnTo>
                <a:lnTo>
                  <a:pt x="121020" y="94502"/>
                </a:lnTo>
                <a:lnTo>
                  <a:pt x="121020" y="93434"/>
                </a:lnTo>
                <a:lnTo>
                  <a:pt x="120887" y="93134"/>
                </a:lnTo>
                <a:lnTo>
                  <a:pt x="120120" y="92367"/>
                </a:lnTo>
                <a:lnTo>
                  <a:pt x="120887" y="91600"/>
                </a:lnTo>
                <a:lnTo>
                  <a:pt x="121020" y="91333"/>
                </a:lnTo>
                <a:lnTo>
                  <a:pt x="121020" y="90232"/>
                </a:lnTo>
                <a:lnTo>
                  <a:pt x="122254" y="90232"/>
                </a:lnTo>
                <a:lnTo>
                  <a:pt x="123155" y="89332"/>
                </a:lnTo>
                <a:lnTo>
                  <a:pt x="124056" y="90232"/>
                </a:lnTo>
                <a:lnTo>
                  <a:pt x="125290" y="90232"/>
                </a:lnTo>
                <a:lnTo>
                  <a:pt x="125290" y="91333"/>
                </a:lnTo>
                <a:lnTo>
                  <a:pt x="125423" y="91600"/>
                </a:lnTo>
                <a:lnTo>
                  <a:pt x="126191" y="92367"/>
                </a:lnTo>
                <a:lnTo>
                  <a:pt x="125423" y="93134"/>
                </a:lnTo>
                <a:lnTo>
                  <a:pt x="125290" y="93434"/>
                </a:lnTo>
                <a:lnTo>
                  <a:pt x="125290" y="94502"/>
                </a:lnTo>
                <a:lnTo>
                  <a:pt x="124056" y="94502"/>
                </a:lnTo>
                <a:close/>
                <a:moveTo>
                  <a:pt x="118952" y="96170"/>
                </a:moveTo>
                <a:lnTo>
                  <a:pt x="118952" y="94135"/>
                </a:lnTo>
                <a:lnTo>
                  <a:pt x="117584" y="92767"/>
                </a:lnTo>
                <a:lnTo>
                  <a:pt x="119386" y="92767"/>
                </a:lnTo>
                <a:lnTo>
                  <a:pt x="120220" y="93601"/>
                </a:lnTo>
                <a:lnTo>
                  <a:pt x="120220" y="94902"/>
                </a:lnTo>
                <a:close/>
                <a:moveTo>
                  <a:pt x="96569" y="96170"/>
                </a:moveTo>
                <a:lnTo>
                  <a:pt x="95302" y="94902"/>
                </a:lnTo>
                <a:lnTo>
                  <a:pt x="95302" y="93568"/>
                </a:lnTo>
                <a:lnTo>
                  <a:pt x="96136" y="92767"/>
                </a:lnTo>
                <a:lnTo>
                  <a:pt x="97937" y="92767"/>
                </a:lnTo>
                <a:lnTo>
                  <a:pt x="96569" y="94102"/>
                </a:lnTo>
                <a:lnTo>
                  <a:pt x="96569" y="96170"/>
                </a:lnTo>
                <a:close/>
                <a:moveTo>
                  <a:pt x="92366" y="95403"/>
                </a:moveTo>
                <a:lnTo>
                  <a:pt x="91466" y="94502"/>
                </a:lnTo>
                <a:lnTo>
                  <a:pt x="90232" y="94502"/>
                </a:lnTo>
                <a:lnTo>
                  <a:pt x="90232" y="93434"/>
                </a:lnTo>
                <a:lnTo>
                  <a:pt x="90098" y="93134"/>
                </a:lnTo>
                <a:lnTo>
                  <a:pt x="89331" y="92367"/>
                </a:lnTo>
                <a:lnTo>
                  <a:pt x="90098" y="91600"/>
                </a:lnTo>
                <a:lnTo>
                  <a:pt x="90232" y="91333"/>
                </a:lnTo>
                <a:lnTo>
                  <a:pt x="90232" y="90232"/>
                </a:lnTo>
                <a:lnTo>
                  <a:pt x="91466" y="90232"/>
                </a:lnTo>
                <a:lnTo>
                  <a:pt x="92366" y="89332"/>
                </a:lnTo>
                <a:lnTo>
                  <a:pt x="93267" y="90232"/>
                </a:lnTo>
                <a:lnTo>
                  <a:pt x="94501" y="90232"/>
                </a:lnTo>
                <a:lnTo>
                  <a:pt x="94501" y="91333"/>
                </a:lnTo>
                <a:lnTo>
                  <a:pt x="94635" y="91600"/>
                </a:lnTo>
                <a:lnTo>
                  <a:pt x="95402" y="92367"/>
                </a:lnTo>
                <a:lnTo>
                  <a:pt x="94635" y="93134"/>
                </a:lnTo>
                <a:lnTo>
                  <a:pt x="94501" y="93434"/>
                </a:lnTo>
                <a:lnTo>
                  <a:pt x="94501" y="94502"/>
                </a:lnTo>
                <a:lnTo>
                  <a:pt x="93267" y="94502"/>
                </a:lnTo>
                <a:close/>
                <a:moveTo>
                  <a:pt x="88130" y="96170"/>
                </a:moveTo>
                <a:lnTo>
                  <a:pt x="88130" y="94135"/>
                </a:lnTo>
                <a:lnTo>
                  <a:pt x="86796" y="92767"/>
                </a:lnTo>
                <a:lnTo>
                  <a:pt x="88597" y="92767"/>
                </a:lnTo>
                <a:lnTo>
                  <a:pt x="89431" y="93601"/>
                </a:lnTo>
                <a:lnTo>
                  <a:pt x="89431" y="94902"/>
                </a:lnTo>
                <a:close/>
                <a:moveTo>
                  <a:pt x="65781" y="96170"/>
                </a:moveTo>
                <a:lnTo>
                  <a:pt x="64513" y="94902"/>
                </a:lnTo>
                <a:lnTo>
                  <a:pt x="64513" y="93568"/>
                </a:lnTo>
                <a:lnTo>
                  <a:pt x="65347" y="92767"/>
                </a:lnTo>
                <a:lnTo>
                  <a:pt x="67148" y="92767"/>
                </a:lnTo>
                <a:lnTo>
                  <a:pt x="65781" y="94102"/>
                </a:lnTo>
                <a:close/>
                <a:moveTo>
                  <a:pt x="61578" y="95403"/>
                </a:moveTo>
                <a:lnTo>
                  <a:pt x="60677" y="94502"/>
                </a:lnTo>
                <a:lnTo>
                  <a:pt x="59410" y="94502"/>
                </a:lnTo>
                <a:lnTo>
                  <a:pt x="59410" y="93434"/>
                </a:lnTo>
                <a:lnTo>
                  <a:pt x="59310" y="93134"/>
                </a:lnTo>
                <a:lnTo>
                  <a:pt x="58542" y="92367"/>
                </a:lnTo>
                <a:lnTo>
                  <a:pt x="59310" y="91600"/>
                </a:lnTo>
                <a:lnTo>
                  <a:pt x="59410" y="91333"/>
                </a:lnTo>
                <a:lnTo>
                  <a:pt x="59410" y="90232"/>
                </a:lnTo>
                <a:lnTo>
                  <a:pt x="60677" y="90232"/>
                </a:lnTo>
                <a:lnTo>
                  <a:pt x="61578" y="89332"/>
                </a:lnTo>
                <a:lnTo>
                  <a:pt x="62445" y="90232"/>
                </a:lnTo>
                <a:lnTo>
                  <a:pt x="63713" y="90232"/>
                </a:lnTo>
                <a:lnTo>
                  <a:pt x="63713" y="91333"/>
                </a:lnTo>
                <a:lnTo>
                  <a:pt x="63846" y="91600"/>
                </a:lnTo>
                <a:lnTo>
                  <a:pt x="64613" y="92367"/>
                </a:lnTo>
                <a:lnTo>
                  <a:pt x="63846" y="93134"/>
                </a:lnTo>
                <a:lnTo>
                  <a:pt x="63713" y="93434"/>
                </a:lnTo>
                <a:lnTo>
                  <a:pt x="63713" y="94502"/>
                </a:lnTo>
                <a:lnTo>
                  <a:pt x="62445" y="94502"/>
                </a:lnTo>
                <a:close/>
                <a:moveTo>
                  <a:pt x="57341" y="96170"/>
                </a:moveTo>
                <a:lnTo>
                  <a:pt x="57341" y="94135"/>
                </a:lnTo>
                <a:lnTo>
                  <a:pt x="56007" y="92767"/>
                </a:lnTo>
                <a:lnTo>
                  <a:pt x="57808" y="92767"/>
                </a:lnTo>
                <a:lnTo>
                  <a:pt x="58642" y="93601"/>
                </a:lnTo>
                <a:lnTo>
                  <a:pt x="58642" y="94902"/>
                </a:lnTo>
                <a:close/>
                <a:moveTo>
                  <a:pt x="34992" y="96170"/>
                </a:moveTo>
                <a:lnTo>
                  <a:pt x="33725" y="94902"/>
                </a:lnTo>
                <a:lnTo>
                  <a:pt x="33725" y="93568"/>
                </a:lnTo>
                <a:lnTo>
                  <a:pt x="34525" y="92767"/>
                </a:lnTo>
                <a:lnTo>
                  <a:pt x="36360" y="92767"/>
                </a:lnTo>
                <a:lnTo>
                  <a:pt x="34992" y="94102"/>
                </a:lnTo>
                <a:close/>
                <a:moveTo>
                  <a:pt x="30789" y="95403"/>
                </a:moveTo>
                <a:lnTo>
                  <a:pt x="29889" y="94502"/>
                </a:lnTo>
                <a:lnTo>
                  <a:pt x="28621" y="94502"/>
                </a:lnTo>
                <a:lnTo>
                  <a:pt x="28621" y="93434"/>
                </a:lnTo>
                <a:lnTo>
                  <a:pt x="28521" y="93134"/>
                </a:lnTo>
                <a:lnTo>
                  <a:pt x="27754" y="92367"/>
                </a:lnTo>
                <a:lnTo>
                  <a:pt x="28521" y="91600"/>
                </a:lnTo>
                <a:lnTo>
                  <a:pt x="28621" y="91333"/>
                </a:lnTo>
                <a:lnTo>
                  <a:pt x="28621" y="90232"/>
                </a:lnTo>
                <a:lnTo>
                  <a:pt x="29889" y="90232"/>
                </a:lnTo>
                <a:lnTo>
                  <a:pt x="30789" y="89332"/>
                </a:lnTo>
                <a:lnTo>
                  <a:pt x="31656" y="90232"/>
                </a:lnTo>
                <a:lnTo>
                  <a:pt x="32924" y="90232"/>
                </a:lnTo>
                <a:lnTo>
                  <a:pt x="32924" y="91333"/>
                </a:lnTo>
                <a:lnTo>
                  <a:pt x="33057" y="91600"/>
                </a:lnTo>
                <a:lnTo>
                  <a:pt x="33825" y="92367"/>
                </a:lnTo>
                <a:lnTo>
                  <a:pt x="33057" y="93134"/>
                </a:lnTo>
                <a:lnTo>
                  <a:pt x="32924" y="93434"/>
                </a:lnTo>
                <a:lnTo>
                  <a:pt x="32924" y="94502"/>
                </a:lnTo>
                <a:lnTo>
                  <a:pt x="31656" y="94502"/>
                </a:lnTo>
                <a:close/>
                <a:moveTo>
                  <a:pt x="26553" y="96170"/>
                </a:moveTo>
                <a:lnTo>
                  <a:pt x="26553" y="94135"/>
                </a:lnTo>
                <a:lnTo>
                  <a:pt x="25219" y="92767"/>
                </a:lnTo>
                <a:lnTo>
                  <a:pt x="27020" y="92767"/>
                </a:lnTo>
                <a:lnTo>
                  <a:pt x="27854" y="93601"/>
                </a:lnTo>
                <a:lnTo>
                  <a:pt x="27854" y="94902"/>
                </a:lnTo>
                <a:close/>
                <a:moveTo>
                  <a:pt x="26553" y="26987"/>
                </a:moveTo>
                <a:lnTo>
                  <a:pt x="27854" y="28254"/>
                </a:lnTo>
                <a:lnTo>
                  <a:pt x="27854" y="29555"/>
                </a:lnTo>
                <a:lnTo>
                  <a:pt x="27020" y="30389"/>
                </a:lnTo>
                <a:lnTo>
                  <a:pt x="25219" y="30389"/>
                </a:lnTo>
                <a:lnTo>
                  <a:pt x="26553" y="29055"/>
                </a:lnTo>
                <a:lnTo>
                  <a:pt x="26553" y="26987"/>
                </a:lnTo>
                <a:close/>
                <a:moveTo>
                  <a:pt x="30789" y="27754"/>
                </a:moveTo>
                <a:lnTo>
                  <a:pt x="31656" y="28655"/>
                </a:lnTo>
                <a:lnTo>
                  <a:pt x="32924" y="28655"/>
                </a:lnTo>
                <a:lnTo>
                  <a:pt x="32924" y="29722"/>
                </a:lnTo>
                <a:lnTo>
                  <a:pt x="33057" y="30022"/>
                </a:lnTo>
                <a:lnTo>
                  <a:pt x="33825" y="30790"/>
                </a:lnTo>
                <a:lnTo>
                  <a:pt x="33057" y="31557"/>
                </a:lnTo>
                <a:lnTo>
                  <a:pt x="32924" y="31824"/>
                </a:lnTo>
                <a:lnTo>
                  <a:pt x="32924" y="32924"/>
                </a:lnTo>
                <a:lnTo>
                  <a:pt x="31656" y="32924"/>
                </a:lnTo>
                <a:lnTo>
                  <a:pt x="30789" y="33825"/>
                </a:lnTo>
                <a:lnTo>
                  <a:pt x="29889" y="32924"/>
                </a:lnTo>
                <a:lnTo>
                  <a:pt x="28621" y="32924"/>
                </a:lnTo>
                <a:lnTo>
                  <a:pt x="28621" y="31824"/>
                </a:lnTo>
                <a:lnTo>
                  <a:pt x="28521" y="31557"/>
                </a:lnTo>
                <a:lnTo>
                  <a:pt x="27754" y="30790"/>
                </a:lnTo>
                <a:lnTo>
                  <a:pt x="28521" y="30022"/>
                </a:lnTo>
                <a:lnTo>
                  <a:pt x="28621" y="29722"/>
                </a:lnTo>
                <a:lnTo>
                  <a:pt x="28621" y="28655"/>
                </a:lnTo>
                <a:lnTo>
                  <a:pt x="29889" y="28655"/>
                </a:lnTo>
                <a:close/>
                <a:moveTo>
                  <a:pt x="34992" y="26987"/>
                </a:moveTo>
                <a:lnTo>
                  <a:pt x="34992" y="29022"/>
                </a:lnTo>
                <a:lnTo>
                  <a:pt x="36360" y="30389"/>
                </a:lnTo>
                <a:lnTo>
                  <a:pt x="34525" y="30389"/>
                </a:lnTo>
                <a:lnTo>
                  <a:pt x="33725" y="29555"/>
                </a:lnTo>
                <a:lnTo>
                  <a:pt x="33725" y="28254"/>
                </a:lnTo>
                <a:close/>
                <a:moveTo>
                  <a:pt x="57341" y="26987"/>
                </a:moveTo>
                <a:lnTo>
                  <a:pt x="58642" y="28254"/>
                </a:lnTo>
                <a:lnTo>
                  <a:pt x="58642" y="29555"/>
                </a:lnTo>
                <a:lnTo>
                  <a:pt x="57808" y="30389"/>
                </a:lnTo>
                <a:lnTo>
                  <a:pt x="56007" y="30389"/>
                </a:lnTo>
                <a:lnTo>
                  <a:pt x="57341" y="29055"/>
                </a:lnTo>
                <a:close/>
                <a:moveTo>
                  <a:pt x="61578" y="27754"/>
                </a:moveTo>
                <a:lnTo>
                  <a:pt x="62445" y="28655"/>
                </a:lnTo>
                <a:lnTo>
                  <a:pt x="63713" y="28655"/>
                </a:lnTo>
                <a:lnTo>
                  <a:pt x="63713" y="29722"/>
                </a:lnTo>
                <a:lnTo>
                  <a:pt x="63846" y="30022"/>
                </a:lnTo>
                <a:lnTo>
                  <a:pt x="64613" y="30790"/>
                </a:lnTo>
                <a:lnTo>
                  <a:pt x="63846" y="31557"/>
                </a:lnTo>
                <a:lnTo>
                  <a:pt x="63713" y="31824"/>
                </a:lnTo>
                <a:lnTo>
                  <a:pt x="63713" y="32924"/>
                </a:lnTo>
                <a:lnTo>
                  <a:pt x="62445" y="32924"/>
                </a:lnTo>
                <a:lnTo>
                  <a:pt x="61578" y="33825"/>
                </a:lnTo>
                <a:lnTo>
                  <a:pt x="60677" y="32924"/>
                </a:lnTo>
                <a:lnTo>
                  <a:pt x="59410" y="32924"/>
                </a:lnTo>
                <a:lnTo>
                  <a:pt x="59410" y="31824"/>
                </a:lnTo>
                <a:lnTo>
                  <a:pt x="59310" y="31557"/>
                </a:lnTo>
                <a:lnTo>
                  <a:pt x="58542" y="30790"/>
                </a:lnTo>
                <a:lnTo>
                  <a:pt x="59310" y="30022"/>
                </a:lnTo>
                <a:lnTo>
                  <a:pt x="59410" y="29722"/>
                </a:lnTo>
                <a:lnTo>
                  <a:pt x="59410" y="28655"/>
                </a:lnTo>
                <a:lnTo>
                  <a:pt x="60677" y="28655"/>
                </a:lnTo>
                <a:close/>
                <a:moveTo>
                  <a:pt x="65781" y="26987"/>
                </a:moveTo>
                <a:lnTo>
                  <a:pt x="65781" y="29022"/>
                </a:lnTo>
                <a:lnTo>
                  <a:pt x="67148" y="30389"/>
                </a:lnTo>
                <a:lnTo>
                  <a:pt x="65347" y="30389"/>
                </a:lnTo>
                <a:lnTo>
                  <a:pt x="64513" y="29555"/>
                </a:lnTo>
                <a:lnTo>
                  <a:pt x="64513" y="28254"/>
                </a:lnTo>
                <a:close/>
                <a:moveTo>
                  <a:pt x="88130" y="26987"/>
                </a:moveTo>
                <a:lnTo>
                  <a:pt x="89431" y="28254"/>
                </a:lnTo>
                <a:lnTo>
                  <a:pt x="89431" y="29555"/>
                </a:lnTo>
                <a:lnTo>
                  <a:pt x="88597" y="30389"/>
                </a:lnTo>
                <a:lnTo>
                  <a:pt x="86796" y="30389"/>
                </a:lnTo>
                <a:lnTo>
                  <a:pt x="88130" y="29055"/>
                </a:lnTo>
                <a:lnTo>
                  <a:pt x="88130" y="26987"/>
                </a:lnTo>
                <a:close/>
                <a:moveTo>
                  <a:pt x="92366" y="27754"/>
                </a:moveTo>
                <a:lnTo>
                  <a:pt x="93267" y="28655"/>
                </a:lnTo>
                <a:lnTo>
                  <a:pt x="94501" y="28655"/>
                </a:lnTo>
                <a:lnTo>
                  <a:pt x="94501" y="29722"/>
                </a:lnTo>
                <a:lnTo>
                  <a:pt x="94635" y="30022"/>
                </a:lnTo>
                <a:lnTo>
                  <a:pt x="95402" y="30790"/>
                </a:lnTo>
                <a:lnTo>
                  <a:pt x="94635" y="31557"/>
                </a:lnTo>
                <a:lnTo>
                  <a:pt x="94501" y="31824"/>
                </a:lnTo>
                <a:lnTo>
                  <a:pt x="94501" y="32924"/>
                </a:lnTo>
                <a:lnTo>
                  <a:pt x="93267" y="32924"/>
                </a:lnTo>
                <a:lnTo>
                  <a:pt x="92366" y="33825"/>
                </a:lnTo>
                <a:lnTo>
                  <a:pt x="91466" y="32924"/>
                </a:lnTo>
                <a:lnTo>
                  <a:pt x="90232" y="32924"/>
                </a:lnTo>
                <a:lnTo>
                  <a:pt x="90232" y="31824"/>
                </a:lnTo>
                <a:lnTo>
                  <a:pt x="90098" y="31557"/>
                </a:lnTo>
                <a:lnTo>
                  <a:pt x="89331" y="30790"/>
                </a:lnTo>
                <a:lnTo>
                  <a:pt x="90098" y="30022"/>
                </a:lnTo>
                <a:lnTo>
                  <a:pt x="90232" y="29722"/>
                </a:lnTo>
                <a:lnTo>
                  <a:pt x="90232" y="28655"/>
                </a:lnTo>
                <a:lnTo>
                  <a:pt x="91466" y="28655"/>
                </a:lnTo>
                <a:close/>
                <a:moveTo>
                  <a:pt x="96569" y="26987"/>
                </a:moveTo>
                <a:lnTo>
                  <a:pt x="96569" y="29022"/>
                </a:lnTo>
                <a:lnTo>
                  <a:pt x="97937" y="30389"/>
                </a:lnTo>
                <a:lnTo>
                  <a:pt x="96136" y="30389"/>
                </a:lnTo>
                <a:lnTo>
                  <a:pt x="95302" y="29555"/>
                </a:lnTo>
                <a:lnTo>
                  <a:pt x="95302" y="28254"/>
                </a:lnTo>
                <a:close/>
                <a:moveTo>
                  <a:pt x="118952" y="26987"/>
                </a:moveTo>
                <a:lnTo>
                  <a:pt x="120220" y="28254"/>
                </a:lnTo>
                <a:lnTo>
                  <a:pt x="120220" y="29555"/>
                </a:lnTo>
                <a:lnTo>
                  <a:pt x="119386" y="30389"/>
                </a:lnTo>
                <a:lnTo>
                  <a:pt x="117584" y="30389"/>
                </a:lnTo>
                <a:lnTo>
                  <a:pt x="118952" y="29055"/>
                </a:lnTo>
                <a:lnTo>
                  <a:pt x="118952" y="26987"/>
                </a:lnTo>
                <a:close/>
                <a:moveTo>
                  <a:pt x="123155" y="27754"/>
                </a:moveTo>
                <a:lnTo>
                  <a:pt x="124056" y="28655"/>
                </a:lnTo>
                <a:lnTo>
                  <a:pt x="125290" y="28655"/>
                </a:lnTo>
                <a:lnTo>
                  <a:pt x="125290" y="29722"/>
                </a:lnTo>
                <a:lnTo>
                  <a:pt x="125423" y="30022"/>
                </a:lnTo>
                <a:lnTo>
                  <a:pt x="126191" y="30790"/>
                </a:lnTo>
                <a:lnTo>
                  <a:pt x="125423" y="31557"/>
                </a:lnTo>
                <a:lnTo>
                  <a:pt x="125290" y="31824"/>
                </a:lnTo>
                <a:lnTo>
                  <a:pt x="125290" y="32924"/>
                </a:lnTo>
                <a:lnTo>
                  <a:pt x="124056" y="32924"/>
                </a:lnTo>
                <a:lnTo>
                  <a:pt x="123155" y="33825"/>
                </a:lnTo>
                <a:lnTo>
                  <a:pt x="122254" y="32924"/>
                </a:lnTo>
                <a:lnTo>
                  <a:pt x="121020" y="32924"/>
                </a:lnTo>
                <a:lnTo>
                  <a:pt x="121020" y="31857"/>
                </a:lnTo>
                <a:lnTo>
                  <a:pt x="120887" y="31557"/>
                </a:lnTo>
                <a:lnTo>
                  <a:pt x="120120" y="30790"/>
                </a:lnTo>
                <a:lnTo>
                  <a:pt x="120887" y="30022"/>
                </a:lnTo>
                <a:lnTo>
                  <a:pt x="121020" y="29722"/>
                </a:lnTo>
                <a:lnTo>
                  <a:pt x="121020" y="28655"/>
                </a:lnTo>
                <a:lnTo>
                  <a:pt x="122254" y="28655"/>
                </a:lnTo>
                <a:close/>
                <a:moveTo>
                  <a:pt x="127391" y="26987"/>
                </a:moveTo>
                <a:lnTo>
                  <a:pt x="127391" y="29022"/>
                </a:lnTo>
                <a:lnTo>
                  <a:pt x="128726" y="30389"/>
                </a:lnTo>
                <a:lnTo>
                  <a:pt x="126924" y="30389"/>
                </a:lnTo>
                <a:lnTo>
                  <a:pt x="126091" y="29555"/>
                </a:lnTo>
                <a:lnTo>
                  <a:pt x="126091" y="28254"/>
                </a:lnTo>
                <a:close/>
                <a:moveTo>
                  <a:pt x="149741" y="26987"/>
                </a:moveTo>
                <a:lnTo>
                  <a:pt x="151008" y="28254"/>
                </a:lnTo>
                <a:lnTo>
                  <a:pt x="151008" y="29555"/>
                </a:lnTo>
                <a:lnTo>
                  <a:pt x="150174" y="30389"/>
                </a:lnTo>
                <a:lnTo>
                  <a:pt x="148373" y="30389"/>
                </a:lnTo>
                <a:lnTo>
                  <a:pt x="149741" y="29055"/>
                </a:lnTo>
                <a:lnTo>
                  <a:pt x="149741" y="26987"/>
                </a:lnTo>
                <a:close/>
                <a:moveTo>
                  <a:pt x="153944" y="27754"/>
                </a:moveTo>
                <a:lnTo>
                  <a:pt x="154844" y="28655"/>
                </a:lnTo>
                <a:lnTo>
                  <a:pt x="156112" y="28655"/>
                </a:lnTo>
                <a:lnTo>
                  <a:pt x="156112" y="29722"/>
                </a:lnTo>
                <a:lnTo>
                  <a:pt x="156212" y="30022"/>
                </a:lnTo>
                <a:lnTo>
                  <a:pt x="156979" y="30790"/>
                </a:lnTo>
                <a:lnTo>
                  <a:pt x="156212" y="31557"/>
                </a:lnTo>
                <a:lnTo>
                  <a:pt x="156112" y="31824"/>
                </a:lnTo>
                <a:lnTo>
                  <a:pt x="156112" y="32924"/>
                </a:lnTo>
                <a:lnTo>
                  <a:pt x="154844" y="32924"/>
                </a:lnTo>
                <a:lnTo>
                  <a:pt x="153944" y="33825"/>
                </a:lnTo>
                <a:lnTo>
                  <a:pt x="153076" y="32924"/>
                </a:lnTo>
                <a:lnTo>
                  <a:pt x="151809" y="32924"/>
                </a:lnTo>
                <a:lnTo>
                  <a:pt x="151809" y="31824"/>
                </a:lnTo>
                <a:lnTo>
                  <a:pt x="151675" y="31557"/>
                </a:lnTo>
                <a:lnTo>
                  <a:pt x="150908" y="30790"/>
                </a:lnTo>
                <a:lnTo>
                  <a:pt x="151675" y="30022"/>
                </a:lnTo>
                <a:lnTo>
                  <a:pt x="151809" y="29722"/>
                </a:lnTo>
                <a:lnTo>
                  <a:pt x="151809" y="28655"/>
                </a:lnTo>
                <a:lnTo>
                  <a:pt x="153076" y="28655"/>
                </a:lnTo>
                <a:close/>
                <a:moveTo>
                  <a:pt x="158180" y="26987"/>
                </a:moveTo>
                <a:lnTo>
                  <a:pt x="158180" y="29022"/>
                </a:lnTo>
                <a:lnTo>
                  <a:pt x="159514" y="30389"/>
                </a:lnTo>
                <a:lnTo>
                  <a:pt x="157713" y="30389"/>
                </a:lnTo>
                <a:lnTo>
                  <a:pt x="156879" y="29555"/>
                </a:lnTo>
                <a:lnTo>
                  <a:pt x="156879" y="28254"/>
                </a:lnTo>
                <a:close/>
                <a:moveTo>
                  <a:pt x="180529" y="26987"/>
                </a:moveTo>
                <a:lnTo>
                  <a:pt x="181797" y="28254"/>
                </a:lnTo>
                <a:lnTo>
                  <a:pt x="181797" y="29555"/>
                </a:lnTo>
                <a:lnTo>
                  <a:pt x="180963" y="30389"/>
                </a:lnTo>
                <a:lnTo>
                  <a:pt x="179162" y="30389"/>
                </a:lnTo>
                <a:lnTo>
                  <a:pt x="180529" y="29055"/>
                </a:lnTo>
                <a:lnTo>
                  <a:pt x="180529" y="26987"/>
                </a:lnTo>
                <a:close/>
                <a:moveTo>
                  <a:pt x="184732" y="27754"/>
                </a:moveTo>
                <a:lnTo>
                  <a:pt x="185633" y="28655"/>
                </a:lnTo>
                <a:lnTo>
                  <a:pt x="186901" y="28655"/>
                </a:lnTo>
                <a:lnTo>
                  <a:pt x="186901" y="29722"/>
                </a:lnTo>
                <a:lnTo>
                  <a:pt x="187001" y="30022"/>
                </a:lnTo>
                <a:lnTo>
                  <a:pt x="187768" y="30790"/>
                </a:lnTo>
                <a:lnTo>
                  <a:pt x="187001" y="31557"/>
                </a:lnTo>
                <a:lnTo>
                  <a:pt x="186901" y="31824"/>
                </a:lnTo>
                <a:lnTo>
                  <a:pt x="186901" y="32924"/>
                </a:lnTo>
                <a:lnTo>
                  <a:pt x="185633" y="32924"/>
                </a:lnTo>
                <a:lnTo>
                  <a:pt x="184732" y="33825"/>
                </a:lnTo>
                <a:lnTo>
                  <a:pt x="183865" y="32924"/>
                </a:lnTo>
                <a:lnTo>
                  <a:pt x="182598" y="32924"/>
                </a:lnTo>
                <a:lnTo>
                  <a:pt x="182598" y="31824"/>
                </a:lnTo>
                <a:lnTo>
                  <a:pt x="182464" y="31557"/>
                </a:lnTo>
                <a:lnTo>
                  <a:pt x="181697" y="30790"/>
                </a:lnTo>
                <a:lnTo>
                  <a:pt x="182464" y="30022"/>
                </a:lnTo>
                <a:lnTo>
                  <a:pt x="182598" y="29722"/>
                </a:lnTo>
                <a:lnTo>
                  <a:pt x="182598" y="28655"/>
                </a:lnTo>
                <a:lnTo>
                  <a:pt x="183865" y="28655"/>
                </a:lnTo>
                <a:close/>
                <a:moveTo>
                  <a:pt x="188969" y="26987"/>
                </a:moveTo>
                <a:lnTo>
                  <a:pt x="188969" y="29022"/>
                </a:lnTo>
                <a:lnTo>
                  <a:pt x="190303" y="30389"/>
                </a:lnTo>
                <a:lnTo>
                  <a:pt x="188502" y="30389"/>
                </a:lnTo>
                <a:lnTo>
                  <a:pt x="187668" y="29555"/>
                </a:lnTo>
                <a:lnTo>
                  <a:pt x="187668" y="28254"/>
                </a:lnTo>
                <a:close/>
                <a:moveTo>
                  <a:pt x="211318" y="26987"/>
                </a:moveTo>
                <a:lnTo>
                  <a:pt x="212586" y="28254"/>
                </a:lnTo>
                <a:lnTo>
                  <a:pt x="212586" y="29555"/>
                </a:lnTo>
                <a:lnTo>
                  <a:pt x="211785" y="30389"/>
                </a:lnTo>
                <a:lnTo>
                  <a:pt x="209950" y="30389"/>
                </a:lnTo>
                <a:lnTo>
                  <a:pt x="211318" y="29055"/>
                </a:lnTo>
                <a:lnTo>
                  <a:pt x="211318" y="26987"/>
                </a:lnTo>
                <a:close/>
                <a:moveTo>
                  <a:pt x="215521" y="27754"/>
                </a:moveTo>
                <a:lnTo>
                  <a:pt x="216422" y="28655"/>
                </a:lnTo>
                <a:lnTo>
                  <a:pt x="217689" y="28655"/>
                </a:lnTo>
                <a:lnTo>
                  <a:pt x="217689" y="29722"/>
                </a:lnTo>
                <a:lnTo>
                  <a:pt x="217789" y="30022"/>
                </a:lnTo>
                <a:lnTo>
                  <a:pt x="218557" y="30790"/>
                </a:lnTo>
                <a:lnTo>
                  <a:pt x="217789" y="31557"/>
                </a:lnTo>
                <a:lnTo>
                  <a:pt x="217689" y="31824"/>
                </a:lnTo>
                <a:lnTo>
                  <a:pt x="217689" y="32924"/>
                </a:lnTo>
                <a:lnTo>
                  <a:pt x="216422" y="32924"/>
                </a:lnTo>
                <a:lnTo>
                  <a:pt x="215521" y="33825"/>
                </a:lnTo>
                <a:lnTo>
                  <a:pt x="214654" y="32924"/>
                </a:lnTo>
                <a:lnTo>
                  <a:pt x="213386" y="32924"/>
                </a:lnTo>
                <a:lnTo>
                  <a:pt x="213386" y="31824"/>
                </a:lnTo>
                <a:lnTo>
                  <a:pt x="213286" y="31557"/>
                </a:lnTo>
                <a:lnTo>
                  <a:pt x="212486" y="30790"/>
                </a:lnTo>
                <a:lnTo>
                  <a:pt x="213286" y="30022"/>
                </a:lnTo>
                <a:lnTo>
                  <a:pt x="213386" y="29722"/>
                </a:lnTo>
                <a:lnTo>
                  <a:pt x="213386" y="28655"/>
                </a:lnTo>
                <a:lnTo>
                  <a:pt x="214654" y="28655"/>
                </a:lnTo>
                <a:close/>
                <a:moveTo>
                  <a:pt x="218056" y="89432"/>
                </a:moveTo>
                <a:lnTo>
                  <a:pt x="216755" y="89432"/>
                </a:lnTo>
                <a:lnTo>
                  <a:pt x="215921" y="88598"/>
                </a:lnTo>
                <a:lnTo>
                  <a:pt x="215921" y="86796"/>
                </a:lnTo>
                <a:lnTo>
                  <a:pt x="217156" y="88031"/>
                </a:lnTo>
                <a:lnTo>
                  <a:pt x="217456" y="88164"/>
                </a:lnTo>
                <a:lnTo>
                  <a:pt x="219324" y="88164"/>
                </a:lnTo>
                <a:close/>
                <a:moveTo>
                  <a:pt x="211785" y="91967"/>
                </a:moveTo>
                <a:lnTo>
                  <a:pt x="209950" y="91967"/>
                </a:lnTo>
                <a:lnTo>
                  <a:pt x="211318" y="90632"/>
                </a:lnTo>
                <a:lnTo>
                  <a:pt x="211318" y="88564"/>
                </a:lnTo>
                <a:lnTo>
                  <a:pt x="212586" y="89865"/>
                </a:lnTo>
                <a:lnTo>
                  <a:pt x="212586" y="91166"/>
                </a:lnTo>
                <a:close/>
                <a:moveTo>
                  <a:pt x="188502" y="91967"/>
                </a:moveTo>
                <a:lnTo>
                  <a:pt x="187668" y="91166"/>
                </a:lnTo>
                <a:lnTo>
                  <a:pt x="187668" y="89865"/>
                </a:lnTo>
                <a:lnTo>
                  <a:pt x="188969" y="88564"/>
                </a:lnTo>
                <a:lnTo>
                  <a:pt x="188969" y="90632"/>
                </a:lnTo>
                <a:lnTo>
                  <a:pt x="190303" y="91967"/>
                </a:lnTo>
                <a:lnTo>
                  <a:pt x="188502" y="91967"/>
                </a:lnTo>
                <a:close/>
                <a:moveTo>
                  <a:pt x="180996" y="91967"/>
                </a:moveTo>
                <a:lnTo>
                  <a:pt x="179162" y="91967"/>
                </a:lnTo>
                <a:lnTo>
                  <a:pt x="180529" y="90632"/>
                </a:lnTo>
                <a:lnTo>
                  <a:pt x="180529" y="88564"/>
                </a:lnTo>
                <a:lnTo>
                  <a:pt x="181797" y="89865"/>
                </a:lnTo>
                <a:lnTo>
                  <a:pt x="181797" y="91166"/>
                </a:lnTo>
                <a:close/>
                <a:moveTo>
                  <a:pt x="157713" y="91967"/>
                </a:moveTo>
                <a:lnTo>
                  <a:pt x="156879" y="91166"/>
                </a:lnTo>
                <a:lnTo>
                  <a:pt x="156879" y="89865"/>
                </a:lnTo>
                <a:lnTo>
                  <a:pt x="158180" y="88564"/>
                </a:lnTo>
                <a:lnTo>
                  <a:pt x="158180" y="90632"/>
                </a:lnTo>
                <a:lnTo>
                  <a:pt x="159514" y="91967"/>
                </a:lnTo>
                <a:lnTo>
                  <a:pt x="157713" y="91967"/>
                </a:lnTo>
                <a:close/>
                <a:moveTo>
                  <a:pt x="150174" y="91967"/>
                </a:moveTo>
                <a:lnTo>
                  <a:pt x="148373" y="91967"/>
                </a:lnTo>
                <a:lnTo>
                  <a:pt x="149741" y="90632"/>
                </a:lnTo>
                <a:lnTo>
                  <a:pt x="149741" y="88564"/>
                </a:lnTo>
                <a:lnTo>
                  <a:pt x="151008" y="89865"/>
                </a:lnTo>
                <a:lnTo>
                  <a:pt x="151008" y="91166"/>
                </a:lnTo>
                <a:close/>
                <a:moveTo>
                  <a:pt x="126924" y="91967"/>
                </a:moveTo>
                <a:lnTo>
                  <a:pt x="126091" y="91166"/>
                </a:lnTo>
                <a:lnTo>
                  <a:pt x="126091" y="89865"/>
                </a:lnTo>
                <a:lnTo>
                  <a:pt x="127358" y="88564"/>
                </a:lnTo>
                <a:lnTo>
                  <a:pt x="127358" y="90632"/>
                </a:lnTo>
                <a:lnTo>
                  <a:pt x="128726" y="91967"/>
                </a:lnTo>
                <a:lnTo>
                  <a:pt x="126924" y="91967"/>
                </a:lnTo>
                <a:close/>
                <a:moveTo>
                  <a:pt x="119386" y="91967"/>
                </a:moveTo>
                <a:lnTo>
                  <a:pt x="117584" y="91967"/>
                </a:lnTo>
                <a:lnTo>
                  <a:pt x="118952" y="90632"/>
                </a:lnTo>
                <a:lnTo>
                  <a:pt x="118952" y="88564"/>
                </a:lnTo>
                <a:lnTo>
                  <a:pt x="120220" y="89865"/>
                </a:lnTo>
                <a:lnTo>
                  <a:pt x="120220" y="91166"/>
                </a:lnTo>
                <a:close/>
                <a:moveTo>
                  <a:pt x="96136" y="91967"/>
                </a:moveTo>
                <a:lnTo>
                  <a:pt x="95302" y="91166"/>
                </a:lnTo>
                <a:lnTo>
                  <a:pt x="95302" y="89865"/>
                </a:lnTo>
                <a:lnTo>
                  <a:pt x="96569" y="88564"/>
                </a:lnTo>
                <a:lnTo>
                  <a:pt x="96569" y="90632"/>
                </a:lnTo>
                <a:lnTo>
                  <a:pt x="97937" y="91967"/>
                </a:lnTo>
                <a:lnTo>
                  <a:pt x="96136" y="91967"/>
                </a:lnTo>
                <a:close/>
                <a:moveTo>
                  <a:pt x="88597" y="91967"/>
                </a:moveTo>
                <a:lnTo>
                  <a:pt x="86796" y="91967"/>
                </a:lnTo>
                <a:lnTo>
                  <a:pt x="88130" y="90632"/>
                </a:lnTo>
                <a:lnTo>
                  <a:pt x="88130" y="88564"/>
                </a:lnTo>
                <a:lnTo>
                  <a:pt x="89431" y="89865"/>
                </a:lnTo>
                <a:lnTo>
                  <a:pt x="89431" y="91166"/>
                </a:lnTo>
                <a:close/>
                <a:moveTo>
                  <a:pt x="65347" y="91967"/>
                </a:moveTo>
                <a:lnTo>
                  <a:pt x="64513" y="91166"/>
                </a:lnTo>
                <a:lnTo>
                  <a:pt x="64513" y="89865"/>
                </a:lnTo>
                <a:lnTo>
                  <a:pt x="65781" y="88564"/>
                </a:lnTo>
                <a:lnTo>
                  <a:pt x="65781" y="90632"/>
                </a:lnTo>
                <a:lnTo>
                  <a:pt x="67148" y="91967"/>
                </a:lnTo>
                <a:lnTo>
                  <a:pt x="65347" y="91967"/>
                </a:lnTo>
                <a:close/>
                <a:moveTo>
                  <a:pt x="57808" y="91967"/>
                </a:moveTo>
                <a:lnTo>
                  <a:pt x="56007" y="91967"/>
                </a:lnTo>
                <a:lnTo>
                  <a:pt x="57341" y="90632"/>
                </a:lnTo>
                <a:lnTo>
                  <a:pt x="57341" y="88564"/>
                </a:lnTo>
                <a:lnTo>
                  <a:pt x="58642" y="89865"/>
                </a:lnTo>
                <a:lnTo>
                  <a:pt x="58642" y="91166"/>
                </a:lnTo>
                <a:close/>
                <a:moveTo>
                  <a:pt x="34525" y="91967"/>
                </a:moveTo>
                <a:lnTo>
                  <a:pt x="33725" y="91166"/>
                </a:lnTo>
                <a:lnTo>
                  <a:pt x="33725" y="89865"/>
                </a:lnTo>
                <a:lnTo>
                  <a:pt x="34992" y="88564"/>
                </a:lnTo>
                <a:lnTo>
                  <a:pt x="34992" y="90632"/>
                </a:lnTo>
                <a:lnTo>
                  <a:pt x="36360" y="91967"/>
                </a:lnTo>
                <a:lnTo>
                  <a:pt x="34525" y="91967"/>
                </a:lnTo>
                <a:close/>
                <a:moveTo>
                  <a:pt x="28254" y="89432"/>
                </a:moveTo>
                <a:lnTo>
                  <a:pt x="26986" y="88164"/>
                </a:lnTo>
                <a:lnTo>
                  <a:pt x="28854" y="88164"/>
                </a:lnTo>
                <a:lnTo>
                  <a:pt x="29155" y="88031"/>
                </a:lnTo>
                <a:lnTo>
                  <a:pt x="30389" y="86796"/>
                </a:lnTo>
                <a:lnTo>
                  <a:pt x="30389" y="88598"/>
                </a:lnTo>
                <a:lnTo>
                  <a:pt x="29555" y="89432"/>
                </a:lnTo>
                <a:lnTo>
                  <a:pt x="28254" y="89432"/>
                </a:lnTo>
                <a:close/>
                <a:moveTo>
                  <a:pt x="28254" y="33725"/>
                </a:moveTo>
                <a:lnTo>
                  <a:pt x="29555" y="33725"/>
                </a:lnTo>
                <a:lnTo>
                  <a:pt x="30389" y="34559"/>
                </a:lnTo>
                <a:lnTo>
                  <a:pt x="30389" y="36360"/>
                </a:lnTo>
                <a:lnTo>
                  <a:pt x="29155" y="35126"/>
                </a:lnTo>
                <a:lnTo>
                  <a:pt x="28854" y="34993"/>
                </a:lnTo>
                <a:lnTo>
                  <a:pt x="26986" y="34993"/>
                </a:lnTo>
                <a:close/>
                <a:moveTo>
                  <a:pt x="34525" y="31190"/>
                </a:moveTo>
                <a:lnTo>
                  <a:pt x="36360" y="31190"/>
                </a:lnTo>
                <a:lnTo>
                  <a:pt x="34992" y="32524"/>
                </a:lnTo>
                <a:lnTo>
                  <a:pt x="34992" y="34592"/>
                </a:lnTo>
                <a:lnTo>
                  <a:pt x="33725" y="33291"/>
                </a:lnTo>
                <a:lnTo>
                  <a:pt x="33725" y="31990"/>
                </a:lnTo>
                <a:close/>
                <a:moveTo>
                  <a:pt x="57808" y="31190"/>
                </a:moveTo>
                <a:lnTo>
                  <a:pt x="58642" y="31990"/>
                </a:lnTo>
                <a:lnTo>
                  <a:pt x="58642" y="33291"/>
                </a:lnTo>
                <a:lnTo>
                  <a:pt x="57341" y="34592"/>
                </a:lnTo>
                <a:lnTo>
                  <a:pt x="57341" y="32524"/>
                </a:lnTo>
                <a:lnTo>
                  <a:pt x="56007" y="31190"/>
                </a:lnTo>
                <a:lnTo>
                  <a:pt x="57808" y="31190"/>
                </a:lnTo>
                <a:close/>
                <a:moveTo>
                  <a:pt x="65347" y="31190"/>
                </a:moveTo>
                <a:lnTo>
                  <a:pt x="67148" y="31190"/>
                </a:lnTo>
                <a:lnTo>
                  <a:pt x="65781" y="32524"/>
                </a:lnTo>
                <a:lnTo>
                  <a:pt x="65781" y="34592"/>
                </a:lnTo>
                <a:lnTo>
                  <a:pt x="64513" y="33291"/>
                </a:lnTo>
                <a:lnTo>
                  <a:pt x="64513" y="31990"/>
                </a:lnTo>
                <a:close/>
                <a:moveTo>
                  <a:pt x="88597" y="31190"/>
                </a:moveTo>
                <a:lnTo>
                  <a:pt x="89431" y="31990"/>
                </a:lnTo>
                <a:lnTo>
                  <a:pt x="89431" y="33291"/>
                </a:lnTo>
                <a:lnTo>
                  <a:pt x="88130" y="34592"/>
                </a:lnTo>
                <a:lnTo>
                  <a:pt x="88130" y="32524"/>
                </a:lnTo>
                <a:lnTo>
                  <a:pt x="86796" y="31190"/>
                </a:lnTo>
                <a:lnTo>
                  <a:pt x="88597" y="31190"/>
                </a:lnTo>
                <a:close/>
                <a:moveTo>
                  <a:pt x="96136" y="31190"/>
                </a:moveTo>
                <a:lnTo>
                  <a:pt x="97937" y="31190"/>
                </a:lnTo>
                <a:lnTo>
                  <a:pt x="96569" y="32524"/>
                </a:lnTo>
                <a:lnTo>
                  <a:pt x="96569" y="34592"/>
                </a:lnTo>
                <a:lnTo>
                  <a:pt x="95302" y="33291"/>
                </a:lnTo>
                <a:lnTo>
                  <a:pt x="95302" y="31990"/>
                </a:lnTo>
                <a:close/>
                <a:moveTo>
                  <a:pt x="119386" y="31190"/>
                </a:moveTo>
                <a:lnTo>
                  <a:pt x="120220" y="31990"/>
                </a:lnTo>
                <a:lnTo>
                  <a:pt x="120220" y="33291"/>
                </a:lnTo>
                <a:lnTo>
                  <a:pt x="118952" y="34592"/>
                </a:lnTo>
                <a:lnTo>
                  <a:pt x="118952" y="32524"/>
                </a:lnTo>
                <a:lnTo>
                  <a:pt x="117584" y="31190"/>
                </a:lnTo>
                <a:lnTo>
                  <a:pt x="119386" y="31190"/>
                </a:lnTo>
                <a:close/>
                <a:moveTo>
                  <a:pt x="126924" y="31190"/>
                </a:moveTo>
                <a:lnTo>
                  <a:pt x="128726" y="31190"/>
                </a:lnTo>
                <a:lnTo>
                  <a:pt x="127391" y="32524"/>
                </a:lnTo>
                <a:lnTo>
                  <a:pt x="127391" y="34592"/>
                </a:lnTo>
                <a:lnTo>
                  <a:pt x="126091" y="33291"/>
                </a:lnTo>
                <a:lnTo>
                  <a:pt x="126091" y="31990"/>
                </a:lnTo>
                <a:close/>
                <a:moveTo>
                  <a:pt x="150174" y="31190"/>
                </a:moveTo>
                <a:lnTo>
                  <a:pt x="151008" y="31990"/>
                </a:lnTo>
                <a:lnTo>
                  <a:pt x="151008" y="33291"/>
                </a:lnTo>
                <a:lnTo>
                  <a:pt x="149741" y="34592"/>
                </a:lnTo>
                <a:lnTo>
                  <a:pt x="149741" y="32524"/>
                </a:lnTo>
                <a:lnTo>
                  <a:pt x="148373" y="31190"/>
                </a:lnTo>
                <a:lnTo>
                  <a:pt x="150174" y="31190"/>
                </a:lnTo>
                <a:close/>
                <a:moveTo>
                  <a:pt x="157713" y="31190"/>
                </a:moveTo>
                <a:lnTo>
                  <a:pt x="159514" y="31190"/>
                </a:lnTo>
                <a:lnTo>
                  <a:pt x="158180" y="32524"/>
                </a:lnTo>
                <a:lnTo>
                  <a:pt x="158180" y="34592"/>
                </a:lnTo>
                <a:lnTo>
                  <a:pt x="156879" y="33291"/>
                </a:lnTo>
                <a:lnTo>
                  <a:pt x="156879" y="31990"/>
                </a:lnTo>
                <a:close/>
                <a:moveTo>
                  <a:pt x="180996" y="31190"/>
                </a:moveTo>
                <a:lnTo>
                  <a:pt x="181797" y="31990"/>
                </a:lnTo>
                <a:lnTo>
                  <a:pt x="181797" y="33291"/>
                </a:lnTo>
                <a:lnTo>
                  <a:pt x="180529" y="34592"/>
                </a:lnTo>
                <a:lnTo>
                  <a:pt x="180529" y="32524"/>
                </a:lnTo>
                <a:lnTo>
                  <a:pt x="179162" y="31190"/>
                </a:lnTo>
                <a:lnTo>
                  <a:pt x="180996" y="31190"/>
                </a:lnTo>
                <a:close/>
                <a:moveTo>
                  <a:pt x="188502" y="31190"/>
                </a:moveTo>
                <a:lnTo>
                  <a:pt x="190303" y="31190"/>
                </a:lnTo>
                <a:lnTo>
                  <a:pt x="188969" y="32524"/>
                </a:lnTo>
                <a:lnTo>
                  <a:pt x="188969" y="34592"/>
                </a:lnTo>
                <a:lnTo>
                  <a:pt x="187668" y="33291"/>
                </a:lnTo>
                <a:lnTo>
                  <a:pt x="187668" y="31990"/>
                </a:lnTo>
                <a:close/>
                <a:moveTo>
                  <a:pt x="211785" y="31190"/>
                </a:moveTo>
                <a:lnTo>
                  <a:pt x="212586" y="31990"/>
                </a:lnTo>
                <a:lnTo>
                  <a:pt x="212586" y="33291"/>
                </a:lnTo>
                <a:lnTo>
                  <a:pt x="211318" y="34592"/>
                </a:lnTo>
                <a:lnTo>
                  <a:pt x="211318" y="32524"/>
                </a:lnTo>
                <a:lnTo>
                  <a:pt x="209950" y="31190"/>
                </a:lnTo>
                <a:lnTo>
                  <a:pt x="211785" y="31190"/>
                </a:lnTo>
                <a:close/>
                <a:moveTo>
                  <a:pt x="215121" y="57809"/>
                </a:moveTo>
                <a:lnTo>
                  <a:pt x="214320" y="58643"/>
                </a:lnTo>
                <a:lnTo>
                  <a:pt x="213019" y="58643"/>
                </a:lnTo>
                <a:lnTo>
                  <a:pt x="211718" y="57375"/>
                </a:lnTo>
                <a:lnTo>
                  <a:pt x="213620" y="57375"/>
                </a:lnTo>
                <a:lnTo>
                  <a:pt x="213887" y="57242"/>
                </a:lnTo>
                <a:lnTo>
                  <a:pt x="215121" y="56008"/>
                </a:lnTo>
                <a:close/>
                <a:moveTo>
                  <a:pt x="31189" y="65348"/>
                </a:moveTo>
                <a:lnTo>
                  <a:pt x="31990" y="64514"/>
                </a:lnTo>
                <a:lnTo>
                  <a:pt x="33291" y="64514"/>
                </a:lnTo>
                <a:lnTo>
                  <a:pt x="34592" y="65815"/>
                </a:lnTo>
                <a:lnTo>
                  <a:pt x="32691" y="65815"/>
                </a:lnTo>
                <a:lnTo>
                  <a:pt x="32424" y="65915"/>
                </a:lnTo>
                <a:lnTo>
                  <a:pt x="31156" y="67149"/>
                </a:lnTo>
                <a:lnTo>
                  <a:pt x="31156" y="65348"/>
                </a:lnTo>
                <a:close/>
                <a:moveTo>
                  <a:pt x="210618" y="86896"/>
                </a:moveTo>
                <a:lnTo>
                  <a:pt x="209083" y="85362"/>
                </a:lnTo>
                <a:lnTo>
                  <a:pt x="209083" y="80692"/>
                </a:lnTo>
                <a:lnTo>
                  <a:pt x="212419" y="77356"/>
                </a:lnTo>
                <a:lnTo>
                  <a:pt x="214587" y="77356"/>
                </a:lnTo>
                <a:lnTo>
                  <a:pt x="210618" y="81326"/>
                </a:lnTo>
                <a:lnTo>
                  <a:pt x="210618" y="86896"/>
                </a:lnTo>
                <a:close/>
                <a:moveTo>
                  <a:pt x="189636" y="86896"/>
                </a:moveTo>
                <a:lnTo>
                  <a:pt x="189636" y="81326"/>
                </a:lnTo>
                <a:lnTo>
                  <a:pt x="185700" y="77356"/>
                </a:lnTo>
                <a:lnTo>
                  <a:pt x="187868" y="77356"/>
                </a:lnTo>
                <a:lnTo>
                  <a:pt x="191170" y="80692"/>
                </a:lnTo>
                <a:lnTo>
                  <a:pt x="191170" y="85362"/>
                </a:lnTo>
                <a:close/>
                <a:moveTo>
                  <a:pt x="179829" y="86896"/>
                </a:moveTo>
                <a:lnTo>
                  <a:pt x="178294" y="85362"/>
                </a:lnTo>
                <a:lnTo>
                  <a:pt x="178294" y="80692"/>
                </a:lnTo>
                <a:lnTo>
                  <a:pt x="181630" y="77356"/>
                </a:lnTo>
                <a:lnTo>
                  <a:pt x="183798" y="77356"/>
                </a:lnTo>
                <a:lnTo>
                  <a:pt x="179829" y="81326"/>
                </a:lnTo>
                <a:lnTo>
                  <a:pt x="179829" y="86896"/>
                </a:lnTo>
                <a:close/>
                <a:moveTo>
                  <a:pt x="158847" y="86896"/>
                </a:moveTo>
                <a:lnTo>
                  <a:pt x="158847" y="81326"/>
                </a:lnTo>
                <a:lnTo>
                  <a:pt x="154911" y="77356"/>
                </a:lnTo>
                <a:lnTo>
                  <a:pt x="157079" y="77356"/>
                </a:lnTo>
                <a:lnTo>
                  <a:pt x="160382" y="80692"/>
                </a:lnTo>
                <a:lnTo>
                  <a:pt x="160382" y="85362"/>
                </a:lnTo>
                <a:close/>
                <a:moveTo>
                  <a:pt x="149040" y="86896"/>
                </a:moveTo>
                <a:lnTo>
                  <a:pt x="147506" y="85362"/>
                </a:lnTo>
                <a:lnTo>
                  <a:pt x="147506" y="80692"/>
                </a:lnTo>
                <a:lnTo>
                  <a:pt x="150842" y="77356"/>
                </a:lnTo>
                <a:lnTo>
                  <a:pt x="152976" y="77356"/>
                </a:lnTo>
                <a:lnTo>
                  <a:pt x="149040" y="81326"/>
                </a:lnTo>
                <a:lnTo>
                  <a:pt x="149040" y="86896"/>
                </a:lnTo>
                <a:close/>
                <a:moveTo>
                  <a:pt x="128059" y="86896"/>
                </a:moveTo>
                <a:lnTo>
                  <a:pt x="128059" y="81326"/>
                </a:lnTo>
                <a:lnTo>
                  <a:pt x="124122" y="77356"/>
                </a:lnTo>
                <a:lnTo>
                  <a:pt x="126291" y="77356"/>
                </a:lnTo>
                <a:lnTo>
                  <a:pt x="129593" y="80692"/>
                </a:lnTo>
                <a:lnTo>
                  <a:pt x="129593" y="85362"/>
                </a:lnTo>
                <a:close/>
                <a:moveTo>
                  <a:pt x="118252" y="86896"/>
                </a:moveTo>
                <a:lnTo>
                  <a:pt x="116717" y="85362"/>
                </a:lnTo>
                <a:lnTo>
                  <a:pt x="116717" y="80692"/>
                </a:lnTo>
                <a:lnTo>
                  <a:pt x="120053" y="77356"/>
                </a:lnTo>
                <a:lnTo>
                  <a:pt x="122188" y="77356"/>
                </a:lnTo>
                <a:lnTo>
                  <a:pt x="118252" y="81326"/>
                </a:lnTo>
                <a:close/>
                <a:moveTo>
                  <a:pt x="97270" y="86896"/>
                </a:moveTo>
                <a:lnTo>
                  <a:pt x="97270" y="81326"/>
                </a:lnTo>
                <a:lnTo>
                  <a:pt x="93334" y="77356"/>
                </a:lnTo>
                <a:lnTo>
                  <a:pt x="95469" y="77356"/>
                </a:lnTo>
                <a:lnTo>
                  <a:pt x="98804" y="80692"/>
                </a:lnTo>
                <a:lnTo>
                  <a:pt x="98804" y="85362"/>
                </a:lnTo>
                <a:close/>
                <a:moveTo>
                  <a:pt x="87463" y="86896"/>
                </a:moveTo>
                <a:lnTo>
                  <a:pt x="85929" y="85362"/>
                </a:lnTo>
                <a:lnTo>
                  <a:pt x="85929" y="80692"/>
                </a:lnTo>
                <a:lnTo>
                  <a:pt x="89231" y="77356"/>
                </a:lnTo>
                <a:lnTo>
                  <a:pt x="91399" y="77356"/>
                </a:lnTo>
                <a:lnTo>
                  <a:pt x="87463" y="81326"/>
                </a:lnTo>
                <a:close/>
                <a:moveTo>
                  <a:pt x="66481" y="86896"/>
                </a:moveTo>
                <a:lnTo>
                  <a:pt x="66481" y="81326"/>
                </a:lnTo>
                <a:lnTo>
                  <a:pt x="62545" y="77356"/>
                </a:lnTo>
                <a:lnTo>
                  <a:pt x="64713" y="77356"/>
                </a:lnTo>
                <a:lnTo>
                  <a:pt x="68016" y="80692"/>
                </a:lnTo>
                <a:lnTo>
                  <a:pt x="68016" y="85362"/>
                </a:lnTo>
                <a:close/>
                <a:moveTo>
                  <a:pt x="56674" y="86896"/>
                </a:moveTo>
                <a:lnTo>
                  <a:pt x="55140" y="85362"/>
                </a:lnTo>
                <a:lnTo>
                  <a:pt x="55140" y="80692"/>
                </a:lnTo>
                <a:lnTo>
                  <a:pt x="58442" y="77356"/>
                </a:lnTo>
                <a:lnTo>
                  <a:pt x="60610" y="77356"/>
                </a:lnTo>
                <a:lnTo>
                  <a:pt x="56674" y="81326"/>
                </a:lnTo>
                <a:close/>
                <a:moveTo>
                  <a:pt x="35693" y="86896"/>
                </a:moveTo>
                <a:lnTo>
                  <a:pt x="35693" y="81326"/>
                </a:lnTo>
                <a:lnTo>
                  <a:pt x="31723" y="77356"/>
                </a:lnTo>
                <a:lnTo>
                  <a:pt x="33891" y="77356"/>
                </a:lnTo>
                <a:lnTo>
                  <a:pt x="37227" y="80692"/>
                </a:lnTo>
                <a:lnTo>
                  <a:pt x="37227" y="85362"/>
                </a:lnTo>
                <a:close/>
                <a:moveTo>
                  <a:pt x="35693" y="36260"/>
                </a:moveTo>
                <a:lnTo>
                  <a:pt x="37227" y="37795"/>
                </a:lnTo>
                <a:lnTo>
                  <a:pt x="37227" y="42465"/>
                </a:lnTo>
                <a:lnTo>
                  <a:pt x="33891" y="45800"/>
                </a:lnTo>
                <a:lnTo>
                  <a:pt x="31723" y="45800"/>
                </a:lnTo>
                <a:lnTo>
                  <a:pt x="35693" y="41831"/>
                </a:lnTo>
                <a:lnTo>
                  <a:pt x="35693" y="36260"/>
                </a:lnTo>
                <a:close/>
                <a:moveTo>
                  <a:pt x="56674" y="36260"/>
                </a:moveTo>
                <a:lnTo>
                  <a:pt x="56674" y="41831"/>
                </a:lnTo>
                <a:lnTo>
                  <a:pt x="60610" y="45800"/>
                </a:lnTo>
                <a:lnTo>
                  <a:pt x="58442" y="45800"/>
                </a:lnTo>
                <a:lnTo>
                  <a:pt x="55140" y="42465"/>
                </a:lnTo>
                <a:lnTo>
                  <a:pt x="55140" y="37795"/>
                </a:lnTo>
                <a:close/>
                <a:moveTo>
                  <a:pt x="66481" y="36260"/>
                </a:moveTo>
                <a:lnTo>
                  <a:pt x="68016" y="37795"/>
                </a:lnTo>
                <a:lnTo>
                  <a:pt x="68016" y="42465"/>
                </a:lnTo>
                <a:lnTo>
                  <a:pt x="64680" y="45800"/>
                </a:lnTo>
                <a:lnTo>
                  <a:pt x="62512" y="45800"/>
                </a:lnTo>
                <a:lnTo>
                  <a:pt x="66481" y="41831"/>
                </a:lnTo>
                <a:lnTo>
                  <a:pt x="66481" y="36260"/>
                </a:lnTo>
                <a:close/>
                <a:moveTo>
                  <a:pt x="87463" y="36260"/>
                </a:moveTo>
                <a:lnTo>
                  <a:pt x="87463" y="41831"/>
                </a:lnTo>
                <a:lnTo>
                  <a:pt x="91399" y="45800"/>
                </a:lnTo>
                <a:lnTo>
                  <a:pt x="89231" y="45800"/>
                </a:lnTo>
                <a:lnTo>
                  <a:pt x="85929" y="42465"/>
                </a:lnTo>
                <a:lnTo>
                  <a:pt x="85929" y="37795"/>
                </a:lnTo>
                <a:close/>
                <a:moveTo>
                  <a:pt x="97270" y="36260"/>
                </a:moveTo>
                <a:lnTo>
                  <a:pt x="98804" y="37795"/>
                </a:lnTo>
                <a:lnTo>
                  <a:pt x="98804" y="42465"/>
                </a:lnTo>
                <a:lnTo>
                  <a:pt x="95469" y="45800"/>
                </a:lnTo>
                <a:lnTo>
                  <a:pt x="93334" y="45800"/>
                </a:lnTo>
                <a:lnTo>
                  <a:pt x="97270" y="41831"/>
                </a:lnTo>
                <a:close/>
                <a:moveTo>
                  <a:pt x="118252" y="36260"/>
                </a:moveTo>
                <a:lnTo>
                  <a:pt x="118252" y="41831"/>
                </a:lnTo>
                <a:lnTo>
                  <a:pt x="122188" y="45800"/>
                </a:lnTo>
                <a:lnTo>
                  <a:pt x="120053" y="45800"/>
                </a:lnTo>
                <a:lnTo>
                  <a:pt x="116717" y="42465"/>
                </a:lnTo>
                <a:lnTo>
                  <a:pt x="116717" y="37795"/>
                </a:lnTo>
                <a:close/>
                <a:moveTo>
                  <a:pt x="128059" y="36260"/>
                </a:moveTo>
                <a:lnTo>
                  <a:pt x="129593" y="37795"/>
                </a:lnTo>
                <a:lnTo>
                  <a:pt x="129593" y="42465"/>
                </a:lnTo>
                <a:lnTo>
                  <a:pt x="126291" y="45800"/>
                </a:lnTo>
                <a:lnTo>
                  <a:pt x="124122" y="45800"/>
                </a:lnTo>
                <a:lnTo>
                  <a:pt x="128059" y="41831"/>
                </a:lnTo>
                <a:lnTo>
                  <a:pt x="128059" y="36260"/>
                </a:lnTo>
                <a:close/>
                <a:moveTo>
                  <a:pt x="149040" y="36260"/>
                </a:moveTo>
                <a:lnTo>
                  <a:pt x="149040" y="41831"/>
                </a:lnTo>
                <a:lnTo>
                  <a:pt x="153010" y="45800"/>
                </a:lnTo>
                <a:lnTo>
                  <a:pt x="150842" y="45800"/>
                </a:lnTo>
                <a:lnTo>
                  <a:pt x="147506" y="42465"/>
                </a:lnTo>
                <a:lnTo>
                  <a:pt x="147506" y="37795"/>
                </a:lnTo>
                <a:close/>
                <a:moveTo>
                  <a:pt x="158847" y="36260"/>
                </a:moveTo>
                <a:lnTo>
                  <a:pt x="160382" y="37795"/>
                </a:lnTo>
                <a:lnTo>
                  <a:pt x="160382" y="42465"/>
                </a:lnTo>
                <a:lnTo>
                  <a:pt x="157079" y="45800"/>
                </a:lnTo>
                <a:lnTo>
                  <a:pt x="154911" y="45800"/>
                </a:lnTo>
                <a:lnTo>
                  <a:pt x="158847" y="41831"/>
                </a:lnTo>
                <a:lnTo>
                  <a:pt x="158847" y="36260"/>
                </a:lnTo>
                <a:close/>
                <a:moveTo>
                  <a:pt x="179829" y="36260"/>
                </a:moveTo>
                <a:lnTo>
                  <a:pt x="179829" y="41831"/>
                </a:lnTo>
                <a:lnTo>
                  <a:pt x="183798" y="45800"/>
                </a:lnTo>
                <a:lnTo>
                  <a:pt x="181630" y="45800"/>
                </a:lnTo>
                <a:lnTo>
                  <a:pt x="178294" y="42465"/>
                </a:lnTo>
                <a:lnTo>
                  <a:pt x="178294" y="37795"/>
                </a:lnTo>
                <a:close/>
                <a:moveTo>
                  <a:pt x="189636" y="36260"/>
                </a:moveTo>
                <a:lnTo>
                  <a:pt x="191170" y="37795"/>
                </a:lnTo>
                <a:lnTo>
                  <a:pt x="191170" y="42465"/>
                </a:lnTo>
                <a:lnTo>
                  <a:pt x="187868" y="45800"/>
                </a:lnTo>
                <a:lnTo>
                  <a:pt x="185700" y="45800"/>
                </a:lnTo>
                <a:lnTo>
                  <a:pt x="189636" y="41831"/>
                </a:lnTo>
                <a:lnTo>
                  <a:pt x="189636" y="36260"/>
                </a:lnTo>
                <a:close/>
                <a:moveTo>
                  <a:pt x="208549" y="68016"/>
                </a:moveTo>
                <a:lnTo>
                  <a:pt x="203846" y="68016"/>
                </a:lnTo>
                <a:lnTo>
                  <a:pt x="200544" y="64714"/>
                </a:lnTo>
                <a:lnTo>
                  <a:pt x="200544" y="62546"/>
                </a:lnTo>
                <a:lnTo>
                  <a:pt x="204480" y="66482"/>
                </a:lnTo>
                <a:lnTo>
                  <a:pt x="210084" y="66482"/>
                </a:lnTo>
                <a:close/>
                <a:moveTo>
                  <a:pt x="208916" y="76589"/>
                </a:moveTo>
                <a:lnTo>
                  <a:pt x="206648" y="74287"/>
                </a:lnTo>
                <a:lnTo>
                  <a:pt x="206648" y="71052"/>
                </a:lnTo>
                <a:lnTo>
                  <a:pt x="208316" y="69351"/>
                </a:lnTo>
                <a:lnTo>
                  <a:pt x="208316" y="73587"/>
                </a:lnTo>
                <a:lnTo>
                  <a:pt x="211285" y="76589"/>
                </a:lnTo>
                <a:lnTo>
                  <a:pt x="208916" y="76589"/>
                </a:lnTo>
                <a:close/>
                <a:moveTo>
                  <a:pt x="205848" y="82126"/>
                </a:moveTo>
                <a:lnTo>
                  <a:pt x="204513" y="80792"/>
                </a:lnTo>
                <a:lnTo>
                  <a:pt x="204513" y="78791"/>
                </a:lnTo>
                <a:lnTo>
                  <a:pt x="205948" y="77356"/>
                </a:lnTo>
                <a:lnTo>
                  <a:pt x="207816" y="77356"/>
                </a:lnTo>
                <a:lnTo>
                  <a:pt x="205848" y="79324"/>
                </a:lnTo>
                <a:close/>
                <a:moveTo>
                  <a:pt x="188969" y="76589"/>
                </a:moveTo>
                <a:lnTo>
                  <a:pt x="191971" y="73587"/>
                </a:lnTo>
                <a:lnTo>
                  <a:pt x="191971" y="69351"/>
                </a:lnTo>
                <a:lnTo>
                  <a:pt x="193639" y="71052"/>
                </a:lnTo>
                <a:lnTo>
                  <a:pt x="193639" y="74287"/>
                </a:lnTo>
                <a:lnTo>
                  <a:pt x="191337" y="76589"/>
                </a:lnTo>
                <a:close/>
                <a:moveTo>
                  <a:pt x="185700" y="76589"/>
                </a:moveTo>
                <a:lnTo>
                  <a:pt x="189636" y="72620"/>
                </a:lnTo>
                <a:lnTo>
                  <a:pt x="189636" y="67049"/>
                </a:lnTo>
                <a:lnTo>
                  <a:pt x="191170" y="68583"/>
                </a:lnTo>
                <a:lnTo>
                  <a:pt x="191170" y="73253"/>
                </a:lnTo>
                <a:lnTo>
                  <a:pt x="187868" y="76589"/>
                </a:lnTo>
                <a:lnTo>
                  <a:pt x="185700" y="76589"/>
                </a:lnTo>
                <a:close/>
                <a:moveTo>
                  <a:pt x="181630" y="76589"/>
                </a:moveTo>
                <a:lnTo>
                  <a:pt x="178294" y="73253"/>
                </a:lnTo>
                <a:lnTo>
                  <a:pt x="178294" y="68583"/>
                </a:lnTo>
                <a:lnTo>
                  <a:pt x="179829" y="67049"/>
                </a:lnTo>
                <a:lnTo>
                  <a:pt x="179829" y="72620"/>
                </a:lnTo>
                <a:lnTo>
                  <a:pt x="183798" y="76589"/>
                </a:lnTo>
                <a:lnTo>
                  <a:pt x="181630" y="76589"/>
                </a:lnTo>
                <a:close/>
                <a:moveTo>
                  <a:pt x="178128" y="76589"/>
                </a:moveTo>
                <a:lnTo>
                  <a:pt x="175826" y="74287"/>
                </a:lnTo>
                <a:lnTo>
                  <a:pt x="175826" y="71052"/>
                </a:lnTo>
                <a:lnTo>
                  <a:pt x="177527" y="69351"/>
                </a:lnTo>
                <a:lnTo>
                  <a:pt x="177527" y="73587"/>
                </a:lnTo>
                <a:lnTo>
                  <a:pt x="180496" y="76589"/>
                </a:lnTo>
                <a:lnTo>
                  <a:pt x="178128" y="76589"/>
                </a:lnTo>
                <a:close/>
                <a:moveTo>
                  <a:pt x="175059" y="82126"/>
                </a:moveTo>
                <a:lnTo>
                  <a:pt x="173725" y="80792"/>
                </a:lnTo>
                <a:lnTo>
                  <a:pt x="173725" y="78791"/>
                </a:lnTo>
                <a:lnTo>
                  <a:pt x="175159" y="77356"/>
                </a:lnTo>
                <a:lnTo>
                  <a:pt x="177027" y="77356"/>
                </a:lnTo>
                <a:lnTo>
                  <a:pt x="175059" y="79324"/>
                </a:lnTo>
                <a:close/>
                <a:moveTo>
                  <a:pt x="158180" y="76589"/>
                </a:moveTo>
                <a:lnTo>
                  <a:pt x="161182" y="73587"/>
                </a:lnTo>
                <a:lnTo>
                  <a:pt x="161182" y="69351"/>
                </a:lnTo>
                <a:lnTo>
                  <a:pt x="162850" y="71052"/>
                </a:lnTo>
                <a:lnTo>
                  <a:pt x="162850" y="74287"/>
                </a:lnTo>
                <a:lnTo>
                  <a:pt x="160548" y="76589"/>
                </a:lnTo>
                <a:close/>
                <a:moveTo>
                  <a:pt x="154911" y="76589"/>
                </a:moveTo>
                <a:lnTo>
                  <a:pt x="158847" y="72620"/>
                </a:lnTo>
                <a:lnTo>
                  <a:pt x="158847" y="67049"/>
                </a:lnTo>
                <a:lnTo>
                  <a:pt x="160382" y="68583"/>
                </a:lnTo>
                <a:lnTo>
                  <a:pt x="160382" y="73253"/>
                </a:lnTo>
                <a:lnTo>
                  <a:pt x="157079" y="76589"/>
                </a:lnTo>
                <a:lnTo>
                  <a:pt x="154911" y="76589"/>
                </a:lnTo>
                <a:close/>
                <a:moveTo>
                  <a:pt x="150842" y="76589"/>
                </a:moveTo>
                <a:lnTo>
                  <a:pt x="147506" y="73253"/>
                </a:lnTo>
                <a:lnTo>
                  <a:pt x="147506" y="68583"/>
                </a:lnTo>
                <a:lnTo>
                  <a:pt x="149040" y="67049"/>
                </a:lnTo>
                <a:lnTo>
                  <a:pt x="149040" y="72620"/>
                </a:lnTo>
                <a:lnTo>
                  <a:pt x="153010" y="76589"/>
                </a:lnTo>
                <a:lnTo>
                  <a:pt x="150842" y="76589"/>
                </a:lnTo>
                <a:close/>
                <a:moveTo>
                  <a:pt x="147339" y="76589"/>
                </a:moveTo>
                <a:lnTo>
                  <a:pt x="145037" y="74287"/>
                </a:lnTo>
                <a:lnTo>
                  <a:pt x="145037" y="71052"/>
                </a:lnTo>
                <a:lnTo>
                  <a:pt x="146739" y="69351"/>
                </a:lnTo>
                <a:lnTo>
                  <a:pt x="146739" y="73587"/>
                </a:lnTo>
                <a:lnTo>
                  <a:pt x="149707" y="76589"/>
                </a:lnTo>
                <a:lnTo>
                  <a:pt x="147339" y="76589"/>
                </a:lnTo>
                <a:close/>
                <a:moveTo>
                  <a:pt x="144270" y="82126"/>
                </a:moveTo>
                <a:lnTo>
                  <a:pt x="142936" y="80792"/>
                </a:lnTo>
                <a:lnTo>
                  <a:pt x="142936" y="78791"/>
                </a:lnTo>
                <a:lnTo>
                  <a:pt x="144370" y="77356"/>
                </a:lnTo>
                <a:lnTo>
                  <a:pt x="146238" y="77356"/>
                </a:lnTo>
                <a:lnTo>
                  <a:pt x="144270" y="79324"/>
                </a:lnTo>
                <a:close/>
                <a:moveTo>
                  <a:pt x="127391" y="76589"/>
                </a:moveTo>
                <a:lnTo>
                  <a:pt x="130394" y="73587"/>
                </a:lnTo>
                <a:lnTo>
                  <a:pt x="130394" y="69351"/>
                </a:lnTo>
                <a:lnTo>
                  <a:pt x="132061" y="71052"/>
                </a:lnTo>
                <a:lnTo>
                  <a:pt x="132061" y="74287"/>
                </a:lnTo>
                <a:lnTo>
                  <a:pt x="129760" y="76589"/>
                </a:lnTo>
                <a:close/>
                <a:moveTo>
                  <a:pt x="124122" y="76589"/>
                </a:moveTo>
                <a:lnTo>
                  <a:pt x="128059" y="72620"/>
                </a:lnTo>
                <a:lnTo>
                  <a:pt x="128059" y="67049"/>
                </a:lnTo>
                <a:lnTo>
                  <a:pt x="129593" y="68583"/>
                </a:lnTo>
                <a:lnTo>
                  <a:pt x="129593" y="73253"/>
                </a:lnTo>
                <a:lnTo>
                  <a:pt x="126291" y="76589"/>
                </a:lnTo>
                <a:lnTo>
                  <a:pt x="124122" y="76589"/>
                </a:lnTo>
                <a:close/>
                <a:moveTo>
                  <a:pt x="120053" y="76589"/>
                </a:moveTo>
                <a:lnTo>
                  <a:pt x="116717" y="73253"/>
                </a:lnTo>
                <a:lnTo>
                  <a:pt x="116717" y="68583"/>
                </a:lnTo>
                <a:lnTo>
                  <a:pt x="118252" y="67049"/>
                </a:lnTo>
                <a:lnTo>
                  <a:pt x="118252" y="72620"/>
                </a:lnTo>
                <a:lnTo>
                  <a:pt x="122188" y="76589"/>
                </a:lnTo>
                <a:lnTo>
                  <a:pt x="120053" y="76589"/>
                </a:lnTo>
                <a:close/>
                <a:moveTo>
                  <a:pt x="116550" y="76589"/>
                </a:moveTo>
                <a:lnTo>
                  <a:pt x="114249" y="74287"/>
                </a:lnTo>
                <a:lnTo>
                  <a:pt x="114249" y="71052"/>
                </a:lnTo>
                <a:lnTo>
                  <a:pt x="115950" y="69351"/>
                </a:lnTo>
                <a:lnTo>
                  <a:pt x="115950" y="73587"/>
                </a:lnTo>
                <a:lnTo>
                  <a:pt x="118919" y="76589"/>
                </a:lnTo>
                <a:lnTo>
                  <a:pt x="116550" y="76589"/>
                </a:lnTo>
                <a:close/>
                <a:moveTo>
                  <a:pt x="113482" y="82126"/>
                </a:moveTo>
                <a:lnTo>
                  <a:pt x="112147" y="80792"/>
                </a:lnTo>
                <a:lnTo>
                  <a:pt x="112147" y="78791"/>
                </a:lnTo>
                <a:lnTo>
                  <a:pt x="113582" y="77356"/>
                </a:lnTo>
                <a:lnTo>
                  <a:pt x="115450" y="77356"/>
                </a:lnTo>
                <a:lnTo>
                  <a:pt x="113482" y="79324"/>
                </a:lnTo>
                <a:close/>
                <a:moveTo>
                  <a:pt x="96603" y="76589"/>
                </a:moveTo>
                <a:lnTo>
                  <a:pt x="99605" y="73587"/>
                </a:lnTo>
                <a:lnTo>
                  <a:pt x="99605" y="69351"/>
                </a:lnTo>
                <a:lnTo>
                  <a:pt x="101273" y="71052"/>
                </a:lnTo>
                <a:lnTo>
                  <a:pt x="101273" y="74287"/>
                </a:lnTo>
                <a:lnTo>
                  <a:pt x="98971" y="76589"/>
                </a:lnTo>
                <a:close/>
                <a:moveTo>
                  <a:pt x="93334" y="76589"/>
                </a:moveTo>
                <a:lnTo>
                  <a:pt x="97270" y="72620"/>
                </a:lnTo>
                <a:lnTo>
                  <a:pt x="97270" y="67049"/>
                </a:lnTo>
                <a:lnTo>
                  <a:pt x="98804" y="68583"/>
                </a:lnTo>
                <a:lnTo>
                  <a:pt x="98804" y="73253"/>
                </a:lnTo>
                <a:lnTo>
                  <a:pt x="95469" y="76589"/>
                </a:lnTo>
                <a:lnTo>
                  <a:pt x="93334" y="76589"/>
                </a:lnTo>
                <a:close/>
                <a:moveTo>
                  <a:pt x="89231" y="76589"/>
                </a:moveTo>
                <a:lnTo>
                  <a:pt x="85929" y="73253"/>
                </a:lnTo>
                <a:lnTo>
                  <a:pt x="85929" y="68583"/>
                </a:lnTo>
                <a:lnTo>
                  <a:pt x="87463" y="67049"/>
                </a:lnTo>
                <a:lnTo>
                  <a:pt x="87463" y="72620"/>
                </a:lnTo>
                <a:lnTo>
                  <a:pt x="91399" y="76589"/>
                </a:lnTo>
                <a:lnTo>
                  <a:pt x="89231" y="76589"/>
                </a:lnTo>
                <a:close/>
                <a:moveTo>
                  <a:pt x="85762" y="76589"/>
                </a:moveTo>
                <a:lnTo>
                  <a:pt x="83460" y="74287"/>
                </a:lnTo>
                <a:lnTo>
                  <a:pt x="83460" y="71052"/>
                </a:lnTo>
                <a:lnTo>
                  <a:pt x="85128" y="69351"/>
                </a:lnTo>
                <a:lnTo>
                  <a:pt x="85128" y="73587"/>
                </a:lnTo>
                <a:lnTo>
                  <a:pt x="88130" y="76589"/>
                </a:lnTo>
                <a:lnTo>
                  <a:pt x="85762" y="76589"/>
                </a:lnTo>
                <a:close/>
                <a:moveTo>
                  <a:pt x="82660" y="82126"/>
                </a:moveTo>
                <a:lnTo>
                  <a:pt x="81359" y="80792"/>
                </a:lnTo>
                <a:lnTo>
                  <a:pt x="81359" y="78791"/>
                </a:lnTo>
                <a:lnTo>
                  <a:pt x="82793" y="77356"/>
                </a:lnTo>
                <a:lnTo>
                  <a:pt x="84628" y="77356"/>
                </a:lnTo>
                <a:lnTo>
                  <a:pt x="82660" y="79324"/>
                </a:lnTo>
                <a:close/>
                <a:moveTo>
                  <a:pt x="65814" y="76589"/>
                </a:moveTo>
                <a:lnTo>
                  <a:pt x="68816" y="73587"/>
                </a:lnTo>
                <a:lnTo>
                  <a:pt x="68816" y="69351"/>
                </a:lnTo>
                <a:lnTo>
                  <a:pt x="70484" y="71052"/>
                </a:lnTo>
                <a:lnTo>
                  <a:pt x="70484" y="74287"/>
                </a:lnTo>
                <a:lnTo>
                  <a:pt x="68183" y="76589"/>
                </a:lnTo>
                <a:close/>
                <a:moveTo>
                  <a:pt x="62512" y="76589"/>
                </a:moveTo>
                <a:lnTo>
                  <a:pt x="66481" y="72620"/>
                </a:lnTo>
                <a:lnTo>
                  <a:pt x="66481" y="67049"/>
                </a:lnTo>
                <a:lnTo>
                  <a:pt x="68016" y="68583"/>
                </a:lnTo>
                <a:lnTo>
                  <a:pt x="68016" y="73253"/>
                </a:lnTo>
                <a:lnTo>
                  <a:pt x="64680" y="76589"/>
                </a:lnTo>
                <a:lnTo>
                  <a:pt x="62512" y="76589"/>
                </a:lnTo>
                <a:close/>
                <a:moveTo>
                  <a:pt x="58442" y="76589"/>
                </a:moveTo>
                <a:lnTo>
                  <a:pt x="55140" y="73253"/>
                </a:lnTo>
                <a:lnTo>
                  <a:pt x="55140" y="68583"/>
                </a:lnTo>
                <a:lnTo>
                  <a:pt x="56674" y="67049"/>
                </a:lnTo>
                <a:lnTo>
                  <a:pt x="56674" y="72620"/>
                </a:lnTo>
                <a:lnTo>
                  <a:pt x="60610" y="76589"/>
                </a:lnTo>
                <a:lnTo>
                  <a:pt x="58442" y="76589"/>
                </a:lnTo>
                <a:close/>
                <a:moveTo>
                  <a:pt x="54973" y="76589"/>
                </a:moveTo>
                <a:lnTo>
                  <a:pt x="52671" y="74287"/>
                </a:lnTo>
                <a:lnTo>
                  <a:pt x="52671" y="71052"/>
                </a:lnTo>
                <a:lnTo>
                  <a:pt x="54339" y="69351"/>
                </a:lnTo>
                <a:lnTo>
                  <a:pt x="54339" y="73587"/>
                </a:lnTo>
                <a:lnTo>
                  <a:pt x="57341" y="76589"/>
                </a:lnTo>
                <a:lnTo>
                  <a:pt x="54973" y="76589"/>
                </a:lnTo>
                <a:close/>
                <a:moveTo>
                  <a:pt x="51871" y="82126"/>
                </a:moveTo>
                <a:lnTo>
                  <a:pt x="50570" y="80792"/>
                </a:lnTo>
                <a:lnTo>
                  <a:pt x="50570" y="78791"/>
                </a:lnTo>
                <a:lnTo>
                  <a:pt x="51971" y="77356"/>
                </a:lnTo>
                <a:lnTo>
                  <a:pt x="53839" y="77356"/>
                </a:lnTo>
                <a:lnTo>
                  <a:pt x="51871" y="79324"/>
                </a:lnTo>
                <a:close/>
                <a:moveTo>
                  <a:pt x="35026" y="76589"/>
                </a:moveTo>
                <a:lnTo>
                  <a:pt x="37994" y="73587"/>
                </a:lnTo>
                <a:lnTo>
                  <a:pt x="37994" y="69351"/>
                </a:lnTo>
                <a:lnTo>
                  <a:pt x="39696" y="71052"/>
                </a:lnTo>
                <a:lnTo>
                  <a:pt x="39696" y="74287"/>
                </a:lnTo>
                <a:lnTo>
                  <a:pt x="37394" y="76589"/>
                </a:lnTo>
                <a:close/>
                <a:moveTo>
                  <a:pt x="37761" y="55140"/>
                </a:moveTo>
                <a:lnTo>
                  <a:pt x="42464" y="55140"/>
                </a:lnTo>
                <a:lnTo>
                  <a:pt x="45767" y="58443"/>
                </a:lnTo>
                <a:lnTo>
                  <a:pt x="45767" y="60611"/>
                </a:lnTo>
                <a:lnTo>
                  <a:pt x="41830" y="56675"/>
                </a:lnTo>
                <a:lnTo>
                  <a:pt x="36226" y="56675"/>
                </a:lnTo>
                <a:close/>
                <a:moveTo>
                  <a:pt x="37394" y="46568"/>
                </a:moveTo>
                <a:lnTo>
                  <a:pt x="39696" y="48869"/>
                </a:lnTo>
                <a:lnTo>
                  <a:pt x="39696" y="52105"/>
                </a:lnTo>
                <a:lnTo>
                  <a:pt x="37994" y="53806"/>
                </a:lnTo>
                <a:lnTo>
                  <a:pt x="37994" y="49570"/>
                </a:lnTo>
                <a:lnTo>
                  <a:pt x="35026" y="46568"/>
                </a:lnTo>
                <a:close/>
                <a:moveTo>
                  <a:pt x="40463" y="41030"/>
                </a:moveTo>
                <a:lnTo>
                  <a:pt x="41797" y="42365"/>
                </a:lnTo>
                <a:lnTo>
                  <a:pt x="41797" y="44366"/>
                </a:lnTo>
                <a:lnTo>
                  <a:pt x="40363" y="45800"/>
                </a:lnTo>
                <a:lnTo>
                  <a:pt x="38495" y="45800"/>
                </a:lnTo>
                <a:lnTo>
                  <a:pt x="40463" y="43832"/>
                </a:lnTo>
                <a:close/>
                <a:moveTo>
                  <a:pt x="57341" y="46568"/>
                </a:moveTo>
                <a:lnTo>
                  <a:pt x="54339" y="49570"/>
                </a:lnTo>
                <a:lnTo>
                  <a:pt x="54339" y="53806"/>
                </a:lnTo>
                <a:lnTo>
                  <a:pt x="52671" y="52105"/>
                </a:lnTo>
                <a:lnTo>
                  <a:pt x="52671" y="48869"/>
                </a:lnTo>
                <a:lnTo>
                  <a:pt x="54973" y="46568"/>
                </a:lnTo>
                <a:close/>
                <a:moveTo>
                  <a:pt x="60610" y="46568"/>
                </a:moveTo>
                <a:lnTo>
                  <a:pt x="56674" y="50537"/>
                </a:lnTo>
                <a:lnTo>
                  <a:pt x="56674" y="56108"/>
                </a:lnTo>
                <a:lnTo>
                  <a:pt x="55140" y="54573"/>
                </a:lnTo>
                <a:lnTo>
                  <a:pt x="55140" y="49903"/>
                </a:lnTo>
                <a:lnTo>
                  <a:pt x="58442" y="46568"/>
                </a:lnTo>
                <a:close/>
                <a:moveTo>
                  <a:pt x="64680" y="46568"/>
                </a:moveTo>
                <a:lnTo>
                  <a:pt x="68016" y="49903"/>
                </a:lnTo>
                <a:lnTo>
                  <a:pt x="68016" y="54573"/>
                </a:lnTo>
                <a:lnTo>
                  <a:pt x="66481" y="56108"/>
                </a:lnTo>
                <a:lnTo>
                  <a:pt x="66481" y="50537"/>
                </a:lnTo>
                <a:lnTo>
                  <a:pt x="62545" y="46568"/>
                </a:lnTo>
                <a:close/>
                <a:moveTo>
                  <a:pt x="68183" y="46568"/>
                </a:moveTo>
                <a:lnTo>
                  <a:pt x="70484" y="48869"/>
                </a:lnTo>
                <a:lnTo>
                  <a:pt x="70484" y="52105"/>
                </a:lnTo>
                <a:lnTo>
                  <a:pt x="68783" y="53806"/>
                </a:lnTo>
                <a:lnTo>
                  <a:pt x="68783" y="49570"/>
                </a:lnTo>
                <a:lnTo>
                  <a:pt x="65814" y="46568"/>
                </a:lnTo>
                <a:close/>
                <a:moveTo>
                  <a:pt x="71251" y="41030"/>
                </a:moveTo>
                <a:lnTo>
                  <a:pt x="72586" y="42365"/>
                </a:lnTo>
                <a:lnTo>
                  <a:pt x="72586" y="44366"/>
                </a:lnTo>
                <a:lnTo>
                  <a:pt x="71151" y="45800"/>
                </a:lnTo>
                <a:lnTo>
                  <a:pt x="69283" y="45800"/>
                </a:lnTo>
                <a:lnTo>
                  <a:pt x="71251" y="43832"/>
                </a:lnTo>
                <a:lnTo>
                  <a:pt x="71251" y="41030"/>
                </a:lnTo>
                <a:close/>
                <a:moveTo>
                  <a:pt x="88130" y="46568"/>
                </a:moveTo>
                <a:lnTo>
                  <a:pt x="85128" y="49570"/>
                </a:lnTo>
                <a:lnTo>
                  <a:pt x="85128" y="53806"/>
                </a:lnTo>
                <a:lnTo>
                  <a:pt x="83460" y="52105"/>
                </a:lnTo>
                <a:lnTo>
                  <a:pt x="83460" y="48869"/>
                </a:lnTo>
                <a:lnTo>
                  <a:pt x="85762" y="46568"/>
                </a:lnTo>
                <a:close/>
                <a:moveTo>
                  <a:pt x="91399" y="46568"/>
                </a:moveTo>
                <a:lnTo>
                  <a:pt x="87463" y="50537"/>
                </a:lnTo>
                <a:lnTo>
                  <a:pt x="87463" y="56108"/>
                </a:lnTo>
                <a:lnTo>
                  <a:pt x="85929" y="54573"/>
                </a:lnTo>
                <a:lnTo>
                  <a:pt x="85929" y="49903"/>
                </a:lnTo>
                <a:lnTo>
                  <a:pt x="89231" y="46568"/>
                </a:lnTo>
                <a:close/>
                <a:moveTo>
                  <a:pt x="95469" y="46568"/>
                </a:moveTo>
                <a:lnTo>
                  <a:pt x="98804" y="49903"/>
                </a:lnTo>
                <a:lnTo>
                  <a:pt x="98804" y="54573"/>
                </a:lnTo>
                <a:lnTo>
                  <a:pt x="97270" y="56108"/>
                </a:lnTo>
                <a:lnTo>
                  <a:pt x="97270" y="50537"/>
                </a:lnTo>
                <a:lnTo>
                  <a:pt x="93334" y="46568"/>
                </a:lnTo>
                <a:close/>
                <a:moveTo>
                  <a:pt x="98971" y="46568"/>
                </a:moveTo>
                <a:lnTo>
                  <a:pt x="101273" y="48869"/>
                </a:lnTo>
                <a:lnTo>
                  <a:pt x="101273" y="52105"/>
                </a:lnTo>
                <a:lnTo>
                  <a:pt x="99572" y="53806"/>
                </a:lnTo>
                <a:lnTo>
                  <a:pt x="99572" y="49570"/>
                </a:lnTo>
                <a:lnTo>
                  <a:pt x="96603" y="46568"/>
                </a:lnTo>
                <a:close/>
                <a:moveTo>
                  <a:pt x="102040" y="41030"/>
                </a:moveTo>
                <a:lnTo>
                  <a:pt x="103374" y="42365"/>
                </a:lnTo>
                <a:lnTo>
                  <a:pt x="103374" y="44366"/>
                </a:lnTo>
                <a:lnTo>
                  <a:pt x="101940" y="45800"/>
                </a:lnTo>
                <a:lnTo>
                  <a:pt x="100072" y="45800"/>
                </a:lnTo>
                <a:lnTo>
                  <a:pt x="102040" y="43832"/>
                </a:lnTo>
                <a:close/>
                <a:moveTo>
                  <a:pt x="118919" y="46568"/>
                </a:moveTo>
                <a:lnTo>
                  <a:pt x="115917" y="49570"/>
                </a:lnTo>
                <a:lnTo>
                  <a:pt x="115917" y="53806"/>
                </a:lnTo>
                <a:lnTo>
                  <a:pt x="114249" y="52105"/>
                </a:lnTo>
                <a:lnTo>
                  <a:pt x="114249" y="48869"/>
                </a:lnTo>
                <a:lnTo>
                  <a:pt x="116550" y="46568"/>
                </a:lnTo>
                <a:close/>
                <a:moveTo>
                  <a:pt x="122188" y="46568"/>
                </a:moveTo>
                <a:lnTo>
                  <a:pt x="118252" y="50537"/>
                </a:lnTo>
                <a:lnTo>
                  <a:pt x="118252" y="56108"/>
                </a:lnTo>
                <a:lnTo>
                  <a:pt x="116717" y="54573"/>
                </a:lnTo>
                <a:lnTo>
                  <a:pt x="116717" y="49903"/>
                </a:lnTo>
                <a:lnTo>
                  <a:pt x="120053" y="46568"/>
                </a:lnTo>
                <a:close/>
                <a:moveTo>
                  <a:pt x="126291" y="46568"/>
                </a:moveTo>
                <a:lnTo>
                  <a:pt x="129593" y="49903"/>
                </a:lnTo>
                <a:lnTo>
                  <a:pt x="129593" y="54573"/>
                </a:lnTo>
                <a:lnTo>
                  <a:pt x="128059" y="56108"/>
                </a:lnTo>
                <a:lnTo>
                  <a:pt x="128059" y="50537"/>
                </a:lnTo>
                <a:lnTo>
                  <a:pt x="124122" y="46568"/>
                </a:lnTo>
                <a:close/>
                <a:moveTo>
                  <a:pt x="129760" y="46568"/>
                </a:moveTo>
                <a:lnTo>
                  <a:pt x="132061" y="48869"/>
                </a:lnTo>
                <a:lnTo>
                  <a:pt x="132061" y="52105"/>
                </a:lnTo>
                <a:lnTo>
                  <a:pt x="130394" y="53806"/>
                </a:lnTo>
                <a:lnTo>
                  <a:pt x="130394" y="49570"/>
                </a:lnTo>
                <a:lnTo>
                  <a:pt x="127391" y="46568"/>
                </a:lnTo>
                <a:close/>
                <a:moveTo>
                  <a:pt x="132862" y="41030"/>
                </a:moveTo>
                <a:lnTo>
                  <a:pt x="134163" y="42365"/>
                </a:lnTo>
                <a:lnTo>
                  <a:pt x="134163" y="44366"/>
                </a:lnTo>
                <a:lnTo>
                  <a:pt x="132729" y="45800"/>
                </a:lnTo>
                <a:lnTo>
                  <a:pt x="130894" y="45800"/>
                </a:lnTo>
                <a:lnTo>
                  <a:pt x="132862" y="43832"/>
                </a:lnTo>
                <a:close/>
                <a:moveTo>
                  <a:pt x="149707" y="46568"/>
                </a:moveTo>
                <a:lnTo>
                  <a:pt x="146739" y="49570"/>
                </a:lnTo>
                <a:lnTo>
                  <a:pt x="146739" y="53806"/>
                </a:lnTo>
                <a:lnTo>
                  <a:pt x="145037" y="52105"/>
                </a:lnTo>
                <a:lnTo>
                  <a:pt x="145037" y="48869"/>
                </a:lnTo>
                <a:lnTo>
                  <a:pt x="147339" y="46568"/>
                </a:lnTo>
                <a:close/>
                <a:moveTo>
                  <a:pt x="153010" y="46568"/>
                </a:moveTo>
                <a:lnTo>
                  <a:pt x="149040" y="50537"/>
                </a:lnTo>
                <a:lnTo>
                  <a:pt x="149040" y="56108"/>
                </a:lnTo>
                <a:lnTo>
                  <a:pt x="147506" y="54573"/>
                </a:lnTo>
                <a:lnTo>
                  <a:pt x="147506" y="49903"/>
                </a:lnTo>
                <a:lnTo>
                  <a:pt x="150842" y="46568"/>
                </a:lnTo>
                <a:close/>
                <a:moveTo>
                  <a:pt x="157079" y="46568"/>
                </a:moveTo>
                <a:lnTo>
                  <a:pt x="160382" y="49903"/>
                </a:lnTo>
                <a:lnTo>
                  <a:pt x="160382" y="54573"/>
                </a:lnTo>
                <a:lnTo>
                  <a:pt x="158847" y="56108"/>
                </a:lnTo>
                <a:lnTo>
                  <a:pt x="158847" y="50537"/>
                </a:lnTo>
                <a:lnTo>
                  <a:pt x="154911" y="46568"/>
                </a:lnTo>
                <a:close/>
                <a:moveTo>
                  <a:pt x="160548" y="46568"/>
                </a:moveTo>
                <a:lnTo>
                  <a:pt x="162850" y="48869"/>
                </a:lnTo>
                <a:lnTo>
                  <a:pt x="162850" y="52105"/>
                </a:lnTo>
                <a:lnTo>
                  <a:pt x="161182" y="53806"/>
                </a:lnTo>
                <a:lnTo>
                  <a:pt x="161182" y="49570"/>
                </a:lnTo>
                <a:lnTo>
                  <a:pt x="158180" y="46568"/>
                </a:lnTo>
                <a:close/>
                <a:moveTo>
                  <a:pt x="163651" y="41030"/>
                </a:moveTo>
                <a:lnTo>
                  <a:pt x="164952" y="42365"/>
                </a:lnTo>
                <a:lnTo>
                  <a:pt x="164952" y="44366"/>
                </a:lnTo>
                <a:lnTo>
                  <a:pt x="163551" y="45800"/>
                </a:lnTo>
                <a:lnTo>
                  <a:pt x="161683" y="45800"/>
                </a:lnTo>
                <a:lnTo>
                  <a:pt x="163651" y="43832"/>
                </a:lnTo>
                <a:close/>
                <a:moveTo>
                  <a:pt x="180496" y="46568"/>
                </a:moveTo>
                <a:lnTo>
                  <a:pt x="177494" y="49570"/>
                </a:lnTo>
                <a:lnTo>
                  <a:pt x="177494" y="53806"/>
                </a:lnTo>
                <a:lnTo>
                  <a:pt x="175826" y="52105"/>
                </a:lnTo>
                <a:lnTo>
                  <a:pt x="175826" y="48869"/>
                </a:lnTo>
                <a:lnTo>
                  <a:pt x="178128" y="46568"/>
                </a:lnTo>
                <a:close/>
                <a:moveTo>
                  <a:pt x="183798" y="46568"/>
                </a:moveTo>
                <a:lnTo>
                  <a:pt x="179829" y="50537"/>
                </a:lnTo>
                <a:lnTo>
                  <a:pt x="179829" y="56108"/>
                </a:lnTo>
                <a:lnTo>
                  <a:pt x="178294" y="54573"/>
                </a:lnTo>
                <a:lnTo>
                  <a:pt x="178294" y="49903"/>
                </a:lnTo>
                <a:lnTo>
                  <a:pt x="181630" y="46568"/>
                </a:lnTo>
                <a:close/>
                <a:moveTo>
                  <a:pt x="187868" y="46568"/>
                </a:moveTo>
                <a:lnTo>
                  <a:pt x="191170" y="49903"/>
                </a:lnTo>
                <a:lnTo>
                  <a:pt x="191170" y="54573"/>
                </a:lnTo>
                <a:lnTo>
                  <a:pt x="189636" y="56108"/>
                </a:lnTo>
                <a:lnTo>
                  <a:pt x="189636" y="50537"/>
                </a:lnTo>
                <a:lnTo>
                  <a:pt x="185700" y="46568"/>
                </a:lnTo>
                <a:close/>
                <a:moveTo>
                  <a:pt x="191337" y="46568"/>
                </a:moveTo>
                <a:lnTo>
                  <a:pt x="193639" y="48869"/>
                </a:lnTo>
                <a:lnTo>
                  <a:pt x="193639" y="52105"/>
                </a:lnTo>
                <a:lnTo>
                  <a:pt x="191971" y="53806"/>
                </a:lnTo>
                <a:lnTo>
                  <a:pt x="191971" y="49570"/>
                </a:lnTo>
                <a:lnTo>
                  <a:pt x="188969" y="46568"/>
                </a:lnTo>
                <a:close/>
                <a:moveTo>
                  <a:pt x="194439" y="41030"/>
                </a:moveTo>
                <a:lnTo>
                  <a:pt x="195740" y="42365"/>
                </a:lnTo>
                <a:lnTo>
                  <a:pt x="195740" y="44366"/>
                </a:lnTo>
                <a:lnTo>
                  <a:pt x="194339" y="45800"/>
                </a:lnTo>
                <a:lnTo>
                  <a:pt x="192471" y="45800"/>
                </a:lnTo>
                <a:lnTo>
                  <a:pt x="194439" y="43832"/>
                </a:lnTo>
                <a:close/>
                <a:moveTo>
                  <a:pt x="203979" y="72586"/>
                </a:moveTo>
                <a:lnTo>
                  <a:pt x="201945" y="72586"/>
                </a:lnTo>
                <a:lnTo>
                  <a:pt x="200544" y="71152"/>
                </a:lnTo>
                <a:lnTo>
                  <a:pt x="200544" y="69317"/>
                </a:lnTo>
                <a:lnTo>
                  <a:pt x="202512" y="71285"/>
                </a:lnTo>
                <a:lnTo>
                  <a:pt x="205280" y="71285"/>
                </a:lnTo>
                <a:close/>
                <a:moveTo>
                  <a:pt x="203846" y="75588"/>
                </a:moveTo>
                <a:lnTo>
                  <a:pt x="204847" y="76589"/>
                </a:lnTo>
                <a:lnTo>
                  <a:pt x="201077" y="76589"/>
                </a:lnTo>
                <a:lnTo>
                  <a:pt x="203746" y="73920"/>
                </a:lnTo>
                <a:lnTo>
                  <a:pt x="203746" y="75321"/>
                </a:lnTo>
                <a:close/>
                <a:moveTo>
                  <a:pt x="203746" y="80025"/>
                </a:moveTo>
                <a:lnTo>
                  <a:pt x="201077" y="77356"/>
                </a:lnTo>
                <a:lnTo>
                  <a:pt x="204847" y="77356"/>
                </a:lnTo>
                <a:lnTo>
                  <a:pt x="203746" y="78457"/>
                </a:lnTo>
                <a:lnTo>
                  <a:pt x="203746" y="80025"/>
                </a:lnTo>
                <a:close/>
                <a:moveTo>
                  <a:pt x="192538" y="68817"/>
                </a:moveTo>
                <a:lnTo>
                  <a:pt x="196741" y="68817"/>
                </a:lnTo>
                <a:lnTo>
                  <a:pt x="199743" y="65815"/>
                </a:lnTo>
                <a:lnTo>
                  <a:pt x="199743" y="68183"/>
                </a:lnTo>
                <a:lnTo>
                  <a:pt x="197441" y="70485"/>
                </a:lnTo>
                <a:lnTo>
                  <a:pt x="194206" y="70485"/>
                </a:lnTo>
                <a:close/>
                <a:moveTo>
                  <a:pt x="190203" y="66482"/>
                </a:moveTo>
                <a:lnTo>
                  <a:pt x="195807" y="66482"/>
                </a:lnTo>
                <a:lnTo>
                  <a:pt x="199743" y="62546"/>
                </a:lnTo>
                <a:lnTo>
                  <a:pt x="199743" y="64714"/>
                </a:lnTo>
                <a:lnTo>
                  <a:pt x="196441" y="68016"/>
                </a:lnTo>
                <a:lnTo>
                  <a:pt x="191737" y="68016"/>
                </a:lnTo>
                <a:close/>
                <a:moveTo>
                  <a:pt x="177761" y="68016"/>
                </a:moveTo>
                <a:lnTo>
                  <a:pt x="173057" y="68016"/>
                </a:lnTo>
                <a:lnTo>
                  <a:pt x="169755" y="64714"/>
                </a:lnTo>
                <a:lnTo>
                  <a:pt x="169755" y="62546"/>
                </a:lnTo>
                <a:lnTo>
                  <a:pt x="173691" y="66482"/>
                </a:lnTo>
                <a:lnTo>
                  <a:pt x="179262" y="66482"/>
                </a:lnTo>
                <a:close/>
                <a:moveTo>
                  <a:pt x="175292" y="70485"/>
                </a:moveTo>
                <a:lnTo>
                  <a:pt x="172023" y="70485"/>
                </a:lnTo>
                <a:lnTo>
                  <a:pt x="169755" y="68183"/>
                </a:lnTo>
                <a:lnTo>
                  <a:pt x="169755" y="65815"/>
                </a:lnTo>
                <a:lnTo>
                  <a:pt x="172724" y="68817"/>
                </a:lnTo>
                <a:lnTo>
                  <a:pt x="176960" y="68817"/>
                </a:lnTo>
                <a:close/>
                <a:moveTo>
                  <a:pt x="173191" y="72586"/>
                </a:moveTo>
                <a:lnTo>
                  <a:pt x="171156" y="72586"/>
                </a:lnTo>
                <a:lnTo>
                  <a:pt x="169755" y="71152"/>
                </a:lnTo>
                <a:lnTo>
                  <a:pt x="169755" y="69317"/>
                </a:lnTo>
                <a:lnTo>
                  <a:pt x="171723" y="71285"/>
                </a:lnTo>
                <a:lnTo>
                  <a:pt x="174492" y="71285"/>
                </a:lnTo>
                <a:close/>
                <a:moveTo>
                  <a:pt x="173057" y="75588"/>
                </a:moveTo>
                <a:lnTo>
                  <a:pt x="174025" y="76589"/>
                </a:lnTo>
                <a:lnTo>
                  <a:pt x="170289" y="76589"/>
                </a:lnTo>
                <a:lnTo>
                  <a:pt x="172957" y="73920"/>
                </a:lnTo>
                <a:lnTo>
                  <a:pt x="172957" y="75321"/>
                </a:lnTo>
                <a:close/>
                <a:moveTo>
                  <a:pt x="172957" y="80025"/>
                </a:moveTo>
                <a:lnTo>
                  <a:pt x="170289" y="77356"/>
                </a:lnTo>
                <a:lnTo>
                  <a:pt x="174025" y="77356"/>
                </a:lnTo>
                <a:lnTo>
                  <a:pt x="172957" y="78457"/>
                </a:lnTo>
                <a:lnTo>
                  <a:pt x="172957" y="80025"/>
                </a:lnTo>
                <a:close/>
                <a:moveTo>
                  <a:pt x="161749" y="68817"/>
                </a:moveTo>
                <a:lnTo>
                  <a:pt x="165786" y="68817"/>
                </a:lnTo>
                <a:lnTo>
                  <a:pt x="166086" y="68683"/>
                </a:lnTo>
                <a:lnTo>
                  <a:pt x="168954" y="65815"/>
                </a:lnTo>
                <a:lnTo>
                  <a:pt x="168954" y="68183"/>
                </a:lnTo>
                <a:lnTo>
                  <a:pt x="166653" y="70485"/>
                </a:lnTo>
                <a:lnTo>
                  <a:pt x="163417" y="70485"/>
                </a:lnTo>
                <a:close/>
                <a:moveTo>
                  <a:pt x="159414" y="66482"/>
                </a:moveTo>
                <a:lnTo>
                  <a:pt x="164985" y="66482"/>
                </a:lnTo>
                <a:lnTo>
                  <a:pt x="168954" y="62546"/>
                </a:lnTo>
                <a:lnTo>
                  <a:pt x="168954" y="64714"/>
                </a:lnTo>
                <a:lnTo>
                  <a:pt x="165619" y="68016"/>
                </a:lnTo>
                <a:lnTo>
                  <a:pt x="160949" y="68016"/>
                </a:lnTo>
                <a:close/>
                <a:moveTo>
                  <a:pt x="146939" y="68016"/>
                </a:moveTo>
                <a:lnTo>
                  <a:pt x="142269" y="68016"/>
                </a:lnTo>
                <a:lnTo>
                  <a:pt x="138933" y="64714"/>
                </a:lnTo>
                <a:lnTo>
                  <a:pt x="138933" y="62546"/>
                </a:lnTo>
                <a:lnTo>
                  <a:pt x="142903" y="66482"/>
                </a:lnTo>
                <a:lnTo>
                  <a:pt x="148473" y="66482"/>
                </a:lnTo>
                <a:close/>
                <a:moveTo>
                  <a:pt x="144504" y="70485"/>
                </a:moveTo>
                <a:lnTo>
                  <a:pt x="141235" y="70485"/>
                </a:lnTo>
                <a:lnTo>
                  <a:pt x="138933" y="68183"/>
                </a:lnTo>
                <a:lnTo>
                  <a:pt x="138933" y="65815"/>
                </a:lnTo>
                <a:lnTo>
                  <a:pt x="141835" y="68683"/>
                </a:lnTo>
                <a:lnTo>
                  <a:pt x="142102" y="68817"/>
                </a:lnTo>
                <a:lnTo>
                  <a:pt x="146172" y="68817"/>
                </a:lnTo>
                <a:close/>
                <a:moveTo>
                  <a:pt x="142369" y="72586"/>
                </a:moveTo>
                <a:lnTo>
                  <a:pt x="140367" y="72586"/>
                </a:lnTo>
                <a:lnTo>
                  <a:pt x="138933" y="71152"/>
                </a:lnTo>
                <a:lnTo>
                  <a:pt x="138933" y="69317"/>
                </a:lnTo>
                <a:lnTo>
                  <a:pt x="140901" y="71285"/>
                </a:lnTo>
                <a:lnTo>
                  <a:pt x="143703" y="71285"/>
                </a:lnTo>
                <a:close/>
                <a:moveTo>
                  <a:pt x="142269" y="75588"/>
                </a:moveTo>
                <a:lnTo>
                  <a:pt x="143236" y="76589"/>
                </a:lnTo>
                <a:lnTo>
                  <a:pt x="139500" y="76589"/>
                </a:lnTo>
                <a:lnTo>
                  <a:pt x="142135" y="73920"/>
                </a:lnTo>
                <a:lnTo>
                  <a:pt x="142135" y="75321"/>
                </a:lnTo>
                <a:close/>
                <a:moveTo>
                  <a:pt x="142135" y="80025"/>
                </a:moveTo>
                <a:lnTo>
                  <a:pt x="139500" y="77356"/>
                </a:lnTo>
                <a:lnTo>
                  <a:pt x="143236" y="77356"/>
                </a:lnTo>
                <a:lnTo>
                  <a:pt x="142135" y="78457"/>
                </a:lnTo>
                <a:lnTo>
                  <a:pt x="142135" y="80025"/>
                </a:lnTo>
                <a:close/>
                <a:moveTo>
                  <a:pt x="130927" y="68817"/>
                </a:moveTo>
                <a:lnTo>
                  <a:pt x="135164" y="68817"/>
                </a:lnTo>
                <a:lnTo>
                  <a:pt x="138166" y="65815"/>
                </a:lnTo>
                <a:lnTo>
                  <a:pt x="138166" y="68183"/>
                </a:lnTo>
                <a:lnTo>
                  <a:pt x="135864" y="70485"/>
                </a:lnTo>
                <a:lnTo>
                  <a:pt x="132629" y="70485"/>
                </a:lnTo>
                <a:close/>
                <a:moveTo>
                  <a:pt x="128626" y="66482"/>
                </a:moveTo>
                <a:lnTo>
                  <a:pt x="134196" y="66482"/>
                </a:lnTo>
                <a:lnTo>
                  <a:pt x="138166" y="62546"/>
                </a:lnTo>
                <a:lnTo>
                  <a:pt x="138166" y="64714"/>
                </a:lnTo>
                <a:lnTo>
                  <a:pt x="134830" y="68016"/>
                </a:lnTo>
                <a:lnTo>
                  <a:pt x="130160" y="68016"/>
                </a:lnTo>
                <a:close/>
                <a:moveTo>
                  <a:pt x="116150" y="68016"/>
                </a:moveTo>
                <a:lnTo>
                  <a:pt x="111480" y="68016"/>
                </a:lnTo>
                <a:lnTo>
                  <a:pt x="108144" y="64714"/>
                </a:lnTo>
                <a:lnTo>
                  <a:pt x="108144" y="62546"/>
                </a:lnTo>
                <a:lnTo>
                  <a:pt x="112114" y="66482"/>
                </a:lnTo>
                <a:lnTo>
                  <a:pt x="117685" y="66482"/>
                </a:lnTo>
                <a:close/>
                <a:moveTo>
                  <a:pt x="113682" y="70485"/>
                </a:moveTo>
                <a:lnTo>
                  <a:pt x="110446" y="70485"/>
                </a:lnTo>
                <a:lnTo>
                  <a:pt x="108144" y="68183"/>
                </a:lnTo>
                <a:lnTo>
                  <a:pt x="108144" y="65815"/>
                </a:lnTo>
                <a:lnTo>
                  <a:pt x="111147" y="68817"/>
                </a:lnTo>
                <a:lnTo>
                  <a:pt x="115383" y="68817"/>
                </a:lnTo>
                <a:close/>
                <a:moveTo>
                  <a:pt x="111580" y="72586"/>
                </a:moveTo>
                <a:lnTo>
                  <a:pt x="109579" y="72586"/>
                </a:lnTo>
                <a:lnTo>
                  <a:pt x="108144" y="71152"/>
                </a:lnTo>
                <a:lnTo>
                  <a:pt x="108144" y="69317"/>
                </a:lnTo>
                <a:lnTo>
                  <a:pt x="110112" y="71285"/>
                </a:lnTo>
                <a:lnTo>
                  <a:pt x="112914" y="71285"/>
                </a:lnTo>
                <a:close/>
                <a:moveTo>
                  <a:pt x="111480" y="75588"/>
                </a:moveTo>
                <a:lnTo>
                  <a:pt x="112447" y="76589"/>
                </a:lnTo>
                <a:lnTo>
                  <a:pt x="108711" y="76589"/>
                </a:lnTo>
                <a:lnTo>
                  <a:pt x="111347" y="73920"/>
                </a:lnTo>
                <a:lnTo>
                  <a:pt x="111347" y="75321"/>
                </a:lnTo>
                <a:close/>
                <a:moveTo>
                  <a:pt x="111347" y="80025"/>
                </a:moveTo>
                <a:lnTo>
                  <a:pt x="108711" y="77356"/>
                </a:lnTo>
                <a:lnTo>
                  <a:pt x="112447" y="77356"/>
                </a:lnTo>
                <a:lnTo>
                  <a:pt x="111347" y="78457"/>
                </a:lnTo>
                <a:close/>
                <a:moveTo>
                  <a:pt x="100139" y="68817"/>
                </a:moveTo>
                <a:lnTo>
                  <a:pt x="104208" y="68817"/>
                </a:lnTo>
                <a:lnTo>
                  <a:pt x="104475" y="68683"/>
                </a:lnTo>
                <a:lnTo>
                  <a:pt x="107377" y="65815"/>
                </a:lnTo>
                <a:lnTo>
                  <a:pt x="107377" y="68183"/>
                </a:lnTo>
                <a:lnTo>
                  <a:pt x="105076" y="70485"/>
                </a:lnTo>
                <a:lnTo>
                  <a:pt x="101807" y="70485"/>
                </a:lnTo>
                <a:close/>
                <a:moveTo>
                  <a:pt x="97837" y="66482"/>
                </a:moveTo>
                <a:lnTo>
                  <a:pt x="103408" y="66482"/>
                </a:lnTo>
                <a:lnTo>
                  <a:pt x="107377" y="62546"/>
                </a:lnTo>
                <a:lnTo>
                  <a:pt x="107377" y="64714"/>
                </a:lnTo>
                <a:lnTo>
                  <a:pt x="104041" y="68016"/>
                </a:lnTo>
                <a:lnTo>
                  <a:pt x="99371" y="68016"/>
                </a:lnTo>
                <a:close/>
                <a:moveTo>
                  <a:pt x="85361" y="68016"/>
                </a:moveTo>
                <a:lnTo>
                  <a:pt x="80691" y="68016"/>
                </a:lnTo>
                <a:lnTo>
                  <a:pt x="77356" y="64714"/>
                </a:lnTo>
                <a:lnTo>
                  <a:pt x="77356" y="62546"/>
                </a:lnTo>
                <a:lnTo>
                  <a:pt x="81325" y="66482"/>
                </a:lnTo>
                <a:lnTo>
                  <a:pt x="86896" y="66482"/>
                </a:lnTo>
                <a:close/>
                <a:moveTo>
                  <a:pt x="82893" y="70485"/>
                </a:moveTo>
                <a:lnTo>
                  <a:pt x="79657" y="70485"/>
                </a:lnTo>
                <a:lnTo>
                  <a:pt x="77356" y="68183"/>
                </a:lnTo>
                <a:lnTo>
                  <a:pt x="77356" y="65815"/>
                </a:lnTo>
                <a:lnTo>
                  <a:pt x="80224" y="68683"/>
                </a:lnTo>
                <a:lnTo>
                  <a:pt x="80525" y="68817"/>
                </a:lnTo>
                <a:lnTo>
                  <a:pt x="84594" y="68817"/>
                </a:lnTo>
                <a:close/>
                <a:moveTo>
                  <a:pt x="80792" y="72586"/>
                </a:moveTo>
                <a:lnTo>
                  <a:pt x="78790" y="72586"/>
                </a:lnTo>
                <a:lnTo>
                  <a:pt x="77356" y="71152"/>
                </a:lnTo>
                <a:lnTo>
                  <a:pt x="77356" y="69317"/>
                </a:lnTo>
                <a:lnTo>
                  <a:pt x="79324" y="71285"/>
                </a:lnTo>
                <a:lnTo>
                  <a:pt x="82126" y="71285"/>
                </a:lnTo>
                <a:close/>
                <a:moveTo>
                  <a:pt x="80691" y="75588"/>
                </a:moveTo>
                <a:lnTo>
                  <a:pt x="81659" y="76589"/>
                </a:lnTo>
                <a:lnTo>
                  <a:pt x="77923" y="76589"/>
                </a:lnTo>
                <a:lnTo>
                  <a:pt x="80558" y="73920"/>
                </a:lnTo>
                <a:lnTo>
                  <a:pt x="80558" y="75321"/>
                </a:lnTo>
                <a:close/>
                <a:moveTo>
                  <a:pt x="80558" y="80025"/>
                </a:moveTo>
                <a:lnTo>
                  <a:pt x="77923" y="77356"/>
                </a:lnTo>
                <a:lnTo>
                  <a:pt x="81659" y="77356"/>
                </a:lnTo>
                <a:lnTo>
                  <a:pt x="80558" y="78457"/>
                </a:lnTo>
                <a:close/>
                <a:moveTo>
                  <a:pt x="69350" y="68817"/>
                </a:moveTo>
                <a:lnTo>
                  <a:pt x="73586" y="68817"/>
                </a:lnTo>
                <a:lnTo>
                  <a:pt x="76589" y="65815"/>
                </a:lnTo>
                <a:lnTo>
                  <a:pt x="76589" y="68183"/>
                </a:lnTo>
                <a:lnTo>
                  <a:pt x="74287" y="70485"/>
                </a:lnTo>
                <a:lnTo>
                  <a:pt x="71018" y="70485"/>
                </a:lnTo>
                <a:close/>
                <a:moveTo>
                  <a:pt x="67048" y="66482"/>
                </a:moveTo>
                <a:lnTo>
                  <a:pt x="72619" y="66482"/>
                </a:lnTo>
                <a:lnTo>
                  <a:pt x="76589" y="62546"/>
                </a:lnTo>
                <a:lnTo>
                  <a:pt x="76589" y="64714"/>
                </a:lnTo>
                <a:lnTo>
                  <a:pt x="73253" y="68016"/>
                </a:lnTo>
                <a:lnTo>
                  <a:pt x="68583" y="68016"/>
                </a:lnTo>
                <a:close/>
                <a:moveTo>
                  <a:pt x="54573" y="68016"/>
                </a:moveTo>
                <a:lnTo>
                  <a:pt x="49903" y="68016"/>
                </a:lnTo>
                <a:lnTo>
                  <a:pt x="46567" y="64714"/>
                </a:lnTo>
                <a:lnTo>
                  <a:pt x="46567" y="62546"/>
                </a:lnTo>
                <a:lnTo>
                  <a:pt x="50537" y="66482"/>
                </a:lnTo>
                <a:lnTo>
                  <a:pt x="56107" y="66482"/>
                </a:lnTo>
                <a:close/>
                <a:moveTo>
                  <a:pt x="52104" y="70485"/>
                </a:moveTo>
                <a:lnTo>
                  <a:pt x="48869" y="70485"/>
                </a:lnTo>
                <a:lnTo>
                  <a:pt x="46567" y="68183"/>
                </a:lnTo>
                <a:lnTo>
                  <a:pt x="46567" y="65815"/>
                </a:lnTo>
                <a:lnTo>
                  <a:pt x="49569" y="68817"/>
                </a:lnTo>
                <a:lnTo>
                  <a:pt x="53806" y="68817"/>
                </a:lnTo>
                <a:close/>
                <a:moveTo>
                  <a:pt x="50003" y="72586"/>
                </a:moveTo>
                <a:lnTo>
                  <a:pt x="48001" y="72586"/>
                </a:lnTo>
                <a:lnTo>
                  <a:pt x="46567" y="71152"/>
                </a:lnTo>
                <a:lnTo>
                  <a:pt x="46567" y="69317"/>
                </a:lnTo>
                <a:lnTo>
                  <a:pt x="48535" y="71285"/>
                </a:lnTo>
                <a:lnTo>
                  <a:pt x="51337" y="71285"/>
                </a:lnTo>
                <a:close/>
                <a:moveTo>
                  <a:pt x="49903" y="75588"/>
                </a:moveTo>
                <a:lnTo>
                  <a:pt x="50870" y="76589"/>
                </a:lnTo>
                <a:lnTo>
                  <a:pt x="47134" y="76589"/>
                </a:lnTo>
                <a:lnTo>
                  <a:pt x="49769" y="73920"/>
                </a:lnTo>
                <a:lnTo>
                  <a:pt x="49769" y="75321"/>
                </a:lnTo>
                <a:close/>
                <a:moveTo>
                  <a:pt x="49769" y="80025"/>
                </a:moveTo>
                <a:lnTo>
                  <a:pt x="47134" y="77356"/>
                </a:lnTo>
                <a:lnTo>
                  <a:pt x="50870" y="77356"/>
                </a:lnTo>
                <a:lnTo>
                  <a:pt x="49769" y="78457"/>
                </a:lnTo>
                <a:close/>
                <a:moveTo>
                  <a:pt x="38561" y="68817"/>
                </a:moveTo>
                <a:lnTo>
                  <a:pt x="42631" y="68817"/>
                </a:lnTo>
                <a:lnTo>
                  <a:pt x="42898" y="68683"/>
                </a:lnTo>
                <a:lnTo>
                  <a:pt x="45800" y="65815"/>
                </a:lnTo>
                <a:lnTo>
                  <a:pt x="45800" y="68183"/>
                </a:lnTo>
                <a:lnTo>
                  <a:pt x="43498" y="70485"/>
                </a:lnTo>
                <a:lnTo>
                  <a:pt x="40229" y="70485"/>
                </a:lnTo>
                <a:close/>
                <a:moveTo>
                  <a:pt x="42364" y="50570"/>
                </a:moveTo>
                <a:lnTo>
                  <a:pt x="44366" y="50570"/>
                </a:lnTo>
                <a:lnTo>
                  <a:pt x="45767" y="52005"/>
                </a:lnTo>
                <a:lnTo>
                  <a:pt x="45767" y="53873"/>
                </a:lnTo>
                <a:lnTo>
                  <a:pt x="43798" y="51905"/>
                </a:lnTo>
                <a:lnTo>
                  <a:pt x="41030" y="51905"/>
                </a:lnTo>
                <a:close/>
                <a:moveTo>
                  <a:pt x="42464" y="47568"/>
                </a:moveTo>
                <a:lnTo>
                  <a:pt x="41497" y="46568"/>
                </a:lnTo>
                <a:lnTo>
                  <a:pt x="45233" y="46568"/>
                </a:lnTo>
                <a:lnTo>
                  <a:pt x="42564" y="49236"/>
                </a:lnTo>
                <a:lnTo>
                  <a:pt x="42564" y="47835"/>
                </a:lnTo>
                <a:close/>
                <a:moveTo>
                  <a:pt x="42564" y="43132"/>
                </a:moveTo>
                <a:lnTo>
                  <a:pt x="45233" y="45800"/>
                </a:lnTo>
                <a:lnTo>
                  <a:pt x="41497" y="45800"/>
                </a:lnTo>
                <a:lnTo>
                  <a:pt x="42564" y="44700"/>
                </a:lnTo>
                <a:lnTo>
                  <a:pt x="42564" y="43132"/>
                </a:lnTo>
                <a:close/>
                <a:moveTo>
                  <a:pt x="53806" y="54340"/>
                </a:moveTo>
                <a:lnTo>
                  <a:pt x="49569" y="54340"/>
                </a:lnTo>
                <a:lnTo>
                  <a:pt x="46567" y="57342"/>
                </a:lnTo>
                <a:lnTo>
                  <a:pt x="46567" y="54974"/>
                </a:lnTo>
                <a:lnTo>
                  <a:pt x="48869" y="52672"/>
                </a:lnTo>
                <a:lnTo>
                  <a:pt x="52104" y="52672"/>
                </a:lnTo>
                <a:close/>
                <a:moveTo>
                  <a:pt x="56107" y="56675"/>
                </a:moveTo>
                <a:lnTo>
                  <a:pt x="50537" y="56675"/>
                </a:lnTo>
                <a:lnTo>
                  <a:pt x="46567" y="60611"/>
                </a:lnTo>
                <a:lnTo>
                  <a:pt x="46567" y="58476"/>
                </a:lnTo>
                <a:lnTo>
                  <a:pt x="49903" y="55140"/>
                </a:lnTo>
                <a:lnTo>
                  <a:pt x="54573" y="55140"/>
                </a:lnTo>
                <a:close/>
                <a:moveTo>
                  <a:pt x="68583" y="55140"/>
                </a:moveTo>
                <a:lnTo>
                  <a:pt x="73253" y="55140"/>
                </a:lnTo>
                <a:lnTo>
                  <a:pt x="76555" y="58443"/>
                </a:lnTo>
                <a:lnTo>
                  <a:pt x="76555" y="60611"/>
                </a:lnTo>
                <a:lnTo>
                  <a:pt x="72619" y="56675"/>
                </a:lnTo>
                <a:lnTo>
                  <a:pt x="67048" y="56675"/>
                </a:lnTo>
                <a:close/>
                <a:moveTo>
                  <a:pt x="71018" y="52672"/>
                </a:moveTo>
                <a:lnTo>
                  <a:pt x="74287" y="52672"/>
                </a:lnTo>
                <a:lnTo>
                  <a:pt x="76589" y="54974"/>
                </a:lnTo>
                <a:lnTo>
                  <a:pt x="76589" y="57342"/>
                </a:lnTo>
                <a:lnTo>
                  <a:pt x="73586" y="54340"/>
                </a:lnTo>
                <a:lnTo>
                  <a:pt x="69350" y="54340"/>
                </a:lnTo>
                <a:close/>
                <a:moveTo>
                  <a:pt x="73153" y="50570"/>
                </a:moveTo>
                <a:lnTo>
                  <a:pt x="75154" y="50570"/>
                </a:lnTo>
                <a:lnTo>
                  <a:pt x="76555" y="52005"/>
                </a:lnTo>
                <a:lnTo>
                  <a:pt x="76555" y="53873"/>
                </a:lnTo>
                <a:lnTo>
                  <a:pt x="74587" y="51905"/>
                </a:lnTo>
                <a:lnTo>
                  <a:pt x="71818" y="51905"/>
                </a:lnTo>
                <a:close/>
                <a:moveTo>
                  <a:pt x="73253" y="47568"/>
                </a:moveTo>
                <a:lnTo>
                  <a:pt x="72285" y="46568"/>
                </a:lnTo>
                <a:lnTo>
                  <a:pt x="76021" y="46568"/>
                </a:lnTo>
                <a:lnTo>
                  <a:pt x="73386" y="49236"/>
                </a:lnTo>
                <a:lnTo>
                  <a:pt x="73386" y="47835"/>
                </a:lnTo>
                <a:close/>
                <a:moveTo>
                  <a:pt x="73386" y="43132"/>
                </a:moveTo>
                <a:lnTo>
                  <a:pt x="76021" y="45800"/>
                </a:lnTo>
                <a:lnTo>
                  <a:pt x="72285" y="45800"/>
                </a:lnTo>
                <a:lnTo>
                  <a:pt x="73386" y="44700"/>
                </a:lnTo>
                <a:close/>
                <a:moveTo>
                  <a:pt x="84561" y="54340"/>
                </a:moveTo>
                <a:lnTo>
                  <a:pt x="80525" y="54340"/>
                </a:lnTo>
                <a:lnTo>
                  <a:pt x="80224" y="54473"/>
                </a:lnTo>
                <a:lnTo>
                  <a:pt x="77356" y="57342"/>
                </a:lnTo>
                <a:lnTo>
                  <a:pt x="77356" y="54974"/>
                </a:lnTo>
                <a:lnTo>
                  <a:pt x="79657" y="52672"/>
                </a:lnTo>
                <a:lnTo>
                  <a:pt x="82893" y="52672"/>
                </a:lnTo>
                <a:close/>
                <a:moveTo>
                  <a:pt x="86896" y="56675"/>
                </a:moveTo>
                <a:lnTo>
                  <a:pt x="81325" y="56675"/>
                </a:lnTo>
                <a:lnTo>
                  <a:pt x="77356" y="60611"/>
                </a:lnTo>
                <a:lnTo>
                  <a:pt x="77356" y="58476"/>
                </a:lnTo>
                <a:lnTo>
                  <a:pt x="80691" y="55140"/>
                </a:lnTo>
                <a:lnTo>
                  <a:pt x="85361" y="55140"/>
                </a:lnTo>
                <a:close/>
                <a:moveTo>
                  <a:pt x="99371" y="55140"/>
                </a:moveTo>
                <a:lnTo>
                  <a:pt x="104041" y="55140"/>
                </a:lnTo>
                <a:lnTo>
                  <a:pt x="107377" y="58443"/>
                </a:lnTo>
                <a:lnTo>
                  <a:pt x="107377" y="60611"/>
                </a:lnTo>
                <a:lnTo>
                  <a:pt x="103408" y="56675"/>
                </a:lnTo>
                <a:lnTo>
                  <a:pt x="97837" y="56675"/>
                </a:lnTo>
                <a:close/>
                <a:moveTo>
                  <a:pt x="101840" y="52672"/>
                </a:moveTo>
                <a:lnTo>
                  <a:pt x="105076" y="52672"/>
                </a:lnTo>
                <a:lnTo>
                  <a:pt x="107377" y="54974"/>
                </a:lnTo>
                <a:lnTo>
                  <a:pt x="107377" y="57342"/>
                </a:lnTo>
                <a:lnTo>
                  <a:pt x="104508" y="54473"/>
                </a:lnTo>
                <a:lnTo>
                  <a:pt x="104208" y="54340"/>
                </a:lnTo>
                <a:lnTo>
                  <a:pt x="100139" y="54340"/>
                </a:lnTo>
                <a:close/>
                <a:moveTo>
                  <a:pt x="103941" y="50570"/>
                </a:moveTo>
                <a:lnTo>
                  <a:pt x="105943" y="50570"/>
                </a:lnTo>
                <a:lnTo>
                  <a:pt x="107377" y="52005"/>
                </a:lnTo>
                <a:lnTo>
                  <a:pt x="107377" y="53873"/>
                </a:lnTo>
                <a:lnTo>
                  <a:pt x="105409" y="51905"/>
                </a:lnTo>
                <a:lnTo>
                  <a:pt x="102607" y="51905"/>
                </a:lnTo>
                <a:close/>
                <a:moveTo>
                  <a:pt x="104041" y="47568"/>
                </a:moveTo>
                <a:lnTo>
                  <a:pt x="103074" y="46568"/>
                </a:lnTo>
                <a:lnTo>
                  <a:pt x="106810" y="46568"/>
                </a:lnTo>
                <a:lnTo>
                  <a:pt x="104175" y="49236"/>
                </a:lnTo>
                <a:lnTo>
                  <a:pt x="104175" y="47835"/>
                </a:lnTo>
                <a:close/>
                <a:moveTo>
                  <a:pt x="104175" y="43132"/>
                </a:moveTo>
                <a:lnTo>
                  <a:pt x="106810" y="45800"/>
                </a:lnTo>
                <a:lnTo>
                  <a:pt x="103074" y="45800"/>
                </a:lnTo>
                <a:lnTo>
                  <a:pt x="104175" y="44700"/>
                </a:lnTo>
                <a:close/>
                <a:moveTo>
                  <a:pt x="115383" y="54340"/>
                </a:moveTo>
                <a:lnTo>
                  <a:pt x="111147" y="54340"/>
                </a:lnTo>
                <a:lnTo>
                  <a:pt x="108144" y="57342"/>
                </a:lnTo>
                <a:lnTo>
                  <a:pt x="108144" y="54974"/>
                </a:lnTo>
                <a:lnTo>
                  <a:pt x="110446" y="52672"/>
                </a:lnTo>
                <a:lnTo>
                  <a:pt x="113682" y="52672"/>
                </a:lnTo>
                <a:close/>
                <a:moveTo>
                  <a:pt x="117685" y="56675"/>
                </a:moveTo>
                <a:lnTo>
                  <a:pt x="112114" y="56675"/>
                </a:lnTo>
                <a:lnTo>
                  <a:pt x="108144" y="60611"/>
                </a:lnTo>
                <a:lnTo>
                  <a:pt x="108144" y="58476"/>
                </a:lnTo>
                <a:lnTo>
                  <a:pt x="111480" y="55140"/>
                </a:lnTo>
                <a:lnTo>
                  <a:pt x="116150" y="55140"/>
                </a:lnTo>
                <a:close/>
                <a:moveTo>
                  <a:pt x="130160" y="55140"/>
                </a:moveTo>
                <a:lnTo>
                  <a:pt x="134830" y="55140"/>
                </a:lnTo>
                <a:lnTo>
                  <a:pt x="138166" y="58443"/>
                </a:lnTo>
                <a:lnTo>
                  <a:pt x="138166" y="60611"/>
                </a:lnTo>
                <a:lnTo>
                  <a:pt x="134196" y="56675"/>
                </a:lnTo>
                <a:lnTo>
                  <a:pt x="128626" y="56675"/>
                </a:lnTo>
                <a:close/>
                <a:moveTo>
                  <a:pt x="132629" y="52672"/>
                </a:moveTo>
                <a:lnTo>
                  <a:pt x="135864" y="52672"/>
                </a:lnTo>
                <a:lnTo>
                  <a:pt x="138166" y="54974"/>
                </a:lnTo>
                <a:lnTo>
                  <a:pt x="138166" y="57342"/>
                </a:lnTo>
                <a:lnTo>
                  <a:pt x="135164" y="54340"/>
                </a:lnTo>
                <a:lnTo>
                  <a:pt x="130927" y="54340"/>
                </a:lnTo>
                <a:close/>
                <a:moveTo>
                  <a:pt x="134730" y="50570"/>
                </a:moveTo>
                <a:lnTo>
                  <a:pt x="136731" y="50570"/>
                </a:lnTo>
                <a:lnTo>
                  <a:pt x="138166" y="52005"/>
                </a:lnTo>
                <a:lnTo>
                  <a:pt x="138166" y="53873"/>
                </a:lnTo>
                <a:lnTo>
                  <a:pt x="136198" y="51905"/>
                </a:lnTo>
                <a:lnTo>
                  <a:pt x="133396" y="51905"/>
                </a:lnTo>
                <a:close/>
                <a:moveTo>
                  <a:pt x="134830" y="47568"/>
                </a:moveTo>
                <a:lnTo>
                  <a:pt x="133863" y="46568"/>
                </a:lnTo>
                <a:lnTo>
                  <a:pt x="137599" y="46568"/>
                </a:lnTo>
                <a:lnTo>
                  <a:pt x="134964" y="49236"/>
                </a:lnTo>
                <a:lnTo>
                  <a:pt x="134964" y="47835"/>
                </a:lnTo>
                <a:close/>
                <a:moveTo>
                  <a:pt x="134964" y="43132"/>
                </a:moveTo>
                <a:lnTo>
                  <a:pt x="137599" y="45800"/>
                </a:lnTo>
                <a:lnTo>
                  <a:pt x="133863" y="45800"/>
                </a:lnTo>
                <a:lnTo>
                  <a:pt x="134964" y="44700"/>
                </a:lnTo>
                <a:lnTo>
                  <a:pt x="134964" y="43132"/>
                </a:lnTo>
                <a:close/>
                <a:moveTo>
                  <a:pt x="146172" y="54340"/>
                </a:moveTo>
                <a:lnTo>
                  <a:pt x="142102" y="54340"/>
                </a:lnTo>
                <a:lnTo>
                  <a:pt x="141835" y="54473"/>
                </a:lnTo>
                <a:lnTo>
                  <a:pt x="138933" y="57342"/>
                </a:lnTo>
                <a:lnTo>
                  <a:pt x="138933" y="54974"/>
                </a:lnTo>
                <a:lnTo>
                  <a:pt x="141235" y="52672"/>
                </a:lnTo>
                <a:lnTo>
                  <a:pt x="144504" y="52672"/>
                </a:lnTo>
                <a:close/>
                <a:moveTo>
                  <a:pt x="148473" y="56675"/>
                </a:moveTo>
                <a:lnTo>
                  <a:pt x="142903" y="56675"/>
                </a:lnTo>
                <a:lnTo>
                  <a:pt x="138966" y="60611"/>
                </a:lnTo>
                <a:lnTo>
                  <a:pt x="138966" y="58476"/>
                </a:lnTo>
                <a:lnTo>
                  <a:pt x="142269" y="55140"/>
                </a:lnTo>
                <a:lnTo>
                  <a:pt x="146972" y="55140"/>
                </a:lnTo>
                <a:close/>
                <a:moveTo>
                  <a:pt x="160949" y="55140"/>
                </a:moveTo>
                <a:lnTo>
                  <a:pt x="165619" y="55140"/>
                </a:lnTo>
                <a:lnTo>
                  <a:pt x="168954" y="58443"/>
                </a:lnTo>
                <a:lnTo>
                  <a:pt x="168954" y="60611"/>
                </a:lnTo>
                <a:lnTo>
                  <a:pt x="164985" y="56675"/>
                </a:lnTo>
                <a:lnTo>
                  <a:pt x="159414" y="56675"/>
                </a:lnTo>
                <a:close/>
                <a:moveTo>
                  <a:pt x="163417" y="52672"/>
                </a:moveTo>
                <a:lnTo>
                  <a:pt x="166653" y="52672"/>
                </a:lnTo>
                <a:lnTo>
                  <a:pt x="168954" y="54974"/>
                </a:lnTo>
                <a:lnTo>
                  <a:pt x="168954" y="57342"/>
                </a:lnTo>
                <a:lnTo>
                  <a:pt x="166086" y="54473"/>
                </a:lnTo>
                <a:lnTo>
                  <a:pt x="165786" y="54340"/>
                </a:lnTo>
                <a:lnTo>
                  <a:pt x="161716" y="54340"/>
                </a:lnTo>
                <a:close/>
                <a:moveTo>
                  <a:pt x="165519" y="50570"/>
                </a:moveTo>
                <a:lnTo>
                  <a:pt x="167520" y="50570"/>
                </a:lnTo>
                <a:lnTo>
                  <a:pt x="168954" y="52005"/>
                </a:lnTo>
                <a:lnTo>
                  <a:pt x="168954" y="53873"/>
                </a:lnTo>
                <a:lnTo>
                  <a:pt x="166986" y="51905"/>
                </a:lnTo>
                <a:lnTo>
                  <a:pt x="164184" y="51905"/>
                </a:lnTo>
                <a:close/>
                <a:moveTo>
                  <a:pt x="165619" y="47568"/>
                </a:moveTo>
                <a:lnTo>
                  <a:pt x="164651" y="46568"/>
                </a:lnTo>
                <a:lnTo>
                  <a:pt x="168387" y="46568"/>
                </a:lnTo>
                <a:lnTo>
                  <a:pt x="165752" y="49236"/>
                </a:lnTo>
                <a:lnTo>
                  <a:pt x="165752" y="47835"/>
                </a:lnTo>
                <a:close/>
                <a:moveTo>
                  <a:pt x="165752" y="43132"/>
                </a:moveTo>
                <a:lnTo>
                  <a:pt x="168387" y="45800"/>
                </a:lnTo>
                <a:lnTo>
                  <a:pt x="164651" y="45800"/>
                </a:lnTo>
                <a:lnTo>
                  <a:pt x="165752" y="44700"/>
                </a:lnTo>
                <a:lnTo>
                  <a:pt x="165752" y="43132"/>
                </a:lnTo>
                <a:close/>
                <a:moveTo>
                  <a:pt x="176960" y="54340"/>
                </a:moveTo>
                <a:lnTo>
                  <a:pt x="172724" y="54340"/>
                </a:lnTo>
                <a:lnTo>
                  <a:pt x="169755" y="57342"/>
                </a:lnTo>
                <a:lnTo>
                  <a:pt x="169755" y="54974"/>
                </a:lnTo>
                <a:lnTo>
                  <a:pt x="172023" y="52672"/>
                </a:lnTo>
                <a:lnTo>
                  <a:pt x="175292" y="52672"/>
                </a:lnTo>
                <a:close/>
                <a:moveTo>
                  <a:pt x="179262" y="56675"/>
                </a:moveTo>
                <a:lnTo>
                  <a:pt x="173691" y="56675"/>
                </a:lnTo>
                <a:lnTo>
                  <a:pt x="169755" y="60611"/>
                </a:lnTo>
                <a:lnTo>
                  <a:pt x="169755" y="58476"/>
                </a:lnTo>
                <a:lnTo>
                  <a:pt x="173057" y="55140"/>
                </a:lnTo>
                <a:lnTo>
                  <a:pt x="177727" y="55140"/>
                </a:lnTo>
                <a:close/>
                <a:moveTo>
                  <a:pt x="191737" y="55140"/>
                </a:moveTo>
                <a:lnTo>
                  <a:pt x="196441" y="55140"/>
                </a:lnTo>
                <a:lnTo>
                  <a:pt x="199743" y="58443"/>
                </a:lnTo>
                <a:lnTo>
                  <a:pt x="199743" y="60611"/>
                </a:lnTo>
                <a:lnTo>
                  <a:pt x="195807" y="56675"/>
                </a:lnTo>
                <a:lnTo>
                  <a:pt x="190203" y="56675"/>
                </a:lnTo>
                <a:close/>
                <a:moveTo>
                  <a:pt x="194206" y="52672"/>
                </a:moveTo>
                <a:lnTo>
                  <a:pt x="197441" y="52672"/>
                </a:lnTo>
                <a:lnTo>
                  <a:pt x="199743" y="54974"/>
                </a:lnTo>
                <a:lnTo>
                  <a:pt x="199743" y="57342"/>
                </a:lnTo>
                <a:lnTo>
                  <a:pt x="196741" y="54340"/>
                </a:lnTo>
                <a:lnTo>
                  <a:pt x="192538" y="54340"/>
                </a:lnTo>
                <a:close/>
                <a:moveTo>
                  <a:pt x="196307" y="50570"/>
                </a:moveTo>
                <a:lnTo>
                  <a:pt x="198309" y="50570"/>
                </a:lnTo>
                <a:lnTo>
                  <a:pt x="199743" y="52005"/>
                </a:lnTo>
                <a:lnTo>
                  <a:pt x="199743" y="53873"/>
                </a:lnTo>
                <a:lnTo>
                  <a:pt x="197775" y="51905"/>
                </a:lnTo>
                <a:lnTo>
                  <a:pt x="195006" y="51905"/>
                </a:lnTo>
                <a:close/>
                <a:moveTo>
                  <a:pt x="196407" y="47568"/>
                </a:moveTo>
                <a:lnTo>
                  <a:pt x="195440" y="46568"/>
                </a:lnTo>
                <a:lnTo>
                  <a:pt x="199176" y="46568"/>
                </a:lnTo>
                <a:lnTo>
                  <a:pt x="196541" y="49236"/>
                </a:lnTo>
                <a:lnTo>
                  <a:pt x="196541" y="47835"/>
                </a:lnTo>
                <a:close/>
                <a:moveTo>
                  <a:pt x="196541" y="43132"/>
                </a:moveTo>
                <a:lnTo>
                  <a:pt x="199176" y="45800"/>
                </a:lnTo>
                <a:lnTo>
                  <a:pt x="195440" y="45800"/>
                </a:lnTo>
                <a:lnTo>
                  <a:pt x="196541" y="44700"/>
                </a:lnTo>
                <a:lnTo>
                  <a:pt x="196541" y="43132"/>
                </a:lnTo>
                <a:close/>
                <a:moveTo>
                  <a:pt x="200544" y="47135"/>
                </a:moveTo>
                <a:lnTo>
                  <a:pt x="203179" y="49770"/>
                </a:lnTo>
                <a:lnTo>
                  <a:pt x="201644" y="49770"/>
                </a:lnTo>
                <a:lnTo>
                  <a:pt x="200544" y="50871"/>
                </a:lnTo>
                <a:close/>
                <a:moveTo>
                  <a:pt x="200544" y="52005"/>
                </a:moveTo>
                <a:lnTo>
                  <a:pt x="201945" y="50570"/>
                </a:lnTo>
                <a:lnTo>
                  <a:pt x="203979" y="50570"/>
                </a:lnTo>
                <a:lnTo>
                  <a:pt x="205280" y="51905"/>
                </a:lnTo>
                <a:lnTo>
                  <a:pt x="202512" y="51905"/>
                </a:lnTo>
                <a:lnTo>
                  <a:pt x="200544" y="53873"/>
                </a:lnTo>
                <a:close/>
                <a:moveTo>
                  <a:pt x="203746" y="47835"/>
                </a:moveTo>
                <a:lnTo>
                  <a:pt x="203746" y="49203"/>
                </a:lnTo>
                <a:lnTo>
                  <a:pt x="201077" y="46568"/>
                </a:lnTo>
                <a:lnTo>
                  <a:pt x="204847" y="46568"/>
                </a:lnTo>
                <a:lnTo>
                  <a:pt x="203846" y="47568"/>
                </a:lnTo>
                <a:close/>
                <a:moveTo>
                  <a:pt x="201077" y="45800"/>
                </a:moveTo>
                <a:lnTo>
                  <a:pt x="203746" y="43132"/>
                </a:lnTo>
                <a:lnTo>
                  <a:pt x="203746" y="44700"/>
                </a:lnTo>
                <a:lnTo>
                  <a:pt x="204847" y="45800"/>
                </a:lnTo>
                <a:lnTo>
                  <a:pt x="201077" y="45800"/>
                </a:lnTo>
                <a:close/>
                <a:moveTo>
                  <a:pt x="200544" y="45233"/>
                </a:moveTo>
                <a:lnTo>
                  <a:pt x="200544" y="41497"/>
                </a:lnTo>
                <a:lnTo>
                  <a:pt x="201644" y="42598"/>
                </a:lnTo>
                <a:lnTo>
                  <a:pt x="201778" y="42598"/>
                </a:lnTo>
                <a:lnTo>
                  <a:pt x="203179" y="42598"/>
                </a:lnTo>
                <a:close/>
                <a:moveTo>
                  <a:pt x="199743" y="45233"/>
                </a:moveTo>
                <a:lnTo>
                  <a:pt x="197108" y="42598"/>
                </a:lnTo>
                <a:lnTo>
                  <a:pt x="198476" y="42598"/>
                </a:lnTo>
                <a:lnTo>
                  <a:pt x="198776" y="42465"/>
                </a:lnTo>
                <a:lnTo>
                  <a:pt x="199743" y="41497"/>
                </a:lnTo>
                <a:lnTo>
                  <a:pt x="199743" y="45233"/>
                </a:lnTo>
                <a:close/>
                <a:moveTo>
                  <a:pt x="199743" y="47135"/>
                </a:moveTo>
                <a:lnTo>
                  <a:pt x="199743" y="50871"/>
                </a:lnTo>
                <a:lnTo>
                  <a:pt x="198776" y="49903"/>
                </a:lnTo>
                <a:lnTo>
                  <a:pt x="198476" y="49770"/>
                </a:lnTo>
                <a:lnTo>
                  <a:pt x="197108" y="49770"/>
                </a:lnTo>
                <a:close/>
                <a:moveTo>
                  <a:pt x="168954" y="76022"/>
                </a:moveTo>
                <a:lnTo>
                  <a:pt x="166319" y="73387"/>
                </a:lnTo>
                <a:lnTo>
                  <a:pt x="167854" y="73387"/>
                </a:lnTo>
                <a:lnTo>
                  <a:pt x="168954" y="72286"/>
                </a:lnTo>
                <a:close/>
                <a:moveTo>
                  <a:pt x="138166" y="76022"/>
                </a:moveTo>
                <a:lnTo>
                  <a:pt x="135531" y="73387"/>
                </a:lnTo>
                <a:lnTo>
                  <a:pt x="136898" y="73387"/>
                </a:lnTo>
                <a:lnTo>
                  <a:pt x="137165" y="73253"/>
                </a:lnTo>
                <a:lnTo>
                  <a:pt x="138166" y="72286"/>
                </a:lnTo>
                <a:lnTo>
                  <a:pt x="138166" y="76022"/>
                </a:lnTo>
                <a:close/>
                <a:moveTo>
                  <a:pt x="107377" y="76022"/>
                </a:moveTo>
                <a:lnTo>
                  <a:pt x="104709" y="73387"/>
                </a:lnTo>
                <a:lnTo>
                  <a:pt x="106276" y="73387"/>
                </a:lnTo>
                <a:lnTo>
                  <a:pt x="107377" y="72286"/>
                </a:lnTo>
                <a:close/>
                <a:moveTo>
                  <a:pt x="76589" y="76022"/>
                </a:moveTo>
                <a:lnTo>
                  <a:pt x="73920" y="73387"/>
                </a:lnTo>
                <a:lnTo>
                  <a:pt x="75321" y="73387"/>
                </a:lnTo>
                <a:lnTo>
                  <a:pt x="75588" y="73253"/>
                </a:lnTo>
                <a:lnTo>
                  <a:pt x="76555" y="72286"/>
                </a:lnTo>
                <a:lnTo>
                  <a:pt x="76555" y="76022"/>
                </a:lnTo>
                <a:close/>
                <a:moveTo>
                  <a:pt x="77356" y="47135"/>
                </a:moveTo>
                <a:lnTo>
                  <a:pt x="80024" y="49770"/>
                </a:lnTo>
                <a:lnTo>
                  <a:pt x="78457" y="49770"/>
                </a:lnTo>
                <a:lnTo>
                  <a:pt x="77356" y="50871"/>
                </a:lnTo>
                <a:close/>
                <a:moveTo>
                  <a:pt x="108144" y="47135"/>
                </a:moveTo>
                <a:lnTo>
                  <a:pt x="110813" y="49770"/>
                </a:lnTo>
                <a:lnTo>
                  <a:pt x="109412" y="49770"/>
                </a:lnTo>
                <a:lnTo>
                  <a:pt x="109145" y="49903"/>
                </a:lnTo>
                <a:lnTo>
                  <a:pt x="108144" y="50871"/>
                </a:lnTo>
                <a:lnTo>
                  <a:pt x="108144" y="47135"/>
                </a:lnTo>
                <a:close/>
                <a:moveTo>
                  <a:pt x="138933" y="47135"/>
                </a:moveTo>
                <a:lnTo>
                  <a:pt x="141602" y="49770"/>
                </a:lnTo>
                <a:lnTo>
                  <a:pt x="140034" y="49770"/>
                </a:lnTo>
                <a:lnTo>
                  <a:pt x="138933" y="50871"/>
                </a:lnTo>
                <a:close/>
                <a:moveTo>
                  <a:pt x="169755" y="47135"/>
                </a:moveTo>
                <a:lnTo>
                  <a:pt x="172390" y="49770"/>
                </a:lnTo>
                <a:lnTo>
                  <a:pt x="170989" y="49770"/>
                </a:lnTo>
                <a:lnTo>
                  <a:pt x="170722" y="49903"/>
                </a:lnTo>
                <a:lnTo>
                  <a:pt x="169755" y="50871"/>
                </a:lnTo>
                <a:lnTo>
                  <a:pt x="169755" y="47135"/>
                </a:lnTo>
                <a:close/>
                <a:moveTo>
                  <a:pt x="188969" y="65381"/>
                </a:moveTo>
                <a:lnTo>
                  <a:pt x="187668" y="64080"/>
                </a:lnTo>
                <a:lnTo>
                  <a:pt x="187668" y="62779"/>
                </a:lnTo>
                <a:lnTo>
                  <a:pt x="188502" y="61979"/>
                </a:lnTo>
                <a:lnTo>
                  <a:pt x="190303" y="61979"/>
                </a:lnTo>
                <a:lnTo>
                  <a:pt x="188969" y="63313"/>
                </a:lnTo>
                <a:lnTo>
                  <a:pt x="188969" y="65381"/>
                </a:lnTo>
                <a:close/>
                <a:moveTo>
                  <a:pt x="184732" y="64614"/>
                </a:moveTo>
                <a:lnTo>
                  <a:pt x="183865" y="63713"/>
                </a:lnTo>
                <a:lnTo>
                  <a:pt x="182598" y="63713"/>
                </a:lnTo>
                <a:lnTo>
                  <a:pt x="182598" y="62646"/>
                </a:lnTo>
                <a:lnTo>
                  <a:pt x="182464" y="62346"/>
                </a:lnTo>
                <a:lnTo>
                  <a:pt x="181697" y="61578"/>
                </a:lnTo>
                <a:lnTo>
                  <a:pt x="182464" y="60811"/>
                </a:lnTo>
                <a:lnTo>
                  <a:pt x="182598" y="60544"/>
                </a:lnTo>
                <a:lnTo>
                  <a:pt x="182598" y="59443"/>
                </a:lnTo>
                <a:lnTo>
                  <a:pt x="183865" y="59443"/>
                </a:lnTo>
                <a:lnTo>
                  <a:pt x="184732" y="58543"/>
                </a:lnTo>
                <a:lnTo>
                  <a:pt x="185633" y="59443"/>
                </a:lnTo>
                <a:lnTo>
                  <a:pt x="186901" y="59443"/>
                </a:lnTo>
                <a:lnTo>
                  <a:pt x="186901" y="60544"/>
                </a:lnTo>
                <a:lnTo>
                  <a:pt x="187001" y="60811"/>
                </a:lnTo>
                <a:lnTo>
                  <a:pt x="187768" y="61578"/>
                </a:lnTo>
                <a:lnTo>
                  <a:pt x="187001" y="62346"/>
                </a:lnTo>
                <a:lnTo>
                  <a:pt x="186901" y="62646"/>
                </a:lnTo>
                <a:lnTo>
                  <a:pt x="186901" y="63713"/>
                </a:lnTo>
                <a:lnTo>
                  <a:pt x="185633" y="63713"/>
                </a:lnTo>
                <a:close/>
                <a:moveTo>
                  <a:pt x="180529" y="65381"/>
                </a:moveTo>
                <a:lnTo>
                  <a:pt x="180529" y="63313"/>
                </a:lnTo>
                <a:lnTo>
                  <a:pt x="179162" y="61979"/>
                </a:lnTo>
                <a:lnTo>
                  <a:pt x="180963" y="61979"/>
                </a:lnTo>
                <a:lnTo>
                  <a:pt x="181797" y="62813"/>
                </a:lnTo>
                <a:lnTo>
                  <a:pt x="181797" y="64113"/>
                </a:lnTo>
                <a:close/>
                <a:moveTo>
                  <a:pt x="158180" y="65381"/>
                </a:moveTo>
                <a:lnTo>
                  <a:pt x="156879" y="64080"/>
                </a:lnTo>
                <a:lnTo>
                  <a:pt x="156879" y="62779"/>
                </a:lnTo>
                <a:lnTo>
                  <a:pt x="157713" y="61979"/>
                </a:lnTo>
                <a:lnTo>
                  <a:pt x="159514" y="61979"/>
                </a:lnTo>
                <a:lnTo>
                  <a:pt x="158180" y="63313"/>
                </a:lnTo>
                <a:lnTo>
                  <a:pt x="158180" y="65381"/>
                </a:lnTo>
                <a:close/>
                <a:moveTo>
                  <a:pt x="153944" y="64614"/>
                </a:moveTo>
                <a:lnTo>
                  <a:pt x="153076" y="63713"/>
                </a:lnTo>
                <a:lnTo>
                  <a:pt x="151809" y="63713"/>
                </a:lnTo>
                <a:lnTo>
                  <a:pt x="151809" y="62646"/>
                </a:lnTo>
                <a:lnTo>
                  <a:pt x="151675" y="62346"/>
                </a:lnTo>
                <a:lnTo>
                  <a:pt x="150908" y="61578"/>
                </a:lnTo>
                <a:lnTo>
                  <a:pt x="151675" y="60811"/>
                </a:lnTo>
                <a:lnTo>
                  <a:pt x="151809" y="60544"/>
                </a:lnTo>
                <a:lnTo>
                  <a:pt x="151809" y="59443"/>
                </a:lnTo>
                <a:lnTo>
                  <a:pt x="153076" y="59443"/>
                </a:lnTo>
                <a:lnTo>
                  <a:pt x="153944" y="58543"/>
                </a:lnTo>
                <a:lnTo>
                  <a:pt x="154844" y="59443"/>
                </a:lnTo>
                <a:lnTo>
                  <a:pt x="156112" y="59443"/>
                </a:lnTo>
                <a:lnTo>
                  <a:pt x="156112" y="60544"/>
                </a:lnTo>
                <a:lnTo>
                  <a:pt x="156212" y="60811"/>
                </a:lnTo>
                <a:lnTo>
                  <a:pt x="156979" y="61578"/>
                </a:lnTo>
                <a:lnTo>
                  <a:pt x="156212" y="62346"/>
                </a:lnTo>
                <a:lnTo>
                  <a:pt x="156112" y="62646"/>
                </a:lnTo>
                <a:lnTo>
                  <a:pt x="156112" y="63713"/>
                </a:lnTo>
                <a:lnTo>
                  <a:pt x="154844" y="63713"/>
                </a:lnTo>
                <a:close/>
                <a:moveTo>
                  <a:pt x="149741" y="65381"/>
                </a:moveTo>
                <a:lnTo>
                  <a:pt x="149741" y="63313"/>
                </a:lnTo>
                <a:lnTo>
                  <a:pt x="148373" y="61979"/>
                </a:lnTo>
                <a:lnTo>
                  <a:pt x="150174" y="61979"/>
                </a:lnTo>
                <a:lnTo>
                  <a:pt x="151008" y="62813"/>
                </a:lnTo>
                <a:lnTo>
                  <a:pt x="151008" y="64113"/>
                </a:lnTo>
                <a:close/>
                <a:moveTo>
                  <a:pt x="127391" y="65381"/>
                </a:moveTo>
                <a:lnTo>
                  <a:pt x="126091" y="64080"/>
                </a:lnTo>
                <a:lnTo>
                  <a:pt x="126091" y="62779"/>
                </a:lnTo>
                <a:lnTo>
                  <a:pt x="126924" y="61979"/>
                </a:lnTo>
                <a:lnTo>
                  <a:pt x="128726" y="61979"/>
                </a:lnTo>
                <a:lnTo>
                  <a:pt x="127358" y="63313"/>
                </a:lnTo>
                <a:lnTo>
                  <a:pt x="127358" y="65381"/>
                </a:lnTo>
                <a:close/>
                <a:moveTo>
                  <a:pt x="123155" y="64614"/>
                </a:moveTo>
                <a:lnTo>
                  <a:pt x="122254" y="63713"/>
                </a:lnTo>
                <a:lnTo>
                  <a:pt x="121020" y="63713"/>
                </a:lnTo>
                <a:lnTo>
                  <a:pt x="121020" y="62646"/>
                </a:lnTo>
                <a:lnTo>
                  <a:pt x="120887" y="62346"/>
                </a:lnTo>
                <a:lnTo>
                  <a:pt x="120120" y="61578"/>
                </a:lnTo>
                <a:lnTo>
                  <a:pt x="120887" y="60811"/>
                </a:lnTo>
                <a:lnTo>
                  <a:pt x="121020" y="60544"/>
                </a:lnTo>
                <a:lnTo>
                  <a:pt x="121020" y="59443"/>
                </a:lnTo>
                <a:lnTo>
                  <a:pt x="122254" y="59443"/>
                </a:lnTo>
                <a:lnTo>
                  <a:pt x="123155" y="58543"/>
                </a:lnTo>
                <a:lnTo>
                  <a:pt x="124056" y="59443"/>
                </a:lnTo>
                <a:lnTo>
                  <a:pt x="125290" y="59443"/>
                </a:lnTo>
                <a:lnTo>
                  <a:pt x="125290" y="60544"/>
                </a:lnTo>
                <a:lnTo>
                  <a:pt x="125423" y="60811"/>
                </a:lnTo>
                <a:lnTo>
                  <a:pt x="126191" y="61578"/>
                </a:lnTo>
                <a:lnTo>
                  <a:pt x="125423" y="62346"/>
                </a:lnTo>
                <a:lnTo>
                  <a:pt x="125290" y="62646"/>
                </a:lnTo>
                <a:lnTo>
                  <a:pt x="125290" y="63713"/>
                </a:lnTo>
                <a:lnTo>
                  <a:pt x="124056" y="63713"/>
                </a:lnTo>
                <a:close/>
                <a:moveTo>
                  <a:pt x="118952" y="65381"/>
                </a:moveTo>
                <a:lnTo>
                  <a:pt x="118952" y="63313"/>
                </a:lnTo>
                <a:lnTo>
                  <a:pt x="117584" y="61979"/>
                </a:lnTo>
                <a:lnTo>
                  <a:pt x="119386" y="61979"/>
                </a:lnTo>
                <a:lnTo>
                  <a:pt x="120220" y="62813"/>
                </a:lnTo>
                <a:lnTo>
                  <a:pt x="120220" y="64113"/>
                </a:lnTo>
                <a:close/>
                <a:moveTo>
                  <a:pt x="96569" y="65381"/>
                </a:moveTo>
                <a:lnTo>
                  <a:pt x="95302" y="64080"/>
                </a:lnTo>
                <a:lnTo>
                  <a:pt x="95302" y="62779"/>
                </a:lnTo>
                <a:lnTo>
                  <a:pt x="96136" y="61979"/>
                </a:lnTo>
                <a:lnTo>
                  <a:pt x="97937" y="61979"/>
                </a:lnTo>
                <a:lnTo>
                  <a:pt x="96569" y="63313"/>
                </a:lnTo>
                <a:lnTo>
                  <a:pt x="96569" y="65381"/>
                </a:lnTo>
                <a:close/>
                <a:moveTo>
                  <a:pt x="92366" y="64614"/>
                </a:moveTo>
                <a:lnTo>
                  <a:pt x="91466" y="63713"/>
                </a:lnTo>
                <a:lnTo>
                  <a:pt x="90232" y="63713"/>
                </a:lnTo>
                <a:lnTo>
                  <a:pt x="90232" y="62646"/>
                </a:lnTo>
                <a:lnTo>
                  <a:pt x="90098" y="62346"/>
                </a:lnTo>
                <a:lnTo>
                  <a:pt x="89331" y="61578"/>
                </a:lnTo>
                <a:lnTo>
                  <a:pt x="90098" y="60811"/>
                </a:lnTo>
                <a:lnTo>
                  <a:pt x="90232" y="60544"/>
                </a:lnTo>
                <a:lnTo>
                  <a:pt x="90232" y="59443"/>
                </a:lnTo>
                <a:lnTo>
                  <a:pt x="91466" y="59443"/>
                </a:lnTo>
                <a:lnTo>
                  <a:pt x="92366" y="58543"/>
                </a:lnTo>
                <a:lnTo>
                  <a:pt x="93267" y="59443"/>
                </a:lnTo>
                <a:lnTo>
                  <a:pt x="94501" y="59443"/>
                </a:lnTo>
                <a:lnTo>
                  <a:pt x="94501" y="60544"/>
                </a:lnTo>
                <a:lnTo>
                  <a:pt x="94635" y="60811"/>
                </a:lnTo>
                <a:lnTo>
                  <a:pt x="95402" y="61578"/>
                </a:lnTo>
                <a:lnTo>
                  <a:pt x="94635" y="62346"/>
                </a:lnTo>
                <a:lnTo>
                  <a:pt x="94501" y="62646"/>
                </a:lnTo>
                <a:lnTo>
                  <a:pt x="94501" y="63713"/>
                </a:lnTo>
                <a:lnTo>
                  <a:pt x="93267" y="63713"/>
                </a:lnTo>
                <a:close/>
                <a:moveTo>
                  <a:pt x="88130" y="65381"/>
                </a:moveTo>
                <a:lnTo>
                  <a:pt x="88130" y="63313"/>
                </a:lnTo>
                <a:lnTo>
                  <a:pt x="86796" y="61979"/>
                </a:lnTo>
                <a:lnTo>
                  <a:pt x="88597" y="61979"/>
                </a:lnTo>
                <a:lnTo>
                  <a:pt x="89431" y="62813"/>
                </a:lnTo>
                <a:lnTo>
                  <a:pt x="89431" y="64113"/>
                </a:lnTo>
                <a:close/>
                <a:moveTo>
                  <a:pt x="65781" y="65381"/>
                </a:moveTo>
                <a:lnTo>
                  <a:pt x="64513" y="64080"/>
                </a:lnTo>
                <a:lnTo>
                  <a:pt x="64513" y="62779"/>
                </a:lnTo>
                <a:lnTo>
                  <a:pt x="65347" y="61979"/>
                </a:lnTo>
                <a:lnTo>
                  <a:pt x="67148" y="61979"/>
                </a:lnTo>
                <a:lnTo>
                  <a:pt x="65781" y="63313"/>
                </a:lnTo>
                <a:lnTo>
                  <a:pt x="65781" y="65381"/>
                </a:lnTo>
                <a:close/>
                <a:moveTo>
                  <a:pt x="61578" y="64614"/>
                </a:moveTo>
                <a:lnTo>
                  <a:pt x="60677" y="63713"/>
                </a:lnTo>
                <a:lnTo>
                  <a:pt x="59410" y="63713"/>
                </a:lnTo>
                <a:lnTo>
                  <a:pt x="59410" y="62646"/>
                </a:lnTo>
                <a:lnTo>
                  <a:pt x="59310" y="62346"/>
                </a:lnTo>
                <a:lnTo>
                  <a:pt x="58542" y="61578"/>
                </a:lnTo>
                <a:lnTo>
                  <a:pt x="59310" y="60811"/>
                </a:lnTo>
                <a:lnTo>
                  <a:pt x="59410" y="60544"/>
                </a:lnTo>
                <a:lnTo>
                  <a:pt x="59410" y="59443"/>
                </a:lnTo>
                <a:lnTo>
                  <a:pt x="60677" y="59443"/>
                </a:lnTo>
                <a:lnTo>
                  <a:pt x="61578" y="58543"/>
                </a:lnTo>
                <a:lnTo>
                  <a:pt x="62445" y="59443"/>
                </a:lnTo>
                <a:lnTo>
                  <a:pt x="63713" y="59443"/>
                </a:lnTo>
                <a:lnTo>
                  <a:pt x="63713" y="60544"/>
                </a:lnTo>
                <a:lnTo>
                  <a:pt x="63846" y="60811"/>
                </a:lnTo>
                <a:lnTo>
                  <a:pt x="64613" y="61578"/>
                </a:lnTo>
                <a:lnTo>
                  <a:pt x="63846" y="62346"/>
                </a:lnTo>
                <a:lnTo>
                  <a:pt x="63713" y="62646"/>
                </a:lnTo>
                <a:lnTo>
                  <a:pt x="63713" y="63713"/>
                </a:lnTo>
                <a:lnTo>
                  <a:pt x="62445" y="63713"/>
                </a:lnTo>
                <a:close/>
                <a:moveTo>
                  <a:pt x="57341" y="65381"/>
                </a:moveTo>
                <a:lnTo>
                  <a:pt x="57341" y="63313"/>
                </a:lnTo>
                <a:lnTo>
                  <a:pt x="56007" y="61979"/>
                </a:lnTo>
                <a:lnTo>
                  <a:pt x="57808" y="61979"/>
                </a:lnTo>
                <a:lnTo>
                  <a:pt x="58642" y="62813"/>
                </a:lnTo>
                <a:lnTo>
                  <a:pt x="58642" y="64113"/>
                </a:lnTo>
                <a:close/>
                <a:moveTo>
                  <a:pt x="57341" y="57776"/>
                </a:moveTo>
                <a:lnTo>
                  <a:pt x="58642" y="59077"/>
                </a:lnTo>
                <a:lnTo>
                  <a:pt x="58642" y="60377"/>
                </a:lnTo>
                <a:lnTo>
                  <a:pt x="57808" y="61178"/>
                </a:lnTo>
                <a:lnTo>
                  <a:pt x="56007" y="61178"/>
                </a:lnTo>
                <a:lnTo>
                  <a:pt x="57341" y="59844"/>
                </a:lnTo>
                <a:close/>
                <a:moveTo>
                  <a:pt x="65781" y="57776"/>
                </a:moveTo>
                <a:lnTo>
                  <a:pt x="65781" y="59844"/>
                </a:lnTo>
                <a:lnTo>
                  <a:pt x="67148" y="61178"/>
                </a:lnTo>
                <a:lnTo>
                  <a:pt x="65347" y="61178"/>
                </a:lnTo>
                <a:lnTo>
                  <a:pt x="64513" y="60344"/>
                </a:lnTo>
                <a:lnTo>
                  <a:pt x="64513" y="59043"/>
                </a:lnTo>
                <a:close/>
                <a:moveTo>
                  <a:pt x="88130" y="57776"/>
                </a:moveTo>
                <a:lnTo>
                  <a:pt x="89431" y="59077"/>
                </a:lnTo>
                <a:lnTo>
                  <a:pt x="89431" y="60377"/>
                </a:lnTo>
                <a:lnTo>
                  <a:pt x="88597" y="61178"/>
                </a:lnTo>
                <a:lnTo>
                  <a:pt x="86796" y="61178"/>
                </a:lnTo>
                <a:lnTo>
                  <a:pt x="88130" y="59844"/>
                </a:lnTo>
                <a:lnTo>
                  <a:pt x="88130" y="57776"/>
                </a:lnTo>
                <a:close/>
                <a:moveTo>
                  <a:pt x="96569" y="57776"/>
                </a:moveTo>
                <a:lnTo>
                  <a:pt x="96569" y="59844"/>
                </a:lnTo>
                <a:lnTo>
                  <a:pt x="97937" y="61178"/>
                </a:lnTo>
                <a:lnTo>
                  <a:pt x="96136" y="61178"/>
                </a:lnTo>
                <a:lnTo>
                  <a:pt x="95302" y="60377"/>
                </a:lnTo>
                <a:lnTo>
                  <a:pt x="95302" y="59077"/>
                </a:lnTo>
                <a:close/>
                <a:moveTo>
                  <a:pt x="118952" y="57776"/>
                </a:moveTo>
                <a:lnTo>
                  <a:pt x="120220" y="59077"/>
                </a:lnTo>
                <a:lnTo>
                  <a:pt x="120220" y="60377"/>
                </a:lnTo>
                <a:lnTo>
                  <a:pt x="119386" y="61178"/>
                </a:lnTo>
                <a:lnTo>
                  <a:pt x="117584" y="61178"/>
                </a:lnTo>
                <a:lnTo>
                  <a:pt x="118952" y="59844"/>
                </a:lnTo>
                <a:lnTo>
                  <a:pt x="118952" y="57776"/>
                </a:lnTo>
                <a:close/>
                <a:moveTo>
                  <a:pt x="127391" y="57776"/>
                </a:moveTo>
                <a:lnTo>
                  <a:pt x="127391" y="59844"/>
                </a:lnTo>
                <a:lnTo>
                  <a:pt x="128726" y="61178"/>
                </a:lnTo>
                <a:lnTo>
                  <a:pt x="126924" y="61178"/>
                </a:lnTo>
                <a:lnTo>
                  <a:pt x="126091" y="60344"/>
                </a:lnTo>
                <a:lnTo>
                  <a:pt x="126091" y="59043"/>
                </a:lnTo>
                <a:close/>
                <a:moveTo>
                  <a:pt x="149741" y="57776"/>
                </a:moveTo>
                <a:lnTo>
                  <a:pt x="151008" y="59077"/>
                </a:lnTo>
                <a:lnTo>
                  <a:pt x="151008" y="60377"/>
                </a:lnTo>
                <a:lnTo>
                  <a:pt x="150174" y="61178"/>
                </a:lnTo>
                <a:lnTo>
                  <a:pt x="148373" y="61178"/>
                </a:lnTo>
                <a:lnTo>
                  <a:pt x="149741" y="59844"/>
                </a:lnTo>
                <a:lnTo>
                  <a:pt x="149741" y="57776"/>
                </a:lnTo>
                <a:close/>
                <a:moveTo>
                  <a:pt x="158180" y="57776"/>
                </a:moveTo>
                <a:lnTo>
                  <a:pt x="158180" y="59844"/>
                </a:lnTo>
                <a:lnTo>
                  <a:pt x="159514" y="61178"/>
                </a:lnTo>
                <a:lnTo>
                  <a:pt x="157713" y="61178"/>
                </a:lnTo>
                <a:lnTo>
                  <a:pt x="156879" y="60344"/>
                </a:lnTo>
                <a:lnTo>
                  <a:pt x="156879" y="59043"/>
                </a:lnTo>
                <a:close/>
                <a:moveTo>
                  <a:pt x="180529" y="57776"/>
                </a:moveTo>
                <a:lnTo>
                  <a:pt x="181797" y="59077"/>
                </a:lnTo>
                <a:lnTo>
                  <a:pt x="181797" y="60377"/>
                </a:lnTo>
                <a:lnTo>
                  <a:pt x="180963" y="61178"/>
                </a:lnTo>
                <a:lnTo>
                  <a:pt x="179162" y="61178"/>
                </a:lnTo>
                <a:lnTo>
                  <a:pt x="180529" y="59844"/>
                </a:lnTo>
                <a:lnTo>
                  <a:pt x="180529" y="57776"/>
                </a:lnTo>
                <a:close/>
                <a:moveTo>
                  <a:pt x="188969" y="57776"/>
                </a:moveTo>
                <a:lnTo>
                  <a:pt x="188969" y="59844"/>
                </a:lnTo>
                <a:lnTo>
                  <a:pt x="190303" y="61178"/>
                </a:lnTo>
                <a:lnTo>
                  <a:pt x="188502" y="61178"/>
                </a:lnTo>
                <a:lnTo>
                  <a:pt x="187668" y="60344"/>
                </a:lnTo>
                <a:lnTo>
                  <a:pt x="187668" y="59043"/>
                </a:lnTo>
                <a:close/>
                <a:moveTo>
                  <a:pt x="191437" y="61178"/>
                </a:moveTo>
                <a:lnTo>
                  <a:pt x="189736" y="59510"/>
                </a:lnTo>
                <a:lnTo>
                  <a:pt x="189736" y="57475"/>
                </a:lnTo>
                <a:lnTo>
                  <a:pt x="195473" y="57475"/>
                </a:lnTo>
                <a:lnTo>
                  <a:pt x="199176" y="61178"/>
                </a:lnTo>
                <a:close/>
                <a:moveTo>
                  <a:pt x="187268" y="58643"/>
                </a:moveTo>
                <a:lnTo>
                  <a:pt x="185967" y="58643"/>
                </a:lnTo>
                <a:lnTo>
                  <a:pt x="185133" y="57809"/>
                </a:lnTo>
                <a:lnTo>
                  <a:pt x="185133" y="56008"/>
                </a:lnTo>
                <a:lnTo>
                  <a:pt x="186367" y="57242"/>
                </a:lnTo>
                <a:lnTo>
                  <a:pt x="186667" y="57375"/>
                </a:lnTo>
                <a:lnTo>
                  <a:pt x="188535" y="57375"/>
                </a:lnTo>
                <a:close/>
                <a:moveTo>
                  <a:pt x="184332" y="57809"/>
                </a:moveTo>
                <a:lnTo>
                  <a:pt x="183532" y="58643"/>
                </a:lnTo>
                <a:lnTo>
                  <a:pt x="182231" y="58643"/>
                </a:lnTo>
                <a:lnTo>
                  <a:pt x="180930" y="57375"/>
                </a:lnTo>
                <a:lnTo>
                  <a:pt x="182831" y="57375"/>
                </a:lnTo>
                <a:lnTo>
                  <a:pt x="183098" y="57242"/>
                </a:lnTo>
                <a:lnTo>
                  <a:pt x="184332" y="56008"/>
                </a:lnTo>
                <a:close/>
                <a:moveTo>
                  <a:pt x="179729" y="59510"/>
                </a:moveTo>
                <a:lnTo>
                  <a:pt x="178061" y="61178"/>
                </a:lnTo>
                <a:lnTo>
                  <a:pt x="170289" y="61178"/>
                </a:lnTo>
                <a:lnTo>
                  <a:pt x="174025" y="57475"/>
                </a:lnTo>
                <a:lnTo>
                  <a:pt x="179729" y="57475"/>
                </a:lnTo>
                <a:lnTo>
                  <a:pt x="179729" y="59510"/>
                </a:lnTo>
                <a:close/>
                <a:moveTo>
                  <a:pt x="160649" y="61178"/>
                </a:moveTo>
                <a:lnTo>
                  <a:pt x="158947" y="59510"/>
                </a:lnTo>
                <a:lnTo>
                  <a:pt x="158947" y="57475"/>
                </a:lnTo>
                <a:lnTo>
                  <a:pt x="164685" y="57475"/>
                </a:lnTo>
                <a:lnTo>
                  <a:pt x="168387" y="61178"/>
                </a:lnTo>
                <a:close/>
                <a:moveTo>
                  <a:pt x="156479" y="58643"/>
                </a:moveTo>
                <a:lnTo>
                  <a:pt x="155178" y="58643"/>
                </a:lnTo>
                <a:lnTo>
                  <a:pt x="154344" y="57809"/>
                </a:lnTo>
                <a:lnTo>
                  <a:pt x="154344" y="56008"/>
                </a:lnTo>
                <a:lnTo>
                  <a:pt x="155578" y="57242"/>
                </a:lnTo>
                <a:lnTo>
                  <a:pt x="155845" y="57375"/>
                </a:lnTo>
                <a:lnTo>
                  <a:pt x="157746" y="57375"/>
                </a:lnTo>
                <a:close/>
                <a:moveTo>
                  <a:pt x="153543" y="57809"/>
                </a:moveTo>
                <a:lnTo>
                  <a:pt x="152743" y="58643"/>
                </a:lnTo>
                <a:lnTo>
                  <a:pt x="151442" y="58643"/>
                </a:lnTo>
                <a:lnTo>
                  <a:pt x="150141" y="57375"/>
                </a:lnTo>
                <a:lnTo>
                  <a:pt x="152042" y="57375"/>
                </a:lnTo>
                <a:lnTo>
                  <a:pt x="152309" y="57242"/>
                </a:lnTo>
                <a:lnTo>
                  <a:pt x="153543" y="56008"/>
                </a:lnTo>
                <a:close/>
                <a:moveTo>
                  <a:pt x="148940" y="59510"/>
                </a:moveTo>
                <a:lnTo>
                  <a:pt x="147272" y="61178"/>
                </a:lnTo>
                <a:lnTo>
                  <a:pt x="139500" y="61178"/>
                </a:lnTo>
                <a:lnTo>
                  <a:pt x="143236" y="57475"/>
                </a:lnTo>
                <a:lnTo>
                  <a:pt x="148940" y="57475"/>
                </a:lnTo>
                <a:lnTo>
                  <a:pt x="148940" y="59510"/>
                </a:lnTo>
                <a:close/>
                <a:moveTo>
                  <a:pt x="129860" y="61178"/>
                </a:moveTo>
                <a:lnTo>
                  <a:pt x="128159" y="59510"/>
                </a:lnTo>
                <a:lnTo>
                  <a:pt x="128159" y="57475"/>
                </a:lnTo>
                <a:lnTo>
                  <a:pt x="133896" y="57475"/>
                </a:lnTo>
                <a:lnTo>
                  <a:pt x="137599" y="61178"/>
                </a:lnTo>
                <a:close/>
                <a:moveTo>
                  <a:pt x="125690" y="58643"/>
                </a:moveTo>
                <a:lnTo>
                  <a:pt x="124389" y="58643"/>
                </a:lnTo>
                <a:lnTo>
                  <a:pt x="123555" y="57809"/>
                </a:lnTo>
                <a:lnTo>
                  <a:pt x="123555" y="56008"/>
                </a:lnTo>
                <a:lnTo>
                  <a:pt x="124790" y="57242"/>
                </a:lnTo>
                <a:lnTo>
                  <a:pt x="125056" y="57375"/>
                </a:lnTo>
                <a:lnTo>
                  <a:pt x="126958" y="57375"/>
                </a:lnTo>
                <a:close/>
                <a:moveTo>
                  <a:pt x="122755" y="57809"/>
                </a:moveTo>
                <a:lnTo>
                  <a:pt x="121954" y="58643"/>
                </a:lnTo>
                <a:lnTo>
                  <a:pt x="120653" y="58643"/>
                </a:lnTo>
                <a:lnTo>
                  <a:pt x="119352" y="57375"/>
                </a:lnTo>
                <a:lnTo>
                  <a:pt x="121254" y="57375"/>
                </a:lnTo>
                <a:lnTo>
                  <a:pt x="121521" y="57242"/>
                </a:lnTo>
                <a:lnTo>
                  <a:pt x="122755" y="56008"/>
                </a:lnTo>
                <a:lnTo>
                  <a:pt x="122755" y="57809"/>
                </a:lnTo>
                <a:close/>
                <a:moveTo>
                  <a:pt x="118152" y="59510"/>
                </a:moveTo>
                <a:lnTo>
                  <a:pt x="116450" y="61178"/>
                </a:lnTo>
                <a:lnTo>
                  <a:pt x="108711" y="61178"/>
                </a:lnTo>
                <a:lnTo>
                  <a:pt x="112414" y="57475"/>
                </a:lnTo>
                <a:lnTo>
                  <a:pt x="118152" y="57475"/>
                </a:lnTo>
                <a:lnTo>
                  <a:pt x="118152" y="59510"/>
                </a:lnTo>
                <a:close/>
                <a:moveTo>
                  <a:pt x="99071" y="61178"/>
                </a:moveTo>
                <a:lnTo>
                  <a:pt x="97370" y="59510"/>
                </a:lnTo>
                <a:lnTo>
                  <a:pt x="97370" y="57475"/>
                </a:lnTo>
                <a:lnTo>
                  <a:pt x="103074" y="57475"/>
                </a:lnTo>
                <a:lnTo>
                  <a:pt x="106810" y="61178"/>
                </a:lnTo>
                <a:close/>
                <a:moveTo>
                  <a:pt x="94868" y="58643"/>
                </a:moveTo>
                <a:lnTo>
                  <a:pt x="93567" y="58643"/>
                </a:lnTo>
                <a:lnTo>
                  <a:pt x="92767" y="57809"/>
                </a:lnTo>
                <a:lnTo>
                  <a:pt x="92767" y="56008"/>
                </a:lnTo>
                <a:lnTo>
                  <a:pt x="94001" y="57242"/>
                </a:lnTo>
                <a:lnTo>
                  <a:pt x="94268" y="57375"/>
                </a:lnTo>
                <a:lnTo>
                  <a:pt x="96169" y="57375"/>
                </a:lnTo>
                <a:close/>
                <a:moveTo>
                  <a:pt x="91966" y="57809"/>
                </a:moveTo>
                <a:lnTo>
                  <a:pt x="91166" y="58643"/>
                </a:lnTo>
                <a:lnTo>
                  <a:pt x="89865" y="58643"/>
                </a:lnTo>
                <a:lnTo>
                  <a:pt x="88564" y="57375"/>
                </a:lnTo>
                <a:lnTo>
                  <a:pt x="90465" y="57375"/>
                </a:lnTo>
                <a:lnTo>
                  <a:pt x="90732" y="57242"/>
                </a:lnTo>
                <a:lnTo>
                  <a:pt x="91966" y="56008"/>
                </a:lnTo>
                <a:lnTo>
                  <a:pt x="91966" y="57809"/>
                </a:lnTo>
                <a:close/>
                <a:moveTo>
                  <a:pt x="87363" y="59510"/>
                </a:moveTo>
                <a:lnTo>
                  <a:pt x="85662" y="61178"/>
                </a:lnTo>
                <a:lnTo>
                  <a:pt x="77923" y="61178"/>
                </a:lnTo>
                <a:lnTo>
                  <a:pt x="81625" y="57475"/>
                </a:lnTo>
                <a:lnTo>
                  <a:pt x="87363" y="57475"/>
                </a:lnTo>
                <a:lnTo>
                  <a:pt x="87363" y="59510"/>
                </a:lnTo>
                <a:close/>
                <a:moveTo>
                  <a:pt x="68249" y="61178"/>
                </a:moveTo>
                <a:lnTo>
                  <a:pt x="66581" y="59510"/>
                </a:lnTo>
                <a:lnTo>
                  <a:pt x="66581" y="57475"/>
                </a:lnTo>
                <a:lnTo>
                  <a:pt x="72285" y="57475"/>
                </a:lnTo>
                <a:lnTo>
                  <a:pt x="76021" y="61178"/>
                </a:lnTo>
                <a:close/>
                <a:moveTo>
                  <a:pt x="64080" y="58643"/>
                </a:moveTo>
                <a:lnTo>
                  <a:pt x="62779" y="58643"/>
                </a:lnTo>
                <a:lnTo>
                  <a:pt x="61978" y="57809"/>
                </a:lnTo>
                <a:lnTo>
                  <a:pt x="61978" y="56008"/>
                </a:lnTo>
                <a:lnTo>
                  <a:pt x="63212" y="57242"/>
                </a:lnTo>
                <a:lnTo>
                  <a:pt x="63479" y="57375"/>
                </a:lnTo>
                <a:lnTo>
                  <a:pt x="65381" y="57375"/>
                </a:lnTo>
                <a:close/>
                <a:moveTo>
                  <a:pt x="61178" y="57809"/>
                </a:moveTo>
                <a:lnTo>
                  <a:pt x="60344" y="58643"/>
                </a:lnTo>
                <a:lnTo>
                  <a:pt x="59043" y="58643"/>
                </a:lnTo>
                <a:lnTo>
                  <a:pt x="57775" y="57375"/>
                </a:lnTo>
                <a:lnTo>
                  <a:pt x="59676" y="57375"/>
                </a:lnTo>
                <a:lnTo>
                  <a:pt x="59943" y="57242"/>
                </a:lnTo>
                <a:lnTo>
                  <a:pt x="61178" y="56008"/>
                </a:lnTo>
                <a:close/>
                <a:moveTo>
                  <a:pt x="56574" y="59510"/>
                </a:moveTo>
                <a:lnTo>
                  <a:pt x="54873" y="61178"/>
                </a:lnTo>
                <a:lnTo>
                  <a:pt x="47134" y="61178"/>
                </a:lnTo>
                <a:lnTo>
                  <a:pt x="50837" y="57475"/>
                </a:lnTo>
                <a:lnTo>
                  <a:pt x="56574" y="57475"/>
                </a:lnTo>
                <a:close/>
                <a:moveTo>
                  <a:pt x="54873" y="61979"/>
                </a:moveTo>
                <a:lnTo>
                  <a:pt x="56574" y="63646"/>
                </a:lnTo>
                <a:lnTo>
                  <a:pt x="56574" y="65681"/>
                </a:lnTo>
                <a:lnTo>
                  <a:pt x="50837" y="65681"/>
                </a:lnTo>
                <a:lnTo>
                  <a:pt x="47134" y="61979"/>
                </a:lnTo>
                <a:lnTo>
                  <a:pt x="54873" y="61979"/>
                </a:lnTo>
                <a:close/>
                <a:moveTo>
                  <a:pt x="59043" y="64514"/>
                </a:moveTo>
                <a:lnTo>
                  <a:pt x="60344" y="64514"/>
                </a:lnTo>
                <a:lnTo>
                  <a:pt x="61178" y="65348"/>
                </a:lnTo>
                <a:lnTo>
                  <a:pt x="61178" y="67149"/>
                </a:lnTo>
                <a:lnTo>
                  <a:pt x="59943" y="65915"/>
                </a:lnTo>
                <a:lnTo>
                  <a:pt x="59676" y="65781"/>
                </a:lnTo>
                <a:lnTo>
                  <a:pt x="57775" y="65781"/>
                </a:lnTo>
                <a:close/>
                <a:moveTo>
                  <a:pt x="61978" y="65348"/>
                </a:moveTo>
                <a:lnTo>
                  <a:pt x="62779" y="64514"/>
                </a:lnTo>
                <a:lnTo>
                  <a:pt x="64080" y="64514"/>
                </a:lnTo>
                <a:lnTo>
                  <a:pt x="65381" y="65815"/>
                </a:lnTo>
                <a:lnTo>
                  <a:pt x="63479" y="65815"/>
                </a:lnTo>
                <a:lnTo>
                  <a:pt x="63212" y="65915"/>
                </a:lnTo>
                <a:lnTo>
                  <a:pt x="61978" y="67149"/>
                </a:lnTo>
                <a:close/>
                <a:moveTo>
                  <a:pt x="66581" y="63646"/>
                </a:moveTo>
                <a:lnTo>
                  <a:pt x="68249" y="61979"/>
                </a:lnTo>
                <a:lnTo>
                  <a:pt x="76021" y="61979"/>
                </a:lnTo>
                <a:lnTo>
                  <a:pt x="72285" y="65681"/>
                </a:lnTo>
                <a:lnTo>
                  <a:pt x="66581" y="65681"/>
                </a:lnTo>
                <a:lnTo>
                  <a:pt x="66581" y="63646"/>
                </a:lnTo>
                <a:close/>
                <a:moveTo>
                  <a:pt x="85662" y="61979"/>
                </a:moveTo>
                <a:lnTo>
                  <a:pt x="87363" y="63646"/>
                </a:lnTo>
                <a:lnTo>
                  <a:pt x="87363" y="65681"/>
                </a:lnTo>
                <a:lnTo>
                  <a:pt x="81659" y="65681"/>
                </a:lnTo>
                <a:lnTo>
                  <a:pt x="77923" y="61979"/>
                </a:lnTo>
                <a:lnTo>
                  <a:pt x="85662" y="61979"/>
                </a:lnTo>
                <a:close/>
                <a:moveTo>
                  <a:pt x="89831" y="64514"/>
                </a:moveTo>
                <a:lnTo>
                  <a:pt x="91132" y="64514"/>
                </a:lnTo>
                <a:lnTo>
                  <a:pt x="91966" y="65348"/>
                </a:lnTo>
                <a:lnTo>
                  <a:pt x="91966" y="67149"/>
                </a:lnTo>
                <a:lnTo>
                  <a:pt x="90732" y="65915"/>
                </a:lnTo>
                <a:lnTo>
                  <a:pt x="90465" y="65781"/>
                </a:lnTo>
                <a:lnTo>
                  <a:pt x="88564" y="65781"/>
                </a:lnTo>
                <a:close/>
                <a:moveTo>
                  <a:pt x="92767" y="65348"/>
                </a:moveTo>
                <a:lnTo>
                  <a:pt x="93567" y="64514"/>
                </a:lnTo>
                <a:lnTo>
                  <a:pt x="94868" y="64514"/>
                </a:lnTo>
                <a:lnTo>
                  <a:pt x="96169" y="65815"/>
                </a:lnTo>
                <a:lnTo>
                  <a:pt x="94268" y="65815"/>
                </a:lnTo>
                <a:lnTo>
                  <a:pt x="94001" y="65915"/>
                </a:lnTo>
                <a:lnTo>
                  <a:pt x="92767" y="67149"/>
                </a:lnTo>
                <a:lnTo>
                  <a:pt x="92767" y="65348"/>
                </a:lnTo>
                <a:close/>
                <a:moveTo>
                  <a:pt x="97370" y="63646"/>
                </a:moveTo>
                <a:lnTo>
                  <a:pt x="99071" y="61979"/>
                </a:lnTo>
                <a:lnTo>
                  <a:pt x="106810" y="61979"/>
                </a:lnTo>
                <a:lnTo>
                  <a:pt x="103074" y="65681"/>
                </a:lnTo>
                <a:lnTo>
                  <a:pt x="97370" y="65681"/>
                </a:lnTo>
                <a:lnTo>
                  <a:pt x="97370" y="63646"/>
                </a:lnTo>
                <a:close/>
                <a:moveTo>
                  <a:pt x="116450" y="61979"/>
                </a:moveTo>
                <a:lnTo>
                  <a:pt x="118152" y="63646"/>
                </a:lnTo>
                <a:lnTo>
                  <a:pt x="118152" y="65681"/>
                </a:lnTo>
                <a:lnTo>
                  <a:pt x="112447" y="65681"/>
                </a:lnTo>
                <a:lnTo>
                  <a:pt x="108711" y="61979"/>
                </a:lnTo>
                <a:lnTo>
                  <a:pt x="116450" y="61979"/>
                </a:lnTo>
                <a:close/>
                <a:moveTo>
                  <a:pt x="120653" y="64514"/>
                </a:moveTo>
                <a:lnTo>
                  <a:pt x="121954" y="64514"/>
                </a:lnTo>
                <a:lnTo>
                  <a:pt x="122755" y="65348"/>
                </a:lnTo>
                <a:lnTo>
                  <a:pt x="122755" y="67149"/>
                </a:lnTo>
                <a:lnTo>
                  <a:pt x="121521" y="65915"/>
                </a:lnTo>
                <a:lnTo>
                  <a:pt x="121254" y="65781"/>
                </a:lnTo>
                <a:lnTo>
                  <a:pt x="119352" y="65781"/>
                </a:lnTo>
                <a:close/>
                <a:moveTo>
                  <a:pt x="123555" y="65348"/>
                </a:moveTo>
                <a:lnTo>
                  <a:pt x="124389" y="64514"/>
                </a:lnTo>
                <a:lnTo>
                  <a:pt x="125657" y="64514"/>
                </a:lnTo>
                <a:lnTo>
                  <a:pt x="126958" y="65815"/>
                </a:lnTo>
                <a:lnTo>
                  <a:pt x="125056" y="65815"/>
                </a:lnTo>
                <a:lnTo>
                  <a:pt x="124790" y="65915"/>
                </a:lnTo>
                <a:lnTo>
                  <a:pt x="123555" y="67149"/>
                </a:lnTo>
                <a:lnTo>
                  <a:pt x="123555" y="65348"/>
                </a:lnTo>
                <a:close/>
                <a:moveTo>
                  <a:pt x="128159" y="63646"/>
                </a:moveTo>
                <a:lnTo>
                  <a:pt x="129860" y="61979"/>
                </a:lnTo>
                <a:lnTo>
                  <a:pt x="137599" y="61979"/>
                </a:lnTo>
                <a:lnTo>
                  <a:pt x="133863" y="65681"/>
                </a:lnTo>
                <a:lnTo>
                  <a:pt x="128159" y="65681"/>
                </a:lnTo>
                <a:lnTo>
                  <a:pt x="128159" y="63646"/>
                </a:lnTo>
                <a:close/>
                <a:moveTo>
                  <a:pt x="147272" y="61979"/>
                </a:moveTo>
                <a:lnTo>
                  <a:pt x="148940" y="63646"/>
                </a:lnTo>
                <a:lnTo>
                  <a:pt x="148940" y="65681"/>
                </a:lnTo>
                <a:lnTo>
                  <a:pt x="143236" y="65681"/>
                </a:lnTo>
                <a:lnTo>
                  <a:pt x="139500" y="61979"/>
                </a:lnTo>
                <a:lnTo>
                  <a:pt x="147272" y="61979"/>
                </a:lnTo>
                <a:close/>
                <a:moveTo>
                  <a:pt x="151442" y="64514"/>
                </a:moveTo>
                <a:lnTo>
                  <a:pt x="152743" y="64514"/>
                </a:lnTo>
                <a:lnTo>
                  <a:pt x="153543" y="65348"/>
                </a:lnTo>
                <a:lnTo>
                  <a:pt x="153543" y="67149"/>
                </a:lnTo>
                <a:lnTo>
                  <a:pt x="152309" y="65915"/>
                </a:lnTo>
                <a:lnTo>
                  <a:pt x="152042" y="65781"/>
                </a:lnTo>
                <a:lnTo>
                  <a:pt x="150141" y="65781"/>
                </a:lnTo>
                <a:close/>
                <a:moveTo>
                  <a:pt x="154344" y="65348"/>
                </a:moveTo>
                <a:lnTo>
                  <a:pt x="155178" y="64514"/>
                </a:lnTo>
                <a:lnTo>
                  <a:pt x="156479" y="64514"/>
                </a:lnTo>
                <a:lnTo>
                  <a:pt x="157746" y="65815"/>
                </a:lnTo>
                <a:lnTo>
                  <a:pt x="155845" y="65815"/>
                </a:lnTo>
                <a:lnTo>
                  <a:pt x="155578" y="65915"/>
                </a:lnTo>
                <a:lnTo>
                  <a:pt x="154344" y="67149"/>
                </a:lnTo>
                <a:close/>
                <a:moveTo>
                  <a:pt x="158947" y="63646"/>
                </a:moveTo>
                <a:lnTo>
                  <a:pt x="160649" y="61979"/>
                </a:lnTo>
                <a:lnTo>
                  <a:pt x="168387" y="61979"/>
                </a:lnTo>
                <a:lnTo>
                  <a:pt x="164651" y="65681"/>
                </a:lnTo>
                <a:lnTo>
                  <a:pt x="158947" y="65681"/>
                </a:lnTo>
                <a:lnTo>
                  <a:pt x="158947" y="63646"/>
                </a:lnTo>
                <a:close/>
                <a:moveTo>
                  <a:pt x="178061" y="61979"/>
                </a:moveTo>
                <a:lnTo>
                  <a:pt x="179729" y="63646"/>
                </a:lnTo>
                <a:lnTo>
                  <a:pt x="179729" y="65681"/>
                </a:lnTo>
                <a:lnTo>
                  <a:pt x="174025" y="65681"/>
                </a:lnTo>
                <a:lnTo>
                  <a:pt x="170289" y="61979"/>
                </a:lnTo>
                <a:lnTo>
                  <a:pt x="178061" y="61979"/>
                </a:lnTo>
                <a:close/>
                <a:moveTo>
                  <a:pt x="182231" y="64514"/>
                </a:moveTo>
                <a:lnTo>
                  <a:pt x="183532" y="64514"/>
                </a:lnTo>
                <a:lnTo>
                  <a:pt x="184332" y="65348"/>
                </a:lnTo>
                <a:lnTo>
                  <a:pt x="184332" y="67149"/>
                </a:lnTo>
                <a:lnTo>
                  <a:pt x="183098" y="65915"/>
                </a:lnTo>
                <a:lnTo>
                  <a:pt x="182831" y="65781"/>
                </a:lnTo>
                <a:lnTo>
                  <a:pt x="180930" y="65781"/>
                </a:lnTo>
                <a:close/>
                <a:moveTo>
                  <a:pt x="185133" y="65348"/>
                </a:moveTo>
                <a:lnTo>
                  <a:pt x="185967" y="64514"/>
                </a:lnTo>
                <a:lnTo>
                  <a:pt x="187268" y="64514"/>
                </a:lnTo>
                <a:lnTo>
                  <a:pt x="188535" y="65815"/>
                </a:lnTo>
                <a:lnTo>
                  <a:pt x="186667" y="65815"/>
                </a:lnTo>
                <a:lnTo>
                  <a:pt x="186367" y="65915"/>
                </a:lnTo>
                <a:lnTo>
                  <a:pt x="185133" y="67149"/>
                </a:lnTo>
                <a:close/>
                <a:moveTo>
                  <a:pt x="189736" y="63646"/>
                </a:moveTo>
                <a:lnTo>
                  <a:pt x="191437" y="61979"/>
                </a:lnTo>
                <a:lnTo>
                  <a:pt x="199176" y="61979"/>
                </a:lnTo>
                <a:lnTo>
                  <a:pt x="195473" y="65681"/>
                </a:lnTo>
                <a:lnTo>
                  <a:pt x="189736" y="65681"/>
                </a:lnTo>
                <a:lnTo>
                  <a:pt x="189736" y="63646"/>
                </a:lnTo>
                <a:close/>
                <a:moveTo>
                  <a:pt x="188869" y="56575"/>
                </a:moveTo>
                <a:lnTo>
                  <a:pt x="186801" y="56575"/>
                </a:lnTo>
                <a:lnTo>
                  <a:pt x="185133" y="54874"/>
                </a:lnTo>
                <a:lnTo>
                  <a:pt x="185133" y="47135"/>
                </a:lnTo>
                <a:lnTo>
                  <a:pt x="188869" y="50871"/>
                </a:lnTo>
                <a:lnTo>
                  <a:pt x="188869" y="56575"/>
                </a:lnTo>
                <a:close/>
                <a:moveTo>
                  <a:pt x="184332" y="54874"/>
                </a:moveTo>
                <a:lnTo>
                  <a:pt x="182664" y="56575"/>
                </a:lnTo>
                <a:lnTo>
                  <a:pt x="180629" y="56575"/>
                </a:lnTo>
                <a:lnTo>
                  <a:pt x="180629" y="50871"/>
                </a:lnTo>
                <a:lnTo>
                  <a:pt x="184332" y="47135"/>
                </a:lnTo>
                <a:lnTo>
                  <a:pt x="184332" y="54874"/>
                </a:lnTo>
                <a:close/>
                <a:moveTo>
                  <a:pt x="171723" y="51905"/>
                </a:moveTo>
                <a:lnTo>
                  <a:pt x="169755" y="53873"/>
                </a:lnTo>
                <a:lnTo>
                  <a:pt x="169755" y="52005"/>
                </a:lnTo>
                <a:lnTo>
                  <a:pt x="171156" y="50570"/>
                </a:lnTo>
                <a:lnTo>
                  <a:pt x="173157" y="50570"/>
                </a:lnTo>
                <a:lnTo>
                  <a:pt x="174492" y="51905"/>
                </a:lnTo>
                <a:close/>
                <a:moveTo>
                  <a:pt x="172957" y="47835"/>
                </a:moveTo>
                <a:lnTo>
                  <a:pt x="172957" y="49203"/>
                </a:lnTo>
                <a:lnTo>
                  <a:pt x="170289" y="46568"/>
                </a:lnTo>
                <a:lnTo>
                  <a:pt x="174025" y="46568"/>
                </a:lnTo>
                <a:lnTo>
                  <a:pt x="173057" y="47568"/>
                </a:lnTo>
                <a:close/>
                <a:moveTo>
                  <a:pt x="170289" y="45800"/>
                </a:moveTo>
                <a:lnTo>
                  <a:pt x="172957" y="43132"/>
                </a:lnTo>
                <a:lnTo>
                  <a:pt x="172957" y="44700"/>
                </a:lnTo>
                <a:lnTo>
                  <a:pt x="174025" y="45800"/>
                </a:lnTo>
                <a:lnTo>
                  <a:pt x="170289" y="45800"/>
                </a:lnTo>
                <a:close/>
                <a:moveTo>
                  <a:pt x="169755" y="45233"/>
                </a:moveTo>
                <a:lnTo>
                  <a:pt x="169755" y="41497"/>
                </a:lnTo>
                <a:lnTo>
                  <a:pt x="170722" y="42465"/>
                </a:lnTo>
                <a:lnTo>
                  <a:pt x="170989" y="42598"/>
                </a:lnTo>
                <a:lnTo>
                  <a:pt x="172390" y="42598"/>
                </a:lnTo>
                <a:close/>
                <a:moveTo>
                  <a:pt x="168954" y="45233"/>
                </a:moveTo>
                <a:lnTo>
                  <a:pt x="166319" y="42598"/>
                </a:lnTo>
                <a:lnTo>
                  <a:pt x="167687" y="42598"/>
                </a:lnTo>
                <a:lnTo>
                  <a:pt x="167854" y="42598"/>
                </a:lnTo>
                <a:lnTo>
                  <a:pt x="168954" y="41497"/>
                </a:lnTo>
                <a:close/>
                <a:moveTo>
                  <a:pt x="168954" y="47135"/>
                </a:moveTo>
                <a:lnTo>
                  <a:pt x="168954" y="50871"/>
                </a:lnTo>
                <a:lnTo>
                  <a:pt x="167854" y="49770"/>
                </a:lnTo>
                <a:lnTo>
                  <a:pt x="166319" y="49770"/>
                </a:lnTo>
                <a:close/>
                <a:moveTo>
                  <a:pt x="158047" y="56575"/>
                </a:moveTo>
                <a:lnTo>
                  <a:pt x="156012" y="56575"/>
                </a:lnTo>
                <a:lnTo>
                  <a:pt x="154344" y="54874"/>
                </a:lnTo>
                <a:lnTo>
                  <a:pt x="154344" y="47135"/>
                </a:lnTo>
                <a:lnTo>
                  <a:pt x="158047" y="50871"/>
                </a:lnTo>
                <a:lnTo>
                  <a:pt x="158047" y="56575"/>
                </a:lnTo>
                <a:close/>
                <a:moveTo>
                  <a:pt x="153543" y="54874"/>
                </a:moveTo>
                <a:lnTo>
                  <a:pt x="151876" y="56575"/>
                </a:lnTo>
                <a:lnTo>
                  <a:pt x="149841" y="56575"/>
                </a:lnTo>
                <a:lnTo>
                  <a:pt x="149841" y="50871"/>
                </a:lnTo>
                <a:lnTo>
                  <a:pt x="153543" y="47135"/>
                </a:lnTo>
                <a:lnTo>
                  <a:pt x="153543" y="54874"/>
                </a:lnTo>
                <a:close/>
                <a:moveTo>
                  <a:pt x="140901" y="51905"/>
                </a:moveTo>
                <a:lnTo>
                  <a:pt x="138933" y="53873"/>
                </a:lnTo>
                <a:lnTo>
                  <a:pt x="138933" y="52005"/>
                </a:lnTo>
                <a:lnTo>
                  <a:pt x="140367" y="50570"/>
                </a:lnTo>
                <a:lnTo>
                  <a:pt x="142369" y="50570"/>
                </a:lnTo>
                <a:lnTo>
                  <a:pt x="143703" y="51905"/>
                </a:lnTo>
                <a:close/>
                <a:moveTo>
                  <a:pt x="142135" y="47835"/>
                </a:moveTo>
                <a:lnTo>
                  <a:pt x="142135" y="49203"/>
                </a:lnTo>
                <a:lnTo>
                  <a:pt x="139500" y="46568"/>
                </a:lnTo>
                <a:lnTo>
                  <a:pt x="143236" y="46568"/>
                </a:lnTo>
                <a:lnTo>
                  <a:pt x="142269" y="47568"/>
                </a:lnTo>
                <a:close/>
                <a:moveTo>
                  <a:pt x="139500" y="45800"/>
                </a:moveTo>
                <a:lnTo>
                  <a:pt x="142135" y="43132"/>
                </a:lnTo>
                <a:lnTo>
                  <a:pt x="142135" y="44700"/>
                </a:lnTo>
                <a:lnTo>
                  <a:pt x="143236" y="45800"/>
                </a:lnTo>
                <a:lnTo>
                  <a:pt x="139500" y="45800"/>
                </a:lnTo>
                <a:close/>
                <a:moveTo>
                  <a:pt x="138933" y="45233"/>
                </a:moveTo>
                <a:lnTo>
                  <a:pt x="138933" y="41497"/>
                </a:lnTo>
                <a:lnTo>
                  <a:pt x="140034" y="42598"/>
                </a:lnTo>
                <a:lnTo>
                  <a:pt x="140201" y="42598"/>
                </a:lnTo>
                <a:lnTo>
                  <a:pt x="141602" y="42598"/>
                </a:lnTo>
                <a:close/>
                <a:moveTo>
                  <a:pt x="138166" y="45233"/>
                </a:moveTo>
                <a:lnTo>
                  <a:pt x="135531" y="42598"/>
                </a:lnTo>
                <a:lnTo>
                  <a:pt x="136898" y="42598"/>
                </a:lnTo>
                <a:lnTo>
                  <a:pt x="137165" y="42465"/>
                </a:lnTo>
                <a:lnTo>
                  <a:pt x="138166" y="41497"/>
                </a:lnTo>
                <a:lnTo>
                  <a:pt x="138166" y="45233"/>
                </a:lnTo>
                <a:close/>
                <a:moveTo>
                  <a:pt x="138166" y="47135"/>
                </a:moveTo>
                <a:lnTo>
                  <a:pt x="138166" y="50871"/>
                </a:lnTo>
                <a:lnTo>
                  <a:pt x="137165" y="49903"/>
                </a:lnTo>
                <a:lnTo>
                  <a:pt x="136898" y="49770"/>
                </a:lnTo>
                <a:lnTo>
                  <a:pt x="135531" y="49770"/>
                </a:lnTo>
                <a:close/>
                <a:moveTo>
                  <a:pt x="127258" y="56575"/>
                </a:moveTo>
                <a:lnTo>
                  <a:pt x="125223" y="56575"/>
                </a:lnTo>
                <a:lnTo>
                  <a:pt x="123555" y="54874"/>
                </a:lnTo>
                <a:lnTo>
                  <a:pt x="123555" y="47135"/>
                </a:lnTo>
                <a:lnTo>
                  <a:pt x="127258" y="50871"/>
                </a:lnTo>
                <a:close/>
                <a:moveTo>
                  <a:pt x="122755" y="54874"/>
                </a:moveTo>
                <a:lnTo>
                  <a:pt x="121087" y="56575"/>
                </a:lnTo>
                <a:lnTo>
                  <a:pt x="119052" y="56575"/>
                </a:lnTo>
                <a:lnTo>
                  <a:pt x="119052" y="50871"/>
                </a:lnTo>
                <a:lnTo>
                  <a:pt x="122755" y="47135"/>
                </a:lnTo>
                <a:close/>
                <a:moveTo>
                  <a:pt x="110112" y="51905"/>
                </a:moveTo>
                <a:lnTo>
                  <a:pt x="108144" y="53873"/>
                </a:lnTo>
                <a:lnTo>
                  <a:pt x="108144" y="52005"/>
                </a:lnTo>
                <a:lnTo>
                  <a:pt x="109579" y="50570"/>
                </a:lnTo>
                <a:lnTo>
                  <a:pt x="111580" y="50570"/>
                </a:lnTo>
                <a:lnTo>
                  <a:pt x="112914" y="51905"/>
                </a:lnTo>
                <a:close/>
                <a:moveTo>
                  <a:pt x="111347" y="47835"/>
                </a:moveTo>
                <a:lnTo>
                  <a:pt x="111347" y="49203"/>
                </a:lnTo>
                <a:lnTo>
                  <a:pt x="108711" y="46568"/>
                </a:lnTo>
                <a:lnTo>
                  <a:pt x="112447" y="46568"/>
                </a:lnTo>
                <a:lnTo>
                  <a:pt x="111480" y="47568"/>
                </a:lnTo>
                <a:close/>
                <a:moveTo>
                  <a:pt x="108711" y="45800"/>
                </a:moveTo>
                <a:lnTo>
                  <a:pt x="111347" y="43132"/>
                </a:lnTo>
                <a:lnTo>
                  <a:pt x="111347" y="44700"/>
                </a:lnTo>
                <a:lnTo>
                  <a:pt x="112447" y="45800"/>
                </a:lnTo>
                <a:lnTo>
                  <a:pt x="108711" y="45800"/>
                </a:lnTo>
                <a:close/>
                <a:moveTo>
                  <a:pt x="108144" y="45233"/>
                </a:moveTo>
                <a:lnTo>
                  <a:pt x="108144" y="41497"/>
                </a:lnTo>
                <a:lnTo>
                  <a:pt x="109145" y="42465"/>
                </a:lnTo>
                <a:lnTo>
                  <a:pt x="109412" y="42598"/>
                </a:lnTo>
                <a:lnTo>
                  <a:pt x="110813" y="42598"/>
                </a:lnTo>
                <a:close/>
                <a:moveTo>
                  <a:pt x="107377" y="45233"/>
                </a:moveTo>
                <a:lnTo>
                  <a:pt x="104709" y="42598"/>
                </a:lnTo>
                <a:lnTo>
                  <a:pt x="106110" y="42598"/>
                </a:lnTo>
                <a:lnTo>
                  <a:pt x="106276" y="42598"/>
                </a:lnTo>
                <a:lnTo>
                  <a:pt x="107377" y="41497"/>
                </a:lnTo>
                <a:lnTo>
                  <a:pt x="107377" y="45233"/>
                </a:lnTo>
                <a:close/>
                <a:moveTo>
                  <a:pt x="107377" y="47135"/>
                </a:moveTo>
                <a:lnTo>
                  <a:pt x="107377" y="50871"/>
                </a:lnTo>
                <a:lnTo>
                  <a:pt x="106276" y="49770"/>
                </a:lnTo>
                <a:lnTo>
                  <a:pt x="104709" y="49770"/>
                </a:lnTo>
                <a:close/>
                <a:moveTo>
                  <a:pt x="96469" y="56575"/>
                </a:moveTo>
                <a:lnTo>
                  <a:pt x="94435" y="56575"/>
                </a:lnTo>
                <a:lnTo>
                  <a:pt x="92767" y="54874"/>
                </a:lnTo>
                <a:lnTo>
                  <a:pt x="92767" y="47135"/>
                </a:lnTo>
                <a:lnTo>
                  <a:pt x="96469" y="50871"/>
                </a:lnTo>
                <a:close/>
                <a:moveTo>
                  <a:pt x="91966" y="54874"/>
                </a:moveTo>
                <a:lnTo>
                  <a:pt x="90298" y="56575"/>
                </a:lnTo>
                <a:lnTo>
                  <a:pt x="88264" y="56575"/>
                </a:lnTo>
                <a:lnTo>
                  <a:pt x="88264" y="50871"/>
                </a:lnTo>
                <a:lnTo>
                  <a:pt x="91966" y="47135"/>
                </a:lnTo>
                <a:close/>
                <a:moveTo>
                  <a:pt x="79324" y="51905"/>
                </a:moveTo>
                <a:lnTo>
                  <a:pt x="77356" y="53873"/>
                </a:lnTo>
                <a:lnTo>
                  <a:pt x="77356" y="52005"/>
                </a:lnTo>
                <a:lnTo>
                  <a:pt x="78790" y="50570"/>
                </a:lnTo>
                <a:lnTo>
                  <a:pt x="80792" y="50570"/>
                </a:lnTo>
                <a:lnTo>
                  <a:pt x="82126" y="51905"/>
                </a:lnTo>
                <a:close/>
                <a:moveTo>
                  <a:pt x="80558" y="47835"/>
                </a:moveTo>
                <a:lnTo>
                  <a:pt x="80558" y="49203"/>
                </a:lnTo>
                <a:lnTo>
                  <a:pt x="77923" y="46568"/>
                </a:lnTo>
                <a:lnTo>
                  <a:pt x="81659" y="46568"/>
                </a:lnTo>
                <a:lnTo>
                  <a:pt x="80691" y="47568"/>
                </a:lnTo>
                <a:close/>
                <a:moveTo>
                  <a:pt x="77923" y="45800"/>
                </a:moveTo>
                <a:lnTo>
                  <a:pt x="80558" y="43132"/>
                </a:lnTo>
                <a:lnTo>
                  <a:pt x="80558" y="44700"/>
                </a:lnTo>
                <a:lnTo>
                  <a:pt x="81659" y="45800"/>
                </a:lnTo>
                <a:lnTo>
                  <a:pt x="77923" y="45800"/>
                </a:lnTo>
                <a:close/>
                <a:moveTo>
                  <a:pt x="77356" y="45233"/>
                </a:moveTo>
                <a:lnTo>
                  <a:pt x="77356" y="41497"/>
                </a:lnTo>
                <a:lnTo>
                  <a:pt x="78457" y="42598"/>
                </a:lnTo>
                <a:lnTo>
                  <a:pt x="78623" y="42598"/>
                </a:lnTo>
                <a:lnTo>
                  <a:pt x="79991" y="42598"/>
                </a:lnTo>
                <a:close/>
                <a:moveTo>
                  <a:pt x="76589" y="45233"/>
                </a:moveTo>
                <a:lnTo>
                  <a:pt x="73920" y="42598"/>
                </a:lnTo>
                <a:lnTo>
                  <a:pt x="75321" y="42598"/>
                </a:lnTo>
                <a:lnTo>
                  <a:pt x="75588" y="42465"/>
                </a:lnTo>
                <a:lnTo>
                  <a:pt x="76555" y="41497"/>
                </a:lnTo>
                <a:lnTo>
                  <a:pt x="76555" y="45233"/>
                </a:lnTo>
                <a:close/>
                <a:moveTo>
                  <a:pt x="76589" y="47135"/>
                </a:moveTo>
                <a:lnTo>
                  <a:pt x="76589" y="50871"/>
                </a:lnTo>
                <a:lnTo>
                  <a:pt x="75588" y="49903"/>
                </a:lnTo>
                <a:lnTo>
                  <a:pt x="75321" y="49770"/>
                </a:lnTo>
                <a:lnTo>
                  <a:pt x="73920" y="49770"/>
                </a:lnTo>
                <a:close/>
                <a:moveTo>
                  <a:pt x="65681" y="56575"/>
                </a:moveTo>
                <a:lnTo>
                  <a:pt x="63646" y="56575"/>
                </a:lnTo>
                <a:lnTo>
                  <a:pt x="61978" y="54874"/>
                </a:lnTo>
                <a:lnTo>
                  <a:pt x="61978" y="47135"/>
                </a:lnTo>
                <a:lnTo>
                  <a:pt x="65681" y="50871"/>
                </a:lnTo>
                <a:close/>
                <a:moveTo>
                  <a:pt x="61178" y="54874"/>
                </a:moveTo>
                <a:lnTo>
                  <a:pt x="59510" y="56575"/>
                </a:lnTo>
                <a:lnTo>
                  <a:pt x="57475" y="56575"/>
                </a:lnTo>
                <a:lnTo>
                  <a:pt x="57475" y="50871"/>
                </a:lnTo>
                <a:lnTo>
                  <a:pt x="61178" y="47135"/>
                </a:lnTo>
                <a:close/>
                <a:moveTo>
                  <a:pt x="48535" y="51905"/>
                </a:moveTo>
                <a:lnTo>
                  <a:pt x="46567" y="53873"/>
                </a:lnTo>
                <a:lnTo>
                  <a:pt x="46567" y="52005"/>
                </a:lnTo>
                <a:lnTo>
                  <a:pt x="48001" y="50570"/>
                </a:lnTo>
                <a:lnTo>
                  <a:pt x="50003" y="50570"/>
                </a:lnTo>
                <a:lnTo>
                  <a:pt x="51337" y="51905"/>
                </a:lnTo>
                <a:close/>
                <a:moveTo>
                  <a:pt x="46567" y="47135"/>
                </a:moveTo>
                <a:lnTo>
                  <a:pt x="49202" y="49770"/>
                </a:lnTo>
                <a:lnTo>
                  <a:pt x="47835" y="49770"/>
                </a:lnTo>
                <a:lnTo>
                  <a:pt x="47568" y="49903"/>
                </a:lnTo>
                <a:lnTo>
                  <a:pt x="46567" y="50871"/>
                </a:lnTo>
                <a:lnTo>
                  <a:pt x="46567" y="47135"/>
                </a:lnTo>
                <a:close/>
                <a:moveTo>
                  <a:pt x="49769" y="47835"/>
                </a:moveTo>
                <a:lnTo>
                  <a:pt x="49769" y="49203"/>
                </a:lnTo>
                <a:lnTo>
                  <a:pt x="47134" y="46568"/>
                </a:lnTo>
                <a:lnTo>
                  <a:pt x="50870" y="46568"/>
                </a:lnTo>
                <a:lnTo>
                  <a:pt x="49903" y="47568"/>
                </a:lnTo>
                <a:close/>
                <a:moveTo>
                  <a:pt x="47134" y="45800"/>
                </a:moveTo>
                <a:lnTo>
                  <a:pt x="49769" y="43132"/>
                </a:lnTo>
                <a:lnTo>
                  <a:pt x="49769" y="44700"/>
                </a:lnTo>
                <a:lnTo>
                  <a:pt x="50870" y="45800"/>
                </a:lnTo>
                <a:lnTo>
                  <a:pt x="47134" y="45800"/>
                </a:lnTo>
                <a:close/>
                <a:moveTo>
                  <a:pt x="46567" y="45233"/>
                </a:moveTo>
                <a:lnTo>
                  <a:pt x="46567" y="41497"/>
                </a:lnTo>
                <a:lnTo>
                  <a:pt x="47534" y="42465"/>
                </a:lnTo>
                <a:lnTo>
                  <a:pt x="47835" y="42598"/>
                </a:lnTo>
                <a:lnTo>
                  <a:pt x="49202" y="42598"/>
                </a:lnTo>
                <a:close/>
                <a:moveTo>
                  <a:pt x="45767" y="45233"/>
                </a:moveTo>
                <a:lnTo>
                  <a:pt x="43131" y="42598"/>
                </a:lnTo>
                <a:lnTo>
                  <a:pt x="44532" y="42598"/>
                </a:lnTo>
                <a:lnTo>
                  <a:pt x="44699" y="42598"/>
                </a:lnTo>
                <a:lnTo>
                  <a:pt x="45767" y="41497"/>
                </a:lnTo>
                <a:close/>
                <a:moveTo>
                  <a:pt x="45767" y="47135"/>
                </a:moveTo>
                <a:lnTo>
                  <a:pt x="45767" y="50871"/>
                </a:lnTo>
                <a:lnTo>
                  <a:pt x="44699" y="49770"/>
                </a:lnTo>
                <a:lnTo>
                  <a:pt x="43131" y="49770"/>
                </a:lnTo>
                <a:close/>
                <a:moveTo>
                  <a:pt x="45767" y="76022"/>
                </a:moveTo>
                <a:lnTo>
                  <a:pt x="43131" y="73387"/>
                </a:lnTo>
                <a:lnTo>
                  <a:pt x="44699" y="73387"/>
                </a:lnTo>
                <a:lnTo>
                  <a:pt x="45767" y="72286"/>
                </a:lnTo>
                <a:close/>
                <a:moveTo>
                  <a:pt x="43798" y="71285"/>
                </a:moveTo>
                <a:lnTo>
                  <a:pt x="45767" y="69317"/>
                </a:lnTo>
                <a:lnTo>
                  <a:pt x="45767" y="71152"/>
                </a:lnTo>
                <a:lnTo>
                  <a:pt x="44366" y="72586"/>
                </a:lnTo>
                <a:lnTo>
                  <a:pt x="42364" y="72586"/>
                </a:lnTo>
                <a:lnTo>
                  <a:pt x="41030" y="71285"/>
                </a:lnTo>
                <a:close/>
                <a:moveTo>
                  <a:pt x="42564" y="75321"/>
                </a:moveTo>
                <a:lnTo>
                  <a:pt x="42564" y="73954"/>
                </a:lnTo>
                <a:lnTo>
                  <a:pt x="45233" y="76589"/>
                </a:lnTo>
                <a:lnTo>
                  <a:pt x="41497" y="76589"/>
                </a:lnTo>
                <a:lnTo>
                  <a:pt x="42464" y="75588"/>
                </a:lnTo>
                <a:close/>
                <a:moveTo>
                  <a:pt x="45233" y="77356"/>
                </a:moveTo>
                <a:lnTo>
                  <a:pt x="42564" y="80025"/>
                </a:lnTo>
                <a:lnTo>
                  <a:pt x="42564" y="78457"/>
                </a:lnTo>
                <a:lnTo>
                  <a:pt x="41497" y="77356"/>
                </a:lnTo>
                <a:close/>
                <a:moveTo>
                  <a:pt x="45767" y="77923"/>
                </a:moveTo>
                <a:lnTo>
                  <a:pt x="45767" y="81659"/>
                </a:lnTo>
                <a:lnTo>
                  <a:pt x="44699" y="80559"/>
                </a:lnTo>
                <a:lnTo>
                  <a:pt x="44532" y="80559"/>
                </a:lnTo>
                <a:lnTo>
                  <a:pt x="43131" y="80559"/>
                </a:lnTo>
                <a:close/>
                <a:moveTo>
                  <a:pt x="46567" y="77923"/>
                </a:moveTo>
                <a:lnTo>
                  <a:pt x="49202" y="80559"/>
                </a:lnTo>
                <a:lnTo>
                  <a:pt x="47835" y="80559"/>
                </a:lnTo>
                <a:lnTo>
                  <a:pt x="47568" y="80692"/>
                </a:lnTo>
                <a:lnTo>
                  <a:pt x="46567" y="81659"/>
                </a:lnTo>
                <a:lnTo>
                  <a:pt x="46567" y="77923"/>
                </a:lnTo>
                <a:close/>
                <a:moveTo>
                  <a:pt x="46567" y="76022"/>
                </a:moveTo>
                <a:lnTo>
                  <a:pt x="46567" y="72286"/>
                </a:lnTo>
                <a:lnTo>
                  <a:pt x="47534" y="73253"/>
                </a:lnTo>
                <a:lnTo>
                  <a:pt x="47835" y="73387"/>
                </a:lnTo>
                <a:lnTo>
                  <a:pt x="49202" y="73387"/>
                </a:lnTo>
                <a:close/>
                <a:moveTo>
                  <a:pt x="57475" y="66582"/>
                </a:moveTo>
                <a:lnTo>
                  <a:pt x="59510" y="66582"/>
                </a:lnTo>
                <a:lnTo>
                  <a:pt x="61178" y="68283"/>
                </a:lnTo>
                <a:lnTo>
                  <a:pt x="61178" y="76022"/>
                </a:lnTo>
                <a:lnTo>
                  <a:pt x="57475" y="72286"/>
                </a:lnTo>
                <a:close/>
                <a:moveTo>
                  <a:pt x="61978" y="68283"/>
                </a:moveTo>
                <a:lnTo>
                  <a:pt x="63646" y="66582"/>
                </a:lnTo>
                <a:lnTo>
                  <a:pt x="65681" y="66582"/>
                </a:lnTo>
                <a:lnTo>
                  <a:pt x="65681" y="72286"/>
                </a:lnTo>
                <a:lnTo>
                  <a:pt x="61978" y="76022"/>
                </a:lnTo>
                <a:close/>
                <a:moveTo>
                  <a:pt x="74620" y="71285"/>
                </a:moveTo>
                <a:lnTo>
                  <a:pt x="76589" y="69317"/>
                </a:lnTo>
                <a:lnTo>
                  <a:pt x="76589" y="71152"/>
                </a:lnTo>
                <a:lnTo>
                  <a:pt x="75154" y="72586"/>
                </a:lnTo>
                <a:lnTo>
                  <a:pt x="73153" y="72586"/>
                </a:lnTo>
                <a:lnTo>
                  <a:pt x="71818" y="71285"/>
                </a:lnTo>
                <a:close/>
                <a:moveTo>
                  <a:pt x="73386" y="75321"/>
                </a:moveTo>
                <a:lnTo>
                  <a:pt x="73386" y="73954"/>
                </a:lnTo>
                <a:lnTo>
                  <a:pt x="76021" y="76589"/>
                </a:lnTo>
                <a:lnTo>
                  <a:pt x="72285" y="76589"/>
                </a:lnTo>
                <a:lnTo>
                  <a:pt x="73253" y="75588"/>
                </a:lnTo>
                <a:close/>
                <a:moveTo>
                  <a:pt x="76021" y="77356"/>
                </a:moveTo>
                <a:lnTo>
                  <a:pt x="73386" y="80025"/>
                </a:lnTo>
                <a:lnTo>
                  <a:pt x="73386" y="78457"/>
                </a:lnTo>
                <a:lnTo>
                  <a:pt x="72285" y="77356"/>
                </a:lnTo>
                <a:close/>
                <a:moveTo>
                  <a:pt x="76589" y="77923"/>
                </a:moveTo>
                <a:lnTo>
                  <a:pt x="76589" y="81659"/>
                </a:lnTo>
                <a:lnTo>
                  <a:pt x="75588" y="80692"/>
                </a:lnTo>
                <a:lnTo>
                  <a:pt x="75321" y="80559"/>
                </a:lnTo>
                <a:lnTo>
                  <a:pt x="73920" y="80559"/>
                </a:lnTo>
                <a:close/>
                <a:moveTo>
                  <a:pt x="77356" y="77923"/>
                </a:moveTo>
                <a:lnTo>
                  <a:pt x="80024" y="80559"/>
                </a:lnTo>
                <a:lnTo>
                  <a:pt x="78623" y="80559"/>
                </a:lnTo>
                <a:lnTo>
                  <a:pt x="78457" y="80559"/>
                </a:lnTo>
                <a:lnTo>
                  <a:pt x="77356" y="81659"/>
                </a:lnTo>
                <a:lnTo>
                  <a:pt x="77356" y="77923"/>
                </a:lnTo>
                <a:close/>
                <a:moveTo>
                  <a:pt x="77356" y="76022"/>
                </a:moveTo>
                <a:lnTo>
                  <a:pt x="77356" y="72286"/>
                </a:lnTo>
                <a:lnTo>
                  <a:pt x="78457" y="73387"/>
                </a:lnTo>
                <a:lnTo>
                  <a:pt x="80024" y="73387"/>
                </a:lnTo>
                <a:close/>
                <a:moveTo>
                  <a:pt x="88264" y="66582"/>
                </a:moveTo>
                <a:lnTo>
                  <a:pt x="90298" y="66582"/>
                </a:lnTo>
                <a:lnTo>
                  <a:pt x="91966" y="68283"/>
                </a:lnTo>
                <a:lnTo>
                  <a:pt x="91966" y="76022"/>
                </a:lnTo>
                <a:lnTo>
                  <a:pt x="88264" y="72286"/>
                </a:lnTo>
                <a:close/>
                <a:moveTo>
                  <a:pt x="92767" y="68283"/>
                </a:moveTo>
                <a:lnTo>
                  <a:pt x="94435" y="66582"/>
                </a:lnTo>
                <a:lnTo>
                  <a:pt x="96469" y="66582"/>
                </a:lnTo>
                <a:lnTo>
                  <a:pt x="96469" y="72286"/>
                </a:lnTo>
                <a:lnTo>
                  <a:pt x="92767" y="76022"/>
                </a:lnTo>
                <a:close/>
                <a:moveTo>
                  <a:pt x="105409" y="71285"/>
                </a:moveTo>
                <a:lnTo>
                  <a:pt x="107377" y="69317"/>
                </a:lnTo>
                <a:lnTo>
                  <a:pt x="107377" y="71152"/>
                </a:lnTo>
                <a:lnTo>
                  <a:pt x="105943" y="72586"/>
                </a:lnTo>
                <a:lnTo>
                  <a:pt x="103941" y="72586"/>
                </a:lnTo>
                <a:lnTo>
                  <a:pt x="102607" y="71285"/>
                </a:lnTo>
                <a:close/>
                <a:moveTo>
                  <a:pt x="104175" y="75321"/>
                </a:moveTo>
                <a:lnTo>
                  <a:pt x="104175" y="73954"/>
                </a:lnTo>
                <a:lnTo>
                  <a:pt x="106810" y="76589"/>
                </a:lnTo>
                <a:lnTo>
                  <a:pt x="103074" y="76589"/>
                </a:lnTo>
                <a:lnTo>
                  <a:pt x="104041" y="75588"/>
                </a:lnTo>
                <a:close/>
                <a:moveTo>
                  <a:pt x="106810" y="77356"/>
                </a:moveTo>
                <a:lnTo>
                  <a:pt x="104175" y="80025"/>
                </a:lnTo>
                <a:lnTo>
                  <a:pt x="104175" y="78457"/>
                </a:lnTo>
                <a:lnTo>
                  <a:pt x="103074" y="77356"/>
                </a:lnTo>
                <a:close/>
                <a:moveTo>
                  <a:pt x="107377" y="77923"/>
                </a:moveTo>
                <a:lnTo>
                  <a:pt x="107377" y="81659"/>
                </a:lnTo>
                <a:lnTo>
                  <a:pt x="106276" y="80559"/>
                </a:lnTo>
                <a:lnTo>
                  <a:pt x="106110" y="80559"/>
                </a:lnTo>
                <a:lnTo>
                  <a:pt x="104709" y="80559"/>
                </a:lnTo>
                <a:close/>
                <a:moveTo>
                  <a:pt x="108144" y="77923"/>
                </a:moveTo>
                <a:lnTo>
                  <a:pt x="110813" y="80559"/>
                </a:lnTo>
                <a:lnTo>
                  <a:pt x="109412" y="80559"/>
                </a:lnTo>
                <a:lnTo>
                  <a:pt x="109145" y="80692"/>
                </a:lnTo>
                <a:lnTo>
                  <a:pt x="108144" y="81659"/>
                </a:lnTo>
                <a:lnTo>
                  <a:pt x="108144" y="77923"/>
                </a:lnTo>
                <a:close/>
                <a:moveTo>
                  <a:pt x="108144" y="76022"/>
                </a:moveTo>
                <a:lnTo>
                  <a:pt x="108144" y="72286"/>
                </a:lnTo>
                <a:lnTo>
                  <a:pt x="109145" y="73253"/>
                </a:lnTo>
                <a:lnTo>
                  <a:pt x="109412" y="73387"/>
                </a:lnTo>
                <a:lnTo>
                  <a:pt x="110813" y="73387"/>
                </a:lnTo>
                <a:close/>
                <a:moveTo>
                  <a:pt x="119052" y="66582"/>
                </a:moveTo>
                <a:lnTo>
                  <a:pt x="121087" y="66582"/>
                </a:lnTo>
                <a:lnTo>
                  <a:pt x="122755" y="68283"/>
                </a:lnTo>
                <a:lnTo>
                  <a:pt x="122755" y="76022"/>
                </a:lnTo>
                <a:lnTo>
                  <a:pt x="119052" y="72286"/>
                </a:lnTo>
                <a:close/>
                <a:moveTo>
                  <a:pt x="123555" y="68283"/>
                </a:moveTo>
                <a:lnTo>
                  <a:pt x="125223" y="66582"/>
                </a:lnTo>
                <a:lnTo>
                  <a:pt x="127258" y="66582"/>
                </a:lnTo>
                <a:lnTo>
                  <a:pt x="127258" y="72286"/>
                </a:lnTo>
                <a:lnTo>
                  <a:pt x="123555" y="76022"/>
                </a:lnTo>
                <a:lnTo>
                  <a:pt x="123555" y="68283"/>
                </a:lnTo>
                <a:close/>
                <a:moveTo>
                  <a:pt x="136198" y="71285"/>
                </a:moveTo>
                <a:lnTo>
                  <a:pt x="138166" y="69317"/>
                </a:lnTo>
                <a:lnTo>
                  <a:pt x="138166" y="71152"/>
                </a:lnTo>
                <a:lnTo>
                  <a:pt x="136731" y="72586"/>
                </a:lnTo>
                <a:lnTo>
                  <a:pt x="134730" y="72586"/>
                </a:lnTo>
                <a:lnTo>
                  <a:pt x="133396" y="71285"/>
                </a:lnTo>
                <a:close/>
                <a:moveTo>
                  <a:pt x="134964" y="75321"/>
                </a:moveTo>
                <a:lnTo>
                  <a:pt x="134964" y="73954"/>
                </a:lnTo>
                <a:lnTo>
                  <a:pt x="137599" y="76589"/>
                </a:lnTo>
                <a:lnTo>
                  <a:pt x="133863" y="76589"/>
                </a:lnTo>
                <a:lnTo>
                  <a:pt x="134830" y="75588"/>
                </a:lnTo>
                <a:close/>
                <a:moveTo>
                  <a:pt x="137599" y="77356"/>
                </a:moveTo>
                <a:lnTo>
                  <a:pt x="134964" y="80025"/>
                </a:lnTo>
                <a:lnTo>
                  <a:pt x="134964" y="78457"/>
                </a:lnTo>
                <a:lnTo>
                  <a:pt x="133863" y="77356"/>
                </a:lnTo>
                <a:close/>
                <a:moveTo>
                  <a:pt x="138166" y="77923"/>
                </a:moveTo>
                <a:lnTo>
                  <a:pt x="138166" y="81659"/>
                </a:lnTo>
                <a:lnTo>
                  <a:pt x="137165" y="80692"/>
                </a:lnTo>
                <a:lnTo>
                  <a:pt x="136898" y="80559"/>
                </a:lnTo>
                <a:lnTo>
                  <a:pt x="135531" y="80559"/>
                </a:lnTo>
                <a:close/>
                <a:moveTo>
                  <a:pt x="138933" y="77923"/>
                </a:moveTo>
                <a:lnTo>
                  <a:pt x="141602" y="80559"/>
                </a:lnTo>
                <a:lnTo>
                  <a:pt x="140201" y="80559"/>
                </a:lnTo>
                <a:lnTo>
                  <a:pt x="140034" y="80559"/>
                </a:lnTo>
                <a:lnTo>
                  <a:pt x="138933" y="81659"/>
                </a:lnTo>
                <a:close/>
                <a:moveTo>
                  <a:pt x="138933" y="76022"/>
                </a:moveTo>
                <a:lnTo>
                  <a:pt x="138933" y="72286"/>
                </a:lnTo>
                <a:lnTo>
                  <a:pt x="140034" y="73387"/>
                </a:lnTo>
                <a:lnTo>
                  <a:pt x="141602" y="73387"/>
                </a:lnTo>
                <a:close/>
                <a:moveTo>
                  <a:pt x="149841" y="66582"/>
                </a:moveTo>
                <a:lnTo>
                  <a:pt x="151876" y="66582"/>
                </a:lnTo>
                <a:lnTo>
                  <a:pt x="153543" y="68283"/>
                </a:lnTo>
                <a:lnTo>
                  <a:pt x="153543" y="76022"/>
                </a:lnTo>
                <a:lnTo>
                  <a:pt x="149841" y="72286"/>
                </a:lnTo>
                <a:lnTo>
                  <a:pt x="149841" y="66582"/>
                </a:lnTo>
                <a:close/>
                <a:moveTo>
                  <a:pt x="154344" y="68283"/>
                </a:moveTo>
                <a:lnTo>
                  <a:pt x="156012" y="66582"/>
                </a:lnTo>
                <a:lnTo>
                  <a:pt x="158047" y="66582"/>
                </a:lnTo>
                <a:lnTo>
                  <a:pt x="158047" y="72286"/>
                </a:lnTo>
                <a:lnTo>
                  <a:pt x="154344" y="76022"/>
                </a:lnTo>
                <a:lnTo>
                  <a:pt x="154344" y="68283"/>
                </a:lnTo>
                <a:close/>
                <a:moveTo>
                  <a:pt x="166986" y="71285"/>
                </a:moveTo>
                <a:lnTo>
                  <a:pt x="168954" y="69317"/>
                </a:lnTo>
                <a:lnTo>
                  <a:pt x="168954" y="71152"/>
                </a:lnTo>
                <a:lnTo>
                  <a:pt x="167520" y="72586"/>
                </a:lnTo>
                <a:lnTo>
                  <a:pt x="165519" y="72586"/>
                </a:lnTo>
                <a:lnTo>
                  <a:pt x="164184" y="71285"/>
                </a:lnTo>
                <a:close/>
                <a:moveTo>
                  <a:pt x="165752" y="75321"/>
                </a:moveTo>
                <a:lnTo>
                  <a:pt x="165752" y="73954"/>
                </a:lnTo>
                <a:lnTo>
                  <a:pt x="168387" y="76589"/>
                </a:lnTo>
                <a:lnTo>
                  <a:pt x="164651" y="76589"/>
                </a:lnTo>
                <a:lnTo>
                  <a:pt x="165619" y="75588"/>
                </a:lnTo>
                <a:close/>
                <a:moveTo>
                  <a:pt x="168387" y="77356"/>
                </a:moveTo>
                <a:lnTo>
                  <a:pt x="165752" y="80025"/>
                </a:lnTo>
                <a:lnTo>
                  <a:pt x="165752" y="78457"/>
                </a:lnTo>
                <a:lnTo>
                  <a:pt x="164651" y="77356"/>
                </a:lnTo>
                <a:close/>
                <a:moveTo>
                  <a:pt x="168954" y="77923"/>
                </a:moveTo>
                <a:lnTo>
                  <a:pt x="168954" y="81659"/>
                </a:lnTo>
                <a:lnTo>
                  <a:pt x="167854" y="80559"/>
                </a:lnTo>
                <a:lnTo>
                  <a:pt x="167687" y="80559"/>
                </a:lnTo>
                <a:lnTo>
                  <a:pt x="166319" y="80559"/>
                </a:lnTo>
                <a:close/>
                <a:moveTo>
                  <a:pt x="169755" y="77923"/>
                </a:moveTo>
                <a:lnTo>
                  <a:pt x="172390" y="80559"/>
                </a:lnTo>
                <a:lnTo>
                  <a:pt x="170989" y="80559"/>
                </a:lnTo>
                <a:lnTo>
                  <a:pt x="170722" y="80692"/>
                </a:lnTo>
                <a:lnTo>
                  <a:pt x="169755" y="81659"/>
                </a:lnTo>
                <a:lnTo>
                  <a:pt x="169755" y="77923"/>
                </a:lnTo>
                <a:close/>
                <a:moveTo>
                  <a:pt x="169755" y="76022"/>
                </a:moveTo>
                <a:lnTo>
                  <a:pt x="169755" y="72286"/>
                </a:lnTo>
                <a:lnTo>
                  <a:pt x="170722" y="73253"/>
                </a:lnTo>
                <a:lnTo>
                  <a:pt x="170989" y="73387"/>
                </a:lnTo>
                <a:lnTo>
                  <a:pt x="172390" y="73387"/>
                </a:lnTo>
                <a:close/>
                <a:moveTo>
                  <a:pt x="180629" y="66582"/>
                </a:moveTo>
                <a:lnTo>
                  <a:pt x="182664" y="66582"/>
                </a:lnTo>
                <a:lnTo>
                  <a:pt x="184332" y="68283"/>
                </a:lnTo>
                <a:lnTo>
                  <a:pt x="184332" y="76022"/>
                </a:lnTo>
                <a:lnTo>
                  <a:pt x="180629" y="72286"/>
                </a:lnTo>
                <a:lnTo>
                  <a:pt x="180629" y="66582"/>
                </a:lnTo>
                <a:close/>
                <a:moveTo>
                  <a:pt x="185133" y="68283"/>
                </a:moveTo>
                <a:lnTo>
                  <a:pt x="186801" y="66582"/>
                </a:lnTo>
                <a:lnTo>
                  <a:pt x="188835" y="66582"/>
                </a:lnTo>
                <a:lnTo>
                  <a:pt x="188835" y="72286"/>
                </a:lnTo>
                <a:lnTo>
                  <a:pt x="185133" y="76022"/>
                </a:lnTo>
                <a:lnTo>
                  <a:pt x="185133" y="68283"/>
                </a:lnTo>
                <a:close/>
                <a:moveTo>
                  <a:pt x="197775" y="71285"/>
                </a:moveTo>
                <a:lnTo>
                  <a:pt x="199743" y="69317"/>
                </a:lnTo>
                <a:lnTo>
                  <a:pt x="199743" y="71152"/>
                </a:lnTo>
                <a:lnTo>
                  <a:pt x="198309" y="72586"/>
                </a:lnTo>
                <a:lnTo>
                  <a:pt x="196307" y="72586"/>
                </a:lnTo>
                <a:lnTo>
                  <a:pt x="194973" y="71285"/>
                </a:lnTo>
                <a:close/>
                <a:moveTo>
                  <a:pt x="199743" y="76022"/>
                </a:moveTo>
                <a:lnTo>
                  <a:pt x="197108" y="73387"/>
                </a:lnTo>
                <a:lnTo>
                  <a:pt x="198476" y="73387"/>
                </a:lnTo>
                <a:lnTo>
                  <a:pt x="198776" y="73253"/>
                </a:lnTo>
                <a:lnTo>
                  <a:pt x="199743" y="72286"/>
                </a:lnTo>
                <a:lnTo>
                  <a:pt x="199743" y="76022"/>
                </a:lnTo>
                <a:close/>
                <a:moveTo>
                  <a:pt x="196541" y="75321"/>
                </a:moveTo>
                <a:lnTo>
                  <a:pt x="196541" y="73954"/>
                </a:lnTo>
                <a:lnTo>
                  <a:pt x="199176" y="76589"/>
                </a:lnTo>
                <a:lnTo>
                  <a:pt x="195440" y="76589"/>
                </a:lnTo>
                <a:lnTo>
                  <a:pt x="196407" y="75588"/>
                </a:lnTo>
                <a:close/>
                <a:moveTo>
                  <a:pt x="199176" y="77356"/>
                </a:moveTo>
                <a:lnTo>
                  <a:pt x="196541" y="80025"/>
                </a:lnTo>
                <a:lnTo>
                  <a:pt x="196541" y="78457"/>
                </a:lnTo>
                <a:lnTo>
                  <a:pt x="195440" y="77356"/>
                </a:lnTo>
                <a:close/>
                <a:moveTo>
                  <a:pt x="199743" y="77923"/>
                </a:moveTo>
                <a:lnTo>
                  <a:pt x="199743" y="81659"/>
                </a:lnTo>
                <a:lnTo>
                  <a:pt x="198776" y="80692"/>
                </a:lnTo>
                <a:lnTo>
                  <a:pt x="198476" y="80559"/>
                </a:lnTo>
                <a:lnTo>
                  <a:pt x="197108" y="80559"/>
                </a:lnTo>
                <a:close/>
                <a:moveTo>
                  <a:pt x="200544" y="77923"/>
                </a:moveTo>
                <a:lnTo>
                  <a:pt x="203179" y="80559"/>
                </a:lnTo>
                <a:lnTo>
                  <a:pt x="201778" y="80559"/>
                </a:lnTo>
                <a:lnTo>
                  <a:pt x="201644" y="80559"/>
                </a:lnTo>
                <a:lnTo>
                  <a:pt x="200544" y="81659"/>
                </a:lnTo>
                <a:close/>
                <a:moveTo>
                  <a:pt x="200544" y="76022"/>
                </a:moveTo>
                <a:lnTo>
                  <a:pt x="200544" y="72286"/>
                </a:lnTo>
                <a:lnTo>
                  <a:pt x="201644" y="73387"/>
                </a:lnTo>
                <a:lnTo>
                  <a:pt x="203179" y="73387"/>
                </a:lnTo>
                <a:close/>
                <a:moveTo>
                  <a:pt x="200544" y="54974"/>
                </a:moveTo>
                <a:lnTo>
                  <a:pt x="202812" y="52672"/>
                </a:lnTo>
                <a:lnTo>
                  <a:pt x="206081" y="52672"/>
                </a:lnTo>
                <a:lnTo>
                  <a:pt x="207749" y="54373"/>
                </a:lnTo>
                <a:lnTo>
                  <a:pt x="203679" y="54373"/>
                </a:lnTo>
                <a:lnTo>
                  <a:pt x="203412" y="54473"/>
                </a:lnTo>
                <a:lnTo>
                  <a:pt x="200544" y="57342"/>
                </a:lnTo>
                <a:close/>
                <a:moveTo>
                  <a:pt x="205848" y="51338"/>
                </a:moveTo>
                <a:lnTo>
                  <a:pt x="204513" y="50003"/>
                </a:lnTo>
                <a:lnTo>
                  <a:pt x="204513" y="48002"/>
                </a:lnTo>
                <a:lnTo>
                  <a:pt x="205948" y="46568"/>
                </a:lnTo>
                <a:lnTo>
                  <a:pt x="207816" y="46568"/>
                </a:lnTo>
                <a:lnTo>
                  <a:pt x="205848" y="48536"/>
                </a:lnTo>
                <a:close/>
                <a:moveTo>
                  <a:pt x="205948" y="45800"/>
                </a:moveTo>
                <a:lnTo>
                  <a:pt x="204513" y="44366"/>
                </a:lnTo>
                <a:lnTo>
                  <a:pt x="204513" y="42365"/>
                </a:lnTo>
                <a:lnTo>
                  <a:pt x="205848" y="41030"/>
                </a:lnTo>
                <a:lnTo>
                  <a:pt x="205848" y="43832"/>
                </a:lnTo>
                <a:lnTo>
                  <a:pt x="207816" y="45800"/>
                </a:lnTo>
                <a:lnTo>
                  <a:pt x="205948" y="45800"/>
                </a:lnTo>
                <a:close/>
                <a:moveTo>
                  <a:pt x="203979" y="41797"/>
                </a:moveTo>
                <a:lnTo>
                  <a:pt x="201945" y="41797"/>
                </a:lnTo>
                <a:lnTo>
                  <a:pt x="200544" y="40363"/>
                </a:lnTo>
                <a:lnTo>
                  <a:pt x="200544" y="38495"/>
                </a:lnTo>
                <a:lnTo>
                  <a:pt x="202512" y="40463"/>
                </a:lnTo>
                <a:lnTo>
                  <a:pt x="202645" y="40463"/>
                </a:lnTo>
                <a:lnTo>
                  <a:pt x="205280" y="40463"/>
                </a:lnTo>
                <a:close/>
                <a:moveTo>
                  <a:pt x="199743" y="40363"/>
                </a:moveTo>
                <a:lnTo>
                  <a:pt x="198309" y="41797"/>
                </a:lnTo>
                <a:lnTo>
                  <a:pt x="196307" y="41797"/>
                </a:lnTo>
                <a:lnTo>
                  <a:pt x="194973" y="40463"/>
                </a:lnTo>
                <a:lnTo>
                  <a:pt x="197775" y="40463"/>
                </a:lnTo>
                <a:lnTo>
                  <a:pt x="199743" y="38495"/>
                </a:lnTo>
                <a:lnTo>
                  <a:pt x="199743" y="40363"/>
                </a:lnTo>
                <a:close/>
                <a:moveTo>
                  <a:pt x="194339" y="46568"/>
                </a:moveTo>
                <a:lnTo>
                  <a:pt x="195740" y="48002"/>
                </a:lnTo>
                <a:lnTo>
                  <a:pt x="195740" y="50003"/>
                </a:lnTo>
                <a:lnTo>
                  <a:pt x="194439" y="51338"/>
                </a:lnTo>
                <a:lnTo>
                  <a:pt x="194439" y="48536"/>
                </a:lnTo>
                <a:lnTo>
                  <a:pt x="192471" y="46568"/>
                </a:lnTo>
                <a:lnTo>
                  <a:pt x="194339" y="46568"/>
                </a:lnTo>
                <a:close/>
                <a:moveTo>
                  <a:pt x="175059" y="48536"/>
                </a:moveTo>
                <a:lnTo>
                  <a:pt x="175059" y="51338"/>
                </a:lnTo>
                <a:lnTo>
                  <a:pt x="173725" y="50003"/>
                </a:lnTo>
                <a:lnTo>
                  <a:pt x="173725" y="48002"/>
                </a:lnTo>
                <a:lnTo>
                  <a:pt x="175159" y="46568"/>
                </a:lnTo>
                <a:lnTo>
                  <a:pt x="177027" y="46568"/>
                </a:lnTo>
                <a:close/>
                <a:moveTo>
                  <a:pt x="175159" y="45800"/>
                </a:moveTo>
                <a:lnTo>
                  <a:pt x="173725" y="44366"/>
                </a:lnTo>
                <a:lnTo>
                  <a:pt x="173725" y="42365"/>
                </a:lnTo>
                <a:lnTo>
                  <a:pt x="175059" y="41030"/>
                </a:lnTo>
                <a:lnTo>
                  <a:pt x="175059" y="43832"/>
                </a:lnTo>
                <a:lnTo>
                  <a:pt x="177027" y="45800"/>
                </a:lnTo>
                <a:lnTo>
                  <a:pt x="175159" y="45800"/>
                </a:lnTo>
                <a:close/>
                <a:moveTo>
                  <a:pt x="173191" y="41797"/>
                </a:moveTo>
                <a:lnTo>
                  <a:pt x="171156" y="41797"/>
                </a:lnTo>
                <a:lnTo>
                  <a:pt x="169755" y="40363"/>
                </a:lnTo>
                <a:lnTo>
                  <a:pt x="169755" y="38495"/>
                </a:lnTo>
                <a:lnTo>
                  <a:pt x="171723" y="40463"/>
                </a:lnTo>
                <a:lnTo>
                  <a:pt x="174492" y="40463"/>
                </a:lnTo>
                <a:close/>
                <a:moveTo>
                  <a:pt x="168954" y="40363"/>
                </a:moveTo>
                <a:lnTo>
                  <a:pt x="167520" y="41797"/>
                </a:lnTo>
                <a:lnTo>
                  <a:pt x="165519" y="41797"/>
                </a:lnTo>
                <a:lnTo>
                  <a:pt x="164184" y="40463"/>
                </a:lnTo>
                <a:lnTo>
                  <a:pt x="166820" y="40463"/>
                </a:lnTo>
                <a:lnTo>
                  <a:pt x="166986" y="40463"/>
                </a:lnTo>
                <a:lnTo>
                  <a:pt x="168954" y="38495"/>
                </a:lnTo>
                <a:lnTo>
                  <a:pt x="168954" y="40363"/>
                </a:lnTo>
                <a:close/>
                <a:moveTo>
                  <a:pt x="163517" y="46568"/>
                </a:moveTo>
                <a:lnTo>
                  <a:pt x="164952" y="48002"/>
                </a:lnTo>
                <a:lnTo>
                  <a:pt x="164952" y="50003"/>
                </a:lnTo>
                <a:lnTo>
                  <a:pt x="163651" y="51338"/>
                </a:lnTo>
                <a:lnTo>
                  <a:pt x="163651" y="48536"/>
                </a:lnTo>
                <a:lnTo>
                  <a:pt x="161649" y="46568"/>
                </a:lnTo>
                <a:lnTo>
                  <a:pt x="163517" y="46568"/>
                </a:lnTo>
                <a:close/>
                <a:moveTo>
                  <a:pt x="144270" y="48536"/>
                </a:moveTo>
                <a:lnTo>
                  <a:pt x="144270" y="51338"/>
                </a:lnTo>
                <a:lnTo>
                  <a:pt x="142936" y="50003"/>
                </a:lnTo>
                <a:lnTo>
                  <a:pt x="142936" y="48002"/>
                </a:lnTo>
                <a:lnTo>
                  <a:pt x="144370" y="46568"/>
                </a:lnTo>
                <a:lnTo>
                  <a:pt x="146238" y="46568"/>
                </a:lnTo>
                <a:close/>
                <a:moveTo>
                  <a:pt x="144370" y="45800"/>
                </a:moveTo>
                <a:lnTo>
                  <a:pt x="142936" y="44366"/>
                </a:lnTo>
                <a:lnTo>
                  <a:pt x="142936" y="42365"/>
                </a:lnTo>
                <a:lnTo>
                  <a:pt x="144270" y="41030"/>
                </a:lnTo>
                <a:lnTo>
                  <a:pt x="144270" y="43832"/>
                </a:lnTo>
                <a:lnTo>
                  <a:pt x="146238" y="45800"/>
                </a:lnTo>
                <a:lnTo>
                  <a:pt x="144370" y="45800"/>
                </a:lnTo>
                <a:close/>
                <a:moveTo>
                  <a:pt x="142369" y="41797"/>
                </a:moveTo>
                <a:lnTo>
                  <a:pt x="140367" y="41797"/>
                </a:lnTo>
                <a:lnTo>
                  <a:pt x="138933" y="40363"/>
                </a:lnTo>
                <a:lnTo>
                  <a:pt x="138933" y="38495"/>
                </a:lnTo>
                <a:lnTo>
                  <a:pt x="140901" y="40463"/>
                </a:lnTo>
                <a:lnTo>
                  <a:pt x="141068" y="40463"/>
                </a:lnTo>
                <a:lnTo>
                  <a:pt x="143703" y="40463"/>
                </a:lnTo>
                <a:close/>
                <a:moveTo>
                  <a:pt x="138166" y="40363"/>
                </a:moveTo>
                <a:lnTo>
                  <a:pt x="136731" y="41797"/>
                </a:lnTo>
                <a:lnTo>
                  <a:pt x="134730" y="41797"/>
                </a:lnTo>
                <a:lnTo>
                  <a:pt x="133396" y="40463"/>
                </a:lnTo>
                <a:lnTo>
                  <a:pt x="136198" y="40463"/>
                </a:lnTo>
                <a:lnTo>
                  <a:pt x="138166" y="38495"/>
                </a:lnTo>
                <a:close/>
                <a:moveTo>
                  <a:pt x="132729" y="46568"/>
                </a:moveTo>
                <a:lnTo>
                  <a:pt x="134163" y="48002"/>
                </a:lnTo>
                <a:lnTo>
                  <a:pt x="134163" y="50003"/>
                </a:lnTo>
                <a:lnTo>
                  <a:pt x="132862" y="51338"/>
                </a:lnTo>
                <a:lnTo>
                  <a:pt x="132862" y="48536"/>
                </a:lnTo>
                <a:lnTo>
                  <a:pt x="130894" y="46568"/>
                </a:lnTo>
                <a:lnTo>
                  <a:pt x="132729" y="46568"/>
                </a:lnTo>
                <a:close/>
                <a:moveTo>
                  <a:pt x="113482" y="48536"/>
                </a:moveTo>
                <a:lnTo>
                  <a:pt x="113482" y="51338"/>
                </a:lnTo>
                <a:lnTo>
                  <a:pt x="112147" y="50003"/>
                </a:lnTo>
                <a:lnTo>
                  <a:pt x="112147" y="48002"/>
                </a:lnTo>
                <a:lnTo>
                  <a:pt x="113582" y="46568"/>
                </a:lnTo>
                <a:lnTo>
                  <a:pt x="115450" y="46568"/>
                </a:lnTo>
                <a:close/>
                <a:moveTo>
                  <a:pt x="113582" y="45800"/>
                </a:moveTo>
                <a:lnTo>
                  <a:pt x="112147" y="44366"/>
                </a:lnTo>
                <a:lnTo>
                  <a:pt x="112147" y="42365"/>
                </a:lnTo>
                <a:lnTo>
                  <a:pt x="113482" y="41030"/>
                </a:lnTo>
                <a:lnTo>
                  <a:pt x="113482" y="43832"/>
                </a:lnTo>
                <a:lnTo>
                  <a:pt x="115450" y="45800"/>
                </a:lnTo>
                <a:lnTo>
                  <a:pt x="113582" y="45800"/>
                </a:lnTo>
                <a:close/>
                <a:moveTo>
                  <a:pt x="111580" y="41797"/>
                </a:moveTo>
                <a:lnTo>
                  <a:pt x="109579" y="41797"/>
                </a:lnTo>
                <a:lnTo>
                  <a:pt x="108144" y="40363"/>
                </a:lnTo>
                <a:lnTo>
                  <a:pt x="108144" y="38495"/>
                </a:lnTo>
                <a:lnTo>
                  <a:pt x="110112" y="40463"/>
                </a:lnTo>
                <a:lnTo>
                  <a:pt x="112914" y="40463"/>
                </a:lnTo>
                <a:close/>
                <a:moveTo>
                  <a:pt x="107377" y="40363"/>
                </a:moveTo>
                <a:lnTo>
                  <a:pt x="105943" y="41797"/>
                </a:lnTo>
                <a:lnTo>
                  <a:pt x="103941" y="41797"/>
                </a:lnTo>
                <a:lnTo>
                  <a:pt x="102607" y="40463"/>
                </a:lnTo>
                <a:lnTo>
                  <a:pt x="105242" y="40463"/>
                </a:lnTo>
                <a:lnTo>
                  <a:pt x="105376" y="40463"/>
                </a:lnTo>
                <a:lnTo>
                  <a:pt x="107344" y="38495"/>
                </a:lnTo>
                <a:lnTo>
                  <a:pt x="107344" y="40363"/>
                </a:lnTo>
                <a:close/>
                <a:moveTo>
                  <a:pt x="101940" y="46568"/>
                </a:moveTo>
                <a:lnTo>
                  <a:pt x="103374" y="48002"/>
                </a:lnTo>
                <a:lnTo>
                  <a:pt x="103374" y="50003"/>
                </a:lnTo>
                <a:lnTo>
                  <a:pt x="102040" y="51338"/>
                </a:lnTo>
                <a:lnTo>
                  <a:pt x="102040" y="48536"/>
                </a:lnTo>
                <a:lnTo>
                  <a:pt x="100072" y="46568"/>
                </a:lnTo>
                <a:lnTo>
                  <a:pt x="101940" y="46568"/>
                </a:lnTo>
                <a:close/>
                <a:moveTo>
                  <a:pt x="82660" y="48536"/>
                </a:moveTo>
                <a:lnTo>
                  <a:pt x="82660" y="51338"/>
                </a:lnTo>
                <a:lnTo>
                  <a:pt x="81359" y="50003"/>
                </a:lnTo>
                <a:lnTo>
                  <a:pt x="81359" y="48002"/>
                </a:lnTo>
                <a:lnTo>
                  <a:pt x="82793" y="46568"/>
                </a:lnTo>
                <a:lnTo>
                  <a:pt x="84628" y="46568"/>
                </a:lnTo>
                <a:close/>
                <a:moveTo>
                  <a:pt x="82793" y="45800"/>
                </a:moveTo>
                <a:lnTo>
                  <a:pt x="81359" y="44366"/>
                </a:lnTo>
                <a:lnTo>
                  <a:pt x="81359" y="42365"/>
                </a:lnTo>
                <a:lnTo>
                  <a:pt x="82660" y="41030"/>
                </a:lnTo>
                <a:lnTo>
                  <a:pt x="82660" y="43832"/>
                </a:lnTo>
                <a:lnTo>
                  <a:pt x="84628" y="45800"/>
                </a:lnTo>
                <a:lnTo>
                  <a:pt x="82793" y="45800"/>
                </a:lnTo>
                <a:close/>
                <a:moveTo>
                  <a:pt x="80792" y="41797"/>
                </a:moveTo>
                <a:lnTo>
                  <a:pt x="78790" y="41797"/>
                </a:lnTo>
                <a:lnTo>
                  <a:pt x="77356" y="40363"/>
                </a:lnTo>
                <a:lnTo>
                  <a:pt x="77356" y="38495"/>
                </a:lnTo>
                <a:lnTo>
                  <a:pt x="79324" y="40463"/>
                </a:lnTo>
                <a:lnTo>
                  <a:pt x="79491" y="40463"/>
                </a:lnTo>
                <a:lnTo>
                  <a:pt x="82092" y="40463"/>
                </a:lnTo>
                <a:close/>
                <a:moveTo>
                  <a:pt x="76589" y="40363"/>
                </a:moveTo>
                <a:lnTo>
                  <a:pt x="75154" y="41797"/>
                </a:lnTo>
                <a:lnTo>
                  <a:pt x="73153" y="41797"/>
                </a:lnTo>
                <a:lnTo>
                  <a:pt x="71818" y="40463"/>
                </a:lnTo>
                <a:lnTo>
                  <a:pt x="74620" y="40463"/>
                </a:lnTo>
                <a:lnTo>
                  <a:pt x="76589" y="38495"/>
                </a:lnTo>
                <a:close/>
                <a:moveTo>
                  <a:pt x="71151" y="46568"/>
                </a:moveTo>
                <a:lnTo>
                  <a:pt x="72586" y="48002"/>
                </a:lnTo>
                <a:lnTo>
                  <a:pt x="72586" y="50003"/>
                </a:lnTo>
                <a:lnTo>
                  <a:pt x="71251" y="51338"/>
                </a:lnTo>
                <a:lnTo>
                  <a:pt x="71251" y="48536"/>
                </a:lnTo>
                <a:lnTo>
                  <a:pt x="69283" y="46568"/>
                </a:lnTo>
                <a:lnTo>
                  <a:pt x="71151" y="46568"/>
                </a:lnTo>
                <a:close/>
                <a:moveTo>
                  <a:pt x="51871" y="48536"/>
                </a:moveTo>
                <a:lnTo>
                  <a:pt x="51871" y="51338"/>
                </a:lnTo>
                <a:lnTo>
                  <a:pt x="50570" y="50003"/>
                </a:lnTo>
                <a:lnTo>
                  <a:pt x="50570" y="48002"/>
                </a:lnTo>
                <a:lnTo>
                  <a:pt x="51971" y="46568"/>
                </a:lnTo>
                <a:lnTo>
                  <a:pt x="53839" y="46568"/>
                </a:lnTo>
                <a:close/>
                <a:moveTo>
                  <a:pt x="51971" y="45800"/>
                </a:moveTo>
                <a:lnTo>
                  <a:pt x="50570" y="44366"/>
                </a:lnTo>
                <a:lnTo>
                  <a:pt x="50570" y="42365"/>
                </a:lnTo>
                <a:lnTo>
                  <a:pt x="51871" y="41030"/>
                </a:lnTo>
                <a:lnTo>
                  <a:pt x="51871" y="43832"/>
                </a:lnTo>
                <a:lnTo>
                  <a:pt x="53839" y="45800"/>
                </a:lnTo>
                <a:lnTo>
                  <a:pt x="51971" y="45800"/>
                </a:lnTo>
                <a:close/>
                <a:moveTo>
                  <a:pt x="50003" y="41797"/>
                </a:moveTo>
                <a:lnTo>
                  <a:pt x="48001" y="41797"/>
                </a:lnTo>
                <a:lnTo>
                  <a:pt x="46567" y="40363"/>
                </a:lnTo>
                <a:lnTo>
                  <a:pt x="46567" y="38495"/>
                </a:lnTo>
                <a:lnTo>
                  <a:pt x="48535" y="40463"/>
                </a:lnTo>
                <a:lnTo>
                  <a:pt x="51337" y="40463"/>
                </a:lnTo>
                <a:close/>
                <a:moveTo>
                  <a:pt x="45767" y="40363"/>
                </a:moveTo>
                <a:lnTo>
                  <a:pt x="44366" y="41797"/>
                </a:lnTo>
                <a:lnTo>
                  <a:pt x="42364" y="41797"/>
                </a:lnTo>
                <a:lnTo>
                  <a:pt x="41030" y="40463"/>
                </a:lnTo>
                <a:lnTo>
                  <a:pt x="43665" y="40463"/>
                </a:lnTo>
                <a:lnTo>
                  <a:pt x="43798" y="40463"/>
                </a:lnTo>
                <a:lnTo>
                  <a:pt x="45767" y="38495"/>
                </a:lnTo>
                <a:close/>
                <a:moveTo>
                  <a:pt x="40363" y="46568"/>
                </a:moveTo>
                <a:lnTo>
                  <a:pt x="41797" y="48002"/>
                </a:lnTo>
                <a:lnTo>
                  <a:pt x="41797" y="50003"/>
                </a:lnTo>
                <a:lnTo>
                  <a:pt x="40463" y="51338"/>
                </a:lnTo>
                <a:lnTo>
                  <a:pt x="40463" y="48536"/>
                </a:lnTo>
                <a:lnTo>
                  <a:pt x="38495" y="46568"/>
                </a:lnTo>
                <a:lnTo>
                  <a:pt x="40363" y="46568"/>
                </a:lnTo>
                <a:close/>
                <a:moveTo>
                  <a:pt x="40229" y="52672"/>
                </a:moveTo>
                <a:lnTo>
                  <a:pt x="43498" y="52672"/>
                </a:lnTo>
                <a:lnTo>
                  <a:pt x="45767" y="54974"/>
                </a:lnTo>
                <a:lnTo>
                  <a:pt x="45767" y="57342"/>
                </a:lnTo>
                <a:lnTo>
                  <a:pt x="42898" y="54473"/>
                </a:lnTo>
                <a:lnTo>
                  <a:pt x="42631" y="54340"/>
                </a:lnTo>
                <a:lnTo>
                  <a:pt x="38561" y="54340"/>
                </a:lnTo>
                <a:close/>
                <a:moveTo>
                  <a:pt x="45767" y="64714"/>
                </a:moveTo>
                <a:lnTo>
                  <a:pt x="42464" y="68016"/>
                </a:lnTo>
                <a:lnTo>
                  <a:pt x="37761" y="68016"/>
                </a:lnTo>
                <a:lnTo>
                  <a:pt x="36226" y="66482"/>
                </a:lnTo>
                <a:lnTo>
                  <a:pt x="41830" y="66482"/>
                </a:lnTo>
                <a:lnTo>
                  <a:pt x="45767" y="62546"/>
                </a:lnTo>
                <a:lnTo>
                  <a:pt x="45767" y="64714"/>
                </a:lnTo>
                <a:close/>
                <a:moveTo>
                  <a:pt x="40463" y="74621"/>
                </a:moveTo>
                <a:lnTo>
                  <a:pt x="40463" y="71819"/>
                </a:lnTo>
                <a:lnTo>
                  <a:pt x="41797" y="73153"/>
                </a:lnTo>
                <a:lnTo>
                  <a:pt x="41797" y="75155"/>
                </a:lnTo>
                <a:lnTo>
                  <a:pt x="40363" y="76589"/>
                </a:lnTo>
                <a:lnTo>
                  <a:pt x="38495" y="76589"/>
                </a:lnTo>
                <a:close/>
                <a:moveTo>
                  <a:pt x="40363" y="77356"/>
                </a:moveTo>
                <a:lnTo>
                  <a:pt x="41797" y="78791"/>
                </a:lnTo>
                <a:lnTo>
                  <a:pt x="41797" y="80792"/>
                </a:lnTo>
                <a:lnTo>
                  <a:pt x="40463" y="82126"/>
                </a:lnTo>
                <a:lnTo>
                  <a:pt x="40463" y="79324"/>
                </a:lnTo>
                <a:lnTo>
                  <a:pt x="38495" y="77356"/>
                </a:lnTo>
                <a:close/>
                <a:moveTo>
                  <a:pt x="42364" y="81359"/>
                </a:moveTo>
                <a:lnTo>
                  <a:pt x="44366" y="81359"/>
                </a:lnTo>
                <a:lnTo>
                  <a:pt x="45767" y="82794"/>
                </a:lnTo>
                <a:lnTo>
                  <a:pt x="45767" y="84662"/>
                </a:lnTo>
                <a:lnTo>
                  <a:pt x="43798" y="82693"/>
                </a:lnTo>
                <a:lnTo>
                  <a:pt x="43665" y="82693"/>
                </a:lnTo>
                <a:lnTo>
                  <a:pt x="41030" y="82693"/>
                </a:lnTo>
                <a:close/>
                <a:moveTo>
                  <a:pt x="46567" y="82794"/>
                </a:moveTo>
                <a:lnTo>
                  <a:pt x="48001" y="81359"/>
                </a:lnTo>
                <a:lnTo>
                  <a:pt x="50003" y="81359"/>
                </a:lnTo>
                <a:lnTo>
                  <a:pt x="51337" y="82693"/>
                </a:lnTo>
                <a:lnTo>
                  <a:pt x="48535" y="82693"/>
                </a:lnTo>
                <a:lnTo>
                  <a:pt x="46567" y="84662"/>
                </a:lnTo>
                <a:lnTo>
                  <a:pt x="46567" y="82794"/>
                </a:lnTo>
                <a:close/>
                <a:moveTo>
                  <a:pt x="51971" y="76589"/>
                </a:moveTo>
                <a:lnTo>
                  <a:pt x="50570" y="75155"/>
                </a:lnTo>
                <a:lnTo>
                  <a:pt x="50570" y="73153"/>
                </a:lnTo>
                <a:lnTo>
                  <a:pt x="51871" y="71819"/>
                </a:lnTo>
                <a:lnTo>
                  <a:pt x="51871" y="74621"/>
                </a:lnTo>
                <a:lnTo>
                  <a:pt x="53839" y="76589"/>
                </a:lnTo>
                <a:close/>
                <a:moveTo>
                  <a:pt x="71251" y="74621"/>
                </a:moveTo>
                <a:lnTo>
                  <a:pt x="71251" y="71819"/>
                </a:lnTo>
                <a:lnTo>
                  <a:pt x="72586" y="73153"/>
                </a:lnTo>
                <a:lnTo>
                  <a:pt x="72586" y="75155"/>
                </a:lnTo>
                <a:lnTo>
                  <a:pt x="71151" y="76589"/>
                </a:lnTo>
                <a:lnTo>
                  <a:pt x="69283" y="76589"/>
                </a:lnTo>
                <a:close/>
                <a:moveTo>
                  <a:pt x="71151" y="77356"/>
                </a:moveTo>
                <a:lnTo>
                  <a:pt x="72586" y="78791"/>
                </a:lnTo>
                <a:lnTo>
                  <a:pt x="72586" y="80792"/>
                </a:lnTo>
                <a:lnTo>
                  <a:pt x="71251" y="82126"/>
                </a:lnTo>
                <a:lnTo>
                  <a:pt x="71251" y="79324"/>
                </a:lnTo>
                <a:lnTo>
                  <a:pt x="69283" y="77356"/>
                </a:lnTo>
                <a:close/>
                <a:moveTo>
                  <a:pt x="73153" y="81359"/>
                </a:moveTo>
                <a:lnTo>
                  <a:pt x="75154" y="81359"/>
                </a:lnTo>
                <a:lnTo>
                  <a:pt x="76555" y="82794"/>
                </a:lnTo>
                <a:lnTo>
                  <a:pt x="76555" y="84662"/>
                </a:lnTo>
                <a:lnTo>
                  <a:pt x="74587" y="82693"/>
                </a:lnTo>
                <a:lnTo>
                  <a:pt x="71818" y="82693"/>
                </a:lnTo>
                <a:close/>
                <a:moveTo>
                  <a:pt x="77356" y="82794"/>
                </a:moveTo>
                <a:lnTo>
                  <a:pt x="78790" y="81359"/>
                </a:lnTo>
                <a:lnTo>
                  <a:pt x="80792" y="81359"/>
                </a:lnTo>
                <a:lnTo>
                  <a:pt x="82126" y="82693"/>
                </a:lnTo>
                <a:lnTo>
                  <a:pt x="79491" y="82693"/>
                </a:lnTo>
                <a:lnTo>
                  <a:pt x="79324" y="82693"/>
                </a:lnTo>
                <a:lnTo>
                  <a:pt x="77356" y="84662"/>
                </a:lnTo>
                <a:lnTo>
                  <a:pt x="77356" y="82794"/>
                </a:lnTo>
                <a:close/>
                <a:moveTo>
                  <a:pt x="82793" y="76589"/>
                </a:moveTo>
                <a:lnTo>
                  <a:pt x="81359" y="75155"/>
                </a:lnTo>
                <a:lnTo>
                  <a:pt x="81359" y="73153"/>
                </a:lnTo>
                <a:lnTo>
                  <a:pt x="82660" y="71819"/>
                </a:lnTo>
                <a:lnTo>
                  <a:pt x="82660" y="74621"/>
                </a:lnTo>
                <a:lnTo>
                  <a:pt x="84628" y="76589"/>
                </a:lnTo>
                <a:close/>
                <a:moveTo>
                  <a:pt x="102040" y="74621"/>
                </a:moveTo>
                <a:lnTo>
                  <a:pt x="102040" y="71819"/>
                </a:lnTo>
                <a:lnTo>
                  <a:pt x="103374" y="73153"/>
                </a:lnTo>
                <a:lnTo>
                  <a:pt x="103374" y="75155"/>
                </a:lnTo>
                <a:lnTo>
                  <a:pt x="101940" y="76589"/>
                </a:lnTo>
                <a:lnTo>
                  <a:pt x="100072" y="76589"/>
                </a:lnTo>
                <a:close/>
                <a:moveTo>
                  <a:pt x="101940" y="77356"/>
                </a:moveTo>
                <a:lnTo>
                  <a:pt x="103374" y="78791"/>
                </a:lnTo>
                <a:lnTo>
                  <a:pt x="103374" y="80792"/>
                </a:lnTo>
                <a:lnTo>
                  <a:pt x="102040" y="82126"/>
                </a:lnTo>
                <a:lnTo>
                  <a:pt x="102040" y="79324"/>
                </a:lnTo>
                <a:lnTo>
                  <a:pt x="100072" y="77356"/>
                </a:lnTo>
                <a:close/>
                <a:moveTo>
                  <a:pt x="103941" y="81359"/>
                </a:moveTo>
                <a:lnTo>
                  <a:pt x="105943" y="81359"/>
                </a:lnTo>
                <a:lnTo>
                  <a:pt x="107377" y="82794"/>
                </a:lnTo>
                <a:lnTo>
                  <a:pt x="107377" y="84662"/>
                </a:lnTo>
                <a:lnTo>
                  <a:pt x="105409" y="82693"/>
                </a:lnTo>
                <a:lnTo>
                  <a:pt x="105242" y="82693"/>
                </a:lnTo>
                <a:lnTo>
                  <a:pt x="102607" y="82693"/>
                </a:lnTo>
                <a:close/>
                <a:moveTo>
                  <a:pt x="108144" y="82794"/>
                </a:moveTo>
                <a:lnTo>
                  <a:pt x="109579" y="81359"/>
                </a:lnTo>
                <a:lnTo>
                  <a:pt x="111580" y="81359"/>
                </a:lnTo>
                <a:lnTo>
                  <a:pt x="112914" y="82693"/>
                </a:lnTo>
                <a:lnTo>
                  <a:pt x="110112" y="82693"/>
                </a:lnTo>
                <a:lnTo>
                  <a:pt x="108144" y="84662"/>
                </a:lnTo>
                <a:close/>
                <a:moveTo>
                  <a:pt x="113582" y="76589"/>
                </a:moveTo>
                <a:lnTo>
                  <a:pt x="112147" y="75155"/>
                </a:lnTo>
                <a:lnTo>
                  <a:pt x="112147" y="73153"/>
                </a:lnTo>
                <a:lnTo>
                  <a:pt x="113482" y="71819"/>
                </a:lnTo>
                <a:lnTo>
                  <a:pt x="113482" y="74621"/>
                </a:lnTo>
                <a:lnTo>
                  <a:pt x="115450" y="76589"/>
                </a:lnTo>
                <a:close/>
                <a:moveTo>
                  <a:pt x="132862" y="74621"/>
                </a:moveTo>
                <a:lnTo>
                  <a:pt x="132862" y="71819"/>
                </a:lnTo>
                <a:lnTo>
                  <a:pt x="134163" y="73153"/>
                </a:lnTo>
                <a:lnTo>
                  <a:pt x="134163" y="75155"/>
                </a:lnTo>
                <a:lnTo>
                  <a:pt x="132729" y="76589"/>
                </a:lnTo>
                <a:lnTo>
                  <a:pt x="130894" y="76589"/>
                </a:lnTo>
                <a:close/>
                <a:moveTo>
                  <a:pt x="132729" y="77356"/>
                </a:moveTo>
                <a:lnTo>
                  <a:pt x="134163" y="78791"/>
                </a:lnTo>
                <a:lnTo>
                  <a:pt x="134163" y="80792"/>
                </a:lnTo>
                <a:lnTo>
                  <a:pt x="132862" y="82126"/>
                </a:lnTo>
                <a:lnTo>
                  <a:pt x="132862" y="79324"/>
                </a:lnTo>
                <a:lnTo>
                  <a:pt x="130894" y="77356"/>
                </a:lnTo>
                <a:close/>
                <a:moveTo>
                  <a:pt x="134730" y="81359"/>
                </a:moveTo>
                <a:lnTo>
                  <a:pt x="136731" y="81359"/>
                </a:lnTo>
                <a:lnTo>
                  <a:pt x="138166" y="82794"/>
                </a:lnTo>
                <a:lnTo>
                  <a:pt x="138166" y="84662"/>
                </a:lnTo>
                <a:lnTo>
                  <a:pt x="136198" y="82693"/>
                </a:lnTo>
                <a:lnTo>
                  <a:pt x="133396" y="82693"/>
                </a:lnTo>
                <a:close/>
                <a:moveTo>
                  <a:pt x="138933" y="82794"/>
                </a:moveTo>
                <a:lnTo>
                  <a:pt x="140367" y="81359"/>
                </a:lnTo>
                <a:lnTo>
                  <a:pt x="142369" y="81359"/>
                </a:lnTo>
                <a:lnTo>
                  <a:pt x="143703" y="82693"/>
                </a:lnTo>
                <a:lnTo>
                  <a:pt x="141068" y="82693"/>
                </a:lnTo>
                <a:lnTo>
                  <a:pt x="140934" y="82693"/>
                </a:lnTo>
                <a:lnTo>
                  <a:pt x="138966" y="84662"/>
                </a:lnTo>
                <a:lnTo>
                  <a:pt x="138966" y="82794"/>
                </a:lnTo>
                <a:close/>
                <a:moveTo>
                  <a:pt x="144370" y="76589"/>
                </a:moveTo>
                <a:lnTo>
                  <a:pt x="142936" y="75155"/>
                </a:lnTo>
                <a:lnTo>
                  <a:pt x="142936" y="73153"/>
                </a:lnTo>
                <a:lnTo>
                  <a:pt x="144270" y="71819"/>
                </a:lnTo>
                <a:lnTo>
                  <a:pt x="144270" y="74621"/>
                </a:lnTo>
                <a:lnTo>
                  <a:pt x="146238" y="76589"/>
                </a:lnTo>
                <a:close/>
                <a:moveTo>
                  <a:pt x="163651" y="74621"/>
                </a:moveTo>
                <a:lnTo>
                  <a:pt x="163651" y="71819"/>
                </a:lnTo>
                <a:lnTo>
                  <a:pt x="164952" y="73153"/>
                </a:lnTo>
                <a:lnTo>
                  <a:pt x="164952" y="75155"/>
                </a:lnTo>
                <a:lnTo>
                  <a:pt x="163551" y="76589"/>
                </a:lnTo>
                <a:lnTo>
                  <a:pt x="161683" y="76589"/>
                </a:lnTo>
                <a:close/>
                <a:moveTo>
                  <a:pt x="163517" y="77356"/>
                </a:moveTo>
                <a:lnTo>
                  <a:pt x="164952" y="78791"/>
                </a:lnTo>
                <a:lnTo>
                  <a:pt x="164952" y="80792"/>
                </a:lnTo>
                <a:lnTo>
                  <a:pt x="163651" y="82126"/>
                </a:lnTo>
                <a:lnTo>
                  <a:pt x="163651" y="79324"/>
                </a:lnTo>
                <a:lnTo>
                  <a:pt x="161649" y="77356"/>
                </a:lnTo>
                <a:close/>
                <a:moveTo>
                  <a:pt x="165519" y="81359"/>
                </a:moveTo>
                <a:lnTo>
                  <a:pt x="167520" y="81359"/>
                </a:lnTo>
                <a:lnTo>
                  <a:pt x="168954" y="82794"/>
                </a:lnTo>
                <a:lnTo>
                  <a:pt x="168954" y="84662"/>
                </a:lnTo>
                <a:lnTo>
                  <a:pt x="166986" y="82693"/>
                </a:lnTo>
                <a:lnTo>
                  <a:pt x="166820" y="82693"/>
                </a:lnTo>
                <a:lnTo>
                  <a:pt x="164218" y="82693"/>
                </a:lnTo>
                <a:close/>
                <a:moveTo>
                  <a:pt x="169755" y="82794"/>
                </a:moveTo>
                <a:lnTo>
                  <a:pt x="171156" y="81359"/>
                </a:lnTo>
                <a:lnTo>
                  <a:pt x="173191" y="81359"/>
                </a:lnTo>
                <a:lnTo>
                  <a:pt x="174492" y="82693"/>
                </a:lnTo>
                <a:lnTo>
                  <a:pt x="171723" y="82693"/>
                </a:lnTo>
                <a:lnTo>
                  <a:pt x="169755" y="84662"/>
                </a:lnTo>
                <a:lnTo>
                  <a:pt x="169755" y="82794"/>
                </a:lnTo>
                <a:close/>
                <a:moveTo>
                  <a:pt x="175159" y="76589"/>
                </a:moveTo>
                <a:lnTo>
                  <a:pt x="173725" y="75155"/>
                </a:lnTo>
                <a:lnTo>
                  <a:pt x="173725" y="73153"/>
                </a:lnTo>
                <a:lnTo>
                  <a:pt x="175059" y="71819"/>
                </a:lnTo>
                <a:lnTo>
                  <a:pt x="175059" y="74621"/>
                </a:lnTo>
                <a:lnTo>
                  <a:pt x="177027" y="76589"/>
                </a:lnTo>
                <a:close/>
                <a:moveTo>
                  <a:pt x="194439" y="74621"/>
                </a:moveTo>
                <a:lnTo>
                  <a:pt x="194439" y="71819"/>
                </a:lnTo>
                <a:lnTo>
                  <a:pt x="195740" y="73153"/>
                </a:lnTo>
                <a:lnTo>
                  <a:pt x="195740" y="75155"/>
                </a:lnTo>
                <a:lnTo>
                  <a:pt x="194339" y="76589"/>
                </a:lnTo>
                <a:lnTo>
                  <a:pt x="192471" y="76589"/>
                </a:lnTo>
                <a:close/>
                <a:moveTo>
                  <a:pt x="194339" y="77356"/>
                </a:moveTo>
                <a:lnTo>
                  <a:pt x="195740" y="78791"/>
                </a:lnTo>
                <a:lnTo>
                  <a:pt x="195740" y="80792"/>
                </a:lnTo>
                <a:lnTo>
                  <a:pt x="194439" y="82126"/>
                </a:lnTo>
                <a:lnTo>
                  <a:pt x="194439" y="79324"/>
                </a:lnTo>
                <a:lnTo>
                  <a:pt x="192471" y="77356"/>
                </a:lnTo>
                <a:close/>
                <a:moveTo>
                  <a:pt x="196307" y="81359"/>
                </a:moveTo>
                <a:lnTo>
                  <a:pt x="198309" y="81359"/>
                </a:lnTo>
                <a:lnTo>
                  <a:pt x="199743" y="82794"/>
                </a:lnTo>
                <a:lnTo>
                  <a:pt x="199743" y="84662"/>
                </a:lnTo>
                <a:lnTo>
                  <a:pt x="197775" y="82693"/>
                </a:lnTo>
                <a:lnTo>
                  <a:pt x="195006" y="82693"/>
                </a:lnTo>
                <a:close/>
                <a:moveTo>
                  <a:pt x="200544" y="82794"/>
                </a:moveTo>
                <a:lnTo>
                  <a:pt x="201945" y="81359"/>
                </a:lnTo>
                <a:lnTo>
                  <a:pt x="203979" y="81359"/>
                </a:lnTo>
                <a:lnTo>
                  <a:pt x="205280" y="82693"/>
                </a:lnTo>
                <a:lnTo>
                  <a:pt x="202679" y="82693"/>
                </a:lnTo>
                <a:lnTo>
                  <a:pt x="202512" y="82693"/>
                </a:lnTo>
                <a:lnTo>
                  <a:pt x="200544" y="84662"/>
                </a:lnTo>
                <a:lnTo>
                  <a:pt x="200544" y="82794"/>
                </a:lnTo>
                <a:close/>
                <a:moveTo>
                  <a:pt x="205948" y="76589"/>
                </a:moveTo>
                <a:lnTo>
                  <a:pt x="204513" y="75155"/>
                </a:lnTo>
                <a:lnTo>
                  <a:pt x="204513" y="73153"/>
                </a:lnTo>
                <a:lnTo>
                  <a:pt x="205848" y="71819"/>
                </a:lnTo>
                <a:lnTo>
                  <a:pt x="205848" y="74588"/>
                </a:lnTo>
                <a:lnTo>
                  <a:pt x="207816" y="76556"/>
                </a:lnTo>
                <a:lnTo>
                  <a:pt x="205948" y="76556"/>
                </a:lnTo>
                <a:close/>
                <a:moveTo>
                  <a:pt x="206081" y="70485"/>
                </a:moveTo>
                <a:lnTo>
                  <a:pt x="202812" y="70485"/>
                </a:lnTo>
                <a:lnTo>
                  <a:pt x="200544" y="68183"/>
                </a:lnTo>
                <a:lnTo>
                  <a:pt x="200544" y="65815"/>
                </a:lnTo>
                <a:lnTo>
                  <a:pt x="203412" y="68683"/>
                </a:lnTo>
                <a:lnTo>
                  <a:pt x="203679" y="68817"/>
                </a:lnTo>
                <a:lnTo>
                  <a:pt x="207749" y="68817"/>
                </a:lnTo>
                <a:close/>
                <a:moveTo>
                  <a:pt x="200544" y="58476"/>
                </a:moveTo>
                <a:lnTo>
                  <a:pt x="203846" y="55140"/>
                </a:lnTo>
                <a:lnTo>
                  <a:pt x="208549" y="55140"/>
                </a:lnTo>
                <a:lnTo>
                  <a:pt x="210084" y="56675"/>
                </a:lnTo>
                <a:lnTo>
                  <a:pt x="204480" y="56675"/>
                </a:lnTo>
                <a:lnTo>
                  <a:pt x="200544" y="60611"/>
                </a:lnTo>
                <a:close/>
                <a:moveTo>
                  <a:pt x="208316" y="53806"/>
                </a:moveTo>
                <a:lnTo>
                  <a:pt x="206615" y="52105"/>
                </a:lnTo>
                <a:lnTo>
                  <a:pt x="206615" y="48869"/>
                </a:lnTo>
                <a:lnTo>
                  <a:pt x="208916" y="46568"/>
                </a:lnTo>
                <a:lnTo>
                  <a:pt x="211285" y="46568"/>
                </a:lnTo>
                <a:lnTo>
                  <a:pt x="208316" y="49570"/>
                </a:lnTo>
                <a:lnTo>
                  <a:pt x="208316" y="53806"/>
                </a:lnTo>
                <a:close/>
                <a:moveTo>
                  <a:pt x="208916" y="45800"/>
                </a:moveTo>
                <a:lnTo>
                  <a:pt x="206648" y="43499"/>
                </a:lnTo>
                <a:lnTo>
                  <a:pt x="206648" y="40230"/>
                </a:lnTo>
                <a:lnTo>
                  <a:pt x="208316" y="38562"/>
                </a:lnTo>
                <a:lnTo>
                  <a:pt x="208316" y="42798"/>
                </a:lnTo>
                <a:lnTo>
                  <a:pt x="211285" y="45800"/>
                </a:lnTo>
                <a:close/>
                <a:moveTo>
                  <a:pt x="206081" y="39696"/>
                </a:moveTo>
                <a:lnTo>
                  <a:pt x="202812" y="39696"/>
                </a:lnTo>
                <a:lnTo>
                  <a:pt x="200544" y="37394"/>
                </a:lnTo>
                <a:lnTo>
                  <a:pt x="200544" y="35026"/>
                </a:lnTo>
                <a:lnTo>
                  <a:pt x="203512" y="38028"/>
                </a:lnTo>
                <a:lnTo>
                  <a:pt x="203679" y="38028"/>
                </a:lnTo>
                <a:lnTo>
                  <a:pt x="207749" y="38028"/>
                </a:lnTo>
                <a:close/>
                <a:moveTo>
                  <a:pt x="199743" y="37394"/>
                </a:moveTo>
                <a:lnTo>
                  <a:pt x="197441" y="39696"/>
                </a:lnTo>
                <a:lnTo>
                  <a:pt x="194206" y="39696"/>
                </a:lnTo>
                <a:lnTo>
                  <a:pt x="192538" y="37995"/>
                </a:lnTo>
                <a:lnTo>
                  <a:pt x="196741" y="37995"/>
                </a:lnTo>
                <a:lnTo>
                  <a:pt x="199743" y="35026"/>
                </a:lnTo>
                <a:close/>
                <a:moveTo>
                  <a:pt x="193639" y="40263"/>
                </a:moveTo>
                <a:lnTo>
                  <a:pt x="193639" y="43499"/>
                </a:lnTo>
                <a:lnTo>
                  <a:pt x="191337" y="45800"/>
                </a:lnTo>
                <a:lnTo>
                  <a:pt x="188969" y="45800"/>
                </a:lnTo>
                <a:lnTo>
                  <a:pt x="191837" y="42932"/>
                </a:lnTo>
                <a:lnTo>
                  <a:pt x="191971" y="42631"/>
                </a:lnTo>
                <a:lnTo>
                  <a:pt x="191971" y="38562"/>
                </a:lnTo>
                <a:close/>
                <a:moveTo>
                  <a:pt x="177627" y="42932"/>
                </a:moveTo>
                <a:lnTo>
                  <a:pt x="180496" y="45800"/>
                </a:lnTo>
                <a:lnTo>
                  <a:pt x="178128" y="45800"/>
                </a:lnTo>
                <a:lnTo>
                  <a:pt x="175826" y="43499"/>
                </a:lnTo>
                <a:lnTo>
                  <a:pt x="175826" y="40230"/>
                </a:lnTo>
                <a:lnTo>
                  <a:pt x="177527" y="38562"/>
                </a:lnTo>
                <a:lnTo>
                  <a:pt x="177527" y="42631"/>
                </a:lnTo>
                <a:close/>
                <a:moveTo>
                  <a:pt x="175292" y="39696"/>
                </a:moveTo>
                <a:lnTo>
                  <a:pt x="172023" y="39696"/>
                </a:lnTo>
                <a:lnTo>
                  <a:pt x="169755" y="37394"/>
                </a:lnTo>
                <a:lnTo>
                  <a:pt x="169755" y="35026"/>
                </a:lnTo>
                <a:lnTo>
                  <a:pt x="172724" y="38028"/>
                </a:lnTo>
                <a:lnTo>
                  <a:pt x="176960" y="38028"/>
                </a:lnTo>
                <a:close/>
                <a:moveTo>
                  <a:pt x="168954" y="37394"/>
                </a:moveTo>
                <a:lnTo>
                  <a:pt x="166653" y="39696"/>
                </a:lnTo>
                <a:lnTo>
                  <a:pt x="163417" y="39696"/>
                </a:lnTo>
                <a:lnTo>
                  <a:pt x="161716" y="37995"/>
                </a:lnTo>
                <a:lnTo>
                  <a:pt x="165786" y="37995"/>
                </a:lnTo>
                <a:lnTo>
                  <a:pt x="165952" y="37995"/>
                </a:lnTo>
                <a:lnTo>
                  <a:pt x="168954" y="35026"/>
                </a:lnTo>
                <a:close/>
                <a:moveTo>
                  <a:pt x="162850" y="40263"/>
                </a:moveTo>
                <a:lnTo>
                  <a:pt x="162850" y="43499"/>
                </a:lnTo>
                <a:lnTo>
                  <a:pt x="160548" y="45800"/>
                </a:lnTo>
                <a:lnTo>
                  <a:pt x="158180" y="45800"/>
                </a:lnTo>
                <a:lnTo>
                  <a:pt x="161182" y="42798"/>
                </a:lnTo>
                <a:lnTo>
                  <a:pt x="161182" y="38562"/>
                </a:lnTo>
                <a:close/>
                <a:moveTo>
                  <a:pt x="149707" y="45800"/>
                </a:moveTo>
                <a:lnTo>
                  <a:pt x="147339" y="45800"/>
                </a:lnTo>
                <a:lnTo>
                  <a:pt x="145037" y="43499"/>
                </a:lnTo>
                <a:lnTo>
                  <a:pt x="145037" y="40230"/>
                </a:lnTo>
                <a:lnTo>
                  <a:pt x="146739" y="38562"/>
                </a:lnTo>
                <a:lnTo>
                  <a:pt x="146739" y="42798"/>
                </a:lnTo>
                <a:close/>
                <a:moveTo>
                  <a:pt x="144504" y="39696"/>
                </a:moveTo>
                <a:lnTo>
                  <a:pt x="141235" y="39696"/>
                </a:lnTo>
                <a:lnTo>
                  <a:pt x="138933" y="37394"/>
                </a:lnTo>
                <a:lnTo>
                  <a:pt x="138933" y="35026"/>
                </a:lnTo>
                <a:lnTo>
                  <a:pt x="141935" y="38028"/>
                </a:lnTo>
                <a:lnTo>
                  <a:pt x="142102" y="38028"/>
                </a:lnTo>
                <a:lnTo>
                  <a:pt x="146172" y="38028"/>
                </a:lnTo>
                <a:close/>
                <a:moveTo>
                  <a:pt x="138166" y="37394"/>
                </a:moveTo>
                <a:lnTo>
                  <a:pt x="135864" y="39696"/>
                </a:lnTo>
                <a:lnTo>
                  <a:pt x="132629" y="39696"/>
                </a:lnTo>
                <a:lnTo>
                  <a:pt x="130927" y="37995"/>
                </a:lnTo>
                <a:lnTo>
                  <a:pt x="135164" y="37995"/>
                </a:lnTo>
                <a:lnTo>
                  <a:pt x="138166" y="35026"/>
                </a:lnTo>
                <a:close/>
                <a:moveTo>
                  <a:pt x="132061" y="40263"/>
                </a:moveTo>
                <a:lnTo>
                  <a:pt x="132061" y="43499"/>
                </a:lnTo>
                <a:lnTo>
                  <a:pt x="129760" y="45800"/>
                </a:lnTo>
                <a:lnTo>
                  <a:pt x="127391" y="45800"/>
                </a:lnTo>
                <a:lnTo>
                  <a:pt x="130260" y="42932"/>
                </a:lnTo>
                <a:lnTo>
                  <a:pt x="130394" y="42631"/>
                </a:lnTo>
                <a:lnTo>
                  <a:pt x="130394" y="38562"/>
                </a:lnTo>
                <a:close/>
                <a:moveTo>
                  <a:pt x="116050" y="42932"/>
                </a:moveTo>
                <a:lnTo>
                  <a:pt x="118919" y="45800"/>
                </a:lnTo>
                <a:lnTo>
                  <a:pt x="116550" y="45800"/>
                </a:lnTo>
                <a:lnTo>
                  <a:pt x="114249" y="43499"/>
                </a:lnTo>
                <a:lnTo>
                  <a:pt x="114249" y="40230"/>
                </a:lnTo>
                <a:lnTo>
                  <a:pt x="115917" y="38562"/>
                </a:lnTo>
                <a:lnTo>
                  <a:pt x="115917" y="42631"/>
                </a:lnTo>
                <a:close/>
                <a:moveTo>
                  <a:pt x="113682" y="39696"/>
                </a:moveTo>
                <a:lnTo>
                  <a:pt x="110446" y="39696"/>
                </a:lnTo>
                <a:lnTo>
                  <a:pt x="108144" y="37394"/>
                </a:lnTo>
                <a:lnTo>
                  <a:pt x="108144" y="35026"/>
                </a:lnTo>
                <a:lnTo>
                  <a:pt x="111147" y="38028"/>
                </a:lnTo>
                <a:lnTo>
                  <a:pt x="115383" y="38028"/>
                </a:lnTo>
                <a:close/>
                <a:moveTo>
                  <a:pt x="107377" y="37394"/>
                </a:moveTo>
                <a:lnTo>
                  <a:pt x="105076" y="39696"/>
                </a:lnTo>
                <a:lnTo>
                  <a:pt x="101840" y="39696"/>
                </a:lnTo>
                <a:lnTo>
                  <a:pt x="100139" y="37995"/>
                </a:lnTo>
                <a:lnTo>
                  <a:pt x="104208" y="37995"/>
                </a:lnTo>
                <a:lnTo>
                  <a:pt x="104375" y="37995"/>
                </a:lnTo>
                <a:lnTo>
                  <a:pt x="107377" y="35026"/>
                </a:lnTo>
                <a:lnTo>
                  <a:pt x="107377" y="37394"/>
                </a:lnTo>
                <a:close/>
                <a:moveTo>
                  <a:pt x="101273" y="40263"/>
                </a:moveTo>
                <a:lnTo>
                  <a:pt x="101273" y="43499"/>
                </a:lnTo>
                <a:lnTo>
                  <a:pt x="98971" y="45800"/>
                </a:lnTo>
                <a:lnTo>
                  <a:pt x="96603" y="45800"/>
                </a:lnTo>
                <a:lnTo>
                  <a:pt x="99605" y="42798"/>
                </a:lnTo>
                <a:lnTo>
                  <a:pt x="99605" y="38562"/>
                </a:lnTo>
                <a:close/>
                <a:moveTo>
                  <a:pt x="88130" y="45800"/>
                </a:moveTo>
                <a:lnTo>
                  <a:pt x="85762" y="45800"/>
                </a:lnTo>
                <a:lnTo>
                  <a:pt x="83460" y="43499"/>
                </a:lnTo>
                <a:lnTo>
                  <a:pt x="83460" y="40230"/>
                </a:lnTo>
                <a:lnTo>
                  <a:pt x="85128" y="38562"/>
                </a:lnTo>
                <a:lnTo>
                  <a:pt x="85128" y="42798"/>
                </a:lnTo>
                <a:close/>
                <a:moveTo>
                  <a:pt x="82893" y="39696"/>
                </a:moveTo>
                <a:lnTo>
                  <a:pt x="79657" y="39696"/>
                </a:lnTo>
                <a:lnTo>
                  <a:pt x="77356" y="37394"/>
                </a:lnTo>
                <a:lnTo>
                  <a:pt x="77356" y="35026"/>
                </a:lnTo>
                <a:lnTo>
                  <a:pt x="80358" y="38028"/>
                </a:lnTo>
                <a:lnTo>
                  <a:pt x="80525" y="38028"/>
                </a:lnTo>
                <a:lnTo>
                  <a:pt x="84594" y="38028"/>
                </a:lnTo>
                <a:close/>
                <a:moveTo>
                  <a:pt x="76589" y="37394"/>
                </a:moveTo>
                <a:lnTo>
                  <a:pt x="74287" y="39696"/>
                </a:lnTo>
                <a:lnTo>
                  <a:pt x="71018" y="39696"/>
                </a:lnTo>
                <a:lnTo>
                  <a:pt x="69350" y="37995"/>
                </a:lnTo>
                <a:lnTo>
                  <a:pt x="73586" y="37995"/>
                </a:lnTo>
                <a:lnTo>
                  <a:pt x="76589" y="35026"/>
                </a:lnTo>
                <a:close/>
                <a:moveTo>
                  <a:pt x="70484" y="40263"/>
                </a:moveTo>
                <a:lnTo>
                  <a:pt x="70484" y="43499"/>
                </a:lnTo>
                <a:lnTo>
                  <a:pt x="68183" y="45800"/>
                </a:lnTo>
                <a:lnTo>
                  <a:pt x="65814" y="45800"/>
                </a:lnTo>
                <a:lnTo>
                  <a:pt x="68683" y="42932"/>
                </a:lnTo>
                <a:lnTo>
                  <a:pt x="68816" y="42631"/>
                </a:lnTo>
                <a:lnTo>
                  <a:pt x="68816" y="38562"/>
                </a:lnTo>
                <a:close/>
                <a:moveTo>
                  <a:pt x="54473" y="42932"/>
                </a:moveTo>
                <a:lnTo>
                  <a:pt x="57341" y="45800"/>
                </a:lnTo>
                <a:lnTo>
                  <a:pt x="54973" y="45800"/>
                </a:lnTo>
                <a:lnTo>
                  <a:pt x="52671" y="43499"/>
                </a:lnTo>
                <a:lnTo>
                  <a:pt x="52671" y="40230"/>
                </a:lnTo>
                <a:lnTo>
                  <a:pt x="54339" y="38562"/>
                </a:lnTo>
                <a:lnTo>
                  <a:pt x="54339" y="42631"/>
                </a:lnTo>
                <a:close/>
                <a:moveTo>
                  <a:pt x="52104" y="39696"/>
                </a:moveTo>
                <a:lnTo>
                  <a:pt x="48869" y="39696"/>
                </a:lnTo>
                <a:lnTo>
                  <a:pt x="46567" y="37394"/>
                </a:lnTo>
                <a:lnTo>
                  <a:pt x="46567" y="35026"/>
                </a:lnTo>
                <a:lnTo>
                  <a:pt x="49569" y="38028"/>
                </a:lnTo>
                <a:lnTo>
                  <a:pt x="53806" y="38028"/>
                </a:lnTo>
                <a:close/>
                <a:moveTo>
                  <a:pt x="45767" y="37394"/>
                </a:moveTo>
                <a:lnTo>
                  <a:pt x="43498" y="39696"/>
                </a:lnTo>
                <a:lnTo>
                  <a:pt x="40229" y="39696"/>
                </a:lnTo>
                <a:lnTo>
                  <a:pt x="38561" y="37995"/>
                </a:lnTo>
                <a:lnTo>
                  <a:pt x="42631" y="37995"/>
                </a:lnTo>
                <a:lnTo>
                  <a:pt x="42798" y="37995"/>
                </a:lnTo>
                <a:lnTo>
                  <a:pt x="45767" y="35026"/>
                </a:lnTo>
                <a:close/>
                <a:moveTo>
                  <a:pt x="39696" y="40263"/>
                </a:moveTo>
                <a:lnTo>
                  <a:pt x="39696" y="43499"/>
                </a:lnTo>
                <a:lnTo>
                  <a:pt x="37394" y="45800"/>
                </a:lnTo>
                <a:lnTo>
                  <a:pt x="35026" y="45800"/>
                </a:lnTo>
                <a:lnTo>
                  <a:pt x="37994" y="42798"/>
                </a:lnTo>
                <a:lnTo>
                  <a:pt x="37994" y="38562"/>
                </a:lnTo>
                <a:close/>
                <a:moveTo>
                  <a:pt x="33891" y="46568"/>
                </a:moveTo>
                <a:lnTo>
                  <a:pt x="37227" y="49903"/>
                </a:lnTo>
                <a:lnTo>
                  <a:pt x="37227" y="54573"/>
                </a:lnTo>
                <a:lnTo>
                  <a:pt x="35693" y="56108"/>
                </a:lnTo>
                <a:lnTo>
                  <a:pt x="35693" y="50537"/>
                </a:lnTo>
                <a:lnTo>
                  <a:pt x="31723" y="46568"/>
                </a:lnTo>
                <a:close/>
                <a:moveTo>
                  <a:pt x="35793" y="57475"/>
                </a:moveTo>
                <a:lnTo>
                  <a:pt x="41497" y="57475"/>
                </a:lnTo>
                <a:lnTo>
                  <a:pt x="45233" y="61178"/>
                </a:lnTo>
                <a:lnTo>
                  <a:pt x="37461" y="61178"/>
                </a:lnTo>
                <a:lnTo>
                  <a:pt x="35793" y="59510"/>
                </a:lnTo>
                <a:close/>
                <a:moveTo>
                  <a:pt x="45233" y="61979"/>
                </a:moveTo>
                <a:lnTo>
                  <a:pt x="41497" y="65681"/>
                </a:lnTo>
                <a:lnTo>
                  <a:pt x="35793" y="65681"/>
                </a:lnTo>
                <a:lnTo>
                  <a:pt x="35793" y="63646"/>
                </a:lnTo>
                <a:lnTo>
                  <a:pt x="37461" y="61979"/>
                </a:lnTo>
                <a:close/>
                <a:moveTo>
                  <a:pt x="35693" y="67049"/>
                </a:moveTo>
                <a:lnTo>
                  <a:pt x="37227" y="68583"/>
                </a:lnTo>
                <a:lnTo>
                  <a:pt x="37227" y="73253"/>
                </a:lnTo>
                <a:lnTo>
                  <a:pt x="33891" y="76589"/>
                </a:lnTo>
                <a:lnTo>
                  <a:pt x="31723" y="76589"/>
                </a:lnTo>
                <a:lnTo>
                  <a:pt x="35693" y="72620"/>
                </a:lnTo>
                <a:lnTo>
                  <a:pt x="35693" y="67049"/>
                </a:lnTo>
                <a:close/>
                <a:moveTo>
                  <a:pt x="35026" y="77356"/>
                </a:moveTo>
                <a:lnTo>
                  <a:pt x="37394" y="77356"/>
                </a:lnTo>
                <a:lnTo>
                  <a:pt x="39696" y="79658"/>
                </a:lnTo>
                <a:lnTo>
                  <a:pt x="39696" y="82927"/>
                </a:lnTo>
                <a:lnTo>
                  <a:pt x="37994" y="84595"/>
                </a:lnTo>
                <a:lnTo>
                  <a:pt x="37994" y="80358"/>
                </a:lnTo>
                <a:close/>
                <a:moveTo>
                  <a:pt x="40229" y="83461"/>
                </a:moveTo>
                <a:lnTo>
                  <a:pt x="43498" y="83461"/>
                </a:lnTo>
                <a:lnTo>
                  <a:pt x="45767" y="85762"/>
                </a:lnTo>
                <a:lnTo>
                  <a:pt x="45767" y="88131"/>
                </a:lnTo>
                <a:lnTo>
                  <a:pt x="42798" y="85129"/>
                </a:lnTo>
                <a:lnTo>
                  <a:pt x="42631" y="85129"/>
                </a:lnTo>
                <a:lnTo>
                  <a:pt x="38561" y="85129"/>
                </a:lnTo>
                <a:close/>
                <a:moveTo>
                  <a:pt x="46567" y="85762"/>
                </a:moveTo>
                <a:lnTo>
                  <a:pt x="48869" y="83461"/>
                </a:lnTo>
                <a:lnTo>
                  <a:pt x="52104" y="83461"/>
                </a:lnTo>
                <a:lnTo>
                  <a:pt x="53806" y="85162"/>
                </a:lnTo>
                <a:lnTo>
                  <a:pt x="49569" y="85162"/>
                </a:lnTo>
                <a:lnTo>
                  <a:pt x="46567" y="88131"/>
                </a:lnTo>
                <a:close/>
                <a:moveTo>
                  <a:pt x="52671" y="82927"/>
                </a:moveTo>
                <a:lnTo>
                  <a:pt x="52671" y="79658"/>
                </a:lnTo>
                <a:lnTo>
                  <a:pt x="54973" y="77356"/>
                </a:lnTo>
                <a:lnTo>
                  <a:pt x="57341" y="77356"/>
                </a:lnTo>
                <a:lnTo>
                  <a:pt x="54473" y="80258"/>
                </a:lnTo>
                <a:lnTo>
                  <a:pt x="54339" y="80525"/>
                </a:lnTo>
                <a:lnTo>
                  <a:pt x="54339" y="84595"/>
                </a:lnTo>
                <a:close/>
                <a:moveTo>
                  <a:pt x="68683" y="80258"/>
                </a:moveTo>
                <a:lnTo>
                  <a:pt x="65814" y="77356"/>
                </a:lnTo>
                <a:lnTo>
                  <a:pt x="68183" y="77356"/>
                </a:lnTo>
                <a:lnTo>
                  <a:pt x="70484" y="79658"/>
                </a:lnTo>
                <a:lnTo>
                  <a:pt x="70484" y="82927"/>
                </a:lnTo>
                <a:lnTo>
                  <a:pt x="68783" y="84595"/>
                </a:lnTo>
                <a:lnTo>
                  <a:pt x="68783" y="80525"/>
                </a:lnTo>
                <a:close/>
                <a:moveTo>
                  <a:pt x="71018" y="83461"/>
                </a:moveTo>
                <a:lnTo>
                  <a:pt x="74287" y="83461"/>
                </a:lnTo>
                <a:lnTo>
                  <a:pt x="76589" y="85762"/>
                </a:lnTo>
                <a:lnTo>
                  <a:pt x="76589" y="88131"/>
                </a:lnTo>
                <a:lnTo>
                  <a:pt x="73586" y="85129"/>
                </a:lnTo>
                <a:lnTo>
                  <a:pt x="69350" y="85129"/>
                </a:lnTo>
                <a:close/>
                <a:moveTo>
                  <a:pt x="77356" y="85762"/>
                </a:moveTo>
                <a:lnTo>
                  <a:pt x="79657" y="83461"/>
                </a:lnTo>
                <a:lnTo>
                  <a:pt x="82893" y="83461"/>
                </a:lnTo>
                <a:lnTo>
                  <a:pt x="84594" y="85162"/>
                </a:lnTo>
                <a:lnTo>
                  <a:pt x="80525" y="85162"/>
                </a:lnTo>
                <a:lnTo>
                  <a:pt x="80358" y="85162"/>
                </a:lnTo>
                <a:lnTo>
                  <a:pt x="77356" y="88131"/>
                </a:lnTo>
                <a:lnTo>
                  <a:pt x="77356" y="85762"/>
                </a:lnTo>
                <a:close/>
                <a:moveTo>
                  <a:pt x="83460" y="82927"/>
                </a:moveTo>
                <a:lnTo>
                  <a:pt x="83460" y="79658"/>
                </a:lnTo>
                <a:lnTo>
                  <a:pt x="85762" y="77356"/>
                </a:lnTo>
                <a:lnTo>
                  <a:pt x="88130" y="77356"/>
                </a:lnTo>
                <a:lnTo>
                  <a:pt x="85128" y="80358"/>
                </a:lnTo>
                <a:lnTo>
                  <a:pt x="85128" y="84595"/>
                </a:lnTo>
                <a:close/>
                <a:moveTo>
                  <a:pt x="96603" y="77356"/>
                </a:moveTo>
                <a:lnTo>
                  <a:pt x="98971" y="77356"/>
                </a:lnTo>
                <a:lnTo>
                  <a:pt x="101273" y="79658"/>
                </a:lnTo>
                <a:lnTo>
                  <a:pt x="101273" y="82927"/>
                </a:lnTo>
                <a:lnTo>
                  <a:pt x="99572" y="84595"/>
                </a:lnTo>
                <a:lnTo>
                  <a:pt x="99572" y="80358"/>
                </a:lnTo>
                <a:close/>
                <a:moveTo>
                  <a:pt x="101840" y="83461"/>
                </a:moveTo>
                <a:lnTo>
                  <a:pt x="105076" y="83461"/>
                </a:lnTo>
                <a:lnTo>
                  <a:pt x="107377" y="85762"/>
                </a:lnTo>
                <a:lnTo>
                  <a:pt x="107377" y="88131"/>
                </a:lnTo>
                <a:lnTo>
                  <a:pt x="104375" y="85129"/>
                </a:lnTo>
                <a:lnTo>
                  <a:pt x="104208" y="85129"/>
                </a:lnTo>
                <a:lnTo>
                  <a:pt x="100139" y="85129"/>
                </a:lnTo>
                <a:close/>
                <a:moveTo>
                  <a:pt x="108144" y="85762"/>
                </a:moveTo>
                <a:lnTo>
                  <a:pt x="110446" y="83461"/>
                </a:lnTo>
                <a:lnTo>
                  <a:pt x="113682" y="83461"/>
                </a:lnTo>
                <a:lnTo>
                  <a:pt x="115383" y="85162"/>
                </a:lnTo>
                <a:lnTo>
                  <a:pt x="111147" y="85162"/>
                </a:lnTo>
                <a:lnTo>
                  <a:pt x="108144" y="88131"/>
                </a:lnTo>
                <a:close/>
                <a:moveTo>
                  <a:pt x="114249" y="82927"/>
                </a:moveTo>
                <a:lnTo>
                  <a:pt x="114249" y="79658"/>
                </a:lnTo>
                <a:lnTo>
                  <a:pt x="116550" y="77356"/>
                </a:lnTo>
                <a:lnTo>
                  <a:pt x="118919" y="77356"/>
                </a:lnTo>
                <a:lnTo>
                  <a:pt x="116050" y="80258"/>
                </a:lnTo>
                <a:lnTo>
                  <a:pt x="115917" y="80525"/>
                </a:lnTo>
                <a:lnTo>
                  <a:pt x="115917" y="84595"/>
                </a:lnTo>
                <a:close/>
                <a:moveTo>
                  <a:pt x="130260" y="80258"/>
                </a:moveTo>
                <a:lnTo>
                  <a:pt x="127391" y="77356"/>
                </a:lnTo>
                <a:lnTo>
                  <a:pt x="129760" y="77356"/>
                </a:lnTo>
                <a:lnTo>
                  <a:pt x="132061" y="79658"/>
                </a:lnTo>
                <a:lnTo>
                  <a:pt x="132061" y="82927"/>
                </a:lnTo>
                <a:lnTo>
                  <a:pt x="130394" y="84595"/>
                </a:lnTo>
                <a:lnTo>
                  <a:pt x="130394" y="80525"/>
                </a:lnTo>
                <a:close/>
                <a:moveTo>
                  <a:pt x="132629" y="83461"/>
                </a:moveTo>
                <a:lnTo>
                  <a:pt x="135864" y="83461"/>
                </a:lnTo>
                <a:lnTo>
                  <a:pt x="138166" y="85762"/>
                </a:lnTo>
                <a:lnTo>
                  <a:pt x="138166" y="88131"/>
                </a:lnTo>
                <a:lnTo>
                  <a:pt x="135164" y="85129"/>
                </a:lnTo>
                <a:lnTo>
                  <a:pt x="130927" y="85129"/>
                </a:lnTo>
                <a:close/>
                <a:moveTo>
                  <a:pt x="138933" y="85762"/>
                </a:moveTo>
                <a:lnTo>
                  <a:pt x="141235" y="83461"/>
                </a:lnTo>
                <a:lnTo>
                  <a:pt x="144504" y="83461"/>
                </a:lnTo>
                <a:lnTo>
                  <a:pt x="146172" y="85162"/>
                </a:lnTo>
                <a:lnTo>
                  <a:pt x="142102" y="85162"/>
                </a:lnTo>
                <a:lnTo>
                  <a:pt x="141935" y="85162"/>
                </a:lnTo>
                <a:lnTo>
                  <a:pt x="138933" y="88131"/>
                </a:lnTo>
                <a:close/>
                <a:moveTo>
                  <a:pt x="145037" y="82927"/>
                </a:moveTo>
                <a:lnTo>
                  <a:pt x="145037" y="79658"/>
                </a:lnTo>
                <a:lnTo>
                  <a:pt x="147339" y="77356"/>
                </a:lnTo>
                <a:lnTo>
                  <a:pt x="149707" y="77356"/>
                </a:lnTo>
                <a:lnTo>
                  <a:pt x="146705" y="80358"/>
                </a:lnTo>
                <a:lnTo>
                  <a:pt x="146705" y="84595"/>
                </a:lnTo>
                <a:close/>
                <a:moveTo>
                  <a:pt x="158180" y="77356"/>
                </a:moveTo>
                <a:lnTo>
                  <a:pt x="160548" y="77356"/>
                </a:lnTo>
                <a:lnTo>
                  <a:pt x="162850" y="79658"/>
                </a:lnTo>
                <a:lnTo>
                  <a:pt x="162850" y="82927"/>
                </a:lnTo>
                <a:lnTo>
                  <a:pt x="161182" y="84595"/>
                </a:lnTo>
                <a:lnTo>
                  <a:pt x="161182" y="80358"/>
                </a:lnTo>
                <a:close/>
                <a:moveTo>
                  <a:pt x="163417" y="83461"/>
                </a:moveTo>
                <a:lnTo>
                  <a:pt x="166653" y="83461"/>
                </a:lnTo>
                <a:lnTo>
                  <a:pt x="168954" y="85762"/>
                </a:lnTo>
                <a:lnTo>
                  <a:pt x="168954" y="88131"/>
                </a:lnTo>
                <a:lnTo>
                  <a:pt x="165952" y="85129"/>
                </a:lnTo>
                <a:lnTo>
                  <a:pt x="165786" y="85129"/>
                </a:lnTo>
                <a:lnTo>
                  <a:pt x="161716" y="85129"/>
                </a:lnTo>
                <a:close/>
                <a:moveTo>
                  <a:pt x="169755" y="85762"/>
                </a:moveTo>
                <a:lnTo>
                  <a:pt x="172023" y="83461"/>
                </a:lnTo>
                <a:lnTo>
                  <a:pt x="175292" y="83461"/>
                </a:lnTo>
                <a:lnTo>
                  <a:pt x="176960" y="85162"/>
                </a:lnTo>
                <a:lnTo>
                  <a:pt x="172724" y="85162"/>
                </a:lnTo>
                <a:lnTo>
                  <a:pt x="169755" y="88131"/>
                </a:lnTo>
                <a:close/>
                <a:moveTo>
                  <a:pt x="175826" y="82927"/>
                </a:moveTo>
                <a:lnTo>
                  <a:pt x="175826" y="79658"/>
                </a:lnTo>
                <a:lnTo>
                  <a:pt x="178128" y="77356"/>
                </a:lnTo>
                <a:lnTo>
                  <a:pt x="180496" y="77356"/>
                </a:lnTo>
                <a:lnTo>
                  <a:pt x="177627" y="80258"/>
                </a:lnTo>
                <a:lnTo>
                  <a:pt x="177527" y="80525"/>
                </a:lnTo>
                <a:lnTo>
                  <a:pt x="177527" y="84595"/>
                </a:lnTo>
                <a:close/>
                <a:moveTo>
                  <a:pt x="191837" y="80258"/>
                </a:moveTo>
                <a:lnTo>
                  <a:pt x="188969" y="77356"/>
                </a:lnTo>
                <a:lnTo>
                  <a:pt x="191337" y="77356"/>
                </a:lnTo>
                <a:lnTo>
                  <a:pt x="193639" y="79658"/>
                </a:lnTo>
                <a:lnTo>
                  <a:pt x="193639" y="82927"/>
                </a:lnTo>
                <a:lnTo>
                  <a:pt x="191971" y="84595"/>
                </a:lnTo>
                <a:lnTo>
                  <a:pt x="191971" y="80525"/>
                </a:lnTo>
                <a:close/>
                <a:moveTo>
                  <a:pt x="194206" y="83461"/>
                </a:moveTo>
                <a:lnTo>
                  <a:pt x="197441" y="83461"/>
                </a:lnTo>
                <a:lnTo>
                  <a:pt x="199743" y="85762"/>
                </a:lnTo>
                <a:lnTo>
                  <a:pt x="199743" y="88131"/>
                </a:lnTo>
                <a:lnTo>
                  <a:pt x="196741" y="85129"/>
                </a:lnTo>
                <a:lnTo>
                  <a:pt x="192538" y="85129"/>
                </a:lnTo>
                <a:close/>
                <a:moveTo>
                  <a:pt x="200544" y="85762"/>
                </a:moveTo>
                <a:lnTo>
                  <a:pt x="202812" y="83461"/>
                </a:lnTo>
                <a:lnTo>
                  <a:pt x="206081" y="83461"/>
                </a:lnTo>
                <a:lnTo>
                  <a:pt x="207749" y="85162"/>
                </a:lnTo>
                <a:lnTo>
                  <a:pt x="203679" y="85162"/>
                </a:lnTo>
                <a:lnTo>
                  <a:pt x="203512" y="85162"/>
                </a:lnTo>
                <a:lnTo>
                  <a:pt x="200544" y="88131"/>
                </a:lnTo>
                <a:close/>
                <a:moveTo>
                  <a:pt x="206648" y="82927"/>
                </a:moveTo>
                <a:lnTo>
                  <a:pt x="206648" y="79658"/>
                </a:lnTo>
                <a:lnTo>
                  <a:pt x="208916" y="77356"/>
                </a:lnTo>
                <a:lnTo>
                  <a:pt x="211285" y="77356"/>
                </a:lnTo>
                <a:lnTo>
                  <a:pt x="208316" y="80358"/>
                </a:lnTo>
                <a:lnTo>
                  <a:pt x="208316" y="84595"/>
                </a:lnTo>
                <a:close/>
                <a:moveTo>
                  <a:pt x="212419" y="76589"/>
                </a:moveTo>
                <a:lnTo>
                  <a:pt x="209083" y="73253"/>
                </a:lnTo>
                <a:lnTo>
                  <a:pt x="209083" y="68583"/>
                </a:lnTo>
                <a:lnTo>
                  <a:pt x="210618" y="67049"/>
                </a:lnTo>
                <a:lnTo>
                  <a:pt x="210618" y="72620"/>
                </a:lnTo>
                <a:lnTo>
                  <a:pt x="214587" y="76589"/>
                </a:lnTo>
                <a:lnTo>
                  <a:pt x="212419" y="76589"/>
                </a:lnTo>
                <a:close/>
                <a:moveTo>
                  <a:pt x="210518" y="65681"/>
                </a:moveTo>
                <a:lnTo>
                  <a:pt x="204813" y="65681"/>
                </a:lnTo>
                <a:lnTo>
                  <a:pt x="201077" y="61979"/>
                </a:lnTo>
                <a:lnTo>
                  <a:pt x="208850" y="61979"/>
                </a:lnTo>
                <a:lnTo>
                  <a:pt x="210518" y="63646"/>
                </a:lnTo>
                <a:lnTo>
                  <a:pt x="210518" y="65681"/>
                </a:lnTo>
                <a:close/>
                <a:moveTo>
                  <a:pt x="201077" y="61178"/>
                </a:moveTo>
                <a:lnTo>
                  <a:pt x="204813" y="57475"/>
                </a:lnTo>
                <a:lnTo>
                  <a:pt x="210518" y="57475"/>
                </a:lnTo>
                <a:lnTo>
                  <a:pt x="210518" y="59510"/>
                </a:lnTo>
                <a:lnTo>
                  <a:pt x="208850" y="61178"/>
                </a:lnTo>
                <a:close/>
                <a:moveTo>
                  <a:pt x="210618" y="56108"/>
                </a:moveTo>
                <a:lnTo>
                  <a:pt x="209083" y="54573"/>
                </a:lnTo>
                <a:lnTo>
                  <a:pt x="209083" y="49903"/>
                </a:lnTo>
                <a:lnTo>
                  <a:pt x="212419" y="46568"/>
                </a:lnTo>
                <a:lnTo>
                  <a:pt x="214587" y="46568"/>
                </a:lnTo>
                <a:lnTo>
                  <a:pt x="210618" y="50537"/>
                </a:lnTo>
                <a:lnTo>
                  <a:pt x="210618" y="56108"/>
                </a:lnTo>
                <a:close/>
                <a:moveTo>
                  <a:pt x="212419" y="45800"/>
                </a:moveTo>
                <a:lnTo>
                  <a:pt x="209083" y="42465"/>
                </a:lnTo>
                <a:lnTo>
                  <a:pt x="209083" y="37795"/>
                </a:lnTo>
                <a:lnTo>
                  <a:pt x="210618" y="36260"/>
                </a:lnTo>
                <a:lnTo>
                  <a:pt x="210618" y="41831"/>
                </a:lnTo>
                <a:lnTo>
                  <a:pt x="214587" y="45800"/>
                </a:lnTo>
                <a:close/>
                <a:moveTo>
                  <a:pt x="208549" y="37228"/>
                </a:moveTo>
                <a:lnTo>
                  <a:pt x="203846" y="37228"/>
                </a:lnTo>
                <a:lnTo>
                  <a:pt x="200544" y="33892"/>
                </a:lnTo>
                <a:lnTo>
                  <a:pt x="200544" y="31757"/>
                </a:lnTo>
                <a:lnTo>
                  <a:pt x="204480" y="35693"/>
                </a:lnTo>
                <a:lnTo>
                  <a:pt x="204647" y="35693"/>
                </a:lnTo>
                <a:lnTo>
                  <a:pt x="210084" y="35693"/>
                </a:lnTo>
                <a:close/>
                <a:moveTo>
                  <a:pt x="199743" y="33892"/>
                </a:moveTo>
                <a:lnTo>
                  <a:pt x="196441" y="37228"/>
                </a:lnTo>
                <a:lnTo>
                  <a:pt x="191737" y="37228"/>
                </a:lnTo>
                <a:lnTo>
                  <a:pt x="190203" y="35693"/>
                </a:lnTo>
                <a:lnTo>
                  <a:pt x="195807" y="35693"/>
                </a:lnTo>
                <a:lnTo>
                  <a:pt x="199743" y="31757"/>
                </a:lnTo>
                <a:close/>
                <a:moveTo>
                  <a:pt x="188869" y="41497"/>
                </a:moveTo>
                <a:lnTo>
                  <a:pt x="185133" y="45233"/>
                </a:lnTo>
                <a:lnTo>
                  <a:pt x="185133" y="37494"/>
                </a:lnTo>
                <a:lnTo>
                  <a:pt x="186801" y="35793"/>
                </a:lnTo>
                <a:lnTo>
                  <a:pt x="188835" y="35793"/>
                </a:lnTo>
                <a:lnTo>
                  <a:pt x="188835" y="41497"/>
                </a:lnTo>
                <a:close/>
                <a:moveTo>
                  <a:pt x="184332" y="45233"/>
                </a:moveTo>
                <a:lnTo>
                  <a:pt x="180629" y="41497"/>
                </a:lnTo>
                <a:lnTo>
                  <a:pt x="180629" y="35793"/>
                </a:lnTo>
                <a:lnTo>
                  <a:pt x="182664" y="35793"/>
                </a:lnTo>
                <a:lnTo>
                  <a:pt x="184332" y="37461"/>
                </a:lnTo>
                <a:lnTo>
                  <a:pt x="184332" y="45233"/>
                </a:lnTo>
                <a:close/>
                <a:moveTo>
                  <a:pt x="177761" y="37228"/>
                </a:moveTo>
                <a:lnTo>
                  <a:pt x="173057" y="37228"/>
                </a:lnTo>
                <a:lnTo>
                  <a:pt x="169755" y="33892"/>
                </a:lnTo>
                <a:lnTo>
                  <a:pt x="169755" y="31757"/>
                </a:lnTo>
                <a:lnTo>
                  <a:pt x="173691" y="35693"/>
                </a:lnTo>
                <a:lnTo>
                  <a:pt x="179262" y="35693"/>
                </a:lnTo>
                <a:close/>
                <a:moveTo>
                  <a:pt x="168954" y="33892"/>
                </a:moveTo>
                <a:lnTo>
                  <a:pt x="165619" y="37228"/>
                </a:lnTo>
                <a:lnTo>
                  <a:pt x="160949" y="37228"/>
                </a:lnTo>
                <a:lnTo>
                  <a:pt x="159414" y="35693"/>
                </a:lnTo>
                <a:lnTo>
                  <a:pt x="164852" y="35693"/>
                </a:lnTo>
                <a:lnTo>
                  <a:pt x="164985" y="35693"/>
                </a:lnTo>
                <a:lnTo>
                  <a:pt x="168954" y="31757"/>
                </a:lnTo>
                <a:close/>
                <a:moveTo>
                  <a:pt x="158047" y="41497"/>
                </a:moveTo>
                <a:lnTo>
                  <a:pt x="154344" y="45233"/>
                </a:lnTo>
                <a:lnTo>
                  <a:pt x="154344" y="37494"/>
                </a:lnTo>
                <a:lnTo>
                  <a:pt x="156012" y="35793"/>
                </a:lnTo>
                <a:lnTo>
                  <a:pt x="158047" y="35793"/>
                </a:lnTo>
                <a:lnTo>
                  <a:pt x="158047" y="41497"/>
                </a:lnTo>
                <a:close/>
                <a:moveTo>
                  <a:pt x="153543" y="45233"/>
                </a:moveTo>
                <a:lnTo>
                  <a:pt x="149841" y="41497"/>
                </a:lnTo>
                <a:lnTo>
                  <a:pt x="149841" y="35793"/>
                </a:lnTo>
                <a:lnTo>
                  <a:pt x="151876" y="35793"/>
                </a:lnTo>
                <a:lnTo>
                  <a:pt x="153543" y="37461"/>
                </a:lnTo>
                <a:lnTo>
                  <a:pt x="153543" y="45233"/>
                </a:lnTo>
                <a:close/>
                <a:moveTo>
                  <a:pt x="146939" y="37228"/>
                </a:moveTo>
                <a:lnTo>
                  <a:pt x="142269" y="37228"/>
                </a:lnTo>
                <a:lnTo>
                  <a:pt x="138933" y="33892"/>
                </a:lnTo>
                <a:lnTo>
                  <a:pt x="138933" y="31757"/>
                </a:lnTo>
                <a:lnTo>
                  <a:pt x="142903" y="35693"/>
                </a:lnTo>
                <a:lnTo>
                  <a:pt x="143069" y="35693"/>
                </a:lnTo>
                <a:lnTo>
                  <a:pt x="148473" y="35693"/>
                </a:lnTo>
                <a:close/>
                <a:moveTo>
                  <a:pt x="138166" y="33892"/>
                </a:moveTo>
                <a:lnTo>
                  <a:pt x="134830" y="37228"/>
                </a:lnTo>
                <a:lnTo>
                  <a:pt x="130160" y="37228"/>
                </a:lnTo>
                <a:lnTo>
                  <a:pt x="128626" y="35693"/>
                </a:lnTo>
                <a:lnTo>
                  <a:pt x="134196" y="35693"/>
                </a:lnTo>
                <a:lnTo>
                  <a:pt x="138166" y="31757"/>
                </a:lnTo>
                <a:close/>
                <a:moveTo>
                  <a:pt x="127258" y="41497"/>
                </a:moveTo>
                <a:lnTo>
                  <a:pt x="123555" y="45233"/>
                </a:lnTo>
                <a:lnTo>
                  <a:pt x="123555" y="37494"/>
                </a:lnTo>
                <a:lnTo>
                  <a:pt x="125223" y="35793"/>
                </a:lnTo>
                <a:lnTo>
                  <a:pt x="127258" y="35793"/>
                </a:lnTo>
                <a:close/>
                <a:moveTo>
                  <a:pt x="122755" y="45233"/>
                </a:moveTo>
                <a:lnTo>
                  <a:pt x="119052" y="41497"/>
                </a:lnTo>
                <a:lnTo>
                  <a:pt x="119052" y="35793"/>
                </a:lnTo>
                <a:lnTo>
                  <a:pt x="121087" y="35793"/>
                </a:lnTo>
                <a:lnTo>
                  <a:pt x="122755" y="37461"/>
                </a:lnTo>
                <a:close/>
                <a:moveTo>
                  <a:pt x="116150" y="37228"/>
                </a:moveTo>
                <a:lnTo>
                  <a:pt x="111480" y="37228"/>
                </a:lnTo>
                <a:lnTo>
                  <a:pt x="108144" y="33892"/>
                </a:lnTo>
                <a:lnTo>
                  <a:pt x="108144" y="31757"/>
                </a:lnTo>
                <a:lnTo>
                  <a:pt x="112114" y="35693"/>
                </a:lnTo>
                <a:lnTo>
                  <a:pt x="117685" y="35693"/>
                </a:lnTo>
                <a:close/>
                <a:moveTo>
                  <a:pt x="107377" y="33892"/>
                </a:moveTo>
                <a:lnTo>
                  <a:pt x="104041" y="37228"/>
                </a:lnTo>
                <a:lnTo>
                  <a:pt x="99371" y="37228"/>
                </a:lnTo>
                <a:lnTo>
                  <a:pt x="97837" y="35693"/>
                </a:lnTo>
                <a:lnTo>
                  <a:pt x="103241" y="35693"/>
                </a:lnTo>
                <a:lnTo>
                  <a:pt x="103408" y="35693"/>
                </a:lnTo>
                <a:lnTo>
                  <a:pt x="107377" y="31757"/>
                </a:lnTo>
                <a:close/>
                <a:moveTo>
                  <a:pt x="96469" y="41497"/>
                </a:moveTo>
                <a:lnTo>
                  <a:pt x="92767" y="45233"/>
                </a:lnTo>
                <a:lnTo>
                  <a:pt x="92767" y="37494"/>
                </a:lnTo>
                <a:lnTo>
                  <a:pt x="94435" y="35793"/>
                </a:lnTo>
                <a:lnTo>
                  <a:pt x="96469" y="35793"/>
                </a:lnTo>
                <a:close/>
                <a:moveTo>
                  <a:pt x="91966" y="45233"/>
                </a:moveTo>
                <a:lnTo>
                  <a:pt x="88264" y="41497"/>
                </a:lnTo>
                <a:lnTo>
                  <a:pt x="88264" y="35793"/>
                </a:lnTo>
                <a:lnTo>
                  <a:pt x="90298" y="35793"/>
                </a:lnTo>
                <a:lnTo>
                  <a:pt x="91966" y="37461"/>
                </a:lnTo>
                <a:close/>
                <a:moveTo>
                  <a:pt x="85361" y="37228"/>
                </a:moveTo>
                <a:lnTo>
                  <a:pt x="80691" y="37228"/>
                </a:lnTo>
                <a:lnTo>
                  <a:pt x="77356" y="33892"/>
                </a:lnTo>
                <a:lnTo>
                  <a:pt x="77356" y="31757"/>
                </a:lnTo>
                <a:lnTo>
                  <a:pt x="81325" y="35693"/>
                </a:lnTo>
                <a:lnTo>
                  <a:pt x="81492" y="35693"/>
                </a:lnTo>
                <a:lnTo>
                  <a:pt x="86896" y="35693"/>
                </a:lnTo>
                <a:close/>
                <a:moveTo>
                  <a:pt x="76589" y="33892"/>
                </a:moveTo>
                <a:lnTo>
                  <a:pt x="73253" y="37228"/>
                </a:lnTo>
                <a:lnTo>
                  <a:pt x="68583" y="37228"/>
                </a:lnTo>
                <a:lnTo>
                  <a:pt x="67048" y="35693"/>
                </a:lnTo>
                <a:lnTo>
                  <a:pt x="72619" y="35693"/>
                </a:lnTo>
                <a:lnTo>
                  <a:pt x="76589" y="31757"/>
                </a:lnTo>
                <a:close/>
                <a:moveTo>
                  <a:pt x="65681" y="41497"/>
                </a:moveTo>
                <a:lnTo>
                  <a:pt x="61978" y="45233"/>
                </a:lnTo>
                <a:lnTo>
                  <a:pt x="61978" y="37494"/>
                </a:lnTo>
                <a:lnTo>
                  <a:pt x="63646" y="35793"/>
                </a:lnTo>
                <a:lnTo>
                  <a:pt x="65681" y="35793"/>
                </a:lnTo>
                <a:close/>
                <a:moveTo>
                  <a:pt x="61178" y="45233"/>
                </a:moveTo>
                <a:lnTo>
                  <a:pt x="57475" y="41497"/>
                </a:lnTo>
                <a:lnTo>
                  <a:pt x="57475" y="35793"/>
                </a:lnTo>
                <a:lnTo>
                  <a:pt x="59510" y="35793"/>
                </a:lnTo>
                <a:lnTo>
                  <a:pt x="61178" y="37461"/>
                </a:lnTo>
                <a:close/>
                <a:moveTo>
                  <a:pt x="54573" y="37228"/>
                </a:moveTo>
                <a:lnTo>
                  <a:pt x="49903" y="37228"/>
                </a:lnTo>
                <a:lnTo>
                  <a:pt x="46567" y="33892"/>
                </a:lnTo>
                <a:lnTo>
                  <a:pt x="46567" y="31757"/>
                </a:lnTo>
                <a:lnTo>
                  <a:pt x="50537" y="35693"/>
                </a:lnTo>
                <a:lnTo>
                  <a:pt x="56107" y="35693"/>
                </a:lnTo>
                <a:close/>
                <a:moveTo>
                  <a:pt x="45767" y="33892"/>
                </a:moveTo>
                <a:lnTo>
                  <a:pt x="42464" y="37228"/>
                </a:lnTo>
                <a:lnTo>
                  <a:pt x="37761" y="37228"/>
                </a:lnTo>
                <a:lnTo>
                  <a:pt x="36226" y="35693"/>
                </a:lnTo>
                <a:lnTo>
                  <a:pt x="41664" y="35693"/>
                </a:lnTo>
                <a:lnTo>
                  <a:pt x="41830" y="35693"/>
                </a:lnTo>
                <a:lnTo>
                  <a:pt x="45767" y="31757"/>
                </a:lnTo>
                <a:lnTo>
                  <a:pt x="45767" y="33892"/>
                </a:lnTo>
                <a:close/>
                <a:moveTo>
                  <a:pt x="34892" y="41497"/>
                </a:moveTo>
                <a:lnTo>
                  <a:pt x="31189" y="45233"/>
                </a:lnTo>
                <a:lnTo>
                  <a:pt x="31189" y="37494"/>
                </a:lnTo>
                <a:lnTo>
                  <a:pt x="32857" y="35793"/>
                </a:lnTo>
                <a:lnTo>
                  <a:pt x="34892" y="35793"/>
                </a:lnTo>
                <a:close/>
                <a:moveTo>
                  <a:pt x="34892" y="50871"/>
                </a:moveTo>
                <a:lnTo>
                  <a:pt x="34892" y="56575"/>
                </a:lnTo>
                <a:lnTo>
                  <a:pt x="32857" y="56575"/>
                </a:lnTo>
                <a:lnTo>
                  <a:pt x="31189" y="54874"/>
                </a:lnTo>
                <a:lnTo>
                  <a:pt x="31189" y="47135"/>
                </a:lnTo>
                <a:close/>
                <a:moveTo>
                  <a:pt x="32424" y="57242"/>
                </a:moveTo>
                <a:lnTo>
                  <a:pt x="32691" y="57375"/>
                </a:lnTo>
                <a:lnTo>
                  <a:pt x="34592" y="57375"/>
                </a:lnTo>
                <a:lnTo>
                  <a:pt x="33291" y="58643"/>
                </a:lnTo>
                <a:lnTo>
                  <a:pt x="31990" y="58643"/>
                </a:lnTo>
                <a:lnTo>
                  <a:pt x="31189" y="57809"/>
                </a:lnTo>
                <a:lnTo>
                  <a:pt x="31189" y="56008"/>
                </a:lnTo>
                <a:close/>
                <a:moveTo>
                  <a:pt x="33725" y="59077"/>
                </a:moveTo>
                <a:lnTo>
                  <a:pt x="34992" y="57776"/>
                </a:lnTo>
                <a:lnTo>
                  <a:pt x="34992" y="59844"/>
                </a:lnTo>
                <a:lnTo>
                  <a:pt x="36360" y="61178"/>
                </a:lnTo>
                <a:lnTo>
                  <a:pt x="34525" y="61178"/>
                </a:lnTo>
                <a:lnTo>
                  <a:pt x="33725" y="60377"/>
                </a:lnTo>
                <a:close/>
                <a:moveTo>
                  <a:pt x="34525" y="61979"/>
                </a:moveTo>
                <a:lnTo>
                  <a:pt x="36360" y="61979"/>
                </a:lnTo>
                <a:lnTo>
                  <a:pt x="34992" y="63313"/>
                </a:lnTo>
                <a:lnTo>
                  <a:pt x="34992" y="65381"/>
                </a:lnTo>
                <a:lnTo>
                  <a:pt x="33725" y="64080"/>
                </a:lnTo>
                <a:lnTo>
                  <a:pt x="33725" y="62779"/>
                </a:lnTo>
                <a:close/>
                <a:moveTo>
                  <a:pt x="32857" y="66582"/>
                </a:moveTo>
                <a:lnTo>
                  <a:pt x="34892" y="66582"/>
                </a:lnTo>
                <a:lnTo>
                  <a:pt x="34892" y="72286"/>
                </a:lnTo>
                <a:lnTo>
                  <a:pt x="31189" y="76022"/>
                </a:lnTo>
                <a:lnTo>
                  <a:pt x="31189" y="68250"/>
                </a:lnTo>
                <a:close/>
                <a:moveTo>
                  <a:pt x="34892" y="81659"/>
                </a:moveTo>
                <a:lnTo>
                  <a:pt x="34892" y="87363"/>
                </a:lnTo>
                <a:lnTo>
                  <a:pt x="32857" y="87363"/>
                </a:lnTo>
                <a:lnTo>
                  <a:pt x="31189" y="85696"/>
                </a:lnTo>
                <a:lnTo>
                  <a:pt x="31189" y="77923"/>
                </a:lnTo>
                <a:close/>
                <a:moveTo>
                  <a:pt x="37761" y="85929"/>
                </a:moveTo>
                <a:lnTo>
                  <a:pt x="42464" y="85929"/>
                </a:lnTo>
                <a:lnTo>
                  <a:pt x="45767" y="89265"/>
                </a:lnTo>
                <a:lnTo>
                  <a:pt x="45767" y="91400"/>
                </a:lnTo>
                <a:lnTo>
                  <a:pt x="41830" y="87464"/>
                </a:lnTo>
                <a:lnTo>
                  <a:pt x="41664" y="87464"/>
                </a:lnTo>
                <a:lnTo>
                  <a:pt x="36260" y="87464"/>
                </a:lnTo>
                <a:close/>
                <a:moveTo>
                  <a:pt x="46567" y="89265"/>
                </a:moveTo>
                <a:lnTo>
                  <a:pt x="49903" y="85929"/>
                </a:lnTo>
                <a:lnTo>
                  <a:pt x="54573" y="85929"/>
                </a:lnTo>
                <a:lnTo>
                  <a:pt x="56107" y="87464"/>
                </a:lnTo>
                <a:lnTo>
                  <a:pt x="50537" y="87464"/>
                </a:lnTo>
                <a:lnTo>
                  <a:pt x="46567" y="91400"/>
                </a:lnTo>
                <a:close/>
                <a:moveTo>
                  <a:pt x="57475" y="81659"/>
                </a:moveTo>
                <a:lnTo>
                  <a:pt x="61178" y="77923"/>
                </a:lnTo>
                <a:lnTo>
                  <a:pt x="61178" y="85696"/>
                </a:lnTo>
                <a:lnTo>
                  <a:pt x="59510" y="87363"/>
                </a:lnTo>
                <a:lnTo>
                  <a:pt x="57475" y="87363"/>
                </a:lnTo>
                <a:close/>
                <a:moveTo>
                  <a:pt x="61978" y="77923"/>
                </a:moveTo>
                <a:lnTo>
                  <a:pt x="65681" y="81659"/>
                </a:lnTo>
                <a:lnTo>
                  <a:pt x="65681" y="87363"/>
                </a:lnTo>
                <a:lnTo>
                  <a:pt x="63646" y="87363"/>
                </a:lnTo>
                <a:lnTo>
                  <a:pt x="61978" y="85662"/>
                </a:lnTo>
                <a:close/>
                <a:moveTo>
                  <a:pt x="68583" y="85929"/>
                </a:moveTo>
                <a:lnTo>
                  <a:pt x="73253" y="85929"/>
                </a:lnTo>
                <a:lnTo>
                  <a:pt x="76555" y="89265"/>
                </a:lnTo>
                <a:lnTo>
                  <a:pt x="76555" y="91400"/>
                </a:lnTo>
                <a:lnTo>
                  <a:pt x="72619" y="87464"/>
                </a:lnTo>
                <a:lnTo>
                  <a:pt x="67048" y="87464"/>
                </a:lnTo>
                <a:close/>
                <a:moveTo>
                  <a:pt x="77356" y="89265"/>
                </a:moveTo>
                <a:lnTo>
                  <a:pt x="80691" y="85929"/>
                </a:lnTo>
                <a:lnTo>
                  <a:pt x="85361" y="85929"/>
                </a:lnTo>
                <a:lnTo>
                  <a:pt x="86896" y="87464"/>
                </a:lnTo>
                <a:lnTo>
                  <a:pt x="81492" y="87464"/>
                </a:lnTo>
                <a:lnTo>
                  <a:pt x="81325" y="87464"/>
                </a:lnTo>
                <a:lnTo>
                  <a:pt x="77356" y="91400"/>
                </a:lnTo>
                <a:close/>
                <a:moveTo>
                  <a:pt x="88264" y="81659"/>
                </a:moveTo>
                <a:lnTo>
                  <a:pt x="91966" y="77923"/>
                </a:lnTo>
                <a:lnTo>
                  <a:pt x="91966" y="85696"/>
                </a:lnTo>
                <a:lnTo>
                  <a:pt x="90298" y="87363"/>
                </a:lnTo>
                <a:lnTo>
                  <a:pt x="88264" y="87363"/>
                </a:lnTo>
                <a:close/>
                <a:moveTo>
                  <a:pt x="92767" y="77923"/>
                </a:moveTo>
                <a:lnTo>
                  <a:pt x="96469" y="81659"/>
                </a:lnTo>
                <a:lnTo>
                  <a:pt x="96469" y="87363"/>
                </a:lnTo>
                <a:lnTo>
                  <a:pt x="94435" y="87363"/>
                </a:lnTo>
                <a:lnTo>
                  <a:pt x="92767" y="85662"/>
                </a:lnTo>
                <a:close/>
                <a:moveTo>
                  <a:pt x="99371" y="85929"/>
                </a:moveTo>
                <a:lnTo>
                  <a:pt x="104041" y="85929"/>
                </a:lnTo>
                <a:lnTo>
                  <a:pt x="107377" y="89265"/>
                </a:lnTo>
                <a:lnTo>
                  <a:pt x="107377" y="91400"/>
                </a:lnTo>
                <a:lnTo>
                  <a:pt x="103408" y="87464"/>
                </a:lnTo>
                <a:lnTo>
                  <a:pt x="103241" y="87464"/>
                </a:lnTo>
                <a:lnTo>
                  <a:pt x="97837" y="87464"/>
                </a:lnTo>
                <a:close/>
                <a:moveTo>
                  <a:pt x="108144" y="89265"/>
                </a:moveTo>
                <a:lnTo>
                  <a:pt x="111480" y="85929"/>
                </a:lnTo>
                <a:lnTo>
                  <a:pt x="116150" y="85929"/>
                </a:lnTo>
                <a:lnTo>
                  <a:pt x="117685" y="87464"/>
                </a:lnTo>
                <a:lnTo>
                  <a:pt x="112114" y="87464"/>
                </a:lnTo>
                <a:lnTo>
                  <a:pt x="108144" y="91400"/>
                </a:lnTo>
                <a:lnTo>
                  <a:pt x="108144" y="89265"/>
                </a:lnTo>
                <a:close/>
                <a:moveTo>
                  <a:pt x="119052" y="81659"/>
                </a:moveTo>
                <a:lnTo>
                  <a:pt x="122755" y="77923"/>
                </a:lnTo>
                <a:lnTo>
                  <a:pt x="122755" y="85696"/>
                </a:lnTo>
                <a:lnTo>
                  <a:pt x="121087" y="87363"/>
                </a:lnTo>
                <a:lnTo>
                  <a:pt x="119052" y="87363"/>
                </a:lnTo>
                <a:close/>
                <a:moveTo>
                  <a:pt x="123555" y="77923"/>
                </a:moveTo>
                <a:lnTo>
                  <a:pt x="127258" y="81659"/>
                </a:lnTo>
                <a:lnTo>
                  <a:pt x="127258" y="87363"/>
                </a:lnTo>
                <a:lnTo>
                  <a:pt x="125223" y="87363"/>
                </a:lnTo>
                <a:lnTo>
                  <a:pt x="123555" y="85662"/>
                </a:lnTo>
                <a:lnTo>
                  <a:pt x="123555" y="77923"/>
                </a:lnTo>
                <a:close/>
                <a:moveTo>
                  <a:pt x="130160" y="85929"/>
                </a:moveTo>
                <a:lnTo>
                  <a:pt x="134830" y="85929"/>
                </a:lnTo>
                <a:lnTo>
                  <a:pt x="138166" y="89265"/>
                </a:lnTo>
                <a:lnTo>
                  <a:pt x="138166" y="91400"/>
                </a:lnTo>
                <a:lnTo>
                  <a:pt x="134196" y="87464"/>
                </a:lnTo>
                <a:lnTo>
                  <a:pt x="128626" y="87464"/>
                </a:lnTo>
                <a:close/>
                <a:moveTo>
                  <a:pt x="138933" y="89265"/>
                </a:moveTo>
                <a:lnTo>
                  <a:pt x="142269" y="85929"/>
                </a:lnTo>
                <a:lnTo>
                  <a:pt x="146939" y="85929"/>
                </a:lnTo>
                <a:lnTo>
                  <a:pt x="148473" y="87464"/>
                </a:lnTo>
                <a:lnTo>
                  <a:pt x="143069" y="87464"/>
                </a:lnTo>
                <a:lnTo>
                  <a:pt x="142903" y="87464"/>
                </a:lnTo>
                <a:lnTo>
                  <a:pt x="138933" y="91400"/>
                </a:lnTo>
                <a:close/>
                <a:moveTo>
                  <a:pt x="149841" y="81659"/>
                </a:moveTo>
                <a:lnTo>
                  <a:pt x="153543" y="77923"/>
                </a:lnTo>
                <a:lnTo>
                  <a:pt x="153543" y="85696"/>
                </a:lnTo>
                <a:lnTo>
                  <a:pt x="151876" y="87363"/>
                </a:lnTo>
                <a:lnTo>
                  <a:pt x="149841" y="87363"/>
                </a:lnTo>
                <a:lnTo>
                  <a:pt x="149841" y="81659"/>
                </a:lnTo>
                <a:close/>
                <a:moveTo>
                  <a:pt x="154344" y="77923"/>
                </a:moveTo>
                <a:lnTo>
                  <a:pt x="158047" y="81659"/>
                </a:lnTo>
                <a:lnTo>
                  <a:pt x="158047" y="87363"/>
                </a:lnTo>
                <a:lnTo>
                  <a:pt x="156012" y="87363"/>
                </a:lnTo>
                <a:lnTo>
                  <a:pt x="154344" y="85662"/>
                </a:lnTo>
                <a:lnTo>
                  <a:pt x="154344" y="77923"/>
                </a:lnTo>
                <a:close/>
                <a:moveTo>
                  <a:pt x="160949" y="85929"/>
                </a:moveTo>
                <a:lnTo>
                  <a:pt x="165619" y="85929"/>
                </a:lnTo>
                <a:lnTo>
                  <a:pt x="168954" y="89265"/>
                </a:lnTo>
                <a:lnTo>
                  <a:pt x="168954" y="91400"/>
                </a:lnTo>
                <a:lnTo>
                  <a:pt x="164985" y="87464"/>
                </a:lnTo>
                <a:lnTo>
                  <a:pt x="164852" y="87464"/>
                </a:lnTo>
                <a:lnTo>
                  <a:pt x="159414" y="87464"/>
                </a:lnTo>
                <a:close/>
                <a:moveTo>
                  <a:pt x="169755" y="89265"/>
                </a:moveTo>
                <a:lnTo>
                  <a:pt x="173057" y="85929"/>
                </a:lnTo>
                <a:lnTo>
                  <a:pt x="177761" y="85929"/>
                </a:lnTo>
                <a:lnTo>
                  <a:pt x="179262" y="87464"/>
                </a:lnTo>
                <a:lnTo>
                  <a:pt x="173691" y="87464"/>
                </a:lnTo>
                <a:lnTo>
                  <a:pt x="169755" y="91400"/>
                </a:lnTo>
                <a:close/>
                <a:moveTo>
                  <a:pt x="180629" y="81659"/>
                </a:moveTo>
                <a:lnTo>
                  <a:pt x="184332" y="77923"/>
                </a:lnTo>
                <a:lnTo>
                  <a:pt x="184332" y="85696"/>
                </a:lnTo>
                <a:lnTo>
                  <a:pt x="182664" y="87363"/>
                </a:lnTo>
                <a:lnTo>
                  <a:pt x="180629" y="87363"/>
                </a:lnTo>
                <a:lnTo>
                  <a:pt x="180629" y="81659"/>
                </a:lnTo>
                <a:close/>
                <a:moveTo>
                  <a:pt x="185133" y="77923"/>
                </a:moveTo>
                <a:lnTo>
                  <a:pt x="188869" y="81659"/>
                </a:lnTo>
                <a:lnTo>
                  <a:pt x="188869" y="87363"/>
                </a:lnTo>
                <a:lnTo>
                  <a:pt x="186801" y="87363"/>
                </a:lnTo>
                <a:lnTo>
                  <a:pt x="185133" y="85662"/>
                </a:lnTo>
                <a:lnTo>
                  <a:pt x="185133" y="77923"/>
                </a:lnTo>
                <a:close/>
                <a:moveTo>
                  <a:pt x="191737" y="85929"/>
                </a:moveTo>
                <a:lnTo>
                  <a:pt x="196441" y="85929"/>
                </a:lnTo>
                <a:lnTo>
                  <a:pt x="199743" y="89265"/>
                </a:lnTo>
                <a:lnTo>
                  <a:pt x="199743" y="91400"/>
                </a:lnTo>
                <a:lnTo>
                  <a:pt x="195807" y="87464"/>
                </a:lnTo>
                <a:lnTo>
                  <a:pt x="190203" y="87464"/>
                </a:lnTo>
                <a:close/>
                <a:moveTo>
                  <a:pt x="200544" y="89265"/>
                </a:moveTo>
                <a:lnTo>
                  <a:pt x="203846" y="85929"/>
                </a:lnTo>
                <a:lnTo>
                  <a:pt x="208549" y="85929"/>
                </a:lnTo>
                <a:lnTo>
                  <a:pt x="210084" y="87464"/>
                </a:lnTo>
                <a:lnTo>
                  <a:pt x="204647" y="87464"/>
                </a:lnTo>
                <a:lnTo>
                  <a:pt x="204480" y="87464"/>
                </a:lnTo>
                <a:lnTo>
                  <a:pt x="200544" y="91400"/>
                </a:lnTo>
                <a:close/>
                <a:moveTo>
                  <a:pt x="211418" y="81659"/>
                </a:moveTo>
                <a:lnTo>
                  <a:pt x="215154" y="77923"/>
                </a:lnTo>
                <a:lnTo>
                  <a:pt x="215154" y="85696"/>
                </a:lnTo>
                <a:lnTo>
                  <a:pt x="213453" y="87363"/>
                </a:lnTo>
                <a:lnTo>
                  <a:pt x="211418" y="87363"/>
                </a:lnTo>
                <a:lnTo>
                  <a:pt x="211418" y="81659"/>
                </a:lnTo>
                <a:close/>
                <a:moveTo>
                  <a:pt x="211418" y="72286"/>
                </a:moveTo>
                <a:lnTo>
                  <a:pt x="211418" y="66582"/>
                </a:lnTo>
                <a:lnTo>
                  <a:pt x="213453" y="66582"/>
                </a:lnTo>
                <a:lnTo>
                  <a:pt x="215154" y="68283"/>
                </a:lnTo>
                <a:lnTo>
                  <a:pt x="215154" y="76022"/>
                </a:lnTo>
                <a:close/>
                <a:moveTo>
                  <a:pt x="213887" y="65915"/>
                </a:moveTo>
                <a:lnTo>
                  <a:pt x="213620" y="65815"/>
                </a:lnTo>
                <a:lnTo>
                  <a:pt x="211718" y="65815"/>
                </a:lnTo>
                <a:lnTo>
                  <a:pt x="213019" y="64514"/>
                </a:lnTo>
                <a:lnTo>
                  <a:pt x="214320" y="64514"/>
                </a:lnTo>
                <a:lnTo>
                  <a:pt x="215154" y="65348"/>
                </a:lnTo>
                <a:lnTo>
                  <a:pt x="215154" y="67149"/>
                </a:lnTo>
                <a:close/>
                <a:moveTo>
                  <a:pt x="212586" y="64113"/>
                </a:moveTo>
                <a:lnTo>
                  <a:pt x="211318" y="65381"/>
                </a:lnTo>
                <a:lnTo>
                  <a:pt x="211318" y="63346"/>
                </a:lnTo>
                <a:lnTo>
                  <a:pt x="209950" y="61979"/>
                </a:lnTo>
                <a:lnTo>
                  <a:pt x="211785" y="61979"/>
                </a:lnTo>
                <a:lnTo>
                  <a:pt x="212586" y="62813"/>
                </a:lnTo>
                <a:lnTo>
                  <a:pt x="212586" y="64113"/>
                </a:lnTo>
                <a:close/>
                <a:moveTo>
                  <a:pt x="211785" y="61178"/>
                </a:moveTo>
                <a:lnTo>
                  <a:pt x="209950" y="61178"/>
                </a:lnTo>
                <a:lnTo>
                  <a:pt x="211318" y="59844"/>
                </a:lnTo>
                <a:lnTo>
                  <a:pt x="211318" y="57776"/>
                </a:lnTo>
                <a:lnTo>
                  <a:pt x="212586" y="59077"/>
                </a:lnTo>
                <a:lnTo>
                  <a:pt x="212586" y="60377"/>
                </a:lnTo>
                <a:close/>
                <a:moveTo>
                  <a:pt x="213453" y="56575"/>
                </a:moveTo>
                <a:lnTo>
                  <a:pt x="211418" y="56575"/>
                </a:lnTo>
                <a:lnTo>
                  <a:pt x="211418" y="50871"/>
                </a:lnTo>
                <a:lnTo>
                  <a:pt x="215154" y="47135"/>
                </a:lnTo>
                <a:lnTo>
                  <a:pt x="215154" y="54874"/>
                </a:lnTo>
                <a:close/>
                <a:moveTo>
                  <a:pt x="211418" y="41497"/>
                </a:moveTo>
                <a:lnTo>
                  <a:pt x="211418" y="35793"/>
                </a:lnTo>
                <a:lnTo>
                  <a:pt x="213453" y="35793"/>
                </a:lnTo>
                <a:lnTo>
                  <a:pt x="215154" y="37494"/>
                </a:lnTo>
                <a:lnTo>
                  <a:pt x="215154" y="45233"/>
                </a:lnTo>
                <a:close/>
                <a:moveTo>
                  <a:pt x="213887" y="35126"/>
                </a:moveTo>
                <a:lnTo>
                  <a:pt x="213620" y="34993"/>
                </a:lnTo>
                <a:lnTo>
                  <a:pt x="211718" y="34993"/>
                </a:lnTo>
                <a:lnTo>
                  <a:pt x="213019" y="33725"/>
                </a:lnTo>
                <a:lnTo>
                  <a:pt x="214320" y="33725"/>
                </a:lnTo>
                <a:lnTo>
                  <a:pt x="215154" y="34559"/>
                </a:lnTo>
                <a:lnTo>
                  <a:pt x="215154" y="36360"/>
                </a:lnTo>
                <a:close/>
                <a:moveTo>
                  <a:pt x="210518" y="32858"/>
                </a:moveTo>
                <a:lnTo>
                  <a:pt x="210518" y="34893"/>
                </a:lnTo>
                <a:lnTo>
                  <a:pt x="204813" y="34893"/>
                </a:lnTo>
                <a:lnTo>
                  <a:pt x="201077" y="31190"/>
                </a:lnTo>
                <a:lnTo>
                  <a:pt x="208850" y="31190"/>
                </a:lnTo>
                <a:close/>
                <a:moveTo>
                  <a:pt x="195473" y="34893"/>
                </a:moveTo>
                <a:lnTo>
                  <a:pt x="189736" y="34893"/>
                </a:lnTo>
                <a:lnTo>
                  <a:pt x="189736" y="32858"/>
                </a:lnTo>
                <a:lnTo>
                  <a:pt x="191437" y="31190"/>
                </a:lnTo>
                <a:lnTo>
                  <a:pt x="199176" y="31190"/>
                </a:lnTo>
                <a:close/>
                <a:moveTo>
                  <a:pt x="187268" y="33725"/>
                </a:moveTo>
                <a:lnTo>
                  <a:pt x="188535" y="34993"/>
                </a:lnTo>
                <a:lnTo>
                  <a:pt x="186667" y="34993"/>
                </a:lnTo>
                <a:lnTo>
                  <a:pt x="186367" y="35126"/>
                </a:lnTo>
                <a:lnTo>
                  <a:pt x="185133" y="36360"/>
                </a:lnTo>
                <a:lnTo>
                  <a:pt x="185133" y="34559"/>
                </a:lnTo>
                <a:lnTo>
                  <a:pt x="185967" y="33725"/>
                </a:lnTo>
                <a:lnTo>
                  <a:pt x="187268" y="33725"/>
                </a:lnTo>
                <a:close/>
                <a:moveTo>
                  <a:pt x="184332" y="36360"/>
                </a:moveTo>
                <a:lnTo>
                  <a:pt x="183098" y="35126"/>
                </a:lnTo>
                <a:lnTo>
                  <a:pt x="182831" y="34993"/>
                </a:lnTo>
                <a:lnTo>
                  <a:pt x="180930" y="34993"/>
                </a:lnTo>
                <a:lnTo>
                  <a:pt x="182231" y="33725"/>
                </a:lnTo>
                <a:lnTo>
                  <a:pt x="183532" y="33725"/>
                </a:lnTo>
                <a:lnTo>
                  <a:pt x="184332" y="34559"/>
                </a:lnTo>
                <a:close/>
                <a:moveTo>
                  <a:pt x="179729" y="32858"/>
                </a:moveTo>
                <a:lnTo>
                  <a:pt x="179729" y="34893"/>
                </a:lnTo>
                <a:lnTo>
                  <a:pt x="174025" y="34893"/>
                </a:lnTo>
                <a:lnTo>
                  <a:pt x="170289" y="31190"/>
                </a:lnTo>
                <a:lnTo>
                  <a:pt x="178061" y="31190"/>
                </a:lnTo>
                <a:close/>
                <a:moveTo>
                  <a:pt x="164685" y="34893"/>
                </a:moveTo>
                <a:lnTo>
                  <a:pt x="158947" y="34893"/>
                </a:lnTo>
                <a:lnTo>
                  <a:pt x="158947" y="32858"/>
                </a:lnTo>
                <a:lnTo>
                  <a:pt x="160649" y="31190"/>
                </a:lnTo>
                <a:lnTo>
                  <a:pt x="168387" y="31190"/>
                </a:lnTo>
                <a:close/>
                <a:moveTo>
                  <a:pt x="156479" y="33725"/>
                </a:moveTo>
                <a:lnTo>
                  <a:pt x="157746" y="34993"/>
                </a:lnTo>
                <a:lnTo>
                  <a:pt x="155878" y="34993"/>
                </a:lnTo>
                <a:lnTo>
                  <a:pt x="155578" y="35126"/>
                </a:lnTo>
                <a:lnTo>
                  <a:pt x="154344" y="36360"/>
                </a:lnTo>
                <a:lnTo>
                  <a:pt x="154344" y="34559"/>
                </a:lnTo>
                <a:lnTo>
                  <a:pt x="155178" y="33725"/>
                </a:lnTo>
                <a:lnTo>
                  <a:pt x="156479" y="33725"/>
                </a:lnTo>
                <a:close/>
                <a:moveTo>
                  <a:pt x="153543" y="36360"/>
                </a:moveTo>
                <a:lnTo>
                  <a:pt x="152309" y="35126"/>
                </a:lnTo>
                <a:lnTo>
                  <a:pt x="152042" y="34993"/>
                </a:lnTo>
                <a:lnTo>
                  <a:pt x="150141" y="34993"/>
                </a:lnTo>
                <a:lnTo>
                  <a:pt x="151442" y="33725"/>
                </a:lnTo>
                <a:lnTo>
                  <a:pt x="152743" y="33725"/>
                </a:lnTo>
                <a:lnTo>
                  <a:pt x="153543" y="34559"/>
                </a:lnTo>
                <a:close/>
                <a:moveTo>
                  <a:pt x="148940" y="32858"/>
                </a:moveTo>
                <a:lnTo>
                  <a:pt x="148940" y="34893"/>
                </a:lnTo>
                <a:lnTo>
                  <a:pt x="143236" y="34893"/>
                </a:lnTo>
                <a:lnTo>
                  <a:pt x="139500" y="31190"/>
                </a:lnTo>
                <a:lnTo>
                  <a:pt x="147239" y="31190"/>
                </a:lnTo>
                <a:close/>
                <a:moveTo>
                  <a:pt x="133896" y="34893"/>
                </a:moveTo>
                <a:lnTo>
                  <a:pt x="128159" y="34893"/>
                </a:lnTo>
                <a:lnTo>
                  <a:pt x="128159" y="32858"/>
                </a:lnTo>
                <a:lnTo>
                  <a:pt x="129860" y="31190"/>
                </a:lnTo>
                <a:lnTo>
                  <a:pt x="137599" y="31190"/>
                </a:lnTo>
                <a:close/>
                <a:moveTo>
                  <a:pt x="125690" y="33725"/>
                </a:moveTo>
                <a:lnTo>
                  <a:pt x="126958" y="34993"/>
                </a:lnTo>
                <a:lnTo>
                  <a:pt x="125056" y="34993"/>
                </a:lnTo>
                <a:lnTo>
                  <a:pt x="124790" y="35126"/>
                </a:lnTo>
                <a:lnTo>
                  <a:pt x="123555" y="36360"/>
                </a:lnTo>
                <a:lnTo>
                  <a:pt x="123555" y="34559"/>
                </a:lnTo>
                <a:lnTo>
                  <a:pt x="124389" y="33725"/>
                </a:lnTo>
                <a:lnTo>
                  <a:pt x="125690" y="33725"/>
                </a:lnTo>
                <a:close/>
                <a:moveTo>
                  <a:pt x="122755" y="36360"/>
                </a:moveTo>
                <a:lnTo>
                  <a:pt x="121521" y="35126"/>
                </a:lnTo>
                <a:lnTo>
                  <a:pt x="121254" y="34993"/>
                </a:lnTo>
                <a:lnTo>
                  <a:pt x="119352" y="34993"/>
                </a:lnTo>
                <a:lnTo>
                  <a:pt x="120653" y="33725"/>
                </a:lnTo>
                <a:lnTo>
                  <a:pt x="121954" y="33725"/>
                </a:lnTo>
                <a:lnTo>
                  <a:pt x="122755" y="34559"/>
                </a:lnTo>
                <a:lnTo>
                  <a:pt x="122755" y="36360"/>
                </a:lnTo>
                <a:close/>
                <a:moveTo>
                  <a:pt x="118152" y="32858"/>
                </a:moveTo>
                <a:lnTo>
                  <a:pt x="118152" y="34893"/>
                </a:lnTo>
                <a:lnTo>
                  <a:pt x="112447" y="34893"/>
                </a:lnTo>
                <a:lnTo>
                  <a:pt x="108711" y="31190"/>
                </a:lnTo>
                <a:lnTo>
                  <a:pt x="116450" y="31190"/>
                </a:lnTo>
                <a:close/>
                <a:moveTo>
                  <a:pt x="103074" y="34893"/>
                </a:moveTo>
                <a:lnTo>
                  <a:pt x="97370" y="34893"/>
                </a:lnTo>
                <a:lnTo>
                  <a:pt x="97370" y="32858"/>
                </a:lnTo>
                <a:lnTo>
                  <a:pt x="99071" y="31190"/>
                </a:lnTo>
                <a:lnTo>
                  <a:pt x="106810" y="31190"/>
                </a:lnTo>
                <a:close/>
                <a:moveTo>
                  <a:pt x="94868" y="33725"/>
                </a:moveTo>
                <a:lnTo>
                  <a:pt x="96169" y="34993"/>
                </a:lnTo>
                <a:lnTo>
                  <a:pt x="94268" y="34993"/>
                </a:lnTo>
                <a:lnTo>
                  <a:pt x="94001" y="35126"/>
                </a:lnTo>
                <a:lnTo>
                  <a:pt x="92767" y="36360"/>
                </a:lnTo>
                <a:lnTo>
                  <a:pt x="92767" y="34559"/>
                </a:lnTo>
                <a:lnTo>
                  <a:pt x="93567" y="33725"/>
                </a:lnTo>
                <a:lnTo>
                  <a:pt x="94868" y="33725"/>
                </a:lnTo>
                <a:close/>
                <a:moveTo>
                  <a:pt x="91966" y="36360"/>
                </a:moveTo>
                <a:lnTo>
                  <a:pt x="90732" y="35126"/>
                </a:lnTo>
                <a:lnTo>
                  <a:pt x="90465" y="34993"/>
                </a:lnTo>
                <a:lnTo>
                  <a:pt x="88564" y="34993"/>
                </a:lnTo>
                <a:lnTo>
                  <a:pt x="89865" y="33725"/>
                </a:lnTo>
                <a:lnTo>
                  <a:pt x="91166" y="33725"/>
                </a:lnTo>
                <a:lnTo>
                  <a:pt x="91966" y="34559"/>
                </a:lnTo>
                <a:lnTo>
                  <a:pt x="91966" y="36360"/>
                </a:lnTo>
                <a:close/>
                <a:moveTo>
                  <a:pt x="87363" y="32858"/>
                </a:moveTo>
                <a:lnTo>
                  <a:pt x="87363" y="34893"/>
                </a:lnTo>
                <a:lnTo>
                  <a:pt x="81659" y="34893"/>
                </a:lnTo>
                <a:lnTo>
                  <a:pt x="77923" y="31190"/>
                </a:lnTo>
                <a:lnTo>
                  <a:pt x="85662" y="31190"/>
                </a:lnTo>
                <a:close/>
                <a:moveTo>
                  <a:pt x="72285" y="34893"/>
                </a:moveTo>
                <a:lnTo>
                  <a:pt x="66581" y="34893"/>
                </a:lnTo>
                <a:lnTo>
                  <a:pt x="66581" y="32858"/>
                </a:lnTo>
                <a:lnTo>
                  <a:pt x="68249" y="31190"/>
                </a:lnTo>
                <a:lnTo>
                  <a:pt x="76021" y="31190"/>
                </a:lnTo>
                <a:close/>
                <a:moveTo>
                  <a:pt x="64080" y="33725"/>
                </a:moveTo>
                <a:lnTo>
                  <a:pt x="65381" y="34993"/>
                </a:lnTo>
                <a:lnTo>
                  <a:pt x="63479" y="34993"/>
                </a:lnTo>
                <a:lnTo>
                  <a:pt x="63212" y="35126"/>
                </a:lnTo>
                <a:lnTo>
                  <a:pt x="61978" y="36360"/>
                </a:lnTo>
                <a:lnTo>
                  <a:pt x="61978" y="34559"/>
                </a:lnTo>
                <a:lnTo>
                  <a:pt x="62779" y="33725"/>
                </a:lnTo>
                <a:lnTo>
                  <a:pt x="64080" y="33725"/>
                </a:lnTo>
                <a:close/>
                <a:moveTo>
                  <a:pt x="61178" y="36360"/>
                </a:moveTo>
                <a:lnTo>
                  <a:pt x="59943" y="35126"/>
                </a:lnTo>
                <a:lnTo>
                  <a:pt x="59676" y="34993"/>
                </a:lnTo>
                <a:lnTo>
                  <a:pt x="57775" y="34993"/>
                </a:lnTo>
                <a:lnTo>
                  <a:pt x="59043" y="33725"/>
                </a:lnTo>
                <a:lnTo>
                  <a:pt x="60344" y="33725"/>
                </a:lnTo>
                <a:lnTo>
                  <a:pt x="61178" y="34559"/>
                </a:lnTo>
                <a:close/>
                <a:moveTo>
                  <a:pt x="56574" y="32858"/>
                </a:moveTo>
                <a:lnTo>
                  <a:pt x="56574" y="34893"/>
                </a:lnTo>
                <a:lnTo>
                  <a:pt x="50837" y="34893"/>
                </a:lnTo>
                <a:lnTo>
                  <a:pt x="47134" y="31190"/>
                </a:lnTo>
                <a:lnTo>
                  <a:pt x="54873" y="31190"/>
                </a:lnTo>
                <a:close/>
                <a:moveTo>
                  <a:pt x="41497" y="34893"/>
                </a:moveTo>
                <a:lnTo>
                  <a:pt x="35793" y="34893"/>
                </a:lnTo>
                <a:lnTo>
                  <a:pt x="35793" y="32858"/>
                </a:lnTo>
                <a:lnTo>
                  <a:pt x="37461" y="31190"/>
                </a:lnTo>
                <a:lnTo>
                  <a:pt x="45233" y="31190"/>
                </a:lnTo>
                <a:close/>
                <a:moveTo>
                  <a:pt x="33291" y="33725"/>
                </a:moveTo>
                <a:lnTo>
                  <a:pt x="34592" y="34993"/>
                </a:lnTo>
                <a:lnTo>
                  <a:pt x="32691" y="34993"/>
                </a:lnTo>
                <a:lnTo>
                  <a:pt x="32424" y="35126"/>
                </a:lnTo>
                <a:lnTo>
                  <a:pt x="31189" y="36360"/>
                </a:lnTo>
                <a:lnTo>
                  <a:pt x="31189" y="34559"/>
                </a:lnTo>
                <a:lnTo>
                  <a:pt x="31990" y="33725"/>
                </a:lnTo>
                <a:lnTo>
                  <a:pt x="33291" y="33725"/>
                </a:lnTo>
                <a:close/>
                <a:moveTo>
                  <a:pt x="30389" y="57809"/>
                </a:moveTo>
                <a:lnTo>
                  <a:pt x="29555" y="58643"/>
                </a:lnTo>
                <a:lnTo>
                  <a:pt x="28254" y="58643"/>
                </a:lnTo>
                <a:lnTo>
                  <a:pt x="26986" y="57375"/>
                </a:lnTo>
                <a:lnTo>
                  <a:pt x="28854" y="57375"/>
                </a:lnTo>
                <a:lnTo>
                  <a:pt x="29155" y="57242"/>
                </a:lnTo>
                <a:lnTo>
                  <a:pt x="30389" y="56008"/>
                </a:lnTo>
                <a:lnTo>
                  <a:pt x="30389" y="57809"/>
                </a:lnTo>
                <a:close/>
                <a:moveTo>
                  <a:pt x="28521" y="60811"/>
                </a:moveTo>
                <a:lnTo>
                  <a:pt x="28621" y="60511"/>
                </a:lnTo>
                <a:lnTo>
                  <a:pt x="28621" y="59443"/>
                </a:lnTo>
                <a:lnTo>
                  <a:pt x="29889" y="59443"/>
                </a:lnTo>
                <a:lnTo>
                  <a:pt x="30789" y="58543"/>
                </a:lnTo>
                <a:lnTo>
                  <a:pt x="31656" y="59443"/>
                </a:lnTo>
                <a:lnTo>
                  <a:pt x="32924" y="59443"/>
                </a:lnTo>
                <a:lnTo>
                  <a:pt x="32924" y="60511"/>
                </a:lnTo>
                <a:lnTo>
                  <a:pt x="33057" y="60811"/>
                </a:lnTo>
                <a:lnTo>
                  <a:pt x="33825" y="61578"/>
                </a:lnTo>
                <a:lnTo>
                  <a:pt x="33057" y="62346"/>
                </a:lnTo>
                <a:lnTo>
                  <a:pt x="32924" y="62612"/>
                </a:lnTo>
                <a:lnTo>
                  <a:pt x="32924" y="63713"/>
                </a:lnTo>
                <a:lnTo>
                  <a:pt x="31656" y="63713"/>
                </a:lnTo>
                <a:lnTo>
                  <a:pt x="30789" y="64614"/>
                </a:lnTo>
                <a:lnTo>
                  <a:pt x="29889" y="63713"/>
                </a:lnTo>
                <a:lnTo>
                  <a:pt x="28621" y="63713"/>
                </a:lnTo>
                <a:lnTo>
                  <a:pt x="28621" y="62612"/>
                </a:lnTo>
                <a:lnTo>
                  <a:pt x="28521" y="62346"/>
                </a:lnTo>
                <a:lnTo>
                  <a:pt x="27754" y="61578"/>
                </a:lnTo>
                <a:close/>
                <a:moveTo>
                  <a:pt x="28254" y="64514"/>
                </a:moveTo>
                <a:lnTo>
                  <a:pt x="29555" y="64514"/>
                </a:lnTo>
                <a:lnTo>
                  <a:pt x="30389" y="65348"/>
                </a:lnTo>
                <a:lnTo>
                  <a:pt x="30389" y="67149"/>
                </a:lnTo>
                <a:lnTo>
                  <a:pt x="29155" y="65915"/>
                </a:lnTo>
                <a:lnTo>
                  <a:pt x="28854" y="65781"/>
                </a:lnTo>
                <a:lnTo>
                  <a:pt x="26986" y="65781"/>
                </a:lnTo>
                <a:close/>
                <a:moveTo>
                  <a:pt x="31189" y="86796"/>
                </a:moveTo>
                <a:lnTo>
                  <a:pt x="32424" y="88031"/>
                </a:lnTo>
                <a:lnTo>
                  <a:pt x="32691" y="88164"/>
                </a:lnTo>
                <a:lnTo>
                  <a:pt x="34592" y="88164"/>
                </a:lnTo>
                <a:lnTo>
                  <a:pt x="33291" y="89432"/>
                </a:lnTo>
                <a:lnTo>
                  <a:pt x="31990" y="89432"/>
                </a:lnTo>
                <a:lnTo>
                  <a:pt x="31189" y="88631"/>
                </a:lnTo>
                <a:lnTo>
                  <a:pt x="31189" y="86796"/>
                </a:lnTo>
                <a:close/>
                <a:moveTo>
                  <a:pt x="35793" y="90299"/>
                </a:moveTo>
                <a:lnTo>
                  <a:pt x="35793" y="88264"/>
                </a:lnTo>
                <a:lnTo>
                  <a:pt x="41497" y="88264"/>
                </a:lnTo>
                <a:lnTo>
                  <a:pt x="45233" y="91967"/>
                </a:lnTo>
                <a:lnTo>
                  <a:pt x="37461" y="91967"/>
                </a:lnTo>
                <a:close/>
                <a:moveTo>
                  <a:pt x="50837" y="88264"/>
                </a:moveTo>
                <a:lnTo>
                  <a:pt x="56574" y="88264"/>
                </a:lnTo>
                <a:lnTo>
                  <a:pt x="56574" y="90299"/>
                </a:lnTo>
                <a:lnTo>
                  <a:pt x="54873" y="91967"/>
                </a:lnTo>
                <a:lnTo>
                  <a:pt x="47134" y="91967"/>
                </a:lnTo>
                <a:close/>
                <a:moveTo>
                  <a:pt x="59043" y="89432"/>
                </a:moveTo>
                <a:lnTo>
                  <a:pt x="57775" y="88164"/>
                </a:lnTo>
                <a:lnTo>
                  <a:pt x="59676" y="88164"/>
                </a:lnTo>
                <a:lnTo>
                  <a:pt x="59943" y="88031"/>
                </a:lnTo>
                <a:lnTo>
                  <a:pt x="61178" y="86796"/>
                </a:lnTo>
                <a:lnTo>
                  <a:pt x="61178" y="88598"/>
                </a:lnTo>
                <a:lnTo>
                  <a:pt x="60344" y="89432"/>
                </a:lnTo>
                <a:lnTo>
                  <a:pt x="59043" y="89432"/>
                </a:lnTo>
                <a:close/>
                <a:moveTo>
                  <a:pt x="61978" y="86796"/>
                </a:moveTo>
                <a:lnTo>
                  <a:pt x="63212" y="88031"/>
                </a:lnTo>
                <a:lnTo>
                  <a:pt x="63479" y="88164"/>
                </a:lnTo>
                <a:lnTo>
                  <a:pt x="65381" y="88164"/>
                </a:lnTo>
                <a:lnTo>
                  <a:pt x="64080" y="89432"/>
                </a:lnTo>
                <a:lnTo>
                  <a:pt x="62779" y="89432"/>
                </a:lnTo>
                <a:lnTo>
                  <a:pt x="61978" y="88631"/>
                </a:lnTo>
                <a:close/>
                <a:moveTo>
                  <a:pt x="66581" y="90299"/>
                </a:moveTo>
                <a:lnTo>
                  <a:pt x="66581" y="88264"/>
                </a:lnTo>
                <a:lnTo>
                  <a:pt x="72285" y="88264"/>
                </a:lnTo>
                <a:lnTo>
                  <a:pt x="76021" y="91967"/>
                </a:lnTo>
                <a:lnTo>
                  <a:pt x="68249" y="91967"/>
                </a:lnTo>
                <a:close/>
                <a:moveTo>
                  <a:pt x="81659" y="88264"/>
                </a:moveTo>
                <a:lnTo>
                  <a:pt x="87363" y="88264"/>
                </a:lnTo>
                <a:lnTo>
                  <a:pt x="87363" y="90299"/>
                </a:lnTo>
                <a:lnTo>
                  <a:pt x="85662" y="91967"/>
                </a:lnTo>
                <a:lnTo>
                  <a:pt x="77923" y="91967"/>
                </a:lnTo>
                <a:close/>
                <a:moveTo>
                  <a:pt x="89831" y="89432"/>
                </a:moveTo>
                <a:lnTo>
                  <a:pt x="88564" y="88164"/>
                </a:lnTo>
                <a:lnTo>
                  <a:pt x="90465" y="88164"/>
                </a:lnTo>
                <a:lnTo>
                  <a:pt x="90732" y="88031"/>
                </a:lnTo>
                <a:lnTo>
                  <a:pt x="91966" y="86796"/>
                </a:lnTo>
                <a:lnTo>
                  <a:pt x="91966" y="88598"/>
                </a:lnTo>
                <a:lnTo>
                  <a:pt x="91132" y="89432"/>
                </a:lnTo>
                <a:lnTo>
                  <a:pt x="89831" y="89432"/>
                </a:lnTo>
                <a:close/>
                <a:moveTo>
                  <a:pt x="92767" y="86796"/>
                </a:moveTo>
                <a:lnTo>
                  <a:pt x="94001" y="88031"/>
                </a:lnTo>
                <a:lnTo>
                  <a:pt x="94268" y="88164"/>
                </a:lnTo>
                <a:lnTo>
                  <a:pt x="96169" y="88164"/>
                </a:lnTo>
                <a:lnTo>
                  <a:pt x="94868" y="89432"/>
                </a:lnTo>
                <a:lnTo>
                  <a:pt x="93567" y="89432"/>
                </a:lnTo>
                <a:lnTo>
                  <a:pt x="92767" y="88631"/>
                </a:lnTo>
                <a:lnTo>
                  <a:pt x="92767" y="86796"/>
                </a:lnTo>
                <a:close/>
                <a:moveTo>
                  <a:pt x="97370" y="90299"/>
                </a:moveTo>
                <a:lnTo>
                  <a:pt x="97370" y="88264"/>
                </a:lnTo>
                <a:lnTo>
                  <a:pt x="103074" y="88264"/>
                </a:lnTo>
                <a:lnTo>
                  <a:pt x="106810" y="91967"/>
                </a:lnTo>
                <a:lnTo>
                  <a:pt x="99071" y="91967"/>
                </a:lnTo>
                <a:close/>
                <a:moveTo>
                  <a:pt x="112447" y="88264"/>
                </a:moveTo>
                <a:lnTo>
                  <a:pt x="118152" y="88264"/>
                </a:lnTo>
                <a:lnTo>
                  <a:pt x="118152" y="90299"/>
                </a:lnTo>
                <a:lnTo>
                  <a:pt x="116450" y="91967"/>
                </a:lnTo>
                <a:lnTo>
                  <a:pt x="108711" y="91967"/>
                </a:lnTo>
                <a:close/>
                <a:moveTo>
                  <a:pt x="120653" y="89432"/>
                </a:moveTo>
                <a:lnTo>
                  <a:pt x="119352" y="88164"/>
                </a:lnTo>
                <a:lnTo>
                  <a:pt x="121254" y="88164"/>
                </a:lnTo>
                <a:lnTo>
                  <a:pt x="121521" y="88031"/>
                </a:lnTo>
                <a:lnTo>
                  <a:pt x="122755" y="86796"/>
                </a:lnTo>
                <a:lnTo>
                  <a:pt x="122755" y="88598"/>
                </a:lnTo>
                <a:lnTo>
                  <a:pt x="121954" y="89432"/>
                </a:lnTo>
                <a:lnTo>
                  <a:pt x="120653" y="89432"/>
                </a:lnTo>
                <a:close/>
                <a:moveTo>
                  <a:pt x="123555" y="86796"/>
                </a:moveTo>
                <a:lnTo>
                  <a:pt x="124790" y="88031"/>
                </a:lnTo>
                <a:lnTo>
                  <a:pt x="125056" y="88164"/>
                </a:lnTo>
                <a:lnTo>
                  <a:pt x="126958" y="88164"/>
                </a:lnTo>
                <a:lnTo>
                  <a:pt x="125657" y="89432"/>
                </a:lnTo>
                <a:lnTo>
                  <a:pt x="124356" y="89432"/>
                </a:lnTo>
                <a:lnTo>
                  <a:pt x="123555" y="88631"/>
                </a:lnTo>
                <a:lnTo>
                  <a:pt x="123555" y="86796"/>
                </a:lnTo>
                <a:close/>
                <a:moveTo>
                  <a:pt x="128159" y="90299"/>
                </a:moveTo>
                <a:lnTo>
                  <a:pt x="128159" y="88264"/>
                </a:lnTo>
                <a:lnTo>
                  <a:pt x="133863" y="88264"/>
                </a:lnTo>
                <a:lnTo>
                  <a:pt x="137599" y="91967"/>
                </a:lnTo>
                <a:lnTo>
                  <a:pt x="129860" y="91967"/>
                </a:lnTo>
                <a:close/>
                <a:moveTo>
                  <a:pt x="143236" y="88264"/>
                </a:moveTo>
                <a:lnTo>
                  <a:pt x="148940" y="88264"/>
                </a:lnTo>
                <a:lnTo>
                  <a:pt x="148940" y="90299"/>
                </a:lnTo>
                <a:lnTo>
                  <a:pt x="147272" y="91967"/>
                </a:lnTo>
                <a:lnTo>
                  <a:pt x="139500" y="91967"/>
                </a:lnTo>
                <a:close/>
                <a:moveTo>
                  <a:pt x="151442" y="89432"/>
                </a:moveTo>
                <a:lnTo>
                  <a:pt x="150141" y="88164"/>
                </a:lnTo>
                <a:lnTo>
                  <a:pt x="152042" y="88164"/>
                </a:lnTo>
                <a:lnTo>
                  <a:pt x="152309" y="88031"/>
                </a:lnTo>
                <a:lnTo>
                  <a:pt x="153543" y="86796"/>
                </a:lnTo>
                <a:lnTo>
                  <a:pt x="153543" y="88598"/>
                </a:lnTo>
                <a:lnTo>
                  <a:pt x="152743" y="89432"/>
                </a:lnTo>
                <a:lnTo>
                  <a:pt x="151442" y="89432"/>
                </a:lnTo>
                <a:close/>
                <a:moveTo>
                  <a:pt x="154344" y="86796"/>
                </a:moveTo>
                <a:lnTo>
                  <a:pt x="155578" y="88031"/>
                </a:lnTo>
                <a:lnTo>
                  <a:pt x="155845" y="88164"/>
                </a:lnTo>
                <a:lnTo>
                  <a:pt x="157746" y="88164"/>
                </a:lnTo>
                <a:lnTo>
                  <a:pt x="156479" y="89432"/>
                </a:lnTo>
                <a:lnTo>
                  <a:pt x="155178" y="89432"/>
                </a:lnTo>
                <a:lnTo>
                  <a:pt x="154344" y="88631"/>
                </a:lnTo>
                <a:close/>
                <a:moveTo>
                  <a:pt x="158947" y="90299"/>
                </a:moveTo>
                <a:lnTo>
                  <a:pt x="158947" y="88264"/>
                </a:lnTo>
                <a:lnTo>
                  <a:pt x="164685" y="88264"/>
                </a:lnTo>
                <a:lnTo>
                  <a:pt x="168387" y="91967"/>
                </a:lnTo>
                <a:lnTo>
                  <a:pt x="160649" y="91967"/>
                </a:lnTo>
                <a:close/>
                <a:moveTo>
                  <a:pt x="174025" y="88264"/>
                </a:moveTo>
                <a:lnTo>
                  <a:pt x="179729" y="88264"/>
                </a:lnTo>
                <a:lnTo>
                  <a:pt x="179729" y="90299"/>
                </a:lnTo>
                <a:lnTo>
                  <a:pt x="178061" y="91967"/>
                </a:lnTo>
                <a:lnTo>
                  <a:pt x="170289" y="91967"/>
                </a:lnTo>
                <a:close/>
                <a:moveTo>
                  <a:pt x="182231" y="89432"/>
                </a:moveTo>
                <a:lnTo>
                  <a:pt x="180930" y="88164"/>
                </a:lnTo>
                <a:lnTo>
                  <a:pt x="182831" y="88164"/>
                </a:lnTo>
                <a:lnTo>
                  <a:pt x="183098" y="88031"/>
                </a:lnTo>
                <a:lnTo>
                  <a:pt x="184332" y="86796"/>
                </a:lnTo>
                <a:lnTo>
                  <a:pt x="184332" y="88598"/>
                </a:lnTo>
                <a:lnTo>
                  <a:pt x="183532" y="89432"/>
                </a:lnTo>
                <a:lnTo>
                  <a:pt x="182231" y="89432"/>
                </a:lnTo>
                <a:close/>
                <a:moveTo>
                  <a:pt x="185133" y="86796"/>
                </a:moveTo>
                <a:lnTo>
                  <a:pt x="186367" y="88031"/>
                </a:lnTo>
                <a:lnTo>
                  <a:pt x="186667" y="88164"/>
                </a:lnTo>
                <a:lnTo>
                  <a:pt x="188535" y="88164"/>
                </a:lnTo>
                <a:lnTo>
                  <a:pt x="187268" y="89432"/>
                </a:lnTo>
                <a:lnTo>
                  <a:pt x="185967" y="89432"/>
                </a:lnTo>
                <a:lnTo>
                  <a:pt x="185133" y="88631"/>
                </a:lnTo>
                <a:close/>
                <a:moveTo>
                  <a:pt x="189736" y="90299"/>
                </a:moveTo>
                <a:lnTo>
                  <a:pt x="189736" y="88264"/>
                </a:lnTo>
                <a:lnTo>
                  <a:pt x="195473" y="88264"/>
                </a:lnTo>
                <a:lnTo>
                  <a:pt x="199176" y="91967"/>
                </a:lnTo>
                <a:lnTo>
                  <a:pt x="191437" y="91967"/>
                </a:lnTo>
                <a:close/>
                <a:moveTo>
                  <a:pt x="204813" y="88264"/>
                </a:moveTo>
                <a:lnTo>
                  <a:pt x="210518" y="88264"/>
                </a:lnTo>
                <a:lnTo>
                  <a:pt x="210518" y="90299"/>
                </a:lnTo>
                <a:lnTo>
                  <a:pt x="208850" y="91967"/>
                </a:lnTo>
                <a:lnTo>
                  <a:pt x="201077" y="91967"/>
                </a:lnTo>
                <a:close/>
                <a:moveTo>
                  <a:pt x="213019" y="89432"/>
                </a:moveTo>
                <a:lnTo>
                  <a:pt x="211718" y="88164"/>
                </a:lnTo>
                <a:lnTo>
                  <a:pt x="213620" y="88164"/>
                </a:lnTo>
                <a:lnTo>
                  <a:pt x="213887" y="88031"/>
                </a:lnTo>
                <a:lnTo>
                  <a:pt x="215121" y="86796"/>
                </a:lnTo>
                <a:lnTo>
                  <a:pt x="215121" y="88598"/>
                </a:lnTo>
                <a:lnTo>
                  <a:pt x="214320" y="89432"/>
                </a:lnTo>
                <a:lnTo>
                  <a:pt x="213019" y="89432"/>
                </a:lnTo>
                <a:close/>
                <a:moveTo>
                  <a:pt x="215921" y="65348"/>
                </a:moveTo>
                <a:lnTo>
                  <a:pt x="216755" y="64514"/>
                </a:lnTo>
                <a:lnTo>
                  <a:pt x="218056" y="64514"/>
                </a:lnTo>
                <a:lnTo>
                  <a:pt x="219324" y="65815"/>
                </a:lnTo>
                <a:lnTo>
                  <a:pt x="217456" y="65815"/>
                </a:lnTo>
                <a:lnTo>
                  <a:pt x="217156" y="65915"/>
                </a:lnTo>
                <a:lnTo>
                  <a:pt x="215921" y="67149"/>
                </a:lnTo>
                <a:close/>
                <a:moveTo>
                  <a:pt x="217789" y="62346"/>
                </a:moveTo>
                <a:lnTo>
                  <a:pt x="217689" y="62646"/>
                </a:lnTo>
                <a:lnTo>
                  <a:pt x="217689" y="63713"/>
                </a:lnTo>
                <a:lnTo>
                  <a:pt x="216422" y="63713"/>
                </a:lnTo>
                <a:lnTo>
                  <a:pt x="215521" y="64614"/>
                </a:lnTo>
                <a:lnTo>
                  <a:pt x="214654" y="63713"/>
                </a:lnTo>
                <a:lnTo>
                  <a:pt x="213386" y="63713"/>
                </a:lnTo>
                <a:lnTo>
                  <a:pt x="213386" y="62646"/>
                </a:lnTo>
                <a:lnTo>
                  <a:pt x="213286" y="62346"/>
                </a:lnTo>
                <a:lnTo>
                  <a:pt x="212486" y="61578"/>
                </a:lnTo>
                <a:lnTo>
                  <a:pt x="213286" y="60811"/>
                </a:lnTo>
                <a:lnTo>
                  <a:pt x="213386" y="60544"/>
                </a:lnTo>
                <a:lnTo>
                  <a:pt x="213386" y="59443"/>
                </a:lnTo>
                <a:lnTo>
                  <a:pt x="214654" y="59443"/>
                </a:lnTo>
                <a:lnTo>
                  <a:pt x="215521" y="58543"/>
                </a:lnTo>
                <a:lnTo>
                  <a:pt x="216422" y="59443"/>
                </a:lnTo>
                <a:lnTo>
                  <a:pt x="217689" y="59443"/>
                </a:lnTo>
                <a:lnTo>
                  <a:pt x="217689" y="60544"/>
                </a:lnTo>
                <a:lnTo>
                  <a:pt x="217789" y="60811"/>
                </a:lnTo>
                <a:lnTo>
                  <a:pt x="218557" y="61578"/>
                </a:lnTo>
                <a:close/>
                <a:moveTo>
                  <a:pt x="218056" y="58643"/>
                </a:moveTo>
                <a:lnTo>
                  <a:pt x="216755" y="58643"/>
                </a:lnTo>
                <a:lnTo>
                  <a:pt x="215921" y="57809"/>
                </a:lnTo>
                <a:lnTo>
                  <a:pt x="215921" y="56008"/>
                </a:lnTo>
                <a:lnTo>
                  <a:pt x="217156" y="57242"/>
                </a:lnTo>
                <a:lnTo>
                  <a:pt x="217456" y="57375"/>
                </a:lnTo>
                <a:lnTo>
                  <a:pt x="219324" y="57375"/>
                </a:lnTo>
                <a:close/>
                <a:moveTo>
                  <a:pt x="215921" y="34559"/>
                </a:moveTo>
                <a:lnTo>
                  <a:pt x="216755" y="33725"/>
                </a:lnTo>
                <a:lnTo>
                  <a:pt x="218056" y="33725"/>
                </a:lnTo>
                <a:lnTo>
                  <a:pt x="219324" y="34993"/>
                </a:lnTo>
                <a:lnTo>
                  <a:pt x="217456" y="34993"/>
                </a:lnTo>
                <a:lnTo>
                  <a:pt x="217156" y="35126"/>
                </a:lnTo>
                <a:lnTo>
                  <a:pt x="215921" y="36360"/>
                </a:lnTo>
                <a:close/>
                <a:moveTo>
                  <a:pt x="27020" y="31190"/>
                </a:moveTo>
                <a:lnTo>
                  <a:pt x="27854" y="31990"/>
                </a:lnTo>
                <a:lnTo>
                  <a:pt x="27854" y="33291"/>
                </a:lnTo>
                <a:lnTo>
                  <a:pt x="26553" y="34592"/>
                </a:lnTo>
                <a:lnTo>
                  <a:pt x="26553" y="32524"/>
                </a:lnTo>
                <a:lnTo>
                  <a:pt x="25219" y="31190"/>
                </a:lnTo>
                <a:lnTo>
                  <a:pt x="27020" y="31190"/>
                </a:lnTo>
                <a:close/>
                <a:moveTo>
                  <a:pt x="26653" y="35793"/>
                </a:moveTo>
                <a:lnTo>
                  <a:pt x="28721" y="35793"/>
                </a:lnTo>
                <a:lnTo>
                  <a:pt x="30389" y="37494"/>
                </a:lnTo>
                <a:lnTo>
                  <a:pt x="30389" y="45233"/>
                </a:lnTo>
                <a:lnTo>
                  <a:pt x="26653" y="41497"/>
                </a:lnTo>
                <a:lnTo>
                  <a:pt x="26653" y="35793"/>
                </a:lnTo>
                <a:close/>
                <a:moveTo>
                  <a:pt x="30389" y="54874"/>
                </a:moveTo>
                <a:lnTo>
                  <a:pt x="28721" y="56575"/>
                </a:lnTo>
                <a:lnTo>
                  <a:pt x="26653" y="56575"/>
                </a:lnTo>
                <a:lnTo>
                  <a:pt x="26653" y="50871"/>
                </a:lnTo>
                <a:lnTo>
                  <a:pt x="30389" y="47135"/>
                </a:lnTo>
                <a:lnTo>
                  <a:pt x="30389" y="54874"/>
                </a:lnTo>
                <a:close/>
                <a:moveTo>
                  <a:pt x="26553" y="57776"/>
                </a:moveTo>
                <a:lnTo>
                  <a:pt x="27854" y="59077"/>
                </a:lnTo>
                <a:lnTo>
                  <a:pt x="27854" y="60377"/>
                </a:lnTo>
                <a:lnTo>
                  <a:pt x="27020" y="61178"/>
                </a:lnTo>
                <a:lnTo>
                  <a:pt x="25219" y="61178"/>
                </a:lnTo>
                <a:lnTo>
                  <a:pt x="26553" y="59844"/>
                </a:lnTo>
                <a:lnTo>
                  <a:pt x="26553" y="57776"/>
                </a:lnTo>
                <a:close/>
                <a:moveTo>
                  <a:pt x="27020" y="61979"/>
                </a:moveTo>
                <a:lnTo>
                  <a:pt x="27854" y="62813"/>
                </a:lnTo>
                <a:lnTo>
                  <a:pt x="27854" y="64113"/>
                </a:lnTo>
                <a:lnTo>
                  <a:pt x="26553" y="65381"/>
                </a:lnTo>
                <a:lnTo>
                  <a:pt x="26553" y="63346"/>
                </a:lnTo>
                <a:lnTo>
                  <a:pt x="25185" y="61979"/>
                </a:lnTo>
                <a:lnTo>
                  <a:pt x="27020" y="61979"/>
                </a:lnTo>
                <a:close/>
                <a:moveTo>
                  <a:pt x="26653" y="66582"/>
                </a:moveTo>
                <a:lnTo>
                  <a:pt x="28721" y="66582"/>
                </a:lnTo>
                <a:lnTo>
                  <a:pt x="30389" y="68283"/>
                </a:lnTo>
                <a:lnTo>
                  <a:pt x="30389" y="76022"/>
                </a:lnTo>
                <a:lnTo>
                  <a:pt x="26653" y="72286"/>
                </a:lnTo>
                <a:lnTo>
                  <a:pt x="26653" y="66582"/>
                </a:lnTo>
                <a:close/>
                <a:moveTo>
                  <a:pt x="30389" y="85696"/>
                </a:moveTo>
                <a:lnTo>
                  <a:pt x="28721" y="87363"/>
                </a:lnTo>
                <a:lnTo>
                  <a:pt x="26653" y="87363"/>
                </a:lnTo>
                <a:lnTo>
                  <a:pt x="26653" y="81659"/>
                </a:lnTo>
                <a:lnTo>
                  <a:pt x="30389" y="77923"/>
                </a:lnTo>
                <a:lnTo>
                  <a:pt x="30389" y="85696"/>
                </a:lnTo>
                <a:close/>
                <a:moveTo>
                  <a:pt x="26553" y="88564"/>
                </a:moveTo>
                <a:lnTo>
                  <a:pt x="27854" y="89865"/>
                </a:lnTo>
                <a:lnTo>
                  <a:pt x="27854" y="91166"/>
                </a:lnTo>
                <a:lnTo>
                  <a:pt x="27020" y="91967"/>
                </a:lnTo>
                <a:lnTo>
                  <a:pt x="25219" y="91967"/>
                </a:lnTo>
                <a:lnTo>
                  <a:pt x="26553" y="90632"/>
                </a:lnTo>
                <a:lnTo>
                  <a:pt x="26553" y="88564"/>
                </a:lnTo>
                <a:close/>
                <a:moveTo>
                  <a:pt x="219290" y="91967"/>
                </a:moveTo>
                <a:lnTo>
                  <a:pt x="218457" y="91166"/>
                </a:lnTo>
                <a:lnTo>
                  <a:pt x="218457" y="89865"/>
                </a:lnTo>
                <a:lnTo>
                  <a:pt x="219757" y="88564"/>
                </a:lnTo>
                <a:lnTo>
                  <a:pt x="219757" y="90632"/>
                </a:lnTo>
                <a:lnTo>
                  <a:pt x="221092" y="91967"/>
                </a:lnTo>
                <a:lnTo>
                  <a:pt x="219290" y="91967"/>
                </a:lnTo>
                <a:close/>
                <a:moveTo>
                  <a:pt x="219657" y="87363"/>
                </a:moveTo>
                <a:lnTo>
                  <a:pt x="217623" y="87363"/>
                </a:lnTo>
                <a:lnTo>
                  <a:pt x="215921" y="85696"/>
                </a:lnTo>
                <a:lnTo>
                  <a:pt x="215921" y="77923"/>
                </a:lnTo>
                <a:lnTo>
                  <a:pt x="219657" y="81659"/>
                </a:lnTo>
                <a:lnTo>
                  <a:pt x="219657" y="87363"/>
                </a:lnTo>
                <a:close/>
                <a:moveTo>
                  <a:pt x="215921" y="68283"/>
                </a:moveTo>
                <a:lnTo>
                  <a:pt x="217623" y="66582"/>
                </a:lnTo>
                <a:lnTo>
                  <a:pt x="219657" y="66582"/>
                </a:lnTo>
                <a:lnTo>
                  <a:pt x="219657" y="72286"/>
                </a:lnTo>
                <a:lnTo>
                  <a:pt x="215921" y="76022"/>
                </a:lnTo>
                <a:lnTo>
                  <a:pt x="215921" y="68283"/>
                </a:lnTo>
                <a:close/>
                <a:moveTo>
                  <a:pt x="219757" y="65381"/>
                </a:moveTo>
                <a:lnTo>
                  <a:pt x="218457" y="64080"/>
                </a:lnTo>
                <a:lnTo>
                  <a:pt x="218457" y="62779"/>
                </a:lnTo>
                <a:lnTo>
                  <a:pt x="219290" y="61979"/>
                </a:lnTo>
                <a:lnTo>
                  <a:pt x="221092" y="61979"/>
                </a:lnTo>
                <a:lnTo>
                  <a:pt x="219757" y="63313"/>
                </a:lnTo>
                <a:lnTo>
                  <a:pt x="219757" y="65381"/>
                </a:lnTo>
                <a:close/>
                <a:moveTo>
                  <a:pt x="219290" y="61178"/>
                </a:moveTo>
                <a:lnTo>
                  <a:pt x="218457" y="60377"/>
                </a:lnTo>
                <a:lnTo>
                  <a:pt x="218457" y="59077"/>
                </a:lnTo>
                <a:lnTo>
                  <a:pt x="219757" y="57776"/>
                </a:lnTo>
                <a:lnTo>
                  <a:pt x="219757" y="59844"/>
                </a:lnTo>
                <a:lnTo>
                  <a:pt x="221092" y="61178"/>
                </a:lnTo>
                <a:lnTo>
                  <a:pt x="219290" y="61178"/>
                </a:lnTo>
                <a:close/>
                <a:moveTo>
                  <a:pt x="219657" y="56575"/>
                </a:moveTo>
                <a:lnTo>
                  <a:pt x="217623" y="56575"/>
                </a:lnTo>
                <a:lnTo>
                  <a:pt x="215921" y="54874"/>
                </a:lnTo>
                <a:lnTo>
                  <a:pt x="215921" y="47135"/>
                </a:lnTo>
                <a:lnTo>
                  <a:pt x="219657" y="50871"/>
                </a:lnTo>
                <a:lnTo>
                  <a:pt x="219657" y="56575"/>
                </a:lnTo>
                <a:close/>
                <a:moveTo>
                  <a:pt x="215921" y="37494"/>
                </a:moveTo>
                <a:lnTo>
                  <a:pt x="217623" y="35793"/>
                </a:lnTo>
                <a:lnTo>
                  <a:pt x="219657" y="35793"/>
                </a:lnTo>
                <a:lnTo>
                  <a:pt x="219657" y="41497"/>
                </a:lnTo>
                <a:lnTo>
                  <a:pt x="215921" y="45233"/>
                </a:lnTo>
                <a:lnTo>
                  <a:pt x="215921" y="37494"/>
                </a:lnTo>
                <a:close/>
                <a:moveTo>
                  <a:pt x="219757" y="34592"/>
                </a:moveTo>
                <a:lnTo>
                  <a:pt x="218457" y="33291"/>
                </a:lnTo>
                <a:lnTo>
                  <a:pt x="218457" y="31990"/>
                </a:lnTo>
                <a:lnTo>
                  <a:pt x="219290" y="31190"/>
                </a:lnTo>
                <a:lnTo>
                  <a:pt x="221092" y="31190"/>
                </a:lnTo>
                <a:lnTo>
                  <a:pt x="219757" y="32524"/>
                </a:lnTo>
                <a:lnTo>
                  <a:pt x="219757" y="34592"/>
                </a:lnTo>
                <a:close/>
                <a:moveTo>
                  <a:pt x="219290" y="30389"/>
                </a:moveTo>
                <a:lnTo>
                  <a:pt x="218457" y="29555"/>
                </a:lnTo>
                <a:lnTo>
                  <a:pt x="218457" y="28254"/>
                </a:lnTo>
                <a:lnTo>
                  <a:pt x="219757" y="26987"/>
                </a:lnTo>
                <a:lnTo>
                  <a:pt x="219757" y="29022"/>
                </a:lnTo>
                <a:lnTo>
                  <a:pt x="221092" y="30389"/>
                </a:lnTo>
                <a:lnTo>
                  <a:pt x="219290" y="30389"/>
                </a:lnTo>
                <a:close/>
                <a:moveTo>
                  <a:pt x="218056" y="27854"/>
                </a:moveTo>
                <a:lnTo>
                  <a:pt x="216755" y="27854"/>
                </a:lnTo>
                <a:lnTo>
                  <a:pt x="215921" y="27020"/>
                </a:lnTo>
                <a:lnTo>
                  <a:pt x="215921" y="25219"/>
                </a:lnTo>
                <a:lnTo>
                  <a:pt x="217156" y="26453"/>
                </a:lnTo>
                <a:lnTo>
                  <a:pt x="217456" y="26553"/>
                </a:lnTo>
                <a:lnTo>
                  <a:pt x="219324" y="26553"/>
                </a:lnTo>
                <a:close/>
                <a:moveTo>
                  <a:pt x="215121" y="27020"/>
                </a:moveTo>
                <a:lnTo>
                  <a:pt x="214320" y="27854"/>
                </a:lnTo>
                <a:lnTo>
                  <a:pt x="213019" y="27854"/>
                </a:lnTo>
                <a:lnTo>
                  <a:pt x="211718" y="26553"/>
                </a:lnTo>
                <a:lnTo>
                  <a:pt x="213620" y="26553"/>
                </a:lnTo>
                <a:lnTo>
                  <a:pt x="213887" y="26453"/>
                </a:lnTo>
                <a:lnTo>
                  <a:pt x="215121" y="25219"/>
                </a:lnTo>
                <a:close/>
                <a:moveTo>
                  <a:pt x="210518" y="28721"/>
                </a:moveTo>
                <a:lnTo>
                  <a:pt x="208850" y="30389"/>
                </a:lnTo>
                <a:lnTo>
                  <a:pt x="201077" y="30389"/>
                </a:lnTo>
                <a:lnTo>
                  <a:pt x="204813" y="26687"/>
                </a:lnTo>
                <a:lnTo>
                  <a:pt x="210518" y="26687"/>
                </a:lnTo>
                <a:lnTo>
                  <a:pt x="210518" y="28721"/>
                </a:lnTo>
                <a:close/>
                <a:moveTo>
                  <a:pt x="191437" y="30389"/>
                </a:moveTo>
                <a:lnTo>
                  <a:pt x="189736" y="28721"/>
                </a:lnTo>
                <a:lnTo>
                  <a:pt x="189736" y="26687"/>
                </a:lnTo>
                <a:lnTo>
                  <a:pt x="195473" y="26687"/>
                </a:lnTo>
                <a:lnTo>
                  <a:pt x="199176" y="30389"/>
                </a:lnTo>
                <a:lnTo>
                  <a:pt x="191437" y="30389"/>
                </a:lnTo>
                <a:close/>
                <a:moveTo>
                  <a:pt x="187268" y="27854"/>
                </a:moveTo>
                <a:lnTo>
                  <a:pt x="185967" y="27854"/>
                </a:lnTo>
                <a:lnTo>
                  <a:pt x="185133" y="27020"/>
                </a:lnTo>
                <a:lnTo>
                  <a:pt x="185133" y="25219"/>
                </a:lnTo>
                <a:lnTo>
                  <a:pt x="186367" y="26453"/>
                </a:lnTo>
                <a:lnTo>
                  <a:pt x="186667" y="26553"/>
                </a:lnTo>
                <a:lnTo>
                  <a:pt x="188535" y="26553"/>
                </a:lnTo>
                <a:close/>
                <a:moveTo>
                  <a:pt x="184332" y="27020"/>
                </a:moveTo>
                <a:lnTo>
                  <a:pt x="183532" y="27854"/>
                </a:lnTo>
                <a:lnTo>
                  <a:pt x="182231" y="27854"/>
                </a:lnTo>
                <a:lnTo>
                  <a:pt x="180930" y="26553"/>
                </a:lnTo>
                <a:lnTo>
                  <a:pt x="182831" y="26553"/>
                </a:lnTo>
                <a:lnTo>
                  <a:pt x="183098" y="26453"/>
                </a:lnTo>
                <a:lnTo>
                  <a:pt x="184332" y="25219"/>
                </a:lnTo>
                <a:close/>
                <a:moveTo>
                  <a:pt x="179729" y="28721"/>
                </a:moveTo>
                <a:lnTo>
                  <a:pt x="178061" y="30389"/>
                </a:lnTo>
                <a:lnTo>
                  <a:pt x="170289" y="30389"/>
                </a:lnTo>
                <a:lnTo>
                  <a:pt x="174025" y="26687"/>
                </a:lnTo>
                <a:lnTo>
                  <a:pt x="179729" y="26687"/>
                </a:lnTo>
                <a:lnTo>
                  <a:pt x="179729" y="28721"/>
                </a:lnTo>
                <a:close/>
                <a:moveTo>
                  <a:pt x="160649" y="30389"/>
                </a:moveTo>
                <a:lnTo>
                  <a:pt x="158947" y="28721"/>
                </a:lnTo>
                <a:lnTo>
                  <a:pt x="158947" y="26687"/>
                </a:lnTo>
                <a:lnTo>
                  <a:pt x="164685" y="26687"/>
                </a:lnTo>
                <a:lnTo>
                  <a:pt x="168387" y="30389"/>
                </a:lnTo>
                <a:lnTo>
                  <a:pt x="160649" y="30389"/>
                </a:lnTo>
                <a:close/>
                <a:moveTo>
                  <a:pt x="156479" y="27854"/>
                </a:moveTo>
                <a:lnTo>
                  <a:pt x="155178" y="27854"/>
                </a:lnTo>
                <a:lnTo>
                  <a:pt x="154344" y="27020"/>
                </a:lnTo>
                <a:lnTo>
                  <a:pt x="154344" y="25219"/>
                </a:lnTo>
                <a:lnTo>
                  <a:pt x="155578" y="26453"/>
                </a:lnTo>
                <a:lnTo>
                  <a:pt x="155878" y="26553"/>
                </a:lnTo>
                <a:lnTo>
                  <a:pt x="157746" y="26553"/>
                </a:lnTo>
                <a:close/>
                <a:moveTo>
                  <a:pt x="153543" y="27020"/>
                </a:moveTo>
                <a:lnTo>
                  <a:pt x="152743" y="27854"/>
                </a:lnTo>
                <a:lnTo>
                  <a:pt x="151442" y="27854"/>
                </a:lnTo>
                <a:lnTo>
                  <a:pt x="150141" y="26553"/>
                </a:lnTo>
                <a:lnTo>
                  <a:pt x="152042" y="26553"/>
                </a:lnTo>
                <a:lnTo>
                  <a:pt x="152309" y="26453"/>
                </a:lnTo>
                <a:lnTo>
                  <a:pt x="153543" y="25219"/>
                </a:lnTo>
                <a:close/>
                <a:moveTo>
                  <a:pt x="148940" y="28721"/>
                </a:moveTo>
                <a:lnTo>
                  <a:pt x="147272" y="30389"/>
                </a:lnTo>
                <a:lnTo>
                  <a:pt x="139500" y="30389"/>
                </a:lnTo>
                <a:lnTo>
                  <a:pt x="143236" y="26687"/>
                </a:lnTo>
                <a:lnTo>
                  <a:pt x="148940" y="26687"/>
                </a:lnTo>
                <a:lnTo>
                  <a:pt x="148940" y="28721"/>
                </a:lnTo>
                <a:close/>
                <a:moveTo>
                  <a:pt x="129860" y="30389"/>
                </a:moveTo>
                <a:lnTo>
                  <a:pt x="128159" y="28721"/>
                </a:lnTo>
                <a:lnTo>
                  <a:pt x="128159" y="26687"/>
                </a:lnTo>
                <a:lnTo>
                  <a:pt x="133896" y="26687"/>
                </a:lnTo>
                <a:lnTo>
                  <a:pt x="137599" y="30389"/>
                </a:lnTo>
                <a:lnTo>
                  <a:pt x="129860" y="30389"/>
                </a:lnTo>
                <a:close/>
                <a:moveTo>
                  <a:pt x="125690" y="27854"/>
                </a:moveTo>
                <a:lnTo>
                  <a:pt x="124389" y="27854"/>
                </a:lnTo>
                <a:lnTo>
                  <a:pt x="123555" y="27020"/>
                </a:lnTo>
                <a:lnTo>
                  <a:pt x="123555" y="25219"/>
                </a:lnTo>
                <a:lnTo>
                  <a:pt x="124790" y="26453"/>
                </a:lnTo>
                <a:lnTo>
                  <a:pt x="125056" y="26553"/>
                </a:lnTo>
                <a:lnTo>
                  <a:pt x="126958" y="26553"/>
                </a:lnTo>
                <a:close/>
                <a:moveTo>
                  <a:pt x="122755" y="27020"/>
                </a:moveTo>
                <a:lnTo>
                  <a:pt x="121954" y="27854"/>
                </a:lnTo>
                <a:lnTo>
                  <a:pt x="120653" y="27854"/>
                </a:lnTo>
                <a:lnTo>
                  <a:pt x="119352" y="26553"/>
                </a:lnTo>
                <a:lnTo>
                  <a:pt x="121254" y="26553"/>
                </a:lnTo>
                <a:lnTo>
                  <a:pt x="121521" y="26453"/>
                </a:lnTo>
                <a:lnTo>
                  <a:pt x="122755" y="25219"/>
                </a:lnTo>
                <a:lnTo>
                  <a:pt x="122755" y="27020"/>
                </a:lnTo>
                <a:close/>
                <a:moveTo>
                  <a:pt x="118152" y="28721"/>
                </a:moveTo>
                <a:lnTo>
                  <a:pt x="116450" y="30389"/>
                </a:lnTo>
                <a:lnTo>
                  <a:pt x="108711" y="30389"/>
                </a:lnTo>
                <a:lnTo>
                  <a:pt x="112414" y="26687"/>
                </a:lnTo>
                <a:lnTo>
                  <a:pt x="118152" y="26687"/>
                </a:lnTo>
                <a:lnTo>
                  <a:pt x="118152" y="28721"/>
                </a:lnTo>
                <a:close/>
                <a:moveTo>
                  <a:pt x="99071" y="30389"/>
                </a:moveTo>
                <a:lnTo>
                  <a:pt x="97370" y="28721"/>
                </a:lnTo>
                <a:lnTo>
                  <a:pt x="97370" y="26687"/>
                </a:lnTo>
                <a:lnTo>
                  <a:pt x="103074" y="26687"/>
                </a:lnTo>
                <a:lnTo>
                  <a:pt x="106810" y="30389"/>
                </a:lnTo>
                <a:lnTo>
                  <a:pt x="99071" y="30389"/>
                </a:lnTo>
                <a:close/>
                <a:moveTo>
                  <a:pt x="94868" y="27854"/>
                </a:moveTo>
                <a:lnTo>
                  <a:pt x="93567" y="27854"/>
                </a:lnTo>
                <a:lnTo>
                  <a:pt x="92767" y="27020"/>
                </a:lnTo>
                <a:lnTo>
                  <a:pt x="92767" y="25219"/>
                </a:lnTo>
                <a:lnTo>
                  <a:pt x="94001" y="26453"/>
                </a:lnTo>
                <a:lnTo>
                  <a:pt x="94268" y="26587"/>
                </a:lnTo>
                <a:lnTo>
                  <a:pt x="96169" y="26587"/>
                </a:lnTo>
                <a:close/>
                <a:moveTo>
                  <a:pt x="91966" y="27020"/>
                </a:moveTo>
                <a:lnTo>
                  <a:pt x="91166" y="27854"/>
                </a:lnTo>
                <a:lnTo>
                  <a:pt x="89865" y="27854"/>
                </a:lnTo>
                <a:lnTo>
                  <a:pt x="88564" y="26553"/>
                </a:lnTo>
                <a:lnTo>
                  <a:pt x="90465" y="26553"/>
                </a:lnTo>
                <a:lnTo>
                  <a:pt x="90732" y="26453"/>
                </a:lnTo>
                <a:lnTo>
                  <a:pt x="91966" y="25219"/>
                </a:lnTo>
                <a:lnTo>
                  <a:pt x="91966" y="27020"/>
                </a:lnTo>
                <a:close/>
                <a:moveTo>
                  <a:pt x="87363" y="28721"/>
                </a:moveTo>
                <a:lnTo>
                  <a:pt x="85662" y="30389"/>
                </a:lnTo>
                <a:lnTo>
                  <a:pt x="77923" y="30389"/>
                </a:lnTo>
                <a:lnTo>
                  <a:pt x="81625" y="26687"/>
                </a:lnTo>
                <a:lnTo>
                  <a:pt x="87363" y="26687"/>
                </a:lnTo>
                <a:lnTo>
                  <a:pt x="87363" y="28721"/>
                </a:lnTo>
                <a:close/>
                <a:moveTo>
                  <a:pt x="68249" y="30389"/>
                </a:moveTo>
                <a:lnTo>
                  <a:pt x="66581" y="28721"/>
                </a:lnTo>
                <a:lnTo>
                  <a:pt x="66581" y="26687"/>
                </a:lnTo>
                <a:lnTo>
                  <a:pt x="72285" y="26687"/>
                </a:lnTo>
                <a:lnTo>
                  <a:pt x="76021" y="30389"/>
                </a:lnTo>
                <a:lnTo>
                  <a:pt x="68249" y="30389"/>
                </a:lnTo>
                <a:close/>
                <a:moveTo>
                  <a:pt x="64080" y="27854"/>
                </a:moveTo>
                <a:lnTo>
                  <a:pt x="62779" y="27854"/>
                </a:lnTo>
                <a:lnTo>
                  <a:pt x="61978" y="27020"/>
                </a:lnTo>
                <a:lnTo>
                  <a:pt x="61978" y="25219"/>
                </a:lnTo>
                <a:lnTo>
                  <a:pt x="63212" y="26453"/>
                </a:lnTo>
                <a:lnTo>
                  <a:pt x="63479" y="26553"/>
                </a:lnTo>
                <a:lnTo>
                  <a:pt x="65381" y="26553"/>
                </a:lnTo>
                <a:close/>
                <a:moveTo>
                  <a:pt x="61178" y="27020"/>
                </a:moveTo>
                <a:lnTo>
                  <a:pt x="60344" y="27854"/>
                </a:lnTo>
                <a:lnTo>
                  <a:pt x="59043" y="27854"/>
                </a:lnTo>
                <a:lnTo>
                  <a:pt x="57775" y="26553"/>
                </a:lnTo>
                <a:lnTo>
                  <a:pt x="59676" y="26553"/>
                </a:lnTo>
                <a:lnTo>
                  <a:pt x="59943" y="26453"/>
                </a:lnTo>
                <a:lnTo>
                  <a:pt x="61178" y="25219"/>
                </a:lnTo>
                <a:close/>
                <a:moveTo>
                  <a:pt x="56574" y="28721"/>
                </a:moveTo>
                <a:lnTo>
                  <a:pt x="54873" y="30389"/>
                </a:lnTo>
                <a:lnTo>
                  <a:pt x="47134" y="30389"/>
                </a:lnTo>
                <a:lnTo>
                  <a:pt x="50837" y="26687"/>
                </a:lnTo>
                <a:lnTo>
                  <a:pt x="56574" y="26687"/>
                </a:lnTo>
                <a:close/>
                <a:moveTo>
                  <a:pt x="37461" y="30389"/>
                </a:moveTo>
                <a:lnTo>
                  <a:pt x="35793" y="28721"/>
                </a:lnTo>
                <a:lnTo>
                  <a:pt x="35793" y="26687"/>
                </a:lnTo>
                <a:lnTo>
                  <a:pt x="41497" y="26687"/>
                </a:lnTo>
                <a:lnTo>
                  <a:pt x="45233" y="30389"/>
                </a:lnTo>
                <a:lnTo>
                  <a:pt x="37461" y="30389"/>
                </a:lnTo>
                <a:close/>
                <a:moveTo>
                  <a:pt x="33291" y="27854"/>
                </a:moveTo>
                <a:lnTo>
                  <a:pt x="31990" y="27854"/>
                </a:lnTo>
                <a:lnTo>
                  <a:pt x="31189" y="27020"/>
                </a:lnTo>
                <a:lnTo>
                  <a:pt x="31189" y="25219"/>
                </a:lnTo>
                <a:lnTo>
                  <a:pt x="32424" y="26453"/>
                </a:lnTo>
                <a:lnTo>
                  <a:pt x="32691" y="26553"/>
                </a:lnTo>
                <a:lnTo>
                  <a:pt x="34592" y="26553"/>
                </a:lnTo>
                <a:close/>
                <a:moveTo>
                  <a:pt x="30389" y="27020"/>
                </a:moveTo>
                <a:lnTo>
                  <a:pt x="29555" y="27854"/>
                </a:lnTo>
                <a:lnTo>
                  <a:pt x="28254" y="27854"/>
                </a:lnTo>
                <a:lnTo>
                  <a:pt x="26986" y="26553"/>
                </a:lnTo>
                <a:lnTo>
                  <a:pt x="28854" y="26553"/>
                </a:lnTo>
                <a:lnTo>
                  <a:pt x="29155" y="26453"/>
                </a:lnTo>
                <a:lnTo>
                  <a:pt x="30389" y="25219"/>
                </a:lnTo>
                <a:lnTo>
                  <a:pt x="30389" y="27020"/>
                </a:lnTo>
                <a:close/>
                <a:moveTo>
                  <a:pt x="25786" y="28721"/>
                </a:moveTo>
                <a:lnTo>
                  <a:pt x="24084" y="30389"/>
                </a:lnTo>
                <a:lnTo>
                  <a:pt x="16346" y="30389"/>
                </a:lnTo>
                <a:lnTo>
                  <a:pt x="20048" y="26687"/>
                </a:lnTo>
                <a:lnTo>
                  <a:pt x="25752" y="26687"/>
                </a:lnTo>
                <a:lnTo>
                  <a:pt x="25752" y="28721"/>
                </a:lnTo>
                <a:close/>
                <a:moveTo>
                  <a:pt x="24084" y="31190"/>
                </a:moveTo>
                <a:lnTo>
                  <a:pt x="25786" y="32858"/>
                </a:lnTo>
                <a:lnTo>
                  <a:pt x="25786" y="34893"/>
                </a:lnTo>
                <a:lnTo>
                  <a:pt x="20048" y="34893"/>
                </a:lnTo>
                <a:lnTo>
                  <a:pt x="16346" y="31190"/>
                </a:lnTo>
                <a:close/>
                <a:moveTo>
                  <a:pt x="23050" y="45800"/>
                </a:moveTo>
                <a:lnTo>
                  <a:pt x="21182" y="45800"/>
                </a:lnTo>
                <a:lnTo>
                  <a:pt x="19781" y="44366"/>
                </a:lnTo>
                <a:lnTo>
                  <a:pt x="19781" y="42365"/>
                </a:lnTo>
                <a:lnTo>
                  <a:pt x="21082" y="41030"/>
                </a:lnTo>
                <a:lnTo>
                  <a:pt x="21082" y="43832"/>
                </a:lnTo>
                <a:close/>
                <a:moveTo>
                  <a:pt x="18981" y="43132"/>
                </a:moveTo>
                <a:lnTo>
                  <a:pt x="18981" y="44700"/>
                </a:lnTo>
                <a:lnTo>
                  <a:pt x="20082" y="45800"/>
                </a:lnTo>
                <a:lnTo>
                  <a:pt x="16346" y="45800"/>
                </a:lnTo>
                <a:close/>
                <a:moveTo>
                  <a:pt x="15778" y="45233"/>
                </a:moveTo>
                <a:lnTo>
                  <a:pt x="15778" y="41497"/>
                </a:lnTo>
                <a:lnTo>
                  <a:pt x="16879" y="42598"/>
                </a:lnTo>
                <a:lnTo>
                  <a:pt x="17046" y="42598"/>
                </a:lnTo>
                <a:lnTo>
                  <a:pt x="18414" y="42598"/>
                </a:lnTo>
                <a:close/>
                <a:moveTo>
                  <a:pt x="19214" y="41797"/>
                </a:moveTo>
                <a:lnTo>
                  <a:pt x="17213" y="41797"/>
                </a:lnTo>
                <a:lnTo>
                  <a:pt x="15778" y="40363"/>
                </a:lnTo>
                <a:lnTo>
                  <a:pt x="15778" y="38495"/>
                </a:lnTo>
                <a:lnTo>
                  <a:pt x="17747" y="40463"/>
                </a:lnTo>
                <a:lnTo>
                  <a:pt x="17913" y="40463"/>
                </a:lnTo>
                <a:lnTo>
                  <a:pt x="20515" y="40463"/>
                </a:lnTo>
                <a:close/>
                <a:moveTo>
                  <a:pt x="14978" y="45233"/>
                </a:moveTo>
                <a:lnTo>
                  <a:pt x="12343" y="42598"/>
                </a:lnTo>
                <a:lnTo>
                  <a:pt x="13744" y="42598"/>
                </a:lnTo>
                <a:lnTo>
                  <a:pt x="14011" y="42465"/>
                </a:lnTo>
                <a:lnTo>
                  <a:pt x="14978" y="41497"/>
                </a:lnTo>
                <a:close/>
                <a:moveTo>
                  <a:pt x="16346" y="46568"/>
                </a:moveTo>
                <a:lnTo>
                  <a:pt x="20082" y="46568"/>
                </a:lnTo>
                <a:lnTo>
                  <a:pt x="19114" y="47568"/>
                </a:lnTo>
                <a:lnTo>
                  <a:pt x="18981" y="47835"/>
                </a:lnTo>
                <a:lnTo>
                  <a:pt x="18981" y="49203"/>
                </a:lnTo>
                <a:close/>
                <a:moveTo>
                  <a:pt x="18414" y="49770"/>
                </a:moveTo>
                <a:lnTo>
                  <a:pt x="16879" y="49770"/>
                </a:lnTo>
                <a:lnTo>
                  <a:pt x="15778" y="50871"/>
                </a:lnTo>
                <a:lnTo>
                  <a:pt x="15778" y="47135"/>
                </a:lnTo>
                <a:close/>
                <a:moveTo>
                  <a:pt x="24351" y="49903"/>
                </a:moveTo>
                <a:lnTo>
                  <a:pt x="27654" y="46568"/>
                </a:lnTo>
                <a:lnTo>
                  <a:pt x="29822" y="46568"/>
                </a:lnTo>
                <a:lnTo>
                  <a:pt x="25886" y="50537"/>
                </a:lnTo>
                <a:lnTo>
                  <a:pt x="25886" y="56108"/>
                </a:lnTo>
                <a:lnTo>
                  <a:pt x="24351" y="54573"/>
                </a:lnTo>
                <a:lnTo>
                  <a:pt x="24351" y="49903"/>
                </a:lnTo>
                <a:close/>
                <a:moveTo>
                  <a:pt x="25786" y="59510"/>
                </a:moveTo>
                <a:lnTo>
                  <a:pt x="24084" y="61178"/>
                </a:lnTo>
                <a:lnTo>
                  <a:pt x="16346" y="61178"/>
                </a:lnTo>
                <a:lnTo>
                  <a:pt x="20048" y="57475"/>
                </a:lnTo>
                <a:lnTo>
                  <a:pt x="25752" y="57475"/>
                </a:lnTo>
                <a:lnTo>
                  <a:pt x="25752" y="59510"/>
                </a:lnTo>
                <a:close/>
                <a:moveTo>
                  <a:pt x="24084" y="61979"/>
                </a:moveTo>
                <a:lnTo>
                  <a:pt x="25786" y="63646"/>
                </a:lnTo>
                <a:lnTo>
                  <a:pt x="25786" y="65681"/>
                </a:lnTo>
                <a:lnTo>
                  <a:pt x="20048" y="65681"/>
                </a:lnTo>
                <a:lnTo>
                  <a:pt x="16346" y="61979"/>
                </a:lnTo>
                <a:lnTo>
                  <a:pt x="24084" y="61979"/>
                </a:lnTo>
                <a:close/>
                <a:moveTo>
                  <a:pt x="23050" y="76589"/>
                </a:moveTo>
                <a:lnTo>
                  <a:pt x="21182" y="76589"/>
                </a:lnTo>
                <a:lnTo>
                  <a:pt x="19781" y="75155"/>
                </a:lnTo>
                <a:lnTo>
                  <a:pt x="19781" y="73153"/>
                </a:lnTo>
                <a:lnTo>
                  <a:pt x="21082" y="71819"/>
                </a:lnTo>
                <a:lnTo>
                  <a:pt x="21082" y="74621"/>
                </a:lnTo>
                <a:close/>
                <a:moveTo>
                  <a:pt x="18981" y="73920"/>
                </a:moveTo>
                <a:lnTo>
                  <a:pt x="18981" y="75321"/>
                </a:lnTo>
                <a:lnTo>
                  <a:pt x="19114" y="75588"/>
                </a:lnTo>
                <a:lnTo>
                  <a:pt x="20082" y="76589"/>
                </a:lnTo>
                <a:lnTo>
                  <a:pt x="16346" y="76589"/>
                </a:lnTo>
                <a:close/>
                <a:moveTo>
                  <a:pt x="15778" y="76022"/>
                </a:moveTo>
                <a:lnTo>
                  <a:pt x="15778" y="72286"/>
                </a:lnTo>
                <a:lnTo>
                  <a:pt x="16879" y="73387"/>
                </a:lnTo>
                <a:lnTo>
                  <a:pt x="18414" y="73387"/>
                </a:lnTo>
                <a:close/>
                <a:moveTo>
                  <a:pt x="19214" y="72586"/>
                </a:moveTo>
                <a:lnTo>
                  <a:pt x="17213" y="72586"/>
                </a:lnTo>
                <a:lnTo>
                  <a:pt x="15778" y="71152"/>
                </a:lnTo>
                <a:lnTo>
                  <a:pt x="15778" y="69317"/>
                </a:lnTo>
                <a:lnTo>
                  <a:pt x="17747" y="71285"/>
                </a:lnTo>
                <a:lnTo>
                  <a:pt x="20515" y="71285"/>
                </a:lnTo>
                <a:close/>
                <a:moveTo>
                  <a:pt x="14978" y="76022"/>
                </a:moveTo>
                <a:lnTo>
                  <a:pt x="12343" y="73387"/>
                </a:lnTo>
                <a:lnTo>
                  <a:pt x="13744" y="73387"/>
                </a:lnTo>
                <a:lnTo>
                  <a:pt x="14011" y="73253"/>
                </a:lnTo>
                <a:lnTo>
                  <a:pt x="14978" y="72286"/>
                </a:lnTo>
                <a:close/>
                <a:moveTo>
                  <a:pt x="16346" y="77356"/>
                </a:moveTo>
                <a:lnTo>
                  <a:pt x="20082" y="77356"/>
                </a:lnTo>
                <a:lnTo>
                  <a:pt x="18981" y="78457"/>
                </a:lnTo>
                <a:lnTo>
                  <a:pt x="18981" y="80025"/>
                </a:lnTo>
                <a:close/>
                <a:moveTo>
                  <a:pt x="18414" y="80559"/>
                </a:moveTo>
                <a:lnTo>
                  <a:pt x="17046" y="80559"/>
                </a:lnTo>
                <a:lnTo>
                  <a:pt x="16879" y="80559"/>
                </a:lnTo>
                <a:lnTo>
                  <a:pt x="15778" y="81659"/>
                </a:lnTo>
                <a:lnTo>
                  <a:pt x="15778" y="77923"/>
                </a:lnTo>
                <a:close/>
                <a:moveTo>
                  <a:pt x="24351" y="80692"/>
                </a:moveTo>
                <a:lnTo>
                  <a:pt x="27654" y="77356"/>
                </a:lnTo>
                <a:lnTo>
                  <a:pt x="29822" y="77356"/>
                </a:lnTo>
                <a:lnTo>
                  <a:pt x="25886" y="81326"/>
                </a:lnTo>
                <a:lnTo>
                  <a:pt x="25886" y="86896"/>
                </a:lnTo>
                <a:lnTo>
                  <a:pt x="24351" y="85362"/>
                </a:lnTo>
                <a:lnTo>
                  <a:pt x="24351" y="80692"/>
                </a:lnTo>
                <a:close/>
                <a:moveTo>
                  <a:pt x="25786" y="90299"/>
                </a:moveTo>
                <a:lnTo>
                  <a:pt x="24084" y="91967"/>
                </a:lnTo>
                <a:lnTo>
                  <a:pt x="16346" y="91967"/>
                </a:lnTo>
                <a:lnTo>
                  <a:pt x="20048" y="88264"/>
                </a:lnTo>
                <a:lnTo>
                  <a:pt x="25752" y="88264"/>
                </a:lnTo>
                <a:lnTo>
                  <a:pt x="25752" y="90299"/>
                </a:lnTo>
                <a:close/>
                <a:moveTo>
                  <a:pt x="24084" y="92767"/>
                </a:moveTo>
                <a:lnTo>
                  <a:pt x="25786" y="94435"/>
                </a:lnTo>
                <a:lnTo>
                  <a:pt x="25786" y="96470"/>
                </a:lnTo>
                <a:lnTo>
                  <a:pt x="20048" y="96470"/>
                </a:lnTo>
                <a:lnTo>
                  <a:pt x="16346" y="92767"/>
                </a:lnTo>
                <a:close/>
                <a:moveTo>
                  <a:pt x="28254" y="95302"/>
                </a:moveTo>
                <a:lnTo>
                  <a:pt x="29555" y="95302"/>
                </a:lnTo>
                <a:lnTo>
                  <a:pt x="30389" y="96136"/>
                </a:lnTo>
                <a:lnTo>
                  <a:pt x="30389" y="97938"/>
                </a:lnTo>
                <a:lnTo>
                  <a:pt x="29155" y="96703"/>
                </a:lnTo>
                <a:lnTo>
                  <a:pt x="28854" y="96603"/>
                </a:lnTo>
                <a:lnTo>
                  <a:pt x="26986" y="96603"/>
                </a:lnTo>
                <a:close/>
                <a:moveTo>
                  <a:pt x="31189" y="96136"/>
                </a:moveTo>
                <a:lnTo>
                  <a:pt x="31990" y="95302"/>
                </a:lnTo>
                <a:lnTo>
                  <a:pt x="33291" y="95302"/>
                </a:lnTo>
                <a:lnTo>
                  <a:pt x="34592" y="96603"/>
                </a:lnTo>
                <a:lnTo>
                  <a:pt x="32691" y="96603"/>
                </a:lnTo>
                <a:lnTo>
                  <a:pt x="32424" y="96703"/>
                </a:lnTo>
                <a:lnTo>
                  <a:pt x="31156" y="97938"/>
                </a:lnTo>
                <a:lnTo>
                  <a:pt x="31156" y="96136"/>
                </a:lnTo>
                <a:close/>
                <a:moveTo>
                  <a:pt x="35793" y="94435"/>
                </a:moveTo>
                <a:lnTo>
                  <a:pt x="37461" y="92767"/>
                </a:lnTo>
                <a:lnTo>
                  <a:pt x="45233" y="92767"/>
                </a:lnTo>
                <a:lnTo>
                  <a:pt x="41497" y="96470"/>
                </a:lnTo>
                <a:lnTo>
                  <a:pt x="35793" y="96470"/>
                </a:lnTo>
                <a:close/>
                <a:moveTo>
                  <a:pt x="54873" y="92767"/>
                </a:moveTo>
                <a:lnTo>
                  <a:pt x="56574" y="94435"/>
                </a:lnTo>
                <a:lnTo>
                  <a:pt x="56574" y="96470"/>
                </a:lnTo>
                <a:lnTo>
                  <a:pt x="50837" y="96470"/>
                </a:lnTo>
                <a:lnTo>
                  <a:pt x="47134" y="92767"/>
                </a:lnTo>
                <a:close/>
                <a:moveTo>
                  <a:pt x="59043" y="95302"/>
                </a:moveTo>
                <a:lnTo>
                  <a:pt x="60344" y="95302"/>
                </a:lnTo>
                <a:lnTo>
                  <a:pt x="61178" y="96136"/>
                </a:lnTo>
                <a:lnTo>
                  <a:pt x="61178" y="97938"/>
                </a:lnTo>
                <a:lnTo>
                  <a:pt x="59943" y="96703"/>
                </a:lnTo>
                <a:lnTo>
                  <a:pt x="59676" y="96603"/>
                </a:lnTo>
                <a:lnTo>
                  <a:pt x="57775" y="96603"/>
                </a:lnTo>
                <a:close/>
                <a:moveTo>
                  <a:pt x="61978" y="96136"/>
                </a:moveTo>
                <a:lnTo>
                  <a:pt x="62779" y="95302"/>
                </a:lnTo>
                <a:lnTo>
                  <a:pt x="64080" y="95302"/>
                </a:lnTo>
                <a:lnTo>
                  <a:pt x="65381" y="96603"/>
                </a:lnTo>
                <a:lnTo>
                  <a:pt x="63479" y="96603"/>
                </a:lnTo>
                <a:lnTo>
                  <a:pt x="63212" y="96703"/>
                </a:lnTo>
                <a:lnTo>
                  <a:pt x="61978" y="97938"/>
                </a:lnTo>
                <a:close/>
                <a:moveTo>
                  <a:pt x="66581" y="94435"/>
                </a:moveTo>
                <a:lnTo>
                  <a:pt x="68249" y="92767"/>
                </a:lnTo>
                <a:lnTo>
                  <a:pt x="76021" y="92767"/>
                </a:lnTo>
                <a:lnTo>
                  <a:pt x="72285" y="96470"/>
                </a:lnTo>
                <a:lnTo>
                  <a:pt x="66581" y="96470"/>
                </a:lnTo>
                <a:lnTo>
                  <a:pt x="66581" y="94435"/>
                </a:lnTo>
                <a:close/>
                <a:moveTo>
                  <a:pt x="85662" y="92767"/>
                </a:moveTo>
                <a:lnTo>
                  <a:pt x="87363" y="94435"/>
                </a:lnTo>
                <a:lnTo>
                  <a:pt x="87363" y="96470"/>
                </a:lnTo>
                <a:lnTo>
                  <a:pt x="81659" y="96470"/>
                </a:lnTo>
                <a:lnTo>
                  <a:pt x="77923" y="92767"/>
                </a:lnTo>
                <a:close/>
                <a:moveTo>
                  <a:pt x="89831" y="95302"/>
                </a:moveTo>
                <a:lnTo>
                  <a:pt x="91132" y="95302"/>
                </a:lnTo>
                <a:lnTo>
                  <a:pt x="91966" y="96136"/>
                </a:lnTo>
                <a:lnTo>
                  <a:pt x="91966" y="97938"/>
                </a:lnTo>
                <a:lnTo>
                  <a:pt x="90732" y="96703"/>
                </a:lnTo>
                <a:lnTo>
                  <a:pt x="90465" y="96603"/>
                </a:lnTo>
                <a:lnTo>
                  <a:pt x="88564" y="96603"/>
                </a:lnTo>
                <a:close/>
                <a:moveTo>
                  <a:pt x="92767" y="96136"/>
                </a:moveTo>
                <a:lnTo>
                  <a:pt x="93567" y="95302"/>
                </a:lnTo>
                <a:lnTo>
                  <a:pt x="94868" y="95302"/>
                </a:lnTo>
                <a:lnTo>
                  <a:pt x="96169" y="96603"/>
                </a:lnTo>
                <a:lnTo>
                  <a:pt x="94268" y="96603"/>
                </a:lnTo>
                <a:lnTo>
                  <a:pt x="94001" y="96703"/>
                </a:lnTo>
                <a:lnTo>
                  <a:pt x="92767" y="97938"/>
                </a:lnTo>
                <a:lnTo>
                  <a:pt x="92767" y="96136"/>
                </a:lnTo>
                <a:close/>
                <a:moveTo>
                  <a:pt x="97370" y="94435"/>
                </a:moveTo>
                <a:lnTo>
                  <a:pt x="99071" y="92767"/>
                </a:lnTo>
                <a:lnTo>
                  <a:pt x="106810" y="92767"/>
                </a:lnTo>
                <a:lnTo>
                  <a:pt x="103074" y="96470"/>
                </a:lnTo>
                <a:lnTo>
                  <a:pt x="97370" y="96470"/>
                </a:lnTo>
                <a:lnTo>
                  <a:pt x="97370" y="94435"/>
                </a:lnTo>
                <a:close/>
                <a:moveTo>
                  <a:pt x="116450" y="92767"/>
                </a:moveTo>
                <a:lnTo>
                  <a:pt x="118152" y="94435"/>
                </a:lnTo>
                <a:lnTo>
                  <a:pt x="118152" y="96470"/>
                </a:lnTo>
                <a:lnTo>
                  <a:pt x="112447" y="96470"/>
                </a:lnTo>
                <a:lnTo>
                  <a:pt x="108711" y="92767"/>
                </a:lnTo>
                <a:close/>
                <a:moveTo>
                  <a:pt x="120653" y="95302"/>
                </a:moveTo>
                <a:lnTo>
                  <a:pt x="121954" y="95302"/>
                </a:lnTo>
                <a:lnTo>
                  <a:pt x="122755" y="96136"/>
                </a:lnTo>
                <a:lnTo>
                  <a:pt x="122755" y="97938"/>
                </a:lnTo>
                <a:lnTo>
                  <a:pt x="121521" y="96703"/>
                </a:lnTo>
                <a:lnTo>
                  <a:pt x="121254" y="96603"/>
                </a:lnTo>
                <a:lnTo>
                  <a:pt x="119352" y="96603"/>
                </a:lnTo>
                <a:close/>
                <a:moveTo>
                  <a:pt x="123555" y="96136"/>
                </a:moveTo>
                <a:lnTo>
                  <a:pt x="124389" y="95302"/>
                </a:lnTo>
                <a:lnTo>
                  <a:pt x="125657" y="95302"/>
                </a:lnTo>
                <a:lnTo>
                  <a:pt x="126958" y="96603"/>
                </a:lnTo>
                <a:lnTo>
                  <a:pt x="125056" y="96603"/>
                </a:lnTo>
                <a:lnTo>
                  <a:pt x="124790" y="96703"/>
                </a:lnTo>
                <a:lnTo>
                  <a:pt x="123555" y="97938"/>
                </a:lnTo>
                <a:lnTo>
                  <a:pt x="123555" y="96136"/>
                </a:lnTo>
                <a:close/>
                <a:moveTo>
                  <a:pt x="128159" y="94435"/>
                </a:moveTo>
                <a:lnTo>
                  <a:pt x="129860" y="92767"/>
                </a:lnTo>
                <a:lnTo>
                  <a:pt x="137599" y="92767"/>
                </a:lnTo>
                <a:lnTo>
                  <a:pt x="133863" y="96470"/>
                </a:lnTo>
                <a:lnTo>
                  <a:pt x="128159" y="96470"/>
                </a:lnTo>
                <a:lnTo>
                  <a:pt x="128159" y="94435"/>
                </a:lnTo>
                <a:close/>
                <a:moveTo>
                  <a:pt x="147272" y="92767"/>
                </a:moveTo>
                <a:lnTo>
                  <a:pt x="148940" y="94435"/>
                </a:lnTo>
                <a:lnTo>
                  <a:pt x="148940" y="96470"/>
                </a:lnTo>
                <a:lnTo>
                  <a:pt x="143236" y="96470"/>
                </a:lnTo>
                <a:lnTo>
                  <a:pt x="139500" y="92767"/>
                </a:lnTo>
                <a:close/>
                <a:moveTo>
                  <a:pt x="151442" y="95302"/>
                </a:moveTo>
                <a:lnTo>
                  <a:pt x="152743" y="95302"/>
                </a:lnTo>
                <a:lnTo>
                  <a:pt x="153543" y="96136"/>
                </a:lnTo>
                <a:lnTo>
                  <a:pt x="153543" y="97938"/>
                </a:lnTo>
                <a:lnTo>
                  <a:pt x="152309" y="96703"/>
                </a:lnTo>
                <a:lnTo>
                  <a:pt x="152042" y="96603"/>
                </a:lnTo>
                <a:lnTo>
                  <a:pt x="150141" y="96603"/>
                </a:lnTo>
                <a:close/>
                <a:moveTo>
                  <a:pt x="154344" y="96136"/>
                </a:moveTo>
                <a:lnTo>
                  <a:pt x="155178" y="95302"/>
                </a:lnTo>
                <a:lnTo>
                  <a:pt x="156479" y="95302"/>
                </a:lnTo>
                <a:lnTo>
                  <a:pt x="157746" y="96603"/>
                </a:lnTo>
                <a:lnTo>
                  <a:pt x="155845" y="96603"/>
                </a:lnTo>
                <a:lnTo>
                  <a:pt x="155578" y="96703"/>
                </a:lnTo>
                <a:lnTo>
                  <a:pt x="154344" y="97938"/>
                </a:lnTo>
                <a:close/>
                <a:moveTo>
                  <a:pt x="158947" y="94435"/>
                </a:moveTo>
                <a:lnTo>
                  <a:pt x="160649" y="92767"/>
                </a:lnTo>
                <a:lnTo>
                  <a:pt x="168387" y="92767"/>
                </a:lnTo>
                <a:lnTo>
                  <a:pt x="164651" y="96470"/>
                </a:lnTo>
                <a:lnTo>
                  <a:pt x="158947" y="96470"/>
                </a:lnTo>
                <a:lnTo>
                  <a:pt x="158947" y="94435"/>
                </a:lnTo>
                <a:close/>
                <a:moveTo>
                  <a:pt x="178061" y="92767"/>
                </a:moveTo>
                <a:lnTo>
                  <a:pt x="179729" y="94435"/>
                </a:lnTo>
                <a:lnTo>
                  <a:pt x="179729" y="96470"/>
                </a:lnTo>
                <a:lnTo>
                  <a:pt x="174025" y="96470"/>
                </a:lnTo>
                <a:lnTo>
                  <a:pt x="170289" y="92767"/>
                </a:lnTo>
                <a:close/>
                <a:moveTo>
                  <a:pt x="182231" y="95302"/>
                </a:moveTo>
                <a:lnTo>
                  <a:pt x="183532" y="95302"/>
                </a:lnTo>
                <a:lnTo>
                  <a:pt x="184332" y="96136"/>
                </a:lnTo>
                <a:lnTo>
                  <a:pt x="184332" y="97938"/>
                </a:lnTo>
                <a:lnTo>
                  <a:pt x="183098" y="96703"/>
                </a:lnTo>
                <a:lnTo>
                  <a:pt x="182831" y="96603"/>
                </a:lnTo>
                <a:lnTo>
                  <a:pt x="180930" y="96603"/>
                </a:lnTo>
                <a:close/>
                <a:moveTo>
                  <a:pt x="185133" y="96136"/>
                </a:moveTo>
                <a:lnTo>
                  <a:pt x="185967" y="95302"/>
                </a:lnTo>
                <a:lnTo>
                  <a:pt x="187268" y="95302"/>
                </a:lnTo>
                <a:lnTo>
                  <a:pt x="188535" y="96603"/>
                </a:lnTo>
                <a:lnTo>
                  <a:pt x="186667" y="96603"/>
                </a:lnTo>
                <a:lnTo>
                  <a:pt x="186367" y="96703"/>
                </a:lnTo>
                <a:lnTo>
                  <a:pt x="185133" y="97938"/>
                </a:lnTo>
                <a:close/>
                <a:moveTo>
                  <a:pt x="189736" y="94435"/>
                </a:moveTo>
                <a:lnTo>
                  <a:pt x="191437" y="92767"/>
                </a:lnTo>
                <a:lnTo>
                  <a:pt x="199176" y="92767"/>
                </a:lnTo>
                <a:lnTo>
                  <a:pt x="195473" y="96470"/>
                </a:lnTo>
                <a:lnTo>
                  <a:pt x="189736" y="96470"/>
                </a:lnTo>
                <a:lnTo>
                  <a:pt x="189736" y="94435"/>
                </a:lnTo>
                <a:close/>
                <a:moveTo>
                  <a:pt x="208850" y="92767"/>
                </a:moveTo>
                <a:lnTo>
                  <a:pt x="210518" y="94435"/>
                </a:lnTo>
                <a:lnTo>
                  <a:pt x="210518" y="96470"/>
                </a:lnTo>
                <a:lnTo>
                  <a:pt x="204813" y="96470"/>
                </a:lnTo>
                <a:lnTo>
                  <a:pt x="201077" y="92767"/>
                </a:lnTo>
                <a:close/>
                <a:moveTo>
                  <a:pt x="213019" y="95302"/>
                </a:moveTo>
                <a:lnTo>
                  <a:pt x="214320" y="95302"/>
                </a:lnTo>
                <a:lnTo>
                  <a:pt x="215121" y="96136"/>
                </a:lnTo>
                <a:lnTo>
                  <a:pt x="215121" y="97938"/>
                </a:lnTo>
                <a:lnTo>
                  <a:pt x="213887" y="96703"/>
                </a:lnTo>
                <a:lnTo>
                  <a:pt x="213620" y="96603"/>
                </a:lnTo>
                <a:lnTo>
                  <a:pt x="211718" y="96603"/>
                </a:lnTo>
                <a:close/>
                <a:moveTo>
                  <a:pt x="215921" y="96136"/>
                </a:moveTo>
                <a:lnTo>
                  <a:pt x="216755" y="95302"/>
                </a:lnTo>
                <a:lnTo>
                  <a:pt x="218056" y="95302"/>
                </a:lnTo>
                <a:lnTo>
                  <a:pt x="219324" y="96603"/>
                </a:lnTo>
                <a:lnTo>
                  <a:pt x="217456" y="96603"/>
                </a:lnTo>
                <a:lnTo>
                  <a:pt x="217156" y="96703"/>
                </a:lnTo>
                <a:lnTo>
                  <a:pt x="215921" y="97938"/>
                </a:lnTo>
                <a:close/>
                <a:moveTo>
                  <a:pt x="220558" y="94435"/>
                </a:moveTo>
                <a:lnTo>
                  <a:pt x="222226" y="92767"/>
                </a:lnTo>
                <a:lnTo>
                  <a:pt x="229965" y="92767"/>
                </a:lnTo>
                <a:lnTo>
                  <a:pt x="226262" y="96470"/>
                </a:lnTo>
                <a:lnTo>
                  <a:pt x="220525" y="96470"/>
                </a:lnTo>
                <a:lnTo>
                  <a:pt x="220525" y="94435"/>
                </a:lnTo>
                <a:close/>
                <a:moveTo>
                  <a:pt x="222226" y="91967"/>
                </a:moveTo>
                <a:lnTo>
                  <a:pt x="220558" y="90299"/>
                </a:lnTo>
                <a:lnTo>
                  <a:pt x="220558" y="88264"/>
                </a:lnTo>
                <a:lnTo>
                  <a:pt x="226262" y="88264"/>
                </a:lnTo>
                <a:lnTo>
                  <a:pt x="229965" y="91967"/>
                </a:lnTo>
                <a:close/>
                <a:moveTo>
                  <a:pt x="223260" y="77356"/>
                </a:moveTo>
                <a:lnTo>
                  <a:pt x="225128" y="77356"/>
                </a:lnTo>
                <a:lnTo>
                  <a:pt x="226529" y="78791"/>
                </a:lnTo>
                <a:lnTo>
                  <a:pt x="226529" y="80792"/>
                </a:lnTo>
                <a:lnTo>
                  <a:pt x="225228" y="82126"/>
                </a:lnTo>
                <a:lnTo>
                  <a:pt x="225228" y="79324"/>
                </a:lnTo>
                <a:close/>
                <a:moveTo>
                  <a:pt x="227330" y="80025"/>
                </a:moveTo>
                <a:lnTo>
                  <a:pt x="227330" y="78457"/>
                </a:lnTo>
                <a:lnTo>
                  <a:pt x="226229" y="77356"/>
                </a:lnTo>
                <a:lnTo>
                  <a:pt x="229965" y="77356"/>
                </a:lnTo>
                <a:close/>
                <a:moveTo>
                  <a:pt x="230532" y="77923"/>
                </a:moveTo>
                <a:lnTo>
                  <a:pt x="230532" y="81659"/>
                </a:lnTo>
                <a:lnTo>
                  <a:pt x="229431" y="80559"/>
                </a:lnTo>
                <a:lnTo>
                  <a:pt x="229264" y="80559"/>
                </a:lnTo>
                <a:lnTo>
                  <a:pt x="227897" y="80559"/>
                </a:lnTo>
                <a:close/>
                <a:moveTo>
                  <a:pt x="227096" y="81359"/>
                </a:moveTo>
                <a:lnTo>
                  <a:pt x="229097" y="81359"/>
                </a:lnTo>
                <a:lnTo>
                  <a:pt x="230532" y="82794"/>
                </a:lnTo>
                <a:lnTo>
                  <a:pt x="230532" y="84662"/>
                </a:lnTo>
                <a:lnTo>
                  <a:pt x="228564" y="82693"/>
                </a:lnTo>
                <a:lnTo>
                  <a:pt x="228397" y="82693"/>
                </a:lnTo>
                <a:lnTo>
                  <a:pt x="225795" y="82693"/>
                </a:lnTo>
                <a:close/>
                <a:moveTo>
                  <a:pt x="231332" y="77923"/>
                </a:moveTo>
                <a:lnTo>
                  <a:pt x="233968" y="80559"/>
                </a:lnTo>
                <a:lnTo>
                  <a:pt x="232567" y="80559"/>
                </a:lnTo>
                <a:lnTo>
                  <a:pt x="232300" y="80692"/>
                </a:lnTo>
                <a:lnTo>
                  <a:pt x="231332" y="81659"/>
                </a:lnTo>
                <a:lnTo>
                  <a:pt x="231332" y="77923"/>
                </a:lnTo>
                <a:close/>
                <a:moveTo>
                  <a:pt x="229965" y="76589"/>
                </a:moveTo>
                <a:lnTo>
                  <a:pt x="226229" y="76589"/>
                </a:lnTo>
                <a:lnTo>
                  <a:pt x="227229" y="75588"/>
                </a:lnTo>
                <a:lnTo>
                  <a:pt x="227330" y="75321"/>
                </a:lnTo>
                <a:lnTo>
                  <a:pt x="227330" y="73920"/>
                </a:lnTo>
                <a:close/>
                <a:moveTo>
                  <a:pt x="227897" y="73387"/>
                </a:moveTo>
                <a:lnTo>
                  <a:pt x="229431" y="73387"/>
                </a:lnTo>
                <a:lnTo>
                  <a:pt x="230532" y="72286"/>
                </a:lnTo>
                <a:lnTo>
                  <a:pt x="230532" y="76022"/>
                </a:lnTo>
                <a:close/>
                <a:moveTo>
                  <a:pt x="221959" y="73253"/>
                </a:moveTo>
                <a:lnTo>
                  <a:pt x="218657" y="76589"/>
                </a:lnTo>
                <a:lnTo>
                  <a:pt x="216488" y="76589"/>
                </a:lnTo>
                <a:lnTo>
                  <a:pt x="220425" y="72620"/>
                </a:lnTo>
                <a:lnTo>
                  <a:pt x="220425" y="67049"/>
                </a:lnTo>
                <a:lnTo>
                  <a:pt x="221959" y="68583"/>
                </a:lnTo>
                <a:lnTo>
                  <a:pt x="221959" y="73253"/>
                </a:lnTo>
                <a:close/>
                <a:moveTo>
                  <a:pt x="220558" y="63646"/>
                </a:moveTo>
                <a:lnTo>
                  <a:pt x="222226" y="61979"/>
                </a:lnTo>
                <a:lnTo>
                  <a:pt x="229965" y="61979"/>
                </a:lnTo>
                <a:lnTo>
                  <a:pt x="226262" y="65681"/>
                </a:lnTo>
                <a:lnTo>
                  <a:pt x="220525" y="65681"/>
                </a:lnTo>
                <a:lnTo>
                  <a:pt x="220525" y="63646"/>
                </a:lnTo>
                <a:close/>
                <a:moveTo>
                  <a:pt x="222226" y="61178"/>
                </a:moveTo>
                <a:lnTo>
                  <a:pt x="220558" y="59510"/>
                </a:lnTo>
                <a:lnTo>
                  <a:pt x="220558" y="57475"/>
                </a:lnTo>
                <a:lnTo>
                  <a:pt x="226262" y="57475"/>
                </a:lnTo>
                <a:lnTo>
                  <a:pt x="229965" y="61178"/>
                </a:lnTo>
                <a:close/>
                <a:moveTo>
                  <a:pt x="223260" y="46568"/>
                </a:moveTo>
                <a:lnTo>
                  <a:pt x="225128" y="46568"/>
                </a:lnTo>
                <a:lnTo>
                  <a:pt x="226529" y="48002"/>
                </a:lnTo>
                <a:lnTo>
                  <a:pt x="226529" y="50003"/>
                </a:lnTo>
                <a:lnTo>
                  <a:pt x="225228" y="51338"/>
                </a:lnTo>
                <a:lnTo>
                  <a:pt x="225228" y="48536"/>
                </a:lnTo>
                <a:close/>
                <a:moveTo>
                  <a:pt x="227330" y="49236"/>
                </a:moveTo>
                <a:lnTo>
                  <a:pt x="227330" y="47835"/>
                </a:lnTo>
                <a:lnTo>
                  <a:pt x="227229" y="47568"/>
                </a:lnTo>
                <a:lnTo>
                  <a:pt x="226229" y="46568"/>
                </a:lnTo>
                <a:lnTo>
                  <a:pt x="229965" y="46568"/>
                </a:lnTo>
                <a:close/>
                <a:moveTo>
                  <a:pt x="230532" y="47135"/>
                </a:moveTo>
                <a:lnTo>
                  <a:pt x="230532" y="50871"/>
                </a:lnTo>
                <a:lnTo>
                  <a:pt x="229431" y="49770"/>
                </a:lnTo>
                <a:lnTo>
                  <a:pt x="227897" y="49770"/>
                </a:lnTo>
                <a:close/>
                <a:moveTo>
                  <a:pt x="227096" y="50570"/>
                </a:moveTo>
                <a:lnTo>
                  <a:pt x="229097" y="50570"/>
                </a:lnTo>
                <a:lnTo>
                  <a:pt x="230532" y="52005"/>
                </a:lnTo>
                <a:lnTo>
                  <a:pt x="230532" y="53873"/>
                </a:lnTo>
                <a:lnTo>
                  <a:pt x="228564" y="51905"/>
                </a:lnTo>
                <a:lnTo>
                  <a:pt x="225762" y="51905"/>
                </a:lnTo>
                <a:close/>
                <a:moveTo>
                  <a:pt x="231332" y="47135"/>
                </a:moveTo>
                <a:lnTo>
                  <a:pt x="233968" y="49770"/>
                </a:lnTo>
                <a:lnTo>
                  <a:pt x="232567" y="49770"/>
                </a:lnTo>
                <a:lnTo>
                  <a:pt x="232300" y="49903"/>
                </a:lnTo>
                <a:lnTo>
                  <a:pt x="231332" y="50871"/>
                </a:lnTo>
                <a:lnTo>
                  <a:pt x="231332" y="47135"/>
                </a:lnTo>
                <a:close/>
                <a:moveTo>
                  <a:pt x="229965" y="45800"/>
                </a:moveTo>
                <a:lnTo>
                  <a:pt x="226229" y="45800"/>
                </a:lnTo>
                <a:lnTo>
                  <a:pt x="227330" y="44700"/>
                </a:lnTo>
                <a:lnTo>
                  <a:pt x="227330" y="43132"/>
                </a:lnTo>
                <a:close/>
                <a:moveTo>
                  <a:pt x="227897" y="42598"/>
                </a:moveTo>
                <a:lnTo>
                  <a:pt x="229264" y="42598"/>
                </a:lnTo>
                <a:lnTo>
                  <a:pt x="229431" y="42598"/>
                </a:lnTo>
                <a:lnTo>
                  <a:pt x="230532" y="41497"/>
                </a:lnTo>
                <a:lnTo>
                  <a:pt x="230532" y="45233"/>
                </a:lnTo>
                <a:close/>
                <a:moveTo>
                  <a:pt x="221959" y="42465"/>
                </a:moveTo>
                <a:lnTo>
                  <a:pt x="218657" y="45800"/>
                </a:lnTo>
                <a:lnTo>
                  <a:pt x="216488" y="45800"/>
                </a:lnTo>
                <a:lnTo>
                  <a:pt x="220425" y="41831"/>
                </a:lnTo>
                <a:lnTo>
                  <a:pt x="220425" y="36260"/>
                </a:lnTo>
                <a:lnTo>
                  <a:pt x="221959" y="37795"/>
                </a:lnTo>
                <a:lnTo>
                  <a:pt x="221959" y="42465"/>
                </a:lnTo>
                <a:close/>
                <a:moveTo>
                  <a:pt x="220558" y="32858"/>
                </a:moveTo>
                <a:lnTo>
                  <a:pt x="222226" y="31190"/>
                </a:lnTo>
                <a:lnTo>
                  <a:pt x="229965" y="31190"/>
                </a:lnTo>
                <a:lnTo>
                  <a:pt x="226262" y="34893"/>
                </a:lnTo>
                <a:lnTo>
                  <a:pt x="220525" y="34893"/>
                </a:lnTo>
                <a:lnTo>
                  <a:pt x="220525" y="32858"/>
                </a:lnTo>
                <a:close/>
                <a:moveTo>
                  <a:pt x="222226" y="30389"/>
                </a:moveTo>
                <a:lnTo>
                  <a:pt x="220558" y="28721"/>
                </a:lnTo>
                <a:lnTo>
                  <a:pt x="220558" y="26687"/>
                </a:lnTo>
                <a:lnTo>
                  <a:pt x="226262" y="26687"/>
                </a:lnTo>
                <a:lnTo>
                  <a:pt x="229965" y="30389"/>
                </a:lnTo>
                <a:lnTo>
                  <a:pt x="222226" y="30389"/>
                </a:lnTo>
                <a:close/>
                <a:moveTo>
                  <a:pt x="219657" y="25786"/>
                </a:moveTo>
                <a:lnTo>
                  <a:pt x="217623" y="25786"/>
                </a:lnTo>
                <a:lnTo>
                  <a:pt x="215921" y="24085"/>
                </a:lnTo>
                <a:lnTo>
                  <a:pt x="215921" y="16346"/>
                </a:lnTo>
                <a:lnTo>
                  <a:pt x="219657" y="20049"/>
                </a:lnTo>
                <a:lnTo>
                  <a:pt x="219657" y="25786"/>
                </a:lnTo>
                <a:close/>
                <a:moveTo>
                  <a:pt x="215121" y="24085"/>
                </a:moveTo>
                <a:lnTo>
                  <a:pt x="213453" y="25786"/>
                </a:lnTo>
                <a:lnTo>
                  <a:pt x="211418" y="25786"/>
                </a:lnTo>
                <a:lnTo>
                  <a:pt x="211418" y="20049"/>
                </a:lnTo>
                <a:lnTo>
                  <a:pt x="215121" y="16346"/>
                </a:lnTo>
                <a:lnTo>
                  <a:pt x="215121" y="24085"/>
                </a:lnTo>
                <a:close/>
                <a:moveTo>
                  <a:pt x="202679" y="21083"/>
                </a:moveTo>
                <a:lnTo>
                  <a:pt x="202512" y="21083"/>
                </a:lnTo>
                <a:lnTo>
                  <a:pt x="200544" y="23051"/>
                </a:lnTo>
                <a:lnTo>
                  <a:pt x="200544" y="21216"/>
                </a:lnTo>
                <a:lnTo>
                  <a:pt x="201945" y="19782"/>
                </a:lnTo>
                <a:lnTo>
                  <a:pt x="203979" y="19782"/>
                </a:lnTo>
                <a:lnTo>
                  <a:pt x="205280" y="21083"/>
                </a:lnTo>
                <a:close/>
                <a:moveTo>
                  <a:pt x="203746" y="18447"/>
                </a:moveTo>
                <a:lnTo>
                  <a:pt x="201077" y="15779"/>
                </a:lnTo>
                <a:lnTo>
                  <a:pt x="204847" y="15779"/>
                </a:lnTo>
                <a:lnTo>
                  <a:pt x="203746" y="16880"/>
                </a:lnTo>
                <a:lnTo>
                  <a:pt x="203746" y="18447"/>
                </a:lnTo>
                <a:close/>
                <a:moveTo>
                  <a:pt x="200544" y="14445"/>
                </a:moveTo>
                <a:lnTo>
                  <a:pt x="200544" y="10709"/>
                </a:lnTo>
                <a:lnTo>
                  <a:pt x="201644" y="11776"/>
                </a:lnTo>
                <a:lnTo>
                  <a:pt x="203179" y="11776"/>
                </a:lnTo>
                <a:close/>
                <a:moveTo>
                  <a:pt x="199743" y="14445"/>
                </a:moveTo>
                <a:lnTo>
                  <a:pt x="197108" y="11776"/>
                </a:lnTo>
                <a:lnTo>
                  <a:pt x="198476" y="11776"/>
                </a:lnTo>
                <a:lnTo>
                  <a:pt x="198776" y="11676"/>
                </a:lnTo>
                <a:lnTo>
                  <a:pt x="199743" y="10709"/>
                </a:lnTo>
                <a:lnTo>
                  <a:pt x="199743" y="14445"/>
                </a:lnTo>
                <a:close/>
                <a:moveTo>
                  <a:pt x="199176" y="15779"/>
                </a:moveTo>
                <a:lnTo>
                  <a:pt x="196541" y="18414"/>
                </a:lnTo>
                <a:lnTo>
                  <a:pt x="196541" y="16880"/>
                </a:lnTo>
                <a:lnTo>
                  <a:pt x="195440" y="15779"/>
                </a:lnTo>
                <a:close/>
                <a:moveTo>
                  <a:pt x="199743" y="16346"/>
                </a:moveTo>
                <a:lnTo>
                  <a:pt x="199743" y="20082"/>
                </a:lnTo>
                <a:lnTo>
                  <a:pt x="198776" y="19115"/>
                </a:lnTo>
                <a:lnTo>
                  <a:pt x="198476" y="18981"/>
                </a:lnTo>
                <a:lnTo>
                  <a:pt x="197108" y="18981"/>
                </a:lnTo>
                <a:close/>
                <a:moveTo>
                  <a:pt x="188869" y="25786"/>
                </a:moveTo>
                <a:lnTo>
                  <a:pt x="186801" y="25786"/>
                </a:lnTo>
                <a:lnTo>
                  <a:pt x="185133" y="24085"/>
                </a:lnTo>
                <a:lnTo>
                  <a:pt x="185133" y="16346"/>
                </a:lnTo>
                <a:lnTo>
                  <a:pt x="188869" y="20049"/>
                </a:lnTo>
                <a:lnTo>
                  <a:pt x="188869" y="25786"/>
                </a:lnTo>
                <a:close/>
                <a:moveTo>
                  <a:pt x="184332" y="24085"/>
                </a:moveTo>
                <a:lnTo>
                  <a:pt x="182664" y="25786"/>
                </a:lnTo>
                <a:lnTo>
                  <a:pt x="180629" y="25786"/>
                </a:lnTo>
                <a:lnTo>
                  <a:pt x="180629" y="20049"/>
                </a:lnTo>
                <a:lnTo>
                  <a:pt x="184332" y="16346"/>
                </a:lnTo>
                <a:lnTo>
                  <a:pt x="184332" y="24085"/>
                </a:lnTo>
                <a:close/>
                <a:moveTo>
                  <a:pt x="171723" y="21083"/>
                </a:moveTo>
                <a:lnTo>
                  <a:pt x="169755" y="23051"/>
                </a:lnTo>
                <a:lnTo>
                  <a:pt x="169755" y="21216"/>
                </a:lnTo>
                <a:lnTo>
                  <a:pt x="171156" y="19782"/>
                </a:lnTo>
                <a:lnTo>
                  <a:pt x="173157" y="19782"/>
                </a:lnTo>
                <a:lnTo>
                  <a:pt x="174492" y="21083"/>
                </a:lnTo>
                <a:close/>
                <a:moveTo>
                  <a:pt x="172957" y="18447"/>
                </a:moveTo>
                <a:lnTo>
                  <a:pt x="170289" y="15779"/>
                </a:lnTo>
                <a:lnTo>
                  <a:pt x="174025" y="15779"/>
                </a:lnTo>
                <a:lnTo>
                  <a:pt x="172957" y="16880"/>
                </a:lnTo>
                <a:lnTo>
                  <a:pt x="172957" y="18447"/>
                </a:lnTo>
                <a:close/>
                <a:moveTo>
                  <a:pt x="169755" y="14445"/>
                </a:moveTo>
                <a:lnTo>
                  <a:pt x="169755" y="10709"/>
                </a:lnTo>
                <a:lnTo>
                  <a:pt x="170722" y="11676"/>
                </a:lnTo>
                <a:lnTo>
                  <a:pt x="170989" y="11809"/>
                </a:lnTo>
                <a:lnTo>
                  <a:pt x="172390" y="11809"/>
                </a:lnTo>
                <a:close/>
                <a:moveTo>
                  <a:pt x="168954" y="14445"/>
                </a:moveTo>
                <a:lnTo>
                  <a:pt x="166319" y="11776"/>
                </a:lnTo>
                <a:lnTo>
                  <a:pt x="167854" y="11776"/>
                </a:lnTo>
                <a:lnTo>
                  <a:pt x="168954" y="10709"/>
                </a:lnTo>
                <a:close/>
                <a:moveTo>
                  <a:pt x="168387" y="15779"/>
                </a:moveTo>
                <a:lnTo>
                  <a:pt x="165752" y="18414"/>
                </a:lnTo>
                <a:lnTo>
                  <a:pt x="165752" y="16880"/>
                </a:lnTo>
                <a:lnTo>
                  <a:pt x="164651" y="15779"/>
                </a:lnTo>
                <a:close/>
                <a:moveTo>
                  <a:pt x="165519" y="19782"/>
                </a:moveTo>
                <a:lnTo>
                  <a:pt x="167520" y="19782"/>
                </a:lnTo>
                <a:lnTo>
                  <a:pt x="168954" y="21216"/>
                </a:lnTo>
                <a:lnTo>
                  <a:pt x="168954" y="23051"/>
                </a:lnTo>
                <a:lnTo>
                  <a:pt x="166986" y="21083"/>
                </a:lnTo>
                <a:lnTo>
                  <a:pt x="166820" y="21083"/>
                </a:lnTo>
                <a:lnTo>
                  <a:pt x="164218" y="21083"/>
                </a:lnTo>
                <a:close/>
                <a:moveTo>
                  <a:pt x="163417" y="21883"/>
                </a:moveTo>
                <a:lnTo>
                  <a:pt x="166653" y="21883"/>
                </a:lnTo>
                <a:lnTo>
                  <a:pt x="168954" y="24185"/>
                </a:lnTo>
                <a:lnTo>
                  <a:pt x="168954" y="26553"/>
                </a:lnTo>
                <a:lnTo>
                  <a:pt x="165952" y="23551"/>
                </a:lnTo>
                <a:lnTo>
                  <a:pt x="165786" y="23551"/>
                </a:lnTo>
                <a:lnTo>
                  <a:pt x="161716" y="23551"/>
                </a:lnTo>
                <a:close/>
                <a:moveTo>
                  <a:pt x="160949" y="24352"/>
                </a:moveTo>
                <a:lnTo>
                  <a:pt x="165619" y="24352"/>
                </a:lnTo>
                <a:lnTo>
                  <a:pt x="168954" y="27654"/>
                </a:lnTo>
                <a:lnTo>
                  <a:pt x="168954" y="29822"/>
                </a:lnTo>
                <a:lnTo>
                  <a:pt x="164985" y="25886"/>
                </a:lnTo>
                <a:lnTo>
                  <a:pt x="164852" y="25886"/>
                </a:lnTo>
                <a:lnTo>
                  <a:pt x="159414" y="25886"/>
                </a:lnTo>
                <a:close/>
                <a:moveTo>
                  <a:pt x="158047" y="25786"/>
                </a:moveTo>
                <a:lnTo>
                  <a:pt x="156012" y="25786"/>
                </a:lnTo>
                <a:lnTo>
                  <a:pt x="154344" y="24085"/>
                </a:lnTo>
                <a:lnTo>
                  <a:pt x="154344" y="16346"/>
                </a:lnTo>
                <a:lnTo>
                  <a:pt x="158047" y="20049"/>
                </a:lnTo>
                <a:lnTo>
                  <a:pt x="158047" y="25786"/>
                </a:lnTo>
                <a:close/>
                <a:moveTo>
                  <a:pt x="153543" y="24085"/>
                </a:moveTo>
                <a:lnTo>
                  <a:pt x="151876" y="25786"/>
                </a:lnTo>
                <a:lnTo>
                  <a:pt x="149841" y="25786"/>
                </a:lnTo>
                <a:lnTo>
                  <a:pt x="149841" y="20049"/>
                </a:lnTo>
                <a:lnTo>
                  <a:pt x="153543" y="16346"/>
                </a:lnTo>
                <a:lnTo>
                  <a:pt x="153543" y="24085"/>
                </a:lnTo>
                <a:close/>
                <a:moveTo>
                  <a:pt x="141068" y="21083"/>
                </a:moveTo>
                <a:lnTo>
                  <a:pt x="140901" y="21083"/>
                </a:lnTo>
                <a:lnTo>
                  <a:pt x="138933" y="23051"/>
                </a:lnTo>
                <a:lnTo>
                  <a:pt x="138933" y="21216"/>
                </a:lnTo>
                <a:lnTo>
                  <a:pt x="140367" y="19782"/>
                </a:lnTo>
                <a:lnTo>
                  <a:pt x="142369" y="19782"/>
                </a:lnTo>
                <a:lnTo>
                  <a:pt x="143703" y="21083"/>
                </a:lnTo>
                <a:close/>
                <a:moveTo>
                  <a:pt x="142135" y="18447"/>
                </a:moveTo>
                <a:lnTo>
                  <a:pt x="139500" y="15779"/>
                </a:lnTo>
                <a:lnTo>
                  <a:pt x="143236" y="15779"/>
                </a:lnTo>
                <a:lnTo>
                  <a:pt x="142135" y="16880"/>
                </a:lnTo>
                <a:lnTo>
                  <a:pt x="142135" y="18447"/>
                </a:lnTo>
                <a:close/>
                <a:moveTo>
                  <a:pt x="138933" y="14445"/>
                </a:moveTo>
                <a:lnTo>
                  <a:pt x="138933" y="10709"/>
                </a:lnTo>
                <a:lnTo>
                  <a:pt x="140034" y="11776"/>
                </a:lnTo>
                <a:lnTo>
                  <a:pt x="141602" y="11776"/>
                </a:lnTo>
                <a:close/>
                <a:moveTo>
                  <a:pt x="138166" y="14445"/>
                </a:moveTo>
                <a:lnTo>
                  <a:pt x="135531" y="11776"/>
                </a:lnTo>
                <a:lnTo>
                  <a:pt x="136898" y="11776"/>
                </a:lnTo>
                <a:lnTo>
                  <a:pt x="137165" y="11676"/>
                </a:lnTo>
                <a:lnTo>
                  <a:pt x="138166" y="10709"/>
                </a:lnTo>
                <a:lnTo>
                  <a:pt x="138166" y="14445"/>
                </a:lnTo>
                <a:close/>
                <a:moveTo>
                  <a:pt x="137599" y="15779"/>
                </a:moveTo>
                <a:lnTo>
                  <a:pt x="134964" y="18414"/>
                </a:lnTo>
                <a:lnTo>
                  <a:pt x="134964" y="16880"/>
                </a:lnTo>
                <a:lnTo>
                  <a:pt x="133863" y="15779"/>
                </a:lnTo>
                <a:close/>
                <a:moveTo>
                  <a:pt x="138166" y="16346"/>
                </a:moveTo>
                <a:lnTo>
                  <a:pt x="138166" y="20082"/>
                </a:lnTo>
                <a:lnTo>
                  <a:pt x="137165" y="19115"/>
                </a:lnTo>
                <a:lnTo>
                  <a:pt x="136898" y="18981"/>
                </a:lnTo>
                <a:lnTo>
                  <a:pt x="135531" y="18981"/>
                </a:lnTo>
                <a:close/>
                <a:moveTo>
                  <a:pt x="127258" y="25786"/>
                </a:moveTo>
                <a:lnTo>
                  <a:pt x="125223" y="25786"/>
                </a:lnTo>
                <a:lnTo>
                  <a:pt x="123555" y="24085"/>
                </a:lnTo>
                <a:lnTo>
                  <a:pt x="123555" y="16346"/>
                </a:lnTo>
                <a:lnTo>
                  <a:pt x="127258" y="20049"/>
                </a:lnTo>
                <a:close/>
                <a:moveTo>
                  <a:pt x="122755" y="24085"/>
                </a:moveTo>
                <a:lnTo>
                  <a:pt x="121087" y="25786"/>
                </a:lnTo>
                <a:lnTo>
                  <a:pt x="119052" y="25786"/>
                </a:lnTo>
                <a:lnTo>
                  <a:pt x="119052" y="20049"/>
                </a:lnTo>
                <a:lnTo>
                  <a:pt x="122755" y="16346"/>
                </a:lnTo>
                <a:close/>
                <a:moveTo>
                  <a:pt x="110112" y="21083"/>
                </a:moveTo>
                <a:lnTo>
                  <a:pt x="108144" y="23051"/>
                </a:lnTo>
                <a:lnTo>
                  <a:pt x="108144" y="21216"/>
                </a:lnTo>
                <a:lnTo>
                  <a:pt x="109579" y="19782"/>
                </a:lnTo>
                <a:lnTo>
                  <a:pt x="111580" y="19782"/>
                </a:lnTo>
                <a:lnTo>
                  <a:pt x="112914" y="21083"/>
                </a:lnTo>
                <a:close/>
                <a:moveTo>
                  <a:pt x="111347" y="18447"/>
                </a:moveTo>
                <a:lnTo>
                  <a:pt x="108711" y="15779"/>
                </a:lnTo>
                <a:lnTo>
                  <a:pt x="112447" y="15779"/>
                </a:lnTo>
                <a:lnTo>
                  <a:pt x="111347" y="16880"/>
                </a:lnTo>
                <a:close/>
                <a:moveTo>
                  <a:pt x="108144" y="14445"/>
                </a:moveTo>
                <a:lnTo>
                  <a:pt x="108144" y="10709"/>
                </a:lnTo>
                <a:lnTo>
                  <a:pt x="109145" y="11676"/>
                </a:lnTo>
                <a:lnTo>
                  <a:pt x="109412" y="11809"/>
                </a:lnTo>
                <a:lnTo>
                  <a:pt x="110813" y="11809"/>
                </a:lnTo>
                <a:close/>
                <a:moveTo>
                  <a:pt x="107377" y="14445"/>
                </a:moveTo>
                <a:lnTo>
                  <a:pt x="104709" y="11776"/>
                </a:lnTo>
                <a:lnTo>
                  <a:pt x="106276" y="11776"/>
                </a:lnTo>
                <a:lnTo>
                  <a:pt x="107377" y="10709"/>
                </a:lnTo>
                <a:close/>
                <a:moveTo>
                  <a:pt x="106810" y="15779"/>
                </a:moveTo>
                <a:lnTo>
                  <a:pt x="104175" y="18414"/>
                </a:lnTo>
                <a:lnTo>
                  <a:pt x="104175" y="16880"/>
                </a:lnTo>
                <a:lnTo>
                  <a:pt x="103074" y="15779"/>
                </a:lnTo>
                <a:close/>
                <a:moveTo>
                  <a:pt x="103941" y="19782"/>
                </a:moveTo>
                <a:lnTo>
                  <a:pt x="105943" y="19782"/>
                </a:lnTo>
                <a:lnTo>
                  <a:pt x="107344" y="21216"/>
                </a:lnTo>
                <a:lnTo>
                  <a:pt x="107344" y="23051"/>
                </a:lnTo>
                <a:lnTo>
                  <a:pt x="105376" y="21083"/>
                </a:lnTo>
                <a:lnTo>
                  <a:pt x="105242" y="21083"/>
                </a:lnTo>
                <a:lnTo>
                  <a:pt x="102607" y="21083"/>
                </a:lnTo>
                <a:close/>
                <a:moveTo>
                  <a:pt x="101840" y="21883"/>
                </a:moveTo>
                <a:lnTo>
                  <a:pt x="105076" y="21883"/>
                </a:lnTo>
                <a:lnTo>
                  <a:pt x="107377" y="24185"/>
                </a:lnTo>
                <a:lnTo>
                  <a:pt x="107377" y="26553"/>
                </a:lnTo>
                <a:lnTo>
                  <a:pt x="104375" y="23551"/>
                </a:lnTo>
                <a:lnTo>
                  <a:pt x="104208" y="23551"/>
                </a:lnTo>
                <a:lnTo>
                  <a:pt x="100139" y="23551"/>
                </a:lnTo>
                <a:close/>
                <a:moveTo>
                  <a:pt x="99371" y="24352"/>
                </a:moveTo>
                <a:lnTo>
                  <a:pt x="104041" y="24352"/>
                </a:lnTo>
                <a:lnTo>
                  <a:pt x="107377" y="27654"/>
                </a:lnTo>
                <a:lnTo>
                  <a:pt x="107377" y="29822"/>
                </a:lnTo>
                <a:lnTo>
                  <a:pt x="103408" y="25886"/>
                </a:lnTo>
                <a:lnTo>
                  <a:pt x="103241" y="25886"/>
                </a:lnTo>
                <a:lnTo>
                  <a:pt x="97837" y="25886"/>
                </a:lnTo>
                <a:close/>
                <a:moveTo>
                  <a:pt x="96469" y="25786"/>
                </a:moveTo>
                <a:lnTo>
                  <a:pt x="94435" y="25786"/>
                </a:lnTo>
                <a:lnTo>
                  <a:pt x="92767" y="24085"/>
                </a:lnTo>
                <a:lnTo>
                  <a:pt x="92767" y="16346"/>
                </a:lnTo>
                <a:lnTo>
                  <a:pt x="96469" y="20082"/>
                </a:lnTo>
                <a:close/>
                <a:moveTo>
                  <a:pt x="91966" y="24085"/>
                </a:moveTo>
                <a:lnTo>
                  <a:pt x="90298" y="25786"/>
                </a:lnTo>
                <a:lnTo>
                  <a:pt x="88264" y="25786"/>
                </a:lnTo>
                <a:lnTo>
                  <a:pt x="88264" y="20049"/>
                </a:lnTo>
                <a:lnTo>
                  <a:pt x="91966" y="16346"/>
                </a:lnTo>
                <a:close/>
                <a:moveTo>
                  <a:pt x="79491" y="21083"/>
                </a:moveTo>
                <a:lnTo>
                  <a:pt x="79324" y="21083"/>
                </a:lnTo>
                <a:lnTo>
                  <a:pt x="77356" y="23051"/>
                </a:lnTo>
                <a:lnTo>
                  <a:pt x="77356" y="21216"/>
                </a:lnTo>
                <a:lnTo>
                  <a:pt x="78790" y="19782"/>
                </a:lnTo>
                <a:lnTo>
                  <a:pt x="80792" y="19782"/>
                </a:lnTo>
                <a:lnTo>
                  <a:pt x="82126" y="21083"/>
                </a:lnTo>
                <a:close/>
                <a:moveTo>
                  <a:pt x="80558" y="18447"/>
                </a:moveTo>
                <a:lnTo>
                  <a:pt x="77923" y="15779"/>
                </a:lnTo>
                <a:lnTo>
                  <a:pt x="81659" y="15779"/>
                </a:lnTo>
                <a:lnTo>
                  <a:pt x="80558" y="16880"/>
                </a:lnTo>
                <a:close/>
                <a:moveTo>
                  <a:pt x="77356" y="14445"/>
                </a:moveTo>
                <a:lnTo>
                  <a:pt x="77356" y="10709"/>
                </a:lnTo>
                <a:lnTo>
                  <a:pt x="78457" y="11776"/>
                </a:lnTo>
                <a:lnTo>
                  <a:pt x="80024" y="11776"/>
                </a:lnTo>
                <a:close/>
                <a:moveTo>
                  <a:pt x="76589" y="14445"/>
                </a:moveTo>
                <a:lnTo>
                  <a:pt x="73920" y="11776"/>
                </a:lnTo>
                <a:lnTo>
                  <a:pt x="75321" y="11776"/>
                </a:lnTo>
                <a:lnTo>
                  <a:pt x="75588" y="11676"/>
                </a:lnTo>
                <a:lnTo>
                  <a:pt x="76555" y="10709"/>
                </a:lnTo>
                <a:lnTo>
                  <a:pt x="76555" y="14445"/>
                </a:lnTo>
                <a:close/>
                <a:moveTo>
                  <a:pt x="76021" y="15779"/>
                </a:moveTo>
                <a:lnTo>
                  <a:pt x="73386" y="18414"/>
                </a:lnTo>
                <a:lnTo>
                  <a:pt x="73386" y="16880"/>
                </a:lnTo>
                <a:lnTo>
                  <a:pt x="72285" y="15779"/>
                </a:lnTo>
                <a:close/>
                <a:moveTo>
                  <a:pt x="76589" y="16346"/>
                </a:moveTo>
                <a:lnTo>
                  <a:pt x="76589" y="20082"/>
                </a:lnTo>
                <a:lnTo>
                  <a:pt x="75588" y="19115"/>
                </a:lnTo>
                <a:lnTo>
                  <a:pt x="75321" y="18981"/>
                </a:lnTo>
                <a:lnTo>
                  <a:pt x="73920" y="18981"/>
                </a:lnTo>
                <a:close/>
                <a:moveTo>
                  <a:pt x="65681" y="25786"/>
                </a:moveTo>
                <a:lnTo>
                  <a:pt x="63646" y="25786"/>
                </a:lnTo>
                <a:lnTo>
                  <a:pt x="61978" y="24085"/>
                </a:lnTo>
                <a:lnTo>
                  <a:pt x="61978" y="16346"/>
                </a:lnTo>
                <a:lnTo>
                  <a:pt x="65681" y="20049"/>
                </a:lnTo>
                <a:close/>
                <a:moveTo>
                  <a:pt x="61178" y="24085"/>
                </a:moveTo>
                <a:lnTo>
                  <a:pt x="59510" y="25786"/>
                </a:lnTo>
                <a:lnTo>
                  <a:pt x="57475" y="25786"/>
                </a:lnTo>
                <a:lnTo>
                  <a:pt x="57475" y="20049"/>
                </a:lnTo>
                <a:lnTo>
                  <a:pt x="61178" y="16346"/>
                </a:lnTo>
                <a:close/>
                <a:moveTo>
                  <a:pt x="48535" y="21083"/>
                </a:moveTo>
                <a:lnTo>
                  <a:pt x="46567" y="23051"/>
                </a:lnTo>
                <a:lnTo>
                  <a:pt x="46567" y="21216"/>
                </a:lnTo>
                <a:lnTo>
                  <a:pt x="48001" y="19782"/>
                </a:lnTo>
                <a:lnTo>
                  <a:pt x="50003" y="19782"/>
                </a:lnTo>
                <a:lnTo>
                  <a:pt x="51337" y="21083"/>
                </a:lnTo>
                <a:close/>
                <a:moveTo>
                  <a:pt x="49769" y="18447"/>
                </a:moveTo>
                <a:lnTo>
                  <a:pt x="47134" y="15779"/>
                </a:lnTo>
                <a:lnTo>
                  <a:pt x="50870" y="15779"/>
                </a:lnTo>
                <a:lnTo>
                  <a:pt x="49769" y="16880"/>
                </a:lnTo>
                <a:close/>
                <a:moveTo>
                  <a:pt x="46567" y="14445"/>
                </a:moveTo>
                <a:lnTo>
                  <a:pt x="46567" y="10709"/>
                </a:lnTo>
                <a:lnTo>
                  <a:pt x="47534" y="11676"/>
                </a:lnTo>
                <a:lnTo>
                  <a:pt x="47835" y="11809"/>
                </a:lnTo>
                <a:lnTo>
                  <a:pt x="49202" y="11809"/>
                </a:lnTo>
                <a:close/>
                <a:moveTo>
                  <a:pt x="45767" y="14445"/>
                </a:moveTo>
                <a:lnTo>
                  <a:pt x="43131" y="11776"/>
                </a:lnTo>
                <a:lnTo>
                  <a:pt x="44699" y="11776"/>
                </a:lnTo>
                <a:lnTo>
                  <a:pt x="45767" y="10709"/>
                </a:lnTo>
                <a:close/>
                <a:moveTo>
                  <a:pt x="45233" y="15779"/>
                </a:moveTo>
                <a:lnTo>
                  <a:pt x="42564" y="18414"/>
                </a:lnTo>
                <a:lnTo>
                  <a:pt x="42564" y="16880"/>
                </a:lnTo>
                <a:lnTo>
                  <a:pt x="41497" y="15779"/>
                </a:lnTo>
                <a:close/>
                <a:moveTo>
                  <a:pt x="42364" y="19782"/>
                </a:moveTo>
                <a:lnTo>
                  <a:pt x="44366" y="19782"/>
                </a:lnTo>
                <a:lnTo>
                  <a:pt x="45767" y="21216"/>
                </a:lnTo>
                <a:lnTo>
                  <a:pt x="45767" y="23051"/>
                </a:lnTo>
                <a:lnTo>
                  <a:pt x="43798" y="21083"/>
                </a:lnTo>
                <a:lnTo>
                  <a:pt x="43665" y="21083"/>
                </a:lnTo>
                <a:lnTo>
                  <a:pt x="41030" y="21083"/>
                </a:lnTo>
                <a:close/>
                <a:moveTo>
                  <a:pt x="40229" y="21883"/>
                </a:moveTo>
                <a:lnTo>
                  <a:pt x="43498" y="21883"/>
                </a:lnTo>
                <a:lnTo>
                  <a:pt x="45767" y="24185"/>
                </a:lnTo>
                <a:lnTo>
                  <a:pt x="45767" y="26553"/>
                </a:lnTo>
                <a:lnTo>
                  <a:pt x="42798" y="23551"/>
                </a:lnTo>
                <a:lnTo>
                  <a:pt x="42631" y="23551"/>
                </a:lnTo>
                <a:lnTo>
                  <a:pt x="38561" y="23551"/>
                </a:lnTo>
                <a:close/>
                <a:moveTo>
                  <a:pt x="37761" y="24352"/>
                </a:moveTo>
                <a:lnTo>
                  <a:pt x="42464" y="24352"/>
                </a:lnTo>
                <a:lnTo>
                  <a:pt x="45767" y="27654"/>
                </a:lnTo>
                <a:lnTo>
                  <a:pt x="45767" y="29822"/>
                </a:lnTo>
                <a:lnTo>
                  <a:pt x="41830" y="25886"/>
                </a:lnTo>
                <a:lnTo>
                  <a:pt x="41664" y="25886"/>
                </a:lnTo>
                <a:lnTo>
                  <a:pt x="36260" y="25886"/>
                </a:lnTo>
                <a:close/>
                <a:moveTo>
                  <a:pt x="34892" y="25786"/>
                </a:moveTo>
                <a:lnTo>
                  <a:pt x="32857" y="25786"/>
                </a:lnTo>
                <a:lnTo>
                  <a:pt x="31189" y="24085"/>
                </a:lnTo>
                <a:lnTo>
                  <a:pt x="31189" y="16346"/>
                </a:lnTo>
                <a:lnTo>
                  <a:pt x="34892" y="20049"/>
                </a:lnTo>
                <a:close/>
                <a:moveTo>
                  <a:pt x="30389" y="24085"/>
                </a:moveTo>
                <a:lnTo>
                  <a:pt x="28721" y="25786"/>
                </a:lnTo>
                <a:lnTo>
                  <a:pt x="26653" y="25786"/>
                </a:lnTo>
                <a:lnTo>
                  <a:pt x="26653" y="20049"/>
                </a:lnTo>
                <a:lnTo>
                  <a:pt x="30389" y="16346"/>
                </a:lnTo>
                <a:lnTo>
                  <a:pt x="30389" y="24085"/>
                </a:lnTo>
                <a:close/>
                <a:moveTo>
                  <a:pt x="19748" y="35693"/>
                </a:moveTo>
                <a:lnTo>
                  <a:pt x="19881" y="35693"/>
                </a:lnTo>
                <a:lnTo>
                  <a:pt x="25319" y="35693"/>
                </a:lnTo>
                <a:lnTo>
                  <a:pt x="23784" y="37228"/>
                </a:lnTo>
                <a:lnTo>
                  <a:pt x="19081" y="37228"/>
                </a:lnTo>
                <a:lnTo>
                  <a:pt x="15778" y="33892"/>
                </a:lnTo>
                <a:lnTo>
                  <a:pt x="15778" y="31757"/>
                </a:lnTo>
                <a:close/>
                <a:moveTo>
                  <a:pt x="18781" y="38028"/>
                </a:moveTo>
                <a:lnTo>
                  <a:pt x="18947" y="38028"/>
                </a:lnTo>
                <a:lnTo>
                  <a:pt x="22984" y="38028"/>
                </a:lnTo>
                <a:lnTo>
                  <a:pt x="21316" y="39696"/>
                </a:lnTo>
                <a:lnTo>
                  <a:pt x="18080" y="39696"/>
                </a:lnTo>
                <a:lnTo>
                  <a:pt x="15778" y="37394"/>
                </a:lnTo>
                <a:lnTo>
                  <a:pt x="15778" y="35026"/>
                </a:lnTo>
                <a:close/>
                <a:moveTo>
                  <a:pt x="14978" y="40363"/>
                </a:moveTo>
                <a:lnTo>
                  <a:pt x="13577" y="41797"/>
                </a:lnTo>
                <a:lnTo>
                  <a:pt x="11542" y="41797"/>
                </a:lnTo>
                <a:lnTo>
                  <a:pt x="10241" y="40463"/>
                </a:lnTo>
                <a:lnTo>
                  <a:pt x="13010" y="40463"/>
                </a:lnTo>
                <a:lnTo>
                  <a:pt x="14978" y="38495"/>
                </a:lnTo>
                <a:lnTo>
                  <a:pt x="14978" y="40363"/>
                </a:lnTo>
                <a:close/>
                <a:moveTo>
                  <a:pt x="11776" y="43132"/>
                </a:moveTo>
                <a:lnTo>
                  <a:pt x="14411" y="45800"/>
                </a:lnTo>
                <a:lnTo>
                  <a:pt x="10675" y="45800"/>
                </a:lnTo>
                <a:lnTo>
                  <a:pt x="11776" y="44700"/>
                </a:lnTo>
                <a:lnTo>
                  <a:pt x="11776" y="43132"/>
                </a:lnTo>
                <a:close/>
                <a:moveTo>
                  <a:pt x="14978" y="47135"/>
                </a:moveTo>
                <a:lnTo>
                  <a:pt x="14978" y="50871"/>
                </a:lnTo>
                <a:lnTo>
                  <a:pt x="14011" y="49903"/>
                </a:lnTo>
                <a:lnTo>
                  <a:pt x="13744" y="49770"/>
                </a:lnTo>
                <a:lnTo>
                  <a:pt x="12343" y="49770"/>
                </a:lnTo>
                <a:close/>
                <a:moveTo>
                  <a:pt x="15778" y="52005"/>
                </a:moveTo>
                <a:lnTo>
                  <a:pt x="17213" y="50570"/>
                </a:lnTo>
                <a:lnTo>
                  <a:pt x="19214" y="50570"/>
                </a:lnTo>
                <a:lnTo>
                  <a:pt x="20549" y="51905"/>
                </a:lnTo>
                <a:lnTo>
                  <a:pt x="17747" y="51905"/>
                </a:lnTo>
                <a:lnTo>
                  <a:pt x="15778" y="53873"/>
                </a:lnTo>
                <a:close/>
                <a:moveTo>
                  <a:pt x="18080" y="52672"/>
                </a:moveTo>
                <a:lnTo>
                  <a:pt x="21316" y="52672"/>
                </a:lnTo>
                <a:lnTo>
                  <a:pt x="23017" y="54340"/>
                </a:lnTo>
                <a:lnTo>
                  <a:pt x="18947" y="54340"/>
                </a:lnTo>
                <a:lnTo>
                  <a:pt x="18647" y="54473"/>
                </a:lnTo>
                <a:lnTo>
                  <a:pt x="15778" y="57342"/>
                </a:lnTo>
                <a:lnTo>
                  <a:pt x="15778" y="54974"/>
                </a:lnTo>
                <a:close/>
                <a:moveTo>
                  <a:pt x="19081" y="55140"/>
                </a:moveTo>
                <a:lnTo>
                  <a:pt x="23784" y="55140"/>
                </a:lnTo>
                <a:lnTo>
                  <a:pt x="25319" y="56675"/>
                </a:lnTo>
                <a:lnTo>
                  <a:pt x="19748" y="56675"/>
                </a:lnTo>
                <a:lnTo>
                  <a:pt x="15778" y="60611"/>
                </a:lnTo>
                <a:lnTo>
                  <a:pt x="15778" y="58443"/>
                </a:lnTo>
                <a:close/>
                <a:moveTo>
                  <a:pt x="19748" y="66482"/>
                </a:moveTo>
                <a:lnTo>
                  <a:pt x="25319" y="66482"/>
                </a:lnTo>
                <a:lnTo>
                  <a:pt x="23784" y="68016"/>
                </a:lnTo>
                <a:lnTo>
                  <a:pt x="19081" y="68016"/>
                </a:lnTo>
                <a:lnTo>
                  <a:pt x="15778" y="64714"/>
                </a:lnTo>
                <a:lnTo>
                  <a:pt x="15778" y="62546"/>
                </a:lnTo>
                <a:close/>
                <a:moveTo>
                  <a:pt x="18647" y="68683"/>
                </a:moveTo>
                <a:lnTo>
                  <a:pt x="18947" y="68817"/>
                </a:lnTo>
                <a:lnTo>
                  <a:pt x="22984" y="68817"/>
                </a:lnTo>
                <a:lnTo>
                  <a:pt x="21316" y="70485"/>
                </a:lnTo>
                <a:lnTo>
                  <a:pt x="18080" y="70485"/>
                </a:lnTo>
                <a:lnTo>
                  <a:pt x="15778" y="68183"/>
                </a:lnTo>
                <a:lnTo>
                  <a:pt x="15778" y="65815"/>
                </a:lnTo>
                <a:close/>
                <a:moveTo>
                  <a:pt x="14978" y="71152"/>
                </a:moveTo>
                <a:lnTo>
                  <a:pt x="13577" y="72586"/>
                </a:lnTo>
                <a:lnTo>
                  <a:pt x="11542" y="72586"/>
                </a:lnTo>
                <a:lnTo>
                  <a:pt x="10241" y="71285"/>
                </a:lnTo>
                <a:lnTo>
                  <a:pt x="13010" y="71285"/>
                </a:lnTo>
                <a:lnTo>
                  <a:pt x="14978" y="69317"/>
                </a:lnTo>
                <a:lnTo>
                  <a:pt x="14978" y="71152"/>
                </a:lnTo>
                <a:close/>
                <a:moveTo>
                  <a:pt x="11776" y="75321"/>
                </a:moveTo>
                <a:lnTo>
                  <a:pt x="11776" y="73954"/>
                </a:lnTo>
                <a:lnTo>
                  <a:pt x="14411" y="76589"/>
                </a:lnTo>
                <a:lnTo>
                  <a:pt x="10675" y="76589"/>
                </a:lnTo>
                <a:lnTo>
                  <a:pt x="11675" y="75588"/>
                </a:lnTo>
                <a:close/>
                <a:moveTo>
                  <a:pt x="14444" y="77356"/>
                </a:moveTo>
                <a:lnTo>
                  <a:pt x="11776" y="80025"/>
                </a:lnTo>
                <a:lnTo>
                  <a:pt x="11776" y="78457"/>
                </a:lnTo>
                <a:lnTo>
                  <a:pt x="10675" y="77356"/>
                </a:lnTo>
                <a:close/>
                <a:moveTo>
                  <a:pt x="14978" y="77923"/>
                </a:moveTo>
                <a:lnTo>
                  <a:pt x="14978" y="81659"/>
                </a:lnTo>
                <a:lnTo>
                  <a:pt x="14011" y="80692"/>
                </a:lnTo>
                <a:lnTo>
                  <a:pt x="13744" y="80559"/>
                </a:lnTo>
                <a:lnTo>
                  <a:pt x="12343" y="80559"/>
                </a:lnTo>
                <a:close/>
                <a:moveTo>
                  <a:pt x="15778" y="82794"/>
                </a:moveTo>
                <a:lnTo>
                  <a:pt x="17213" y="81359"/>
                </a:lnTo>
                <a:lnTo>
                  <a:pt x="19214" y="81359"/>
                </a:lnTo>
                <a:lnTo>
                  <a:pt x="20549" y="82693"/>
                </a:lnTo>
                <a:lnTo>
                  <a:pt x="17913" y="82693"/>
                </a:lnTo>
                <a:lnTo>
                  <a:pt x="17747" y="82693"/>
                </a:lnTo>
                <a:lnTo>
                  <a:pt x="15778" y="84662"/>
                </a:lnTo>
                <a:close/>
                <a:moveTo>
                  <a:pt x="18080" y="83461"/>
                </a:moveTo>
                <a:lnTo>
                  <a:pt x="21316" y="83461"/>
                </a:lnTo>
                <a:lnTo>
                  <a:pt x="23017" y="85162"/>
                </a:lnTo>
                <a:lnTo>
                  <a:pt x="18947" y="85162"/>
                </a:lnTo>
                <a:lnTo>
                  <a:pt x="18781" y="85162"/>
                </a:lnTo>
                <a:lnTo>
                  <a:pt x="15778" y="88131"/>
                </a:lnTo>
                <a:lnTo>
                  <a:pt x="15778" y="85762"/>
                </a:lnTo>
                <a:close/>
                <a:moveTo>
                  <a:pt x="19081" y="85929"/>
                </a:moveTo>
                <a:lnTo>
                  <a:pt x="23784" y="85929"/>
                </a:lnTo>
                <a:lnTo>
                  <a:pt x="25319" y="87464"/>
                </a:lnTo>
                <a:lnTo>
                  <a:pt x="19881" y="87464"/>
                </a:lnTo>
                <a:lnTo>
                  <a:pt x="19748" y="87464"/>
                </a:lnTo>
                <a:lnTo>
                  <a:pt x="15778" y="91400"/>
                </a:lnTo>
                <a:lnTo>
                  <a:pt x="15778" y="89265"/>
                </a:lnTo>
                <a:close/>
                <a:moveTo>
                  <a:pt x="26653" y="97371"/>
                </a:moveTo>
                <a:lnTo>
                  <a:pt x="28721" y="97371"/>
                </a:lnTo>
                <a:lnTo>
                  <a:pt x="30389" y="99072"/>
                </a:lnTo>
                <a:lnTo>
                  <a:pt x="30389" y="106811"/>
                </a:lnTo>
                <a:lnTo>
                  <a:pt x="26653" y="103108"/>
                </a:lnTo>
                <a:lnTo>
                  <a:pt x="26653" y="97371"/>
                </a:lnTo>
                <a:close/>
                <a:moveTo>
                  <a:pt x="31189" y="99072"/>
                </a:moveTo>
                <a:lnTo>
                  <a:pt x="32857" y="97371"/>
                </a:lnTo>
                <a:lnTo>
                  <a:pt x="34892" y="97371"/>
                </a:lnTo>
                <a:lnTo>
                  <a:pt x="34892" y="103108"/>
                </a:lnTo>
                <a:lnTo>
                  <a:pt x="31189" y="106811"/>
                </a:lnTo>
                <a:close/>
                <a:moveTo>
                  <a:pt x="43665" y="102074"/>
                </a:moveTo>
                <a:lnTo>
                  <a:pt x="43798" y="102074"/>
                </a:lnTo>
                <a:lnTo>
                  <a:pt x="45767" y="100106"/>
                </a:lnTo>
                <a:lnTo>
                  <a:pt x="45767" y="101974"/>
                </a:lnTo>
                <a:lnTo>
                  <a:pt x="44366" y="103375"/>
                </a:lnTo>
                <a:lnTo>
                  <a:pt x="42364" y="103375"/>
                </a:lnTo>
                <a:lnTo>
                  <a:pt x="41030" y="102074"/>
                </a:lnTo>
                <a:close/>
                <a:moveTo>
                  <a:pt x="42564" y="104743"/>
                </a:moveTo>
                <a:lnTo>
                  <a:pt x="45233" y="107378"/>
                </a:lnTo>
                <a:lnTo>
                  <a:pt x="41497" y="107378"/>
                </a:lnTo>
                <a:lnTo>
                  <a:pt x="42564" y="106277"/>
                </a:lnTo>
                <a:lnTo>
                  <a:pt x="42564" y="104743"/>
                </a:lnTo>
                <a:close/>
                <a:moveTo>
                  <a:pt x="45767" y="108712"/>
                </a:moveTo>
                <a:lnTo>
                  <a:pt x="45767" y="112448"/>
                </a:lnTo>
                <a:lnTo>
                  <a:pt x="44699" y="111381"/>
                </a:lnTo>
                <a:lnTo>
                  <a:pt x="43131" y="111381"/>
                </a:lnTo>
                <a:close/>
                <a:moveTo>
                  <a:pt x="46567" y="108712"/>
                </a:moveTo>
                <a:lnTo>
                  <a:pt x="49202" y="111381"/>
                </a:lnTo>
                <a:lnTo>
                  <a:pt x="47835" y="111381"/>
                </a:lnTo>
                <a:lnTo>
                  <a:pt x="47568" y="111481"/>
                </a:lnTo>
                <a:lnTo>
                  <a:pt x="46567" y="112448"/>
                </a:lnTo>
                <a:lnTo>
                  <a:pt x="46567" y="108712"/>
                </a:lnTo>
                <a:close/>
                <a:moveTo>
                  <a:pt x="47134" y="107378"/>
                </a:moveTo>
                <a:lnTo>
                  <a:pt x="49769" y="104743"/>
                </a:lnTo>
                <a:lnTo>
                  <a:pt x="49769" y="106277"/>
                </a:lnTo>
                <a:lnTo>
                  <a:pt x="50870" y="107378"/>
                </a:lnTo>
                <a:close/>
                <a:moveTo>
                  <a:pt x="46567" y="106811"/>
                </a:moveTo>
                <a:lnTo>
                  <a:pt x="46567" y="103075"/>
                </a:lnTo>
                <a:lnTo>
                  <a:pt x="47534" y="104042"/>
                </a:lnTo>
                <a:lnTo>
                  <a:pt x="47835" y="104175"/>
                </a:lnTo>
                <a:lnTo>
                  <a:pt x="49202" y="104175"/>
                </a:lnTo>
                <a:close/>
                <a:moveTo>
                  <a:pt x="57475" y="97371"/>
                </a:moveTo>
                <a:lnTo>
                  <a:pt x="59510" y="97371"/>
                </a:lnTo>
                <a:lnTo>
                  <a:pt x="61178" y="99072"/>
                </a:lnTo>
                <a:lnTo>
                  <a:pt x="61178" y="106811"/>
                </a:lnTo>
                <a:lnTo>
                  <a:pt x="57475" y="103108"/>
                </a:lnTo>
                <a:close/>
                <a:moveTo>
                  <a:pt x="61978" y="99072"/>
                </a:moveTo>
                <a:lnTo>
                  <a:pt x="63646" y="97371"/>
                </a:lnTo>
                <a:lnTo>
                  <a:pt x="65681" y="97371"/>
                </a:lnTo>
                <a:lnTo>
                  <a:pt x="65681" y="103108"/>
                </a:lnTo>
                <a:lnTo>
                  <a:pt x="61978" y="106811"/>
                </a:lnTo>
                <a:close/>
                <a:moveTo>
                  <a:pt x="74620" y="102074"/>
                </a:moveTo>
                <a:lnTo>
                  <a:pt x="76589" y="100106"/>
                </a:lnTo>
                <a:lnTo>
                  <a:pt x="76589" y="101974"/>
                </a:lnTo>
                <a:lnTo>
                  <a:pt x="75154" y="103375"/>
                </a:lnTo>
                <a:lnTo>
                  <a:pt x="73153" y="103375"/>
                </a:lnTo>
                <a:lnTo>
                  <a:pt x="71818" y="102074"/>
                </a:lnTo>
                <a:close/>
                <a:moveTo>
                  <a:pt x="73386" y="104743"/>
                </a:moveTo>
                <a:lnTo>
                  <a:pt x="76021" y="107378"/>
                </a:lnTo>
                <a:lnTo>
                  <a:pt x="72285" y="107378"/>
                </a:lnTo>
                <a:lnTo>
                  <a:pt x="73386" y="106277"/>
                </a:lnTo>
                <a:close/>
                <a:moveTo>
                  <a:pt x="76589" y="108712"/>
                </a:moveTo>
                <a:lnTo>
                  <a:pt x="76589" y="112448"/>
                </a:lnTo>
                <a:lnTo>
                  <a:pt x="75588" y="111481"/>
                </a:lnTo>
                <a:lnTo>
                  <a:pt x="75321" y="111381"/>
                </a:lnTo>
                <a:lnTo>
                  <a:pt x="73920" y="111381"/>
                </a:lnTo>
                <a:close/>
                <a:moveTo>
                  <a:pt x="77356" y="108712"/>
                </a:moveTo>
                <a:lnTo>
                  <a:pt x="80024" y="111381"/>
                </a:lnTo>
                <a:lnTo>
                  <a:pt x="78457" y="111381"/>
                </a:lnTo>
                <a:lnTo>
                  <a:pt x="77356" y="112448"/>
                </a:lnTo>
                <a:close/>
                <a:moveTo>
                  <a:pt x="77923" y="107378"/>
                </a:moveTo>
                <a:lnTo>
                  <a:pt x="80558" y="104743"/>
                </a:lnTo>
                <a:lnTo>
                  <a:pt x="80558" y="106277"/>
                </a:lnTo>
                <a:lnTo>
                  <a:pt x="81659" y="107378"/>
                </a:lnTo>
                <a:close/>
                <a:moveTo>
                  <a:pt x="80792" y="103375"/>
                </a:moveTo>
                <a:lnTo>
                  <a:pt x="78790" y="103375"/>
                </a:lnTo>
                <a:lnTo>
                  <a:pt x="77356" y="101941"/>
                </a:lnTo>
                <a:lnTo>
                  <a:pt x="77356" y="100106"/>
                </a:lnTo>
                <a:lnTo>
                  <a:pt x="79324" y="102074"/>
                </a:lnTo>
                <a:lnTo>
                  <a:pt x="79491" y="102074"/>
                </a:lnTo>
                <a:lnTo>
                  <a:pt x="82092" y="102074"/>
                </a:lnTo>
                <a:close/>
                <a:moveTo>
                  <a:pt x="82893" y="101273"/>
                </a:moveTo>
                <a:lnTo>
                  <a:pt x="79657" y="101273"/>
                </a:lnTo>
                <a:lnTo>
                  <a:pt x="77356" y="98972"/>
                </a:lnTo>
                <a:lnTo>
                  <a:pt x="77356" y="96603"/>
                </a:lnTo>
                <a:lnTo>
                  <a:pt x="80358" y="99606"/>
                </a:lnTo>
                <a:lnTo>
                  <a:pt x="80525" y="99606"/>
                </a:lnTo>
                <a:lnTo>
                  <a:pt x="84594" y="99606"/>
                </a:lnTo>
                <a:close/>
                <a:moveTo>
                  <a:pt x="85361" y="98805"/>
                </a:moveTo>
                <a:lnTo>
                  <a:pt x="80691" y="98805"/>
                </a:lnTo>
                <a:lnTo>
                  <a:pt x="77356" y="95503"/>
                </a:lnTo>
                <a:lnTo>
                  <a:pt x="77356" y="93334"/>
                </a:lnTo>
                <a:lnTo>
                  <a:pt x="81325" y="97271"/>
                </a:lnTo>
                <a:lnTo>
                  <a:pt x="81492" y="97271"/>
                </a:lnTo>
                <a:lnTo>
                  <a:pt x="86896" y="97271"/>
                </a:lnTo>
                <a:close/>
                <a:moveTo>
                  <a:pt x="88264" y="97371"/>
                </a:moveTo>
                <a:lnTo>
                  <a:pt x="90298" y="97371"/>
                </a:lnTo>
                <a:lnTo>
                  <a:pt x="91966" y="99072"/>
                </a:lnTo>
                <a:lnTo>
                  <a:pt x="91966" y="106811"/>
                </a:lnTo>
                <a:lnTo>
                  <a:pt x="88264" y="103108"/>
                </a:lnTo>
                <a:close/>
                <a:moveTo>
                  <a:pt x="92767" y="99072"/>
                </a:moveTo>
                <a:lnTo>
                  <a:pt x="94435" y="97371"/>
                </a:lnTo>
                <a:lnTo>
                  <a:pt x="96469" y="97371"/>
                </a:lnTo>
                <a:lnTo>
                  <a:pt x="96469" y="103108"/>
                </a:lnTo>
                <a:lnTo>
                  <a:pt x="92767" y="106811"/>
                </a:lnTo>
                <a:close/>
                <a:moveTo>
                  <a:pt x="105242" y="102074"/>
                </a:moveTo>
                <a:lnTo>
                  <a:pt x="105409" y="102074"/>
                </a:lnTo>
                <a:lnTo>
                  <a:pt x="107377" y="100106"/>
                </a:lnTo>
                <a:lnTo>
                  <a:pt x="107377" y="101974"/>
                </a:lnTo>
                <a:lnTo>
                  <a:pt x="105943" y="103375"/>
                </a:lnTo>
                <a:lnTo>
                  <a:pt x="103941" y="103375"/>
                </a:lnTo>
                <a:lnTo>
                  <a:pt x="102607" y="102074"/>
                </a:lnTo>
                <a:close/>
                <a:moveTo>
                  <a:pt x="104175" y="104743"/>
                </a:moveTo>
                <a:lnTo>
                  <a:pt x="106810" y="107378"/>
                </a:lnTo>
                <a:lnTo>
                  <a:pt x="103074" y="107378"/>
                </a:lnTo>
                <a:lnTo>
                  <a:pt x="104175" y="106277"/>
                </a:lnTo>
                <a:close/>
                <a:moveTo>
                  <a:pt x="107377" y="108712"/>
                </a:moveTo>
                <a:lnTo>
                  <a:pt x="107377" y="112448"/>
                </a:lnTo>
                <a:lnTo>
                  <a:pt x="106276" y="111381"/>
                </a:lnTo>
                <a:lnTo>
                  <a:pt x="104709" y="111381"/>
                </a:lnTo>
                <a:close/>
                <a:moveTo>
                  <a:pt x="108144" y="108712"/>
                </a:moveTo>
                <a:lnTo>
                  <a:pt x="110813" y="111381"/>
                </a:lnTo>
                <a:lnTo>
                  <a:pt x="109412" y="111381"/>
                </a:lnTo>
                <a:lnTo>
                  <a:pt x="109145" y="111481"/>
                </a:lnTo>
                <a:lnTo>
                  <a:pt x="108144" y="112448"/>
                </a:lnTo>
                <a:lnTo>
                  <a:pt x="108144" y="108712"/>
                </a:lnTo>
                <a:close/>
                <a:moveTo>
                  <a:pt x="108711" y="107378"/>
                </a:moveTo>
                <a:lnTo>
                  <a:pt x="111347" y="104743"/>
                </a:lnTo>
                <a:lnTo>
                  <a:pt x="111347" y="106277"/>
                </a:lnTo>
                <a:lnTo>
                  <a:pt x="112447" y="107378"/>
                </a:lnTo>
                <a:close/>
                <a:moveTo>
                  <a:pt x="108144" y="106811"/>
                </a:moveTo>
                <a:lnTo>
                  <a:pt x="108144" y="103075"/>
                </a:lnTo>
                <a:lnTo>
                  <a:pt x="109145" y="104042"/>
                </a:lnTo>
                <a:lnTo>
                  <a:pt x="109412" y="104175"/>
                </a:lnTo>
                <a:lnTo>
                  <a:pt x="110813" y="104175"/>
                </a:lnTo>
                <a:close/>
                <a:moveTo>
                  <a:pt x="119052" y="97371"/>
                </a:moveTo>
                <a:lnTo>
                  <a:pt x="121087" y="97371"/>
                </a:lnTo>
                <a:lnTo>
                  <a:pt x="122755" y="99072"/>
                </a:lnTo>
                <a:lnTo>
                  <a:pt x="122755" y="106811"/>
                </a:lnTo>
                <a:lnTo>
                  <a:pt x="119052" y="103108"/>
                </a:lnTo>
                <a:close/>
                <a:moveTo>
                  <a:pt x="123555" y="99072"/>
                </a:moveTo>
                <a:lnTo>
                  <a:pt x="125223" y="97371"/>
                </a:lnTo>
                <a:lnTo>
                  <a:pt x="127258" y="97371"/>
                </a:lnTo>
                <a:lnTo>
                  <a:pt x="127258" y="103108"/>
                </a:lnTo>
                <a:lnTo>
                  <a:pt x="123555" y="106811"/>
                </a:lnTo>
                <a:lnTo>
                  <a:pt x="123555" y="99072"/>
                </a:lnTo>
                <a:close/>
                <a:moveTo>
                  <a:pt x="136198" y="102074"/>
                </a:moveTo>
                <a:lnTo>
                  <a:pt x="138166" y="100106"/>
                </a:lnTo>
                <a:lnTo>
                  <a:pt x="138166" y="101974"/>
                </a:lnTo>
                <a:lnTo>
                  <a:pt x="136731" y="103375"/>
                </a:lnTo>
                <a:lnTo>
                  <a:pt x="134730" y="103375"/>
                </a:lnTo>
                <a:lnTo>
                  <a:pt x="133396" y="102074"/>
                </a:lnTo>
                <a:close/>
                <a:moveTo>
                  <a:pt x="134964" y="104743"/>
                </a:moveTo>
                <a:lnTo>
                  <a:pt x="137599" y="107378"/>
                </a:lnTo>
                <a:lnTo>
                  <a:pt x="133863" y="107378"/>
                </a:lnTo>
                <a:lnTo>
                  <a:pt x="134964" y="106277"/>
                </a:lnTo>
                <a:lnTo>
                  <a:pt x="134964" y="104743"/>
                </a:lnTo>
                <a:close/>
                <a:moveTo>
                  <a:pt x="138166" y="108712"/>
                </a:moveTo>
                <a:lnTo>
                  <a:pt x="138166" y="112448"/>
                </a:lnTo>
                <a:lnTo>
                  <a:pt x="137165" y="111481"/>
                </a:lnTo>
                <a:lnTo>
                  <a:pt x="136898" y="111381"/>
                </a:lnTo>
                <a:lnTo>
                  <a:pt x="135531" y="111381"/>
                </a:lnTo>
                <a:close/>
                <a:moveTo>
                  <a:pt x="138933" y="108712"/>
                </a:moveTo>
                <a:lnTo>
                  <a:pt x="141602" y="111381"/>
                </a:lnTo>
                <a:lnTo>
                  <a:pt x="140034" y="111381"/>
                </a:lnTo>
                <a:lnTo>
                  <a:pt x="138933" y="112448"/>
                </a:lnTo>
                <a:close/>
                <a:moveTo>
                  <a:pt x="139500" y="107378"/>
                </a:moveTo>
                <a:lnTo>
                  <a:pt x="142135" y="104743"/>
                </a:lnTo>
                <a:lnTo>
                  <a:pt x="142135" y="106277"/>
                </a:lnTo>
                <a:lnTo>
                  <a:pt x="143236" y="107378"/>
                </a:lnTo>
                <a:close/>
                <a:moveTo>
                  <a:pt x="142369" y="103375"/>
                </a:moveTo>
                <a:lnTo>
                  <a:pt x="140367" y="103375"/>
                </a:lnTo>
                <a:lnTo>
                  <a:pt x="138933" y="101941"/>
                </a:lnTo>
                <a:lnTo>
                  <a:pt x="138933" y="100106"/>
                </a:lnTo>
                <a:lnTo>
                  <a:pt x="140901" y="102074"/>
                </a:lnTo>
                <a:lnTo>
                  <a:pt x="141068" y="102074"/>
                </a:lnTo>
                <a:lnTo>
                  <a:pt x="143703" y="102074"/>
                </a:lnTo>
                <a:close/>
                <a:moveTo>
                  <a:pt x="144504" y="101273"/>
                </a:moveTo>
                <a:lnTo>
                  <a:pt x="141235" y="101273"/>
                </a:lnTo>
                <a:lnTo>
                  <a:pt x="138933" y="98972"/>
                </a:lnTo>
                <a:lnTo>
                  <a:pt x="138933" y="96603"/>
                </a:lnTo>
                <a:lnTo>
                  <a:pt x="141935" y="99606"/>
                </a:lnTo>
                <a:lnTo>
                  <a:pt x="142102" y="99606"/>
                </a:lnTo>
                <a:lnTo>
                  <a:pt x="146172" y="99606"/>
                </a:lnTo>
                <a:close/>
                <a:moveTo>
                  <a:pt x="146939" y="98805"/>
                </a:moveTo>
                <a:lnTo>
                  <a:pt x="142269" y="98805"/>
                </a:lnTo>
                <a:lnTo>
                  <a:pt x="138933" y="95503"/>
                </a:lnTo>
                <a:lnTo>
                  <a:pt x="138933" y="93334"/>
                </a:lnTo>
                <a:lnTo>
                  <a:pt x="142903" y="97271"/>
                </a:lnTo>
                <a:lnTo>
                  <a:pt x="143069" y="97271"/>
                </a:lnTo>
                <a:lnTo>
                  <a:pt x="148473" y="97271"/>
                </a:lnTo>
                <a:close/>
                <a:moveTo>
                  <a:pt x="149841" y="97371"/>
                </a:moveTo>
                <a:lnTo>
                  <a:pt x="151876" y="97371"/>
                </a:lnTo>
                <a:lnTo>
                  <a:pt x="153543" y="99072"/>
                </a:lnTo>
                <a:lnTo>
                  <a:pt x="153543" y="106811"/>
                </a:lnTo>
                <a:lnTo>
                  <a:pt x="149841" y="103108"/>
                </a:lnTo>
                <a:lnTo>
                  <a:pt x="149841" y="97371"/>
                </a:lnTo>
                <a:close/>
                <a:moveTo>
                  <a:pt x="154344" y="99072"/>
                </a:moveTo>
                <a:lnTo>
                  <a:pt x="156012" y="97371"/>
                </a:lnTo>
                <a:lnTo>
                  <a:pt x="158047" y="97371"/>
                </a:lnTo>
                <a:lnTo>
                  <a:pt x="158047" y="103108"/>
                </a:lnTo>
                <a:lnTo>
                  <a:pt x="154344" y="106811"/>
                </a:lnTo>
                <a:lnTo>
                  <a:pt x="154344" y="99072"/>
                </a:lnTo>
                <a:close/>
                <a:moveTo>
                  <a:pt x="166820" y="102074"/>
                </a:moveTo>
                <a:lnTo>
                  <a:pt x="166986" y="102074"/>
                </a:lnTo>
                <a:lnTo>
                  <a:pt x="168954" y="100106"/>
                </a:lnTo>
                <a:lnTo>
                  <a:pt x="168954" y="101974"/>
                </a:lnTo>
                <a:lnTo>
                  <a:pt x="167520" y="103375"/>
                </a:lnTo>
                <a:lnTo>
                  <a:pt x="165519" y="103375"/>
                </a:lnTo>
                <a:lnTo>
                  <a:pt x="164184" y="102074"/>
                </a:lnTo>
                <a:close/>
                <a:moveTo>
                  <a:pt x="165752" y="104743"/>
                </a:moveTo>
                <a:lnTo>
                  <a:pt x="168387" y="107378"/>
                </a:lnTo>
                <a:lnTo>
                  <a:pt x="164651" y="107378"/>
                </a:lnTo>
                <a:lnTo>
                  <a:pt x="165752" y="106277"/>
                </a:lnTo>
                <a:lnTo>
                  <a:pt x="165752" y="104743"/>
                </a:lnTo>
                <a:close/>
                <a:moveTo>
                  <a:pt x="168954" y="108712"/>
                </a:moveTo>
                <a:lnTo>
                  <a:pt x="168954" y="112448"/>
                </a:lnTo>
                <a:lnTo>
                  <a:pt x="167854" y="111381"/>
                </a:lnTo>
                <a:lnTo>
                  <a:pt x="166319" y="111381"/>
                </a:lnTo>
                <a:close/>
                <a:moveTo>
                  <a:pt x="169755" y="108712"/>
                </a:moveTo>
                <a:lnTo>
                  <a:pt x="172390" y="111381"/>
                </a:lnTo>
                <a:lnTo>
                  <a:pt x="170989" y="111381"/>
                </a:lnTo>
                <a:lnTo>
                  <a:pt x="170722" y="111481"/>
                </a:lnTo>
                <a:lnTo>
                  <a:pt x="169755" y="112448"/>
                </a:lnTo>
                <a:lnTo>
                  <a:pt x="169755" y="108712"/>
                </a:lnTo>
                <a:close/>
                <a:moveTo>
                  <a:pt x="170289" y="107378"/>
                </a:moveTo>
                <a:lnTo>
                  <a:pt x="172957" y="104743"/>
                </a:lnTo>
                <a:lnTo>
                  <a:pt x="172957" y="106277"/>
                </a:lnTo>
                <a:lnTo>
                  <a:pt x="174025" y="107378"/>
                </a:lnTo>
                <a:close/>
                <a:moveTo>
                  <a:pt x="169755" y="106811"/>
                </a:moveTo>
                <a:lnTo>
                  <a:pt x="169755" y="103075"/>
                </a:lnTo>
                <a:lnTo>
                  <a:pt x="170722" y="104042"/>
                </a:lnTo>
                <a:lnTo>
                  <a:pt x="170989" y="104175"/>
                </a:lnTo>
                <a:lnTo>
                  <a:pt x="172390" y="104175"/>
                </a:lnTo>
                <a:close/>
                <a:moveTo>
                  <a:pt x="180629" y="97371"/>
                </a:moveTo>
                <a:lnTo>
                  <a:pt x="182664" y="97371"/>
                </a:lnTo>
                <a:lnTo>
                  <a:pt x="184332" y="99072"/>
                </a:lnTo>
                <a:lnTo>
                  <a:pt x="184332" y="106811"/>
                </a:lnTo>
                <a:lnTo>
                  <a:pt x="180629" y="103108"/>
                </a:lnTo>
                <a:lnTo>
                  <a:pt x="180629" y="97371"/>
                </a:lnTo>
                <a:close/>
                <a:moveTo>
                  <a:pt x="185133" y="99072"/>
                </a:moveTo>
                <a:lnTo>
                  <a:pt x="186801" y="97371"/>
                </a:lnTo>
                <a:lnTo>
                  <a:pt x="188835" y="97371"/>
                </a:lnTo>
                <a:lnTo>
                  <a:pt x="188835" y="103108"/>
                </a:lnTo>
                <a:lnTo>
                  <a:pt x="185133" y="106811"/>
                </a:lnTo>
                <a:lnTo>
                  <a:pt x="185133" y="99072"/>
                </a:lnTo>
                <a:close/>
                <a:moveTo>
                  <a:pt x="197775" y="102074"/>
                </a:moveTo>
                <a:lnTo>
                  <a:pt x="199743" y="100106"/>
                </a:lnTo>
                <a:lnTo>
                  <a:pt x="199743" y="101974"/>
                </a:lnTo>
                <a:lnTo>
                  <a:pt x="198309" y="103375"/>
                </a:lnTo>
                <a:lnTo>
                  <a:pt x="196307" y="103375"/>
                </a:lnTo>
                <a:lnTo>
                  <a:pt x="194973" y="102074"/>
                </a:lnTo>
                <a:close/>
                <a:moveTo>
                  <a:pt x="196541" y="104743"/>
                </a:moveTo>
                <a:lnTo>
                  <a:pt x="199176" y="107378"/>
                </a:lnTo>
                <a:lnTo>
                  <a:pt x="195440" y="107378"/>
                </a:lnTo>
                <a:lnTo>
                  <a:pt x="196541" y="106277"/>
                </a:lnTo>
                <a:lnTo>
                  <a:pt x="196541" y="104743"/>
                </a:lnTo>
                <a:close/>
                <a:moveTo>
                  <a:pt x="199743" y="108712"/>
                </a:moveTo>
                <a:lnTo>
                  <a:pt x="199743" y="112448"/>
                </a:lnTo>
                <a:lnTo>
                  <a:pt x="198776" y="111481"/>
                </a:lnTo>
                <a:lnTo>
                  <a:pt x="198476" y="111381"/>
                </a:lnTo>
                <a:lnTo>
                  <a:pt x="197108" y="111381"/>
                </a:lnTo>
                <a:close/>
                <a:moveTo>
                  <a:pt x="200544" y="108712"/>
                </a:moveTo>
                <a:lnTo>
                  <a:pt x="203179" y="111381"/>
                </a:lnTo>
                <a:lnTo>
                  <a:pt x="201644" y="111381"/>
                </a:lnTo>
                <a:lnTo>
                  <a:pt x="200544" y="112448"/>
                </a:lnTo>
                <a:close/>
                <a:moveTo>
                  <a:pt x="201077" y="107378"/>
                </a:moveTo>
                <a:lnTo>
                  <a:pt x="203746" y="104743"/>
                </a:lnTo>
                <a:lnTo>
                  <a:pt x="203746" y="106277"/>
                </a:lnTo>
                <a:lnTo>
                  <a:pt x="204847" y="107378"/>
                </a:lnTo>
                <a:close/>
                <a:moveTo>
                  <a:pt x="203979" y="103375"/>
                </a:moveTo>
                <a:lnTo>
                  <a:pt x="201945" y="103375"/>
                </a:lnTo>
                <a:lnTo>
                  <a:pt x="200544" y="101941"/>
                </a:lnTo>
                <a:lnTo>
                  <a:pt x="200544" y="100106"/>
                </a:lnTo>
                <a:lnTo>
                  <a:pt x="202512" y="102074"/>
                </a:lnTo>
                <a:lnTo>
                  <a:pt x="202645" y="102074"/>
                </a:lnTo>
                <a:lnTo>
                  <a:pt x="205280" y="102074"/>
                </a:lnTo>
                <a:close/>
                <a:moveTo>
                  <a:pt x="206081" y="101273"/>
                </a:moveTo>
                <a:lnTo>
                  <a:pt x="202812" y="101273"/>
                </a:lnTo>
                <a:lnTo>
                  <a:pt x="200544" y="98972"/>
                </a:lnTo>
                <a:lnTo>
                  <a:pt x="200544" y="96603"/>
                </a:lnTo>
                <a:lnTo>
                  <a:pt x="203512" y="99606"/>
                </a:lnTo>
                <a:lnTo>
                  <a:pt x="203679" y="99606"/>
                </a:lnTo>
                <a:lnTo>
                  <a:pt x="207749" y="99606"/>
                </a:lnTo>
                <a:close/>
                <a:moveTo>
                  <a:pt x="208549" y="98805"/>
                </a:moveTo>
                <a:lnTo>
                  <a:pt x="203846" y="98805"/>
                </a:lnTo>
                <a:lnTo>
                  <a:pt x="200544" y="95503"/>
                </a:lnTo>
                <a:lnTo>
                  <a:pt x="200544" y="93334"/>
                </a:lnTo>
                <a:lnTo>
                  <a:pt x="204480" y="97271"/>
                </a:lnTo>
                <a:lnTo>
                  <a:pt x="204647" y="97271"/>
                </a:lnTo>
                <a:lnTo>
                  <a:pt x="210084" y="97271"/>
                </a:lnTo>
                <a:close/>
                <a:moveTo>
                  <a:pt x="211418" y="97371"/>
                </a:moveTo>
                <a:lnTo>
                  <a:pt x="213453" y="97371"/>
                </a:lnTo>
                <a:lnTo>
                  <a:pt x="215154" y="99072"/>
                </a:lnTo>
                <a:lnTo>
                  <a:pt x="215154" y="106811"/>
                </a:lnTo>
                <a:lnTo>
                  <a:pt x="211418" y="103108"/>
                </a:lnTo>
                <a:lnTo>
                  <a:pt x="211418" y="97371"/>
                </a:lnTo>
                <a:close/>
                <a:moveTo>
                  <a:pt x="215921" y="99072"/>
                </a:moveTo>
                <a:lnTo>
                  <a:pt x="217623" y="97371"/>
                </a:lnTo>
                <a:lnTo>
                  <a:pt x="219657" y="97371"/>
                </a:lnTo>
                <a:lnTo>
                  <a:pt x="219657" y="103108"/>
                </a:lnTo>
                <a:lnTo>
                  <a:pt x="215921" y="106811"/>
                </a:lnTo>
                <a:lnTo>
                  <a:pt x="215921" y="99072"/>
                </a:lnTo>
                <a:close/>
                <a:moveTo>
                  <a:pt x="226596" y="87464"/>
                </a:moveTo>
                <a:lnTo>
                  <a:pt x="226429" y="87464"/>
                </a:lnTo>
                <a:lnTo>
                  <a:pt x="220992" y="87464"/>
                </a:lnTo>
                <a:lnTo>
                  <a:pt x="222526" y="85929"/>
                </a:lnTo>
                <a:lnTo>
                  <a:pt x="227229" y="85929"/>
                </a:lnTo>
                <a:lnTo>
                  <a:pt x="230532" y="89265"/>
                </a:lnTo>
                <a:lnTo>
                  <a:pt x="230532" y="91400"/>
                </a:lnTo>
                <a:close/>
                <a:moveTo>
                  <a:pt x="227530" y="85162"/>
                </a:moveTo>
                <a:lnTo>
                  <a:pt x="227396" y="85162"/>
                </a:lnTo>
                <a:lnTo>
                  <a:pt x="223327" y="85162"/>
                </a:lnTo>
                <a:lnTo>
                  <a:pt x="224995" y="83461"/>
                </a:lnTo>
                <a:lnTo>
                  <a:pt x="228230" y="83461"/>
                </a:lnTo>
                <a:lnTo>
                  <a:pt x="230532" y="85762"/>
                </a:lnTo>
                <a:lnTo>
                  <a:pt x="230532" y="88131"/>
                </a:lnTo>
                <a:close/>
                <a:moveTo>
                  <a:pt x="231332" y="82794"/>
                </a:moveTo>
                <a:lnTo>
                  <a:pt x="232733" y="81359"/>
                </a:lnTo>
                <a:lnTo>
                  <a:pt x="234768" y="81359"/>
                </a:lnTo>
                <a:lnTo>
                  <a:pt x="236069" y="82693"/>
                </a:lnTo>
                <a:lnTo>
                  <a:pt x="233300" y="82693"/>
                </a:lnTo>
                <a:lnTo>
                  <a:pt x="231332" y="84662"/>
                </a:lnTo>
                <a:lnTo>
                  <a:pt x="231332" y="82794"/>
                </a:lnTo>
                <a:close/>
                <a:moveTo>
                  <a:pt x="234535" y="80025"/>
                </a:moveTo>
                <a:lnTo>
                  <a:pt x="231899" y="77356"/>
                </a:lnTo>
                <a:lnTo>
                  <a:pt x="235635" y="77356"/>
                </a:lnTo>
                <a:lnTo>
                  <a:pt x="234535" y="78457"/>
                </a:lnTo>
                <a:close/>
                <a:moveTo>
                  <a:pt x="231332" y="76022"/>
                </a:moveTo>
                <a:lnTo>
                  <a:pt x="231332" y="72286"/>
                </a:lnTo>
                <a:lnTo>
                  <a:pt x="232300" y="73253"/>
                </a:lnTo>
                <a:lnTo>
                  <a:pt x="232567" y="73387"/>
                </a:lnTo>
                <a:lnTo>
                  <a:pt x="233968" y="73387"/>
                </a:lnTo>
                <a:close/>
                <a:moveTo>
                  <a:pt x="230532" y="71152"/>
                </a:moveTo>
                <a:lnTo>
                  <a:pt x="229097" y="72586"/>
                </a:lnTo>
                <a:lnTo>
                  <a:pt x="227096" y="72586"/>
                </a:lnTo>
                <a:lnTo>
                  <a:pt x="225762" y="71285"/>
                </a:lnTo>
                <a:lnTo>
                  <a:pt x="228564" y="71285"/>
                </a:lnTo>
                <a:lnTo>
                  <a:pt x="230532" y="69317"/>
                </a:lnTo>
                <a:close/>
                <a:moveTo>
                  <a:pt x="228230" y="70485"/>
                </a:moveTo>
                <a:lnTo>
                  <a:pt x="224995" y="70485"/>
                </a:lnTo>
                <a:lnTo>
                  <a:pt x="223327" y="68783"/>
                </a:lnTo>
                <a:lnTo>
                  <a:pt x="227363" y="68783"/>
                </a:lnTo>
                <a:lnTo>
                  <a:pt x="227663" y="68683"/>
                </a:lnTo>
                <a:lnTo>
                  <a:pt x="230532" y="65815"/>
                </a:lnTo>
                <a:lnTo>
                  <a:pt x="230532" y="68183"/>
                </a:lnTo>
                <a:close/>
                <a:moveTo>
                  <a:pt x="227229" y="68016"/>
                </a:moveTo>
                <a:lnTo>
                  <a:pt x="222526" y="68016"/>
                </a:lnTo>
                <a:lnTo>
                  <a:pt x="220992" y="66482"/>
                </a:lnTo>
                <a:lnTo>
                  <a:pt x="226596" y="66482"/>
                </a:lnTo>
                <a:lnTo>
                  <a:pt x="230532" y="62546"/>
                </a:lnTo>
                <a:lnTo>
                  <a:pt x="230532" y="64714"/>
                </a:lnTo>
                <a:close/>
                <a:moveTo>
                  <a:pt x="226596" y="56675"/>
                </a:moveTo>
                <a:lnTo>
                  <a:pt x="220992" y="56675"/>
                </a:lnTo>
                <a:lnTo>
                  <a:pt x="222526" y="55140"/>
                </a:lnTo>
                <a:lnTo>
                  <a:pt x="227229" y="55140"/>
                </a:lnTo>
                <a:lnTo>
                  <a:pt x="230532" y="58476"/>
                </a:lnTo>
                <a:lnTo>
                  <a:pt x="230532" y="60611"/>
                </a:lnTo>
                <a:close/>
                <a:moveTo>
                  <a:pt x="227663" y="54473"/>
                </a:moveTo>
                <a:lnTo>
                  <a:pt x="227396" y="54340"/>
                </a:lnTo>
                <a:lnTo>
                  <a:pt x="223327" y="54340"/>
                </a:lnTo>
                <a:lnTo>
                  <a:pt x="224995" y="52672"/>
                </a:lnTo>
                <a:lnTo>
                  <a:pt x="228230" y="52672"/>
                </a:lnTo>
                <a:lnTo>
                  <a:pt x="230532" y="54974"/>
                </a:lnTo>
                <a:lnTo>
                  <a:pt x="230532" y="57342"/>
                </a:lnTo>
                <a:close/>
                <a:moveTo>
                  <a:pt x="231332" y="52005"/>
                </a:moveTo>
                <a:lnTo>
                  <a:pt x="232733" y="50570"/>
                </a:lnTo>
                <a:lnTo>
                  <a:pt x="234768" y="50570"/>
                </a:lnTo>
                <a:lnTo>
                  <a:pt x="236069" y="51905"/>
                </a:lnTo>
                <a:lnTo>
                  <a:pt x="233300" y="51905"/>
                </a:lnTo>
                <a:lnTo>
                  <a:pt x="231332" y="53873"/>
                </a:lnTo>
                <a:lnTo>
                  <a:pt x="231332" y="52005"/>
                </a:lnTo>
                <a:close/>
                <a:moveTo>
                  <a:pt x="234535" y="47835"/>
                </a:moveTo>
                <a:lnTo>
                  <a:pt x="234535" y="49203"/>
                </a:lnTo>
                <a:lnTo>
                  <a:pt x="231899" y="46568"/>
                </a:lnTo>
                <a:lnTo>
                  <a:pt x="235635" y="46568"/>
                </a:lnTo>
                <a:lnTo>
                  <a:pt x="234635" y="47568"/>
                </a:lnTo>
                <a:close/>
                <a:moveTo>
                  <a:pt x="231866" y="45800"/>
                </a:moveTo>
                <a:lnTo>
                  <a:pt x="234535" y="43132"/>
                </a:lnTo>
                <a:lnTo>
                  <a:pt x="234535" y="44700"/>
                </a:lnTo>
                <a:lnTo>
                  <a:pt x="235635" y="45800"/>
                </a:lnTo>
                <a:lnTo>
                  <a:pt x="231866" y="45800"/>
                </a:lnTo>
                <a:close/>
                <a:moveTo>
                  <a:pt x="231332" y="45233"/>
                </a:moveTo>
                <a:lnTo>
                  <a:pt x="231332" y="41497"/>
                </a:lnTo>
                <a:lnTo>
                  <a:pt x="232300" y="42465"/>
                </a:lnTo>
                <a:lnTo>
                  <a:pt x="232567" y="42598"/>
                </a:lnTo>
                <a:lnTo>
                  <a:pt x="233968" y="42598"/>
                </a:lnTo>
                <a:close/>
                <a:moveTo>
                  <a:pt x="230532" y="40363"/>
                </a:moveTo>
                <a:lnTo>
                  <a:pt x="229097" y="41797"/>
                </a:lnTo>
                <a:lnTo>
                  <a:pt x="227096" y="41797"/>
                </a:lnTo>
                <a:lnTo>
                  <a:pt x="225762" y="40463"/>
                </a:lnTo>
                <a:lnTo>
                  <a:pt x="228397" y="40463"/>
                </a:lnTo>
                <a:lnTo>
                  <a:pt x="228564" y="40463"/>
                </a:lnTo>
                <a:lnTo>
                  <a:pt x="230532" y="38495"/>
                </a:lnTo>
                <a:lnTo>
                  <a:pt x="230532" y="40363"/>
                </a:lnTo>
                <a:close/>
                <a:moveTo>
                  <a:pt x="228230" y="39696"/>
                </a:moveTo>
                <a:lnTo>
                  <a:pt x="224995" y="39696"/>
                </a:lnTo>
                <a:lnTo>
                  <a:pt x="223327" y="38028"/>
                </a:lnTo>
                <a:lnTo>
                  <a:pt x="227363" y="38028"/>
                </a:lnTo>
                <a:lnTo>
                  <a:pt x="227530" y="38028"/>
                </a:lnTo>
                <a:lnTo>
                  <a:pt x="230532" y="35026"/>
                </a:lnTo>
                <a:lnTo>
                  <a:pt x="230532" y="37394"/>
                </a:lnTo>
                <a:close/>
                <a:moveTo>
                  <a:pt x="227229" y="37228"/>
                </a:moveTo>
                <a:lnTo>
                  <a:pt x="222526" y="37228"/>
                </a:lnTo>
                <a:lnTo>
                  <a:pt x="220992" y="35693"/>
                </a:lnTo>
                <a:lnTo>
                  <a:pt x="226429" y="35693"/>
                </a:lnTo>
                <a:lnTo>
                  <a:pt x="226596" y="35693"/>
                </a:lnTo>
                <a:lnTo>
                  <a:pt x="230532" y="31757"/>
                </a:lnTo>
                <a:lnTo>
                  <a:pt x="230532" y="33892"/>
                </a:lnTo>
                <a:close/>
                <a:moveTo>
                  <a:pt x="226596" y="25886"/>
                </a:moveTo>
                <a:lnTo>
                  <a:pt x="226429" y="25886"/>
                </a:lnTo>
                <a:lnTo>
                  <a:pt x="220992" y="25886"/>
                </a:lnTo>
                <a:lnTo>
                  <a:pt x="222526" y="24352"/>
                </a:lnTo>
                <a:lnTo>
                  <a:pt x="227229" y="24352"/>
                </a:lnTo>
                <a:lnTo>
                  <a:pt x="230532" y="27654"/>
                </a:lnTo>
                <a:lnTo>
                  <a:pt x="230532" y="29822"/>
                </a:lnTo>
                <a:close/>
                <a:moveTo>
                  <a:pt x="227530" y="23551"/>
                </a:moveTo>
                <a:lnTo>
                  <a:pt x="227396" y="23551"/>
                </a:lnTo>
                <a:lnTo>
                  <a:pt x="223327" y="23551"/>
                </a:lnTo>
                <a:lnTo>
                  <a:pt x="224995" y="21883"/>
                </a:lnTo>
                <a:lnTo>
                  <a:pt x="228230" y="21883"/>
                </a:lnTo>
                <a:lnTo>
                  <a:pt x="230532" y="24185"/>
                </a:lnTo>
                <a:lnTo>
                  <a:pt x="230532" y="26553"/>
                </a:lnTo>
                <a:close/>
                <a:moveTo>
                  <a:pt x="227330" y="13744"/>
                </a:moveTo>
                <a:lnTo>
                  <a:pt x="227330" y="12343"/>
                </a:lnTo>
                <a:lnTo>
                  <a:pt x="229965" y="15012"/>
                </a:lnTo>
                <a:lnTo>
                  <a:pt x="226229" y="15012"/>
                </a:lnTo>
                <a:lnTo>
                  <a:pt x="227196" y="14011"/>
                </a:lnTo>
                <a:close/>
                <a:moveTo>
                  <a:pt x="230532" y="20082"/>
                </a:moveTo>
                <a:lnTo>
                  <a:pt x="229431" y="18981"/>
                </a:lnTo>
                <a:lnTo>
                  <a:pt x="229264" y="18981"/>
                </a:lnTo>
                <a:lnTo>
                  <a:pt x="227897" y="18981"/>
                </a:lnTo>
                <a:lnTo>
                  <a:pt x="230532" y="16346"/>
                </a:lnTo>
                <a:close/>
                <a:moveTo>
                  <a:pt x="231332" y="16346"/>
                </a:moveTo>
                <a:lnTo>
                  <a:pt x="233968" y="18981"/>
                </a:lnTo>
                <a:lnTo>
                  <a:pt x="232567" y="18981"/>
                </a:lnTo>
                <a:lnTo>
                  <a:pt x="232300" y="19115"/>
                </a:lnTo>
                <a:lnTo>
                  <a:pt x="231332" y="20082"/>
                </a:lnTo>
                <a:lnTo>
                  <a:pt x="231332" y="16346"/>
                </a:lnTo>
                <a:close/>
                <a:moveTo>
                  <a:pt x="227897" y="11776"/>
                </a:moveTo>
                <a:lnTo>
                  <a:pt x="229431" y="11776"/>
                </a:lnTo>
                <a:lnTo>
                  <a:pt x="230532" y="10709"/>
                </a:lnTo>
                <a:lnTo>
                  <a:pt x="230532" y="14445"/>
                </a:lnTo>
                <a:close/>
                <a:moveTo>
                  <a:pt x="229965" y="15779"/>
                </a:moveTo>
                <a:lnTo>
                  <a:pt x="227330" y="18414"/>
                </a:lnTo>
                <a:lnTo>
                  <a:pt x="227330" y="16880"/>
                </a:lnTo>
                <a:lnTo>
                  <a:pt x="226229" y="15779"/>
                </a:lnTo>
                <a:close/>
                <a:moveTo>
                  <a:pt x="227096" y="19782"/>
                </a:moveTo>
                <a:lnTo>
                  <a:pt x="229097" y="19782"/>
                </a:lnTo>
                <a:lnTo>
                  <a:pt x="230532" y="21216"/>
                </a:lnTo>
                <a:lnTo>
                  <a:pt x="230532" y="23051"/>
                </a:lnTo>
                <a:lnTo>
                  <a:pt x="228564" y="21083"/>
                </a:lnTo>
                <a:lnTo>
                  <a:pt x="228397" y="21083"/>
                </a:lnTo>
                <a:lnTo>
                  <a:pt x="225795" y="21083"/>
                </a:lnTo>
                <a:close/>
                <a:moveTo>
                  <a:pt x="231332" y="21216"/>
                </a:moveTo>
                <a:lnTo>
                  <a:pt x="232733" y="19782"/>
                </a:lnTo>
                <a:lnTo>
                  <a:pt x="234768" y="19782"/>
                </a:lnTo>
                <a:lnTo>
                  <a:pt x="236069" y="21083"/>
                </a:lnTo>
                <a:lnTo>
                  <a:pt x="233300" y="21083"/>
                </a:lnTo>
                <a:lnTo>
                  <a:pt x="231332" y="23051"/>
                </a:lnTo>
                <a:lnTo>
                  <a:pt x="231332" y="21216"/>
                </a:lnTo>
                <a:close/>
                <a:moveTo>
                  <a:pt x="234535" y="18447"/>
                </a:moveTo>
                <a:lnTo>
                  <a:pt x="231899" y="15779"/>
                </a:lnTo>
                <a:lnTo>
                  <a:pt x="235635" y="15779"/>
                </a:lnTo>
                <a:lnTo>
                  <a:pt x="234535" y="16880"/>
                </a:lnTo>
                <a:close/>
                <a:moveTo>
                  <a:pt x="231332" y="14445"/>
                </a:moveTo>
                <a:lnTo>
                  <a:pt x="231332" y="10709"/>
                </a:lnTo>
                <a:lnTo>
                  <a:pt x="232300" y="11676"/>
                </a:lnTo>
                <a:lnTo>
                  <a:pt x="232567" y="11809"/>
                </a:lnTo>
                <a:lnTo>
                  <a:pt x="233968" y="11809"/>
                </a:lnTo>
                <a:close/>
                <a:moveTo>
                  <a:pt x="230532" y="9574"/>
                </a:moveTo>
                <a:lnTo>
                  <a:pt x="229097" y="11009"/>
                </a:lnTo>
                <a:lnTo>
                  <a:pt x="227096" y="11009"/>
                </a:lnTo>
                <a:lnTo>
                  <a:pt x="225762" y="9675"/>
                </a:lnTo>
                <a:lnTo>
                  <a:pt x="228564" y="9675"/>
                </a:lnTo>
                <a:lnTo>
                  <a:pt x="230532" y="7706"/>
                </a:lnTo>
                <a:close/>
                <a:moveTo>
                  <a:pt x="225128" y="15779"/>
                </a:moveTo>
                <a:lnTo>
                  <a:pt x="226529" y="17213"/>
                </a:lnTo>
                <a:lnTo>
                  <a:pt x="226529" y="19215"/>
                </a:lnTo>
                <a:lnTo>
                  <a:pt x="225228" y="20549"/>
                </a:lnTo>
                <a:lnTo>
                  <a:pt x="225228" y="17747"/>
                </a:lnTo>
                <a:lnTo>
                  <a:pt x="223260" y="15779"/>
                </a:lnTo>
                <a:close/>
                <a:moveTo>
                  <a:pt x="205848" y="17747"/>
                </a:moveTo>
                <a:lnTo>
                  <a:pt x="205848" y="20516"/>
                </a:lnTo>
                <a:lnTo>
                  <a:pt x="204513" y="19215"/>
                </a:lnTo>
                <a:lnTo>
                  <a:pt x="204513" y="17213"/>
                </a:lnTo>
                <a:lnTo>
                  <a:pt x="205948" y="15779"/>
                </a:lnTo>
                <a:lnTo>
                  <a:pt x="207816" y="15779"/>
                </a:lnTo>
                <a:close/>
                <a:moveTo>
                  <a:pt x="205948" y="15012"/>
                </a:moveTo>
                <a:lnTo>
                  <a:pt x="204513" y="13577"/>
                </a:lnTo>
                <a:lnTo>
                  <a:pt x="204513" y="11576"/>
                </a:lnTo>
                <a:lnTo>
                  <a:pt x="205848" y="10242"/>
                </a:lnTo>
                <a:lnTo>
                  <a:pt x="205848" y="13010"/>
                </a:lnTo>
                <a:lnTo>
                  <a:pt x="207816" y="14978"/>
                </a:lnTo>
                <a:lnTo>
                  <a:pt x="205948" y="14978"/>
                </a:lnTo>
                <a:close/>
                <a:moveTo>
                  <a:pt x="203979" y="11009"/>
                </a:moveTo>
                <a:lnTo>
                  <a:pt x="201945" y="11009"/>
                </a:lnTo>
                <a:lnTo>
                  <a:pt x="200544" y="9574"/>
                </a:lnTo>
                <a:lnTo>
                  <a:pt x="200544" y="7706"/>
                </a:lnTo>
                <a:lnTo>
                  <a:pt x="202512" y="9675"/>
                </a:lnTo>
                <a:lnTo>
                  <a:pt x="205280" y="9675"/>
                </a:lnTo>
                <a:close/>
                <a:moveTo>
                  <a:pt x="199743" y="9574"/>
                </a:moveTo>
                <a:lnTo>
                  <a:pt x="198309" y="11009"/>
                </a:lnTo>
                <a:lnTo>
                  <a:pt x="196307" y="11009"/>
                </a:lnTo>
                <a:lnTo>
                  <a:pt x="194973" y="9675"/>
                </a:lnTo>
                <a:lnTo>
                  <a:pt x="197775" y="9675"/>
                </a:lnTo>
                <a:lnTo>
                  <a:pt x="199743" y="7706"/>
                </a:lnTo>
                <a:lnTo>
                  <a:pt x="199743" y="9574"/>
                </a:lnTo>
                <a:close/>
                <a:moveTo>
                  <a:pt x="194339" y="15779"/>
                </a:moveTo>
                <a:lnTo>
                  <a:pt x="195740" y="17213"/>
                </a:lnTo>
                <a:lnTo>
                  <a:pt x="195740" y="19215"/>
                </a:lnTo>
                <a:lnTo>
                  <a:pt x="194439" y="20549"/>
                </a:lnTo>
                <a:lnTo>
                  <a:pt x="194439" y="17747"/>
                </a:lnTo>
                <a:lnTo>
                  <a:pt x="192471" y="15779"/>
                </a:lnTo>
                <a:close/>
                <a:moveTo>
                  <a:pt x="175059" y="17747"/>
                </a:moveTo>
                <a:lnTo>
                  <a:pt x="175059" y="20549"/>
                </a:lnTo>
                <a:lnTo>
                  <a:pt x="173725" y="19215"/>
                </a:lnTo>
                <a:lnTo>
                  <a:pt x="173725" y="17213"/>
                </a:lnTo>
                <a:lnTo>
                  <a:pt x="175159" y="15779"/>
                </a:lnTo>
                <a:lnTo>
                  <a:pt x="177027" y="15779"/>
                </a:lnTo>
                <a:close/>
                <a:moveTo>
                  <a:pt x="175159" y="15012"/>
                </a:moveTo>
                <a:lnTo>
                  <a:pt x="173725" y="13577"/>
                </a:lnTo>
                <a:lnTo>
                  <a:pt x="173725" y="11576"/>
                </a:lnTo>
                <a:lnTo>
                  <a:pt x="175059" y="10242"/>
                </a:lnTo>
                <a:lnTo>
                  <a:pt x="175059" y="13010"/>
                </a:lnTo>
                <a:lnTo>
                  <a:pt x="177027" y="14978"/>
                </a:lnTo>
                <a:lnTo>
                  <a:pt x="175159" y="14978"/>
                </a:lnTo>
                <a:close/>
                <a:moveTo>
                  <a:pt x="173191" y="11009"/>
                </a:moveTo>
                <a:lnTo>
                  <a:pt x="171156" y="11009"/>
                </a:lnTo>
                <a:lnTo>
                  <a:pt x="169755" y="9574"/>
                </a:lnTo>
                <a:lnTo>
                  <a:pt x="169755" y="7706"/>
                </a:lnTo>
                <a:lnTo>
                  <a:pt x="171723" y="9675"/>
                </a:lnTo>
                <a:lnTo>
                  <a:pt x="174492" y="9675"/>
                </a:lnTo>
                <a:close/>
                <a:moveTo>
                  <a:pt x="168954" y="9574"/>
                </a:moveTo>
                <a:lnTo>
                  <a:pt x="167520" y="11009"/>
                </a:lnTo>
                <a:lnTo>
                  <a:pt x="165519" y="11009"/>
                </a:lnTo>
                <a:lnTo>
                  <a:pt x="164184" y="9675"/>
                </a:lnTo>
                <a:lnTo>
                  <a:pt x="166986" y="9675"/>
                </a:lnTo>
                <a:lnTo>
                  <a:pt x="168954" y="7706"/>
                </a:lnTo>
                <a:close/>
                <a:moveTo>
                  <a:pt x="163517" y="15779"/>
                </a:moveTo>
                <a:lnTo>
                  <a:pt x="164952" y="17213"/>
                </a:lnTo>
                <a:lnTo>
                  <a:pt x="164952" y="19215"/>
                </a:lnTo>
                <a:lnTo>
                  <a:pt x="163651" y="20549"/>
                </a:lnTo>
                <a:lnTo>
                  <a:pt x="163651" y="17747"/>
                </a:lnTo>
                <a:lnTo>
                  <a:pt x="161649" y="15779"/>
                </a:lnTo>
                <a:close/>
                <a:moveTo>
                  <a:pt x="144270" y="17747"/>
                </a:moveTo>
                <a:lnTo>
                  <a:pt x="144270" y="20549"/>
                </a:lnTo>
                <a:lnTo>
                  <a:pt x="142936" y="19215"/>
                </a:lnTo>
                <a:lnTo>
                  <a:pt x="142936" y="17213"/>
                </a:lnTo>
                <a:lnTo>
                  <a:pt x="144370" y="15779"/>
                </a:lnTo>
                <a:lnTo>
                  <a:pt x="146238" y="15779"/>
                </a:lnTo>
                <a:close/>
                <a:moveTo>
                  <a:pt x="144370" y="15012"/>
                </a:moveTo>
                <a:lnTo>
                  <a:pt x="142936" y="13577"/>
                </a:lnTo>
                <a:lnTo>
                  <a:pt x="142936" y="11576"/>
                </a:lnTo>
                <a:lnTo>
                  <a:pt x="144270" y="10242"/>
                </a:lnTo>
                <a:lnTo>
                  <a:pt x="144270" y="13010"/>
                </a:lnTo>
                <a:lnTo>
                  <a:pt x="146238" y="14978"/>
                </a:lnTo>
                <a:lnTo>
                  <a:pt x="144370" y="14978"/>
                </a:lnTo>
                <a:close/>
                <a:moveTo>
                  <a:pt x="142369" y="11009"/>
                </a:moveTo>
                <a:lnTo>
                  <a:pt x="140367" y="11009"/>
                </a:lnTo>
                <a:lnTo>
                  <a:pt x="138933" y="9574"/>
                </a:lnTo>
                <a:lnTo>
                  <a:pt x="138933" y="7706"/>
                </a:lnTo>
                <a:lnTo>
                  <a:pt x="140901" y="9675"/>
                </a:lnTo>
                <a:lnTo>
                  <a:pt x="143703" y="9675"/>
                </a:lnTo>
                <a:close/>
                <a:moveTo>
                  <a:pt x="138166" y="9574"/>
                </a:moveTo>
                <a:lnTo>
                  <a:pt x="136731" y="11009"/>
                </a:lnTo>
                <a:lnTo>
                  <a:pt x="134730" y="11009"/>
                </a:lnTo>
                <a:lnTo>
                  <a:pt x="133396" y="9675"/>
                </a:lnTo>
                <a:lnTo>
                  <a:pt x="136198" y="9675"/>
                </a:lnTo>
                <a:lnTo>
                  <a:pt x="138166" y="7706"/>
                </a:lnTo>
                <a:close/>
                <a:moveTo>
                  <a:pt x="132729" y="15779"/>
                </a:moveTo>
                <a:lnTo>
                  <a:pt x="134163" y="17213"/>
                </a:lnTo>
                <a:lnTo>
                  <a:pt x="134163" y="19215"/>
                </a:lnTo>
                <a:lnTo>
                  <a:pt x="132862" y="20549"/>
                </a:lnTo>
                <a:lnTo>
                  <a:pt x="132862" y="17747"/>
                </a:lnTo>
                <a:lnTo>
                  <a:pt x="130894" y="15779"/>
                </a:lnTo>
                <a:close/>
                <a:moveTo>
                  <a:pt x="113482" y="17747"/>
                </a:moveTo>
                <a:lnTo>
                  <a:pt x="113482" y="20549"/>
                </a:lnTo>
                <a:lnTo>
                  <a:pt x="112147" y="19215"/>
                </a:lnTo>
                <a:lnTo>
                  <a:pt x="112147" y="17213"/>
                </a:lnTo>
                <a:lnTo>
                  <a:pt x="113582" y="15779"/>
                </a:lnTo>
                <a:lnTo>
                  <a:pt x="115450" y="15779"/>
                </a:lnTo>
                <a:close/>
                <a:moveTo>
                  <a:pt x="113582" y="15012"/>
                </a:moveTo>
                <a:lnTo>
                  <a:pt x="112147" y="13577"/>
                </a:lnTo>
                <a:lnTo>
                  <a:pt x="112147" y="11576"/>
                </a:lnTo>
                <a:lnTo>
                  <a:pt x="113482" y="10242"/>
                </a:lnTo>
                <a:lnTo>
                  <a:pt x="113482" y="13010"/>
                </a:lnTo>
                <a:lnTo>
                  <a:pt x="115450" y="14978"/>
                </a:lnTo>
                <a:lnTo>
                  <a:pt x="113582" y="14978"/>
                </a:lnTo>
                <a:close/>
                <a:moveTo>
                  <a:pt x="111580" y="11009"/>
                </a:moveTo>
                <a:lnTo>
                  <a:pt x="109579" y="11009"/>
                </a:lnTo>
                <a:lnTo>
                  <a:pt x="108144" y="9574"/>
                </a:lnTo>
                <a:lnTo>
                  <a:pt x="108144" y="7706"/>
                </a:lnTo>
                <a:lnTo>
                  <a:pt x="110112" y="9675"/>
                </a:lnTo>
                <a:lnTo>
                  <a:pt x="112914" y="9675"/>
                </a:lnTo>
                <a:close/>
                <a:moveTo>
                  <a:pt x="107377" y="9574"/>
                </a:moveTo>
                <a:lnTo>
                  <a:pt x="105943" y="11009"/>
                </a:lnTo>
                <a:lnTo>
                  <a:pt x="103941" y="11009"/>
                </a:lnTo>
                <a:lnTo>
                  <a:pt x="102607" y="9675"/>
                </a:lnTo>
                <a:lnTo>
                  <a:pt x="105409" y="9675"/>
                </a:lnTo>
                <a:lnTo>
                  <a:pt x="107377" y="7706"/>
                </a:lnTo>
                <a:close/>
                <a:moveTo>
                  <a:pt x="101940" y="15779"/>
                </a:moveTo>
                <a:lnTo>
                  <a:pt x="103374" y="17213"/>
                </a:lnTo>
                <a:lnTo>
                  <a:pt x="103374" y="19215"/>
                </a:lnTo>
                <a:lnTo>
                  <a:pt x="102040" y="20549"/>
                </a:lnTo>
                <a:lnTo>
                  <a:pt x="102040" y="17747"/>
                </a:lnTo>
                <a:lnTo>
                  <a:pt x="100072" y="15779"/>
                </a:lnTo>
                <a:lnTo>
                  <a:pt x="101940" y="15779"/>
                </a:lnTo>
                <a:close/>
                <a:moveTo>
                  <a:pt x="82660" y="17747"/>
                </a:moveTo>
                <a:lnTo>
                  <a:pt x="82660" y="20549"/>
                </a:lnTo>
                <a:lnTo>
                  <a:pt x="81359" y="19215"/>
                </a:lnTo>
                <a:lnTo>
                  <a:pt x="81359" y="17213"/>
                </a:lnTo>
                <a:lnTo>
                  <a:pt x="82793" y="15779"/>
                </a:lnTo>
                <a:lnTo>
                  <a:pt x="84628" y="15779"/>
                </a:lnTo>
                <a:close/>
                <a:moveTo>
                  <a:pt x="82793" y="15012"/>
                </a:moveTo>
                <a:lnTo>
                  <a:pt x="81359" y="13577"/>
                </a:lnTo>
                <a:lnTo>
                  <a:pt x="81359" y="11576"/>
                </a:lnTo>
                <a:lnTo>
                  <a:pt x="82660" y="10242"/>
                </a:lnTo>
                <a:lnTo>
                  <a:pt x="82660" y="13010"/>
                </a:lnTo>
                <a:lnTo>
                  <a:pt x="84628" y="14978"/>
                </a:lnTo>
                <a:lnTo>
                  <a:pt x="82793" y="14978"/>
                </a:lnTo>
                <a:close/>
                <a:moveTo>
                  <a:pt x="80792" y="11009"/>
                </a:moveTo>
                <a:lnTo>
                  <a:pt x="78790" y="11009"/>
                </a:lnTo>
                <a:lnTo>
                  <a:pt x="77356" y="9574"/>
                </a:lnTo>
                <a:lnTo>
                  <a:pt x="77356" y="7706"/>
                </a:lnTo>
                <a:lnTo>
                  <a:pt x="79324" y="9675"/>
                </a:lnTo>
                <a:lnTo>
                  <a:pt x="82126" y="9675"/>
                </a:lnTo>
                <a:close/>
                <a:moveTo>
                  <a:pt x="76589" y="9574"/>
                </a:moveTo>
                <a:lnTo>
                  <a:pt x="75154" y="11009"/>
                </a:lnTo>
                <a:lnTo>
                  <a:pt x="73153" y="11009"/>
                </a:lnTo>
                <a:lnTo>
                  <a:pt x="71818" y="9675"/>
                </a:lnTo>
                <a:lnTo>
                  <a:pt x="74620" y="9675"/>
                </a:lnTo>
                <a:lnTo>
                  <a:pt x="76589" y="7706"/>
                </a:lnTo>
                <a:close/>
                <a:moveTo>
                  <a:pt x="71151" y="15779"/>
                </a:moveTo>
                <a:lnTo>
                  <a:pt x="72586" y="17213"/>
                </a:lnTo>
                <a:lnTo>
                  <a:pt x="72586" y="19215"/>
                </a:lnTo>
                <a:lnTo>
                  <a:pt x="71251" y="20549"/>
                </a:lnTo>
                <a:lnTo>
                  <a:pt x="71251" y="17747"/>
                </a:lnTo>
                <a:lnTo>
                  <a:pt x="69283" y="15779"/>
                </a:lnTo>
                <a:lnTo>
                  <a:pt x="71151" y="15779"/>
                </a:lnTo>
                <a:close/>
                <a:moveTo>
                  <a:pt x="51871" y="17747"/>
                </a:moveTo>
                <a:lnTo>
                  <a:pt x="51871" y="20549"/>
                </a:lnTo>
                <a:lnTo>
                  <a:pt x="50570" y="19215"/>
                </a:lnTo>
                <a:lnTo>
                  <a:pt x="50570" y="17213"/>
                </a:lnTo>
                <a:lnTo>
                  <a:pt x="51971" y="15779"/>
                </a:lnTo>
                <a:lnTo>
                  <a:pt x="53839" y="15779"/>
                </a:lnTo>
                <a:close/>
                <a:moveTo>
                  <a:pt x="51971" y="15012"/>
                </a:moveTo>
                <a:lnTo>
                  <a:pt x="50570" y="13577"/>
                </a:lnTo>
                <a:lnTo>
                  <a:pt x="50570" y="11576"/>
                </a:lnTo>
                <a:lnTo>
                  <a:pt x="51871" y="10242"/>
                </a:lnTo>
                <a:lnTo>
                  <a:pt x="51871" y="13010"/>
                </a:lnTo>
                <a:lnTo>
                  <a:pt x="53839" y="14978"/>
                </a:lnTo>
                <a:lnTo>
                  <a:pt x="51971" y="14978"/>
                </a:lnTo>
                <a:close/>
                <a:moveTo>
                  <a:pt x="50003" y="11009"/>
                </a:moveTo>
                <a:lnTo>
                  <a:pt x="48001" y="11009"/>
                </a:lnTo>
                <a:lnTo>
                  <a:pt x="46567" y="9574"/>
                </a:lnTo>
                <a:lnTo>
                  <a:pt x="46567" y="7706"/>
                </a:lnTo>
                <a:lnTo>
                  <a:pt x="48535" y="9675"/>
                </a:lnTo>
                <a:lnTo>
                  <a:pt x="51337" y="9675"/>
                </a:lnTo>
                <a:close/>
                <a:moveTo>
                  <a:pt x="45767" y="9574"/>
                </a:moveTo>
                <a:lnTo>
                  <a:pt x="44366" y="11009"/>
                </a:lnTo>
                <a:lnTo>
                  <a:pt x="42364" y="11009"/>
                </a:lnTo>
                <a:lnTo>
                  <a:pt x="41030" y="9675"/>
                </a:lnTo>
                <a:lnTo>
                  <a:pt x="43798" y="9675"/>
                </a:lnTo>
                <a:lnTo>
                  <a:pt x="45767" y="7706"/>
                </a:lnTo>
                <a:close/>
                <a:moveTo>
                  <a:pt x="40363" y="15779"/>
                </a:moveTo>
                <a:lnTo>
                  <a:pt x="41797" y="17213"/>
                </a:lnTo>
                <a:lnTo>
                  <a:pt x="41797" y="19215"/>
                </a:lnTo>
                <a:lnTo>
                  <a:pt x="40463" y="20549"/>
                </a:lnTo>
                <a:lnTo>
                  <a:pt x="40463" y="17747"/>
                </a:lnTo>
                <a:lnTo>
                  <a:pt x="38495" y="15779"/>
                </a:lnTo>
                <a:lnTo>
                  <a:pt x="40363" y="15779"/>
                </a:lnTo>
                <a:close/>
                <a:moveTo>
                  <a:pt x="21082" y="17747"/>
                </a:moveTo>
                <a:lnTo>
                  <a:pt x="21082" y="20549"/>
                </a:lnTo>
                <a:lnTo>
                  <a:pt x="19781" y="19215"/>
                </a:lnTo>
                <a:lnTo>
                  <a:pt x="19781" y="17213"/>
                </a:lnTo>
                <a:lnTo>
                  <a:pt x="21182" y="15779"/>
                </a:lnTo>
                <a:lnTo>
                  <a:pt x="23050" y="15779"/>
                </a:lnTo>
                <a:close/>
                <a:moveTo>
                  <a:pt x="21182" y="15012"/>
                </a:moveTo>
                <a:lnTo>
                  <a:pt x="19781" y="13577"/>
                </a:lnTo>
                <a:lnTo>
                  <a:pt x="19781" y="11576"/>
                </a:lnTo>
                <a:lnTo>
                  <a:pt x="21082" y="10242"/>
                </a:lnTo>
                <a:lnTo>
                  <a:pt x="21082" y="13010"/>
                </a:lnTo>
                <a:lnTo>
                  <a:pt x="23050" y="14978"/>
                </a:lnTo>
                <a:lnTo>
                  <a:pt x="21182" y="14978"/>
                </a:lnTo>
                <a:close/>
                <a:moveTo>
                  <a:pt x="19214" y="11009"/>
                </a:moveTo>
                <a:lnTo>
                  <a:pt x="17213" y="11009"/>
                </a:lnTo>
                <a:lnTo>
                  <a:pt x="15778" y="9574"/>
                </a:lnTo>
                <a:lnTo>
                  <a:pt x="15778" y="7706"/>
                </a:lnTo>
                <a:lnTo>
                  <a:pt x="17747" y="9675"/>
                </a:lnTo>
                <a:lnTo>
                  <a:pt x="20515" y="9675"/>
                </a:lnTo>
                <a:close/>
                <a:moveTo>
                  <a:pt x="14978" y="9574"/>
                </a:moveTo>
                <a:lnTo>
                  <a:pt x="13577" y="11009"/>
                </a:lnTo>
                <a:lnTo>
                  <a:pt x="11542" y="11009"/>
                </a:lnTo>
                <a:lnTo>
                  <a:pt x="10241" y="9675"/>
                </a:lnTo>
                <a:lnTo>
                  <a:pt x="13010" y="9675"/>
                </a:lnTo>
                <a:lnTo>
                  <a:pt x="14978" y="7706"/>
                </a:lnTo>
                <a:lnTo>
                  <a:pt x="14978" y="9574"/>
                </a:lnTo>
                <a:close/>
                <a:moveTo>
                  <a:pt x="9574" y="15779"/>
                </a:moveTo>
                <a:lnTo>
                  <a:pt x="11008" y="17213"/>
                </a:lnTo>
                <a:lnTo>
                  <a:pt x="11008" y="19215"/>
                </a:lnTo>
                <a:lnTo>
                  <a:pt x="9674" y="20549"/>
                </a:lnTo>
                <a:lnTo>
                  <a:pt x="9674" y="17747"/>
                </a:lnTo>
                <a:lnTo>
                  <a:pt x="7706" y="15779"/>
                </a:lnTo>
                <a:lnTo>
                  <a:pt x="9574" y="15779"/>
                </a:lnTo>
                <a:close/>
                <a:moveTo>
                  <a:pt x="11542" y="19782"/>
                </a:moveTo>
                <a:lnTo>
                  <a:pt x="13577" y="19782"/>
                </a:lnTo>
                <a:lnTo>
                  <a:pt x="14978" y="21216"/>
                </a:lnTo>
                <a:lnTo>
                  <a:pt x="14978" y="23051"/>
                </a:lnTo>
                <a:lnTo>
                  <a:pt x="13010" y="21083"/>
                </a:lnTo>
                <a:lnTo>
                  <a:pt x="10241" y="21083"/>
                </a:lnTo>
                <a:close/>
                <a:moveTo>
                  <a:pt x="14978" y="37394"/>
                </a:moveTo>
                <a:lnTo>
                  <a:pt x="12710" y="39696"/>
                </a:lnTo>
                <a:lnTo>
                  <a:pt x="9441" y="39696"/>
                </a:lnTo>
                <a:lnTo>
                  <a:pt x="7773" y="37995"/>
                </a:lnTo>
                <a:lnTo>
                  <a:pt x="12009" y="37995"/>
                </a:lnTo>
                <a:lnTo>
                  <a:pt x="14978" y="35026"/>
                </a:lnTo>
                <a:lnTo>
                  <a:pt x="14978" y="37394"/>
                </a:lnTo>
                <a:close/>
                <a:moveTo>
                  <a:pt x="9674" y="41030"/>
                </a:moveTo>
                <a:lnTo>
                  <a:pt x="11008" y="42365"/>
                </a:lnTo>
                <a:lnTo>
                  <a:pt x="11008" y="44366"/>
                </a:lnTo>
                <a:lnTo>
                  <a:pt x="9574" y="45800"/>
                </a:lnTo>
                <a:lnTo>
                  <a:pt x="7706" y="45800"/>
                </a:lnTo>
                <a:lnTo>
                  <a:pt x="9674" y="43832"/>
                </a:lnTo>
                <a:close/>
                <a:moveTo>
                  <a:pt x="9574" y="46568"/>
                </a:moveTo>
                <a:lnTo>
                  <a:pt x="11008" y="48002"/>
                </a:lnTo>
                <a:lnTo>
                  <a:pt x="11008" y="50003"/>
                </a:lnTo>
                <a:lnTo>
                  <a:pt x="9674" y="51338"/>
                </a:lnTo>
                <a:lnTo>
                  <a:pt x="9674" y="48536"/>
                </a:lnTo>
                <a:lnTo>
                  <a:pt x="7706" y="46568"/>
                </a:lnTo>
                <a:lnTo>
                  <a:pt x="9574" y="46568"/>
                </a:lnTo>
                <a:close/>
                <a:moveTo>
                  <a:pt x="11542" y="50570"/>
                </a:moveTo>
                <a:lnTo>
                  <a:pt x="13577" y="50570"/>
                </a:lnTo>
                <a:lnTo>
                  <a:pt x="14978" y="52005"/>
                </a:lnTo>
                <a:lnTo>
                  <a:pt x="14978" y="53873"/>
                </a:lnTo>
                <a:lnTo>
                  <a:pt x="13010" y="51905"/>
                </a:lnTo>
                <a:lnTo>
                  <a:pt x="10241" y="51905"/>
                </a:lnTo>
                <a:close/>
                <a:moveTo>
                  <a:pt x="14978" y="68183"/>
                </a:moveTo>
                <a:lnTo>
                  <a:pt x="12710" y="70485"/>
                </a:lnTo>
                <a:lnTo>
                  <a:pt x="9441" y="70485"/>
                </a:lnTo>
                <a:lnTo>
                  <a:pt x="7773" y="68783"/>
                </a:lnTo>
                <a:lnTo>
                  <a:pt x="12009" y="68783"/>
                </a:lnTo>
                <a:lnTo>
                  <a:pt x="14978" y="65815"/>
                </a:lnTo>
                <a:lnTo>
                  <a:pt x="14978" y="68183"/>
                </a:lnTo>
                <a:close/>
                <a:moveTo>
                  <a:pt x="9674" y="71819"/>
                </a:moveTo>
                <a:lnTo>
                  <a:pt x="11008" y="73153"/>
                </a:lnTo>
                <a:lnTo>
                  <a:pt x="11008" y="75155"/>
                </a:lnTo>
                <a:lnTo>
                  <a:pt x="9574" y="76589"/>
                </a:lnTo>
                <a:lnTo>
                  <a:pt x="7706" y="76589"/>
                </a:lnTo>
                <a:lnTo>
                  <a:pt x="9674" y="74621"/>
                </a:lnTo>
                <a:close/>
                <a:moveTo>
                  <a:pt x="9574" y="77356"/>
                </a:moveTo>
                <a:lnTo>
                  <a:pt x="11008" y="78791"/>
                </a:lnTo>
                <a:lnTo>
                  <a:pt x="11008" y="80792"/>
                </a:lnTo>
                <a:lnTo>
                  <a:pt x="9674" y="82126"/>
                </a:lnTo>
                <a:lnTo>
                  <a:pt x="9674" y="79324"/>
                </a:lnTo>
                <a:lnTo>
                  <a:pt x="7706" y="77356"/>
                </a:lnTo>
                <a:close/>
                <a:moveTo>
                  <a:pt x="11542" y="81359"/>
                </a:moveTo>
                <a:lnTo>
                  <a:pt x="13577" y="81359"/>
                </a:lnTo>
                <a:lnTo>
                  <a:pt x="14978" y="82794"/>
                </a:lnTo>
                <a:lnTo>
                  <a:pt x="14978" y="84662"/>
                </a:lnTo>
                <a:lnTo>
                  <a:pt x="13010" y="82693"/>
                </a:lnTo>
                <a:lnTo>
                  <a:pt x="10241" y="82693"/>
                </a:lnTo>
                <a:close/>
                <a:moveTo>
                  <a:pt x="14978" y="98972"/>
                </a:moveTo>
                <a:lnTo>
                  <a:pt x="12710" y="101273"/>
                </a:lnTo>
                <a:lnTo>
                  <a:pt x="9441" y="101273"/>
                </a:lnTo>
                <a:lnTo>
                  <a:pt x="7773" y="99606"/>
                </a:lnTo>
                <a:lnTo>
                  <a:pt x="12009" y="99606"/>
                </a:lnTo>
                <a:lnTo>
                  <a:pt x="14978" y="96603"/>
                </a:lnTo>
                <a:lnTo>
                  <a:pt x="14978" y="98972"/>
                </a:lnTo>
                <a:close/>
                <a:moveTo>
                  <a:pt x="9674" y="102608"/>
                </a:moveTo>
                <a:lnTo>
                  <a:pt x="11008" y="103942"/>
                </a:lnTo>
                <a:lnTo>
                  <a:pt x="11008" y="105943"/>
                </a:lnTo>
                <a:lnTo>
                  <a:pt x="9574" y="107378"/>
                </a:lnTo>
                <a:lnTo>
                  <a:pt x="7706" y="107378"/>
                </a:lnTo>
                <a:lnTo>
                  <a:pt x="9674" y="105410"/>
                </a:lnTo>
                <a:close/>
                <a:moveTo>
                  <a:pt x="9574" y="108178"/>
                </a:moveTo>
                <a:lnTo>
                  <a:pt x="11008" y="109579"/>
                </a:lnTo>
                <a:lnTo>
                  <a:pt x="11008" y="111614"/>
                </a:lnTo>
                <a:lnTo>
                  <a:pt x="9674" y="112915"/>
                </a:lnTo>
                <a:lnTo>
                  <a:pt x="9674" y="110146"/>
                </a:lnTo>
                <a:lnTo>
                  <a:pt x="7706" y="108178"/>
                </a:lnTo>
                <a:close/>
                <a:moveTo>
                  <a:pt x="11542" y="112148"/>
                </a:moveTo>
                <a:lnTo>
                  <a:pt x="13577" y="112148"/>
                </a:lnTo>
                <a:lnTo>
                  <a:pt x="14978" y="113582"/>
                </a:lnTo>
                <a:lnTo>
                  <a:pt x="14978" y="115450"/>
                </a:lnTo>
                <a:lnTo>
                  <a:pt x="13010" y="113482"/>
                </a:lnTo>
                <a:lnTo>
                  <a:pt x="10241" y="113482"/>
                </a:lnTo>
                <a:close/>
                <a:moveTo>
                  <a:pt x="15778" y="113582"/>
                </a:moveTo>
                <a:lnTo>
                  <a:pt x="17213" y="112148"/>
                </a:lnTo>
                <a:lnTo>
                  <a:pt x="19214" y="112148"/>
                </a:lnTo>
                <a:lnTo>
                  <a:pt x="20515" y="113482"/>
                </a:lnTo>
                <a:lnTo>
                  <a:pt x="17747" y="113482"/>
                </a:lnTo>
                <a:lnTo>
                  <a:pt x="15778" y="115450"/>
                </a:lnTo>
                <a:close/>
                <a:moveTo>
                  <a:pt x="21182" y="107378"/>
                </a:moveTo>
                <a:lnTo>
                  <a:pt x="19781" y="105943"/>
                </a:lnTo>
                <a:lnTo>
                  <a:pt x="19781" y="103942"/>
                </a:lnTo>
                <a:lnTo>
                  <a:pt x="21082" y="102608"/>
                </a:lnTo>
                <a:lnTo>
                  <a:pt x="21082" y="105410"/>
                </a:lnTo>
                <a:lnTo>
                  <a:pt x="23050" y="107378"/>
                </a:lnTo>
                <a:close/>
                <a:moveTo>
                  <a:pt x="40463" y="105410"/>
                </a:moveTo>
                <a:lnTo>
                  <a:pt x="40463" y="102608"/>
                </a:lnTo>
                <a:lnTo>
                  <a:pt x="41797" y="103942"/>
                </a:lnTo>
                <a:lnTo>
                  <a:pt x="41797" y="105943"/>
                </a:lnTo>
                <a:lnTo>
                  <a:pt x="40363" y="107378"/>
                </a:lnTo>
                <a:lnTo>
                  <a:pt x="38495" y="107378"/>
                </a:lnTo>
                <a:close/>
                <a:moveTo>
                  <a:pt x="40363" y="108178"/>
                </a:moveTo>
                <a:lnTo>
                  <a:pt x="41797" y="109579"/>
                </a:lnTo>
                <a:lnTo>
                  <a:pt x="41797" y="111614"/>
                </a:lnTo>
                <a:lnTo>
                  <a:pt x="40463" y="112915"/>
                </a:lnTo>
                <a:lnTo>
                  <a:pt x="40463" y="110146"/>
                </a:lnTo>
                <a:lnTo>
                  <a:pt x="38495" y="108178"/>
                </a:lnTo>
                <a:close/>
                <a:moveTo>
                  <a:pt x="42364" y="112148"/>
                </a:moveTo>
                <a:lnTo>
                  <a:pt x="44366" y="112148"/>
                </a:lnTo>
                <a:lnTo>
                  <a:pt x="45767" y="113582"/>
                </a:lnTo>
                <a:lnTo>
                  <a:pt x="45767" y="115450"/>
                </a:lnTo>
                <a:lnTo>
                  <a:pt x="43798" y="113482"/>
                </a:lnTo>
                <a:lnTo>
                  <a:pt x="41030" y="113482"/>
                </a:lnTo>
                <a:close/>
                <a:moveTo>
                  <a:pt x="46567" y="113582"/>
                </a:moveTo>
                <a:lnTo>
                  <a:pt x="48001" y="112148"/>
                </a:lnTo>
                <a:lnTo>
                  <a:pt x="50003" y="112148"/>
                </a:lnTo>
                <a:lnTo>
                  <a:pt x="51337" y="113482"/>
                </a:lnTo>
                <a:lnTo>
                  <a:pt x="48535" y="113482"/>
                </a:lnTo>
                <a:lnTo>
                  <a:pt x="46567" y="115450"/>
                </a:lnTo>
                <a:close/>
                <a:moveTo>
                  <a:pt x="51971" y="107378"/>
                </a:moveTo>
                <a:lnTo>
                  <a:pt x="50570" y="105943"/>
                </a:lnTo>
                <a:lnTo>
                  <a:pt x="50570" y="103942"/>
                </a:lnTo>
                <a:lnTo>
                  <a:pt x="51871" y="102608"/>
                </a:lnTo>
                <a:lnTo>
                  <a:pt x="51871" y="105410"/>
                </a:lnTo>
                <a:lnTo>
                  <a:pt x="53839" y="107378"/>
                </a:lnTo>
                <a:lnTo>
                  <a:pt x="51971" y="107378"/>
                </a:lnTo>
                <a:close/>
                <a:moveTo>
                  <a:pt x="71251" y="105410"/>
                </a:moveTo>
                <a:lnTo>
                  <a:pt x="71251" y="102608"/>
                </a:lnTo>
                <a:lnTo>
                  <a:pt x="72586" y="103942"/>
                </a:lnTo>
                <a:lnTo>
                  <a:pt x="72586" y="105943"/>
                </a:lnTo>
                <a:lnTo>
                  <a:pt x="71151" y="107378"/>
                </a:lnTo>
                <a:lnTo>
                  <a:pt x="69283" y="107378"/>
                </a:lnTo>
                <a:close/>
                <a:moveTo>
                  <a:pt x="71151" y="108178"/>
                </a:moveTo>
                <a:lnTo>
                  <a:pt x="72586" y="109579"/>
                </a:lnTo>
                <a:lnTo>
                  <a:pt x="72586" y="111614"/>
                </a:lnTo>
                <a:lnTo>
                  <a:pt x="71251" y="112915"/>
                </a:lnTo>
                <a:lnTo>
                  <a:pt x="71251" y="110146"/>
                </a:lnTo>
                <a:lnTo>
                  <a:pt x="69283" y="108178"/>
                </a:lnTo>
                <a:close/>
                <a:moveTo>
                  <a:pt x="73153" y="112148"/>
                </a:moveTo>
                <a:lnTo>
                  <a:pt x="75154" y="112148"/>
                </a:lnTo>
                <a:lnTo>
                  <a:pt x="76555" y="113582"/>
                </a:lnTo>
                <a:lnTo>
                  <a:pt x="76555" y="115450"/>
                </a:lnTo>
                <a:lnTo>
                  <a:pt x="74587" y="113482"/>
                </a:lnTo>
                <a:lnTo>
                  <a:pt x="71818" y="113482"/>
                </a:lnTo>
                <a:close/>
                <a:moveTo>
                  <a:pt x="77356" y="113582"/>
                </a:moveTo>
                <a:lnTo>
                  <a:pt x="78790" y="112148"/>
                </a:lnTo>
                <a:lnTo>
                  <a:pt x="80792" y="112148"/>
                </a:lnTo>
                <a:lnTo>
                  <a:pt x="82126" y="113482"/>
                </a:lnTo>
                <a:lnTo>
                  <a:pt x="79324" y="113482"/>
                </a:lnTo>
                <a:lnTo>
                  <a:pt x="77356" y="115450"/>
                </a:lnTo>
                <a:close/>
                <a:moveTo>
                  <a:pt x="82793" y="107378"/>
                </a:moveTo>
                <a:lnTo>
                  <a:pt x="81359" y="105943"/>
                </a:lnTo>
                <a:lnTo>
                  <a:pt x="81359" y="103942"/>
                </a:lnTo>
                <a:lnTo>
                  <a:pt x="82660" y="102608"/>
                </a:lnTo>
                <a:lnTo>
                  <a:pt x="82660" y="105410"/>
                </a:lnTo>
                <a:lnTo>
                  <a:pt x="84628" y="107378"/>
                </a:lnTo>
                <a:close/>
                <a:moveTo>
                  <a:pt x="102040" y="105410"/>
                </a:moveTo>
                <a:lnTo>
                  <a:pt x="102040" y="102608"/>
                </a:lnTo>
                <a:lnTo>
                  <a:pt x="103374" y="103942"/>
                </a:lnTo>
                <a:lnTo>
                  <a:pt x="103374" y="105943"/>
                </a:lnTo>
                <a:lnTo>
                  <a:pt x="101940" y="107378"/>
                </a:lnTo>
                <a:lnTo>
                  <a:pt x="100072" y="107378"/>
                </a:lnTo>
                <a:close/>
                <a:moveTo>
                  <a:pt x="101940" y="108178"/>
                </a:moveTo>
                <a:lnTo>
                  <a:pt x="103374" y="109579"/>
                </a:lnTo>
                <a:lnTo>
                  <a:pt x="103374" y="111614"/>
                </a:lnTo>
                <a:lnTo>
                  <a:pt x="102040" y="112915"/>
                </a:lnTo>
                <a:lnTo>
                  <a:pt x="102040" y="110146"/>
                </a:lnTo>
                <a:lnTo>
                  <a:pt x="100072" y="108178"/>
                </a:lnTo>
                <a:close/>
                <a:moveTo>
                  <a:pt x="103941" y="112148"/>
                </a:moveTo>
                <a:lnTo>
                  <a:pt x="105943" y="112148"/>
                </a:lnTo>
                <a:lnTo>
                  <a:pt x="107344" y="113582"/>
                </a:lnTo>
                <a:lnTo>
                  <a:pt x="107344" y="115450"/>
                </a:lnTo>
                <a:lnTo>
                  <a:pt x="105376" y="113482"/>
                </a:lnTo>
                <a:lnTo>
                  <a:pt x="102607" y="113482"/>
                </a:lnTo>
                <a:close/>
                <a:moveTo>
                  <a:pt x="108144" y="113582"/>
                </a:moveTo>
                <a:lnTo>
                  <a:pt x="109579" y="112148"/>
                </a:lnTo>
                <a:lnTo>
                  <a:pt x="111580" y="112148"/>
                </a:lnTo>
                <a:lnTo>
                  <a:pt x="112914" y="113482"/>
                </a:lnTo>
                <a:lnTo>
                  <a:pt x="110112" y="113482"/>
                </a:lnTo>
                <a:lnTo>
                  <a:pt x="108144" y="115450"/>
                </a:lnTo>
                <a:close/>
                <a:moveTo>
                  <a:pt x="113582" y="107378"/>
                </a:moveTo>
                <a:lnTo>
                  <a:pt x="112147" y="105943"/>
                </a:lnTo>
                <a:lnTo>
                  <a:pt x="112147" y="103942"/>
                </a:lnTo>
                <a:lnTo>
                  <a:pt x="113482" y="102608"/>
                </a:lnTo>
                <a:lnTo>
                  <a:pt x="113482" y="105410"/>
                </a:lnTo>
                <a:lnTo>
                  <a:pt x="115450" y="107378"/>
                </a:lnTo>
                <a:lnTo>
                  <a:pt x="113582" y="107378"/>
                </a:lnTo>
                <a:close/>
                <a:moveTo>
                  <a:pt x="132862" y="105410"/>
                </a:moveTo>
                <a:lnTo>
                  <a:pt x="132862" y="102608"/>
                </a:lnTo>
                <a:lnTo>
                  <a:pt x="134163" y="103942"/>
                </a:lnTo>
                <a:lnTo>
                  <a:pt x="134163" y="105943"/>
                </a:lnTo>
                <a:lnTo>
                  <a:pt x="132729" y="107378"/>
                </a:lnTo>
                <a:lnTo>
                  <a:pt x="130894" y="107378"/>
                </a:lnTo>
                <a:close/>
                <a:moveTo>
                  <a:pt x="132729" y="108178"/>
                </a:moveTo>
                <a:lnTo>
                  <a:pt x="134163" y="109579"/>
                </a:lnTo>
                <a:lnTo>
                  <a:pt x="134163" y="111614"/>
                </a:lnTo>
                <a:lnTo>
                  <a:pt x="132862" y="112915"/>
                </a:lnTo>
                <a:lnTo>
                  <a:pt x="132862" y="110146"/>
                </a:lnTo>
                <a:lnTo>
                  <a:pt x="130894" y="108178"/>
                </a:lnTo>
                <a:close/>
                <a:moveTo>
                  <a:pt x="134730" y="112148"/>
                </a:moveTo>
                <a:lnTo>
                  <a:pt x="136731" y="112148"/>
                </a:lnTo>
                <a:lnTo>
                  <a:pt x="138166" y="113582"/>
                </a:lnTo>
                <a:lnTo>
                  <a:pt x="138166" y="115450"/>
                </a:lnTo>
                <a:lnTo>
                  <a:pt x="136198" y="113482"/>
                </a:lnTo>
                <a:lnTo>
                  <a:pt x="133396" y="113482"/>
                </a:lnTo>
                <a:close/>
                <a:moveTo>
                  <a:pt x="138933" y="113582"/>
                </a:moveTo>
                <a:lnTo>
                  <a:pt x="140367" y="112148"/>
                </a:lnTo>
                <a:lnTo>
                  <a:pt x="142369" y="112148"/>
                </a:lnTo>
                <a:lnTo>
                  <a:pt x="143703" y="113482"/>
                </a:lnTo>
                <a:lnTo>
                  <a:pt x="140901" y="113482"/>
                </a:lnTo>
                <a:lnTo>
                  <a:pt x="138933" y="115450"/>
                </a:lnTo>
                <a:close/>
                <a:moveTo>
                  <a:pt x="144370" y="107378"/>
                </a:moveTo>
                <a:lnTo>
                  <a:pt x="142936" y="105943"/>
                </a:lnTo>
                <a:lnTo>
                  <a:pt x="142936" y="103942"/>
                </a:lnTo>
                <a:lnTo>
                  <a:pt x="144270" y="102608"/>
                </a:lnTo>
                <a:lnTo>
                  <a:pt x="144270" y="105410"/>
                </a:lnTo>
                <a:lnTo>
                  <a:pt x="146238" y="107378"/>
                </a:lnTo>
                <a:lnTo>
                  <a:pt x="144370" y="107378"/>
                </a:lnTo>
                <a:close/>
                <a:moveTo>
                  <a:pt x="163651" y="105410"/>
                </a:moveTo>
                <a:lnTo>
                  <a:pt x="163651" y="102608"/>
                </a:lnTo>
                <a:lnTo>
                  <a:pt x="164952" y="103942"/>
                </a:lnTo>
                <a:lnTo>
                  <a:pt x="164952" y="105943"/>
                </a:lnTo>
                <a:lnTo>
                  <a:pt x="163551" y="107378"/>
                </a:lnTo>
                <a:lnTo>
                  <a:pt x="161683" y="107378"/>
                </a:lnTo>
                <a:close/>
                <a:moveTo>
                  <a:pt x="163551" y="108178"/>
                </a:moveTo>
                <a:lnTo>
                  <a:pt x="164952" y="109579"/>
                </a:lnTo>
                <a:lnTo>
                  <a:pt x="164952" y="111614"/>
                </a:lnTo>
                <a:lnTo>
                  <a:pt x="163651" y="112915"/>
                </a:lnTo>
                <a:lnTo>
                  <a:pt x="163651" y="110146"/>
                </a:lnTo>
                <a:lnTo>
                  <a:pt x="161683" y="108178"/>
                </a:lnTo>
                <a:close/>
                <a:moveTo>
                  <a:pt x="165519" y="112148"/>
                </a:moveTo>
                <a:lnTo>
                  <a:pt x="167520" y="112148"/>
                </a:lnTo>
                <a:lnTo>
                  <a:pt x="168954" y="113582"/>
                </a:lnTo>
                <a:lnTo>
                  <a:pt x="168954" y="115450"/>
                </a:lnTo>
                <a:lnTo>
                  <a:pt x="166986" y="113482"/>
                </a:lnTo>
                <a:lnTo>
                  <a:pt x="164184" y="113482"/>
                </a:lnTo>
                <a:close/>
                <a:moveTo>
                  <a:pt x="169755" y="113582"/>
                </a:moveTo>
                <a:lnTo>
                  <a:pt x="171156" y="112148"/>
                </a:lnTo>
                <a:lnTo>
                  <a:pt x="173157" y="112148"/>
                </a:lnTo>
                <a:lnTo>
                  <a:pt x="174492" y="113482"/>
                </a:lnTo>
                <a:lnTo>
                  <a:pt x="171723" y="113482"/>
                </a:lnTo>
                <a:lnTo>
                  <a:pt x="169755" y="115450"/>
                </a:lnTo>
                <a:close/>
                <a:moveTo>
                  <a:pt x="175159" y="107378"/>
                </a:moveTo>
                <a:lnTo>
                  <a:pt x="173725" y="105943"/>
                </a:lnTo>
                <a:lnTo>
                  <a:pt x="173725" y="103942"/>
                </a:lnTo>
                <a:lnTo>
                  <a:pt x="175059" y="102608"/>
                </a:lnTo>
                <a:lnTo>
                  <a:pt x="175059" y="105410"/>
                </a:lnTo>
                <a:lnTo>
                  <a:pt x="177027" y="107378"/>
                </a:lnTo>
                <a:lnTo>
                  <a:pt x="175159" y="107378"/>
                </a:lnTo>
                <a:close/>
                <a:moveTo>
                  <a:pt x="194439" y="105410"/>
                </a:moveTo>
                <a:lnTo>
                  <a:pt x="194439" y="102608"/>
                </a:lnTo>
                <a:lnTo>
                  <a:pt x="195740" y="103942"/>
                </a:lnTo>
                <a:lnTo>
                  <a:pt x="195740" y="105943"/>
                </a:lnTo>
                <a:lnTo>
                  <a:pt x="194339" y="107378"/>
                </a:lnTo>
                <a:lnTo>
                  <a:pt x="192471" y="107378"/>
                </a:lnTo>
                <a:close/>
                <a:moveTo>
                  <a:pt x="194339" y="108178"/>
                </a:moveTo>
                <a:lnTo>
                  <a:pt x="195740" y="109579"/>
                </a:lnTo>
                <a:lnTo>
                  <a:pt x="195740" y="111614"/>
                </a:lnTo>
                <a:lnTo>
                  <a:pt x="194439" y="112915"/>
                </a:lnTo>
                <a:lnTo>
                  <a:pt x="194439" y="110146"/>
                </a:lnTo>
                <a:lnTo>
                  <a:pt x="192471" y="108178"/>
                </a:lnTo>
                <a:close/>
                <a:moveTo>
                  <a:pt x="196307" y="112148"/>
                </a:moveTo>
                <a:lnTo>
                  <a:pt x="198309" y="112148"/>
                </a:lnTo>
                <a:lnTo>
                  <a:pt x="199743" y="113582"/>
                </a:lnTo>
                <a:lnTo>
                  <a:pt x="199743" y="115450"/>
                </a:lnTo>
                <a:lnTo>
                  <a:pt x="197775" y="113482"/>
                </a:lnTo>
                <a:lnTo>
                  <a:pt x="195006" y="113482"/>
                </a:lnTo>
                <a:close/>
                <a:moveTo>
                  <a:pt x="200544" y="113582"/>
                </a:moveTo>
                <a:lnTo>
                  <a:pt x="201945" y="112148"/>
                </a:lnTo>
                <a:lnTo>
                  <a:pt x="203979" y="112148"/>
                </a:lnTo>
                <a:lnTo>
                  <a:pt x="205280" y="113482"/>
                </a:lnTo>
                <a:lnTo>
                  <a:pt x="202512" y="113482"/>
                </a:lnTo>
                <a:lnTo>
                  <a:pt x="200544" y="115450"/>
                </a:lnTo>
                <a:close/>
                <a:moveTo>
                  <a:pt x="205948" y="107378"/>
                </a:moveTo>
                <a:lnTo>
                  <a:pt x="204513" y="105943"/>
                </a:lnTo>
                <a:lnTo>
                  <a:pt x="204513" y="103942"/>
                </a:lnTo>
                <a:lnTo>
                  <a:pt x="205848" y="102608"/>
                </a:lnTo>
                <a:lnTo>
                  <a:pt x="205848" y="105410"/>
                </a:lnTo>
                <a:lnTo>
                  <a:pt x="207816" y="107378"/>
                </a:lnTo>
                <a:close/>
                <a:moveTo>
                  <a:pt x="225228" y="105410"/>
                </a:moveTo>
                <a:lnTo>
                  <a:pt x="225228" y="102608"/>
                </a:lnTo>
                <a:lnTo>
                  <a:pt x="226529" y="103942"/>
                </a:lnTo>
                <a:lnTo>
                  <a:pt x="226529" y="105943"/>
                </a:lnTo>
                <a:lnTo>
                  <a:pt x="225128" y="107378"/>
                </a:lnTo>
                <a:lnTo>
                  <a:pt x="223260" y="107378"/>
                </a:lnTo>
                <a:close/>
                <a:moveTo>
                  <a:pt x="225128" y="108178"/>
                </a:moveTo>
                <a:lnTo>
                  <a:pt x="226529" y="109579"/>
                </a:lnTo>
                <a:lnTo>
                  <a:pt x="226529" y="111614"/>
                </a:lnTo>
                <a:lnTo>
                  <a:pt x="225228" y="112915"/>
                </a:lnTo>
                <a:lnTo>
                  <a:pt x="225228" y="110146"/>
                </a:lnTo>
                <a:lnTo>
                  <a:pt x="223260" y="108178"/>
                </a:lnTo>
                <a:close/>
                <a:moveTo>
                  <a:pt x="227096" y="112148"/>
                </a:moveTo>
                <a:lnTo>
                  <a:pt x="229097" y="112148"/>
                </a:lnTo>
                <a:lnTo>
                  <a:pt x="230532" y="113582"/>
                </a:lnTo>
                <a:lnTo>
                  <a:pt x="230532" y="115450"/>
                </a:lnTo>
                <a:lnTo>
                  <a:pt x="228564" y="113482"/>
                </a:lnTo>
                <a:lnTo>
                  <a:pt x="225762" y="113482"/>
                </a:lnTo>
                <a:close/>
                <a:moveTo>
                  <a:pt x="231332" y="113582"/>
                </a:moveTo>
                <a:lnTo>
                  <a:pt x="232733" y="112148"/>
                </a:lnTo>
                <a:lnTo>
                  <a:pt x="234768" y="112148"/>
                </a:lnTo>
                <a:lnTo>
                  <a:pt x="236069" y="113482"/>
                </a:lnTo>
                <a:lnTo>
                  <a:pt x="233300" y="113482"/>
                </a:lnTo>
                <a:lnTo>
                  <a:pt x="231332" y="115450"/>
                </a:lnTo>
                <a:lnTo>
                  <a:pt x="231332" y="113582"/>
                </a:lnTo>
                <a:close/>
                <a:moveTo>
                  <a:pt x="236736" y="107378"/>
                </a:moveTo>
                <a:lnTo>
                  <a:pt x="235302" y="105943"/>
                </a:lnTo>
                <a:lnTo>
                  <a:pt x="235302" y="103942"/>
                </a:lnTo>
                <a:lnTo>
                  <a:pt x="236636" y="102608"/>
                </a:lnTo>
                <a:lnTo>
                  <a:pt x="236636" y="105410"/>
                </a:lnTo>
                <a:lnTo>
                  <a:pt x="238604" y="107378"/>
                </a:lnTo>
                <a:lnTo>
                  <a:pt x="236736" y="107378"/>
                </a:lnTo>
                <a:close/>
                <a:moveTo>
                  <a:pt x="234768" y="103375"/>
                </a:moveTo>
                <a:lnTo>
                  <a:pt x="232733" y="103375"/>
                </a:lnTo>
                <a:lnTo>
                  <a:pt x="231332" y="101941"/>
                </a:lnTo>
                <a:lnTo>
                  <a:pt x="231332" y="100106"/>
                </a:lnTo>
                <a:lnTo>
                  <a:pt x="233300" y="102074"/>
                </a:lnTo>
                <a:lnTo>
                  <a:pt x="236069" y="102074"/>
                </a:lnTo>
                <a:close/>
                <a:moveTo>
                  <a:pt x="231332" y="85762"/>
                </a:moveTo>
                <a:lnTo>
                  <a:pt x="233601" y="83461"/>
                </a:lnTo>
                <a:lnTo>
                  <a:pt x="236870" y="83461"/>
                </a:lnTo>
                <a:lnTo>
                  <a:pt x="238538" y="85162"/>
                </a:lnTo>
                <a:lnTo>
                  <a:pt x="234301" y="85162"/>
                </a:lnTo>
                <a:lnTo>
                  <a:pt x="231332" y="88131"/>
                </a:lnTo>
                <a:close/>
                <a:moveTo>
                  <a:pt x="236636" y="82126"/>
                </a:moveTo>
                <a:lnTo>
                  <a:pt x="235302" y="80792"/>
                </a:lnTo>
                <a:lnTo>
                  <a:pt x="235302" y="78791"/>
                </a:lnTo>
                <a:lnTo>
                  <a:pt x="236736" y="77356"/>
                </a:lnTo>
                <a:lnTo>
                  <a:pt x="238604" y="77356"/>
                </a:lnTo>
                <a:lnTo>
                  <a:pt x="236636" y="79324"/>
                </a:lnTo>
                <a:close/>
                <a:moveTo>
                  <a:pt x="236736" y="76589"/>
                </a:moveTo>
                <a:lnTo>
                  <a:pt x="235302" y="75155"/>
                </a:lnTo>
                <a:lnTo>
                  <a:pt x="235302" y="73153"/>
                </a:lnTo>
                <a:lnTo>
                  <a:pt x="236636" y="71819"/>
                </a:lnTo>
                <a:lnTo>
                  <a:pt x="236636" y="74621"/>
                </a:lnTo>
                <a:lnTo>
                  <a:pt x="238604" y="76589"/>
                </a:lnTo>
                <a:close/>
                <a:moveTo>
                  <a:pt x="234768" y="72586"/>
                </a:moveTo>
                <a:lnTo>
                  <a:pt x="232733" y="72586"/>
                </a:lnTo>
                <a:lnTo>
                  <a:pt x="231332" y="71152"/>
                </a:lnTo>
                <a:lnTo>
                  <a:pt x="231332" y="69317"/>
                </a:lnTo>
                <a:lnTo>
                  <a:pt x="233300" y="71285"/>
                </a:lnTo>
                <a:lnTo>
                  <a:pt x="236069" y="71285"/>
                </a:lnTo>
                <a:close/>
                <a:moveTo>
                  <a:pt x="231332" y="54974"/>
                </a:moveTo>
                <a:lnTo>
                  <a:pt x="233601" y="52672"/>
                </a:lnTo>
                <a:lnTo>
                  <a:pt x="236870" y="52672"/>
                </a:lnTo>
                <a:lnTo>
                  <a:pt x="238538" y="54373"/>
                </a:lnTo>
                <a:lnTo>
                  <a:pt x="234301" y="54373"/>
                </a:lnTo>
                <a:lnTo>
                  <a:pt x="231332" y="57342"/>
                </a:lnTo>
                <a:close/>
                <a:moveTo>
                  <a:pt x="236636" y="51338"/>
                </a:moveTo>
                <a:lnTo>
                  <a:pt x="235302" y="50003"/>
                </a:lnTo>
                <a:lnTo>
                  <a:pt x="235302" y="48002"/>
                </a:lnTo>
                <a:lnTo>
                  <a:pt x="236736" y="46568"/>
                </a:lnTo>
                <a:lnTo>
                  <a:pt x="238604" y="46568"/>
                </a:lnTo>
                <a:lnTo>
                  <a:pt x="236636" y="48536"/>
                </a:lnTo>
                <a:close/>
                <a:moveTo>
                  <a:pt x="236736" y="45800"/>
                </a:moveTo>
                <a:lnTo>
                  <a:pt x="235302" y="44366"/>
                </a:lnTo>
                <a:lnTo>
                  <a:pt x="235302" y="42365"/>
                </a:lnTo>
                <a:lnTo>
                  <a:pt x="236636" y="41030"/>
                </a:lnTo>
                <a:lnTo>
                  <a:pt x="236636" y="43832"/>
                </a:lnTo>
                <a:lnTo>
                  <a:pt x="238604" y="45800"/>
                </a:lnTo>
                <a:lnTo>
                  <a:pt x="236736" y="45800"/>
                </a:lnTo>
                <a:close/>
                <a:moveTo>
                  <a:pt x="234768" y="41797"/>
                </a:moveTo>
                <a:lnTo>
                  <a:pt x="232733" y="41797"/>
                </a:lnTo>
                <a:lnTo>
                  <a:pt x="231332" y="40363"/>
                </a:lnTo>
                <a:lnTo>
                  <a:pt x="231332" y="38495"/>
                </a:lnTo>
                <a:lnTo>
                  <a:pt x="233300" y="40463"/>
                </a:lnTo>
                <a:lnTo>
                  <a:pt x="236069" y="40463"/>
                </a:lnTo>
                <a:close/>
                <a:moveTo>
                  <a:pt x="231332" y="24185"/>
                </a:moveTo>
                <a:lnTo>
                  <a:pt x="233601" y="21883"/>
                </a:lnTo>
                <a:lnTo>
                  <a:pt x="236870" y="21883"/>
                </a:lnTo>
                <a:lnTo>
                  <a:pt x="238538" y="23551"/>
                </a:lnTo>
                <a:lnTo>
                  <a:pt x="234301" y="23551"/>
                </a:lnTo>
                <a:lnTo>
                  <a:pt x="231332" y="26553"/>
                </a:lnTo>
                <a:close/>
                <a:moveTo>
                  <a:pt x="236636" y="20549"/>
                </a:moveTo>
                <a:lnTo>
                  <a:pt x="235302" y="19215"/>
                </a:lnTo>
                <a:lnTo>
                  <a:pt x="235302" y="17213"/>
                </a:lnTo>
                <a:lnTo>
                  <a:pt x="236736" y="15779"/>
                </a:lnTo>
                <a:lnTo>
                  <a:pt x="238604" y="15779"/>
                </a:lnTo>
                <a:lnTo>
                  <a:pt x="236636" y="17747"/>
                </a:lnTo>
                <a:close/>
                <a:moveTo>
                  <a:pt x="236736" y="15012"/>
                </a:moveTo>
                <a:lnTo>
                  <a:pt x="235302" y="13577"/>
                </a:lnTo>
                <a:lnTo>
                  <a:pt x="235302" y="11576"/>
                </a:lnTo>
                <a:lnTo>
                  <a:pt x="236636" y="10242"/>
                </a:lnTo>
                <a:lnTo>
                  <a:pt x="236636" y="13010"/>
                </a:lnTo>
                <a:lnTo>
                  <a:pt x="238604" y="14978"/>
                </a:lnTo>
                <a:lnTo>
                  <a:pt x="236736" y="14978"/>
                </a:lnTo>
                <a:close/>
                <a:moveTo>
                  <a:pt x="234768" y="11009"/>
                </a:moveTo>
                <a:lnTo>
                  <a:pt x="232733" y="11009"/>
                </a:lnTo>
                <a:lnTo>
                  <a:pt x="231332" y="9574"/>
                </a:lnTo>
                <a:lnTo>
                  <a:pt x="231332" y="7706"/>
                </a:lnTo>
                <a:lnTo>
                  <a:pt x="233300" y="9675"/>
                </a:lnTo>
                <a:lnTo>
                  <a:pt x="236069" y="9675"/>
                </a:lnTo>
                <a:close/>
                <a:moveTo>
                  <a:pt x="230532" y="6606"/>
                </a:moveTo>
                <a:lnTo>
                  <a:pt x="228230" y="8874"/>
                </a:lnTo>
                <a:lnTo>
                  <a:pt x="224995" y="8874"/>
                </a:lnTo>
                <a:lnTo>
                  <a:pt x="223327" y="7206"/>
                </a:lnTo>
                <a:lnTo>
                  <a:pt x="227396" y="7206"/>
                </a:lnTo>
                <a:lnTo>
                  <a:pt x="227663" y="7106"/>
                </a:lnTo>
                <a:lnTo>
                  <a:pt x="230532" y="4237"/>
                </a:lnTo>
                <a:close/>
                <a:moveTo>
                  <a:pt x="224427" y="9441"/>
                </a:moveTo>
                <a:lnTo>
                  <a:pt x="224427" y="12710"/>
                </a:lnTo>
                <a:lnTo>
                  <a:pt x="222126" y="15012"/>
                </a:lnTo>
                <a:lnTo>
                  <a:pt x="219757" y="15012"/>
                </a:lnTo>
                <a:lnTo>
                  <a:pt x="222760" y="12010"/>
                </a:lnTo>
                <a:lnTo>
                  <a:pt x="222760" y="7773"/>
                </a:lnTo>
                <a:close/>
                <a:moveTo>
                  <a:pt x="211285" y="15012"/>
                </a:moveTo>
                <a:lnTo>
                  <a:pt x="208916" y="15012"/>
                </a:lnTo>
                <a:lnTo>
                  <a:pt x="206648" y="12710"/>
                </a:lnTo>
                <a:lnTo>
                  <a:pt x="206648" y="9441"/>
                </a:lnTo>
                <a:lnTo>
                  <a:pt x="208316" y="7773"/>
                </a:lnTo>
                <a:lnTo>
                  <a:pt x="208316" y="12010"/>
                </a:lnTo>
                <a:close/>
                <a:moveTo>
                  <a:pt x="206081" y="8907"/>
                </a:moveTo>
                <a:lnTo>
                  <a:pt x="202812" y="8907"/>
                </a:lnTo>
                <a:lnTo>
                  <a:pt x="200544" y="6606"/>
                </a:lnTo>
                <a:lnTo>
                  <a:pt x="200544" y="4237"/>
                </a:lnTo>
                <a:lnTo>
                  <a:pt x="203412" y="7106"/>
                </a:lnTo>
                <a:lnTo>
                  <a:pt x="203679" y="7206"/>
                </a:lnTo>
                <a:lnTo>
                  <a:pt x="207749" y="7206"/>
                </a:lnTo>
                <a:close/>
                <a:moveTo>
                  <a:pt x="199743" y="6606"/>
                </a:moveTo>
                <a:lnTo>
                  <a:pt x="197441" y="8874"/>
                </a:lnTo>
                <a:lnTo>
                  <a:pt x="194206" y="8874"/>
                </a:lnTo>
                <a:lnTo>
                  <a:pt x="192538" y="7206"/>
                </a:lnTo>
                <a:lnTo>
                  <a:pt x="196741" y="7206"/>
                </a:lnTo>
                <a:lnTo>
                  <a:pt x="199743" y="4237"/>
                </a:lnTo>
                <a:close/>
                <a:moveTo>
                  <a:pt x="193639" y="9441"/>
                </a:moveTo>
                <a:lnTo>
                  <a:pt x="193639" y="12710"/>
                </a:lnTo>
                <a:lnTo>
                  <a:pt x="191337" y="15012"/>
                </a:lnTo>
                <a:lnTo>
                  <a:pt x="188969" y="15012"/>
                </a:lnTo>
                <a:lnTo>
                  <a:pt x="191971" y="12010"/>
                </a:lnTo>
                <a:lnTo>
                  <a:pt x="191971" y="7773"/>
                </a:lnTo>
                <a:close/>
                <a:moveTo>
                  <a:pt x="180496" y="15012"/>
                </a:moveTo>
                <a:lnTo>
                  <a:pt x="178128" y="15012"/>
                </a:lnTo>
                <a:lnTo>
                  <a:pt x="175826" y="12710"/>
                </a:lnTo>
                <a:lnTo>
                  <a:pt x="175826" y="9441"/>
                </a:lnTo>
                <a:lnTo>
                  <a:pt x="177527" y="7773"/>
                </a:lnTo>
                <a:lnTo>
                  <a:pt x="177527" y="12010"/>
                </a:lnTo>
                <a:close/>
                <a:moveTo>
                  <a:pt x="175292" y="8907"/>
                </a:moveTo>
                <a:lnTo>
                  <a:pt x="172023" y="8907"/>
                </a:lnTo>
                <a:lnTo>
                  <a:pt x="169755" y="6606"/>
                </a:lnTo>
                <a:lnTo>
                  <a:pt x="169755" y="4237"/>
                </a:lnTo>
                <a:lnTo>
                  <a:pt x="172724" y="7206"/>
                </a:lnTo>
                <a:lnTo>
                  <a:pt x="176960" y="7206"/>
                </a:lnTo>
                <a:close/>
                <a:moveTo>
                  <a:pt x="168954" y="6606"/>
                </a:moveTo>
                <a:lnTo>
                  <a:pt x="166653" y="8874"/>
                </a:lnTo>
                <a:lnTo>
                  <a:pt x="163417" y="8874"/>
                </a:lnTo>
                <a:lnTo>
                  <a:pt x="161716" y="7206"/>
                </a:lnTo>
                <a:lnTo>
                  <a:pt x="165786" y="7206"/>
                </a:lnTo>
                <a:lnTo>
                  <a:pt x="166086" y="7106"/>
                </a:lnTo>
                <a:lnTo>
                  <a:pt x="168954" y="4237"/>
                </a:lnTo>
                <a:close/>
                <a:moveTo>
                  <a:pt x="162850" y="9441"/>
                </a:moveTo>
                <a:lnTo>
                  <a:pt x="162850" y="12710"/>
                </a:lnTo>
                <a:lnTo>
                  <a:pt x="160548" y="15012"/>
                </a:lnTo>
                <a:lnTo>
                  <a:pt x="158180" y="15012"/>
                </a:lnTo>
                <a:lnTo>
                  <a:pt x="161182" y="12010"/>
                </a:lnTo>
                <a:lnTo>
                  <a:pt x="161182" y="7773"/>
                </a:lnTo>
                <a:close/>
                <a:moveTo>
                  <a:pt x="149707" y="15012"/>
                </a:moveTo>
                <a:lnTo>
                  <a:pt x="147339" y="15012"/>
                </a:lnTo>
                <a:lnTo>
                  <a:pt x="145037" y="12710"/>
                </a:lnTo>
                <a:lnTo>
                  <a:pt x="145037" y="9441"/>
                </a:lnTo>
                <a:lnTo>
                  <a:pt x="146739" y="7773"/>
                </a:lnTo>
                <a:lnTo>
                  <a:pt x="146739" y="12010"/>
                </a:lnTo>
                <a:close/>
                <a:moveTo>
                  <a:pt x="144504" y="8907"/>
                </a:moveTo>
                <a:lnTo>
                  <a:pt x="141235" y="8907"/>
                </a:lnTo>
                <a:lnTo>
                  <a:pt x="138933" y="6606"/>
                </a:lnTo>
                <a:lnTo>
                  <a:pt x="138933" y="4237"/>
                </a:lnTo>
                <a:lnTo>
                  <a:pt x="141835" y="7106"/>
                </a:lnTo>
                <a:lnTo>
                  <a:pt x="142102" y="7206"/>
                </a:lnTo>
                <a:lnTo>
                  <a:pt x="146172" y="7206"/>
                </a:lnTo>
                <a:close/>
                <a:moveTo>
                  <a:pt x="138166" y="6606"/>
                </a:moveTo>
                <a:lnTo>
                  <a:pt x="135864" y="8874"/>
                </a:lnTo>
                <a:lnTo>
                  <a:pt x="132629" y="8874"/>
                </a:lnTo>
                <a:lnTo>
                  <a:pt x="130927" y="7206"/>
                </a:lnTo>
                <a:lnTo>
                  <a:pt x="135164" y="7206"/>
                </a:lnTo>
                <a:lnTo>
                  <a:pt x="138166" y="4237"/>
                </a:lnTo>
                <a:close/>
                <a:moveTo>
                  <a:pt x="132061" y="9441"/>
                </a:moveTo>
                <a:lnTo>
                  <a:pt x="132061" y="12710"/>
                </a:lnTo>
                <a:lnTo>
                  <a:pt x="129760" y="15012"/>
                </a:lnTo>
                <a:lnTo>
                  <a:pt x="127391" y="15012"/>
                </a:lnTo>
                <a:lnTo>
                  <a:pt x="130394" y="12010"/>
                </a:lnTo>
                <a:lnTo>
                  <a:pt x="130394" y="7773"/>
                </a:lnTo>
                <a:close/>
                <a:moveTo>
                  <a:pt x="118919" y="15012"/>
                </a:moveTo>
                <a:lnTo>
                  <a:pt x="116550" y="15012"/>
                </a:lnTo>
                <a:lnTo>
                  <a:pt x="114249" y="12710"/>
                </a:lnTo>
                <a:lnTo>
                  <a:pt x="114249" y="9441"/>
                </a:lnTo>
                <a:lnTo>
                  <a:pt x="115950" y="7773"/>
                </a:lnTo>
                <a:lnTo>
                  <a:pt x="115950" y="12010"/>
                </a:lnTo>
                <a:close/>
                <a:moveTo>
                  <a:pt x="113682" y="8907"/>
                </a:moveTo>
                <a:lnTo>
                  <a:pt x="110446" y="8907"/>
                </a:lnTo>
                <a:lnTo>
                  <a:pt x="108144" y="6606"/>
                </a:lnTo>
                <a:lnTo>
                  <a:pt x="108144" y="4237"/>
                </a:lnTo>
                <a:lnTo>
                  <a:pt x="111147" y="7206"/>
                </a:lnTo>
                <a:lnTo>
                  <a:pt x="115383" y="7206"/>
                </a:lnTo>
                <a:close/>
                <a:moveTo>
                  <a:pt x="107377" y="6606"/>
                </a:moveTo>
                <a:lnTo>
                  <a:pt x="105076" y="8874"/>
                </a:lnTo>
                <a:lnTo>
                  <a:pt x="101840" y="8874"/>
                </a:lnTo>
                <a:lnTo>
                  <a:pt x="100139" y="7206"/>
                </a:lnTo>
                <a:lnTo>
                  <a:pt x="104208" y="7206"/>
                </a:lnTo>
                <a:lnTo>
                  <a:pt x="104475" y="7106"/>
                </a:lnTo>
                <a:lnTo>
                  <a:pt x="107377" y="4237"/>
                </a:lnTo>
                <a:lnTo>
                  <a:pt x="107377" y="6606"/>
                </a:lnTo>
                <a:close/>
                <a:moveTo>
                  <a:pt x="101273" y="9441"/>
                </a:moveTo>
                <a:lnTo>
                  <a:pt x="101273" y="12710"/>
                </a:lnTo>
                <a:lnTo>
                  <a:pt x="98971" y="15012"/>
                </a:lnTo>
                <a:lnTo>
                  <a:pt x="96603" y="15012"/>
                </a:lnTo>
                <a:lnTo>
                  <a:pt x="99605" y="12010"/>
                </a:lnTo>
                <a:lnTo>
                  <a:pt x="99605" y="7773"/>
                </a:lnTo>
                <a:close/>
                <a:moveTo>
                  <a:pt x="88130" y="15012"/>
                </a:moveTo>
                <a:lnTo>
                  <a:pt x="85762" y="15012"/>
                </a:lnTo>
                <a:lnTo>
                  <a:pt x="83460" y="12710"/>
                </a:lnTo>
                <a:lnTo>
                  <a:pt x="83460" y="9441"/>
                </a:lnTo>
                <a:lnTo>
                  <a:pt x="85128" y="7773"/>
                </a:lnTo>
                <a:lnTo>
                  <a:pt x="85128" y="12010"/>
                </a:lnTo>
                <a:close/>
                <a:moveTo>
                  <a:pt x="82893" y="8907"/>
                </a:moveTo>
                <a:lnTo>
                  <a:pt x="79657" y="8907"/>
                </a:lnTo>
                <a:lnTo>
                  <a:pt x="77356" y="6606"/>
                </a:lnTo>
                <a:lnTo>
                  <a:pt x="77356" y="4237"/>
                </a:lnTo>
                <a:lnTo>
                  <a:pt x="80224" y="7106"/>
                </a:lnTo>
                <a:lnTo>
                  <a:pt x="80525" y="7206"/>
                </a:lnTo>
                <a:lnTo>
                  <a:pt x="84594" y="7206"/>
                </a:lnTo>
                <a:close/>
                <a:moveTo>
                  <a:pt x="76589" y="6606"/>
                </a:moveTo>
                <a:lnTo>
                  <a:pt x="74287" y="8874"/>
                </a:lnTo>
                <a:lnTo>
                  <a:pt x="71018" y="8874"/>
                </a:lnTo>
                <a:lnTo>
                  <a:pt x="69350" y="7206"/>
                </a:lnTo>
                <a:lnTo>
                  <a:pt x="73586" y="7206"/>
                </a:lnTo>
                <a:lnTo>
                  <a:pt x="76589" y="4237"/>
                </a:lnTo>
                <a:close/>
                <a:moveTo>
                  <a:pt x="70484" y="9441"/>
                </a:moveTo>
                <a:lnTo>
                  <a:pt x="70484" y="12710"/>
                </a:lnTo>
                <a:lnTo>
                  <a:pt x="68183" y="15012"/>
                </a:lnTo>
                <a:lnTo>
                  <a:pt x="65814" y="15012"/>
                </a:lnTo>
                <a:lnTo>
                  <a:pt x="68816" y="12010"/>
                </a:lnTo>
                <a:lnTo>
                  <a:pt x="68816" y="7773"/>
                </a:lnTo>
                <a:close/>
                <a:moveTo>
                  <a:pt x="57341" y="15012"/>
                </a:moveTo>
                <a:lnTo>
                  <a:pt x="54973" y="15012"/>
                </a:lnTo>
                <a:lnTo>
                  <a:pt x="52671" y="12710"/>
                </a:lnTo>
                <a:lnTo>
                  <a:pt x="52671" y="9441"/>
                </a:lnTo>
                <a:lnTo>
                  <a:pt x="54339" y="7773"/>
                </a:lnTo>
                <a:lnTo>
                  <a:pt x="54339" y="12010"/>
                </a:lnTo>
                <a:close/>
                <a:moveTo>
                  <a:pt x="52104" y="8907"/>
                </a:moveTo>
                <a:lnTo>
                  <a:pt x="48869" y="8907"/>
                </a:lnTo>
                <a:lnTo>
                  <a:pt x="46567" y="6606"/>
                </a:lnTo>
                <a:lnTo>
                  <a:pt x="46567" y="4237"/>
                </a:lnTo>
                <a:lnTo>
                  <a:pt x="49569" y="7206"/>
                </a:lnTo>
                <a:lnTo>
                  <a:pt x="53806" y="7206"/>
                </a:lnTo>
                <a:close/>
                <a:moveTo>
                  <a:pt x="45767" y="6606"/>
                </a:moveTo>
                <a:lnTo>
                  <a:pt x="43498" y="8874"/>
                </a:lnTo>
                <a:lnTo>
                  <a:pt x="40229" y="8874"/>
                </a:lnTo>
                <a:lnTo>
                  <a:pt x="38561" y="7206"/>
                </a:lnTo>
                <a:lnTo>
                  <a:pt x="42631" y="7206"/>
                </a:lnTo>
                <a:lnTo>
                  <a:pt x="42898" y="7106"/>
                </a:lnTo>
                <a:lnTo>
                  <a:pt x="45767" y="4237"/>
                </a:lnTo>
                <a:close/>
                <a:moveTo>
                  <a:pt x="39696" y="9441"/>
                </a:moveTo>
                <a:lnTo>
                  <a:pt x="39696" y="12710"/>
                </a:lnTo>
                <a:lnTo>
                  <a:pt x="37394" y="15012"/>
                </a:lnTo>
                <a:lnTo>
                  <a:pt x="35026" y="15012"/>
                </a:lnTo>
                <a:lnTo>
                  <a:pt x="37994" y="12010"/>
                </a:lnTo>
                <a:lnTo>
                  <a:pt x="37994" y="7773"/>
                </a:lnTo>
                <a:close/>
                <a:moveTo>
                  <a:pt x="26553" y="15012"/>
                </a:moveTo>
                <a:lnTo>
                  <a:pt x="24184" y="15012"/>
                </a:lnTo>
                <a:lnTo>
                  <a:pt x="21883" y="12710"/>
                </a:lnTo>
                <a:lnTo>
                  <a:pt x="21883" y="9441"/>
                </a:lnTo>
                <a:lnTo>
                  <a:pt x="23551" y="7773"/>
                </a:lnTo>
                <a:lnTo>
                  <a:pt x="23551" y="12010"/>
                </a:lnTo>
                <a:close/>
                <a:moveTo>
                  <a:pt x="21316" y="8907"/>
                </a:moveTo>
                <a:lnTo>
                  <a:pt x="18080" y="8907"/>
                </a:lnTo>
                <a:lnTo>
                  <a:pt x="15778" y="6606"/>
                </a:lnTo>
                <a:lnTo>
                  <a:pt x="15778" y="4237"/>
                </a:lnTo>
                <a:lnTo>
                  <a:pt x="18647" y="7106"/>
                </a:lnTo>
                <a:lnTo>
                  <a:pt x="18914" y="7206"/>
                </a:lnTo>
                <a:lnTo>
                  <a:pt x="22984" y="7206"/>
                </a:lnTo>
                <a:close/>
                <a:moveTo>
                  <a:pt x="14978" y="6606"/>
                </a:moveTo>
                <a:lnTo>
                  <a:pt x="12710" y="8874"/>
                </a:lnTo>
                <a:lnTo>
                  <a:pt x="9441" y="8874"/>
                </a:lnTo>
                <a:lnTo>
                  <a:pt x="7773" y="7206"/>
                </a:lnTo>
                <a:lnTo>
                  <a:pt x="12009" y="7206"/>
                </a:lnTo>
                <a:lnTo>
                  <a:pt x="14978" y="4237"/>
                </a:lnTo>
                <a:lnTo>
                  <a:pt x="14978" y="6606"/>
                </a:lnTo>
                <a:close/>
                <a:moveTo>
                  <a:pt x="9441" y="21883"/>
                </a:moveTo>
                <a:lnTo>
                  <a:pt x="12710" y="21883"/>
                </a:lnTo>
                <a:lnTo>
                  <a:pt x="14978" y="24185"/>
                </a:lnTo>
                <a:lnTo>
                  <a:pt x="14978" y="26553"/>
                </a:lnTo>
                <a:lnTo>
                  <a:pt x="12009" y="23551"/>
                </a:lnTo>
                <a:lnTo>
                  <a:pt x="7773" y="23551"/>
                </a:lnTo>
                <a:close/>
                <a:moveTo>
                  <a:pt x="14978" y="33892"/>
                </a:moveTo>
                <a:lnTo>
                  <a:pt x="11675" y="37228"/>
                </a:lnTo>
                <a:lnTo>
                  <a:pt x="6972" y="37228"/>
                </a:lnTo>
                <a:lnTo>
                  <a:pt x="5438" y="35693"/>
                </a:lnTo>
                <a:lnTo>
                  <a:pt x="11042" y="35693"/>
                </a:lnTo>
                <a:lnTo>
                  <a:pt x="14978" y="31757"/>
                </a:lnTo>
                <a:lnTo>
                  <a:pt x="14978" y="33892"/>
                </a:lnTo>
                <a:close/>
                <a:moveTo>
                  <a:pt x="7206" y="42631"/>
                </a:moveTo>
                <a:lnTo>
                  <a:pt x="7206" y="38562"/>
                </a:lnTo>
                <a:lnTo>
                  <a:pt x="8873" y="40230"/>
                </a:lnTo>
                <a:lnTo>
                  <a:pt x="8873" y="43499"/>
                </a:lnTo>
                <a:lnTo>
                  <a:pt x="6605" y="45800"/>
                </a:lnTo>
                <a:lnTo>
                  <a:pt x="4237" y="45800"/>
                </a:lnTo>
                <a:lnTo>
                  <a:pt x="7106" y="42932"/>
                </a:lnTo>
                <a:close/>
                <a:moveTo>
                  <a:pt x="6605" y="46568"/>
                </a:moveTo>
                <a:lnTo>
                  <a:pt x="8873" y="48869"/>
                </a:lnTo>
                <a:lnTo>
                  <a:pt x="8873" y="52105"/>
                </a:lnTo>
                <a:lnTo>
                  <a:pt x="7206" y="53806"/>
                </a:lnTo>
                <a:lnTo>
                  <a:pt x="7206" y="49570"/>
                </a:lnTo>
                <a:lnTo>
                  <a:pt x="4203" y="46568"/>
                </a:lnTo>
                <a:close/>
                <a:moveTo>
                  <a:pt x="9441" y="52672"/>
                </a:moveTo>
                <a:lnTo>
                  <a:pt x="12710" y="52672"/>
                </a:lnTo>
                <a:lnTo>
                  <a:pt x="14978" y="54974"/>
                </a:lnTo>
                <a:lnTo>
                  <a:pt x="14978" y="57342"/>
                </a:lnTo>
                <a:lnTo>
                  <a:pt x="12009" y="54340"/>
                </a:lnTo>
                <a:lnTo>
                  <a:pt x="7773" y="54340"/>
                </a:lnTo>
                <a:close/>
                <a:moveTo>
                  <a:pt x="14978" y="64714"/>
                </a:moveTo>
                <a:lnTo>
                  <a:pt x="11675" y="68016"/>
                </a:lnTo>
                <a:lnTo>
                  <a:pt x="6972" y="68016"/>
                </a:lnTo>
                <a:lnTo>
                  <a:pt x="5438" y="66482"/>
                </a:lnTo>
                <a:lnTo>
                  <a:pt x="11042" y="66482"/>
                </a:lnTo>
                <a:lnTo>
                  <a:pt x="14978" y="62546"/>
                </a:lnTo>
                <a:lnTo>
                  <a:pt x="14978" y="64714"/>
                </a:lnTo>
                <a:close/>
                <a:moveTo>
                  <a:pt x="7206" y="69351"/>
                </a:moveTo>
                <a:lnTo>
                  <a:pt x="8873" y="71052"/>
                </a:lnTo>
                <a:lnTo>
                  <a:pt x="8873" y="74287"/>
                </a:lnTo>
                <a:lnTo>
                  <a:pt x="6605" y="76589"/>
                </a:lnTo>
                <a:lnTo>
                  <a:pt x="4237" y="76589"/>
                </a:lnTo>
                <a:lnTo>
                  <a:pt x="7206" y="73587"/>
                </a:lnTo>
                <a:lnTo>
                  <a:pt x="7206" y="69351"/>
                </a:lnTo>
                <a:close/>
                <a:moveTo>
                  <a:pt x="9441" y="83461"/>
                </a:moveTo>
                <a:lnTo>
                  <a:pt x="12710" y="83461"/>
                </a:lnTo>
                <a:lnTo>
                  <a:pt x="14978" y="85762"/>
                </a:lnTo>
                <a:lnTo>
                  <a:pt x="14978" y="88131"/>
                </a:lnTo>
                <a:lnTo>
                  <a:pt x="12009" y="85129"/>
                </a:lnTo>
                <a:lnTo>
                  <a:pt x="7773" y="85129"/>
                </a:lnTo>
                <a:close/>
                <a:moveTo>
                  <a:pt x="14978" y="95503"/>
                </a:moveTo>
                <a:lnTo>
                  <a:pt x="11675" y="98805"/>
                </a:lnTo>
                <a:lnTo>
                  <a:pt x="6972" y="98805"/>
                </a:lnTo>
                <a:lnTo>
                  <a:pt x="5438" y="97271"/>
                </a:lnTo>
                <a:lnTo>
                  <a:pt x="11042" y="97271"/>
                </a:lnTo>
                <a:lnTo>
                  <a:pt x="14978" y="93334"/>
                </a:lnTo>
                <a:lnTo>
                  <a:pt x="14978" y="95503"/>
                </a:lnTo>
                <a:close/>
                <a:moveTo>
                  <a:pt x="7206" y="104209"/>
                </a:moveTo>
                <a:lnTo>
                  <a:pt x="7206" y="100139"/>
                </a:lnTo>
                <a:lnTo>
                  <a:pt x="8873" y="101840"/>
                </a:lnTo>
                <a:lnTo>
                  <a:pt x="8873" y="105076"/>
                </a:lnTo>
                <a:lnTo>
                  <a:pt x="6605" y="107378"/>
                </a:lnTo>
                <a:lnTo>
                  <a:pt x="4237" y="107378"/>
                </a:lnTo>
                <a:lnTo>
                  <a:pt x="7106" y="104509"/>
                </a:lnTo>
                <a:close/>
                <a:moveTo>
                  <a:pt x="6605" y="108178"/>
                </a:moveTo>
                <a:lnTo>
                  <a:pt x="8873" y="110447"/>
                </a:lnTo>
                <a:lnTo>
                  <a:pt x="8873" y="113716"/>
                </a:lnTo>
                <a:lnTo>
                  <a:pt x="7206" y="115384"/>
                </a:lnTo>
                <a:lnTo>
                  <a:pt x="7206" y="111147"/>
                </a:lnTo>
                <a:lnTo>
                  <a:pt x="4203" y="108145"/>
                </a:lnTo>
                <a:lnTo>
                  <a:pt x="6605" y="108145"/>
                </a:lnTo>
                <a:close/>
                <a:moveTo>
                  <a:pt x="9441" y="114249"/>
                </a:moveTo>
                <a:lnTo>
                  <a:pt x="12710" y="114249"/>
                </a:lnTo>
                <a:lnTo>
                  <a:pt x="14978" y="116551"/>
                </a:lnTo>
                <a:lnTo>
                  <a:pt x="14978" y="118919"/>
                </a:lnTo>
                <a:lnTo>
                  <a:pt x="12009" y="115951"/>
                </a:lnTo>
                <a:lnTo>
                  <a:pt x="7773" y="115951"/>
                </a:lnTo>
                <a:close/>
                <a:moveTo>
                  <a:pt x="15778" y="116551"/>
                </a:moveTo>
                <a:lnTo>
                  <a:pt x="18080" y="114249"/>
                </a:lnTo>
                <a:lnTo>
                  <a:pt x="21316" y="114249"/>
                </a:lnTo>
                <a:lnTo>
                  <a:pt x="22984" y="115951"/>
                </a:lnTo>
                <a:lnTo>
                  <a:pt x="18947" y="115951"/>
                </a:lnTo>
                <a:lnTo>
                  <a:pt x="18647" y="116051"/>
                </a:lnTo>
                <a:lnTo>
                  <a:pt x="15778" y="118919"/>
                </a:lnTo>
                <a:close/>
                <a:moveTo>
                  <a:pt x="21883" y="113716"/>
                </a:moveTo>
                <a:lnTo>
                  <a:pt x="21883" y="110447"/>
                </a:lnTo>
                <a:lnTo>
                  <a:pt x="24184" y="108178"/>
                </a:lnTo>
                <a:lnTo>
                  <a:pt x="26553" y="108178"/>
                </a:lnTo>
                <a:lnTo>
                  <a:pt x="23551" y="111147"/>
                </a:lnTo>
                <a:lnTo>
                  <a:pt x="23551" y="115384"/>
                </a:lnTo>
                <a:close/>
                <a:moveTo>
                  <a:pt x="35026" y="108178"/>
                </a:moveTo>
                <a:lnTo>
                  <a:pt x="37394" y="108178"/>
                </a:lnTo>
                <a:lnTo>
                  <a:pt x="39696" y="110447"/>
                </a:lnTo>
                <a:lnTo>
                  <a:pt x="39696" y="113716"/>
                </a:lnTo>
                <a:lnTo>
                  <a:pt x="37994" y="115384"/>
                </a:lnTo>
                <a:lnTo>
                  <a:pt x="37994" y="111147"/>
                </a:lnTo>
                <a:close/>
                <a:moveTo>
                  <a:pt x="40229" y="114249"/>
                </a:moveTo>
                <a:lnTo>
                  <a:pt x="43498" y="114249"/>
                </a:lnTo>
                <a:lnTo>
                  <a:pt x="45767" y="116551"/>
                </a:lnTo>
                <a:lnTo>
                  <a:pt x="45767" y="118919"/>
                </a:lnTo>
                <a:lnTo>
                  <a:pt x="42898" y="116051"/>
                </a:lnTo>
                <a:lnTo>
                  <a:pt x="42631" y="115951"/>
                </a:lnTo>
                <a:lnTo>
                  <a:pt x="38561" y="115951"/>
                </a:lnTo>
                <a:close/>
                <a:moveTo>
                  <a:pt x="46567" y="116551"/>
                </a:moveTo>
                <a:lnTo>
                  <a:pt x="48869" y="114249"/>
                </a:lnTo>
                <a:lnTo>
                  <a:pt x="52104" y="114249"/>
                </a:lnTo>
                <a:lnTo>
                  <a:pt x="53806" y="115951"/>
                </a:lnTo>
                <a:lnTo>
                  <a:pt x="49569" y="115951"/>
                </a:lnTo>
                <a:lnTo>
                  <a:pt x="46567" y="118919"/>
                </a:lnTo>
                <a:close/>
                <a:moveTo>
                  <a:pt x="52671" y="113716"/>
                </a:moveTo>
                <a:lnTo>
                  <a:pt x="52671" y="110447"/>
                </a:lnTo>
                <a:lnTo>
                  <a:pt x="54973" y="108178"/>
                </a:lnTo>
                <a:lnTo>
                  <a:pt x="57341" y="108178"/>
                </a:lnTo>
                <a:lnTo>
                  <a:pt x="54339" y="111147"/>
                </a:lnTo>
                <a:lnTo>
                  <a:pt x="54339" y="115384"/>
                </a:lnTo>
                <a:close/>
                <a:moveTo>
                  <a:pt x="65814" y="108178"/>
                </a:moveTo>
                <a:lnTo>
                  <a:pt x="68183" y="108178"/>
                </a:lnTo>
                <a:lnTo>
                  <a:pt x="70484" y="110447"/>
                </a:lnTo>
                <a:lnTo>
                  <a:pt x="70484" y="113716"/>
                </a:lnTo>
                <a:lnTo>
                  <a:pt x="68783" y="115384"/>
                </a:lnTo>
                <a:lnTo>
                  <a:pt x="68783" y="111147"/>
                </a:lnTo>
                <a:close/>
                <a:moveTo>
                  <a:pt x="71018" y="114249"/>
                </a:moveTo>
                <a:lnTo>
                  <a:pt x="74287" y="114249"/>
                </a:lnTo>
                <a:lnTo>
                  <a:pt x="76555" y="116551"/>
                </a:lnTo>
                <a:lnTo>
                  <a:pt x="76555" y="118919"/>
                </a:lnTo>
                <a:lnTo>
                  <a:pt x="73586" y="115951"/>
                </a:lnTo>
                <a:lnTo>
                  <a:pt x="69350" y="115951"/>
                </a:lnTo>
                <a:close/>
                <a:moveTo>
                  <a:pt x="77356" y="116551"/>
                </a:moveTo>
                <a:lnTo>
                  <a:pt x="79657" y="114249"/>
                </a:lnTo>
                <a:lnTo>
                  <a:pt x="82893" y="114249"/>
                </a:lnTo>
                <a:lnTo>
                  <a:pt x="84594" y="115951"/>
                </a:lnTo>
                <a:lnTo>
                  <a:pt x="80525" y="115951"/>
                </a:lnTo>
                <a:lnTo>
                  <a:pt x="80224" y="116051"/>
                </a:lnTo>
                <a:lnTo>
                  <a:pt x="77356" y="118919"/>
                </a:lnTo>
                <a:lnTo>
                  <a:pt x="77356" y="116551"/>
                </a:lnTo>
                <a:close/>
                <a:moveTo>
                  <a:pt x="83460" y="113716"/>
                </a:moveTo>
                <a:lnTo>
                  <a:pt x="83460" y="110447"/>
                </a:lnTo>
                <a:lnTo>
                  <a:pt x="85762" y="108178"/>
                </a:lnTo>
                <a:lnTo>
                  <a:pt x="88130" y="108178"/>
                </a:lnTo>
                <a:lnTo>
                  <a:pt x="85128" y="111147"/>
                </a:lnTo>
                <a:lnTo>
                  <a:pt x="85128" y="115384"/>
                </a:lnTo>
                <a:close/>
                <a:moveTo>
                  <a:pt x="96603" y="108178"/>
                </a:moveTo>
                <a:lnTo>
                  <a:pt x="98971" y="108178"/>
                </a:lnTo>
                <a:lnTo>
                  <a:pt x="101273" y="110447"/>
                </a:lnTo>
                <a:lnTo>
                  <a:pt x="101273" y="113716"/>
                </a:lnTo>
                <a:lnTo>
                  <a:pt x="99605" y="115384"/>
                </a:lnTo>
                <a:lnTo>
                  <a:pt x="99605" y="111147"/>
                </a:lnTo>
                <a:close/>
                <a:moveTo>
                  <a:pt x="101840" y="114249"/>
                </a:moveTo>
                <a:lnTo>
                  <a:pt x="105076" y="114249"/>
                </a:lnTo>
                <a:lnTo>
                  <a:pt x="107377" y="116551"/>
                </a:lnTo>
                <a:lnTo>
                  <a:pt x="107377" y="118919"/>
                </a:lnTo>
                <a:lnTo>
                  <a:pt x="104508" y="116051"/>
                </a:lnTo>
                <a:lnTo>
                  <a:pt x="104208" y="115951"/>
                </a:lnTo>
                <a:lnTo>
                  <a:pt x="100139" y="115951"/>
                </a:lnTo>
                <a:close/>
                <a:moveTo>
                  <a:pt x="108144" y="116551"/>
                </a:moveTo>
                <a:lnTo>
                  <a:pt x="110446" y="114249"/>
                </a:lnTo>
                <a:lnTo>
                  <a:pt x="113682" y="114249"/>
                </a:lnTo>
                <a:lnTo>
                  <a:pt x="115383" y="115951"/>
                </a:lnTo>
                <a:lnTo>
                  <a:pt x="111147" y="115951"/>
                </a:lnTo>
                <a:lnTo>
                  <a:pt x="108144" y="118919"/>
                </a:lnTo>
                <a:close/>
                <a:moveTo>
                  <a:pt x="114249" y="113716"/>
                </a:moveTo>
                <a:lnTo>
                  <a:pt x="114249" y="110447"/>
                </a:lnTo>
                <a:lnTo>
                  <a:pt x="116550" y="108178"/>
                </a:lnTo>
                <a:lnTo>
                  <a:pt x="118919" y="108178"/>
                </a:lnTo>
                <a:lnTo>
                  <a:pt x="115917" y="111147"/>
                </a:lnTo>
                <a:lnTo>
                  <a:pt x="115917" y="115384"/>
                </a:lnTo>
                <a:close/>
                <a:moveTo>
                  <a:pt x="127391" y="108178"/>
                </a:moveTo>
                <a:lnTo>
                  <a:pt x="129760" y="108178"/>
                </a:lnTo>
                <a:lnTo>
                  <a:pt x="132061" y="110447"/>
                </a:lnTo>
                <a:lnTo>
                  <a:pt x="132061" y="113716"/>
                </a:lnTo>
                <a:lnTo>
                  <a:pt x="130394" y="115384"/>
                </a:lnTo>
                <a:lnTo>
                  <a:pt x="130394" y="111147"/>
                </a:lnTo>
                <a:close/>
                <a:moveTo>
                  <a:pt x="132629" y="114249"/>
                </a:moveTo>
                <a:lnTo>
                  <a:pt x="135864" y="114249"/>
                </a:lnTo>
                <a:lnTo>
                  <a:pt x="138166" y="116551"/>
                </a:lnTo>
                <a:lnTo>
                  <a:pt x="138166" y="118919"/>
                </a:lnTo>
                <a:lnTo>
                  <a:pt x="135164" y="115951"/>
                </a:lnTo>
                <a:lnTo>
                  <a:pt x="130927" y="115951"/>
                </a:lnTo>
                <a:close/>
                <a:moveTo>
                  <a:pt x="138933" y="116551"/>
                </a:moveTo>
                <a:lnTo>
                  <a:pt x="141235" y="114249"/>
                </a:lnTo>
                <a:lnTo>
                  <a:pt x="144504" y="114249"/>
                </a:lnTo>
                <a:lnTo>
                  <a:pt x="146172" y="115951"/>
                </a:lnTo>
                <a:lnTo>
                  <a:pt x="142102" y="115951"/>
                </a:lnTo>
                <a:lnTo>
                  <a:pt x="141835" y="116051"/>
                </a:lnTo>
                <a:lnTo>
                  <a:pt x="138933" y="118919"/>
                </a:lnTo>
                <a:close/>
                <a:moveTo>
                  <a:pt x="145037" y="113716"/>
                </a:moveTo>
                <a:lnTo>
                  <a:pt x="145037" y="110447"/>
                </a:lnTo>
                <a:lnTo>
                  <a:pt x="147339" y="108178"/>
                </a:lnTo>
                <a:lnTo>
                  <a:pt x="149707" y="108178"/>
                </a:lnTo>
                <a:lnTo>
                  <a:pt x="146705" y="111147"/>
                </a:lnTo>
                <a:lnTo>
                  <a:pt x="146705" y="115384"/>
                </a:lnTo>
                <a:close/>
                <a:moveTo>
                  <a:pt x="158180" y="108178"/>
                </a:moveTo>
                <a:lnTo>
                  <a:pt x="160548" y="108178"/>
                </a:lnTo>
                <a:lnTo>
                  <a:pt x="162850" y="110447"/>
                </a:lnTo>
                <a:lnTo>
                  <a:pt x="162850" y="113716"/>
                </a:lnTo>
                <a:lnTo>
                  <a:pt x="161182" y="115384"/>
                </a:lnTo>
                <a:lnTo>
                  <a:pt x="161182" y="111147"/>
                </a:lnTo>
                <a:close/>
                <a:moveTo>
                  <a:pt x="163417" y="114249"/>
                </a:moveTo>
                <a:lnTo>
                  <a:pt x="166653" y="114249"/>
                </a:lnTo>
                <a:lnTo>
                  <a:pt x="168954" y="116551"/>
                </a:lnTo>
                <a:lnTo>
                  <a:pt x="168954" y="118919"/>
                </a:lnTo>
                <a:lnTo>
                  <a:pt x="166086" y="116051"/>
                </a:lnTo>
                <a:lnTo>
                  <a:pt x="165786" y="115951"/>
                </a:lnTo>
                <a:lnTo>
                  <a:pt x="161716" y="115951"/>
                </a:lnTo>
                <a:close/>
                <a:moveTo>
                  <a:pt x="169755" y="116551"/>
                </a:moveTo>
                <a:lnTo>
                  <a:pt x="172023" y="114249"/>
                </a:lnTo>
                <a:lnTo>
                  <a:pt x="175292" y="114249"/>
                </a:lnTo>
                <a:lnTo>
                  <a:pt x="176960" y="115951"/>
                </a:lnTo>
                <a:lnTo>
                  <a:pt x="172724" y="115951"/>
                </a:lnTo>
                <a:lnTo>
                  <a:pt x="169722" y="118919"/>
                </a:lnTo>
                <a:lnTo>
                  <a:pt x="169722" y="116551"/>
                </a:lnTo>
                <a:close/>
                <a:moveTo>
                  <a:pt x="175826" y="113716"/>
                </a:moveTo>
                <a:lnTo>
                  <a:pt x="175826" y="110447"/>
                </a:lnTo>
                <a:lnTo>
                  <a:pt x="178128" y="108178"/>
                </a:lnTo>
                <a:lnTo>
                  <a:pt x="180496" y="108178"/>
                </a:lnTo>
                <a:lnTo>
                  <a:pt x="177527" y="111147"/>
                </a:lnTo>
                <a:lnTo>
                  <a:pt x="177527" y="115384"/>
                </a:lnTo>
                <a:close/>
                <a:moveTo>
                  <a:pt x="188969" y="108178"/>
                </a:moveTo>
                <a:lnTo>
                  <a:pt x="191337" y="108178"/>
                </a:lnTo>
                <a:lnTo>
                  <a:pt x="193639" y="110447"/>
                </a:lnTo>
                <a:lnTo>
                  <a:pt x="193639" y="113716"/>
                </a:lnTo>
                <a:lnTo>
                  <a:pt x="191971" y="115384"/>
                </a:lnTo>
                <a:lnTo>
                  <a:pt x="191971" y="111147"/>
                </a:lnTo>
                <a:close/>
                <a:moveTo>
                  <a:pt x="194206" y="114249"/>
                </a:moveTo>
                <a:lnTo>
                  <a:pt x="197441" y="114249"/>
                </a:lnTo>
                <a:lnTo>
                  <a:pt x="199743" y="116551"/>
                </a:lnTo>
                <a:lnTo>
                  <a:pt x="199743" y="118919"/>
                </a:lnTo>
                <a:lnTo>
                  <a:pt x="196741" y="115951"/>
                </a:lnTo>
                <a:lnTo>
                  <a:pt x="192538" y="115951"/>
                </a:lnTo>
                <a:close/>
                <a:moveTo>
                  <a:pt x="200544" y="116551"/>
                </a:moveTo>
                <a:lnTo>
                  <a:pt x="202812" y="114249"/>
                </a:lnTo>
                <a:lnTo>
                  <a:pt x="206081" y="114249"/>
                </a:lnTo>
                <a:lnTo>
                  <a:pt x="207749" y="115951"/>
                </a:lnTo>
                <a:lnTo>
                  <a:pt x="203679" y="115951"/>
                </a:lnTo>
                <a:lnTo>
                  <a:pt x="203412" y="116051"/>
                </a:lnTo>
                <a:lnTo>
                  <a:pt x="200544" y="118919"/>
                </a:lnTo>
                <a:close/>
                <a:moveTo>
                  <a:pt x="206648" y="113716"/>
                </a:moveTo>
                <a:lnTo>
                  <a:pt x="206648" y="110447"/>
                </a:lnTo>
                <a:lnTo>
                  <a:pt x="208916" y="108178"/>
                </a:lnTo>
                <a:lnTo>
                  <a:pt x="211285" y="108178"/>
                </a:lnTo>
                <a:lnTo>
                  <a:pt x="208316" y="111147"/>
                </a:lnTo>
                <a:lnTo>
                  <a:pt x="208316" y="115384"/>
                </a:lnTo>
                <a:close/>
                <a:moveTo>
                  <a:pt x="219757" y="108178"/>
                </a:moveTo>
                <a:lnTo>
                  <a:pt x="222126" y="108178"/>
                </a:lnTo>
                <a:lnTo>
                  <a:pt x="224427" y="110447"/>
                </a:lnTo>
                <a:lnTo>
                  <a:pt x="224427" y="113716"/>
                </a:lnTo>
                <a:lnTo>
                  <a:pt x="222760" y="115384"/>
                </a:lnTo>
                <a:lnTo>
                  <a:pt x="222760" y="111147"/>
                </a:lnTo>
                <a:close/>
                <a:moveTo>
                  <a:pt x="224995" y="114249"/>
                </a:moveTo>
                <a:lnTo>
                  <a:pt x="228230" y="114249"/>
                </a:lnTo>
                <a:lnTo>
                  <a:pt x="230532" y="116551"/>
                </a:lnTo>
                <a:lnTo>
                  <a:pt x="230532" y="118919"/>
                </a:lnTo>
                <a:lnTo>
                  <a:pt x="227663" y="116051"/>
                </a:lnTo>
                <a:lnTo>
                  <a:pt x="227396" y="115951"/>
                </a:lnTo>
                <a:lnTo>
                  <a:pt x="223327" y="115951"/>
                </a:lnTo>
                <a:close/>
                <a:moveTo>
                  <a:pt x="231332" y="116551"/>
                </a:moveTo>
                <a:lnTo>
                  <a:pt x="233601" y="114249"/>
                </a:lnTo>
                <a:lnTo>
                  <a:pt x="236870" y="114249"/>
                </a:lnTo>
                <a:lnTo>
                  <a:pt x="238538" y="115951"/>
                </a:lnTo>
                <a:lnTo>
                  <a:pt x="234301" y="115951"/>
                </a:lnTo>
                <a:lnTo>
                  <a:pt x="231332" y="118919"/>
                </a:lnTo>
                <a:close/>
                <a:moveTo>
                  <a:pt x="236870" y="101273"/>
                </a:moveTo>
                <a:lnTo>
                  <a:pt x="233601" y="101273"/>
                </a:lnTo>
                <a:lnTo>
                  <a:pt x="231332" y="98972"/>
                </a:lnTo>
                <a:lnTo>
                  <a:pt x="231332" y="96603"/>
                </a:lnTo>
                <a:lnTo>
                  <a:pt x="234301" y="99606"/>
                </a:lnTo>
                <a:lnTo>
                  <a:pt x="238538" y="99606"/>
                </a:lnTo>
                <a:close/>
                <a:moveTo>
                  <a:pt x="231332" y="89265"/>
                </a:moveTo>
                <a:lnTo>
                  <a:pt x="234635" y="85929"/>
                </a:lnTo>
                <a:lnTo>
                  <a:pt x="239338" y="85929"/>
                </a:lnTo>
                <a:lnTo>
                  <a:pt x="240873" y="87464"/>
                </a:lnTo>
                <a:lnTo>
                  <a:pt x="235269" y="87464"/>
                </a:lnTo>
                <a:lnTo>
                  <a:pt x="231332" y="91400"/>
                </a:lnTo>
                <a:lnTo>
                  <a:pt x="231332" y="89265"/>
                </a:lnTo>
                <a:close/>
                <a:moveTo>
                  <a:pt x="239105" y="80525"/>
                </a:moveTo>
                <a:lnTo>
                  <a:pt x="239105" y="84595"/>
                </a:lnTo>
                <a:lnTo>
                  <a:pt x="237437" y="82927"/>
                </a:lnTo>
                <a:lnTo>
                  <a:pt x="237437" y="79658"/>
                </a:lnTo>
                <a:lnTo>
                  <a:pt x="239705" y="77356"/>
                </a:lnTo>
                <a:lnTo>
                  <a:pt x="242073" y="77356"/>
                </a:lnTo>
                <a:lnTo>
                  <a:pt x="239205" y="80225"/>
                </a:lnTo>
                <a:close/>
                <a:moveTo>
                  <a:pt x="239705" y="76589"/>
                </a:moveTo>
                <a:lnTo>
                  <a:pt x="237437" y="74287"/>
                </a:lnTo>
                <a:lnTo>
                  <a:pt x="237437" y="71052"/>
                </a:lnTo>
                <a:lnTo>
                  <a:pt x="239105" y="69351"/>
                </a:lnTo>
                <a:lnTo>
                  <a:pt x="239105" y="73587"/>
                </a:lnTo>
                <a:lnTo>
                  <a:pt x="242073" y="76589"/>
                </a:lnTo>
                <a:lnTo>
                  <a:pt x="239705" y="76589"/>
                </a:lnTo>
                <a:close/>
                <a:moveTo>
                  <a:pt x="236870" y="70485"/>
                </a:moveTo>
                <a:lnTo>
                  <a:pt x="233601" y="70485"/>
                </a:lnTo>
                <a:lnTo>
                  <a:pt x="231332" y="68183"/>
                </a:lnTo>
                <a:lnTo>
                  <a:pt x="231332" y="65815"/>
                </a:lnTo>
                <a:lnTo>
                  <a:pt x="234301" y="68817"/>
                </a:lnTo>
                <a:lnTo>
                  <a:pt x="238538" y="68817"/>
                </a:lnTo>
                <a:close/>
                <a:moveTo>
                  <a:pt x="231332" y="58476"/>
                </a:moveTo>
                <a:lnTo>
                  <a:pt x="234635" y="55140"/>
                </a:lnTo>
                <a:lnTo>
                  <a:pt x="239338" y="55140"/>
                </a:lnTo>
                <a:lnTo>
                  <a:pt x="240873" y="56675"/>
                </a:lnTo>
                <a:lnTo>
                  <a:pt x="235269" y="56675"/>
                </a:lnTo>
                <a:lnTo>
                  <a:pt x="231332" y="60611"/>
                </a:lnTo>
                <a:lnTo>
                  <a:pt x="231332" y="58476"/>
                </a:lnTo>
                <a:close/>
                <a:moveTo>
                  <a:pt x="239105" y="53806"/>
                </a:moveTo>
                <a:lnTo>
                  <a:pt x="237437" y="52105"/>
                </a:lnTo>
                <a:lnTo>
                  <a:pt x="237437" y="48869"/>
                </a:lnTo>
                <a:lnTo>
                  <a:pt x="239705" y="46568"/>
                </a:lnTo>
                <a:lnTo>
                  <a:pt x="242073" y="46568"/>
                </a:lnTo>
                <a:lnTo>
                  <a:pt x="239105" y="49570"/>
                </a:lnTo>
                <a:lnTo>
                  <a:pt x="239105" y="53806"/>
                </a:lnTo>
                <a:close/>
                <a:moveTo>
                  <a:pt x="236870" y="39696"/>
                </a:moveTo>
                <a:lnTo>
                  <a:pt x="233601" y="39696"/>
                </a:lnTo>
                <a:lnTo>
                  <a:pt x="231332" y="37394"/>
                </a:lnTo>
                <a:lnTo>
                  <a:pt x="231332" y="35026"/>
                </a:lnTo>
                <a:lnTo>
                  <a:pt x="234301" y="38028"/>
                </a:lnTo>
                <a:lnTo>
                  <a:pt x="238538" y="38028"/>
                </a:lnTo>
                <a:close/>
                <a:moveTo>
                  <a:pt x="231332" y="27654"/>
                </a:moveTo>
                <a:lnTo>
                  <a:pt x="234635" y="24352"/>
                </a:lnTo>
                <a:lnTo>
                  <a:pt x="239338" y="24352"/>
                </a:lnTo>
                <a:lnTo>
                  <a:pt x="240873" y="25886"/>
                </a:lnTo>
                <a:lnTo>
                  <a:pt x="235269" y="25886"/>
                </a:lnTo>
                <a:lnTo>
                  <a:pt x="231332" y="29822"/>
                </a:lnTo>
                <a:lnTo>
                  <a:pt x="231332" y="27654"/>
                </a:lnTo>
                <a:close/>
                <a:moveTo>
                  <a:pt x="239105" y="18948"/>
                </a:moveTo>
                <a:lnTo>
                  <a:pt x="239105" y="23017"/>
                </a:lnTo>
                <a:lnTo>
                  <a:pt x="237437" y="21316"/>
                </a:lnTo>
                <a:lnTo>
                  <a:pt x="237437" y="18081"/>
                </a:lnTo>
                <a:lnTo>
                  <a:pt x="239705" y="15779"/>
                </a:lnTo>
                <a:lnTo>
                  <a:pt x="242073" y="15779"/>
                </a:lnTo>
                <a:lnTo>
                  <a:pt x="239205" y="18648"/>
                </a:lnTo>
                <a:close/>
                <a:moveTo>
                  <a:pt x="239705" y="15012"/>
                </a:moveTo>
                <a:lnTo>
                  <a:pt x="237437" y="12710"/>
                </a:lnTo>
                <a:lnTo>
                  <a:pt x="237437" y="9441"/>
                </a:lnTo>
                <a:lnTo>
                  <a:pt x="239105" y="7773"/>
                </a:lnTo>
                <a:lnTo>
                  <a:pt x="239105" y="12010"/>
                </a:lnTo>
                <a:lnTo>
                  <a:pt x="242073" y="15012"/>
                </a:lnTo>
                <a:close/>
                <a:moveTo>
                  <a:pt x="236870" y="8907"/>
                </a:moveTo>
                <a:lnTo>
                  <a:pt x="233601" y="8907"/>
                </a:lnTo>
                <a:lnTo>
                  <a:pt x="231332" y="6606"/>
                </a:lnTo>
                <a:lnTo>
                  <a:pt x="231332" y="4237"/>
                </a:lnTo>
                <a:lnTo>
                  <a:pt x="234301" y="7206"/>
                </a:lnTo>
                <a:lnTo>
                  <a:pt x="238538" y="7206"/>
                </a:lnTo>
                <a:close/>
                <a:moveTo>
                  <a:pt x="230532" y="3103"/>
                </a:moveTo>
                <a:lnTo>
                  <a:pt x="227229" y="6439"/>
                </a:lnTo>
                <a:lnTo>
                  <a:pt x="222526" y="6439"/>
                </a:lnTo>
                <a:lnTo>
                  <a:pt x="220992" y="4904"/>
                </a:lnTo>
                <a:lnTo>
                  <a:pt x="226596" y="4904"/>
                </a:lnTo>
                <a:lnTo>
                  <a:pt x="230532" y="935"/>
                </a:lnTo>
                <a:close/>
                <a:moveTo>
                  <a:pt x="219657" y="10709"/>
                </a:moveTo>
                <a:lnTo>
                  <a:pt x="215921" y="14445"/>
                </a:lnTo>
                <a:lnTo>
                  <a:pt x="215921" y="6672"/>
                </a:lnTo>
                <a:lnTo>
                  <a:pt x="217623" y="5004"/>
                </a:lnTo>
                <a:lnTo>
                  <a:pt x="219657" y="5004"/>
                </a:lnTo>
                <a:lnTo>
                  <a:pt x="219657" y="10709"/>
                </a:lnTo>
                <a:close/>
                <a:moveTo>
                  <a:pt x="215121" y="14445"/>
                </a:moveTo>
                <a:lnTo>
                  <a:pt x="211418" y="10709"/>
                </a:lnTo>
                <a:lnTo>
                  <a:pt x="211418" y="5004"/>
                </a:lnTo>
                <a:lnTo>
                  <a:pt x="213453" y="5004"/>
                </a:lnTo>
                <a:lnTo>
                  <a:pt x="215121" y="6672"/>
                </a:lnTo>
                <a:lnTo>
                  <a:pt x="215121" y="14445"/>
                </a:lnTo>
                <a:close/>
                <a:moveTo>
                  <a:pt x="208549" y="6439"/>
                </a:moveTo>
                <a:lnTo>
                  <a:pt x="203846" y="6439"/>
                </a:lnTo>
                <a:lnTo>
                  <a:pt x="200544" y="3103"/>
                </a:lnTo>
                <a:lnTo>
                  <a:pt x="200544" y="935"/>
                </a:lnTo>
                <a:lnTo>
                  <a:pt x="204480" y="4904"/>
                </a:lnTo>
                <a:lnTo>
                  <a:pt x="210084" y="4904"/>
                </a:lnTo>
                <a:close/>
                <a:moveTo>
                  <a:pt x="199743" y="3103"/>
                </a:moveTo>
                <a:lnTo>
                  <a:pt x="196441" y="6439"/>
                </a:lnTo>
                <a:lnTo>
                  <a:pt x="191737" y="6439"/>
                </a:lnTo>
                <a:lnTo>
                  <a:pt x="190203" y="4904"/>
                </a:lnTo>
                <a:lnTo>
                  <a:pt x="195807" y="4904"/>
                </a:lnTo>
                <a:lnTo>
                  <a:pt x="199743" y="935"/>
                </a:lnTo>
                <a:close/>
                <a:moveTo>
                  <a:pt x="188869" y="10709"/>
                </a:moveTo>
                <a:lnTo>
                  <a:pt x="185133" y="14445"/>
                </a:lnTo>
                <a:lnTo>
                  <a:pt x="185133" y="6672"/>
                </a:lnTo>
                <a:lnTo>
                  <a:pt x="186801" y="5004"/>
                </a:lnTo>
                <a:lnTo>
                  <a:pt x="188835" y="5004"/>
                </a:lnTo>
                <a:lnTo>
                  <a:pt x="188835" y="10709"/>
                </a:lnTo>
                <a:close/>
                <a:moveTo>
                  <a:pt x="184332" y="14445"/>
                </a:moveTo>
                <a:lnTo>
                  <a:pt x="180629" y="10709"/>
                </a:lnTo>
                <a:lnTo>
                  <a:pt x="180629" y="5004"/>
                </a:lnTo>
                <a:lnTo>
                  <a:pt x="182664" y="5004"/>
                </a:lnTo>
                <a:lnTo>
                  <a:pt x="184332" y="6672"/>
                </a:lnTo>
                <a:lnTo>
                  <a:pt x="184332" y="14445"/>
                </a:lnTo>
                <a:close/>
                <a:moveTo>
                  <a:pt x="177761" y="6439"/>
                </a:moveTo>
                <a:lnTo>
                  <a:pt x="173057" y="6439"/>
                </a:lnTo>
                <a:lnTo>
                  <a:pt x="169755" y="3103"/>
                </a:lnTo>
                <a:lnTo>
                  <a:pt x="169755" y="935"/>
                </a:lnTo>
                <a:lnTo>
                  <a:pt x="173691" y="4904"/>
                </a:lnTo>
                <a:lnTo>
                  <a:pt x="179262" y="4904"/>
                </a:lnTo>
                <a:close/>
                <a:moveTo>
                  <a:pt x="168954" y="3103"/>
                </a:moveTo>
                <a:lnTo>
                  <a:pt x="165619" y="6439"/>
                </a:lnTo>
                <a:lnTo>
                  <a:pt x="160949" y="6439"/>
                </a:lnTo>
                <a:lnTo>
                  <a:pt x="159414" y="4904"/>
                </a:lnTo>
                <a:lnTo>
                  <a:pt x="164985" y="4904"/>
                </a:lnTo>
                <a:lnTo>
                  <a:pt x="168954" y="935"/>
                </a:lnTo>
                <a:close/>
                <a:moveTo>
                  <a:pt x="158047" y="10709"/>
                </a:moveTo>
                <a:lnTo>
                  <a:pt x="154344" y="14445"/>
                </a:lnTo>
                <a:lnTo>
                  <a:pt x="154344" y="6672"/>
                </a:lnTo>
                <a:lnTo>
                  <a:pt x="156012" y="5004"/>
                </a:lnTo>
                <a:lnTo>
                  <a:pt x="158047" y="5004"/>
                </a:lnTo>
                <a:lnTo>
                  <a:pt x="158047" y="10709"/>
                </a:lnTo>
                <a:close/>
                <a:moveTo>
                  <a:pt x="153543" y="14445"/>
                </a:moveTo>
                <a:lnTo>
                  <a:pt x="149841" y="10709"/>
                </a:lnTo>
                <a:lnTo>
                  <a:pt x="149841" y="5004"/>
                </a:lnTo>
                <a:lnTo>
                  <a:pt x="151876" y="5004"/>
                </a:lnTo>
                <a:lnTo>
                  <a:pt x="153543" y="6672"/>
                </a:lnTo>
                <a:lnTo>
                  <a:pt x="153543" y="14445"/>
                </a:lnTo>
                <a:close/>
                <a:moveTo>
                  <a:pt x="146939" y="6439"/>
                </a:moveTo>
                <a:lnTo>
                  <a:pt x="142269" y="6439"/>
                </a:lnTo>
                <a:lnTo>
                  <a:pt x="138933" y="3103"/>
                </a:lnTo>
                <a:lnTo>
                  <a:pt x="138933" y="935"/>
                </a:lnTo>
                <a:lnTo>
                  <a:pt x="142903" y="4904"/>
                </a:lnTo>
                <a:lnTo>
                  <a:pt x="148473" y="4904"/>
                </a:lnTo>
                <a:close/>
                <a:moveTo>
                  <a:pt x="138166" y="3103"/>
                </a:moveTo>
                <a:lnTo>
                  <a:pt x="134830" y="6439"/>
                </a:lnTo>
                <a:lnTo>
                  <a:pt x="130160" y="6439"/>
                </a:lnTo>
                <a:lnTo>
                  <a:pt x="128626" y="4904"/>
                </a:lnTo>
                <a:lnTo>
                  <a:pt x="134196" y="4904"/>
                </a:lnTo>
                <a:lnTo>
                  <a:pt x="138166" y="935"/>
                </a:lnTo>
                <a:close/>
                <a:moveTo>
                  <a:pt x="127258" y="10709"/>
                </a:moveTo>
                <a:lnTo>
                  <a:pt x="123555" y="14445"/>
                </a:lnTo>
                <a:lnTo>
                  <a:pt x="123555" y="6672"/>
                </a:lnTo>
                <a:lnTo>
                  <a:pt x="125223" y="5004"/>
                </a:lnTo>
                <a:lnTo>
                  <a:pt x="127258" y="5004"/>
                </a:lnTo>
                <a:close/>
                <a:moveTo>
                  <a:pt x="122755" y="14445"/>
                </a:moveTo>
                <a:lnTo>
                  <a:pt x="119052" y="10709"/>
                </a:lnTo>
                <a:lnTo>
                  <a:pt x="119052" y="5004"/>
                </a:lnTo>
                <a:lnTo>
                  <a:pt x="121087" y="5004"/>
                </a:lnTo>
                <a:lnTo>
                  <a:pt x="122755" y="6672"/>
                </a:lnTo>
                <a:close/>
                <a:moveTo>
                  <a:pt x="116150" y="6439"/>
                </a:moveTo>
                <a:lnTo>
                  <a:pt x="111480" y="6439"/>
                </a:lnTo>
                <a:lnTo>
                  <a:pt x="108144" y="3103"/>
                </a:lnTo>
                <a:lnTo>
                  <a:pt x="108144" y="935"/>
                </a:lnTo>
                <a:lnTo>
                  <a:pt x="112114" y="4904"/>
                </a:lnTo>
                <a:lnTo>
                  <a:pt x="117685" y="4904"/>
                </a:lnTo>
                <a:close/>
                <a:moveTo>
                  <a:pt x="107377" y="3103"/>
                </a:moveTo>
                <a:lnTo>
                  <a:pt x="104041" y="6439"/>
                </a:lnTo>
                <a:lnTo>
                  <a:pt x="99371" y="6439"/>
                </a:lnTo>
                <a:lnTo>
                  <a:pt x="97837" y="4904"/>
                </a:lnTo>
                <a:lnTo>
                  <a:pt x="103408" y="4904"/>
                </a:lnTo>
                <a:lnTo>
                  <a:pt x="107377" y="935"/>
                </a:lnTo>
                <a:lnTo>
                  <a:pt x="107377" y="3103"/>
                </a:lnTo>
                <a:close/>
                <a:moveTo>
                  <a:pt x="96469" y="10709"/>
                </a:moveTo>
                <a:lnTo>
                  <a:pt x="92767" y="14445"/>
                </a:lnTo>
                <a:lnTo>
                  <a:pt x="92767" y="6672"/>
                </a:lnTo>
                <a:lnTo>
                  <a:pt x="94435" y="5004"/>
                </a:lnTo>
                <a:lnTo>
                  <a:pt x="96469" y="5004"/>
                </a:lnTo>
                <a:close/>
                <a:moveTo>
                  <a:pt x="91966" y="14445"/>
                </a:moveTo>
                <a:lnTo>
                  <a:pt x="88264" y="10709"/>
                </a:lnTo>
                <a:lnTo>
                  <a:pt x="88264" y="5004"/>
                </a:lnTo>
                <a:lnTo>
                  <a:pt x="90298" y="5004"/>
                </a:lnTo>
                <a:lnTo>
                  <a:pt x="91966" y="6672"/>
                </a:lnTo>
                <a:close/>
                <a:moveTo>
                  <a:pt x="85361" y="6439"/>
                </a:moveTo>
                <a:lnTo>
                  <a:pt x="80691" y="6439"/>
                </a:lnTo>
                <a:lnTo>
                  <a:pt x="77356" y="3103"/>
                </a:lnTo>
                <a:lnTo>
                  <a:pt x="77356" y="935"/>
                </a:lnTo>
                <a:lnTo>
                  <a:pt x="81325" y="4904"/>
                </a:lnTo>
                <a:lnTo>
                  <a:pt x="86896" y="4904"/>
                </a:lnTo>
                <a:close/>
                <a:moveTo>
                  <a:pt x="76589" y="3103"/>
                </a:moveTo>
                <a:lnTo>
                  <a:pt x="73253" y="6439"/>
                </a:lnTo>
                <a:lnTo>
                  <a:pt x="68583" y="6439"/>
                </a:lnTo>
                <a:lnTo>
                  <a:pt x="67048" y="4904"/>
                </a:lnTo>
                <a:lnTo>
                  <a:pt x="72619" y="4904"/>
                </a:lnTo>
                <a:lnTo>
                  <a:pt x="76589" y="935"/>
                </a:lnTo>
                <a:close/>
                <a:moveTo>
                  <a:pt x="65681" y="10709"/>
                </a:moveTo>
                <a:lnTo>
                  <a:pt x="61978" y="14445"/>
                </a:lnTo>
                <a:lnTo>
                  <a:pt x="61978" y="6672"/>
                </a:lnTo>
                <a:lnTo>
                  <a:pt x="63646" y="5004"/>
                </a:lnTo>
                <a:lnTo>
                  <a:pt x="65681" y="5004"/>
                </a:lnTo>
                <a:close/>
                <a:moveTo>
                  <a:pt x="61178" y="14445"/>
                </a:moveTo>
                <a:lnTo>
                  <a:pt x="57475" y="10709"/>
                </a:lnTo>
                <a:lnTo>
                  <a:pt x="57475" y="5004"/>
                </a:lnTo>
                <a:lnTo>
                  <a:pt x="59510" y="5004"/>
                </a:lnTo>
                <a:lnTo>
                  <a:pt x="61178" y="6672"/>
                </a:lnTo>
                <a:close/>
                <a:moveTo>
                  <a:pt x="54573" y="6439"/>
                </a:moveTo>
                <a:lnTo>
                  <a:pt x="49903" y="6439"/>
                </a:lnTo>
                <a:lnTo>
                  <a:pt x="46567" y="3103"/>
                </a:lnTo>
                <a:lnTo>
                  <a:pt x="46567" y="935"/>
                </a:lnTo>
                <a:lnTo>
                  <a:pt x="50537" y="4904"/>
                </a:lnTo>
                <a:lnTo>
                  <a:pt x="56107" y="4904"/>
                </a:lnTo>
                <a:close/>
                <a:moveTo>
                  <a:pt x="45767" y="3103"/>
                </a:moveTo>
                <a:lnTo>
                  <a:pt x="42464" y="6439"/>
                </a:lnTo>
                <a:lnTo>
                  <a:pt x="37761" y="6439"/>
                </a:lnTo>
                <a:lnTo>
                  <a:pt x="36226" y="4904"/>
                </a:lnTo>
                <a:lnTo>
                  <a:pt x="41830" y="4904"/>
                </a:lnTo>
                <a:lnTo>
                  <a:pt x="45767" y="935"/>
                </a:lnTo>
                <a:lnTo>
                  <a:pt x="45767" y="3103"/>
                </a:lnTo>
                <a:close/>
                <a:moveTo>
                  <a:pt x="34892" y="10709"/>
                </a:moveTo>
                <a:lnTo>
                  <a:pt x="31189" y="14445"/>
                </a:lnTo>
                <a:lnTo>
                  <a:pt x="31189" y="6672"/>
                </a:lnTo>
                <a:lnTo>
                  <a:pt x="32857" y="5004"/>
                </a:lnTo>
                <a:lnTo>
                  <a:pt x="34892" y="5004"/>
                </a:lnTo>
                <a:close/>
                <a:moveTo>
                  <a:pt x="30389" y="14445"/>
                </a:moveTo>
                <a:lnTo>
                  <a:pt x="26653" y="10709"/>
                </a:lnTo>
                <a:lnTo>
                  <a:pt x="26653" y="5004"/>
                </a:lnTo>
                <a:lnTo>
                  <a:pt x="28721" y="5004"/>
                </a:lnTo>
                <a:lnTo>
                  <a:pt x="30389" y="6672"/>
                </a:lnTo>
                <a:lnTo>
                  <a:pt x="30389" y="14445"/>
                </a:lnTo>
                <a:close/>
                <a:moveTo>
                  <a:pt x="23784" y="6439"/>
                </a:moveTo>
                <a:lnTo>
                  <a:pt x="19081" y="6439"/>
                </a:lnTo>
                <a:lnTo>
                  <a:pt x="15778" y="3103"/>
                </a:lnTo>
                <a:lnTo>
                  <a:pt x="15778" y="935"/>
                </a:lnTo>
                <a:lnTo>
                  <a:pt x="19715" y="4904"/>
                </a:lnTo>
                <a:lnTo>
                  <a:pt x="25319" y="4904"/>
                </a:lnTo>
                <a:close/>
                <a:moveTo>
                  <a:pt x="14978" y="3103"/>
                </a:moveTo>
                <a:lnTo>
                  <a:pt x="11675" y="6439"/>
                </a:lnTo>
                <a:lnTo>
                  <a:pt x="6972" y="6439"/>
                </a:lnTo>
                <a:lnTo>
                  <a:pt x="5438" y="4904"/>
                </a:lnTo>
                <a:lnTo>
                  <a:pt x="11042" y="4904"/>
                </a:lnTo>
                <a:lnTo>
                  <a:pt x="14978" y="935"/>
                </a:lnTo>
                <a:lnTo>
                  <a:pt x="14978" y="3103"/>
                </a:lnTo>
                <a:close/>
                <a:moveTo>
                  <a:pt x="4904" y="5471"/>
                </a:moveTo>
                <a:lnTo>
                  <a:pt x="6405" y="6973"/>
                </a:lnTo>
                <a:lnTo>
                  <a:pt x="6405" y="11676"/>
                </a:lnTo>
                <a:lnTo>
                  <a:pt x="3103" y="15012"/>
                </a:lnTo>
                <a:lnTo>
                  <a:pt x="934" y="15012"/>
                </a:lnTo>
                <a:lnTo>
                  <a:pt x="4904" y="11042"/>
                </a:lnTo>
                <a:close/>
                <a:moveTo>
                  <a:pt x="3103" y="15779"/>
                </a:moveTo>
                <a:lnTo>
                  <a:pt x="6438" y="19115"/>
                </a:lnTo>
                <a:lnTo>
                  <a:pt x="6438" y="23785"/>
                </a:lnTo>
                <a:lnTo>
                  <a:pt x="4904" y="25319"/>
                </a:lnTo>
                <a:lnTo>
                  <a:pt x="4904" y="19748"/>
                </a:lnTo>
                <a:lnTo>
                  <a:pt x="934" y="15779"/>
                </a:lnTo>
                <a:lnTo>
                  <a:pt x="3103" y="15779"/>
                </a:lnTo>
                <a:close/>
                <a:moveTo>
                  <a:pt x="5004" y="26687"/>
                </a:moveTo>
                <a:lnTo>
                  <a:pt x="10708" y="26687"/>
                </a:lnTo>
                <a:lnTo>
                  <a:pt x="14444" y="30389"/>
                </a:lnTo>
                <a:lnTo>
                  <a:pt x="6672" y="30389"/>
                </a:lnTo>
                <a:lnTo>
                  <a:pt x="5004" y="28721"/>
                </a:lnTo>
                <a:close/>
                <a:moveTo>
                  <a:pt x="14444" y="31190"/>
                </a:moveTo>
                <a:lnTo>
                  <a:pt x="10708" y="34893"/>
                </a:lnTo>
                <a:lnTo>
                  <a:pt x="5004" y="34893"/>
                </a:lnTo>
                <a:lnTo>
                  <a:pt x="5004" y="32858"/>
                </a:lnTo>
                <a:lnTo>
                  <a:pt x="6672" y="31190"/>
                </a:lnTo>
                <a:close/>
                <a:moveTo>
                  <a:pt x="4904" y="36260"/>
                </a:moveTo>
                <a:lnTo>
                  <a:pt x="6405" y="37795"/>
                </a:lnTo>
                <a:lnTo>
                  <a:pt x="6405" y="42465"/>
                </a:lnTo>
                <a:lnTo>
                  <a:pt x="3103" y="45800"/>
                </a:lnTo>
                <a:lnTo>
                  <a:pt x="934" y="45800"/>
                </a:lnTo>
                <a:lnTo>
                  <a:pt x="4904" y="41831"/>
                </a:lnTo>
                <a:close/>
                <a:moveTo>
                  <a:pt x="3103" y="46568"/>
                </a:moveTo>
                <a:lnTo>
                  <a:pt x="6438" y="49903"/>
                </a:lnTo>
                <a:lnTo>
                  <a:pt x="6438" y="54573"/>
                </a:lnTo>
                <a:lnTo>
                  <a:pt x="4904" y="56108"/>
                </a:lnTo>
                <a:lnTo>
                  <a:pt x="4904" y="50537"/>
                </a:lnTo>
                <a:lnTo>
                  <a:pt x="934" y="46568"/>
                </a:lnTo>
                <a:close/>
                <a:moveTo>
                  <a:pt x="5004" y="57475"/>
                </a:moveTo>
                <a:lnTo>
                  <a:pt x="10708" y="57475"/>
                </a:lnTo>
                <a:lnTo>
                  <a:pt x="14444" y="61178"/>
                </a:lnTo>
                <a:lnTo>
                  <a:pt x="6672" y="61178"/>
                </a:lnTo>
                <a:lnTo>
                  <a:pt x="5004" y="59510"/>
                </a:lnTo>
                <a:close/>
                <a:moveTo>
                  <a:pt x="14444" y="61979"/>
                </a:moveTo>
                <a:lnTo>
                  <a:pt x="10708" y="65681"/>
                </a:lnTo>
                <a:lnTo>
                  <a:pt x="5004" y="65681"/>
                </a:lnTo>
                <a:lnTo>
                  <a:pt x="5004" y="63646"/>
                </a:lnTo>
                <a:lnTo>
                  <a:pt x="6672" y="61979"/>
                </a:lnTo>
                <a:close/>
                <a:moveTo>
                  <a:pt x="4904" y="67049"/>
                </a:moveTo>
                <a:lnTo>
                  <a:pt x="6405" y="68583"/>
                </a:lnTo>
                <a:lnTo>
                  <a:pt x="6405" y="73253"/>
                </a:lnTo>
                <a:lnTo>
                  <a:pt x="3103" y="76589"/>
                </a:lnTo>
                <a:lnTo>
                  <a:pt x="934" y="76589"/>
                </a:lnTo>
                <a:lnTo>
                  <a:pt x="4904" y="72620"/>
                </a:lnTo>
                <a:close/>
                <a:moveTo>
                  <a:pt x="3103" y="77356"/>
                </a:moveTo>
                <a:lnTo>
                  <a:pt x="6438" y="80692"/>
                </a:lnTo>
                <a:lnTo>
                  <a:pt x="6438" y="85362"/>
                </a:lnTo>
                <a:lnTo>
                  <a:pt x="4904" y="86896"/>
                </a:lnTo>
                <a:lnTo>
                  <a:pt x="4904" y="81326"/>
                </a:lnTo>
                <a:lnTo>
                  <a:pt x="934" y="77356"/>
                </a:lnTo>
                <a:lnTo>
                  <a:pt x="3103" y="77356"/>
                </a:lnTo>
                <a:close/>
                <a:moveTo>
                  <a:pt x="5004" y="88264"/>
                </a:moveTo>
                <a:lnTo>
                  <a:pt x="10708" y="88264"/>
                </a:lnTo>
                <a:lnTo>
                  <a:pt x="14444" y="91967"/>
                </a:lnTo>
                <a:lnTo>
                  <a:pt x="6672" y="91967"/>
                </a:lnTo>
                <a:lnTo>
                  <a:pt x="5004" y="90299"/>
                </a:lnTo>
                <a:close/>
                <a:moveTo>
                  <a:pt x="14444" y="92767"/>
                </a:moveTo>
                <a:lnTo>
                  <a:pt x="10708" y="96470"/>
                </a:lnTo>
                <a:lnTo>
                  <a:pt x="5004" y="96470"/>
                </a:lnTo>
                <a:lnTo>
                  <a:pt x="5004" y="94435"/>
                </a:lnTo>
                <a:lnTo>
                  <a:pt x="6672" y="92767"/>
                </a:lnTo>
                <a:close/>
                <a:moveTo>
                  <a:pt x="4904" y="97838"/>
                </a:moveTo>
                <a:lnTo>
                  <a:pt x="6405" y="99372"/>
                </a:lnTo>
                <a:lnTo>
                  <a:pt x="6405" y="104042"/>
                </a:lnTo>
                <a:lnTo>
                  <a:pt x="3103" y="107378"/>
                </a:lnTo>
                <a:lnTo>
                  <a:pt x="934" y="107378"/>
                </a:lnTo>
                <a:lnTo>
                  <a:pt x="4904" y="103408"/>
                </a:lnTo>
                <a:close/>
                <a:moveTo>
                  <a:pt x="3103" y="108178"/>
                </a:moveTo>
                <a:lnTo>
                  <a:pt x="6438" y="111481"/>
                </a:lnTo>
                <a:lnTo>
                  <a:pt x="6438" y="116151"/>
                </a:lnTo>
                <a:lnTo>
                  <a:pt x="4904" y="117685"/>
                </a:lnTo>
                <a:lnTo>
                  <a:pt x="4904" y="112114"/>
                </a:lnTo>
                <a:lnTo>
                  <a:pt x="934" y="108178"/>
                </a:lnTo>
                <a:close/>
                <a:moveTo>
                  <a:pt x="6972" y="116718"/>
                </a:moveTo>
                <a:lnTo>
                  <a:pt x="11675" y="116718"/>
                </a:lnTo>
                <a:lnTo>
                  <a:pt x="14978" y="120054"/>
                </a:lnTo>
                <a:lnTo>
                  <a:pt x="14978" y="122222"/>
                </a:lnTo>
                <a:lnTo>
                  <a:pt x="11042" y="118252"/>
                </a:lnTo>
                <a:lnTo>
                  <a:pt x="5438" y="118252"/>
                </a:lnTo>
                <a:close/>
                <a:moveTo>
                  <a:pt x="15778" y="120054"/>
                </a:moveTo>
                <a:lnTo>
                  <a:pt x="19081" y="116718"/>
                </a:lnTo>
                <a:lnTo>
                  <a:pt x="23784" y="116718"/>
                </a:lnTo>
                <a:lnTo>
                  <a:pt x="25319" y="118252"/>
                </a:lnTo>
                <a:lnTo>
                  <a:pt x="19748" y="118252"/>
                </a:lnTo>
                <a:lnTo>
                  <a:pt x="15778" y="122222"/>
                </a:lnTo>
                <a:lnTo>
                  <a:pt x="15778" y="120054"/>
                </a:lnTo>
                <a:close/>
                <a:moveTo>
                  <a:pt x="26653" y="112448"/>
                </a:moveTo>
                <a:lnTo>
                  <a:pt x="30389" y="108712"/>
                </a:lnTo>
                <a:lnTo>
                  <a:pt x="30389" y="116484"/>
                </a:lnTo>
                <a:lnTo>
                  <a:pt x="28688" y="118152"/>
                </a:lnTo>
                <a:lnTo>
                  <a:pt x="26653" y="118152"/>
                </a:lnTo>
                <a:lnTo>
                  <a:pt x="26653" y="112448"/>
                </a:lnTo>
                <a:close/>
                <a:moveTo>
                  <a:pt x="31189" y="108712"/>
                </a:moveTo>
                <a:lnTo>
                  <a:pt x="34892" y="112448"/>
                </a:lnTo>
                <a:lnTo>
                  <a:pt x="34892" y="118152"/>
                </a:lnTo>
                <a:lnTo>
                  <a:pt x="32857" y="118152"/>
                </a:lnTo>
                <a:lnTo>
                  <a:pt x="31189" y="116484"/>
                </a:lnTo>
                <a:close/>
                <a:moveTo>
                  <a:pt x="37761" y="116718"/>
                </a:moveTo>
                <a:lnTo>
                  <a:pt x="42464" y="116718"/>
                </a:lnTo>
                <a:lnTo>
                  <a:pt x="45767" y="120054"/>
                </a:lnTo>
                <a:lnTo>
                  <a:pt x="45767" y="122222"/>
                </a:lnTo>
                <a:lnTo>
                  <a:pt x="41830" y="118252"/>
                </a:lnTo>
                <a:lnTo>
                  <a:pt x="36226" y="118252"/>
                </a:lnTo>
                <a:close/>
                <a:moveTo>
                  <a:pt x="46567" y="120054"/>
                </a:moveTo>
                <a:lnTo>
                  <a:pt x="49903" y="116718"/>
                </a:lnTo>
                <a:lnTo>
                  <a:pt x="54573" y="116718"/>
                </a:lnTo>
                <a:lnTo>
                  <a:pt x="56107" y="118252"/>
                </a:lnTo>
                <a:lnTo>
                  <a:pt x="50537" y="118252"/>
                </a:lnTo>
                <a:lnTo>
                  <a:pt x="46567" y="122222"/>
                </a:lnTo>
                <a:close/>
                <a:moveTo>
                  <a:pt x="57475" y="112448"/>
                </a:moveTo>
                <a:lnTo>
                  <a:pt x="61178" y="108712"/>
                </a:lnTo>
                <a:lnTo>
                  <a:pt x="61178" y="116484"/>
                </a:lnTo>
                <a:lnTo>
                  <a:pt x="59510" y="118152"/>
                </a:lnTo>
                <a:lnTo>
                  <a:pt x="57475" y="118152"/>
                </a:lnTo>
                <a:close/>
                <a:moveTo>
                  <a:pt x="61978" y="108712"/>
                </a:moveTo>
                <a:lnTo>
                  <a:pt x="65681" y="112448"/>
                </a:lnTo>
                <a:lnTo>
                  <a:pt x="65681" y="118152"/>
                </a:lnTo>
                <a:lnTo>
                  <a:pt x="63646" y="118152"/>
                </a:lnTo>
                <a:lnTo>
                  <a:pt x="61978" y="116484"/>
                </a:lnTo>
                <a:close/>
                <a:moveTo>
                  <a:pt x="68583" y="116718"/>
                </a:moveTo>
                <a:lnTo>
                  <a:pt x="73253" y="116718"/>
                </a:lnTo>
                <a:lnTo>
                  <a:pt x="76555" y="120054"/>
                </a:lnTo>
                <a:lnTo>
                  <a:pt x="76555" y="122222"/>
                </a:lnTo>
                <a:lnTo>
                  <a:pt x="72619" y="118252"/>
                </a:lnTo>
                <a:lnTo>
                  <a:pt x="67048" y="118252"/>
                </a:lnTo>
                <a:close/>
                <a:moveTo>
                  <a:pt x="77356" y="120054"/>
                </a:moveTo>
                <a:lnTo>
                  <a:pt x="80691" y="116718"/>
                </a:lnTo>
                <a:lnTo>
                  <a:pt x="85361" y="116718"/>
                </a:lnTo>
                <a:lnTo>
                  <a:pt x="86896" y="118252"/>
                </a:lnTo>
                <a:lnTo>
                  <a:pt x="81325" y="118252"/>
                </a:lnTo>
                <a:lnTo>
                  <a:pt x="77356" y="122222"/>
                </a:lnTo>
                <a:lnTo>
                  <a:pt x="77356" y="120054"/>
                </a:lnTo>
                <a:close/>
                <a:moveTo>
                  <a:pt x="88264" y="112448"/>
                </a:moveTo>
                <a:lnTo>
                  <a:pt x="91966" y="108712"/>
                </a:lnTo>
                <a:lnTo>
                  <a:pt x="91966" y="116484"/>
                </a:lnTo>
                <a:lnTo>
                  <a:pt x="90298" y="118152"/>
                </a:lnTo>
                <a:lnTo>
                  <a:pt x="88264" y="118152"/>
                </a:lnTo>
                <a:close/>
                <a:moveTo>
                  <a:pt x="92767" y="108712"/>
                </a:moveTo>
                <a:lnTo>
                  <a:pt x="96469" y="112448"/>
                </a:lnTo>
                <a:lnTo>
                  <a:pt x="96469" y="118152"/>
                </a:lnTo>
                <a:lnTo>
                  <a:pt x="94435" y="118152"/>
                </a:lnTo>
                <a:lnTo>
                  <a:pt x="92767" y="116484"/>
                </a:lnTo>
                <a:close/>
                <a:moveTo>
                  <a:pt x="99371" y="116718"/>
                </a:moveTo>
                <a:lnTo>
                  <a:pt x="104041" y="116718"/>
                </a:lnTo>
                <a:lnTo>
                  <a:pt x="107377" y="120054"/>
                </a:lnTo>
                <a:lnTo>
                  <a:pt x="107377" y="122222"/>
                </a:lnTo>
                <a:lnTo>
                  <a:pt x="103408" y="118252"/>
                </a:lnTo>
                <a:lnTo>
                  <a:pt x="97837" y="118252"/>
                </a:lnTo>
                <a:close/>
                <a:moveTo>
                  <a:pt x="108144" y="120054"/>
                </a:moveTo>
                <a:lnTo>
                  <a:pt x="111480" y="116718"/>
                </a:lnTo>
                <a:lnTo>
                  <a:pt x="116150" y="116718"/>
                </a:lnTo>
                <a:lnTo>
                  <a:pt x="117685" y="118252"/>
                </a:lnTo>
                <a:lnTo>
                  <a:pt x="112114" y="118252"/>
                </a:lnTo>
                <a:lnTo>
                  <a:pt x="108144" y="122222"/>
                </a:lnTo>
                <a:lnTo>
                  <a:pt x="108144" y="120054"/>
                </a:lnTo>
                <a:close/>
                <a:moveTo>
                  <a:pt x="119052" y="112448"/>
                </a:moveTo>
                <a:lnTo>
                  <a:pt x="122755" y="108712"/>
                </a:lnTo>
                <a:lnTo>
                  <a:pt x="122755" y="116484"/>
                </a:lnTo>
                <a:lnTo>
                  <a:pt x="121087" y="118152"/>
                </a:lnTo>
                <a:lnTo>
                  <a:pt x="119052" y="118152"/>
                </a:lnTo>
                <a:close/>
                <a:moveTo>
                  <a:pt x="123555" y="108712"/>
                </a:moveTo>
                <a:lnTo>
                  <a:pt x="127258" y="112448"/>
                </a:lnTo>
                <a:lnTo>
                  <a:pt x="127258" y="118152"/>
                </a:lnTo>
                <a:lnTo>
                  <a:pt x="125223" y="118152"/>
                </a:lnTo>
                <a:lnTo>
                  <a:pt x="123555" y="116484"/>
                </a:lnTo>
                <a:lnTo>
                  <a:pt x="123555" y="108712"/>
                </a:lnTo>
                <a:close/>
                <a:moveTo>
                  <a:pt x="130160" y="116718"/>
                </a:moveTo>
                <a:lnTo>
                  <a:pt x="134830" y="116718"/>
                </a:lnTo>
                <a:lnTo>
                  <a:pt x="138166" y="120054"/>
                </a:lnTo>
                <a:lnTo>
                  <a:pt x="138166" y="122222"/>
                </a:lnTo>
                <a:lnTo>
                  <a:pt x="134196" y="118252"/>
                </a:lnTo>
                <a:lnTo>
                  <a:pt x="128626" y="118252"/>
                </a:lnTo>
                <a:close/>
                <a:moveTo>
                  <a:pt x="138933" y="120054"/>
                </a:moveTo>
                <a:lnTo>
                  <a:pt x="142269" y="116718"/>
                </a:lnTo>
                <a:lnTo>
                  <a:pt x="146939" y="116718"/>
                </a:lnTo>
                <a:lnTo>
                  <a:pt x="148473" y="118252"/>
                </a:lnTo>
                <a:lnTo>
                  <a:pt x="142903" y="118252"/>
                </a:lnTo>
                <a:lnTo>
                  <a:pt x="138933" y="122222"/>
                </a:lnTo>
                <a:close/>
                <a:moveTo>
                  <a:pt x="149841" y="112448"/>
                </a:moveTo>
                <a:lnTo>
                  <a:pt x="153543" y="108712"/>
                </a:lnTo>
                <a:lnTo>
                  <a:pt x="153543" y="116484"/>
                </a:lnTo>
                <a:lnTo>
                  <a:pt x="151876" y="118152"/>
                </a:lnTo>
                <a:lnTo>
                  <a:pt x="149841" y="118152"/>
                </a:lnTo>
                <a:lnTo>
                  <a:pt x="149841" y="112448"/>
                </a:lnTo>
                <a:close/>
                <a:moveTo>
                  <a:pt x="154344" y="108712"/>
                </a:moveTo>
                <a:lnTo>
                  <a:pt x="158047" y="112448"/>
                </a:lnTo>
                <a:lnTo>
                  <a:pt x="158047" y="118152"/>
                </a:lnTo>
                <a:lnTo>
                  <a:pt x="156012" y="118152"/>
                </a:lnTo>
                <a:lnTo>
                  <a:pt x="154344" y="116484"/>
                </a:lnTo>
                <a:lnTo>
                  <a:pt x="154344" y="108712"/>
                </a:lnTo>
                <a:close/>
                <a:moveTo>
                  <a:pt x="160949" y="116718"/>
                </a:moveTo>
                <a:lnTo>
                  <a:pt x="165619" y="116718"/>
                </a:lnTo>
                <a:lnTo>
                  <a:pt x="168954" y="120054"/>
                </a:lnTo>
                <a:lnTo>
                  <a:pt x="168954" y="122222"/>
                </a:lnTo>
                <a:lnTo>
                  <a:pt x="164985" y="118252"/>
                </a:lnTo>
                <a:lnTo>
                  <a:pt x="159414" y="118252"/>
                </a:lnTo>
                <a:close/>
                <a:moveTo>
                  <a:pt x="169755" y="120054"/>
                </a:moveTo>
                <a:lnTo>
                  <a:pt x="173057" y="116718"/>
                </a:lnTo>
                <a:lnTo>
                  <a:pt x="177761" y="116718"/>
                </a:lnTo>
                <a:lnTo>
                  <a:pt x="179262" y="118252"/>
                </a:lnTo>
                <a:lnTo>
                  <a:pt x="173691" y="118252"/>
                </a:lnTo>
                <a:lnTo>
                  <a:pt x="169755" y="122222"/>
                </a:lnTo>
                <a:close/>
                <a:moveTo>
                  <a:pt x="180629" y="112448"/>
                </a:moveTo>
                <a:lnTo>
                  <a:pt x="184332" y="108712"/>
                </a:lnTo>
                <a:lnTo>
                  <a:pt x="184332" y="116484"/>
                </a:lnTo>
                <a:lnTo>
                  <a:pt x="182664" y="118152"/>
                </a:lnTo>
                <a:lnTo>
                  <a:pt x="180629" y="118152"/>
                </a:lnTo>
                <a:lnTo>
                  <a:pt x="180629" y="112448"/>
                </a:lnTo>
                <a:close/>
                <a:moveTo>
                  <a:pt x="185133" y="108712"/>
                </a:moveTo>
                <a:lnTo>
                  <a:pt x="188869" y="112448"/>
                </a:lnTo>
                <a:lnTo>
                  <a:pt x="188869" y="118152"/>
                </a:lnTo>
                <a:lnTo>
                  <a:pt x="186801" y="118152"/>
                </a:lnTo>
                <a:lnTo>
                  <a:pt x="185133" y="116484"/>
                </a:lnTo>
                <a:lnTo>
                  <a:pt x="185133" y="108712"/>
                </a:lnTo>
                <a:close/>
                <a:moveTo>
                  <a:pt x="191737" y="116718"/>
                </a:moveTo>
                <a:lnTo>
                  <a:pt x="196441" y="116718"/>
                </a:lnTo>
                <a:lnTo>
                  <a:pt x="199743" y="120054"/>
                </a:lnTo>
                <a:lnTo>
                  <a:pt x="199743" y="122222"/>
                </a:lnTo>
                <a:lnTo>
                  <a:pt x="195807" y="118252"/>
                </a:lnTo>
                <a:lnTo>
                  <a:pt x="190203" y="118252"/>
                </a:lnTo>
                <a:close/>
                <a:moveTo>
                  <a:pt x="200544" y="120054"/>
                </a:moveTo>
                <a:lnTo>
                  <a:pt x="203846" y="116718"/>
                </a:lnTo>
                <a:lnTo>
                  <a:pt x="208549" y="116718"/>
                </a:lnTo>
                <a:lnTo>
                  <a:pt x="210084" y="118252"/>
                </a:lnTo>
                <a:lnTo>
                  <a:pt x="204480" y="118252"/>
                </a:lnTo>
                <a:lnTo>
                  <a:pt x="200544" y="122222"/>
                </a:lnTo>
                <a:close/>
                <a:moveTo>
                  <a:pt x="211418" y="112448"/>
                </a:moveTo>
                <a:lnTo>
                  <a:pt x="215154" y="108712"/>
                </a:lnTo>
                <a:lnTo>
                  <a:pt x="215154" y="116484"/>
                </a:lnTo>
                <a:lnTo>
                  <a:pt x="213453" y="118152"/>
                </a:lnTo>
                <a:lnTo>
                  <a:pt x="211418" y="118152"/>
                </a:lnTo>
                <a:lnTo>
                  <a:pt x="211418" y="112448"/>
                </a:lnTo>
                <a:close/>
                <a:moveTo>
                  <a:pt x="215921" y="108712"/>
                </a:moveTo>
                <a:lnTo>
                  <a:pt x="219657" y="112448"/>
                </a:lnTo>
                <a:lnTo>
                  <a:pt x="219657" y="118152"/>
                </a:lnTo>
                <a:lnTo>
                  <a:pt x="217623" y="118152"/>
                </a:lnTo>
                <a:lnTo>
                  <a:pt x="215921" y="116484"/>
                </a:lnTo>
                <a:lnTo>
                  <a:pt x="215921" y="108712"/>
                </a:lnTo>
                <a:close/>
                <a:moveTo>
                  <a:pt x="222526" y="116718"/>
                </a:moveTo>
                <a:lnTo>
                  <a:pt x="227229" y="116718"/>
                </a:lnTo>
                <a:lnTo>
                  <a:pt x="230532" y="120054"/>
                </a:lnTo>
                <a:lnTo>
                  <a:pt x="230532" y="122222"/>
                </a:lnTo>
                <a:lnTo>
                  <a:pt x="226596" y="118252"/>
                </a:lnTo>
                <a:lnTo>
                  <a:pt x="220992" y="118252"/>
                </a:lnTo>
                <a:close/>
                <a:moveTo>
                  <a:pt x="231332" y="120054"/>
                </a:moveTo>
                <a:lnTo>
                  <a:pt x="234635" y="116718"/>
                </a:lnTo>
                <a:lnTo>
                  <a:pt x="239338" y="116718"/>
                </a:lnTo>
                <a:lnTo>
                  <a:pt x="240873" y="118252"/>
                </a:lnTo>
                <a:lnTo>
                  <a:pt x="235269" y="118252"/>
                </a:lnTo>
                <a:lnTo>
                  <a:pt x="231332" y="122222"/>
                </a:lnTo>
                <a:lnTo>
                  <a:pt x="231332" y="120054"/>
                </a:lnTo>
                <a:close/>
                <a:moveTo>
                  <a:pt x="241406" y="117685"/>
                </a:moveTo>
                <a:lnTo>
                  <a:pt x="239905" y="116184"/>
                </a:lnTo>
                <a:lnTo>
                  <a:pt x="239905" y="111481"/>
                </a:lnTo>
                <a:lnTo>
                  <a:pt x="243208" y="108178"/>
                </a:lnTo>
                <a:lnTo>
                  <a:pt x="245376" y="108178"/>
                </a:lnTo>
                <a:lnTo>
                  <a:pt x="241406" y="112114"/>
                </a:lnTo>
                <a:lnTo>
                  <a:pt x="241406" y="117685"/>
                </a:lnTo>
                <a:close/>
                <a:moveTo>
                  <a:pt x="243208" y="107378"/>
                </a:moveTo>
                <a:lnTo>
                  <a:pt x="239872" y="104042"/>
                </a:lnTo>
                <a:lnTo>
                  <a:pt x="239872" y="99372"/>
                </a:lnTo>
                <a:lnTo>
                  <a:pt x="241406" y="97838"/>
                </a:lnTo>
                <a:lnTo>
                  <a:pt x="241406" y="103408"/>
                </a:lnTo>
                <a:lnTo>
                  <a:pt x="245376" y="107378"/>
                </a:lnTo>
                <a:lnTo>
                  <a:pt x="243208" y="107378"/>
                </a:lnTo>
                <a:close/>
                <a:moveTo>
                  <a:pt x="241306" y="96470"/>
                </a:moveTo>
                <a:lnTo>
                  <a:pt x="235602" y="96470"/>
                </a:lnTo>
                <a:lnTo>
                  <a:pt x="231866" y="92767"/>
                </a:lnTo>
                <a:lnTo>
                  <a:pt x="239638" y="92767"/>
                </a:lnTo>
                <a:lnTo>
                  <a:pt x="241306" y="94435"/>
                </a:lnTo>
                <a:lnTo>
                  <a:pt x="241306" y="96470"/>
                </a:lnTo>
                <a:close/>
                <a:moveTo>
                  <a:pt x="231866" y="91967"/>
                </a:moveTo>
                <a:lnTo>
                  <a:pt x="235602" y="88264"/>
                </a:lnTo>
                <a:lnTo>
                  <a:pt x="241306" y="88264"/>
                </a:lnTo>
                <a:lnTo>
                  <a:pt x="241306" y="90299"/>
                </a:lnTo>
                <a:lnTo>
                  <a:pt x="239638" y="91967"/>
                </a:lnTo>
                <a:close/>
                <a:moveTo>
                  <a:pt x="241406" y="86896"/>
                </a:moveTo>
                <a:lnTo>
                  <a:pt x="239905" y="85362"/>
                </a:lnTo>
                <a:lnTo>
                  <a:pt x="239905" y="80692"/>
                </a:lnTo>
                <a:lnTo>
                  <a:pt x="243208" y="77356"/>
                </a:lnTo>
                <a:lnTo>
                  <a:pt x="245376" y="77356"/>
                </a:lnTo>
                <a:lnTo>
                  <a:pt x="241406" y="81326"/>
                </a:lnTo>
                <a:lnTo>
                  <a:pt x="241406" y="86896"/>
                </a:lnTo>
                <a:close/>
                <a:moveTo>
                  <a:pt x="243208" y="76589"/>
                </a:moveTo>
                <a:lnTo>
                  <a:pt x="239872" y="73253"/>
                </a:lnTo>
                <a:lnTo>
                  <a:pt x="239872" y="68583"/>
                </a:lnTo>
                <a:lnTo>
                  <a:pt x="241406" y="67049"/>
                </a:lnTo>
                <a:lnTo>
                  <a:pt x="241406" y="72620"/>
                </a:lnTo>
                <a:lnTo>
                  <a:pt x="245376" y="76589"/>
                </a:lnTo>
                <a:lnTo>
                  <a:pt x="243208" y="76589"/>
                </a:lnTo>
                <a:close/>
                <a:moveTo>
                  <a:pt x="241306" y="65681"/>
                </a:moveTo>
                <a:lnTo>
                  <a:pt x="235602" y="65681"/>
                </a:lnTo>
                <a:lnTo>
                  <a:pt x="231866" y="61979"/>
                </a:lnTo>
                <a:lnTo>
                  <a:pt x="239638" y="61979"/>
                </a:lnTo>
                <a:lnTo>
                  <a:pt x="241306" y="63646"/>
                </a:lnTo>
                <a:lnTo>
                  <a:pt x="241306" y="65681"/>
                </a:lnTo>
                <a:close/>
                <a:moveTo>
                  <a:pt x="231866" y="61178"/>
                </a:moveTo>
                <a:lnTo>
                  <a:pt x="235602" y="57475"/>
                </a:lnTo>
                <a:lnTo>
                  <a:pt x="241306" y="57475"/>
                </a:lnTo>
                <a:lnTo>
                  <a:pt x="241306" y="59510"/>
                </a:lnTo>
                <a:lnTo>
                  <a:pt x="239638" y="61178"/>
                </a:lnTo>
                <a:close/>
                <a:moveTo>
                  <a:pt x="241406" y="56108"/>
                </a:moveTo>
                <a:lnTo>
                  <a:pt x="239905" y="54573"/>
                </a:lnTo>
                <a:lnTo>
                  <a:pt x="239905" y="49903"/>
                </a:lnTo>
                <a:lnTo>
                  <a:pt x="243208" y="46568"/>
                </a:lnTo>
                <a:lnTo>
                  <a:pt x="245376" y="46568"/>
                </a:lnTo>
                <a:lnTo>
                  <a:pt x="241406" y="50537"/>
                </a:lnTo>
                <a:lnTo>
                  <a:pt x="241406" y="56108"/>
                </a:lnTo>
                <a:close/>
                <a:moveTo>
                  <a:pt x="243208" y="45800"/>
                </a:moveTo>
                <a:lnTo>
                  <a:pt x="239872" y="42465"/>
                </a:lnTo>
                <a:lnTo>
                  <a:pt x="239872" y="37795"/>
                </a:lnTo>
                <a:lnTo>
                  <a:pt x="241406" y="36260"/>
                </a:lnTo>
                <a:lnTo>
                  <a:pt x="241406" y="41831"/>
                </a:lnTo>
                <a:lnTo>
                  <a:pt x="245376" y="45800"/>
                </a:lnTo>
                <a:close/>
                <a:moveTo>
                  <a:pt x="241306" y="34893"/>
                </a:moveTo>
                <a:lnTo>
                  <a:pt x="235602" y="34893"/>
                </a:lnTo>
                <a:lnTo>
                  <a:pt x="231866" y="31190"/>
                </a:lnTo>
                <a:lnTo>
                  <a:pt x="239638" y="31190"/>
                </a:lnTo>
                <a:lnTo>
                  <a:pt x="241306" y="32858"/>
                </a:lnTo>
                <a:lnTo>
                  <a:pt x="241306" y="34893"/>
                </a:lnTo>
                <a:close/>
                <a:moveTo>
                  <a:pt x="231866" y="30389"/>
                </a:moveTo>
                <a:lnTo>
                  <a:pt x="235602" y="26653"/>
                </a:lnTo>
                <a:lnTo>
                  <a:pt x="241306" y="26653"/>
                </a:lnTo>
                <a:lnTo>
                  <a:pt x="241306" y="28721"/>
                </a:lnTo>
                <a:lnTo>
                  <a:pt x="239638" y="30389"/>
                </a:lnTo>
                <a:close/>
                <a:moveTo>
                  <a:pt x="241406" y="25319"/>
                </a:moveTo>
                <a:lnTo>
                  <a:pt x="239905" y="23785"/>
                </a:lnTo>
                <a:lnTo>
                  <a:pt x="239905" y="19115"/>
                </a:lnTo>
                <a:lnTo>
                  <a:pt x="243208" y="15779"/>
                </a:lnTo>
                <a:lnTo>
                  <a:pt x="245376" y="15779"/>
                </a:lnTo>
                <a:lnTo>
                  <a:pt x="241406" y="19748"/>
                </a:lnTo>
                <a:lnTo>
                  <a:pt x="241406" y="25319"/>
                </a:lnTo>
                <a:close/>
                <a:moveTo>
                  <a:pt x="243208" y="15012"/>
                </a:moveTo>
                <a:lnTo>
                  <a:pt x="239872" y="11676"/>
                </a:lnTo>
                <a:lnTo>
                  <a:pt x="239872" y="6973"/>
                </a:lnTo>
                <a:lnTo>
                  <a:pt x="241406" y="5471"/>
                </a:lnTo>
                <a:lnTo>
                  <a:pt x="241406" y="11042"/>
                </a:lnTo>
                <a:lnTo>
                  <a:pt x="245376" y="15012"/>
                </a:lnTo>
                <a:lnTo>
                  <a:pt x="243208" y="15012"/>
                </a:lnTo>
                <a:close/>
                <a:moveTo>
                  <a:pt x="239638" y="401"/>
                </a:moveTo>
                <a:lnTo>
                  <a:pt x="241306" y="2069"/>
                </a:lnTo>
                <a:lnTo>
                  <a:pt x="241306" y="4104"/>
                </a:lnTo>
                <a:lnTo>
                  <a:pt x="235602" y="4104"/>
                </a:lnTo>
                <a:lnTo>
                  <a:pt x="231866" y="401"/>
                </a:lnTo>
                <a:close/>
                <a:moveTo>
                  <a:pt x="229965" y="401"/>
                </a:moveTo>
                <a:lnTo>
                  <a:pt x="226262" y="4104"/>
                </a:lnTo>
                <a:lnTo>
                  <a:pt x="220558" y="4104"/>
                </a:lnTo>
                <a:lnTo>
                  <a:pt x="220558" y="2069"/>
                </a:lnTo>
                <a:lnTo>
                  <a:pt x="222226" y="401"/>
                </a:lnTo>
                <a:close/>
                <a:moveTo>
                  <a:pt x="219290" y="401"/>
                </a:moveTo>
                <a:lnTo>
                  <a:pt x="221092" y="401"/>
                </a:lnTo>
                <a:lnTo>
                  <a:pt x="219757" y="1735"/>
                </a:lnTo>
                <a:lnTo>
                  <a:pt x="219757" y="3804"/>
                </a:lnTo>
                <a:lnTo>
                  <a:pt x="218457" y="2503"/>
                </a:lnTo>
                <a:lnTo>
                  <a:pt x="218457" y="1202"/>
                </a:lnTo>
                <a:close/>
                <a:moveTo>
                  <a:pt x="216755" y="2936"/>
                </a:moveTo>
                <a:lnTo>
                  <a:pt x="218056" y="2936"/>
                </a:lnTo>
                <a:lnTo>
                  <a:pt x="219324" y="4204"/>
                </a:lnTo>
                <a:lnTo>
                  <a:pt x="217456" y="4204"/>
                </a:lnTo>
                <a:lnTo>
                  <a:pt x="217156" y="4337"/>
                </a:lnTo>
                <a:lnTo>
                  <a:pt x="215921" y="5572"/>
                </a:lnTo>
                <a:lnTo>
                  <a:pt x="215921" y="3770"/>
                </a:lnTo>
                <a:close/>
                <a:moveTo>
                  <a:pt x="214320" y="2936"/>
                </a:moveTo>
                <a:lnTo>
                  <a:pt x="215154" y="3737"/>
                </a:lnTo>
                <a:lnTo>
                  <a:pt x="215154" y="5572"/>
                </a:lnTo>
                <a:lnTo>
                  <a:pt x="213887" y="4337"/>
                </a:lnTo>
                <a:lnTo>
                  <a:pt x="213620" y="4204"/>
                </a:lnTo>
                <a:lnTo>
                  <a:pt x="211718" y="4204"/>
                </a:lnTo>
                <a:lnTo>
                  <a:pt x="213019" y="2936"/>
                </a:lnTo>
                <a:lnTo>
                  <a:pt x="214320" y="2936"/>
                </a:lnTo>
                <a:close/>
                <a:moveTo>
                  <a:pt x="211785" y="401"/>
                </a:moveTo>
                <a:lnTo>
                  <a:pt x="212586" y="1202"/>
                </a:lnTo>
                <a:lnTo>
                  <a:pt x="212586" y="2503"/>
                </a:lnTo>
                <a:lnTo>
                  <a:pt x="211318" y="3804"/>
                </a:lnTo>
                <a:lnTo>
                  <a:pt x="211318" y="1735"/>
                </a:lnTo>
                <a:lnTo>
                  <a:pt x="209950" y="401"/>
                </a:lnTo>
                <a:lnTo>
                  <a:pt x="211785" y="401"/>
                </a:lnTo>
                <a:close/>
                <a:moveTo>
                  <a:pt x="208850" y="401"/>
                </a:moveTo>
                <a:lnTo>
                  <a:pt x="210518" y="2069"/>
                </a:lnTo>
                <a:lnTo>
                  <a:pt x="210518" y="4104"/>
                </a:lnTo>
                <a:lnTo>
                  <a:pt x="204813" y="4104"/>
                </a:lnTo>
                <a:lnTo>
                  <a:pt x="201077" y="401"/>
                </a:lnTo>
                <a:close/>
                <a:moveTo>
                  <a:pt x="199176" y="401"/>
                </a:moveTo>
                <a:lnTo>
                  <a:pt x="195473" y="4104"/>
                </a:lnTo>
                <a:lnTo>
                  <a:pt x="189736" y="4104"/>
                </a:lnTo>
                <a:lnTo>
                  <a:pt x="189736" y="2069"/>
                </a:lnTo>
                <a:lnTo>
                  <a:pt x="191437" y="401"/>
                </a:lnTo>
                <a:close/>
                <a:moveTo>
                  <a:pt x="188502" y="401"/>
                </a:moveTo>
                <a:lnTo>
                  <a:pt x="190303" y="401"/>
                </a:lnTo>
                <a:lnTo>
                  <a:pt x="188969" y="1735"/>
                </a:lnTo>
                <a:lnTo>
                  <a:pt x="188969" y="3804"/>
                </a:lnTo>
                <a:lnTo>
                  <a:pt x="187668" y="2503"/>
                </a:lnTo>
                <a:lnTo>
                  <a:pt x="187668" y="1202"/>
                </a:lnTo>
                <a:close/>
                <a:moveTo>
                  <a:pt x="185967" y="2936"/>
                </a:moveTo>
                <a:lnTo>
                  <a:pt x="187268" y="2936"/>
                </a:lnTo>
                <a:lnTo>
                  <a:pt x="188535" y="4204"/>
                </a:lnTo>
                <a:lnTo>
                  <a:pt x="186667" y="4204"/>
                </a:lnTo>
                <a:lnTo>
                  <a:pt x="186367" y="4337"/>
                </a:lnTo>
                <a:lnTo>
                  <a:pt x="185133" y="5572"/>
                </a:lnTo>
                <a:lnTo>
                  <a:pt x="185133" y="3770"/>
                </a:lnTo>
                <a:close/>
                <a:moveTo>
                  <a:pt x="183532" y="2936"/>
                </a:moveTo>
                <a:lnTo>
                  <a:pt x="184332" y="3737"/>
                </a:lnTo>
                <a:lnTo>
                  <a:pt x="184332" y="5572"/>
                </a:lnTo>
                <a:lnTo>
                  <a:pt x="183098" y="4337"/>
                </a:lnTo>
                <a:lnTo>
                  <a:pt x="182831" y="4204"/>
                </a:lnTo>
                <a:lnTo>
                  <a:pt x="180930" y="4204"/>
                </a:lnTo>
                <a:lnTo>
                  <a:pt x="182231" y="2936"/>
                </a:lnTo>
                <a:lnTo>
                  <a:pt x="183532" y="2936"/>
                </a:lnTo>
                <a:close/>
                <a:moveTo>
                  <a:pt x="180996" y="401"/>
                </a:moveTo>
                <a:lnTo>
                  <a:pt x="181797" y="1202"/>
                </a:lnTo>
                <a:lnTo>
                  <a:pt x="181797" y="2503"/>
                </a:lnTo>
                <a:lnTo>
                  <a:pt x="180529" y="3804"/>
                </a:lnTo>
                <a:lnTo>
                  <a:pt x="180529" y="1735"/>
                </a:lnTo>
                <a:lnTo>
                  <a:pt x="179162" y="401"/>
                </a:lnTo>
                <a:lnTo>
                  <a:pt x="180996" y="401"/>
                </a:lnTo>
                <a:close/>
                <a:moveTo>
                  <a:pt x="178061" y="401"/>
                </a:moveTo>
                <a:lnTo>
                  <a:pt x="179729" y="2069"/>
                </a:lnTo>
                <a:lnTo>
                  <a:pt x="179729" y="4104"/>
                </a:lnTo>
                <a:lnTo>
                  <a:pt x="174025" y="4104"/>
                </a:lnTo>
                <a:lnTo>
                  <a:pt x="170289" y="401"/>
                </a:lnTo>
                <a:close/>
                <a:moveTo>
                  <a:pt x="168387" y="401"/>
                </a:moveTo>
                <a:lnTo>
                  <a:pt x="164685" y="4104"/>
                </a:lnTo>
                <a:lnTo>
                  <a:pt x="158947" y="4104"/>
                </a:lnTo>
                <a:lnTo>
                  <a:pt x="158947" y="2069"/>
                </a:lnTo>
                <a:lnTo>
                  <a:pt x="160649" y="401"/>
                </a:lnTo>
                <a:close/>
                <a:moveTo>
                  <a:pt x="157713" y="401"/>
                </a:moveTo>
                <a:lnTo>
                  <a:pt x="159514" y="401"/>
                </a:lnTo>
                <a:lnTo>
                  <a:pt x="158180" y="1735"/>
                </a:lnTo>
                <a:lnTo>
                  <a:pt x="158180" y="3804"/>
                </a:lnTo>
                <a:lnTo>
                  <a:pt x="156879" y="2503"/>
                </a:lnTo>
                <a:lnTo>
                  <a:pt x="156879" y="1202"/>
                </a:lnTo>
                <a:close/>
                <a:moveTo>
                  <a:pt x="155178" y="2936"/>
                </a:moveTo>
                <a:lnTo>
                  <a:pt x="156479" y="2936"/>
                </a:lnTo>
                <a:lnTo>
                  <a:pt x="157746" y="4204"/>
                </a:lnTo>
                <a:lnTo>
                  <a:pt x="155845" y="4204"/>
                </a:lnTo>
                <a:lnTo>
                  <a:pt x="155578" y="4337"/>
                </a:lnTo>
                <a:lnTo>
                  <a:pt x="154344" y="5572"/>
                </a:lnTo>
                <a:lnTo>
                  <a:pt x="154344" y="3770"/>
                </a:lnTo>
                <a:close/>
                <a:moveTo>
                  <a:pt x="152743" y="2936"/>
                </a:moveTo>
                <a:lnTo>
                  <a:pt x="153543" y="3737"/>
                </a:lnTo>
                <a:lnTo>
                  <a:pt x="153543" y="5572"/>
                </a:lnTo>
                <a:lnTo>
                  <a:pt x="152309" y="4337"/>
                </a:lnTo>
                <a:lnTo>
                  <a:pt x="152042" y="4204"/>
                </a:lnTo>
                <a:lnTo>
                  <a:pt x="150141" y="4204"/>
                </a:lnTo>
                <a:lnTo>
                  <a:pt x="151442" y="2936"/>
                </a:lnTo>
                <a:lnTo>
                  <a:pt x="152743" y="2936"/>
                </a:lnTo>
                <a:close/>
                <a:moveTo>
                  <a:pt x="150174" y="401"/>
                </a:moveTo>
                <a:lnTo>
                  <a:pt x="151008" y="1202"/>
                </a:lnTo>
                <a:lnTo>
                  <a:pt x="151008" y="2503"/>
                </a:lnTo>
                <a:lnTo>
                  <a:pt x="149741" y="3804"/>
                </a:lnTo>
                <a:lnTo>
                  <a:pt x="149741" y="1735"/>
                </a:lnTo>
                <a:lnTo>
                  <a:pt x="148373" y="401"/>
                </a:lnTo>
                <a:lnTo>
                  <a:pt x="150174" y="401"/>
                </a:lnTo>
                <a:close/>
                <a:moveTo>
                  <a:pt x="147272" y="401"/>
                </a:moveTo>
                <a:lnTo>
                  <a:pt x="148940" y="2069"/>
                </a:lnTo>
                <a:lnTo>
                  <a:pt x="148940" y="4104"/>
                </a:lnTo>
                <a:lnTo>
                  <a:pt x="143236" y="4104"/>
                </a:lnTo>
                <a:lnTo>
                  <a:pt x="139500" y="401"/>
                </a:lnTo>
                <a:close/>
                <a:moveTo>
                  <a:pt x="137599" y="401"/>
                </a:moveTo>
                <a:lnTo>
                  <a:pt x="133863" y="4104"/>
                </a:lnTo>
                <a:lnTo>
                  <a:pt x="128159" y="4104"/>
                </a:lnTo>
                <a:lnTo>
                  <a:pt x="128159" y="2069"/>
                </a:lnTo>
                <a:lnTo>
                  <a:pt x="129860" y="401"/>
                </a:lnTo>
                <a:close/>
                <a:moveTo>
                  <a:pt x="126924" y="401"/>
                </a:moveTo>
                <a:lnTo>
                  <a:pt x="128726" y="401"/>
                </a:lnTo>
                <a:lnTo>
                  <a:pt x="127391" y="1735"/>
                </a:lnTo>
                <a:lnTo>
                  <a:pt x="127391" y="3804"/>
                </a:lnTo>
                <a:lnTo>
                  <a:pt x="126091" y="2503"/>
                </a:lnTo>
                <a:lnTo>
                  <a:pt x="126091" y="1202"/>
                </a:lnTo>
                <a:close/>
                <a:moveTo>
                  <a:pt x="124389" y="2936"/>
                </a:moveTo>
                <a:lnTo>
                  <a:pt x="125657" y="2936"/>
                </a:lnTo>
                <a:lnTo>
                  <a:pt x="126958" y="4204"/>
                </a:lnTo>
                <a:lnTo>
                  <a:pt x="125056" y="4204"/>
                </a:lnTo>
                <a:lnTo>
                  <a:pt x="124790" y="4337"/>
                </a:lnTo>
                <a:lnTo>
                  <a:pt x="123555" y="5572"/>
                </a:lnTo>
                <a:lnTo>
                  <a:pt x="123555" y="3770"/>
                </a:lnTo>
                <a:close/>
                <a:moveTo>
                  <a:pt x="121954" y="2936"/>
                </a:moveTo>
                <a:lnTo>
                  <a:pt x="122755" y="3737"/>
                </a:lnTo>
                <a:lnTo>
                  <a:pt x="122755" y="5572"/>
                </a:lnTo>
                <a:lnTo>
                  <a:pt x="121521" y="4337"/>
                </a:lnTo>
                <a:lnTo>
                  <a:pt x="121254" y="4204"/>
                </a:lnTo>
                <a:lnTo>
                  <a:pt x="119352" y="4204"/>
                </a:lnTo>
                <a:lnTo>
                  <a:pt x="120653" y="2936"/>
                </a:lnTo>
                <a:lnTo>
                  <a:pt x="121954" y="2936"/>
                </a:lnTo>
                <a:close/>
                <a:moveTo>
                  <a:pt x="119386" y="401"/>
                </a:moveTo>
                <a:lnTo>
                  <a:pt x="120220" y="1202"/>
                </a:lnTo>
                <a:lnTo>
                  <a:pt x="120220" y="2503"/>
                </a:lnTo>
                <a:lnTo>
                  <a:pt x="118952" y="3804"/>
                </a:lnTo>
                <a:lnTo>
                  <a:pt x="118952" y="1735"/>
                </a:lnTo>
                <a:lnTo>
                  <a:pt x="117584" y="401"/>
                </a:lnTo>
                <a:lnTo>
                  <a:pt x="119386" y="401"/>
                </a:lnTo>
                <a:close/>
                <a:moveTo>
                  <a:pt x="116450" y="401"/>
                </a:moveTo>
                <a:lnTo>
                  <a:pt x="118152" y="2069"/>
                </a:lnTo>
                <a:lnTo>
                  <a:pt x="118152" y="4104"/>
                </a:lnTo>
                <a:lnTo>
                  <a:pt x="112447" y="4104"/>
                </a:lnTo>
                <a:lnTo>
                  <a:pt x="108711" y="401"/>
                </a:lnTo>
                <a:close/>
                <a:moveTo>
                  <a:pt x="106810" y="401"/>
                </a:moveTo>
                <a:lnTo>
                  <a:pt x="103074" y="4104"/>
                </a:lnTo>
                <a:lnTo>
                  <a:pt x="97370" y="4104"/>
                </a:lnTo>
                <a:lnTo>
                  <a:pt x="97370" y="2069"/>
                </a:lnTo>
                <a:lnTo>
                  <a:pt x="99071" y="401"/>
                </a:lnTo>
                <a:close/>
                <a:moveTo>
                  <a:pt x="96136" y="401"/>
                </a:moveTo>
                <a:lnTo>
                  <a:pt x="97937" y="401"/>
                </a:lnTo>
                <a:lnTo>
                  <a:pt x="96569" y="1735"/>
                </a:lnTo>
                <a:lnTo>
                  <a:pt x="96569" y="3804"/>
                </a:lnTo>
                <a:lnTo>
                  <a:pt x="95302" y="2503"/>
                </a:lnTo>
                <a:lnTo>
                  <a:pt x="95302" y="1202"/>
                </a:lnTo>
                <a:close/>
                <a:moveTo>
                  <a:pt x="93567" y="2936"/>
                </a:moveTo>
                <a:lnTo>
                  <a:pt x="94868" y="2936"/>
                </a:lnTo>
                <a:lnTo>
                  <a:pt x="96169" y="4204"/>
                </a:lnTo>
                <a:lnTo>
                  <a:pt x="94268" y="4204"/>
                </a:lnTo>
                <a:lnTo>
                  <a:pt x="94001" y="4337"/>
                </a:lnTo>
                <a:lnTo>
                  <a:pt x="92767" y="5572"/>
                </a:lnTo>
                <a:lnTo>
                  <a:pt x="92767" y="3770"/>
                </a:lnTo>
                <a:close/>
                <a:moveTo>
                  <a:pt x="91166" y="2936"/>
                </a:moveTo>
                <a:lnTo>
                  <a:pt x="91966" y="3737"/>
                </a:lnTo>
                <a:lnTo>
                  <a:pt x="91966" y="5572"/>
                </a:lnTo>
                <a:lnTo>
                  <a:pt x="90732" y="4337"/>
                </a:lnTo>
                <a:lnTo>
                  <a:pt x="90465" y="4204"/>
                </a:lnTo>
                <a:lnTo>
                  <a:pt x="88564" y="4204"/>
                </a:lnTo>
                <a:lnTo>
                  <a:pt x="89865" y="2936"/>
                </a:lnTo>
                <a:lnTo>
                  <a:pt x="91166" y="2936"/>
                </a:lnTo>
                <a:close/>
                <a:moveTo>
                  <a:pt x="88597" y="401"/>
                </a:moveTo>
                <a:lnTo>
                  <a:pt x="89431" y="1202"/>
                </a:lnTo>
                <a:lnTo>
                  <a:pt x="89431" y="2503"/>
                </a:lnTo>
                <a:lnTo>
                  <a:pt x="88130" y="3804"/>
                </a:lnTo>
                <a:lnTo>
                  <a:pt x="88130" y="1735"/>
                </a:lnTo>
                <a:lnTo>
                  <a:pt x="86796" y="401"/>
                </a:lnTo>
                <a:lnTo>
                  <a:pt x="88597" y="401"/>
                </a:lnTo>
                <a:close/>
                <a:moveTo>
                  <a:pt x="85662" y="401"/>
                </a:moveTo>
                <a:lnTo>
                  <a:pt x="87363" y="2069"/>
                </a:lnTo>
                <a:lnTo>
                  <a:pt x="87363" y="4104"/>
                </a:lnTo>
                <a:lnTo>
                  <a:pt x="81659" y="4104"/>
                </a:lnTo>
                <a:lnTo>
                  <a:pt x="77923" y="401"/>
                </a:lnTo>
                <a:close/>
                <a:moveTo>
                  <a:pt x="76021" y="401"/>
                </a:moveTo>
                <a:lnTo>
                  <a:pt x="72285" y="4104"/>
                </a:lnTo>
                <a:lnTo>
                  <a:pt x="66581" y="4104"/>
                </a:lnTo>
                <a:lnTo>
                  <a:pt x="66581" y="2069"/>
                </a:lnTo>
                <a:lnTo>
                  <a:pt x="68249" y="401"/>
                </a:lnTo>
                <a:close/>
                <a:moveTo>
                  <a:pt x="65347" y="401"/>
                </a:moveTo>
                <a:lnTo>
                  <a:pt x="67148" y="401"/>
                </a:lnTo>
                <a:lnTo>
                  <a:pt x="65781" y="1735"/>
                </a:lnTo>
                <a:lnTo>
                  <a:pt x="65781" y="3804"/>
                </a:lnTo>
                <a:lnTo>
                  <a:pt x="64513" y="2503"/>
                </a:lnTo>
                <a:lnTo>
                  <a:pt x="64513" y="1202"/>
                </a:lnTo>
                <a:close/>
                <a:moveTo>
                  <a:pt x="62779" y="2936"/>
                </a:moveTo>
                <a:lnTo>
                  <a:pt x="64080" y="2936"/>
                </a:lnTo>
                <a:lnTo>
                  <a:pt x="65381" y="4204"/>
                </a:lnTo>
                <a:lnTo>
                  <a:pt x="63479" y="4204"/>
                </a:lnTo>
                <a:lnTo>
                  <a:pt x="63212" y="4337"/>
                </a:lnTo>
                <a:lnTo>
                  <a:pt x="61978" y="5572"/>
                </a:lnTo>
                <a:lnTo>
                  <a:pt x="61978" y="3770"/>
                </a:lnTo>
                <a:close/>
                <a:moveTo>
                  <a:pt x="60344" y="2936"/>
                </a:moveTo>
                <a:lnTo>
                  <a:pt x="61178" y="3737"/>
                </a:lnTo>
                <a:lnTo>
                  <a:pt x="61178" y="5572"/>
                </a:lnTo>
                <a:lnTo>
                  <a:pt x="59943" y="4337"/>
                </a:lnTo>
                <a:lnTo>
                  <a:pt x="59676" y="4204"/>
                </a:lnTo>
                <a:lnTo>
                  <a:pt x="57775" y="4204"/>
                </a:lnTo>
                <a:lnTo>
                  <a:pt x="59043" y="2936"/>
                </a:lnTo>
                <a:lnTo>
                  <a:pt x="60344" y="2936"/>
                </a:lnTo>
                <a:close/>
                <a:moveTo>
                  <a:pt x="57808" y="401"/>
                </a:moveTo>
                <a:lnTo>
                  <a:pt x="58642" y="1202"/>
                </a:lnTo>
                <a:lnTo>
                  <a:pt x="58642" y="2503"/>
                </a:lnTo>
                <a:lnTo>
                  <a:pt x="57341" y="3804"/>
                </a:lnTo>
                <a:lnTo>
                  <a:pt x="57341" y="1735"/>
                </a:lnTo>
                <a:lnTo>
                  <a:pt x="56007" y="401"/>
                </a:lnTo>
                <a:lnTo>
                  <a:pt x="57808" y="401"/>
                </a:lnTo>
                <a:close/>
                <a:moveTo>
                  <a:pt x="54873" y="401"/>
                </a:moveTo>
                <a:lnTo>
                  <a:pt x="56574" y="2069"/>
                </a:lnTo>
                <a:lnTo>
                  <a:pt x="56574" y="4104"/>
                </a:lnTo>
                <a:lnTo>
                  <a:pt x="50837" y="4104"/>
                </a:lnTo>
                <a:lnTo>
                  <a:pt x="47134" y="401"/>
                </a:lnTo>
                <a:close/>
                <a:moveTo>
                  <a:pt x="45233" y="401"/>
                </a:moveTo>
                <a:lnTo>
                  <a:pt x="41497" y="4104"/>
                </a:lnTo>
                <a:lnTo>
                  <a:pt x="35793" y="4104"/>
                </a:lnTo>
                <a:lnTo>
                  <a:pt x="35793" y="2069"/>
                </a:lnTo>
                <a:lnTo>
                  <a:pt x="37461" y="401"/>
                </a:lnTo>
                <a:close/>
                <a:moveTo>
                  <a:pt x="34525" y="401"/>
                </a:moveTo>
                <a:lnTo>
                  <a:pt x="36360" y="401"/>
                </a:lnTo>
                <a:lnTo>
                  <a:pt x="34992" y="1735"/>
                </a:lnTo>
                <a:lnTo>
                  <a:pt x="34992" y="3804"/>
                </a:lnTo>
                <a:lnTo>
                  <a:pt x="33725" y="2503"/>
                </a:lnTo>
                <a:lnTo>
                  <a:pt x="33725" y="1202"/>
                </a:lnTo>
                <a:close/>
                <a:moveTo>
                  <a:pt x="31990" y="2936"/>
                </a:moveTo>
                <a:lnTo>
                  <a:pt x="33291" y="2936"/>
                </a:lnTo>
                <a:lnTo>
                  <a:pt x="34592" y="4204"/>
                </a:lnTo>
                <a:lnTo>
                  <a:pt x="32691" y="4204"/>
                </a:lnTo>
                <a:lnTo>
                  <a:pt x="32424" y="4337"/>
                </a:lnTo>
                <a:lnTo>
                  <a:pt x="31189" y="5572"/>
                </a:lnTo>
                <a:lnTo>
                  <a:pt x="31189" y="3770"/>
                </a:lnTo>
                <a:close/>
                <a:moveTo>
                  <a:pt x="29555" y="2936"/>
                </a:moveTo>
                <a:lnTo>
                  <a:pt x="30389" y="3737"/>
                </a:lnTo>
                <a:lnTo>
                  <a:pt x="30389" y="5572"/>
                </a:lnTo>
                <a:lnTo>
                  <a:pt x="29155" y="4337"/>
                </a:lnTo>
                <a:lnTo>
                  <a:pt x="28854" y="4204"/>
                </a:lnTo>
                <a:lnTo>
                  <a:pt x="26986" y="4204"/>
                </a:lnTo>
                <a:lnTo>
                  <a:pt x="28254" y="2936"/>
                </a:lnTo>
                <a:lnTo>
                  <a:pt x="29555" y="2936"/>
                </a:lnTo>
                <a:close/>
                <a:moveTo>
                  <a:pt x="27020" y="401"/>
                </a:moveTo>
                <a:lnTo>
                  <a:pt x="27854" y="1202"/>
                </a:lnTo>
                <a:lnTo>
                  <a:pt x="27854" y="2503"/>
                </a:lnTo>
                <a:lnTo>
                  <a:pt x="26553" y="3804"/>
                </a:lnTo>
                <a:lnTo>
                  <a:pt x="26553" y="1735"/>
                </a:lnTo>
                <a:lnTo>
                  <a:pt x="25219" y="401"/>
                </a:lnTo>
                <a:lnTo>
                  <a:pt x="27020" y="401"/>
                </a:lnTo>
                <a:close/>
                <a:moveTo>
                  <a:pt x="24084" y="401"/>
                </a:moveTo>
                <a:lnTo>
                  <a:pt x="25786" y="2069"/>
                </a:lnTo>
                <a:lnTo>
                  <a:pt x="25786" y="4104"/>
                </a:lnTo>
                <a:lnTo>
                  <a:pt x="20048" y="4104"/>
                </a:lnTo>
                <a:lnTo>
                  <a:pt x="16346" y="401"/>
                </a:lnTo>
                <a:close/>
                <a:moveTo>
                  <a:pt x="14444" y="401"/>
                </a:moveTo>
                <a:lnTo>
                  <a:pt x="10708" y="4104"/>
                </a:lnTo>
                <a:lnTo>
                  <a:pt x="5004" y="4104"/>
                </a:lnTo>
                <a:lnTo>
                  <a:pt x="5004" y="2069"/>
                </a:lnTo>
                <a:lnTo>
                  <a:pt x="6672" y="401"/>
                </a:lnTo>
                <a:close/>
                <a:moveTo>
                  <a:pt x="3736" y="401"/>
                </a:moveTo>
                <a:lnTo>
                  <a:pt x="5571" y="401"/>
                </a:lnTo>
                <a:lnTo>
                  <a:pt x="4203" y="1735"/>
                </a:lnTo>
                <a:lnTo>
                  <a:pt x="4203" y="3804"/>
                </a:lnTo>
                <a:lnTo>
                  <a:pt x="2936" y="2503"/>
                </a:lnTo>
                <a:lnTo>
                  <a:pt x="2936" y="1202"/>
                </a:lnTo>
                <a:close/>
                <a:moveTo>
                  <a:pt x="367" y="3737"/>
                </a:moveTo>
                <a:lnTo>
                  <a:pt x="1201" y="2936"/>
                </a:lnTo>
                <a:lnTo>
                  <a:pt x="2502" y="2936"/>
                </a:lnTo>
                <a:lnTo>
                  <a:pt x="3803" y="4204"/>
                </a:lnTo>
                <a:lnTo>
                  <a:pt x="1902" y="4204"/>
                </a:lnTo>
                <a:lnTo>
                  <a:pt x="1635" y="4337"/>
                </a:lnTo>
                <a:lnTo>
                  <a:pt x="367" y="5572"/>
                </a:lnTo>
                <a:lnTo>
                  <a:pt x="367" y="3737"/>
                </a:lnTo>
                <a:close/>
                <a:moveTo>
                  <a:pt x="367" y="6672"/>
                </a:moveTo>
                <a:lnTo>
                  <a:pt x="2069" y="5004"/>
                </a:lnTo>
                <a:lnTo>
                  <a:pt x="4103" y="5004"/>
                </a:lnTo>
                <a:lnTo>
                  <a:pt x="4103" y="10709"/>
                </a:lnTo>
                <a:lnTo>
                  <a:pt x="367" y="14445"/>
                </a:lnTo>
                <a:close/>
                <a:moveTo>
                  <a:pt x="367" y="16346"/>
                </a:moveTo>
                <a:lnTo>
                  <a:pt x="4103" y="20082"/>
                </a:lnTo>
                <a:lnTo>
                  <a:pt x="4103" y="25786"/>
                </a:lnTo>
                <a:lnTo>
                  <a:pt x="2069" y="25786"/>
                </a:lnTo>
                <a:lnTo>
                  <a:pt x="367" y="24085"/>
                </a:lnTo>
                <a:close/>
                <a:moveTo>
                  <a:pt x="1201" y="27854"/>
                </a:moveTo>
                <a:lnTo>
                  <a:pt x="367" y="27020"/>
                </a:lnTo>
                <a:lnTo>
                  <a:pt x="367" y="25219"/>
                </a:lnTo>
                <a:lnTo>
                  <a:pt x="1635" y="26453"/>
                </a:lnTo>
                <a:lnTo>
                  <a:pt x="1902" y="26587"/>
                </a:lnTo>
                <a:lnTo>
                  <a:pt x="3803" y="26587"/>
                </a:lnTo>
                <a:lnTo>
                  <a:pt x="2502" y="27854"/>
                </a:lnTo>
                <a:lnTo>
                  <a:pt x="1201" y="27854"/>
                </a:lnTo>
                <a:close/>
                <a:moveTo>
                  <a:pt x="2936" y="29555"/>
                </a:moveTo>
                <a:lnTo>
                  <a:pt x="2936" y="28254"/>
                </a:lnTo>
                <a:lnTo>
                  <a:pt x="4203" y="26987"/>
                </a:lnTo>
                <a:lnTo>
                  <a:pt x="4203" y="29022"/>
                </a:lnTo>
                <a:lnTo>
                  <a:pt x="5571" y="30389"/>
                </a:lnTo>
                <a:lnTo>
                  <a:pt x="3736" y="30389"/>
                </a:lnTo>
                <a:close/>
                <a:moveTo>
                  <a:pt x="3736" y="31190"/>
                </a:moveTo>
                <a:lnTo>
                  <a:pt x="5571" y="31190"/>
                </a:lnTo>
                <a:lnTo>
                  <a:pt x="4203" y="32524"/>
                </a:lnTo>
                <a:lnTo>
                  <a:pt x="4203" y="34592"/>
                </a:lnTo>
                <a:lnTo>
                  <a:pt x="2936" y="33291"/>
                </a:lnTo>
                <a:lnTo>
                  <a:pt x="2936" y="31990"/>
                </a:lnTo>
                <a:close/>
                <a:moveTo>
                  <a:pt x="367" y="34559"/>
                </a:moveTo>
                <a:lnTo>
                  <a:pt x="1201" y="33725"/>
                </a:lnTo>
                <a:lnTo>
                  <a:pt x="2502" y="33725"/>
                </a:lnTo>
                <a:lnTo>
                  <a:pt x="3803" y="34993"/>
                </a:lnTo>
                <a:lnTo>
                  <a:pt x="1902" y="34993"/>
                </a:lnTo>
                <a:lnTo>
                  <a:pt x="1635" y="35126"/>
                </a:lnTo>
                <a:lnTo>
                  <a:pt x="367" y="36360"/>
                </a:lnTo>
                <a:lnTo>
                  <a:pt x="367" y="34559"/>
                </a:lnTo>
                <a:close/>
                <a:moveTo>
                  <a:pt x="367" y="37494"/>
                </a:moveTo>
                <a:lnTo>
                  <a:pt x="2069" y="35793"/>
                </a:lnTo>
                <a:lnTo>
                  <a:pt x="4103" y="35793"/>
                </a:lnTo>
                <a:lnTo>
                  <a:pt x="4103" y="41497"/>
                </a:lnTo>
                <a:lnTo>
                  <a:pt x="367" y="45233"/>
                </a:lnTo>
                <a:close/>
                <a:moveTo>
                  <a:pt x="367" y="47135"/>
                </a:moveTo>
                <a:lnTo>
                  <a:pt x="4103" y="50871"/>
                </a:lnTo>
                <a:lnTo>
                  <a:pt x="4103" y="56575"/>
                </a:lnTo>
                <a:lnTo>
                  <a:pt x="2069" y="56575"/>
                </a:lnTo>
                <a:lnTo>
                  <a:pt x="367" y="54874"/>
                </a:lnTo>
                <a:close/>
                <a:moveTo>
                  <a:pt x="1201" y="58643"/>
                </a:moveTo>
                <a:lnTo>
                  <a:pt x="367" y="57809"/>
                </a:lnTo>
                <a:lnTo>
                  <a:pt x="367" y="56008"/>
                </a:lnTo>
                <a:lnTo>
                  <a:pt x="1635" y="57242"/>
                </a:lnTo>
                <a:lnTo>
                  <a:pt x="1902" y="57375"/>
                </a:lnTo>
                <a:lnTo>
                  <a:pt x="3803" y="57375"/>
                </a:lnTo>
                <a:lnTo>
                  <a:pt x="2502" y="58643"/>
                </a:lnTo>
                <a:lnTo>
                  <a:pt x="1201" y="58643"/>
                </a:lnTo>
                <a:close/>
                <a:moveTo>
                  <a:pt x="2936" y="60377"/>
                </a:moveTo>
                <a:lnTo>
                  <a:pt x="2936" y="59077"/>
                </a:lnTo>
                <a:lnTo>
                  <a:pt x="4203" y="57776"/>
                </a:lnTo>
                <a:lnTo>
                  <a:pt x="4203" y="59844"/>
                </a:lnTo>
                <a:lnTo>
                  <a:pt x="5571" y="61178"/>
                </a:lnTo>
                <a:lnTo>
                  <a:pt x="3736" y="61178"/>
                </a:lnTo>
                <a:close/>
                <a:moveTo>
                  <a:pt x="3736" y="61979"/>
                </a:moveTo>
                <a:lnTo>
                  <a:pt x="5571" y="61979"/>
                </a:lnTo>
                <a:lnTo>
                  <a:pt x="4203" y="63313"/>
                </a:lnTo>
                <a:lnTo>
                  <a:pt x="4203" y="65381"/>
                </a:lnTo>
                <a:lnTo>
                  <a:pt x="2903" y="64080"/>
                </a:lnTo>
                <a:lnTo>
                  <a:pt x="2903" y="62779"/>
                </a:lnTo>
                <a:close/>
                <a:moveTo>
                  <a:pt x="367" y="65348"/>
                </a:moveTo>
                <a:lnTo>
                  <a:pt x="1201" y="64514"/>
                </a:lnTo>
                <a:lnTo>
                  <a:pt x="2502" y="64514"/>
                </a:lnTo>
                <a:lnTo>
                  <a:pt x="3803" y="65815"/>
                </a:lnTo>
                <a:lnTo>
                  <a:pt x="1902" y="65815"/>
                </a:lnTo>
                <a:lnTo>
                  <a:pt x="1635" y="65915"/>
                </a:lnTo>
                <a:lnTo>
                  <a:pt x="367" y="67149"/>
                </a:lnTo>
                <a:lnTo>
                  <a:pt x="367" y="65348"/>
                </a:lnTo>
                <a:close/>
                <a:moveTo>
                  <a:pt x="367" y="68283"/>
                </a:moveTo>
                <a:lnTo>
                  <a:pt x="2069" y="66582"/>
                </a:lnTo>
                <a:lnTo>
                  <a:pt x="4103" y="66582"/>
                </a:lnTo>
                <a:lnTo>
                  <a:pt x="4103" y="72286"/>
                </a:lnTo>
                <a:lnTo>
                  <a:pt x="367" y="76022"/>
                </a:lnTo>
                <a:close/>
                <a:moveTo>
                  <a:pt x="367" y="77923"/>
                </a:moveTo>
                <a:lnTo>
                  <a:pt x="4103" y="81659"/>
                </a:lnTo>
                <a:lnTo>
                  <a:pt x="4103" y="87363"/>
                </a:lnTo>
                <a:lnTo>
                  <a:pt x="2069" y="87363"/>
                </a:lnTo>
                <a:lnTo>
                  <a:pt x="367" y="85662"/>
                </a:lnTo>
                <a:close/>
                <a:moveTo>
                  <a:pt x="1201" y="89432"/>
                </a:moveTo>
                <a:lnTo>
                  <a:pt x="367" y="88598"/>
                </a:lnTo>
                <a:lnTo>
                  <a:pt x="367" y="86796"/>
                </a:lnTo>
                <a:lnTo>
                  <a:pt x="1635" y="88031"/>
                </a:lnTo>
                <a:lnTo>
                  <a:pt x="1902" y="88164"/>
                </a:lnTo>
                <a:lnTo>
                  <a:pt x="3803" y="88164"/>
                </a:lnTo>
                <a:lnTo>
                  <a:pt x="2502" y="89432"/>
                </a:lnTo>
                <a:lnTo>
                  <a:pt x="1201" y="89432"/>
                </a:lnTo>
                <a:close/>
                <a:moveTo>
                  <a:pt x="2936" y="91166"/>
                </a:moveTo>
                <a:lnTo>
                  <a:pt x="2936" y="89865"/>
                </a:lnTo>
                <a:lnTo>
                  <a:pt x="4203" y="88564"/>
                </a:lnTo>
                <a:lnTo>
                  <a:pt x="4203" y="90632"/>
                </a:lnTo>
                <a:lnTo>
                  <a:pt x="5571" y="91967"/>
                </a:lnTo>
                <a:lnTo>
                  <a:pt x="3736" y="91967"/>
                </a:lnTo>
                <a:close/>
                <a:moveTo>
                  <a:pt x="3736" y="92767"/>
                </a:moveTo>
                <a:lnTo>
                  <a:pt x="5571" y="92767"/>
                </a:lnTo>
                <a:lnTo>
                  <a:pt x="4203" y="94102"/>
                </a:lnTo>
                <a:lnTo>
                  <a:pt x="4203" y="96170"/>
                </a:lnTo>
                <a:lnTo>
                  <a:pt x="2936" y="94869"/>
                </a:lnTo>
                <a:lnTo>
                  <a:pt x="2936" y="93568"/>
                </a:lnTo>
                <a:close/>
                <a:moveTo>
                  <a:pt x="367" y="96136"/>
                </a:moveTo>
                <a:lnTo>
                  <a:pt x="1201" y="95302"/>
                </a:lnTo>
                <a:lnTo>
                  <a:pt x="2502" y="95302"/>
                </a:lnTo>
                <a:lnTo>
                  <a:pt x="3803" y="96603"/>
                </a:lnTo>
                <a:lnTo>
                  <a:pt x="1902" y="96603"/>
                </a:lnTo>
                <a:lnTo>
                  <a:pt x="1635" y="96703"/>
                </a:lnTo>
                <a:lnTo>
                  <a:pt x="367" y="97938"/>
                </a:lnTo>
                <a:lnTo>
                  <a:pt x="367" y="96136"/>
                </a:lnTo>
                <a:close/>
                <a:moveTo>
                  <a:pt x="367" y="99072"/>
                </a:moveTo>
                <a:lnTo>
                  <a:pt x="2069" y="97371"/>
                </a:lnTo>
                <a:lnTo>
                  <a:pt x="4103" y="97371"/>
                </a:lnTo>
                <a:lnTo>
                  <a:pt x="4103" y="103108"/>
                </a:lnTo>
                <a:lnTo>
                  <a:pt x="367" y="106811"/>
                </a:lnTo>
                <a:close/>
                <a:moveTo>
                  <a:pt x="367" y="108712"/>
                </a:moveTo>
                <a:lnTo>
                  <a:pt x="4103" y="112448"/>
                </a:lnTo>
                <a:lnTo>
                  <a:pt x="4103" y="118152"/>
                </a:lnTo>
                <a:lnTo>
                  <a:pt x="2069" y="118152"/>
                </a:lnTo>
                <a:lnTo>
                  <a:pt x="367" y="116484"/>
                </a:lnTo>
                <a:close/>
                <a:moveTo>
                  <a:pt x="1201" y="120220"/>
                </a:moveTo>
                <a:lnTo>
                  <a:pt x="367" y="119386"/>
                </a:lnTo>
                <a:lnTo>
                  <a:pt x="367" y="117585"/>
                </a:lnTo>
                <a:lnTo>
                  <a:pt x="1635" y="118819"/>
                </a:lnTo>
                <a:lnTo>
                  <a:pt x="1902" y="118953"/>
                </a:lnTo>
                <a:lnTo>
                  <a:pt x="3803" y="118953"/>
                </a:lnTo>
                <a:lnTo>
                  <a:pt x="2502" y="120220"/>
                </a:lnTo>
                <a:lnTo>
                  <a:pt x="1201" y="120220"/>
                </a:lnTo>
                <a:close/>
                <a:moveTo>
                  <a:pt x="3736" y="122755"/>
                </a:moveTo>
                <a:lnTo>
                  <a:pt x="2936" y="121955"/>
                </a:lnTo>
                <a:lnTo>
                  <a:pt x="2936" y="120654"/>
                </a:lnTo>
                <a:lnTo>
                  <a:pt x="4203" y="119353"/>
                </a:lnTo>
                <a:lnTo>
                  <a:pt x="4203" y="121421"/>
                </a:lnTo>
                <a:lnTo>
                  <a:pt x="5571" y="122755"/>
                </a:lnTo>
                <a:lnTo>
                  <a:pt x="3736" y="122755"/>
                </a:lnTo>
                <a:close/>
                <a:moveTo>
                  <a:pt x="6672" y="122755"/>
                </a:moveTo>
                <a:lnTo>
                  <a:pt x="5004" y="121088"/>
                </a:lnTo>
                <a:lnTo>
                  <a:pt x="5004" y="119053"/>
                </a:lnTo>
                <a:lnTo>
                  <a:pt x="10708" y="119053"/>
                </a:lnTo>
                <a:lnTo>
                  <a:pt x="14444" y="122755"/>
                </a:lnTo>
                <a:lnTo>
                  <a:pt x="6672" y="122755"/>
                </a:lnTo>
                <a:close/>
                <a:moveTo>
                  <a:pt x="16346" y="122755"/>
                </a:moveTo>
                <a:lnTo>
                  <a:pt x="20048" y="119053"/>
                </a:lnTo>
                <a:lnTo>
                  <a:pt x="25752" y="119053"/>
                </a:lnTo>
                <a:lnTo>
                  <a:pt x="25752" y="121088"/>
                </a:lnTo>
                <a:lnTo>
                  <a:pt x="24084" y="122755"/>
                </a:lnTo>
                <a:lnTo>
                  <a:pt x="16346" y="122755"/>
                </a:lnTo>
                <a:close/>
                <a:moveTo>
                  <a:pt x="27020" y="122755"/>
                </a:moveTo>
                <a:lnTo>
                  <a:pt x="25219" y="122755"/>
                </a:lnTo>
                <a:lnTo>
                  <a:pt x="26553" y="121421"/>
                </a:lnTo>
                <a:lnTo>
                  <a:pt x="26553" y="119353"/>
                </a:lnTo>
                <a:lnTo>
                  <a:pt x="27854" y="120654"/>
                </a:lnTo>
                <a:lnTo>
                  <a:pt x="27854" y="121955"/>
                </a:lnTo>
                <a:close/>
                <a:moveTo>
                  <a:pt x="29555" y="120220"/>
                </a:moveTo>
                <a:lnTo>
                  <a:pt x="28254" y="120220"/>
                </a:lnTo>
                <a:lnTo>
                  <a:pt x="26986" y="118953"/>
                </a:lnTo>
                <a:lnTo>
                  <a:pt x="28854" y="118953"/>
                </a:lnTo>
                <a:lnTo>
                  <a:pt x="29155" y="118819"/>
                </a:lnTo>
                <a:lnTo>
                  <a:pt x="30389" y="117585"/>
                </a:lnTo>
                <a:lnTo>
                  <a:pt x="30389" y="119386"/>
                </a:lnTo>
                <a:close/>
                <a:moveTo>
                  <a:pt x="31990" y="120220"/>
                </a:moveTo>
                <a:lnTo>
                  <a:pt x="31189" y="119386"/>
                </a:lnTo>
                <a:lnTo>
                  <a:pt x="31189" y="117585"/>
                </a:lnTo>
                <a:lnTo>
                  <a:pt x="32424" y="118819"/>
                </a:lnTo>
                <a:lnTo>
                  <a:pt x="32691" y="118953"/>
                </a:lnTo>
                <a:lnTo>
                  <a:pt x="34592" y="118953"/>
                </a:lnTo>
                <a:lnTo>
                  <a:pt x="33291" y="120220"/>
                </a:lnTo>
                <a:lnTo>
                  <a:pt x="31990" y="120220"/>
                </a:lnTo>
                <a:close/>
                <a:moveTo>
                  <a:pt x="34525" y="122755"/>
                </a:moveTo>
                <a:lnTo>
                  <a:pt x="33725" y="121955"/>
                </a:lnTo>
                <a:lnTo>
                  <a:pt x="33725" y="120654"/>
                </a:lnTo>
                <a:lnTo>
                  <a:pt x="34992" y="119353"/>
                </a:lnTo>
                <a:lnTo>
                  <a:pt x="34992" y="121421"/>
                </a:lnTo>
                <a:lnTo>
                  <a:pt x="36360" y="122755"/>
                </a:lnTo>
                <a:lnTo>
                  <a:pt x="34525" y="122755"/>
                </a:lnTo>
                <a:close/>
                <a:moveTo>
                  <a:pt x="37461" y="122755"/>
                </a:moveTo>
                <a:lnTo>
                  <a:pt x="35793" y="121088"/>
                </a:lnTo>
                <a:lnTo>
                  <a:pt x="35793" y="119053"/>
                </a:lnTo>
                <a:lnTo>
                  <a:pt x="41497" y="119053"/>
                </a:lnTo>
                <a:lnTo>
                  <a:pt x="45233" y="122755"/>
                </a:lnTo>
                <a:lnTo>
                  <a:pt x="37461" y="122755"/>
                </a:lnTo>
                <a:close/>
                <a:moveTo>
                  <a:pt x="47134" y="122755"/>
                </a:moveTo>
                <a:lnTo>
                  <a:pt x="50837" y="119053"/>
                </a:lnTo>
                <a:lnTo>
                  <a:pt x="56574" y="119053"/>
                </a:lnTo>
                <a:lnTo>
                  <a:pt x="56574" y="121088"/>
                </a:lnTo>
                <a:lnTo>
                  <a:pt x="54873" y="122755"/>
                </a:lnTo>
                <a:lnTo>
                  <a:pt x="47134" y="122755"/>
                </a:lnTo>
                <a:close/>
                <a:moveTo>
                  <a:pt x="57808" y="122755"/>
                </a:moveTo>
                <a:lnTo>
                  <a:pt x="56007" y="122755"/>
                </a:lnTo>
                <a:lnTo>
                  <a:pt x="57341" y="121421"/>
                </a:lnTo>
                <a:lnTo>
                  <a:pt x="57341" y="119353"/>
                </a:lnTo>
                <a:lnTo>
                  <a:pt x="58642" y="120654"/>
                </a:lnTo>
                <a:lnTo>
                  <a:pt x="58642" y="121955"/>
                </a:lnTo>
                <a:close/>
                <a:moveTo>
                  <a:pt x="60344" y="120220"/>
                </a:moveTo>
                <a:lnTo>
                  <a:pt x="59043" y="120220"/>
                </a:lnTo>
                <a:lnTo>
                  <a:pt x="57775" y="118953"/>
                </a:lnTo>
                <a:lnTo>
                  <a:pt x="59676" y="118953"/>
                </a:lnTo>
                <a:lnTo>
                  <a:pt x="59943" y="118819"/>
                </a:lnTo>
                <a:lnTo>
                  <a:pt x="61178" y="117585"/>
                </a:lnTo>
                <a:lnTo>
                  <a:pt x="61178" y="119386"/>
                </a:lnTo>
                <a:close/>
                <a:moveTo>
                  <a:pt x="62779" y="120220"/>
                </a:moveTo>
                <a:lnTo>
                  <a:pt x="61978" y="119386"/>
                </a:lnTo>
                <a:lnTo>
                  <a:pt x="61978" y="117585"/>
                </a:lnTo>
                <a:lnTo>
                  <a:pt x="63212" y="118819"/>
                </a:lnTo>
                <a:lnTo>
                  <a:pt x="63479" y="118953"/>
                </a:lnTo>
                <a:lnTo>
                  <a:pt x="65381" y="118953"/>
                </a:lnTo>
                <a:lnTo>
                  <a:pt x="64080" y="120220"/>
                </a:lnTo>
                <a:lnTo>
                  <a:pt x="62779" y="120220"/>
                </a:lnTo>
                <a:close/>
                <a:moveTo>
                  <a:pt x="65347" y="122755"/>
                </a:moveTo>
                <a:lnTo>
                  <a:pt x="64513" y="121955"/>
                </a:lnTo>
                <a:lnTo>
                  <a:pt x="64513" y="120654"/>
                </a:lnTo>
                <a:lnTo>
                  <a:pt x="65781" y="119353"/>
                </a:lnTo>
                <a:lnTo>
                  <a:pt x="65781" y="121421"/>
                </a:lnTo>
                <a:lnTo>
                  <a:pt x="67148" y="122755"/>
                </a:lnTo>
                <a:lnTo>
                  <a:pt x="65347" y="122755"/>
                </a:lnTo>
                <a:close/>
                <a:moveTo>
                  <a:pt x="68249" y="122755"/>
                </a:moveTo>
                <a:lnTo>
                  <a:pt x="66581" y="121088"/>
                </a:lnTo>
                <a:lnTo>
                  <a:pt x="66581" y="119053"/>
                </a:lnTo>
                <a:lnTo>
                  <a:pt x="72285" y="119053"/>
                </a:lnTo>
                <a:lnTo>
                  <a:pt x="76021" y="122755"/>
                </a:lnTo>
                <a:lnTo>
                  <a:pt x="68249" y="122755"/>
                </a:lnTo>
                <a:close/>
                <a:moveTo>
                  <a:pt x="77923" y="122755"/>
                </a:moveTo>
                <a:lnTo>
                  <a:pt x="81659" y="119053"/>
                </a:lnTo>
                <a:lnTo>
                  <a:pt x="87363" y="119053"/>
                </a:lnTo>
                <a:lnTo>
                  <a:pt x="87363" y="121088"/>
                </a:lnTo>
                <a:lnTo>
                  <a:pt x="85662" y="122755"/>
                </a:lnTo>
                <a:lnTo>
                  <a:pt x="77923" y="122755"/>
                </a:lnTo>
                <a:close/>
                <a:moveTo>
                  <a:pt x="88597" y="122755"/>
                </a:moveTo>
                <a:lnTo>
                  <a:pt x="86796" y="122755"/>
                </a:lnTo>
                <a:lnTo>
                  <a:pt x="88163" y="121421"/>
                </a:lnTo>
                <a:lnTo>
                  <a:pt x="88163" y="119353"/>
                </a:lnTo>
                <a:lnTo>
                  <a:pt x="89431" y="120654"/>
                </a:lnTo>
                <a:lnTo>
                  <a:pt x="89431" y="121955"/>
                </a:lnTo>
                <a:close/>
                <a:moveTo>
                  <a:pt x="91166" y="120220"/>
                </a:moveTo>
                <a:lnTo>
                  <a:pt x="89865" y="120220"/>
                </a:lnTo>
                <a:lnTo>
                  <a:pt x="88564" y="118953"/>
                </a:lnTo>
                <a:lnTo>
                  <a:pt x="90465" y="118953"/>
                </a:lnTo>
                <a:lnTo>
                  <a:pt x="90732" y="118819"/>
                </a:lnTo>
                <a:lnTo>
                  <a:pt x="91966" y="117585"/>
                </a:lnTo>
                <a:lnTo>
                  <a:pt x="91966" y="119386"/>
                </a:lnTo>
                <a:close/>
                <a:moveTo>
                  <a:pt x="93567" y="120220"/>
                </a:moveTo>
                <a:lnTo>
                  <a:pt x="92767" y="119386"/>
                </a:lnTo>
                <a:lnTo>
                  <a:pt x="92767" y="117585"/>
                </a:lnTo>
                <a:lnTo>
                  <a:pt x="94001" y="118819"/>
                </a:lnTo>
                <a:lnTo>
                  <a:pt x="94268" y="118953"/>
                </a:lnTo>
                <a:lnTo>
                  <a:pt x="96169" y="118953"/>
                </a:lnTo>
                <a:lnTo>
                  <a:pt x="94868" y="120220"/>
                </a:lnTo>
                <a:lnTo>
                  <a:pt x="93567" y="120220"/>
                </a:lnTo>
                <a:close/>
                <a:moveTo>
                  <a:pt x="96136" y="122755"/>
                </a:moveTo>
                <a:lnTo>
                  <a:pt x="95302" y="121955"/>
                </a:lnTo>
                <a:lnTo>
                  <a:pt x="95302" y="120654"/>
                </a:lnTo>
                <a:lnTo>
                  <a:pt x="96569" y="119353"/>
                </a:lnTo>
                <a:lnTo>
                  <a:pt x="96569" y="121421"/>
                </a:lnTo>
                <a:lnTo>
                  <a:pt x="97937" y="122755"/>
                </a:lnTo>
                <a:lnTo>
                  <a:pt x="96136" y="122755"/>
                </a:lnTo>
                <a:close/>
                <a:moveTo>
                  <a:pt x="99071" y="122755"/>
                </a:moveTo>
                <a:lnTo>
                  <a:pt x="97370" y="121088"/>
                </a:lnTo>
                <a:lnTo>
                  <a:pt x="97370" y="119053"/>
                </a:lnTo>
                <a:lnTo>
                  <a:pt x="103074" y="119053"/>
                </a:lnTo>
                <a:lnTo>
                  <a:pt x="106810" y="122755"/>
                </a:lnTo>
                <a:lnTo>
                  <a:pt x="99071" y="122755"/>
                </a:lnTo>
                <a:close/>
                <a:moveTo>
                  <a:pt x="108711" y="122755"/>
                </a:moveTo>
                <a:lnTo>
                  <a:pt x="112447" y="119053"/>
                </a:lnTo>
                <a:lnTo>
                  <a:pt x="118152" y="119053"/>
                </a:lnTo>
                <a:lnTo>
                  <a:pt x="118152" y="121088"/>
                </a:lnTo>
                <a:lnTo>
                  <a:pt x="116450" y="122755"/>
                </a:lnTo>
                <a:lnTo>
                  <a:pt x="108711" y="122755"/>
                </a:lnTo>
                <a:close/>
                <a:moveTo>
                  <a:pt x="119386" y="122755"/>
                </a:moveTo>
                <a:lnTo>
                  <a:pt x="117584" y="122755"/>
                </a:lnTo>
                <a:lnTo>
                  <a:pt x="118952" y="121421"/>
                </a:lnTo>
                <a:lnTo>
                  <a:pt x="118952" y="119353"/>
                </a:lnTo>
                <a:lnTo>
                  <a:pt x="120220" y="120654"/>
                </a:lnTo>
                <a:lnTo>
                  <a:pt x="120220" y="121955"/>
                </a:lnTo>
                <a:close/>
                <a:moveTo>
                  <a:pt x="121954" y="120220"/>
                </a:moveTo>
                <a:lnTo>
                  <a:pt x="120653" y="120220"/>
                </a:lnTo>
                <a:lnTo>
                  <a:pt x="119352" y="118953"/>
                </a:lnTo>
                <a:lnTo>
                  <a:pt x="121254" y="118953"/>
                </a:lnTo>
                <a:lnTo>
                  <a:pt x="121521" y="118819"/>
                </a:lnTo>
                <a:lnTo>
                  <a:pt x="122755" y="117585"/>
                </a:lnTo>
                <a:lnTo>
                  <a:pt x="122755" y="119386"/>
                </a:lnTo>
                <a:close/>
                <a:moveTo>
                  <a:pt x="124389" y="120220"/>
                </a:moveTo>
                <a:lnTo>
                  <a:pt x="123555" y="119386"/>
                </a:lnTo>
                <a:lnTo>
                  <a:pt x="123555" y="117585"/>
                </a:lnTo>
                <a:lnTo>
                  <a:pt x="124790" y="118819"/>
                </a:lnTo>
                <a:lnTo>
                  <a:pt x="125056" y="118953"/>
                </a:lnTo>
                <a:lnTo>
                  <a:pt x="126958" y="118953"/>
                </a:lnTo>
                <a:lnTo>
                  <a:pt x="125657" y="120220"/>
                </a:lnTo>
                <a:lnTo>
                  <a:pt x="124389" y="120220"/>
                </a:lnTo>
                <a:close/>
                <a:moveTo>
                  <a:pt x="126924" y="122755"/>
                </a:moveTo>
                <a:lnTo>
                  <a:pt x="126091" y="121955"/>
                </a:lnTo>
                <a:lnTo>
                  <a:pt x="126091" y="120654"/>
                </a:lnTo>
                <a:lnTo>
                  <a:pt x="127358" y="119353"/>
                </a:lnTo>
                <a:lnTo>
                  <a:pt x="127358" y="121421"/>
                </a:lnTo>
                <a:lnTo>
                  <a:pt x="128726" y="122755"/>
                </a:lnTo>
                <a:lnTo>
                  <a:pt x="126924" y="122755"/>
                </a:lnTo>
                <a:close/>
                <a:moveTo>
                  <a:pt x="129860" y="122755"/>
                </a:moveTo>
                <a:lnTo>
                  <a:pt x="128159" y="121088"/>
                </a:lnTo>
                <a:lnTo>
                  <a:pt x="128159" y="119053"/>
                </a:lnTo>
                <a:lnTo>
                  <a:pt x="133896" y="119053"/>
                </a:lnTo>
                <a:lnTo>
                  <a:pt x="137599" y="122755"/>
                </a:lnTo>
                <a:lnTo>
                  <a:pt x="129860" y="122755"/>
                </a:lnTo>
                <a:close/>
                <a:moveTo>
                  <a:pt x="139500" y="122755"/>
                </a:moveTo>
                <a:lnTo>
                  <a:pt x="143236" y="119053"/>
                </a:lnTo>
                <a:lnTo>
                  <a:pt x="148940" y="119053"/>
                </a:lnTo>
                <a:lnTo>
                  <a:pt x="148940" y="121088"/>
                </a:lnTo>
                <a:lnTo>
                  <a:pt x="147272" y="122755"/>
                </a:lnTo>
                <a:lnTo>
                  <a:pt x="139500" y="122755"/>
                </a:lnTo>
                <a:close/>
                <a:moveTo>
                  <a:pt x="150174" y="122755"/>
                </a:moveTo>
                <a:lnTo>
                  <a:pt x="148373" y="122755"/>
                </a:lnTo>
                <a:lnTo>
                  <a:pt x="149741" y="121421"/>
                </a:lnTo>
                <a:lnTo>
                  <a:pt x="149741" y="119353"/>
                </a:lnTo>
                <a:lnTo>
                  <a:pt x="151008" y="120654"/>
                </a:lnTo>
                <a:lnTo>
                  <a:pt x="151008" y="121955"/>
                </a:lnTo>
                <a:close/>
                <a:moveTo>
                  <a:pt x="152743" y="120220"/>
                </a:moveTo>
                <a:lnTo>
                  <a:pt x="151442" y="120220"/>
                </a:lnTo>
                <a:lnTo>
                  <a:pt x="150141" y="118953"/>
                </a:lnTo>
                <a:lnTo>
                  <a:pt x="152042" y="118953"/>
                </a:lnTo>
                <a:lnTo>
                  <a:pt x="152309" y="118819"/>
                </a:lnTo>
                <a:lnTo>
                  <a:pt x="153543" y="117585"/>
                </a:lnTo>
                <a:lnTo>
                  <a:pt x="153543" y="119386"/>
                </a:lnTo>
                <a:close/>
                <a:moveTo>
                  <a:pt x="155178" y="120220"/>
                </a:moveTo>
                <a:lnTo>
                  <a:pt x="154344" y="119386"/>
                </a:lnTo>
                <a:lnTo>
                  <a:pt x="154344" y="117585"/>
                </a:lnTo>
                <a:lnTo>
                  <a:pt x="155578" y="118819"/>
                </a:lnTo>
                <a:lnTo>
                  <a:pt x="155845" y="118953"/>
                </a:lnTo>
                <a:lnTo>
                  <a:pt x="157746" y="118953"/>
                </a:lnTo>
                <a:lnTo>
                  <a:pt x="156479" y="120220"/>
                </a:lnTo>
                <a:lnTo>
                  <a:pt x="155178" y="120220"/>
                </a:lnTo>
                <a:close/>
                <a:moveTo>
                  <a:pt x="157713" y="122755"/>
                </a:moveTo>
                <a:lnTo>
                  <a:pt x="156879" y="121955"/>
                </a:lnTo>
                <a:lnTo>
                  <a:pt x="156879" y="120654"/>
                </a:lnTo>
                <a:lnTo>
                  <a:pt x="158180" y="119353"/>
                </a:lnTo>
                <a:lnTo>
                  <a:pt x="158180" y="121421"/>
                </a:lnTo>
                <a:lnTo>
                  <a:pt x="159514" y="122755"/>
                </a:lnTo>
                <a:lnTo>
                  <a:pt x="157713" y="122755"/>
                </a:lnTo>
                <a:close/>
                <a:moveTo>
                  <a:pt x="160649" y="122755"/>
                </a:moveTo>
                <a:lnTo>
                  <a:pt x="158947" y="121088"/>
                </a:lnTo>
                <a:lnTo>
                  <a:pt x="158947" y="119053"/>
                </a:lnTo>
                <a:lnTo>
                  <a:pt x="164685" y="119053"/>
                </a:lnTo>
                <a:lnTo>
                  <a:pt x="168387" y="122755"/>
                </a:lnTo>
                <a:lnTo>
                  <a:pt x="160649" y="122755"/>
                </a:lnTo>
                <a:close/>
                <a:moveTo>
                  <a:pt x="170289" y="122755"/>
                </a:moveTo>
                <a:lnTo>
                  <a:pt x="174025" y="119053"/>
                </a:lnTo>
                <a:lnTo>
                  <a:pt x="179729" y="119053"/>
                </a:lnTo>
                <a:lnTo>
                  <a:pt x="179729" y="121088"/>
                </a:lnTo>
                <a:lnTo>
                  <a:pt x="178061" y="122755"/>
                </a:lnTo>
                <a:lnTo>
                  <a:pt x="170289" y="122755"/>
                </a:lnTo>
                <a:close/>
                <a:moveTo>
                  <a:pt x="180996" y="122755"/>
                </a:moveTo>
                <a:lnTo>
                  <a:pt x="179162" y="122755"/>
                </a:lnTo>
                <a:lnTo>
                  <a:pt x="180529" y="121421"/>
                </a:lnTo>
                <a:lnTo>
                  <a:pt x="180529" y="119353"/>
                </a:lnTo>
                <a:lnTo>
                  <a:pt x="181797" y="120654"/>
                </a:lnTo>
                <a:lnTo>
                  <a:pt x="181797" y="121955"/>
                </a:lnTo>
                <a:close/>
                <a:moveTo>
                  <a:pt x="183532" y="120220"/>
                </a:moveTo>
                <a:lnTo>
                  <a:pt x="182231" y="120220"/>
                </a:lnTo>
                <a:lnTo>
                  <a:pt x="180930" y="118953"/>
                </a:lnTo>
                <a:lnTo>
                  <a:pt x="182831" y="118953"/>
                </a:lnTo>
                <a:lnTo>
                  <a:pt x="183098" y="118819"/>
                </a:lnTo>
                <a:lnTo>
                  <a:pt x="184332" y="117585"/>
                </a:lnTo>
                <a:lnTo>
                  <a:pt x="184332" y="119386"/>
                </a:lnTo>
                <a:close/>
                <a:moveTo>
                  <a:pt x="185967" y="120220"/>
                </a:moveTo>
                <a:lnTo>
                  <a:pt x="185133" y="119386"/>
                </a:lnTo>
                <a:lnTo>
                  <a:pt x="185133" y="117585"/>
                </a:lnTo>
                <a:lnTo>
                  <a:pt x="186367" y="118819"/>
                </a:lnTo>
                <a:lnTo>
                  <a:pt x="186667" y="118953"/>
                </a:lnTo>
                <a:lnTo>
                  <a:pt x="188535" y="118953"/>
                </a:lnTo>
                <a:lnTo>
                  <a:pt x="187268" y="120220"/>
                </a:lnTo>
                <a:lnTo>
                  <a:pt x="185967" y="120220"/>
                </a:lnTo>
                <a:close/>
                <a:moveTo>
                  <a:pt x="188502" y="122755"/>
                </a:moveTo>
                <a:lnTo>
                  <a:pt x="187668" y="121955"/>
                </a:lnTo>
                <a:lnTo>
                  <a:pt x="187668" y="120654"/>
                </a:lnTo>
                <a:lnTo>
                  <a:pt x="188969" y="119353"/>
                </a:lnTo>
                <a:lnTo>
                  <a:pt x="188969" y="121421"/>
                </a:lnTo>
                <a:lnTo>
                  <a:pt x="190303" y="122755"/>
                </a:lnTo>
                <a:lnTo>
                  <a:pt x="188502" y="122755"/>
                </a:lnTo>
                <a:close/>
                <a:moveTo>
                  <a:pt x="191437" y="122755"/>
                </a:moveTo>
                <a:lnTo>
                  <a:pt x="189736" y="121088"/>
                </a:lnTo>
                <a:lnTo>
                  <a:pt x="189736" y="119053"/>
                </a:lnTo>
                <a:lnTo>
                  <a:pt x="195473" y="119053"/>
                </a:lnTo>
                <a:lnTo>
                  <a:pt x="199176" y="122755"/>
                </a:lnTo>
                <a:lnTo>
                  <a:pt x="191437" y="122755"/>
                </a:lnTo>
                <a:close/>
                <a:moveTo>
                  <a:pt x="201077" y="122755"/>
                </a:moveTo>
                <a:lnTo>
                  <a:pt x="204813" y="119053"/>
                </a:lnTo>
                <a:lnTo>
                  <a:pt x="210518" y="119053"/>
                </a:lnTo>
                <a:lnTo>
                  <a:pt x="210518" y="121088"/>
                </a:lnTo>
                <a:lnTo>
                  <a:pt x="208850" y="122755"/>
                </a:lnTo>
                <a:lnTo>
                  <a:pt x="201077" y="122755"/>
                </a:lnTo>
                <a:close/>
                <a:moveTo>
                  <a:pt x="211785" y="122755"/>
                </a:moveTo>
                <a:lnTo>
                  <a:pt x="209950" y="122755"/>
                </a:lnTo>
                <a:lnTo>
                  <a:pt x="211318" y="121421"/>
                </a:lnTo>
                <a:lnTo>
                  <a:pt x="211318" y="119353"/>
                </a:lnTo>
                <a:lnTo>
                  <a:pt x="212586" y="120654"/>
                </a:lnTo>
                <a:lnTo>
                  <a:pt x="212586" y="121955"/>
                </a:lnTo>
                <a:close/>
                <a:moveTo>
                  <a:pt x="214320" y="120220"/>
                </a:moveTo>
                <a:lnTo>
                  <a:pt x="213019" y="120220"/>
                </a:lnTo>
                <a:lnTo>
                  <a:pt x="211718" y="118953"/>
                </a:lnTo>
                <a:lnTo>
                  <a:pt x="213620" y="118953"/>
                </a:lnTo>
                <a:lnTo>
                  <a:pt x="213887" y="118819"/>
                </a:lnTo>
                <a:lnTo>
                  <a:pt x="215154" y="117585"/>
                </a:lnTo>
                <a:lnTo>
                  <a:pt x="215154" y="119386"/>
                </a:lnTo>
                <a:close/>
                <a:moveTo>
                  <a:pt x="216755" y="120220"/>
                </a:moveTo>
                <a:lnTo>
                  <a:pt x="215921" y="119386"/>
                </a:lnTo>
                <a:lnTo>
                  <a:pt x="215921" y="117585"/>
                </a:lnTo>
                <a:lnTo>
                  <a:pt x="217156" y="118819"/>
                </a:lnTo>
                <a:lnTo>
                  <a:pt x="217456" y="118953"/>
                </a:lnTo>
                <a:lnTo>
                  <a:pt x="219324" y="118953"/>
                </a:lnTo>
                <a:lnTo>
                  <a:pt x="218056" y="120220"/>
                </a:lnTo>
                <a:lnTo>
                  <a:pt x="216755" y="120220"/>
                </a:lnTo>
                <a:close/>
                <a:moveTo>
                  <a:pt x="219290" y="122755"/>
                </a:moveTo>
                <a:lnTo>
                  <a:pt x="218457" y="121955"/>
                </a:lnTo>
                <a:lnTo>
                  <a:pt x="218457" y="120654"/>
                </a:lnTo>
                <a:lnTo>
                  <a:pt x="219757" y="119353"/>
                </a:lnTo>
                <a:lnTo>
                  <a:pt x="219757" y="121421"/>
                </a:lnTo>
                <a:lnTo>
                  <a:pt x="221092" y="122755"/>
                </a:lnTo>
                <a:lnTo>
                  <a:pt x="219290" y="122755"/>
                </a:lnTo>
                <a:close/>
                <a:moveTo>
                  <a:pt x="222226" y="122755"/>
                </a:moveTo>
                <a:lnTo>
                  <a:pt x="220558" y="121088"/>
                </a:lnTo>
                <a:lnTo>
                  <a:pt x="220558" y="119053"/>
                </a:lnTo>
                <a:lnTo>
                  <a:pt x="226262" y="119053"/>
                </a:lnTo>
                <a:lnTo>
                  <a:pt x="229965" y="122755"/>
                </a:lnTo>
                <a:lnTo>
                  <a:pt x="222226" y="122755"/>
                </a:lnTo>
                <a:close/>
                <a:moveTo>
                  <a:pt x="231866" y="122755"/>
                </a:moveTo>
                <a:lnTo>
                  <a:pt x="235602" y="119053"/>
                </a:lnTo>
                <a:lnTo>
                  <a:pt x="241306" y="119053"/>
                </a:lnTo>
                <a:lnTo>
                  <a:pt x="241306" y="121088"/>
                </a:lnTo>
                <a:lnTo>
                  <a:pt x="239638" y="122755"/>
                </a:lnTo>
                <a:lnTo>
                  <a:pt x="231866" y="122755"/>
                </a:lnTo>
                <a:close/>
                <a:moveTo>
                  <a:pt x="242574" y="122755"/>
                </a:moveTo>
                <a:lnTo>
                  <a:pt x="240739" y="122755"/>
                </a:lnTo>
                <a:lnTo>
                  <a:pt x="242107" y="121421"/>
                </a:lnTo>
                <a:lnTo>
                  <a:pt x="242107" y="119353"/>
                </a:lnTo>
                <a:lnTo>
                  <a:pt x="243408" y="120654"/>
                </a:lnTo>
                <a:lnTo>
                  <a:pt x="243408" y="121955"/>
                </a:lnTo>
                <a:close/>
                <a:moveTo>
                  <a:pt x="245943" y="119420"/>
                </a:moveTo>
                <a:lnTo>
                  <a:pt x="245109" y="120220"/>
                </a:lnTo>
                <a:lnTo>
                  <a:pt x="243808" y="120220"/>
                </a:lnTo>
                <a:lnTo>
                  <a:pt x="242507" y="118953"/>
                </a:lnTo>
                <a:lnTo>
                  <a:pt x="244408" y="118953"/>
                </a:lnTo>
                <a:lnTo>
                  <a:pt x="244675" y="118819"/>
                </a:lnTo>
                <a:lnTo>
                  <a:pt x="245909" y="117585"/>
                </a:lnTo>
                <a:lnTo>
                  <a:pt x="245909" y="119420"/>
                </a:lnTo>
                <a:close/>
                <a:moveTo>
                  <a:pt x="245943" y="116484"/>
                </a:moveTo>
                <a:lnTo>
                  <a:pt x="244242" y="118152"/>
                </a:lnTo>
                <a:lnTo>
                  <a:pt x="242207" y="118152"/>
                </a:lnTo>
                <a:lnTo>
                  <a:pt x="242207" y="112448"/>
                </a:lnTo>
                <a:lnTo>
                  <a:pt x="245943" y="108712"/>
                </a:lnTo>
                <a:close/>
                <a:moveTo>
                  <a:pt x="245943" y="106811"/>
                </a:moveTo>
                <a:lnTo>
                  <a:pt x="242207" y="103108"/>
                </a:lnTo>
                <a:lnTo>
                  <a:pt x="242207" y="97371"/>
                </a:lnTo>
                <a:lnTo>
                  <a:pt x="244242" y="97371"/>
                </a:lnTo>
                <a:lnTo>
                  <a:pt x="245943" y="99072"/>
                </a:lnTo>
                <a:close/>
                <a:moveTo>
                  <a:pt x="245109" y="95302"/>
                </a:moveTo>
                <a:lnTo>
                  <a:pt x="245943" y="96136"/>
                </a:lnTo>
                <a:lnTo>
                  <a:pt x="245943" y="97938"/>
                </a:lnTo>
                <a:lnTo>
                  <a:pt x="244675" y="96703"/>
                </a:lnTo>
                <a:lnTo>
                  <a:pt x="244408" y="96603"/>
                </a:lnTo>
                <a:lnTo>
                  <a:pt x="242507" y="96603"/>
                </a:lnTo>
                <a:lnTo>
                  <a:pt x="243808" y="95302"/>
                </a:lnTo>
                <a:lnTo>
                  <a:pt x="245109" y="95302"/>
                </a:lnTo>
                <a:close/>
                <a:moveTo>
                  <a:pt x="243374" y="93601"/>
                </a:moveTo>
                <a:lnTo>
                  <a:pt x="243374" y="94902"/>
                </a:lnTo>
                <a:lnTo>
                  <a:pt x="242107" y="96170"/>
                </a:lnTo>
                <a:lnTo>
                  <a:pt x="242107" y="94135"/>
                </a:lnTo>
                <a:lnTo>
                  <a:pt x="240739" y="92767"/>
                </a:lnTo>
                <a:lnTo>
                  <a:pt x="242574" y="92767"/>
                </a:lnTo>
                <a:close/>
                <a:moveTo>
                  <a:pt x="242574" y="91967"/>
                </a:moveTo>
                <a:lnTo>
                  <a:pt x="240739" y="91967"/>
                </a:lnTo>
                <a:lnTo>
                  <a:pt x="242107" y="90632"/>
                </a:lnTo>
                <a:lnTo>
                  <a:pt x="242107" y="88564"/>
                </a:lnTo>
                <a:lnTo>
                  <a:pt x="243374" y="89865"/>
                </a:lnTo>
                <a:lnTo>
                  <a:pt x="243374" y="91166"/>
                </a:lnTo>
                <a:close/>
                <a:moveTo>
                  <a:pt x="245943" y="88598"/>
                </a:moveTo>
                <a:lnTo>
                  <a:pt x="245109" y="89432"/>
                </a:lnTo>
                <a:lnTo>
                  <a:pt x="243808" y="89432"/>
                </a:lnTo>
                <a:lnTo>
                  <a:pt x="242507" y="88164"/>
                </a:lnTo>
                <a:lnTo>
                  <a:pt x="244408" y="88164"/>
                </a:lnTo>
                <a:lnTo>
                  <a:pt x="244675" y="88031"/>
                </a:lnTo>
                <a:lnTo>
                  <a:pt x="245909" y="86796"/>
                </a:lnTo>
                <a:lnTo>
                  <a:pt x="245909" y="88598"/>
                </a:lnTo>
                <a:close/>
                <a:moveTo>
                  <a:pt x="245943" y="85696"/>
                </a:moveTo>
                <a:lnTo>
                  <a:pt x="244242" y="87363"/>
                </a:lnTo>
                <a:lnTo>
                  <a:pt x="242207" y="87363"/>
                </a:lnTo>
                <a:lnTo>
                  <a:pt x="242207" y="81659"/>
                </a:lnTo>
                <a:lnTo>
                  <a:pt x="245943" y="77923"/>
                </a:lnTo>
                <a:close/>
                <a:moveTo>
                  <a:pt x="245943" y="76022"/>
                </a:moveTo>
                <a:lnTo>
                  <a:pt x="242207" y="72286"/>
                </a:lnTo>
                <a:lnTo>
                  <a:pt x="242207" y="66582"/>
                </a:lnTo>
                <a:lnTo>
                  <a:pt x="244242" y="66582"/>
                </a:lnTo>
                <a:lnTo>
                  <a:pt x="245943" y="68283"/>
                </a:lnTo>
                <a:close/>
                <a:moveTo>
                  <a:pt x="245109" y="64514"/>
                </a:moveTo>
                <a:lnTo>
                  <a:pt x="245943" y="65348"/>
                </a:lnTo>
                <a:lnTo>
                  <a:pt x="245943" y="67149"/>
                </a:lnTo>
                <a:lnTo>
                  <a:pt x="244675" y="65915"/>
                </a:lnTo>
                <a:lnTo>
                  <a:pt x="244408" y="65781"/>
                </a:lnTo>
                <a:lnTo>
                  <a:pt x="242507" y="65781"/>
                </a:lnTo>
                <a:lnTo>
                  <a:pt x="243808" y="64514"/>
                </a:lnTo>
                <a:lnTo>
                  <a:pt x="245109" y="64514"/>
                </a:lnTo>
                <a:close/>
                <a:moveTo>
                  <a:pt x="243374" y="62779"/>
                </a:moveTo>
                <a:lnTo>
                  <a:pt x="243374" y="64080"/>
                </a:lnTo>
                <a:lnTo>
                  <a:pt x="242107" y="65381"/>
                </a:lnTo>
                <a:lnTo>
                  <a:pt x="242107" y="63313"/>
                </a:lnTo>
                <a:lnTo>
                  <a:pt x="240739" y="61979"/>
                </a:lnTo>
                <a:lnTo>
                  <a:pt x="242574" y="61979"/>
                </a:lnTo>
                <a:close/>
                <a:moveTo>
                  <a:pt x="242574" y="61178"/>
                </a:moveTo>
                <a:lnTo>
                  <a:pt x="240739" y="61178"/>
                </a:lnTo>
                <a:lnTo>
                  <a:pt x="242107" y="59844"/>
                </a:lnTo>
                <a:lnTo>
                  <a:pt x="242107" y="57776"/>
                </a:lnTo>
                <a:lnTo>
                  <a:pt x="243374" y="59077"/>
                </a:lnTo>
                <a:lnTo>
                  <a:pt x="243374" y="60377"/>
                </a:lnTo>
                <a:close/>
                <a:moveTo>
                  <a:pt x="245943" y="57809"/>
                </a:moveTo>
                <a:lnTo>
                  <a:pt x="245109" y="58643"/>
                </a:lnTo>
                <a:lnTo>
                  <a:pt x="243808" y="58643"/>
                </a:lnTo>
                <a:lnTo>
                  <a:pt x="242507" y="57375"/>
                </a:lnTo>
                <a:lnTo>
                  <a:pt x="244408" y="57375"/>
                </a:lnTo>
                <a:lnTo>
                  <a:pt x="244675" y="57242"/>
                </a:lnTo>
                <a:lnTo>
                  <a:pt x="245909" y="56008"/>
                </a:lnTo>
                <a:lnTo>
                  <a:pt x="245909" y="57809"/>
                </a:lnTo>
                <a:close/>
                <a:moveTo>
                  <a:pt x="245943" y="54874"/>
                </a:moveTo>
                <a:lnTo>
                  <a:pt x="244242" y="56575"/>
                </a:lnTo>
                <a:lnTo>
                  <a:pt x="242207" y="56575"/>
                </a:lnTo>
                <a:lnTo>
                  <a:pt x="242207" y="50871"/>
                </a:lnTo>
                <a:lnTo>
                  <a:pt x="245943" y="47135"/>
                </a:lnTo>
                <a:close/>
                <a:moveTo>
                  <a:pt x="245943" y="45233"/>
                </a:moveTo>
                <a:lnTo>
                  <a:pt x="242207" y="41497"/>
                </a:lnTo>
                <a:lnTo>
                  <a:pt x="242207" y="35793"/>
                </a:lnTo>
                <a:lnTo>
                  <a:pt x="244242" y="35793"/>
                </a:lnTo>
                <a:lnTo>
                  <a:pt x="245943" y="37461"/>
                </a:lnTo>
                <a:close/>
                <a:moveTo>
                  <a:pt x="245109" y="33725"/>
                </a:moveTo>
                <a:lnTo>
                  <a:pt x="245943" y="34559"/>
                </a:lnTo>
                <a:lnTo>
                  <a:pt x="245943" y="36360"/>
                </a:lnTo>
                <a:lnTo>
                  <a:pt x="244675" y="35126"/>
                </a:lnTo>
                <a:lnTo>
                  <a:pt x="244408" y="34993"/>
                </a:lnTo>
                <a:lnTo>
                  <a:pt x="242507" y="34993"/>
                </a:lnTo>
                <a:lnTo>
                  <a:pt x="243808" y="33725"/>
                </a:lnTo>
                <a:lnTo>
                  <a:pt x="245109" y="33725"/>
                </a:lnTo>
                <a:close/>
                <a:moveTo>
                  <a:pt x="243374" y="31990"/>
                </a:moveTo>
                <a:lnTo>
                  <a:pt x="243374" y="33291"/>
                </a:lnTo>
                <a:lnTo>
                  <a:pt x="242107" y="34592"/>
                </a:lnTo>
                <a:lnTo>
                  <a:pt x="242107" y="32524"/>
                </a:lnTo>
                <a:lnTo>
                  <a:pt x="240739" y="31190"/>
                </a:lnTo>
                <a:lnTo>
                  <a:pt x="242574" y="31190"/>
                </a:lnTo>
                <a:close/>
                <a:moveTo>
                  <a:pt x="242574" y="30389"/>
                </a:moveTo>
                <a:lnTo>
                  <a:pt x="240739" y="30389"/>
                </a:lnTo>
                <a:lnTo>
                  <a:pt x="242107" y="29055"/>
                </a:lnTo>
                <a:lnTo>
                  <a:pt x="242107" y="26987"/>
                </a:lnTo>
                <a:lnTo>
                  <a:pt x="243374" y="28254"/>
                </a:lnTo>
                <a:lnTo>
                  <a:pt x="243374" y="29555"/>
                </a:lnTo>
                <a:close/>
                <a:moveTo>
                  <a:pt x="245943" y="27020"/>
                </a:moveTo>
                <a:lnTo>
                  <a:pt x="245109" y="27854"/>
                </a:lnTo>
                <a:lnTo>
                  <a:pt x="243808" y="27854"/>
                </a:lnTo>
                <a:lnTo>
                  <a:pt x="242507" y="26553"/>
                </a:lnTo>
                <a:lnTo>
                  <a:pt x="244408" y="26553"/>
                </a:lnTo>
                <a:lnTo>
                  <a:pt x="244675" y="26453"/>
                </a:lnTo>
                <a:lnTo>
                  <a:pt x="245909" y="25219"/>
                </a:lnTo>
                <a:lnTo>
                  <a:pt x="245909" y="27020"/>
                </a:lnTo>
                <a:close/>
                <a:moveTo>
                  <a:pt x="245943" y="24085"/>
                </a:moveTo>
                <a:lnTo>
                  <a:pt x="244242" y="25786"/>
                </a:lnTo>
                <a:lnTo>
                  <a:pt x="242207" y="25786"/>
                </a:lnTo>
                <a:lnTo>
                  <a:pt x="242207" y="20049"/>
                </a:lnTo>
                <a:lnTo>
                  <a:pt x="245943" y="16346"/>
                </a:lnTo>
                <a:close/>
                <a:moveTo>
                  <a:pt x="245943" y="14445"/>
                </a:moveTo>
                <a:lnTo>
                  <a:pt x="242207" y="10709"/>
                </a:lnTo>
                <a:lnTo>
                  <a:pt x="242207" y="5004"/>
                </a:lnTo>
                <a:lnTo>
                  <a:pt x="244242" y="5004"/>
                </a:lnTo>
                <a:lnTo>
                  <a:pt x="245943" y="6672"/>
                </a:lnTo>
                <a:close/>
                <a:moveTo>
                  <a:pt x="245943" y="5572"/>
                </a:moveTo>
                <a:lnTo>
                  <a:pt x="244675" y="4337"/>
                </a:lnTo>
                <a:lnTo>
                  <a:pt x="244408" y="4204"/>
                </a:lnTo>
                <a:lnTo>
                  <a:pt x="242507" y="4204"/>
                </a:lnTo>
                <a:lnTo>
                  <a:pt x="243808" y="2936"/>
                </a:lnTo>
                <a:lnTo>
                  <a:pt x="245109" y="2936"/>
                </a:lnTo>
                <a:lnTo>
                  <a:pt x="245943" y="3737"/>
                </a:lnTo>
                <a:lnTo>
                  <a:pt x="245943" y="5572"/>
                </a:lnTo>
                <a:close/>
              </a:path>
            </a:pathLst>
          </a:custGeom>
          <a:solidFill>
            <a:srgbClr val="594129">
              <a:alpha val="5137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80" name="Google Shape;180;p15"/>
          <p:cNvGrpSpPr/>
          <p:nvPr/>
        </p:nvGrpSpPr>
        <p:grpSpPr>
          <a:xfrm flipH="1" rot="-5400000">
            <a:off x="1" y="3837153"/>
            <a:ext cx="1304277" cy="1306311"/>
            <a:chOff x="7839776" y="-1"/>
            <a:chExt cx="1304277" cy="1306311"/>
          </a:xfrm>
        </p:grpSpPr>
        <p:sp>
          <p:nvSpPr>
            <p:cNvPr id="181" name="Google Shape;181;p15"/>
            <p:cNvSpPr/>
            <p:nvPr/>
          </p:nvSpPr>
          <p:spPr>
            <a:xfrm>
              <a:off x="8491926" y="-1"/>
              <a:ext cx="652127" cy="653161"/>
            </a:xfrm>
            <a:custGeom>
              <a:rect b="b" l="l" r="r" t="t"/>
              <a:pathLst>
                <a:path extrusionOk="0" h="147774" w="147540">
                  <a:moveTo>
                    <a:pt x="146839" y="72352"/>
                  </a:moveTo>
                  <a:lnTo>
                    <a:pt x="126624" y="52105"/>
                  </a:lnTo>
                  <a:lnTo>
                    <a:pt x="126624" y="23517"/>
                  </a:lnTo>
                  <a:cubicBezTo>
                    <a:pt x="126624" y="22217"/>
                    <a:pt x="125557" y="21149"/>
                    <a:pt x="124256" y="21149"/>
                  </a:cubicBezTo>
                  <a:lnTo>
                    <a:pt x="95669" y="21149"/>
                  </a:lnTo>
                  <a:lnTo>
                    <a:pt x="75454" y="935"/>
                  </a:lnTo>
                  <a:cubicBezTo>
                    <a:pt x="74520" y="1"/>
                    <a:pt x="73019" y="1"/>
                    <a:pt x="72119" y="935"/>
                  </a:cubicBezTo>
                  <a:lnTo>
                    <a:pt x="51871" y="21149"/>
                  </a:lnTo>
                  <a:lnTo>
                    <a:pt x="23284" y="21149"/>
                  </a:lnTo>
                  <a:cubicBezTo>
                    <a:pt x="21983" y="21149"/>
                    <a:pt x="20915" y="22217"/>
                    <a:pt x="20915" y="23517"/>
                  </a:cubicBezTo>
                  <a:lnTo>
                    <a:pt x="20915" y="52105"/>
                  </a:lnTo>
                  <a:lnTo>
                    <a:pt x="701" y="72319"/>
                  </a:lnTo>
                  <a:cubicBezTo>
                    <a:pt x="267" y="72786"/>
                    <a:pt x="0" y="73386"/>
                    <a:pt x="0" y="73987"/>
                  </a:cubicBezTo>
                  <a:cubicBezTo>
                    <a:pt x="0" y="74621"/>
                    <a:pt x="267" y="75221"/>
                    <a:pt x="701" y="75655"/>
                  </a:cubicBezTo>
                  <a:lnTo>
                    <a:pt x="20915" y="95903"/>
                  </a:lnTo>
                  <a:lnTo>
                    <a:pt x="20915" y="124490"/>
                  </a:lnTo>
                  <a:cubicBezTo>
                    <a:pt x="20915" y="125791"/>
                    <a:pt x="21983" y="126858"/>
                    <a:pt x="23284" y="126858"/>
                  </a:cubicBezTo>
                  <a:lnTo>
                    <a:pt x="51871" y="126858"/>
                  </a:lnTo>
                  <a:lnTo>
                    <a:pt x="72119" y="147073"/>
                  </a:lnTo>
                  <a:cubicBezTo>
                    <a:pt x="72552" y="147506"/>
                    <a:pt x="73153" y="147773"/>
                    <a:pt x="73786" y="147773"/>
                  </a:cubicBezTo>
                  <a:cubicBezTo>
                    <a:pt x="74387" y="147773"/>
                    <a:pt x="74987" y="147506"/>
                    <a:pt x="75421" y="147073"/>
                  </a:cubicBezTo>
                  <a:lnTo>
                    <a:pt x="95669" y="126858"/>
                  </a:lnTo>
                  <a:lnTo>
                    <a:pt x="124256" y="126858"/>
                  </a:lnTo>
                  <a:cubicBezTo>
                    <a:pt x="125557" y="126858"/>
                    <a:pt x="126624" y="125791"/>
                    <a:pt x="126624" y="124490"/>
                  </a:cubicBezTo>
                  <a:lnTo>
                    <a:pt x="126624" y="95903"/>
                  </a:lnTo>
                  <a:lnTo>
                    <a:pt x="146839" y="75655"/>
                  </a:lnTo>
                  <a:cubicBezTo>
                    <a:pt x="147272" y="75221"/>
                    <a:pt x="147539" y="74621"/>
                    <a:pt x="147539" y="73987"/>
                  </a:cubicBezTo>
                  <a:cubicBezTo>
                    <a:pt x="147539" y="73386"/>
                    <a:pt x="147306" y="72786"/>
                    <a:pt x="146839" y="72352"/>
                  </a:cubicBezTo>
                  <a:close/>
                  <a:moveTo>
                    <a:pt x="122621" y="93267"/>
                  </a:moveTo>
                  <a:cubicBezTo>
                    <a:pt x="122154" y="93701"/>
                    <a:pt x="121921" y="94301"/>
                    <a:pt x="121921" y="94935"/>
                  </a:cubicBezTo>
                  <a:lnTo>
                    <a:pt x="121921" y="122155"/>
                  </a:lnTo>
                  <a:lnTo>
                    <a:pt x="94701" y="122155"/>
                  </a:lnTo>
                  <a:cubicBezTo>
                    <a:pt x="94068" y="122155"/>
                    <a:pt x="93467" y="122388"/>
                    <a:pt x="93034" y="122822"/>
                  </a:cubicBezTo>
                  <a:lnTo>
                    <a:pt x="73786" y="142102"/>
                  </a:lnTo>
                  <a:lnTo>
                    <a:pt x="54506" y="122855"/>
                  </a:lnTo>
                  <a:cubicBezTo>
                    <a:pt x="54072" y="122388"/>
                    <a:pt x="53472" y="122155"/>
                    <a:pt x="52838" y="122155"/>
                  </a:cubicBezTo>
                  <a:lnTo>
                    <a:pt x="25619" y="122155"/>
                  </a:lnTo>
                  <a:lnTo>
                    <a:pt x="25619" y="94935"/>
                  </a:lnTo>
                  <a:cubicBezTo>
                    <a:pt x="25619" y="94301"/>
                    <a:pt x="25385" y="93701"/>
                    <a:pt x="24952" y="93267"/>
                  </a:cubicBezTo>
                  <a:lnTo>
                    <a:pt x="5671" y="74020"/>
                  </a:lnTo>
                  <a:lnTo>
                    <a:pt x="24952" y="54740"/>
                  </a:lnTo>
                  <a:cubicBezTo>
                    <a:pt x="25385" y="54306"/>
                    <a:pt x="25619" y="53706"/>
                    <a:pt x="25619" y="53105"/>
                  </a:cubicBezTo>
                  <a:lnTo>
                    <a:pt x="25619" y="25852"/>
                  </a:lnTo>
                  <a:lnTo>
                    <a:pt x="52838" y="25852"/>
                  </a:lnTo>
                  <a:cubicBezTo>
                    <a:pt x="53472" y="25852"/>
                    <a:pt x="54072" y="25619"/>
                    <a:pt x="54506" y="25185"/>
                  </a:cubicBezTo>
                  <a:lnTo>
                    <a:pt x="73786" y="5905"/>
                  </a:lnTo>
                  <a:lnTo>
                    <a:pt x="93034" y="25185"/>
                  </a:lnTo>
                  <a:cubicBezTo>
                    <a:pt x="93467" y="25619"/>
                    <a:pt x="94068" y="25852"/>
                    <a:pt x="94701" y="25852"/>
                  </a:cubicBezTo>
                  <a:lnTo>
                    <a:pt x="121921" y="25852"/>
                  </a:lnTo>
                  <a:lnTo>
                    <a:pt x="121921" y="53072"/>
                  </a:lnTo>
                  <a:cubicBezTo>
                    <a:pt x="121921" y="53706"/>
                    <a:pt x="122154" y="54306"/>
                    <a:pt x="122588" y="54740"/>
                  </a:cubicBezTo>
                  <a:lnTo>
                    <a:pt x="141868" y="73987"/>
                  </a:lnTo>
                  <a:close/>
                </a:path>
              </a:pathLst>
            </a:custGeom>
            <a:solidFill>
              <a:srgbClr val="9575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15"/>
            <p:cNvSpPr/>
            <p:nvPr/>
          </p:nvSpPr>
          <p:spPr>
            <a:xfrm>
              <a:off x="7839776" y="-1"/>
              <a:ext cx="652127" cy="653161"/>
            </a:xfrm>
            <a:custGeom>
              <a:rect b="b" l="l" r="r" t="t"/>
              <a:pathLst>
                <a:path extrusionOk="0" h="147774" w="147540">
                  <a:moveTo>
                    <a:pt x="146839" y="72352"/>
                  </a:moveTo>
                  <a:lnTo>
                    <a:pt x="126624" y="52105"/>
                  </a:lnTo>
                  <a:lnTo>
                    <a:pt x="126624" y="23517"/>
                  </a:lnTo>
                  <a:cubicBezTo>
                    <a:pt x="126624" y="22217"/>
                    <a:pt x="125557" y="21149"/>
                    <a:pt x="124256" y="21149"/>
                  </a:cubicBezTo>
                  <a:lnTo>
                    <a:pt x="95669" y="21149"/>
                  </a:lnTo>
                  <a:lnTo>
                    <a:pt x="75454" y="935"/>
                  </a:lnTo>
                  <a:cubicBezTo>
                    <a:pt x="74520" y="1"/>
                    <a:pt x="73019" y="1"/>
                    <a:pt x="72119" y="935"/>
                  </a:cubicBezTo>
                  <a:lnTo>
                    <a:pt x="51871" y="21149"/>
                  </a:lnTo>
                  <a:lnTo>
                    <a:pt x="23284" y="21149"/>
                  </a:lnTo>
                  <a:cubicBezTo>
                    <a:pt x="21983" y="21149"/>
                    <a:pt x="20915" y="22217"/>
                    <a:pt x="20915" y="23517"/>
                  </a:cubicBezTo>
                  <a:lnTo>
                    <a:pt x="20915" y="52105"/>
                  </a:lnTo>
                  <a:lnTo>
                    <a:pt x="701" y="72319"/>
                  </a:lnTo>
                  <a:cubicBezTo>
                    <a:pt x="267" y="72786"/>
                    <a:pt x="0" y="73386"/>
                    <a:pt x="0" y="73987"/>
                  </a:cubicBezTo>
                  <a:cubicBezTo>
                    <a:pt x="0" y="74621"/>
                    <a:pt x="267" y="75221"/>
                    <a:pt x="701" y="75655"/>
                  </a:cubicBezTo>
                  <a:lnTo>
                    <a:pt x="20915" y="95903"/>
                  </a:lnTo>
                  <a:lnTo>
                    <a:pt x="20915" y="124490"/>
                  </a:lnTo>
                  <a:cubicBezTo>
                    <a:pt x="20915" y="125791"/>
                    <a:pt x="21983" y="126858"/>
                    <a:pt x="23284" y="126858"/>
                  </a:cubicBezTo>
                  <a:lnTo>
                    <a:pt x="51871" y="126858"/>
                  </a:lnTo>
                  <a:lnTo>
                    <a:pt x="72119" y="147073"/>
                  </a:lnTo>
                  <a:cubicBezTo>
                    <a:pt x="72552" y="147506"/>
                    <a:pt x="73153" y="147773"/>
                    <a:pt x="73786" y="147773"/>
                  </a:cubicBezTo>
                  <a:cubicBezTo>
                    <a:pt x="74387" y="147773"/>
                    <a:pt x="74987" y="147506"/>
                    <a:pt x="75421" y="147073"/>
                  </a:cubicBezTo>
                  <a:lnTo>
                    <a:pt x="95669" y="126858"/>
                  </a:lnTo>
                  <a:lnTo>
                    <a:pt x="124256" y="126858"/>
                  </a:lnTo>
                  <a:cubicBezTo>
                    <a:pt x="125557" y="126858"/>
                    <a:pt x="126624" y="125791"/>
                    <a:pt x="126624" y="124490"/>
                  </a:cubicBezTo>
                  <a:lnTo>
                    <a:pt x="126624" y="95903"/>
                  </a:lnTo>
                  <a:lnTo>
                    <a:pt x="146839" y="75655"/>
                  </a:lnTo>
                  <a:cubicBezTo>
                    <a:pt x="147272" y="75221"/>
                    <a:pt x="147539" y="74621"/>
                    <a:pt x="147539" y="73987"/>
                  </a:cubicBezTo>
                  <a:cubicBezTo>
                    <a:pt x="147539" y="73386"/>
                    <a:pt x="147306" y="72786"/>
                    <a:pt x="146839" y="72352"/>
                  </a:cubicBezTo>
                  <a:close/>
                  <a:moveTo>
                    <a:pt x="122621" y="93267"/>
                  </a:moveTo>
                  <a:cubicBezTo>
                    <a:pt x="122154" y="93701"/>
                    <a:pt x="121921" y="94301"/>
                    <a:pt x="121921" y="94935"/>
                  </a:cubicBezTo>
                  <a:lnTo>
                    <a:pt x="121921" y="122155"/>
                  </a:lnTo>
                  <a:lnTo>
                    <a:pt x="94701" y="122155"/>
                  </a:lnTo>
                  <a:cubicBezTo>
                    <a:pt x="94068" y="122155"/>
                    <a:pt x="93467" y="122388"/>
                    <a:pt x="93034" y="122822"/>
                  </a:cubicBezTo>
                  <a:lnTo>
                    <a:pt x="73786" y="142102"/>
                  </a:lnTo>
                  <a:lnTo>
                    <a:pt x="54506" y="122855"/>
                  </a:lnTo>
                  <a:cubicBezTo>
                    <a:pt x="54072" y="122388"/>
                    <a:pt x="53472" y="122155"/>
                    <a:pt x="52838" y="122155"/>
                  </a:cubicBezTo>
                  <a:lnTo>
                    <a:pt x="25619" y="122155"/>
                  </a:lnTo>
                  <a:lnTo>
                    <a:pt x="25619" y="94935"/>
                  </a:lnTo>
                  <a:cubicBezTo>
                    <a:pt x="25619" y="94301"/>
                    <a:pt x="25385" y="93701"/>
                    <a:pt x="24952" y="93267"/>
                  </a:cubicBezTo>
                  <a:lnTo>
                    <a:pt x="5671" y="74020"/>
                  </a:lnTo>
                  <a:lnTo>
                    <a:pt x="24952" y="54740"/>
                  </a:lnTo>
                  <a:cubicBezTo>
                    <a:pt x="25385" y="54306"/>
                    <a:pt x="25619" y="53706"/>
                    <a:pt x="25619" y="53105"/>
                  </a:cubicBezTo>
                  <a:lnTo>
                    <a:pt x="25619" y="25852"/>
                  </a:lnTo>
                  <a:lnTo>
                    <a:pt x="52838" y="25852"/>
                  </a:lnTo>
                  <a:cubicBezTo>
                    <a:pt x="53472" y="25852"/>
                    <a:pt x="54072" y="25619"/>
                    <a:pt x="54506" y="25185"/>
                  </a:cubicBezTo>
                  <a:lnTo>
                    <a:pt x="73786" y="5905"/>
                  </a:lnTo>
                  <a:lnTo>
                    <a:pt x="93034" y="25185"/>
                  </a:lnTo>
                  <a:cubicBezTo>
                    <a:pt x="93467" y="25619"/>
                    <a:pt x="94068" y="25852"/>
                    <a:pt x="94701" y="25852"/>
                  </a:cubicBezTo>
                  <a:lnTo>
                    <a:pt x="121921" y="25852"/>
                  </a:lnTo>
                  <a:lnTo>
                    <a:pt x="121921" y="53072"/>
                  </a:lnTo>
                  <a:cubicBezTo>
                    <a:pt x="121921" y="53706"/>
                    <a:pt x="122154" y="54306"/>
                    <a:pt x="122588" y="54740"/>
                  </a:cubicBezTo>
                  <a:lnTo>
                    <a:pt x="141868" y="73987"/>
                  </a:lnTo>
                  <a:close/>
                </a:path>
              </a:pathLst>
            </a:custGeom>
            <a:solidFill>
              <a:srgbClr val="9575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15"/>
            <p:cNvSpPr/>
            <p:nvPr/>
          </p:nvSpPr>
          <p:spPr>
            <a:xfrm>
              <a:off x="8491926" y="653149"/>
              <a:ext cx="652127" cy="653161"/>
            </a:xfrm>
            <a:custGeom>
              <a:rect b="b" l="l" r="r" t="t"/>
              <a:pathLst>
                <a:path extrusionOk="0" h="147774" w="147540">
                  <a:moveTo>
                    <a:pt x="146839" y="72352"/>
                  </a:moveTo>
                  <a:lnTo>
                    <a:pt x="126624" y="52105"/>
                  </a:lnTo>
                  <a:lnTo>
                    <a:pt x="126624" y="23517"/>
                  </a:lnTo>
                  <a:cubicBezTo>
                    <a:pt x="126624" y="22217"/>
                    <a:pt x="125557" y="21149"/>
                    <a:pt x="124256" y="21149"/>
                  </a:cubicBezTo>
                  <a:lnTo>
                    <a:pt x="95669" y="21149"/>
                  </a:lnTo>
                  <a:lnTo>
                    <a:pt x="75454" y="935"/>
                  </a:lnTo>
                  <a:cubicBezTo>
                    <a:pt x="74520" y="1"/>
                    <a:pt x="73019" y="1"/>
                    <a:pt x="72119" y="935"/>
                  </a:cubicBezTo>
                  <a:lnTo>
                    <a:pt x="51871" y="21149"/>
                  </a:lnTo>
                  <a:lnTo>
                    <a:pt x="23284" y="21149"/>
                  </a:lnTo>
                  <a:cubicBezTo>
                    <a:pt x="21983" y="21149"/>
                    <a:pt x="20915" y="22217"/>
                    <a:pt x="20915" y="23517"/>
                  </a:cubicBezTo>
                  <a:lnTo>
                    <a:pt x="20915" y="52105"/>
                  </a:lnTo>
                  <a:lnTo>
                    <a:pt x="701" y="72319"/>
                  </a:lnTo>
                  <a:cubicBezTo>
                    <a:pt x="267" y="72786"/>
                    <a:pt x="0" y="73386"/>
                    <a:pt x="0" y="73987"/>
                  </a:cubicBezTo>
                  <a:cubicBezTo>
                    <a:pt x="0" y="74621"/>
                    <a:pt x="267" y="75221"/>
                    <a:pt x="701" y="75655"/>
                  </a:cubicBezTo>
                  <a:lnTo>
                    <a:pt x="20915" y="95903"/>
                  </a:lnTo>
                  <a:lnTo>
                    <a:pt x="20915" y="124490"/>
                  </a:lnTo>
                  <a:cubicBezTo>
                    <a:pt x="20915" y="125791"/>
                    <a:pt x="21983" y="126858"/>
                    <a:pt x="23284" y="126858"/>
                  </a:cubicBezTo>
                  <a:lnTo>
                    <a:pt x="51871" y="126858"/>
                  </a:lnTo>
                  <a:lnTo>
                    <a:pt x="72119" y="147073"/>
                  </a:lnTo>
                  <a:cubicBezTo>
                    <a:pt x="72552" y="147506"/>
                    <a:pt x="73153" y="147773"/>
                    <a:pt x="73786" y="147773"/>
                  </a:cubicBezTo>
                  <a:cubicBezTo>
                    <a:pt x="74387" y="147773"/>
                    <a:pt x="74987" y="147506"/>
                    <a:pt x="75421" y="147073"/>
                  </a:cubicBezTo>
                  <a:lnTo>
                    <a:pt x="95669" y="126858"/>
                  </a:lnTo>
                  <a:lnTo>
                    <a:pt x="124256" y="126858"/>
                  </a:lnTo>
                  <a:cubicBezTo>
                    <a:pt x="125557" y="126858"/>
                    <a:pt x="126624" y="125791"/>
                    <a:pt x="126624" y="124490"/>
                  </a:cubicBezTo>
                  <a:lnTo>
                    <a:pt x="126624" y="95903"/>
                  </a:lnTo>
                  <a:lnTo>
                    <a:pt x="146839" y="75655"/>
                  </a:lnTo>
                  <a:cubicBezTo>
                    <a:pt x="147272" y="75221"/>
                    <a:pt x="147539" y="74621"/>
                    <a:pt x="147539" y="73987"/>
                  </a:cubicBezTo>
                  <a:cubicBezTo>
                    <a:pt x="147539" y="73386"/>
                    <a:pt x="147306" y="72786"/>
                    <a:pt x="146839" y="72352"/>
                  </a:cubicBezTo>
                  <a:close/>
                  <a:moveTo>
                    <a:pt x="122621" y="93267"/>
                  </a:moveTo>
                  <a:cubicBezTo>
                    <a:pt x="122154" y="93701"/>
                    <a:pt x="121921" y="94301"/>
                    <a:pt x="121921" y="94935"/>
                  </a:cubicBezTo>
                  <a:lnTo>
                    <a:pt x="121921" y="122155"/>
                  </a:lnTo>
                  <a:lnTo>
                    <a:pt x="94701" y="122155"/>
                  </a:lnTo>
                  <a:cubicBezTo>
                    <a:pt x="94068" y="122155"/>
                    <a:pt x="93467" y="122388"/>
                    <a:pt x="93034" y="122822"/>
                  </a:cubicBezTo>
                  <a:lnTo>
                    <a:pt x="73786" y="142102"/>
                  </a:lnTo>
                  <a:lnTo>
                    <a:pt x="54506" y="122855"/>
                  </a:lnTo>
                  <a:cubicBezTo>
                    <a:pt x="54072" y="122388"/>
                    <a:pt x="53472" y="122155"/>
                    <a:pt x="52838" y="122155"/>
                  </a:cubicBezTo>
                  <a:lnTo>
                    <a:pt x="25619" y="122155"/>
                  </a:lnTo>
                  <a:lnTo>
                    <a:pt x="25619" y="94935"/>
                  </a:lnTo>
                  <a:cubicBezTo>
                    <a:pt x="25619" y="94301"/>
                    <a:pt x="25385" y="93701"/>
                    <a:pt x="24952" y="93267"/>
                  </a:cubicBezTo>
                  <a:lnTo>
                    <a:pt x="5671" y="74020"/>
                  </a:lnTo>
                  <a:lnTo>
                    <a:pt x="24952" y="54740"/>
                  </a:lnTo>
                  <a:cubicBezTo>
                    <a:pt x="25385" y="54306"/>
                    <a:pt x="25619" y="53706"/>
                    <a:pt x="25619" y="53105"/>
                  </a:cubicBezTo>
                  <a:lnTo>
                    <a:pt x="25619" y="25852"/>
                  </a:lnTo>
                  <a:lnTo>
                    <a:pt x="52838" y="25852"/>
                  </a:lnTo>
                  <a:cubicBezTo>
                    <a:pt x="53472" y="25852"/>
                    <a:pt x="54072" y="25619"/>
                    <a:pt x="54506" y="25185"/>
                  </a:cubicBezTo>
                  <a:lnTo>
                    <a:pt x="73786" y="5905"/>
                  </a:lnTo>
                  <a:lnTo>
                    <a:pt x="93034" y="25185"/>
                  </a:lnTo>
                  <a:cubicBezTo>
                    <a:pt x="93467" y="25619"/>
                    <a:pt x="94068" y="25852"/>
                    <a:pt x="94701" y="25852"/>
                  </a:cubicBezTo>
                  <a:lnTo>
                    <a:pt x="121921" y="25852"/>
                  </a:lnTo>
                  <a:lnTo>
                    <a:pt x="121921" y="53072"/>
                  </a:lnTo>
                  <a:cubicBezTo>
                    <a:pt x="121921" y="53706"/>
                    <a:pt x="122154" y="54306"/>
                    <a:pt x="122588" y="54740"/>
                  </a:cubicBezTo>
                  <a:lnTo>
                    <a:pt x="141868" y="73987"/>
                  </a:lnTo>
                  <a:close/>
                </a:path>
              </a:pathLst>
            </a:custGeom>
            <a:solidFill>
              <a:srgbClr val="9575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4" name="Google Shape;184;p15"/>
          <p:cNvGrpSpPr/>
          <p:nvPr/>
        </p:nvGrpSpPr>
        <p:grpSpPr>
          <a:xfrm flipH="1">
            <a:off x="7839726" y="3837141"/>
            <a:ext cx="1304277" cy="1306311"/>
            <a:chOff x="1" y="3837199"/>
            <a:chExt cx="1304277" cy="1306311"/>
          </a:xfrm>
        </p:grpSpPr>
        <p:sp>
          <p:nvSpPr>
            <p:cNvPr id="185" name="Google Shape;185;p15"/>
            <p:cNvSpPr/>
            <p:nvPr/>
          </p:nvSpPr>
          <p:spPr>
            <a:xfrm rot="10800000">
              <a:off x="1" y="4490349"/>
              <a:ext cx="652127" cy="653161"/>
            </a:xfrm>
            <a:custGeom>
              <a:rect b="b" l="l" r="r" t="t"/>
              <a:pathLst>
                <a:path extrusionOk="0" h="147774" w="147540">
                  <a:moveTo>
                    <a:pt x="146839" y="72352"/>
                  </a:moveTo>
                  <a:lnTo>
                    <a:pt x="126624" y="52105"/>
                  </a:lnTo>
                  <a:lnTo>
                    <a:pt x="126624" y="23517"/>
                  </a:lnTo>
                  <a:cubicBezTo>
                    <a:pt x="126624" y="22217"/>
                    <a:pt x="125557" y="21149"/>
                    <a:pt x="124256" y="21149"/>
                  </a:cubicBezTo>
                  <a:lnTo>
                    <a:pt x="95669" y="21149"/>
                  </a:lnTo>
                  <a:lnTo>
                    <a:pt x="75454" y="935"/>
                  </a:lnTo>
                  <a:cubicBezTo>
                    <a:pt x="74520" y="1"/>
                    <a:pt x="73019" y="1"/>
                    <a:pt x="72119" y="935"/>
                  </a:cubicBezTo>
                  <a:lnTo>
                    <a:pt x="51871" y="21149"/>
                  </a:lnTo>
                  <a:lnTo>
                    <a:pt x="23284" y="21149"/>
                  </a:lnTo>
                  <a:cubicBezTo>
                    <a:pt x="21983" y="21149"/>
                    <a:pt x="20915" y="22217"/>
                    <a:pt x="20915" y="23517"/>
                  </a:cubicBezTo>
                  <a:lnTo>
                    <a:pt x="20915" y="52105"/>
                  </a:lnTo>
                  <a:lnTo>
                    <a:pt x="701" y="72319"/>
                  </a:lnTo>
                  <a:cubicBezTo>
                    <a:pt x="267" y="72786"/>
                    <a:pt x="0" y="73386"/>
                    <a:pt x="0" y="73987"/>
                  </a:cubicBezTo>
                  <a:cubicBezTo>
                    <a:pt x="0" y="74621"/>
                    <a:pt x="267" y="75221"/>
                    <a:pt x="701" y="75655"/>
                  </a:cubicBezTo>
                  <a:lnTo>
                    <a:pt x="20915" y="95903"/>
                  </a:lnTo>
                  <a:lnTo>
                    <a:pt x="20915" y="124490"/>
                  </a:lnTo>
                  <a:cubicBezTo>
                    <a:pt x="20915" y="125791"/>
                    <a:pt x="21983" y="126858"/>
                    <a:pt x="23284" y="126858"/>
                  </a:cubicBezTo>
                  <a:lnTo>
                    <a:pt x="51871" y="126858"/>
                  </a:lnTo>
                  <a:lnTo>
                    <a:pt x="72119" y="147073"/>
                  </a:lnTo>
                  <a:cubicBezTo>
                    <a:pt x="72552" y="147506"/>
                    <a:pt x="73153" y="147773"/>
                    <a:pt x="73786" y="147773"/>
                  </a:cubicBezTo>
                  <a:cubicBezTo>
                    <a:pt x="74387" y="147773"/>
                    <a:pt x="74987" y="147506"/>
                    <a:pt x="75421" y="147073"/>
                  </a:cubicBezTo>
                  <a:lnTo>
                    <a:pt x="95669" y="126858"/>
                  </a:lnTo>
                  <a:lnTo>
                    <a:pt x="124256" y="126858"/>
                  </a:lnTo>
                  <a:cubicBezTo>
                    <a:pt x="125557" y="126858"/>
                    <a:pt x="126624" y="125791"/>
                    <a:pt x="126624" y="124490"/>
                  </a:cubicBezTo>
                  <a:lnTo>
                    <a:pt x="126624" y="95903"/>
                  </a:lnTo>
                  <a:lnTo>
                    <a:pt x="146839" y="75655"/>
                  </a:lnTo>
                  <a:cubicBezTo>
                    <a:pt x="147272" y="75221"/>
                    <a:pt x="147539" y="74621"/>
                    <a:pt x="147539" y="73987"/>
                  </a:cubicBezTo>
                  <a:cubicBezTo>
                    <a:pt x="147539" y="73386"/>
                    <a:pt x="147306" y="72786"/>
                    <a:pt x="146839" y="72352"/>
                  </a:cubicBezTo>
                  <a:close/>
                  <a:moveTo>
                    <a:pt x="122621" y="93267"/>
                  </a:moveTo>
                  <a:cubicBezTo>
                    <a:pt x="122154" y="93701"/>
                    <a:pt x="121921" y="94301"/>
                    <a:pt x="121921" y="94935"/>
                  </a:cubicBezTo>
                  <a:lnTo>
                    <a:pt x="121921" y="122155"/>
                  </a:lnTo>
                  <a:lnTo>
                    <a:pt x="94701" y="122155"/>
                  </a:lnTo>
                  <a:cubicBezTo>
                    <a:pt x="94068" y="122155"/>
                    <a:pt x="93467" y="122388"/>
                    <a:pt x="93034" y="122822"/>
                  </a:cubicBezTo>
                  <a:lnTo>
                    <a:pt x="73786" y="142102"/>
                  </a:lnTo>
                  <a:lnTo>
                    <a:pt x="54506" y="122855"/>
                  </a:lnTo>
                  <a:cubicBezTo>
                    <a:pt x="54072" y="122388"/>
                    <a:pt x="53472" y="122155"/>
                    <a:pt x="52838" y="122155"/>
                  </a:cubicBezTo>
                  <a:lnTo>
                    <a:pt x="25619" y="122155"/>
                  </a:lnTo>
                  <a:lnTo>
                    <a:pt x="25619" y="94935"/>
                  </a:lnTo>
                  <a:cubicBezTo>
                    <a:pt x="25619" y="94301"/>
                    <a:pt x="25385" y="93701"/>
                    <a:pt x="24952" y="93267"/>
                  </a:cubicBezTo>
                  <a:lnTo>
                    <a:pt x="5671" y="74020"/>
                  </a:lnTo>
                  <a:lnTo>
                    <a:pt x="24952" y="54740"/>
                  </a:lnTo>
                  <a:cubicBezTo>
                    <a:pt x="25385" y="54306"/>
                    <a:pt x="25619" y="53706"/>
                    <a:pt x="25619" y="53105"/>
                  </a:cubicBezTo>
                  <a:lnTo>
                    <a:pt x="25619" y="25852"/>
                  </a:lnTo>
                  <a:lnTo>
                    <a:pt x="52838" y="25852"/>
                  </a:lnTo>
                  <a:cubicBezTo>
                    <a:pt x="53472" y="25852"/>
                    <a:pt x="54072" y="25619"/>
                    <a:pt x="54506" y="25185"/>
                  </a:cubicBezTo>
                  <a:lnTo>
                    <a:pt x="73786" y="5905"/>
                  </a:lnTo>
                  <a:lnTo>
                    <a:pt x="93034" y="25185"/>
                  </a:lnTo>
                  <a:cubicBezTo>
                    <a:pt x="93467" y="25619"/>
                    <a:pt x="94068" y="25852"/>
                    <a:pt x="94701" y="25852"/>
                  </a:cubicBezTo>
                  <a:lnTo>
                    <a:pt x="121921" y="25852"/>
                  </a:lnTo>
                  <a:lnTo>
                    <a:pt x="121921" y="53072"/>
                  </a:lnTo>
                  <a:cubicBezTo>
                    <a:pt x="121921" y="53706"/>
                    <a:pt x="122154" y="54306"/>
                    <a:pt x="122588" y="54740"/>
                  </a:cubicBezTo>
                  <a:lnTo>
                    <a:pt x="141868" y="73987"/>
                  </a:lnTo>
                  <a:close/>
                </a:path>
              </a:pathLst>
            </a:custGeom>
            <a:solidFill>
              <a:srgbClr val="9575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15"/>
            <p:cNvSpPr/>
            <p:nvPr/>
          </p:nvSpPr>
          <p:spPr>
            <a:xfrm rot="10800000">
              <a:off x="652151" y="4490349"/>
              <a:ext cx="652127" cy="653161"/>
            </a:xfrm>
            <a:custGeom>
              <a:rect b="b" l="l" r="r" t="t"/>
              <a:pathLst>
                <a:path extrusionOk="0" h="147774" w="147540">
                  <a:moveTo>
                    <a:pt x="146839" y="72352"/>
                  </a:moveTo>
                  <a:lnTo>
                    <a:pt x="126624" y="52105"/>
                  </a:lnTo>
                  <a:lnTo>
                    <a:pt x="126624" y="23517"/>
                  </a:lnTo>
                  <a:cubicBezTo>
                    <a:pt x="126624" y="22217"/>
                    <a:pt x="125557" y="21149"/>
                    <a:pt x="124256" y="21149"/>
                  </a:cubicBezTo>
                  <a:lnTo>
                    <a:pt x="95669" y="21149"/>
                  </a:lnTo>
                  <a:lnTo>
                    <a:pt x="75454" y="935"/>
                  </a:lnTo>
                  <a:cubicBezTo>
                    <a:pt x="74520" y="1"/>
                    <a:pt x="73019" y="1"/>
                    <a:pt x="72119" y="935"/>
                  </a:cubicBezTo>
                  <a:lnTo>
                    <a:pt x="51871" y="21149"/>
                  </a:lnTo>
                  <a:lnTo>
                    <a:pt x="23284" y="21149"/>
                  </a:lnTo>
                  <a:cubicBezTo>
                    <a:pt x="21983" y="21149"/>
                    <a:pt x="20915" y="22217"/>
                    <a:pt x="20915" y="23517"/>
                  </a:cubicBezTo>
                  <a:lnTo>
                    <a:pt x="20915" y="52105"/>
                  </a:lnTo>
                  <a:lnTo>
                    <a:pt x="701" y="72319"/>
                  </a:lnTo>
                  <a:cubicBezTo>
                    <a:pt x="267" y="72786"/>
                    <a:pt x="0" y="73386"/>
                    <a:pt x="0" y="73987"/>
                  </a:cubicBezTo>
                  <a:cubicBezTo>
                    <a:pt x="0" y="74621"/>
                    <a:pt x="267" y="75221"/>
                    <a:pt x="701" y="75655"/>
                  </a:cubicBezTo>
                  <a:lnTo>
                    <a:pt x="20915" y="95903"/>
                  </a:lnTo>
                  <a:lnTo>
                    <a:pt x="20915" y="124490"/>
                  </a:lnTo>
                  <a:cubicBezTo>
                    <a:pt x="20915" y="125791"/>
                    <a:pt x="21983" y="126858"/>
                    <a:pt x="23284" y="126858"/>
                  </a:cubicBezTo>
                  <a:lnTo>
                    <a:pt x="51871" y="126858"/>
                  </a:lnTo>
                  <a:lnTo>
                    <a:pt x="72119" y="147073"/>
                  </a:lnTo>
                  <a:cubicBezTo>
                    <a:pt x="72552" y="147506"/>
                    <a:pt x="73153" y="147773"/>
                    <a:pt x="73786" y="147773"/>
                  </a:cubicBezTo>
                  <a:cubicBezTo>
                    <a:pt x="74387" y="147773"/>
                    <a:pt x="74987" y="147506"/>
                    <a:pt x="75421" y="147073"/>
                  </a:cubicBezTo>
                  <a:lnTo>
                    <a:pt x="95669" y="126858"/>
                  </a:lnTo>
                  <a:lnTo>
                    <a:pt x="124256" y="126858"/>
                  </a:lnTo>
                  <a:cubicBezTo>
                    <a:pt x="125557" y="126858"/>
                    <a:pt x="126624" y="125791"/>
                    <a:pt x="126624" y="124490"/>
                  </a:cubicBezTo>
                  <a:lnTo>
                    <a:pt x="126624" y="95903"/>
                  </a:lnTo>
                  <a:lnTo>
                    <a:pt x="146839" y="75655"/>
                  </a:lnTo>
                  <a:cubicBezTo>
                    <a:pt x="147272" y="75221"/>
                    <a:pt x="147539" y="74621"/>
                    <a:pt x="147539" y="73987"/>
                  </a:cubicBezTo>
                  <a:cubicBezTo>
                    <a:pt x="147539" y="73386"/>
                    <a:pt x="147306" y="72786"/>
                    <a:pt x="146839" y="72352"/>
                  </a:cubicBezTo>
                  <a:close/>
                  <a:moveTo>
                    <a:pt x="122621" y="93267"/>
                  </a:moveTo>
                  <a:cubicBezTo>
                    <a:pt x="122154" y="93701"/>
                    <a:pt x="121921" y="94301"/>
                    <a:pt x="121921" y="94935"/>
                  </a:cubicBezTo>
                  <a:lnTo>
                    <a:pt x="121921" y="122155"/>
                  </a:lnTo>
                  <a:lnTo>
                    <a:pt x="94701" y="122155"/>
                  </a:lnTo>
                  <a:cubicBezTo>
                    <a:pt x="94068" y="122155"/>
                    <a:pt x="93467" y="122388"/>
                    <a:pt x="93034" y="122822"/>
                  </a:cubicBezTo>
                  <a:lnTo>
                    <a:pt x="73786" y="142102"/>
                  </a:lnTo>
                  <a:lnTo>
                    <a:pt x="54506" y="122855"/>
                  </a:lnTo>
                  <a:cubicBezTo>
                    <a:pt x="54072" y="122388"/>
                    <a:pt x="53472" y="122155"/>
                    <a:pt x="52838" y="122155"/>
                  </a:cubicBezTo>
                  <a:lnTo>
                    <a:pt x="25619" y="122155"/>
                  </a:lnTo>
                  <a:lnTo>
                    <a:pt x="25619" y="94935"/>
                  </a:lnTo>
                  <a:cubicBezTo>
                    <a:pt x="25619" y="94301"/>
                    <a:pt x="25385" y="93701"/>
                    <a:pt x="24952" y="93267"/>
                  </a:cubicBezTo>
                  <a:lnTo>
                    <a:pt x="5671" y="74020"/>
                  </a:lnTo>
                  <a:lnTo>
                    <a:pt x="24952" y="54740"/>
                  </a:lnTo>
                  <a:cubicBezTo>
                    <a:pt x="25385" y="54306"/>
                    <a:pt x="25619" y="53706"/>
                    <a:pt x="25619" y="53105"/>
                  </a:cubicBezTo>
                  <a:lnTo>
                    <a:pt x="25619" y="25852"/>
                  </a:lnTo>
                  <a:lnTo>
                    <a:pt x="52838" y="25852"/>
                  </a:lnTo>
                  <a:cubicBezTo>
                    <a:pt x="53472" y="25852"/>
                    <a:pt x="54072" y="25619"/>
                    <a:pt x="54506" y="25185"/>
                  </a:cubicBezTo>
                  <a:lnTo>
                    <a:pt x="73786" y="5905"/>
                  </a:lnTo>
                  <a:lnTo>
                    <a:pt x="93034" y="25185"/>
                  </a:lnTo>
                  <a:cubicBezTo>
                    <a:pt x="93467" y="25619"/>
                    <a:pt x="94068" y="25852"/>
                    <a:pt x="94701" y="25852"/>
                  </a:cubicBezTo>
                  <a:lnTo>
                    <a:pt x="121921" y="25852"/>
                  </a:lnTo>
                  <a:lnTo>
                    <a:pt x="121921" y="53072"/>
                  </a:lnTo>
                  <a:cubicBezTo>
                    <a:pt x="121921" y="53706"/>
                    <a:pt x="122154" y="54306"/>
                    <a:pt x="122588" y="54740"/>
                  </a:cubicBezTo>
                  <a:lnTo>
                    <a:pt x="141868" y="73987"/>
                  </a:lnTo>
                  <a:close/>
                </a:path>
              </a:pathLst>
            </a:custGeom>
            <a:solidFill>
              <a:srgbClr val="9575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15"/>
            <p:cNvSpPr/>
            <p:nvPr/>
          </p:nvSpPr>
          <p:spPr>
            <a:xfrm rot="10800000">
              <a:off x="1" y="3837199"/>
              <a:ext cx="652127" cy="653161"/>
            </a:xfrm>
            <a:custGeom>
              <a:rect b="b" l="l" r="r" t="t"/>
              <a:pathLst>
                <a:path extrusionOk="0" h="147774" w="147540">
                  <a:moveTo>
                    <a:pt x="146839" y="72352"/>
                  </a:moveTo>
                  <a:lnTo>
                    <a:pt x="126624" y="52105"/>
                  </a:lnTo>
                  <a:lnTo>
                    <a:pt x="126624" y="23517"/>
                  </a:lnTo>
                  <a:cubicBezTo>
                    <a:pt x="126624" y="22217"/>
                    <a:pt x="125557" y="21149"/>
                    <a:pt x="124256" y="21149"/>
                  </a:cubicBezTo>
                  <a:lnTo>
                    <a:pt x="95669" y="21149"/>
                  </a:lnTo>
                  <a:lnTo>
                    <a:pt x="75454" y="935"/>
                  </a:lnTo>
                  <a:cubicBezTo>
                    <a:pt x="74520" y="1"/>
                    <a:pt x="73019" y="1"/>
                    <a:pt x="72119" y="935"/>
                  </a:cubicBezTo>
                  <a:lnTo>
                    <a:pt x="51871" y="21149"/>
                  </a:lnTo>
                  <a:lnTo>
                    <a:pt x="23284" y="21149"/>
                  </a:lnTo>
                  <a:cubicBezTo>
                    <a:pt x="21983" y="21149"/>
                    <a:pt x="20915" y="22217"/>
                    <a:pt x="20915" y="23517"/>
                  </a:cubicBezTo>
                  <a:lnTo>
                    <a:pt x="20915" y="52105"/>
                  </a:lnTo>
                  <a:lnTo>
                    <a:pt x="701" y="72319"/>
                  </a:lnTo>
                  <a:cubicBezTo>
                    <a:pt x="267" y="72786"/>
                    <a:pt x="0" y="73386"/>
                    <a:pt x="0" y="73987"/>
                  </a:cubicBezTo>
                  <a:cubicBezTo>
                    <a:pt x="0" y="74621"/>
                    <a:pt x="267" y="75221"/>
                    <a:pt x="701" y="75655"/>
                  </a:cubicBezTo>
                  <a:lnTo>
                    <a:pt x="20915" y="95903"/>
                  </a:lnTo>
                  <a:lnTo>
                    <a:pt x="20915" y="124490"/>
                  </a:lnTo>
                  <a:cubicBezTo>
                    <a:pt x="20915" y="125791"/>
                    <a:pt x="21983" y="126858"/>
                    <a:pt x="23284" y="126858"/>
                  </a:cubicBezTo>
                  <a:lnTo>
                    <a:pt x="51871" y="126858"/>
                  </a:lnTo>
                  <a:lnTo>
                    <a:pt x="72119" y="147073"/>
                  </a:lnTo>
                  <a:cubicBezTo>
                    <a:pt x="72552" y="147506"/>
                    <a:pt x="73153" y="147773"/>
                    <a:pt x="73786" y="147773"/>
                  </a:cubicBezTo>
                  <a:cubicBezTo>
                    <a:pt x="74387" y="147773"/>
                    <a:pt x="74987" y="147506"/>
                    <a:pt x="75421" y="147073"/>
                  </a:cubicBezTo>
                  <a:lnTo>
                    <a:pt x="95669" y="126858"/>
                  </a:lnTo>
                  <a:lnTo>
                    <a:pt x="124256" y="126858"/>
                  </a:lnTo>
                  <a:cubicBezTo>
                    <a:pt x="125557" y="126858"/>
                    <a:pt x="126624" y="125791"/>
                    <a:pt x="126624" y="124490"/>
                  </a:cubicBezTo>
                  <a:lnTo>
                    <a:pt x="126624" y="95903"/>
                  </a:lnTo>
                  <a:lnTo>
                    <a:pt x="146839" y="75655"/>
                  </a:lnTo>
                  <a:cubicBezTo>
                    <a:pt x="147272" y="75221"/>
                    <a:pt x="147539" y="74621"/>
                    <a:pt x="147539" y="73987"/>
                  </a:cubicBezTo>
                  <a:cubicBezTo>
                    <a:pt x="147539" y="73386"/>
                    <a:pt x="147306" y="72786"/>
                    <a:pt x="146839" y="72352"/>
                  </a:cubicBezTo>
                  <a:close/>
                  <a:moveTo>
                    <a:pt x="122621" y="93267"/>
                  </a:moveTo>
                  <a:cubicBezTo>
                    <a:pt x="122154" y="93701"/>
                    <a:pt x="121921" y="94301"/>
                    <a:pt x="121921" y="94935"/>
                  </a:cubicBezTo>
                  <a:lnTo>
                    <a:pt x="121921" y="122155"/>
                  </a:lnTo>
                  <a:lnTo>
                    <a:pt x="94701" y="122155"/>
                  </a:lnTo>
                  <a:cubicBezTo>
                    <a:pt x="94068" y="122155"/>
                    <a:pt x="93467" y="122388"/>
                    <a:pt x="93034" y="122822"/>
                  </a:cubicBezTo>
                  <a:lnTo>
                    <a:pt x="73786" y="142102"/>
                  </a:lnTo>
                  <a:lnTo>
                    <a:pt x="54506" y="122855"/>
                  </a:lnTo>
                  <a:cubicBezTo>
                    <a:pt x="54072" y="122388"/>
                    <a:pt x="53472" y="122155"/>
                    <a:pt x="52838" y="122155"/>
                  </a:cubicBezTo>
                  <a:lnTo>
                    <a:pt x="25619" y="122155"/>
                  </a:lnTo>
                  <a:lnTo>
                    <a:pt x="25619" y="94935"/>
                  </a:lnTo>
                  <a:cubicBezTo>
                    <a:pt x="25619" y="94301"/>
                    <a:pt x="25385" y="93701"/>
                    <a:pt x="24952" y="93267"/>
                  </a:cubicBezTo>
                  <a:lnTo>
                    <a:pt x="5671" y="74020"/>
                  </a:lnTo>
                  <a:lnTo>
                    <a:pt x="24952" y="54740"/>
                  </a:lnTo>
                  <a:cubicBezTo>
                    <a:pt x="25385" y="54306"/>
                    <a:pt x="25619" y="53706"/>
                    <a:pt x="25619" y="53105"/>
                  </a:cubicBezTo>
                  <a:lnTo>
                    <a:pt x="25619" y="25852"/>
                  </a:lnTo>
                  <a:lnTo>
                    <a:pt x="52838" y="25852"/>
                  </a:lnTo>
                  <a:cubicBezTo>
                    <a:pt x="53472" y="25852"/>
                    <a:pt x="54072" y="25619"/>
                    <a:pt x="54506" y="25185"/>
                  </a:cubicBezTo>
                  <a:lnTo>
                    <a:pt x="73786" y="5905"/>
                  </a:lnTo>
                  <a:lnTo>
                    <a:pt x="93034" y="25185"/>
                  </a:lnTo>
                  <a:cubicBezTo>
                    <a:pt x="93467" y="25619"/>
                    <a:pt x="94068" y="25852"/>
                    <a:pt x="94701" y="25852"/>
                  </a:cubicBezTo>
                  <a:lnTo>
                    <a:pt x="121921" y="25852"/>
                  </a:lnTo>
                  <a:lnTo>
                    <a:pt x="121921" y="53072"/>
                  </a:lnTo>
                  <a:cubicBezTo>
                    <a:pt x="121921" y="53706"/>
                    <a:pt x="122154" y="54306"/>
                    <a:pt x="122588" y="54740"/>
                  </a:cubicBezTo>
                  <a:lnTo>
                    <a:pt x="141868" y="73987"/>
                  </a:lnTo>
                  <a:close/>
                </a:path>
              </a:pathLst>
            </a:custGeom>
            <a:solidFill>
              <a:srgbClr val="9575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20000" y="541975"/>
            <a:ext cx="7704000" cy="277200"/>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chemeClr val="lt2"/>
              </a:buClr>
              <a:buSzPts val="2500"/>
              <a:buFont typeface="Redressed"/>
              <a:buNone/>
              <a:defRPr b="1" i="0" sz="2500" u="none" cap="none" strike="noStrike">
                <a:solidFill>
                  <a:schemeClr val="lt2"/>
                </a:solidFill>
                <a:latin typeface="Redressed"/>
                <a:ea typeface="Redressed"/>
                <a:cs typeface="Redressed"/>
                <a:sym typeface="Redressed"/>
              </a:defRPr>
            </a:lvl1pPr>
            <a:lvl2pPr lvl="1" marR="0" rtl="0" algn="ctr">
              <a:lnSpc>
                <a:spcPct val="100000"/>
              </a:lnSpc>
              <a:spcBef>
                <a:spcPts val="0"/>
              </a:spcBef>
              <a:spcAft>
                <a:spcPts val="0"/>
              </a:spcAft>
              <a:buClr>
                <a:schemeClr val="dk1"/>
              </a:buClr>
              <a:buSzPts val="3500"/>
              <a:buFont typeface="Arial"/>
              <a:buNone/>
              <a:defRPr b="0" i="0" sz="3500" u="none" cap="none" strike="noStrike">
                <a:solidFill>
                  <a:schemeClr val="dk1"/>
                </a:solidFill>
                <a:latin typeface="Arial"/>
                <a:ea typeface="Arial"/>
                <a:cs typeface="Arial"/>
                <a:sym typeface="Arial"/>
              </a:defRPr>
            </a:lvl2pPr>
            <a:lvl3pPr lvl="2" marR="0" rtl="0" algn="ctr">
              <a:lnSpc>
                <a:spcPct val="100000"/>
              </a:lnSpc>
              <a:spcBef>
                <a:spcPts val="0"/>
              </a:spcBef>
              <a:spcAft>
                <a:spcPts val="0"/>
              </a:spcAft>
              <a:buClr>
                <a:schemeClr val="dk1"/>
              </a:buClr>
              <a:buSzPts val="3500"/>
              <a:buFont typeface="Arial"/>
              <a:buNone/>
              <a:defRPr b="0" i="0" sz="3500" u="none" cap="none" strike="noStrike">
                <a:solidFill>
                  <a:schemeClr val="dk1"/>
                </a:solidFill>
                <a:latin typeface="Arial"/>
                <a:ea typeface="Arial"/>
                <a:cs typeface="Arial"/>
                <a:sym typeface="Arial"/>
              </a:defRPr>
            </a:lvl3pPr>
            <a:lvl4pPr lvl="3" marR="0" rtl="0" algn="ctr">
              <a:lnSpc>
                <a:spcPct val="100000"/>
              </a:lnSpc>
              <a:spcBef>
                <a:spcPts val="0"/>
              </a:spcBef>
              <a:spcAft>
                <a:spcPts val="0"/>
              </a:spcAft>
              <a:buClr>
                <a:schemeClr val="dk1"/>
              </a:buClr>
              <a:buSzPts val="3500"/>
              <a:buFont typeface="Arial"/>
              <a:buNone/>
              <a:defRPr b="0" i="0" sz="3500" u="none" cap="none" strike="noStrike">
                <a:solidFill>
                  <a:schemeClr val="dk1"/>
                </a:solidFill>
                <a:latin typeface="Arial"/>
                <a:ea typeface="Arial"/>
                <a:cs typeface="Arial"/>
                <a:sym typeface="Arial"/>
              </a:defRPr>
            </a:lvl4pPr>
            <a:lvl5pPr lvl="4" marR="0" rtl="0" algn="ctr">
              <a:lnSpc>
                <a:spcPct val="100000"/>
              </a:lnSpc>
              <a:spcBef>
                <a:spcPts val="0"/>
              </a:spcBef>
              <a:spcAft>
                <a:spcPts val="0"/>
              </a:spcAft>
              <a:buClr>
                <a:schemeClr val="dk1"/>
              </a:buClr>
              <a:buSzPts val="3500"/>
              <a:buFont typeface="Arial"/>
              <a:buNone/>
              <a:defRPr b="0" i="0" sz="3500" u="none" cap="none" strike="noStrike">
                <a:solidFill>
                  <a:schemeClr val="dk1"/>
                </a:solidFill>
                <a:latin typeface="Arial"/>
                <a:ea typeface="Arial"/>
                <a:cs typeface="Arial"/>
                <a:sym typeface="Arial"/>
              </a:defRPr>
            </a:lvl5pPr>
            <a:lvl6pPr lvl="5" marR="0" rtl="0" algn="ctr">
              <a:lnSpc>
                <a:spcPct val="100000"/>
              </a:lnSpc>
              <a:spcBef>
                <a:spcPts val="0"/>
              </a:spcBef>
              <a:spcAft>
                <a:spcPts val="0"/>
              </a:spcAft>
              <a:buClr>
                <a:schemeClr val="dk1"/>
              </a:buClr>
              <a:buSzPts val="3500"/>
              <a:buFont typeface="Arial"/>
              <a:buNone/>
              <a:defRPr b="0" i="0" sz="3500" u="none" cap="none" strike="noStrike">
                <a:solidFill>
                  <a:schemeClr val="dk1"/>
                </a:solidFill>
                <a:latin typeface="Arial"/>
                <a:ea typeface="Arial"/>
                <a:cs typeface="Arial"/>
                <a:sym typeface="Arial"/>
              </a:defRPr>
            </a:lvl6pPr>
            <a:lvl7pPr lvl="6" marR="0" rtl="0" algn="ctr">
              <a:lnSpc>
                <a:spcPct val="100000"/>
              </a:lnSpc>
              <a:spcBef>
                <a:spcPts val="0"/>
              </a:spcBef>
              <a:spcAft>
                <a:spcPts val="0"/>
              </a:spcAft>
              <a:buClr>
                <a:schemeClr val="dk1"/>
              </a:buClr>
              <a:buSzPts val="3500"/>
              <a:buFont typeface="Arial"/>
              <a:buNone/>
              <a:defRPr b="0" i="0" sz="3500" u="none" cap="none" strike="noStrike">
                <a:solidFill>
                  <a:schemeClr val="dk1"/>
                </a:solidFill>
                <a:latin typeface="Arial"/>
                <a:ea typeface="Arial"/>
                <a:cs typeface="Arial"/>
                <a:sym typeface="Arial"/>
              </a:defRPr>
            </a:lvl7pPr>
            <a:lvl8pPr lvl="7" marR="0" rtl="0" algn="ctr">
              <a:lnSpc>
                <a:spcPct val="100000"/>
              </a:lnSpc>
              <a:spcBef>
                <a:spcPts val="0"/>
              </a:spcBef>
              <a:spcAft>
                <a:spcPts val="0"/>
              </a:spcAft>
              <a:buClr>
                <a:schemeClr val="dk1"/>
              </a:buClr>
              <a:buSzPts val="3500"/>
              <a:buFont typeface="Arial"/>
              <a:buNone/>
              <a:defRPr b="0" i="0" sz="3500" u="none" cap="none" strike="noStrike">
                <a:solidFill>
                  <a:schemeClr val="dk1"/>
                </a:solidFill>
                <a:latin typeface="Arial"/>
                <a:ea typeface="Arial"/>
                <a:cs typeface="Arial"/>
                <a:sym typeface="Arial"/>
              </a:defRPr>
            </a:lvl8pPr>
            <a:lvl9pPr lvl="8" marR="0" rtl="0" algn="ctr">
              <a:lnSpc>
                <a:spcPct val="100000"/>
              </a:lnSpc>
              <a:spcBef>
                <a:spcPts val="0"/>
              </a:spcBef>
              <a:spcAft>
                <a:spcPts val="0"/>
              </a:spcAft>
              <a:buClr>
                <a:schemeClr val="dk1"/>
              </a:buClr>
              <a:buSzPts val="3500"/>
              <a:buFont typeface="Arial"/>
              <a:buNone/>
              <a:defRPr b="0" i="0" sz="35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720000" y="1681225"/>
            <a:ext cx="7704000" cy="28878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chemeClr val="accent1"/>
              </a:buClr>
              <a:buSzPts val="1400"/>
              <a:buFont typeface="Livvic"/>
              <a:buChar char="●"/>
              <a:defRPr b="0" i="0" sz="1400" u="none" cap="none" strike="noStrike">
                <a:solidFill>
                  <a:schemeClr val="accent1"/>
                </a:solidFill>
                <a:latin typeface="Livvic"/>
                <a:ea typeface="Livvic"/>
                <a:cs typeface="Livvic"/>
                <a:sym typeface="Livvic"/>
              </a:defRPr>
            </a:lvl1pPr>
            <a:lvl2pPr indent="-317500" lvl="1" marL="914400" marR="0" rtl="0" algn="l">
              <a:lnSpc>
                <a:spcPct val="100000"/>
              </a:lnSpc>
              <a:spcBef>
                <a:spcPts val="0"/>
              </a:spcBef>
              <a:spcAft>
                <a:spcPts val="0"/>
              </a:spcAft>
              <a:buClr>
                <a:schemeClr val="accent1"/>
              </a:buClr>
              <a:buSzPts val="1400"/>
              <a:buFont typeface="Livvic"/>
              <a:buChar char="○"/>
              <a:defRPr b="0" i="0" sz="1400" u="none" cap="none" strike="noStrike">
                <a:solidFill>
                  <a:schemeClr val="accent1"/>
                </a:solidFill>
                <a:latin typeface="Livvic"/>
                <a:ea typeface="Livvic"/>
                <a:cs typeface="Livvic"/>
                <a:sym typeface="Livvic"/>
              </a:defRPr>
            </a:lvl2pPr>
            <a:lvl3pPr indent="-317500" lvl="2" marL="1371600" marR="0" rtl="0" algn="l">
              <a:lnSpc>
                <a:spcPct val="100000"/>
              </a:lnSpc>
              <a:spcBef>
                <a:spcPts val="0"/>
              </a:spcBef>
              <a:spcAft>
                <a:spcPts val="0"/>
              </a:spcAft>
              <a:buClr>
                <a:schemeClr val="accent1"/>
              </a:buClr>
              <a:buSzPts val="1400"/>
              <a:buFont typeface="Livvic"/>
              <a:buChar char="■"/>
              <a:defRPr b="0" i="0" sz="1400" u="none" cap="none" strike="noStrike">
                <a:solidFill>
                  <a:schemeClr val="accent1"/>
                </a:solidFill>
                <a:latin typeface="Livvic"/>
                <a:ea typeface="Livvic"/>
                <a:cs typeface="Livvic"/>
                <a:sym typeface="Livvic"/>
              </a:defRPr>
            </a:lvl3pPr>
            <a:lvl4pPr indent="-317500" lvl="3" marL="1828800" marR="0" rtl="0" algn="l">
              <a:lnSpc>
                <a:spcPct val="100000"/>
              </a:lnSpc>
              <a:spcBef>
                <a:spcPts val="0"/>
              </a:spcBef>
              <a:spcAft>
                <a:spcPts val="0"/>
              </a:spcAft>
              <a:buClr>
                <a:schemeClr val="accent1"/>
              </a:buClr>
              <a:buSzPts val="1400"/>
              <a:buFont typeface="Livvic"/>
              <a:buChar char="●"/>
              <a:defRPr b="0" i="0" sz="1400" u="none" cap="none" strike="noStrike">
                <a:solidFill>
                  <a:schemeClr val="accent1"/>
                </a:solidFill>
                <a:latin typeface="Livvic"/>
                <a:ea typeface="Livvic"/>
                <a:cs typeface="Livvic"/>
                <a:sym typeface="Livvic"/>
              </a:defRPr>
            </a:lvl4pPr>
            <a:lvl5pPr indent="-317500" lvl="4" marL="2286000" marR="0" rtl="0" algn="l">
              <a:lnSpc>
                <a:spcPct val="100000"/>
              </a:lnSpc>
              <a:spcBef>
                <a:spcPts val="0"/>
              </a:spcBef>
              <a:spcAft>
                <a:spcPts val="0"/>
              </a:spcAft>
              <a:buClr>
                <a:schemeClr val="accent1"/>
              </a:buClr>
              <a:buSzPts val="1400"/>
              <a:buFont typeface="Livvic"/>
              <a:buChar char="○"/>
              <a:defRPr b="0" i="0" sz="1400" u="none" cap="none" strike="noStrike">
                <a:solidFill>
                  <a:schemeClr val="accent1"/>
                </a:solidFill>
                <a:latin typeface="Livvic"/>
                <a:ea typeface="Livvic"/>
                <a:cs typeface="Livvic"/>
                <a:sym typeface="Livvic"/>
              </a:defRPr>
            </a:lvl5pPr>
            <a:lvl6pPr indent="-317500" lvl="5" marL="2743200" marR="0" rtl="0" algn="l">
              <a:lnSpc>
                <a:spcPct val="100000"/>
              </a:lnSpc>
              <a:spcBef>
                <a:spcPts val="0"/>
              </a:spcBef>
              <a:spcAft>
                <a:spcPts val="0"/>
              </a:spcAft>
              <a:buClr>
                <a:schemeClr val="accent1"/>
              </a:buClr>
              <a:buSzPts val="1400"/>
              <a:buFont typeface="Livvic"/>
              <a:buChar char="■"/>
              <a:defRPr b="0" i="0" sz="1400" u="none" cap="none" strike="noStrike">
                <a:solidFill>
                  <a:schemeClr val="accent1"/>
                </a:solidFill>
                <a:latin typeface="Livvic"/>
                <a:ea typeface="Livvic"/>
                <a:cs typeface="Livvic"/>
                <a:sym typeface="Livvic"/>
              </a:defRPr>
            </a:lvl6pPr>
            <a:lvl7pPr indent="-317500" lvl="6" marL="3200400" marR="0" rtl="0" algn="l">
              <a:lnSpc>
                <a:spcPct val="100000"/>
              </a:lnSpc>
              <a:spcBef>
                <a:spcPts val="0"/>
              </a:spcBef>
              <a:spcAft>
                <a:spcPts val="0"/>
              </a:spcAft>
              <a:buClr>
                <a:schemeClr val="accent1"/>
              </a:buClr>
              <a:buSzPts val="1400"/>
              <a:buFont typeface="Livvic"/>
              <a:buChar char="●"/>
              <a:defRPr b="0" i="0" sz="1400" u="none" cap="none" strike="noStrike">
                <a:solidFill>
                  <a:schemeClr val="accent1"/>
                </a:solidFill>
                <a:latin typeface="Livvic"/>
                <a:ea typeface="Livvic"/>
                <a:cs typeface="Livvic"/>
                <a:sym typeface="Livvic"/>
              </a:defRPr>
            </a:lvl7pPr>
            <a:lvl8pPr indent="-317500" lvl="7" marL="3657600" marR="0" rtl="0" algn="l">
              <a:lnSpc>
                <a:spcPct val="100000"/>
              </a:lnSpc>
              <a:spcBef>
                <a:spcPts val="0"/>
              </a:spcBef>
              <a:spcAft>
                <a:spcPts val="0"/>
              </a:spcAft>
              <a:buClr>
                <a:schemeClr val="accent1"/>
              </a:buClr>
              <a:buSzPts val="1400"/>
              <a:buFont typeface="Livvic"/>
              <a:buChar char="○"/>
              <a:defRPr b="0" i="0" sz="1400" u="none" cap="none" strike="noStrike">
                <a:solidFill>
                  <a:schemeClr val="accent1"/>
                </a:solidFill>
                <a:latin typeface="Livvic"/>
                <a:ea typeface="Livvic"/>
                <a:cs typeface="Livvic"/>
                <a:sym typeface="Livvic"/>
              </a:defRPr>
            </a:lvl8pPr>
            <a:lvl9pPr indent="-317500" lvl="8" marL="4114800" marR="0" rtl="0" algn="l">
              <a:lnSpc>
                <a:spcPct val="100000"/>
              </a:lnSpc>
              <a:spcBef>
                <a:spcPts val="0"/>
              </a:spcBef>
              <a:spcAft>
                <a:spcPts val="0"/>
              </a:spcAft>
              <a:buClr>
                <a:schemeClr val="accent1"/>
              </a:buClr>
              <a:buSzPts val="1400"/>
              <a:buFont typeface="Livvic"/>
              <a:buChar char="■"/>
              <a:defRPr b="0" i="0" sz="1400" u="none" cap="none" strike="noStrike">
                <a:solidFill>
                  <a:schemeClr val="accent1"/>
                </a:solidFill>
                <a:latin typeface="Livvic"/>
                <a:ea typeface="Livvic"/>
                <a:cs typeface="Livvic"/>
                <a:sym typeface="Livvic"/>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 Id="rId3" Type="http://schemas.openxmlformats.org/officeDocument/2006/relationships/image" Target="../media/image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9.xml"/><Relationship Id="rId3" Type="http://schemas.openxmlformats.org/officeDocument/2006/relationships/hyperlink" Target="https://www.parhlo.com/10-important-articles-of-prophet-pbuhs-last-sermon-that-muslims-have-forgotten/" TargetMode="External"/><Relationship Id="rId4" Type="http://schemas.openxmlformats.org/officeDocument/2006/relationships/hyperlink" Target="https://www.iium.edu.my/deed/articles/thelastsermon.html" TargetMode="External"/><Relationship Id="rId5" Type="http://schemas.openxmlformats.org/officeDocument/2006/relationships/hyperlink" Target="https://www.daily-sun.com/post/251881/The-sermon-of-Hajjatul-Wida:-A-complete-charter-of-human-rights"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191" name="Shape 191"/>
        <p:cNvGrpSpPr/>
        <p:nvPr/>
      </p:nvGrpSpPr>
      <p:grpSpPr>
        <a:xfrm>
          <a:off x="0" y="0"/>
          <a:ext cx="0" cy="0"/>
          <a:chOff x="0" y="0"/>
          <a:chExt cx="0" cy="0"/>
        </a:xfrm>
      </p:grpSpPr>
      <p:sp>
        <p:nvSpPr>
          <p:cNvPr id="192" name="Google Shape;192;p16"/>
          <p:cNvSpPr txBox="1"/>
          <p:nvPr>
            <p:ph type="ctrTitle"/>
          </p:nvPr>
        </p:nvSpPr>
        <p:spPr>
          <a:xfrm>
            <a:off x="1513175" y="1679050"/>
            <a:ext cx="6309300" cy="1449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5200"/>
              <a:buNone/>
            </a:pPr>
            <a:r>
              <a:rPr lang="en-US"/>
              <a:t>The last Sermon</a:t>
            </a:r>
            <a:endParaRPr/>
          </a:p>
        </p:txBody>
      </p:sp>
      <p:sp>
        <p:nvSpPr>
          <p:cNvPr id="193" name="Google Shape;193;p16"/>
          <p:cNvSpPr txBox="1"/>
          <p:nvPr>
            <p:ph idx="1" type="subTitle"/>
          </p:nvPr>
        </p:nvSpPr>
        <p:spPr>
          <a:xfrm>
            <a:off x="1905725" y="3037911"/>
            <a:ext cx="5332500" cy="262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chemeClr val="dk1"/>
              </a:buClr>
              <a:buSzPts val="1100"/>
              <a:buFont typeface="Arial"/>
              <a:buNone/>
            </a:pPr>
            <a:r>
              <a:rPr lang="en-US"/>
              <a:t>As an Important Convention for Human Rights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197" name="Shape 197"/>
        <p:cNvGrpSpPr/>
        <p:nvPr/>
      </p:nvGrpSpPr>
      <p:grpSpPr>
        <a:xfrm>
          <a:off x="0" y="0"/>
          <a:ext cx="0" cy="0"/>
          <a:chOff x="0" y="0"/>
          <a:chExt cx="0" cy="0"/>
        </a:xfrm>
      </p:grpSpPr>
      <p:sp>
        <p:nvSpPr>
          <p:cNvPr id="198" name="Google Shape;198;p17"/>
          <p:cNvSpPr txBox="1"/>
          <p:nvPr>
            <p:ph idx="15" type="title"/>
          </p:nvPr>
        </p:nvSpPr>
        <p:spPr>
          <a:xfrm>
            <a:off x="720000" y="541975"/>
            <a:ext cx="7704000" cy="314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500"/>
              <a:buNone/>
            </a:pPr>
            <a:r>
              <a:rPr lang="en-US"/>
              <a:t>Table of Contents</a:t>
            </a:r>
            <a:endParaRPr/>
          </a:p>
        </p:txBody>
      </p:sp>
      <p:sp>
        <p:nvSpPr>
          <p:cNvPr id="199" name="Google Shape;199;p17"/>
          <p:cNvSpPr txBox="1"/>
          <p:nvPr>
            <p:ph idx="1" type="subTitle"/>
          </p:nvPr>
        </p:nvSpPr>
        <p:spPr>
          <a:xfrm>
            <a:off x="1524820" y="1666199"/>
            <a:ext cx="2480100" cy="448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400"/>
              <a:buNone/>
            </a:pPr>
            <a:r>
              <a:rPr lang="en-US"/>
              <a:t>Introduction </a:t>
            </a:r>
            <a:endParaRPr/>
          </a:p>
        </p:txBody>
      </p:sp>
      <p:sp>
        <p:nvSpPr>
          <p:cNvPr id="200" name="Google Shape;200;p17"/>
          <p:cNvSpPr txBox="1"/>
          <p:nvPr>
            <p:ph type="title"/>
          </p:nvPr>
        </p:nvSpPr>
        <p:spPr>
          <a:xfrm>
            <a:off x="1524820" y="1260269"/>
            <a:ext cx="774900" cy="448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US"/>
              <a:t>01</a:t>
            </a:r>
            <a:endParaRPr/>
          </a:p>
        </p:txBody>
      </p:sp>
      <p:sp>
        <p:nvSpPr>
          <p:cNvPr id="201" name="Google Shape;201;p17"/>
          <p:cNvSpPr txBox="1"/>
          <p:nvPr>
            <p:ph idx="5" type="title"/>
          </p:nvPr>
        </p:nvSpPr>
        <p:spPr>
          <a:xfrm>
            <a:off x="1524820" y="2330909"/>
            <a:ext cx="774900" cy="448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US"/>
              <a:t>03</a:t>
            </a:r>
            <a:endParaRPr/>
          </a:p>
        </p:txBody>
      </p:sp>
      <p:sp>
        <p:nvSpPr>
          <p:cNvPr id="202" name="Google Shape;202;p17"/>
          <p:cNvSpPr txBox="1"/>
          <p:nvPr>
            <p:ph idx="6" type="subTitle"/>
          </p:nvPr>
        </p:nvSpPr>
        <p:spPr>
          <a:xfrm>
            <a:off x="5139080" y="1665463"/>
            <a:ext cx="2480100" cy="448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400"/>
              <a:buNone/>
            </a:pPr>
            <a:r>
              <a:rPr lang="en-US"/>
              <a:t>Usury</a:t>
            </a:r>
            <a:endParaRPr/>
          </a:p>
        </p:txBody>
      </p:sp>
      <p:sp>
        <p:nvSpPr>
          <p:cNvPr id="203" name="Google Shape;203;p17"/>
          <p:cNvSpPr txBox="1"/>
          <p:nvPr>
            <p:ph idx="8" type="title"/>
          </p:nvPr>
        </p:nvSpPr>
        <p:spPr>
          <a:xfrm>
            <a:off x="5139080" y="1260269"/>
            <a:ext cx="774900" cy="448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US"/>
              <a:t>02</a:t>
            </a:r>
            <a:endParaRPr/>
          </a:p>
        </p:txBody>
      </p:sp>
      <p:sp>
        <p:nvSpPr>
          <p:cNvPr id="204" name="Google Shape;204;p17"/>
          <p:cNvSpPr txBox="1"/>
          <p:nvPr>
            <p:ph idx="14" type="title"/>
          </p:nvPr>
        </p:nvSpPr>
        <p:spPr>
          <a:xfrm>
            <a:off x="5139080" y="2329437"/>
            <a:ext cx="774900" cy="448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US"/>
              <a:t>04</a:t>
            </a:r>
            <a:endParaRPr/>
          </a:p>
        </p:txBody>
      </p:sp>
      <p:sp>
        <p:nvSpPr>
          <p:cNvPr id="205" name="Google Shape;205;p17"/>
          <p:cNvSpPr txBox="1"/>
          <p:nvPr/>
        </p:nvSpPr>
        <p:spPr>
          <a:xfrm>
            <a:off x="1524820" y="2736839"/>
            <a:ext cx="2480100" cy="448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1400"/>
              <a:buFont typeface="Open Sans"/>
              <a:buNone/>
            </a:pPr>
            <a:r>
              <a:rPr b="0" i="0" lang="en-US" sz="2500" u="none" cap="none" strike="noStrike">
                <a:solidFill>
                  <a:schemeClr val="accent1"/>
                </a:solidFill>
                <a:latin typeface="Redressed"/>
                <a:ea typeface="Redressed"/>
                <a:cs typeface="Redressed"/>
                <a:sym typeface="Redressed"/>
              </a:rPr>
              <a:t>Women rights</a:t>
            </a:r>
            <a:endParaRPr/>
          </a:p>
        </p:txBody>
      </p:sp>
      <p:sp>
        <p:nvSpPr>
          <p:cNvPr id="206" name="Google Shape;206;p17"/>
          <p:cNvSpPr txBox="1"/>
          <p:nvPr/>
        </p:nvSpPr>
        <p:spPr>
          <a:xfrm>
            <a:off x="5139080" y="2734631"/>
            <a:ext cx="2480100" cy="448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1400"/>
              <a:buFont typeface="Open Sans"/>
              <a:buNone/>
            </a:pPr>
            <a:r>
              <a:rPr b="0" i="0" lang="en-US" sz="2500" u="none" cap="none" strike="noStrike">
                <a:solidFill>
                  <a:schemeClr val="accent1"/>
                </a:solidFill>
                <a:latin typeface="Redressed"/>
                <a:ea typeface="Redressed"/>
                <a:cs typeface="Redressed"/>
                <a:sym typeface="Redressed"/>
              </a:rPr>
              <a:t>Slaves rights</a:t>
            </a:r>
            <a:endParaRPr/>
          </a:p>
        </p:txBody>
      </p:sp>
      <p:sp>
        <p:nvSpPr>
          <p:cNvPr id="207" name="Google Shape;207;p17"/>
          <p:cNvSpPr txBox="1"/>
          <p:nvPr/>
        </p:nvSpPr>
        <p:spPr>
          <a:xfrm>
            <a:off x="1524820" y="3401549"/>
            <a:ext cx="774900" cy="448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lt2"/>
              </a:buClr>
              <a:buSzPts val="3000"/>
              <a:buFont typeface="Redressed"/>
              <a:buNone/>
            </a:pPr>
            <a:r>
              <a:rPr b="1" i="0" lang="en-US" sz="2500" u="none" cap="none" strike="noStrike">
                <a:solidFill>
                  <a:schemeClr val="lt2"/>
                </a:solidFill>
                <a:latin typeface="Redressed"/>
                <a:ea typeface="Redressed"/>
                <a:cs typeface="Redressed"/>
                <a:sym typeface="Redressed"/>
              </a:rPr>
              <a:t>05 </a:t>
            </a:r>
            <a:endParaRPr/>
          </a:p>
        </p:txBody>
      </p:sp>
      <p:sp>
        <p:nvSpPr>
          <p:cNvPr id="208" name="Google Shape;208;p17"/>
          <p:cNvSpPr txBox="1"/>
          <p:nvPr/>
        </p:nvSpPr>
        <p:spPr>
          <a:xfrm>
            <a:off x="5139080" y="3803800"/>
            <a:ext cx="2480100" cy="448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1400"/>
              <a:buFont typeface="Open Sans"/>
              <a:buNone/>
            </a:pPr>
            <a:r>
              <a:rPr b="0" i="0" lang="en-US" sz="2500" u="none" cap="none" strike="noStrike">
                <a:solidFill>
                  <a:schemeClr val="accent1"/>
                </a:solidFill>
                <a:latin typeface="Redressed"/>
                <a:ea typeface="Redressed"/>
                <a:cs typeface="Redressed"/>
                <a:sym typeface="Redressed"/>
              </a:rPr>
              <a:t>Conclusion</a:t>
            </a:r>
            <a:endParaRPr/>
          </a:p>
        </p:txBody>
      </p:sp>
      <p:sp>
        <p:nvSpPr>
          <p:cNvPr id="209" name="Google Shape;209;p17"/>
          <p:cNvSpPr txBox="1"/>
          <p:nvPr/>
        </p:nvSpPr>
        <p:spPr>
          <a:xfrm>
            <a:off x="5139080" y="3398605"/>
            <a:ext cx="774900" cy="448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lt2"/>
              </a:buClr>
              <a:buSzPts val="3000"/>
              <a:buFont typeface="Redressed"/>
              <a:buNone/>
            </a:pPr>
            <a:r>
              <a:rPr b="1" i="0" lang="en-US" sz="2500" u="none" cap="none" strike="noStrike">
                <a:solidFill>
                  <a:schemeClr val="lt2"/>
                </a:solidFill>
                <a:latin typeface="Redressed"/>
                <a:ea typeface="Redressed"/>
                <a:cs typeface="Redressed"/>
                <a:sym typeface="Redressed"/>
              </a:rPr>
              <a:t>06</a:t>
            </a:r>
            <a:endParaRPr/>
          </a:p>
        </p:txBody>
      </p:sp>
      <p:sp>
        <p:nvSpPr>
          <p:cNvPr id="210" name="Google Shape;210;p17"/>
          <p:cNvSpPr txBox="1"/>
          <p:nvPr/>
        </p:nvSpPr>
        <p:spPr>
          <a:xfrm>
            <a:off x="1524820" y="3807480"/>
            <a:ext cx="2480100" cy="448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1400"/>
              <a:buFont typeface="Open Sans"/>
              <a:buNone/>
            </a:pPr>
            <a:r>
              <a:rPr lang="en-US" sz="2500">
                <a:solidFill>
                  <a:schemeClr val="accent1"/>
                </a:solidFill>
                <a:latin typeface="Redressed"/>
                <a:ea typeface="Redressed"/>
                <a:cs typeface="Redressed"/>
                <a:sym typeface="Redressed"/>
              </a:rPr>
              <a:t>Discrimination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214" name="Shape 214"/>
        <p:cNvGrpSpPr/>
        <p:nvPr/>
      </p:nvGrpSpPr>
      <p:grpSpPr>
        <a:xfrm>
          <a:off x="0" y="0"/>
          <a:ext cx="0" cy="0"/>
          <a:chOff x="0" y="0"/>
          <a:chExt cx="0" cy="0"/>
        </a:xfrm>
      </p:grpSpPr>
      <p:sp>
        <p:nvSpPr>
          <p:cNvPr id="215" name="Google Shape;215;p18"/>
          <p:cNvSpPr txBox="1"/>
          <p:nvPr>
            <p:ph type="title"/>
          </p:nvPr>
        </p:nvSpPr>
        <p:spPr>
          <a:xfrm>
            <a:off x="2416650" y="2028206"/>
            <a:ext cx="4310700" cy="619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US"/>
              <a:t>introduction</a:t>
            </a:r>
            <a:endParaRPr/>
          </a:p>
        </p:txBody>
      </p:sp>
      <p:sp>
        <p:nvSpPr>
          <p:cNvPr id="216" name="Google Shape;216;p18"/>
          <p:cNvSpPr txBox="1"/>
          <p:nvPr>
            <p:ph idx="2" type="title"/>
          </p:nvPr>
        </p:nvSpPr>
        <p:spPr>
          <a:xfrm>
            <a:off x="4060050" y="1552200"/>
            <a:ext cx="1023900" cy="619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4800"/>
              <a:buNone/>
            </a:pPr>
            <a:r>
              <a:rPr lang="en-US"/>
              <a:t>01</a:t>
            </a:r>
            <a:endParaRPr/>
          </a:p>
        </p:txBody>
      </p:sp>
      <p:sp>
        <p:nvSpPr>
          <p:cNvPr id="217" name="Google Shape;217;p18"/>
          <p:cNvSpPr txBox="1"/>
          <p:nvPr>
            <p:ph idx="1" type="subTitle"/>
          </p:nvPr>
        </p:nvSpPr>
        <p:spPr>
          <a:xfrm>
            <a:off x="2997600" y="2788800"/>
            <a:ext cx="3148800" cy="8025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400"/>
              <a:buNone/>
            </a:pPr>
            <a:r>
              <a:rPr lang="en-US"/>
              <a:t>An introduction to the last sermon of the holy prophet Hazrat Muhammad (peace be upon him)</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221" name="Shape 221"/>
        <p:cNvGrpSpPr/>
        <p:nvPr/>
      </p:nvGrpSpPr>
      <p:grpSpPr>
        <a:xfrm>
          <a:off x="0" y="0"/>
          <a:ext cx="0" cy="0"/>
          <a:chOff x="0" y="0"/>
          <a:chExt cx="0" cy="0"/>
        </a:xfrm>
      </p:grpSpPr>
      <p:sp>
        <p:nvSpPr>
          <p:cNvPr id="222" name="Google Shape;222;p19"/>
          <p:cNvSpPr txBox="1"/>
          <p:nvPr>
            <p:ph idx="1" type="body"/>
          </p:nvPr>
        </p:nvSpPr>
        <p:spPr>
          <a:xfrm>
            <a:off x="2724300" y="1175550"/>
            <a:ext cx="3695400" cy="963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600"/>
              <a:buNone/>
            </a:pPr>
            <a:r>
              <a:rPr lang="en-US"/>
              <a:t>was delivered on the Ninth day of Dhul-Hijjah, 10 A.H. ( 623AD) in the Uranah valley of Mount Arafat in Mecca</a:t>
            </a:r>
            <a:endParaRPr/>
          </a:p>
        </p:txBody>
      </p:sp>
      <p:sp>
        <p:nvSpPr>
          <p:cNvPr id="223" name="Google Shape;223;p19"/>
          <p:cNvSpPr txBox="1"/>
          <p:nvPr>
            <p:ph type="title"/>
          </p:nvPr>
        </p:nvSpPr>
        <p:spPr>
          <a:xfrm>
            <a:off x="720000" y="541975"/>
            <a:ext cx="7704000" cy="314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500"/>
              <a:buNone/>
            </a:pPr>
            <a:r>
              <a:rPr lang="en-US"/>
              <a:t>introduction</a:t>
            </a:r>
            <a:endParaRPr/>
          </a:p>
        </p:txBody>
      </p:sp>
      <p:grpSp>
        <p:nvGrpSpPr>
          <p:cNvPr id="224" name="Google Shape;224;p19"/>
          <p:cNvGrpSpPr/>
          <p:nvPr/>
        </p:nvGrpSpPr>
        <p:grpSpPr>
          <a:xfrm>
            <a:off x="3345762" y="2348192"/>
            <a:ext cx="2452477" cy="2464420"/>
            <a:chOff x="3404088" y="2267250"/>
            <a:chExt cx="2335025" cy="2814550"/>
          </a:xfrm>
        </p:grpSpPr>
        <p:sp>
          <p:nvSpPr>
            <p:cNvPr id="225" name="Google Shape;225;p19"/>
            <p:cNvSpPr/>
            <p:nvPr/>
          </p:nvSpPr>
          <p:spPr>
            <a:xfrm>
              <a:off x="3404088" y="2267250"/>
              <a:ext cx="2335025" cy="2814550"/>
            </a:xfrm>
            <a:custGeom>
              <a:rect b="b" l="l" r="r" t="t"/>
              <a:pathLst>
                <a:path extrusionOk="0" h="112582" w="93401">
                  <a:moveTo>
                    <a:pt x="93400" y="74854"/>
                  </a:moveTo>
                  <a:cubicBezTo>
                    <a:pt x="93400" y="74754"/>
                    <a:pt x="93400" y="74654"/>
                    <a:pt x="93367" y="74588"/>
                  </a:cubicBezTo>
                  <a:cubicBezTo>
                    <a:pt x="93333" y="74387"/>
                    <a:pt x="93300" y="74221"/>
                    <a:pt x="93300" y="74021"/>
                  </a:cubicBezTo>
                  <a:cubicBezTo>
                    <a:pt x="93067" y="71052"/>
                    <a:pt x="92366" y="68517"/>
                    <a:pt x="91265" y="66282"/>
                  </a:cubicBezTo>
                  <a:cubicBezTo>
                    <a:pt x="90031" y="63880"/>
                    <a:pt x="88497" y="62179"/>
                    <a:pt x="86562" y="61045"/>
                  </a:cubicBezTo>
                  <a:cubicBezTo>
                    <a:pt x="84861" y="60044"/>
                    <a:pt x="83093" y="59844"/>
                    <a:pt x="81325" y="60478"/>
                  </a:cubicBezTo>
                  <a:cubicBezTo>
                    <a:pt x="78022" y="61612"/>
                    <a:pt x="75621" y="65047"/>
                    <a:pt x="75454" y="68783"/>
                  </a:cubicBezTo>
                  <a:cubicBezTo>
                    <a:pt x="75354" y="71052"/>
                    <a:pt x="75654" y="73320"/>
                    <a:pt x="76388" y="75522"/>
                  </a:cubicBezTo>
                  <a:cubicBezTo>
                    <a:pt x="76688" y="76456"/>
                    <a:pt x="76555" y="77290"/>
                    <a:pt x="75921" y="78023"/>
                  </a:cubicBezTo>
                  <a:cubicBezTo>
                    <a:pt x="75521" y="78490"/>
                    <a:pt x="75054" y="78924"/>
                    <a:pt x="74587" y="79324"/>
                  </a:cubicBezTo>
                  <a:cubicBezTo>
                    <a:pt x="73853" y="79958"/>
                    <a:pt x="73352" y="80225"/>
                    <a:pt x="72986" y="80125"/>
                  </a:cubicBezTo>
                  <a:cubicBezTo>
                    <a:pt x="72619" y="80025"/>
                    <a:pt x="72285" y="79591"/>
                    <a:pt x="71951" y="78724"/>
                  </a:cubicBezTo>
                  <a:cubicBezTo>
                    <a:pt x="71818" y="78324"/>
                    <a:pt x="71685" y="77957"/>
                    <a:pt x="71551" y="77556"/>
                  </a:cubicBezTo>
                  <a:cubicBezTo>
                    <a:pt x="71284" y="76823"/>
                    <a:pt x="70984" y="76055"/>
                    <a:pt x="70651" y="75321"/>
                  </a:cubicBezTo>
                  <a:cubicBezTo>
                    <a:pt x="70450" y="74821"/>
                    <a:pt x="70184" y="74588"/>
                    <a:pt x="69883" y="74521"/>
                  </a:cubicBezTo>
                  <a:cubicBezTo>
                    <a:pt x="69516" y="74454"/>
                    <a:pt x="69149" y="74654"/>
                    <a:pt x="68783" y="75055"/>
                  </a:cubicBezTo>
                  <a:cubicBezTo>
                    <a:pt x="67815" y="76055"/>
                    <a:pt x="67115" y="77156"/>
                    <a:pt x="66714" y="78290"/>
                  </a:cubicBezTo>
                  <a:cubicBezTo>
                    <a:pt x="66014" y="80092"/>
                    <a:pt x="65247" y="82193"/>
                    <a:pt x="64580" y="84328"/>
                  </a:cubicBezTo>
                  <a:cubicBezTo>
                    <a:pt x="62611" y="90566"/>
                    <a:pt x="60176" y="95403"/>
                    <a:pt x="56841" y="99505"/>
                  </a:cubicBezTo>
                  <a:cubicBezTo>
                    <a:pt x="52504" y="104809"/>
                    <a:pt x="46767" y="107044"/>
                    <a:pt x="39762" y="106110"/>
                  </a:cubicBezTo>
                  <a:cubicBezTo>
                    <a:pt x="36393" y="105677"/>
                    <a:pt x="33257" y="103942"/>
                    <a:pt x="30222" y="100806"/>
                  </a:cubicBezTo>
                  <a:cubicBezTo>
                    <a:pt x="30188" y="100773"/>
                    <a:pt x="30188" y="100740"/>
                    <a:pt x="30155" y="100706"/>
                  </a:cubicBezTo>
                  <a:lnTo>
                    <a:pt x="30188" y="100673"/>
                  </a:lnTo>
                  <a:cubicBezTo>
                    <a:pt x="32223" y="100306"/>
                    <a:pt x="34792" y="99606"/>
                    <a:pt x="36660" y="97437"/>
                  </a:cubicBezTo>
                  <a:cubicBezTo>
                    <a:pt x="36726" y="97371"/>
                    <a:pt x="36926" y="97304"/>
                    <a:pt x="37093" y="97304"/>
                  </a:cubicBezTo>
                  <a:cubicBezTo>
                    <a:pt x="37994" y="97337"/>
                    <a:pt x="38895" y="97404"/>
                    <a:pt x="39762" y="97471"/>
                  </a:cubicBezTo>
                  <a:lnTo>
                    <a:pt x="40195" y="97504"/>
                  </a:lnTo>
                  <a:cubicBezTo>
                    <a:pt x="42330" y="97671"/>
                    <a:pt x="44532" y="97838"/>
                    <a:pt x="46667" y="97404"/>
                  </a:cubicBezTo>
                  <a:cubicBezTo>
                    <a:pt x="51303" y="96503"/>
                    <a:pt x="54306" y="93968"/>
                    <a:pt x="55840" y="89665"/>
                  </a:cubicBezTo>
                  <a:cubicBezTo>
                    <a:pt x="57108" y="86129"/>
                    <a:pt x="57508" y="82460"/>
                    <a:pt x="57841" y="78691"/>
                  </a:cubicBezTo>
                  <a:cubicBezTo>
                    <a:pt x="57975" y="77156"/>
                    <a:pt x="58175" y="75355"/>
                    <a:pt x="58942" y="73720"/>
                  </a:cubicBezTo>
                  <a:cubicBezTo>
                    <a:pt x="59476" y="72620"/>
                    <a:pt x="60076" y="72319"/>
                    <a:pt x="61044" y="72586"/>
                  </a:cubicBezTo>
                  <a:cubicBezTo>
                    <a:pt x="61110" y="72620"/>
                    <a:pt x="61177" y="72620"/>
                    <a:pt x="61244" y="72586"/>
                  </a:cubicBezTo>
                  <a:cubicBezTo>
                    <a:pt x="61277" y="72586"/>
                    <a:pt x="61311" y="72553"/>
                    <a:pt x="61377" y="72553"/>
                  </a:cubicBezTo>
                  <a:lnTo>
                    <a:pt x="61477" y="72519"/>
                  </a:lnTo>
                  <a:lnTo>
                    <a:pt x="61077" y="65248"/>
                  </a:lnTo>
                  <a:lnTo>
                    <a:pt x="60910" y="65314"/>
                  </a:lnTo>
                  <a:cubicBezTo>
                    <a:pt x="60677" y="65414"/>
                    <a:pt x="60510" y="65514"/>
                    <a:pt x="60310" y="65581"/>
                  </a:cubicBezTo>
                  <a:cubicBezTo>
                    <a:pt x="59943" y="65748"/>
                    <a:pt x="59609" y="65881"/>
                    <a:pt x="59309" y="66082"/>
                  </a:cubicBezTo>
                  <a:cubicBezTo>
                    <a:pt x="58108" y="66915"/>
                    <a:pt x="57174" y="68050"/>
                    <a:pt x="56607" y="69517"/>
                  </a:cubicBezTo>
                  <a:cubicBezTo>
                    <a:pt x="55540" y="72153"/>
                    <a:pt x="55139" y="74988"/>
                    <a:pt x="54806" y="77390"/>
                  </a:cubicBezTo>
                  <a:cubicBezTo>
                    <a:pt x="54506" y="79625"/>
                    <a:pt x="54139" y="81960"/>
                    <a:pt x="53238" y="84228"/>
                  </a:cubicBezTo>
                  <a:cubicBezTo>
                    <a:pt x="50870" y="90266"/>
                    <a:pt x="46333" y="94302"/>
                    <a:pt x="39728" y="96203"/>
                  </a:cubicBezTo>
                  <a:cubicBezTo>
                    <a:pt x="39261" y="96370"/>
                    <a:pt x="38761" y="96403"/>
                    <a:pt x="38261" y="96470"/>
                  </a:cubicBezTo>
                  <a:cubicBezTo>
                    <a:pt x="38061" y="96503"/>
                    <a:pt x="37860" y="96537"/>
                    <a:pt x="37660" y="96537"/>
                  </a:cubicBezTo>
                  <a:cubicBezTo>
                    <a:pt x="37660" y="96537"/>
                    <a:pt x="37660" y="96537"/>
                    <a:pt x="37660" y="96537"/>
                  </a:cubicBezTo>
                  <a:lnTo>
                    <a:pt x="37660" y="96537"/>
                  </a:lnTo>
                  <a:lnTo>
                    <a:pt x="37660" y="96537"/>
                  </a:lnTo>
                  <a:cubicBezTo>
                    <a:pt x="37694" y="96470"/>
                    <a:pt x="37727" y="96437"/>
                    <a:pt x="37727" y="96403"/>
                  </a:cubicBezTo>
                  <a:cubicBezTo>
                    <a:pt x="39762" y="93835"/>
                    <a:pt x="40963" y="90799"/>
                    <a:pt x="41463" y="87197"/>
                  </a:cubicBezTo>
                  <a:cubicBezTo>
                    <a:pt x="41496" y="86696"/>
                    <a:pt x="41530" y="86196"/>
                    <a:pt x="41563" y="85729"/>
                  </a:cubicBezTo>
                  <a:cubicBezTo>
                    <a:pt x="41596" y="85095"/>
                    <a:pt x="41630" y="84428"/>
                    <a:pt x="41763" y="83794"/>
                  </a:cubicBezTo>
                  <a:cubicBezTo>
                    <a:pt x="42063" y="82293"/>
                    <a:pt x="42497" y="80792"/>
                    <a:pt x="42931" y="79324"/>
                  </a:cubicBezTo>
                  <a:lnTo>
                    <a:pt x="43131" y="78657"/>
                  </a:lnTo>
                  <a:cubicBezTo>
                    <a:pt x="43264" y="78090"/>
                    <a:pt x="43531" y="77556"/>
                    <a:pt x="43765" y="76989"/>
                  </a:cubicBezTo>
                  <a:lnTo>
                    <a:pt x="43865" y="76823"/>
                  </a:lnTo>
                  <a:cubicBezTo>
                    <a:pt x="43898" y="76689"/>
                    <a:pt x="44065" y="76556"/>
                    <a:pt x="44132" y="76556"/>
                  </a:cubicBezTo>
                  <a:lnTo>
                    <a:pt x="44132" y="76556"/>
                  </a:lnTo>
                  <a:cubicBezTo>
                    <a:pt x="44165" y="76589"/>
                    <a:pt x="44332" y="76722"/>
                    <a:pt x="44365" y="76856"/>
                  </a:cubicBezTo>
                  <a:cubicBezTo>
                    <a:pt x="44465" y="77089"/>
                    <a:pt x="44532" y="77323"/>
                    <a:pt x="44632" y="77590"/>
                  </a:cubicBezTo>
                  <a:cubicBezTo>
                    <a:pt x="44699" y="77790"/>
                    <a:pt x="44732" y="77990"/>
                    <a:pt x="44832" y="78157"/>
                  </a:cubicBezTo>
                  <a:cubicBezTo>
                    <a:pt x="45199" y="79191"/>
                    <a:pt x="45933" y="79758"/>
                    <a:pt x="46967" y="79825"/>
                  </a:cubicBezTo>
                  <a:cubicBezTo>
                    <a:pt x="48034" y="79858"/>
                    <a:pt x="48802" y="79324"/>
                    <a:pt x="49302" y="78190"/>
                  </a:cubicBezTo>
                  <a:cubicBezTo>
                    <a:pt x="49569" y="77590"/>
                    <a:pt x="49769" y="76956"/>
                    <a:pt x="49969" y="76356"/>
                  </a:cubicBezTo>
                  <a:cubicBezTo>
                    <a:pt x="50036" y="76089"/>
                    <a:pt x="50103" y="75855"/>
                    <a:pt x="50203" y="75588"/>
                  </a:cubicBezTo>
                  <a:cubicBezTo>
                    <a:pt x="50269" y="75555"/>
                    <a:pt x="50369" y="75488"/>
                    <a:pt x="50469" y="75455"/>
                  </a:cubicBezTo>
                  <a:cubicBezTo>
                    <a:pt x="50736" y="75321"/>
                    <a:pt x="50970" y="75188"/>
                    <a:pt x="51203" y="74988"/>
                  </a:cubicBezTo>
                  <a:cubicBezTo>
                    <a:pt x="52004" y="74187"/>
                    <a:pt x="52504" y="73353"/>
                    <a:pt x="52671" y="72453"/>
                  </a:cubicBezTo>
                  <a:cubicBezTo>
                    <a:pt x="53005" y="70618"/>
                    <a:pt x="52871" y="68884"/>
                    <a:pt x="52271" y="67316"/>
                  </a:cubicBezTo>
                  <a:cubicBezTo>
                    <a:pt x="52037" y="66749"/>
                    <a:pt x="51870" y="66282"/>
                    <a:pt x="51670" y="65848"/>
                  </a:cubicBezTo>
                  <a:cubicBezTo>
                    <a:pt x="51604" y="65715"/>
                    <a:pt x="51537" y="65581"/>
                    <a:pt x="51437" y="65414"/>
                  </a:cubicBezTo>
                  <a:lnTo>
                    <a:pt x="51403" y="65348"/>
                  </a:lnTo>
                  <a:cubicBezTo>
                    <a:pt x="51437" y="65314"/>
                    <a:pt x="51504" y="65281"/>
                    <a:pt x="51570" y="65248"/>
                  </a:cubicBezTo>
                  <a:cubicBezTo>
                    <a:pt x="53705" y="64380"/>
                    <a:pt x="55540" y="63046"/>
                    <a:pt x="57074" y="61278"/>
                  </a:cubicBezTo>
                  <a:cubicBezTo>
                    <a:pt x="60143" y="57676"/>
                    <a:pt x="61878" y="53172"/>
                    <a:pt x="62278" y="47902"/>
                  </a:cubicBezTo>
                  <a:cubicBezTo>
                    <a:pt x="62478" y="45500"/>
                    <a:pt x="62378" y="43065"/>
                    <a:pt x="62278" y="40730"/>
                  </a:cubicBezTo>
                  <a:cubicBezTo>
                    <a:pt x="62178" y="38095"/>
                    <a:pt x="61944" y="34993"/>
                    <a:pt x="61010" y="31957"/>
                  </a:cubicBezTo>
                  <a:cubicBezTo>
                    <a:pt x="59309" y="26620"/>
                    <a:pt x="56907" y="21550"/>
                    <a:pt x="53839" y="16880"/>
                  </a:cubicBezTo>
                  <a:cubicBezTo>
                    <a:pt x="50736" y="12176"/>
                    <a:pt x="47234" y="7606"/>
                    <a:pt x="43898" y="3203"/>
                  </a:cubicBezTo>
                  <a:lnTo>
                    <a:pt x="42964" y="1969"/>
                  </a:lnTo>
                  <a:cubicBezTo>
                    <a:pt x="42664" y="1602"/>
                    <a:pt x="42397" y="1235"/>
                    <a:pt x="42097" y="801"/>
                  </a:cubicBezTo>
                  <a:lnTo>
                    <a:pt x="41463" y="1"/>
                  </a:lnTo>
                  <a:lnTo>
                    <a:pt x="41396" y="234"/>
                  </a:lnTo>
                  <a:cubicBezTo>
                    <a:pt x="41363" y="368"/>
                    <a:pt x="41330" y="468"/>
                    <a:pt x="41296" y="568"/>
                  </a:cubicBezTo>
                  <a:cubicBezTo>
                    <a:pt x="41196" y="801"/>
                    <a:pt x="41129" y="1002"/>
                    <a:pt x="41129" y="1235"/>
                  </a:cubicBezTo>
                  <a:cubicBezTo>
                    <a:pt x="41096" y="1369"/>
                    <a:pt x="41096" y="1502"/>
                    <a:pt x="41063" y="1669"/>
                  </a:cubicBezTo>
                  <a:cubicBezTo>
                    <a:pt x="40963" y="2369"/>
                    <a:pt x="40896" y="3103"/>
                    <a:pt x="40896" y="3804"/>
                  </a:cubicBezTo>
                  <a:cubicBezTo>
                    <a:pt x="40896" y="5271"/>
                    <a:pt x="40996" y="6772"/>
                    <a:pt x="41063" y="8240"/>
                  </a:cubicBezTo>
                  <a:lnTo>
                    <a:pt x="41196" y="11009"/>
                  </a:lnTo>
                  <a:cubicBezTo>
                    <a:pt x="41396" y="15445"/>
                    <a:pt x="41596" y="20049"/>
                    <a:pt x="41830" y="24552"/>
                  </a:cubicBezTo>
                  <a:cubicBezTo>
                    <a:pt x="41863" y="25052"/>
                    <a:pt x="41730" y="25186"/>
                    <a:pt x="41230" y="25386"/>
                  </a:cubicBezTo>
                  <a:cubicBezTo>
                    <a:pt x="36159" y="27320"/>
                    <a:pt x="32857" y="30690"/>
                    <a:pt x="31456" y="35426"/>
                  </a:cubicBezTo>
                  <a:cubicBezTo>
                    <a:pt x="30055" y="40030"/>
                    <a:pt x="29988" y="44900"/>
                    <a:pt x="31189" y="50370"/>
                  </a:cubicBezTo>
                  <a:cubicBezTo>
                    <a:pt x="31356" y="51104"/>
                    <a:pt x="31589" y="51838"/>
                    <a:pt x="31789" y="52539"/>
                  </a:cubicBezTo>
                  <a:cubicBezTo>
                    <a:pt x="31890" y="52872"/>
                    <a:pt x="31990" y="53172"/>
                    <a:pt x="32090" y="53506"/>
                  </a:cubicBezTo>
                  <a:lnTo>
                    <a:pt x="32223" y="53906"/>
                  </a:lnTo>
                  <a:lnTo>
                    <a:pt x="32323" y="53506"/>
                  </a:lnTo>
                  <a:cubicBezTo>
                    <a:pt x="32523" y="52905"/>
                    <a:pt x="32690" y="52305"/>
                    <a:pt x="32757" y="51638"/>
                  </a:cubicBezTo>
                  <a:lnTo>
                    <a:pt x="32790" y="51538"/>
                  </a:lnTo>
                  <a:cubicBezTo>
                    <a:pt x="32824" y="51204"/>
                    <a:pt x="32890" y="50804"/>
                    <a:pt x="32790" y="50437"/>
                  </a:cubicBezTo>
                  <a:cubicBezTo>
                    <a:pt x="32156" y="48235"/>
                    <a:pt x="31923" y="46134"/>
                    <a:pt x="32023" y="43999"/>
                  </a:cubicBezTo>
                  <a:cubicBezTo>
                    <a:pt x="32223" y="39829"/>
                    <a:pt x="33724" y="36360"/>
                    <a:pt x="36560" y="33692"/>
                  </a:cubicBezTo>
                  <a:cubicBezTo>
                    <a:pt x="39261" y="31123"/>
                    <a:pt x="42130" y="30022"/>
                    <a:pt x="45366" y="30323"/>
                  </a:cubicBezTo>
                  <a:cubicBezTo>
                    <a:pt x="50369" y="30823"/>
                    <a:pt x="54906" y="34859"/>
                    <a:pt x="56007" y="39763"/>
                  </a:cubicBezTo>
                  <a:cubicBezTo>
                    <a:pt x="56407" y="41697"/>
                    <a:pt x="56073" y="43232"/>
                    <a:pt x="54906" y="44466"/>
                  </a:cubicBezTo>
                  <a:cubicBezTo>
                    <a:pt x="54205" y="45233"/>
                    <a:pt x="53338" y="45600"/>
                    <a:pt x="52471" y="45533"/>
                  </a:cubicBezTo>
                  <a:cubicBezTo>
                    <a:pt x="51604" y="45433"/>
                    <a:pt x="50870" y="44900"/>
                    <a:pt x="50336" y="44032"/>
                  </a:cubicBezTo>
                  <a:cubicBezTo>
                    <a:pt x="49869" y="43299"/>
                    <a:pt x="49569" y="42531"/>
                    <a:pt x="49435" y="41831"/>
                  </a:cubicBezTo>
                  <a:cubicBezTo>
                    <a:pt x="49135" y="40463"/>
                    <a:pt x="48968" y="39029"/>
                    <a:pt x="48768" y="37661"/>
                  </a:cubicBezTo>
                  <a:cubicBezTo>
                    <a:pt x="48735" y="37294"/>
                    <a:pt x="48668" y="36894"/>
                    <a:pt x="48635" y="36527"/>
                  </a:cubicBezTo>
                  <a:cubicBezTo>
                    <a:pt x="48535" y="35827"/>
                    <a:pt x="48468" y="35126"/>
                    <a:pt x="48368" y="34459"/>
                  </a:cubicBezTo>
                  <a:cubicBezTo>
                    <a:pt x="48335" y="34159"/>
                    <a:pt x="48301" y="33858"/>
                    <a:pt x="48268" y="33525"/>
                  </a:cubicBezTo>
                  <a:lnTo>
                    <a:pt x="48235" y="33425"/>
                  </a:lnTo>
                  <a:lnTo>
                    <a:pt x="47901" y="33391"/>
                  </a:lnTo>
                  <a:lnTo>
                    <a:pt x="47868" y="33492"/>
                  </a:lnTo>
                  <a:cubicBezTo>
                    <a:pt x="47801" y="33625"/>
                    <a:pt x="47768" y="33758"/>
                    <a:pt x="47701" y="33925"/>
                  </a:cubicBezTo>
                  <a:cubicBezTo>
                    <a:pt x="47601" y="34192"/>
                    <a:pt x="47467" y="34526"/>
                    <a:pt x="47334" y="34792"/>
                  </a:cubicBezTo>
                  <a:cubicBezTo>
                    <a:pt x="46300" y="37027"/>
                    <a:pt x="46133" y="39296"/>
                    <a:pt x="46800" y="41764"/>
                  </a:cubicBezTo>
                  <a:cubicBezTo>
                    <a:pt x="47200" y="43232"/>
                    <a:pt x="47467" y="44533"/>
                    <a:pt x="47667" y="45700"/>
                  </a:cubicBezTo>
                  <a:cubicBezTo>
                    <a:pt x="48034" y="48169"/>
                    <a:pt x="46700" y="50337"/>
                    <a:pt x="44432" y="50971"/>
                  </a:cubicBezTo>
                  <a:cubicBezTo>
                    <a:pt x="43131" y="51338"/>
                    <a:pt x="42030" y="50937"/>
                    <a:pt x="41296" y="49837"/>
                  </a:cubicBezTo>
                  <a:cubicBezTo>
                    <a:pt x="40963" y="49336"/>
                    <a:pt x="40662" y="48702"/>
                    <a:pt x="40429" y="48069"/>
                  </a:cubicBezTo>
                  <a:cubicBezTo>
                    <a:pt x="39862" y="46334"/>
                    <a:pt x="39762" y="44499"/>
                    <a:pt x="39728" y="42898"/>
                  </a:cubicBezTo>
                  <a:cubicBezTo>
                    <a:pt x="39728" y="42264"/>
                    <a:pt x="39662" y="41731"/>
                    <a:pt x="39562" y="41264"/>
                  </a:cubicBezTo>
                  <a:cubicBezTo>
                    <a:pt x="39428" y="40830"/>
                    <a:pt x="39228" y="40530"/>
                    <a:pt x="38928" y="40396"/>
                  </a:cubicBezTo>
                  <a:cubicBezTo>
                    <a:pt x="38628" y="40263"/>
                    <a:pt x="38261" y="40296"/>
                    <a:pt x="37827" y="40530"/>
                  </a:cubicBezTo>
                  <a:cubicBezTo>
                    <a:pt x="37494" y="40697"/>
                    <a:pt x="37160" y="40930"/>
                    <a:pt x="36860" y="41230"/>
                  </a:cubicBezTo>
                  <a:cubicBezTo>
                    <a:pt x="35692" y="42298"/>
                    <a:pt x="35025" y="43399"/>
                    <a:pt x="34725" y="44599"/>
                  </a:cubicBezTo>
                  <a:cubicBezTo>
                    <a:pt x="34325" y="46301"/>
                    <a:pt x="33924" y="48035"/>
                    <a:pt x="33557" y="49703"/>
                  </a:cubicBezTo>
                  <a:cubicBezTo>
                    <a:pt x="33457" y="50204"/>
                    <a:pt x="33357" y="50704"/>
                    <a:pt x="33257" y="51204"/>
                  </a:cubicBezTo>
                  <a:cubicBezTo>
                    <a:pt x="33124" y="51771"/>
                    <a:pt x="33024" y="52305"/>
                    <a:pt x="32890" y="52839"/>
                  </a:cubicBezTo>
                  <a:cubicBezTo>
                    <a:pt x="32690" y="53906"/>
                    <a:pt x="32457" y="54974"/>
                    <a:pt x="32190" y="56041"/>
                  </a:cubicBezTo>
                  <a:cubicBezTo>
                    <a:pt x="32023" y="56708"/>
                    <a:pt x="31789" y="57342"/>
                    <a:pt x="31089" y="57509"/>
                  </a:cubicBezTo>
                  <a:cubicBezTo>
                    <a:pt x="30388" y="57642"/>
                    <a:pt x="29955" y="57108"/>
                    <a:pt x="29521" y="56575"/>
                  </a:cubicBezTo>
                  <a:lnTo>
                    <a:pt x="29488" y="56541"/>
                  </a:lnTo>
                  <a:cubicBezTo>
                    <a:pt x="28587" y="55407"/>
                    <a:pt x="27887" y="54140"/>
                    <a:pt x="27520" y="52739"/>
                  </a:cubicBezTo>
                  <a:cubicBezTo>
                    <a:pt x="26552" y="49336"/>
                    <a:pt x="26185" y="45600"/>
                    <a:pt x="26352" y="40964"/>
                  </a:cubicBezTo>
                  <a:cubicBezTo>
                    <a:pt x="26386" y="39629"/>
                    <a:pt x="26419" y="38328"/>
                    <a:pt x="26486" y="36994"/>
                  </a:cubicBezTo>
                  <a:lnTo>
                    <a:pt x="26552" y="35193"/>
                  </a:lnTo>
                  <a:lnTo>
                    <a:pt x="26519" y="35093"/>
                  </a:lnTo>
                  <a:lnTo>
                    <a:pt x="26152" y="35026"/>
                  </a:lnTo>
                  <a:lnTo>
                    <a:pt x="26119" y="35159"/>
                  </a:lnTo>
                  <a:cubicBezTo>
                    <a:pt x="26085" y="35360"/>
                    <a:pt x="26052" y="35526"/>
                    <a:pt x="25985" y="35726"/>
                  </a:cubicBezTo>
                  <a:cubicBezTo>
                    <a:pt x="25885" y="36160"/>
                    <a:pt x="25785" y="36594"/>
                    <a:pt x="25718" y="37027"/>
                  </a:cubicBezTo>
                  <a:cubicBezTo>
                    <a:pt x="25118" y="42398"/>
                    <a:pt x="25151" y="47201"/>
                    <a:pt x="25852" y="51671"/>
                  </a:cubicBezTo>
                  <a:cubicBezTo>
                    <a:pt x="26319" y="54607"/>
                    <a:pt x="27153" y="57042"/>
                    <a:pt x="28420" y="59143"/>
                  </a:cubicBezTo>
                  <a:cubicBezTo>
                    <a:pt x="28921" y="59944"/>
                    <a:pt x="29588" y="60678"/>
                    <a:pt x="30288" y="61245"/>
                  </a:cubicBezTo>
                  <a:cubicBezTo>
                    <a:pt x="30956" y="61812"/>
                    <a:pt x="31623" y="62012"/>
                    <a:pt x="32190" y="61845"/>
                  </a:cubicBezTo>
                  <a:cubicBezTo>
                    <a:pt x="32757" y="61712"/>
                    <a:pt x="33224" y="61178"/>
                    <a:pt x="33524" y="60377"/>
                  </a:cubicBezTo>
                  <a:cubicBezTo>
                    <a:pt x="33924" y="59343"/>
                    <a:pt x="34258" y="58143"/>
                    <a:pt x="34458" y="56808"/>
                  </a:cubicBezTo>
                  <a:cubicBezTo>
                    <a:pt x="34625" y="55808"/>
                    <a:pt x="34725" y="54807"/>
                    <a:pt x="34825" y="53839"/>
                  </a:cubicBezTo>
                  <a:cubicBezTo>
                    <a:pt x="34925" y="52939"/>
                    <a:pt x="35025" y="52005"/>
                    <a:pt x="35159" y="51071"/>
                  </a:cubicBezTo>
                  <a:cubicBezTo>
                    <a:pt x="35359" y="49803"/>
                    <a:pt x="35726" y="48169"/>
                    <a:pt x="36860" y="46868"/>
                  </a:cubicBezTo>
                  <a:cubicBezTo>
                    <a:pt x="36893" y="46801"/>
                    <a:pt x="36960" y="46734"/>
                    <a:pt x="37027" y="46634"/>
                  </a:cubicBezTo>
                  <a:cubicBezTo>
                    <a:pt x="37293" y="46267"/>
                    <a:pt x="37494" y="46034"/>
                    <a:pt x="37860" y="46134"/>
                  </a:cubicBezTo>
                  <a:cubicBezTo>
                    <a:pt x="38261" y="46267"/>
                    <a:pt x="38327" y="46734"/>
                    <a:pt x="38394" y="47168"/>
                  </a:cubicBezTo>
                  <a:lnTo>
                    <a:pt x="38394" y="47301"/>
                  </a:lnTo>
                  <a:cubicBezTo>
                    <a:pt x="38494" y="47869"/>
                    <a:pt x="38528" y="48436"/>
                    <a:pt x="38594" y="49003"/>
                  </a:cubicBezTo>
                  <a:cubicBezTo>
                    <a:pt x="38661" y="49803"/>
                    <a:pt x="38761" y="50604"/>
                    <a:pt x="38861" y="51371"/>
                  </a:cubicBezTo>
                  <a:cubicBezTo>
                    <a:pt x="39161" y="53206"/>
                    <a:pt x="39695" y="54540"/>
                    <a:pt x="40562" y="55607"/>
                  </a:cubicBezTo>
                  <a:cubicBezTo>
                    <a:pt x="41630" y="56942"/>
                    <a:pt x="43031" y="57309"/>
                    <a:pt x="44665" y="56708"/>
                  </a:cubicBezTo>
                  <a:cubicBezTo>
                    <a:pt x="45533" y="56375"/>
                    <a:pt x="46300" y="55741"/>
                    <a:pt x="46934" y="54840"/>
                  </a:cubicBezTo>
                  <a:cubicBezTo>
                    <a:pt x="47734" y="53673"/>
                    <a:pt x="48268" y="52305"/>
                    <a:pt x="48635" y="50537"/>
                  </a:cubicBezTo>
                  <a:cubicBezTo>
                    <a:pt x="48702" y="50137"/>
                    <a:pt x="48768" y="49737"/>
                    <a:pt x="48802" y="49336"/>
                  </a:cubicBezTo>
                  <a:cubicBezTo>
                    <a:pt x="48835" y="49270"/>
                    <a:pt x="48835" y="49169"/>
                    <a:pt x="48835" y="49103"/>
                  </a:cubicBezTo>
                  <a:cubicBezTo>
                    <a:pt x="49035" y="49270"/>
                    <a:pt x="49202" y="49436"/>
                    <a:pt x="49369" y="49636"/>
                  </a:cubicBezTo>
                  <a:cubicBezTo>
                    <a:pt x="49869" y="50137"/>
                    <a:pt x="50369" y="50704"/>
                    <a:pt x="50970" y="51138"/>
                  </a:cubicBezTo>
                  <a:cubicBezTo>
                    <a:pt x="52137" y="52072"/>
                    <a:pt x="53438" y="52005"/>
                    <a:pt x="54672" y="51004"/>
                  </a:cubicBezTo>
                  <a:cubicBezTo>
                    <a:pt x="55606" y="50204"/>
                    <a:pt x="56340" y="49136"/>
                    <a:pt x="56807" y="47802"/>
                  </a:cubicBezTo>
                  <a:cubicBezTo>
                    <a:pt x="58675" y="42498"/>
                    <a:pt x="58375" y="37294"/>
                    <a:pt x="55907" y="32324"/>
                  </a:cubicBezTo>
                  <a:cubicBezTo>
                    <a:pt x="53772" y="27954"/>
                    <a:pt x="50136" y="25553"/>
                    <a:pt x="45099" y="25152"/>
                  </a:cubicBezTo>
                  <a:cubicBezTo>
                    <a:pt x="44565" y="25086"/>
                    <a:pt x="43998" y="25086"/>
                    <a:pt x="43464" y="25052"/>
                  </a:cubicBezTo>
                  <a:cubicBezTo>
                    <a:pt x="43264" y="25052"/>
                    <a:pt x="43031" y="25019"/>
                    <a:pt x="42831" y="25019"/>
                  </a:cubicBezTo>
                  <a:lnTo>
                    <a:pt x="41997" y="7773"/>
                  </a:lnTo>
                  <a:cubicBezTo>
                    <a:pt x="42030" y="7806"/>
                    <a:pt x="42063" y="7840"/>
                    <a:pt x="42063" y="7873"/>
                  </a:cubicBezTo>
                  <a:cubicBezTo>
                    <a:pt x="43164" y="9308"/>
                    <a:pt x="44265" y="10742"/>
                    <a:pt x="45366" y="12176"/>
                  </a:cubicBezTo>
                  <a:cubicBezTo>
                    <a:pt x="47901" y="15445"/>
                    <a:pt x="50536" y="18881"/>
                    <a:pt x="53038" y="22284"/>
                  </a:cubicBezTo>
                  <a:cubicBezTo>
                    <a:pt x="56207" y="26587"/>
                    <a:pt x="58475" y="31290"/>
                    <a:pt x="59776" y="36227"/>
                  </a:cubicBezTo>
                  <a:cubicBezTo>
                    <a:pt x="61177" y="41497"/>
                    <a:pt x="60844" y="46501"/>
                    <a:pt x="58842" y="51138"/>
                  </a:cubicBezTo>
                  <a:cubicBezTo>
                    <a:pt x="57108" y="55107"/>
                    <a:pt x="54606" y="57709"/>
                    <a:pt x="51203" y="59110"/>
                  </a:cubicBezTo>
                  <a:cubicBezTo>
                    <a:pt x="48568" y="60177"/>
                    <a:pt x="46166" y="60511"/>
                    <a:pt x="43798" y="60111"/>
                  </a:cubicBezTo>
                  <a:cubicBezTo>
                    <a:pt x="40763" y="59577"/>
                    <a:pt x="38127" y="58076"/>
                    <a:pt x="35692" y="55507"/>
                  </a:cubicBezTo>
                  <a:cubicBezTo>
                    <a:pt x="35592" y="55407"/>
                    <a:pt x="35525" y="55274"/>
                    <a:pt x="35425" y="55174"/>
                  </a:cubicBezTo>
                  <a:cubicBezTo>
                    <a:pt x="35392" y="55107"/>
                    <a:pt x="35359" y="55074"/>
                    <a:pt x="35325" y="55007"/>
                  </a:cubicBezTo>
                  <a:lnTo>
                    <a:pt x="35259" y="54907"/>
                  </a:lnTo>
                  <a:lnTo>
                    <a:pt x="34925" y="55107"/>
                  </a:lnTo>
                  <a:lnTo>
                    <a:pt x="34925" y="55174"/>
                  </a:lnTo>
                  <a:cubicBezTo>
                    <a:pt x="34892" y="55441"/>
                    <a:pt x="34892" y="55741"/>
                    <a:pt x="34858" y="56008"/>
                  </a:cubicBezTo>
                  <a:cubicBezTo>
                    <a:pt x="34792" y="56775"/>
                    <a:pt x="34692" y="57542"/>
                    <a:pt x="34658" y="58276"/>
                  </a:cubicBezTo>
                  <a:cubicBezTo>
                    <a:pt x="34625" y="58543"/>
                    <a:pt x="34692" y="58910"/>
                    <a:pt x="34858" y="59143"/>
                  </a:cubicBezTo>
                  <a:cubicBezTo>
                    <a:pt x="35092" y="59443"/>
                    <a:pt x="35292" y="59744"/>
                    <a:pt x="35525" y="60044"/>
                  </a:cubicBezTo>
                  <a:cubicBezTo>
                    <a:pt x="36159" y="60911"/>
                    <a:pt x="36793" y="61812"/>
                    <a:pt x="37594" y="62579"/>
                  </a:cubicBezTo>
                  <a:cubicBezTo>
                    <a:pt x="40729" y="65581"/>
                    <a:pt x="44332" y="66782"/>
                    <a:pt x="48335" y="66115"/>
                  </a:cubicBezTo>
                  <a:cubicBezTo>
                    <a:pt x="48935" y="66015"/>
                    <a:pt x="49502" y="65881"/>
                    <a:pt x="50103" y="65748"/>
                  </a:cubicBezTo>
                  <a:cubicBezTo>
                    <a:pt x="50336" y="65715"/>
                    <a:pt x="50603" y="65648"/>
                    <a:pt x="50836" y="65615"/>
                  </a:cubicBezTo>
                  <a:lnTo>
                    <a:pt x="50870" y="66015"/>
                  </a:lnTo>
                  <a:cubicBezTo>
                    <a:pt x="50903" y="66415"/>
                    <a:pt x="50970" y="66849"/>
                    <a:pt x="51003" y="67249"/>
                  </a:cubicBezTo>
                  <a:cubicBezTo>
                    <a:pt x="51170" y="68683"/>
                    <a:pt x="50536" y="69851"/>
                    <a:pt x="49269" y="70551"/>
                  </a:cubicBezTo>
                  <a:cubicBezTo>
                    <a:pt x="49068" y="70184"/>
                    <a:pt x="49002" y="69784"/>
                    <a:pt x="48868" y="69351"/>
                  </a:cubicBezTo>
                  <a:cubicBezTo>
                    <a:pt x="48702" y="68650"/>
                    <a:pt x="48535" y="67950"/>
                    <a:pt x="47934" y="67382"/>
                  </a:cubicBezTo>
                  <a:lnTo>
                    <a:pt x="47801" y="67249"/>
                  </a:lnTo>
                  <a:lnTo>
                    <a:pt x="47734" y="67449"/>
                  </a:lnTo>
                  <a:cubicBezTo>
                    <a:pt x="47634" y="67816"/>
                    <a:pt x="47601" y="68150"/>
                    <a:pt x="47667" y="68417"/>
                  </a:cubicBezTo>
                  <a:cubicBezTo>
                    <a:pt x="47734" y="68850"/>
                    <a:pt x="47868" y="69284"/>
                    <a:pt x="47968" y="69717"/>
                  </a:cubicBezTo>
                  <a:lnTo>
                    <a:pt x="48001" y="69784"/>
                  </a:lnTo>
                  <a:cubicBezTo>
                    <a:pt x="48468" y="71485"/>
                    <a:pt x="48034" y="72986"/>
                    <a:pt x="46667" y="74387"/>
                  </a:cubicBezTo>
                  <a:cubicBezTo>
                    <a:pt x="46500" y="74554"/>
                    <a:pt x="46200" y="74688"/>
                    <a:pt x="45900" y="74754"/>
                  </a:cubicBezTo>
                  <a:cubicBezTo>
                    <a:pt x="45299" y="74821"/>
                    <a:pt x="44932" y="74488"/>
                    <a:pt x="44699" y="73620"/>
                  </a:cubicBezTo>
                  <a:cubicBezTo>
                    <a:pt x="44665" y="73487"/>
                    <a:pt x="44632" y="73320"/>
                    <a:pt x="44599" y="73187"/>
                  </a:cubicBezTo>
                  <a:cubicBezTo>
                    <a:pt x="44465" y="72753"/>
                    <a:pt x="44365" y="72253"/>
                    <a:pt x="44165" y="71819"/>
                  </a:cubicBezTo>
                  <a:cubicBezTo>
                    <a:pt x="44032" y="71552"/>
                    <a:pt x="43598" y="71219"/>
                    <a:pt x="43264" y="71219"/>
                  </a:cubicBezTo>
                  <a:lnTo>
                    <a:pt x="43264" y="71219"/>
                  </a:lnTo>
                  <a:cubicBezTo>
                    <a:pt x="42897" y="71219"/>
                    <a:pt x="42464" y="71485"/>
                    <a:pt x="42264" y="71819"/>
                  </a:cubicBezTo>
                  <a:cubicBezTo>
                    <a:pt x="41997" y="72253"/>
                    <a:pt x="41930" y="72820"/>
                    <a:pt x="41897" y="73087"/>
                  </a:cubicBezTo>
                  <a:cubicBezTo>
                    <a:pt x="41830" y="74321"/>
                    <a:pt x="41363" y="75455"/>
                    <a:pt x="40896" y="76389"/>
                  </a:cubicBezTo>
                  <a:cubicBezTo>
                    <a:pt x="40896" y="76456"/>
                    <a:pt x="40863" y="76489"/>
                    <a:pt x="40829" y="76556"/>
                  </a:cubicBezTo>
                  <a:cubicBezTo>
                    <a:pt x="40696" y="76356"/>
                    <a:pt x="40562" y="76155"/>
                    <a:pt x="40462" y="75955"/>
                  </a:cubicBezTo>
                  <a:cubicBezTo>
                    <a:pt x="40129" y="75388"/>
                    <a:pt x="39762" y="74788"/>
                    <a:pt x="39295" y="74321"/>
                  </a:cubicBezTo>
                  <a:cubicBezTo>
                    <a:pt x="38294" y="73320"/>
                    <a:pt x="36926" y="73020"/>
                    <a:pt x="35425" y="73554"/>
                  </a:cubicBezTo>
                  <a:cubicBezTo>
                    <a:pt x="34091" y="74021"/>
                    <a:pt x="33724" y="75221"/>
                    <a:pt x="33557" y="76322"/>
                  </a:cubicBezTo>
                  <a:lnTo>
                    <a:pt x="33457" y="77023"/>
                  </a:lnTo>
                  <a:cubicBezTo>
                    <a:pt x="33357" y="77690"/>
                    <a:pt x="33257" y="78390"/>
                    <a:pt x="33224" y="79058"/>
                  </a:cubicBezTo>
                  <a:cubicBezTo>
                    <a:pt x="33157" y="79825"/>
                    <a:pt x="33157" y="80492"/>
                    <a:pt x="33257" y="81092"/>
                  </a:cubicBezTo>
                  <a:cubicBezTo>
                    <a:pt x="33524" y="82794"/>
                    <a:pt x="35425" y="84395"/>
                    <a:pt x="37060" y="84261"/>
                  </a:cubicBezTo>
                  <a:cubicBezTo>
                    <a:pt x="37860" y="84228"/>
                    <a:pt x="38628" y="83894"/>
                    <a:pt x="39462" y="83261"/>
                  </a:cubicBezTo>
                  <a:cubicBezTo>
                    <a:pt x="39495" y="83194"/>
                    <a:pt x="39562" y="83160"/>
                    <a:pt x="39628" y="83094"/>
                  </a:cubicBezTo>
                  <a:cubicBezTo>
                    <a:pt x="39628" y="83160"/>
                    <a:pt x="39628" y="83194"/>
                    <a:pt x="39628" y="83227"/>
                  </a:cubicBezTo>
                  <a:cubicBezTo>
                    <a:pt x="39628" y="83494"/>
                    <a:pt x="39628" y="83694"/>
                    <a:pt x="39595" y="83894"/>
                  </a:cubicBezTo>
                  <a:cubicBezTo>
                    <a:pt x="39362" y="86229"/>
                    <a:pt x="38494" y="88398"/>
                    <a:pt x="36960" y="90332"/>
                  </a:cubicBezTo>
                  <a:cubicBezTo>
                    <a:pt x="34758" y="93134"/>
                    <a:pt x="31723" y="95369"/>
                    <a:pt x="27720" y="97104"/>
                  </a:cubicBezTo>
                  <a:cubicBezTo>
                    <a:pt x="27520" y="97170"/>
                    <a:pt x="27320" y="97237"/>
                    <a:pt x="27119" y="97304"/>
                  </a:cubicBezTo>
                  <a:cubicBezTo>
                    <a:pt x="27053" y="97337"/>
                    <a:pt x="26986" y="97371"/>
                    <a:pt x="26886" y="97404"/>
                  </a:cubicBezTo>
                  <a:lnTo>
                    <a:pt x="25385" y="95102"/>
                  </a:lnTo>
                  <a:cubicBezTo>
                    <a:pt x="28020" y="92867"/>
                    <a:pt x="29721" y="89965"/>
                    <a:pt x="30689" y="85896"/>
                  </a:cubicBezTo>
                  <a:cubicBezTo>
                    <a:pt x="31556" y="82193"/>
                    <a:pt x="31689" y="78257"/>
                    <a:pt x="31022" y="73320"/>
                  </a:cubicBezTo>
                  <a:lnTo>
                    <a:pt x="31122" y="73453"/>
                  </a:lnTo>
                  <a:lnTo>
                    <a:pt x="31756" y="72953"/>
                  </a:lnTo>
                  <a:cubicBezTo>
                    <a:pt x="33424" y="71619"/>
                    <a:pt x="35159" y="70218"/>
                    <a:pt x="36560" y="68550"/>
                  </a:cubicBezTo>
                  <a:cubicBezTo>
                    <a:pt x="37260" y="67683"/>
                    <a:pt x="37527" y="66549"/>
                    <a:pt x="37260" y="65348"/>
                  </a:cubicBezTo>
                  <a:cubicBezTo>
                    <a:pt x="37127" y="64547"/>
                    <a:pt x="36459" y="64013"/>
                    <a:pt x="35759" y="64113"/>
                  </a:cubicBezTo>
                  <a:cubicBezTo>
                    <a:pt x="35025" y="64214"/>
                    <a:pt x="34325" y="65114"/>
                    <a:pt x="34391" y="65981"/>
                  </a:cubicBezTo>
                  <a:cubicBezTo>
                    <a:pt x="34425" y="66849"/>
                    <a:pt x="35025" y="67382"/>
                    <a:pt x="35926" y="67382"/>
                  </a:cubicBezTo>
                  <a:lnTo>
                    <a:pt x="36026" y="67382"/>
                  </a:lnTo>
                  <a:lnTo>
                    <a:pt x="36059" y="67282"/>
                  </a:lnTo>
                  <a:cubicBezTo>
                    <a:pt x="36226" y="66582"/>
                    <a:pt x="36193" y="66482"/>
                    <a:pt x="35659" y="66115"/>
                  </a:cubicBezTo>
                  <a:lnTo>
                    <a:pt x="35626" y="66048"/>
                  </a:lnTo>
                  <a:cubicBezTo>
                    <a:pt x="35492" y="65981"/>
                    <a:pt x="35425" y="65648"/>
                    <a:pt x="35459" y="65548"/>
                  </a:cubicBezTo>
                  <a:cubicBezTo>
                    <a:pt x="35492" y="65414"/>
                    <a:pt x="35792" y="65248"/>
                    <a:pt x="35926" y="65281"/>
                  </a:cubicBezTo>
                  <a:cubicBezTo>
                    <a:pt x="36159" y="65281"/>
                    <a:pt x="36459" y="65381"/>
                    <a:pt x="36459" y="66048"/>
                  </a:cubicBezTo>
                  <a:cubicBezTo>
                    <a:pt x="36526" y="67282"/>
                    <a:pt x="35826" y="68150"/>
                    <a:pt x="35058" y="68917"/>
                  </a:cubicBezTo>
                  <a:cubicBezTo>
                    <a:pt x="33858" y="70118"/>
                    <a:pt x="32623" y="71319"/>
                    <a:pt x="31389" y="72519"/>
                  </a:cubicBezTo>
                  <a:cubicBezTo>
                    <a:pt x="31289" y="72653"/>
                    <a:pt x="31189" y="72786"/>
                    <a:pt x="31056" y="72920"/>
                  </a:cubicBezTo>
                  <a:cubicBezTo>
                    <a:pt x="31022" y="72953"/>
                    <a:pt x="30989" y="73020"/>
                    <a:pt x="30956" y="73053"/>
                  </a:cubicBezTo>
                  <a:cubicBezTo>
                    <a:pt x="30889" y="72519"/>
                    <a:pt x="30822" y="71986"/>
                    <a:pt x="30722" y="71452"/>
                  </a:cubicBezTo>
                  <a:cubicBezTo>
                    <a:pt x="29988" y="67116"/>
                    <a:pt x="28654" y="62712"/>
                    <a:pt x="26319" y="57142"/>
                  </a:cubicBezTo>
                  <a:cubicBezTo>
                    <a:pt x="24117" y="51838"/>
                    <a:pt x="21449" y="46634"/>
                    <a:pt x="18880" y="41564"/>
                  </a:cubicBezTo>
                  <a:cubicBezTo>
                    <a:pt x="18246" y="40330"/>
                    <a:pt x="17613" y="39096"/>
                    <a:pt x="16979" y="37828"/>
                  </a:cubicBezTo>
                  <a:cubicBezTo>
                    <a:pt x="16946" y="37795"/>
                    <a:pt x="16912" y="37761"/>
                    <a:pt x="16879" y="37695"/>
                  </a:cubicBezTo>
                  <a:lnTo>
                    <a:pt x="16845" y="37661"/>
                  </a:lnTo>
                  <a:lnTo>
                    <a:pt x="16812" y="37594"/>
                  </a:lnTo>
                  <a:lnTo>
                    <a:pt x="16479" y="37561"/>
                  </a:lnTo>
                  <a:lnTo>
                    <a:pt x="16445" y="37695"/>
                  </a:lnTo>
                  <a:cubicBezTo>
                    <a:pt x="16412" y="37895"/>
                    <a:pt x="16345" y="38128"/>
                    <a:pt x="16278" y="38362"/>
                  </a:cubicBezTo>
                  <a:cubicBezTo>
                    <a:pt x="16145" y="38829"/>
                    <a:pt x="16012" y="39329"/>
                    <a:pt x="15978" y="39829"/>
                  </a:cubicBezTo>
                  <a:cubicBezTo>
                    <a:pt x="15911" y="42565"/>
                    <a:pt x="15911" y="45300"/>
                    <a:pt x="15911" y="47368"/>
                  </a:cubicBezTo>
                  <a:cubicBezTo>
                    <a:pt x="15911" y="50304"/>
                    <a:pt x="15945" y="53306"/>
                    <a:pt x="15978" y="56208"/>
                  </a:cubicBezTo>
                  <a:cubicBezTo>
                    <a:pt x="16012" y="57809"/>
                    <a:pt x="16012" y="59410"/>
                    <a:pt x="16012" y="60978"/>
                  </a:cubicBezTo>
                  <a:cubicBezTo>
                    <a:pt x="16012" y="61145"/>
                    <a:pt x="16012" y="61311"/>
                    <a:pt x="15978" y="61445"/>
                  </a:cubicBezTo>
                  <a:cubicBezTo>
                    <a:pt x="15978" y="61478"/>
                    <a:pt x="15978" y="61512"/>
                    <a:pt x="15978" y="61545"/>
                  </a:cubicBezTo>
                  <a:cubicBezTo>
                    <a:pt x="15645" y="61578"/>
                    <a:pt x="15311" y="61612"/>
                    <a:pt x="14977" y="61645"/>
                  </a:cubicBezTo>
                  <a:cubicBezTo>
                    <a:pt x="14210" y="61678"/>
                    <a:pt x="13476" y="61745"/>
                    <a:pt x="12743" y="61845"/>
                  </a:cubicBezTo>
                  <a:cubicBezTo>
                    <a:pt x="6238" y="62612"/>
                    <a:pt x="1768" y="66749"/>
                    <a:pt x="467" y="73153"/>
                  </a:cubicBezTo>
                  <a:cubicBezTo>
                    <a:pt x="334" y="73787"/>
                    <a:pt x="234" y="74454"/>
                    <a:pt x="134" y="75088"/>
                  </a:cubicBezTo>
                  <a:cubicBezTo>
                    <a:pt x="100" y="75388"/>
                    <a:pt x="67" y="75688"/>
                    <a:pt x="0" y="75955"/>
                  </a:cubicBezTo>
                  <a:lnTo>
                    <a:pt x="0" y="75989"/>
                  </a:lnTo>
                  <a:lnTo>
                    <a:pt x="0" y="78691"/>
                  </a:lnTo>
                  <a:cubicBezTo>
                    <a:pt x="67" y="79024"/>
                    <a:pt x="100" y="79324"/>
                    <a:pt x="134" y="79658"/>
                  </a:cubicBezTo>
                  <a:cubicBezTo>
                    <a:pt x="200" y="80325"/>
                    <a:pt x="267" y="81026"/>
                    <a:pt x="367" y="81693"/>
                  </a:cubicBezTo>
                  <a:cubicBezTo>
                    <a:pt x="1201" y="87430"/>
                    <a:pt x="3369" y="91800"/>
                    <a:pt x="6972" y="95036"/>
                  </a:cubicBezTo>
                  <a:cubicBezTo>
                    <a:pt x="9807" y="97571"/>
                    <a:pt x="13009" y="98905"/>
                    <a:pt x="16545" y="98972"/>
                  </a:cubicBezTo>
                  <a:cubicBezTo>
                    <a:pt x="19180" y="99038"/>
                    <a:pt x="21582" y="98171"/>
                    <a:pt x="23684" y="96403"/>
                  </a:cubicBezTo>
                  <a:cubicBezTo>
                    <a:pt x="23750" y="96337"/>
                    <a:pt x="23817" y="96303"/>
                    <a:pt x="23917" y="96203"/>
                  </a:cubicBezTo>
                  <a:lnTo>
                    <a:pt x="23984" y="96170"/>
                  </a:lnTo>
                  <a:lnTo>
                    <a:pt x="24985" y="98104"/>
                  </a:lnTo>
                  <a:cubicBezTo>
                    <a:pt x="22183" y="99105"/>
                    <a:pt x="19180" y="99439"/>
                    <a:pt x="15578" y="99105"/>
                  </a:cubicBezTo>
                  <a:lnTo>
                    <a:pt x="15478" y="99105"/>
                  </a:lnTo>
                  <a:lnTo>
                    <a:pt x="15378" y="99539"/>
                  </a:lnTo>
                  <a:lnTo>
                    <a:pt x="15511" y="99572"/>
                  </a:lnTo>
                  <a:cubicBezTo>
                    <a:pt x="15945" y="99672"/>
                    <a:pt x="16378" y="99806"/>
                    <a:pt x="16812" y="99906"/>
                  </a:cubicBezTo>
                  <a:cubicBezTo>
                    <a:pt x="17813" y="100173"/>
                    <a:pt x="18814" y="100473"/>
                    <a:pt x="19814" y="100673"/>
                  </a:cubicBezTo>
                  <a:cubicBezTo>
                    <a:pt x="21849" y="101073"/>
                    <a:pt x="23951" y="101240"/>
                    <a:pt x="26319" y="101173"/>
                  </a:cubicBezTo>
                  <a:cubicBezTo>
                    <a:pt x="26619" y="101140"/>
                    <a:pt x="26753" y="101273"/>
                    <a:pt x="26919" y="101574"/>
                  </a:cubicBezTo>
                  <a:cubicBezTo>
                    <a:pt x="29555" y="106010"/>
                    <a:pt x="33124" y="109179"/>
                    <a:pt x="37527" y="111080"/>
                  </a:cubicBezTo>
                  <a:cubicBezTo>
                    <a:pt x="39295" y="111814"/>
                    <a:pt x="40996" y="112281"/>
                    <a:pt x="42731" y="112481"/>
                  </a:cubicBezTo>
                  <a:cubicBezTo>
                    <a:pt x="42797" y="112481"/>
                    <a:pt x="42897" y="112515"/>
                    <a:pt x="42964" y="112548"/>
                  </a:cubicBezTo>
                  <a:cubicBezTo>
                    <a:pt x="42997" y="112548"/>
                    <a:pt x="43031" y="112581"/>
                    <a:pt x="43098" y="112581"/>
                  </a:cubicBezTo>
                  <a:lnTo>
                    <a:pt x="43131" y="112581"/>
                  </a:lnTo>
                  <a:lnTo>
                    <a:pt x="45399" y="112581"/>
                  </a:lnTo>
                  <a:cubicBezTo>
                    <a:pt x="45666" y="112548"/>
                    <a:pt x="45933" y="112515"/>
                    <a:pt x="46200" y="112481"/>
                  </a:cubicBezTo>
                  <a:cubicBezTo>
                    <a:pt x="46800" y="112381"/>
                    <a:pt x="47401" y="112315"/>
                    <a:pt x="47968" y="112181"/>
                  </a:cubicBezTo>
                  <a:cubicBezTo>
                    <a:pt x="52804" y="111214"/>
                    <a:pt x="56741" y="108579"/>
                    <a:pt x="59943" y="104142"/>
                  </a:cubicBezTo>
                  <a:cubicBezTo>
                    <a:pt x="62011" y="101307"/>
                    <a:pt x="63245" y="98205"/>
                    <a:pt x="64213" y="95503"/>
                  </a:cubicBezTo>
                  <a:cubicBezTo>
                    <a:pt x="64946" y="93368"/>
                    <a:pt x="65680" y="91233"/>
                    <a:pt x="66414" y="89131"/>
                  </a:cubicBezTo>
                  <a:cubicBezTo>
                    <a:pt x="67115" y="87130"/>
                    <a:pt x="67782" y="85162"/>
                    <a:pt x="68482" y="83194"/>
                  </a:cubicBezTo>
                  <a:cubicBezTo>
                    <a:pt x="68682" y="82593"/>
                    <a:pt x="68916" y="82126"/>
                    <a:pt x="69149" y="81759"/>
                  </a:cubicBezTo>
                  <a:cubicBezTo>
                    <a:pt x="69350" y="81493"/>
                    <a:pt x="69550" y="81359"/>
                    <a:pt x="69750" y="81359"/>
                  </a:cubicBezTo>
                  <a:cubicBezTo>
                    <a:pt x="69983" y="81359"/>
                    <a:pt x="70184" y="81493"/>
                    <a:pt x="70384" y="81759"/>
                  </a:cubicBezTo>
                  <a:cubicBezTo>
                    <a:pt x="70517" y="81960"/>
                    <a:pt x="70617" y="82226"/>
                    <a:pt x="70751" y="82493"/>
                  </a:cubicBezTo>
                  <a:cubicBezTo>
                    <a:pt x="70784" y="82593"/>
                    <a:pt x="70784" y="82660"/>
                    <a:pt x="70817" y="82727"/>
                  </a:cubicBezTo>
                  <a:cubicBezTo>
                    <a:pt x="70917" y="82960"/>
                    <a:pt x="71017" y="83194"/>
                    <a:pt x="71118" y="83427"/>
                  </a:cubicBezTo>
                  <a:cubicBezTo>
                    <a:pt x="71284" y="83894"/>
                    <a:pt x="71451" y="84395"/>
                    <a:pt x="71718" y="84828"/>
                  </a:cubicBezTo>
                  <a:cubicBezTo>
                    <a:pt x="72218" y="85729"/>
                    <a:pt x="73086" y="86329"/>
                    <a:pt x="74053" y="86463"/>
                  </a:cubicBezTo>
                  <a:cubicBezTo>
                    <a:pt x="75020" y="86596"/>
                    <a:pt x="76054" y="86263"/>
                    <a:pt x="76822" y="85495"/>
                  </a:cubicBezTo>
                  <a:cubicBezTo>
                    <a:pt x="77789" y="84561"/>
                    <a:pt x="78189" y="83394"/>
                    <a:pt x="78456" y="82327"/>
                  </a:cubicBezTo>
                  <a:cubicBezTo>
                    <a:pt x="78523" y="82060"/>
                    <a:pt x="78590" y="81793"/>
                    <a:pt x="78623" y="81526"/>
                  </a:cubicBezTo>
                  <a:cubicBezTo>
                    <a:pt x="78690" y="81192"/>
                    <a:pt x="78756" y="80859"/>
                    <a:pt x="78856" y="80525"/>
                  </a:cubicBezTo>
                  <a:cubicBezTo>
                    <a:pt x="79524" y="78357"/>
                    <a:pt x="81158" y="77023"/>
                    <a:pt x="83793" y="76456"/>
                  </a:cubicBezTo>
                  <a:cubicBezTo>
                    <a:pt x="84027" y="76389"/>
                    <a:pt x="84260" y="76356"/>
                    <a:pt x="84527" y="76322"/>
                  </a:cubicBezTo>
                  <a:lnTo>
                    <a:pt x="84994" y="76222"/>
                  </a:lnTo>
                  <a:lnTo>
                    <a:pt x="84160" y="70151"/>
                  </a:lnTo>
                  <a:lnTo>
                    <a:pt x="84027" y="70184"/>
                  </a:lnTo>
                  <a:cubicBezTo>
                    <a:pt x="83760" y="70251"/>
                    <a:pt x="83460" y="70351"/>
                    <a:pt x="83159" y="70418"/>
                  </a:cubicBezTo>
                  <a:cubicBezTo>
                    <a:pt x="82492" y="70618"/>
                    <a:pt x="81825" y="70785"/>
                    <a:pt x="81158" y="70885"/>
                  </a:cubicBezTo>
                  <a:cubicBezTo>
                    <a:pt x="80157" y="70985"/>
                    <a:pt x="79090" y="70952"/>
                    <a:pt x="78022" y="70818"/>
                  </a:cubicBezTo>
                  <a:cubicBezTo>
                    <a:pt x="77489" y="70752"/>
                    <a:pt x="77155" y="70585"/>
                    <a:pt x="77022" y="70318"/>
                  </a:cubicBezTo>
                  <a:cubicBezTo>
                    <a:pt x="76888" y="70051"/>
                    <a:pt x="76922" y="69651"/>
                    <a:pt x="77189" y="69117"/>
                  </a:cubicBezTo>
                  <a:cubicBezTo>
                    <a:pt x="78256" y="67116"/>
                    <a:pt x="79657" y="66048"/>
                    <a:pt x="81492" y="65815"/>
                  </a:cubicBezTo>
                  <a:cubicBezTo>
                    <a:pt x="84360" y="65448"/>
                    <a:pt x="86695" y="66482"/>
                    <a:pt x="88497" y="68817"/>
                  </a:cubicBezTo>
                  <a:cubicBezTo>
                    <a:pt x="91132" y="72253"/>
                    <a:pt x="91832" y="76155"/>
                    <a:pt x="90665" y="80459"/>
                  </a:cubicBezTo>
                  <a:cubicBezTo>
                    <a:pt x="89697" y="83928"/>
                    <a:pt x="88296" y="86730"/>
                    <a:pt x="86428" y="88998"/>
                  </a:cubicBezTo>
                  <a:cubicBezTo>
                    <a:pt x="83460" y="92534"/>
                    <a:pt x="80157" y="94535"/>
                    <a:pt x="76321" y="95102"/>
                  </a:cubicBezTo>
                  <a:cubicBezTo>
                    <a:pt x="72819" y="95636"/>
                    <a:pt x="69583" y="94502"/>
                    <a:pt x="66714" y="91800"/>
                  </a:cubicBezTo>
                  <a:cubicBezTo>
                    <a:pt x="66614" y="91700"/>
                    <a:pt x="66548" y="91600"/>
                    <a:pt x="66481" y="91500"/>
                  </a:cubicBezTo>
                  <a:cubicBezTo>
                    <a:pt x="66448" y="91433"/>
                    <a:pt x="66414" y="91366"/>
                    <a:pt x="66347" y="91333"/>
                  </a:cubicBezTo>
                  <a:lnTo>
                    <a:pt x="66314" y="91233"/>
                  </a:lnTo>
                  <a:lnTo>
                    <a:pt x="65981" y="91333"/>
                  </a:lnTo>
                  <a:lnTo>
                    <a:pt x="65680" y="92267"/>
                  </a:lnTo>
                  <a:cubicBezTo>
                    <a:pt x="65380" y="93168"/>
                    <a:pt x="65080" y="94102"/>
                    <a:pt x="64780" y="95036"/>
                  </a:cubicBezTo>
                  <a:cubicBezTo>
                    <a:pt x="64713" y="95202"/>
                    <a:pt x="64780" y="95469"/>
                    <a:pt x="64880" y="95669"/>
                  </a:cubicBezTo>
                  <a:cubicBezTo>
                    <a:pt x="67015" y="98872"/>
                    <a:pt x="69350" y="100706"/>
                    <a:pt x="72218" y="101407"/>
                  </a:cubicBezTo>
                  <a:cubicBezTo>
                    <a:pt x="74587" y="102007"/>
                    <a:pt x="76988" y="101774"/>
                    <a:pt x="79790" y="100606"/>
                  </a:cubicBezTo>
                  <a:cubicBezTo>
                    <a:pt x="83393" y="99139"/>
                    <a:pt x="86462" y="96503"/>
                    <a:pt x="89097" y="92500"/>
                  </a:cubicBezTo>
                  <a:cubicBezTo>
                    <a:pt x="91332" y="89165"/>
                    <a:pt x="92666" y="85395"/>
                    <a:pt x="93067" y="81326"/>
                  </a:cubicBezTo>
                  <a:cubicBezTo>
                    <a:pt x="93133" y="80592"/>
                    <a:pt x="93200" y="79858"/>
                    <a:pt x="93300" y="79158"/>
                  </a:cubicBezTo>
                  <a:cubicBezTo>
                    <a:pt x="93333" y="78824"/>
                    <a:pt x="93367" y="78490"/>
                    <a:pt x="93400" y="78157"/>
                  </a:cubicBezTo>
                  <a:close/>
                  <a:moveTo>
                    <a:pt x="15645" y="66315"/>
                  </a:moveTo>
                  <a:cubicBezTo>
                    <a:pt x="15678" y="66782"/>
                    <a:pt x="15678" y="67216"/>
                    <a:pt x="15678" y="67683"/>
                  </a:cubicBezTo>
                  <a:cubicBezTo>
                    <a:pt x="15678" y="67883"/>
                    <a:pt x="15678" y="68050"/>
                    <a:pt x="15678" y="68250"/>
                  </a:cubicBezTo>
                  <a:lnTo>
                    <a:pt x="15678" y="68617"/>
                  </a:lnTo>
                  <a:lnTo>
                    <a:pt x="15878" y="68350"/>
                  </a:lnTo>
                  <a:cubicBezTo>
                    <a:pt x="16312" y="67816"/>
                    <a:pt x="16312" y="67249"/>
                    <a:pt x="16312" y="66682"/>
                  </a:cubicBezTo>
                  <a:cubicBezTo>
                    <a:pt x="16278" y="66515"/>
                    <a:pt x="16278" y="66348"/>
                    <a:pt x="16312" y="66182"/>
                  </a:cubicBezTo>
                  <a:lnTo>
                    <a:pt x="16312" y="66182"/>
                  </a:lnTo>
                  <a:cubicBezTo>
                    <a:pt x="16378" y="66182"/>
                    <a:pt x="16479" y="66215"/>
                    <a:pt x="16512" y="66215"/>
                  </a:cubicBezTo>
                  <a:cubicBezTo>
                    <a:pt x="16845" y="66382"/>
                    <a:pt x="17179" y="66549"/>
                    <a:pt x="17513" y="66682"/>
                  </a:cubicBezTo>
                  <a:cubicBezTo>
                    <a:pt x="18280" y="67049"/>
                    <a:pt x="19047" y="67382"/>
                    <a:pt x="19748" y="67849"/>
                  </a:cubicBezTo>
                  <a:cubicBezTo>
                    <a:pt x="22916" y="69818"/>
                    <a:pt x="24351" y="72586"/>
                    <a:pt x="24151" y="76255"/>
                  </a:cubicBezTo>
                  <a:cubicBezTo>
                    <a:pt x="23917" y="80825"/>
                    <a:pt x="20248" y="84595"/>
                    <a:pt x="15845" y="84862"/>
                  </a:cubicBezTo>
                  <a:cubicBezTo>
                    <a:pt x="11508" y="85095"/>
                    <a:pt x="8139" y="82794"/>
                    <a:pt x="7072" y="78824"/>
                  </a:cubicBezTo>
                  <a:cubicBezTo>
                    <a:pt x="7005" y="78557"/>
                    <a:pt x="6938" y="78324"/>
                    <a:pt x="6905" y="78057"/>
                  </a:cubicBezTo>
                  <a:cubicBezTo>
                    <a:pt x="6838" y="77456"/>
                    <a:pt x="6938" y="76689"/>
                    <a:pt x="7872" y="76456"/>
                  </a:cubicBezTo>
                  <a:cubicBezTo>
                    <a:pt x="9407" y="76055"/>
                    <a:pt x="10741" y="75822"/>
                    <a:pt x="12009" y="75688"/>
                  </a:cubicBezTo>
                  <a:cubicBezTo>
                    <a:pt x="12909" y="75588"/>
                    <a:pt x="13810" y="75588"/>
                    <a:pt x="14711" y="75622"/>
                  </a:cubicBezTo>
                  <a:cubicBezTo>
                    <a:pt x="14977" y="75655"/>
                    <a:pt x="15211" y="75655"/>
                    <a:pt x="15478" y="75655"/>
                  </a:cubicBezTo>
                  <a:cubicBezTo>
                    <a:pt x="15611" y="75655"/>
                    <a:pt x="15745" y="75722"/>
                    <a:pt x="15911" y="75788"/>
                  </a:cubicBezTo>
                  <a:lnTo>
                    <a:pt x="16012" y="75855"/>
                  </a:lnTo>
                  <a:cubicBezTo>
                    <a:pt x="16012" y="75889"/>
                    <a:pt x="16012" y="75922"/>
                    <a:pt x="15978" y="75989"/>
                  </a:cubicBezTo>
                  <a:cubicBezTo>
                    <a:pt x="15945" y="76155"/>
                    <a:pt x="15878" y="76322"/>
                    <a:pt x="15778" y="76389"/>
                  </a:cubicBezTo>
                  <a:cubicBezTo>
                    <a:pt x="14844" y="77089"/>
                    <a:pt x="13710" y="77923"/>
                    <a:pt x="12576" y="78691"/>
                  </a:cubicBezTo>
                  <a:cubicBezTo>
                    <a:pt x="12042" y="79024"/>
                    <a:pt x="11475" y="79324"/>
                    <a:pt x="10908" y="79625"/>
                  </a:cubicBezTo>
                  <a:cubicBezTo>
                    <a:pt x="10641" y="79758"/>
                    <a:pt x="10408" y="79858"/>
                    <a:pt x="10141" y="80025"/>
                  </a:cubicBezTo>
                  <a:lnTo>
                    <a:pt x="10041" y="80058"/>
                  </a:lnTo>
                  <a:lnTo>
                    <a:pt x="10141" y="80425"/>
                  </a:lnTo>
                  <a:lnTo>
                    <a:pt x="10274" y="80392"/>
                  </a:lnTo>
                  <a:cubicBezTo>
                    <a:pt x="10574" y="80358"/>
                    <a:pt x="10875" y="80325"/>
                    <a:pt x="11175" y="80258"/>
                  </a:cubicBezTo>
                  <a:cubicBezTo>
                    <a:pt x="11809" y="80158"/>
                    <a:pt x="12476" y="80058"/>
                    <a:pt x="13143" y="79958"/>
                  </a:cubicBezTo>
                  <a:cubicBezTo>
                    <a:pt x="15444" y="79691"/>
                    <a:pt x="17012" y="78357"/>
                    <a:pt x="17880" y="75855"/>
                  </a:cubicBezTo>
                  <a:cubicBezTo>
                    <a:pt x="18146" y="75055"/>
                    <a:pt x="18380" y="74221"/>
                    <a:pt x="18580" y="73420"/>
                  </a:cubicBezTo>
                  <a:cubicBezTo>
                    <a:pt x="18647" y="73153"/>
                    <a:pt x="18747" y="72886"/>
                    <a:pt x="18814" y="72620"/>
                  </a:cubicBezTo>
                  <a:cubicBezTo>
                    <a:pt x="18880" y="72353"/>
                    <a:pt x="18880" y="72119"/>
                    <a:pt x="18747" y="71952"/>
                  </a:cubicBezTo>
                  <a:cubicBezTo>
                    <a:pt x="18680" y="71786"/>
                    <a:pt x="18513" y="71719"/>
                    <a:pt x="18280" y="71686"/>
                  </a:cubicBezTo>
                  <a:cubicBezTo>
                    <a:pt x="16045" y="71352"/>
                    <a:pt x="13443" y="71052"/>
                    <a:pt x="10875" y="71819"/>
                  </a:cubicBezTo>
                  <a:cubicBezTo>
                    <a:pt x="8206" y="72620"/>
                    <a:pt x="6705" y="74354"/>
                    <a:pt x="6338" y="76989"/>
                  </a:cubicBezTo>
                  <a:cubicBezTo>
                    <a:pt x="6205" y="78023"/>
                    <a:pt x="6405" y="79091"/>
                    <a:pt x="6905" y="80292"/>
                  </a:cubicBezTo>
                  <a:cubicBezTo>
                    <a:pt x="8339" y="83794"/>
                    <a:pt x="12309" y="86363"/>
                    <a:pt x="16112" y="86296"/>
                  </a:cubicBezTo>
                  <a:cubicBezTo>
                    <a:pt x="17312" y="86263"/>
                    <a:pt x="18447" y="85929"/>
                    <a:pt x="19647" y="85295"/>
                  </a:cubicBezTo>
                  <a:lnTo>
                    <a:pt x="20048" y="85095"/>
                  </a:lnTo>
                  <a:cubicBezTo>
                    <a:pt x="20114" y="85262"/>
                    <a:pt x="20148" y="85429"/>
                    <a:pt x="20181" y="85629"/>
                  </a:cubicBezTo>
                  <a:cubicBezTo>
                    <a:pt x="20315" y="86096"/>
                    <a:pt x="20448" y="86563"/>
                    <a:pt x="20581" y="87030"/>
                  </a:cubicBezTo>
                  <a:cubicBezTo>
                    <a:pt x="21015" y="88364"/>
                    <a:pt x="21415" y="89565"/>
                    <a:pt x="21916" y="90766"/>
                  </a:cubicBezTo>
                  <a:cubicBezTo>
                    <a:pt x="22083" y="91200"/>
                    <a:pt x="21982" y="91333"/>
                    <a:pt x="21616" y="91533"/>
                  </a:cubicBezTo>
                  <a:cubicBezTo>
                    <a:pt x="20014" y="92400"/>
                    <a:pt x="18313" y="92867"/>
                    <a:pt x="16512" y="92934"/>
                  </a:cubicBezTo>
                  <a:cubicBezTo>
                    <a:pt x="13376" y="93034"/>
                    <a:pt x="10708" y="92400"/>
                    <a:pt x="8339" y="91033"/>
                  </a:cubicBezTo>
                  <a:cubicBezTo>
                    <a:pt x="5204" y="89231"/>
                    <a:pt x="3202" y="86396"/>
                    <a:pt x="2268" y="82393"/>
                  </a:cubicBezTo>
                  <a:cubicBezTo>
                    <a:pt x="1668" y="79925"/>
                    <a:pt x="1735" y="77523"/>
                    <a:pt x="2368" y="75255"/>
                  </a:cubicBezTo>
                  <a:cubicBezTo>
                    <a:pt x="3836" y="70218"/>
                    <a:pt x="7205" y="67116"/>
                    <a:pt x="12409" y="66048"/>
                  </a:cubicBezTo>
                  <a:cubicBezTo>
                    <a:pt x="12809" y="65948"/>
                    <a:pt x="13243" y="65948"/>
                    <a:pt x="13677" y="65948"/>
                  </a:cubicBezTo>
                  <a:cubicBezTo>
                    <a:pt x="13977" y="65948"/>
                    <a:pt x="14310" y="65948"/>
                    <a:pt x="14644" y="65948"/>
                  </a:cubicBezTo>
                  <a:cubicBezTo>
                    <a:pt x="14877" y="65981"/>
                    <a:pt x="15144" y="65981"/>
                    <a:pt x="15378" y="65981"/>
                  </a:cubicBezTo>
                  <a:cubicBezTo>
                    <a:pt x="15478" y="66015"/>
                    <a:pt x="15645" y="66215"/>
                    <a:pt x="15645" y="66315"/>
                  </a:cubicBezTo>
                  <a:close/>
                  <a:moveTo>
                    <a:pt x="21816" y="83861"/>
                  </a:moveTo>
                  <a:cubicBezTo>
                    <a:pt x="24284" y="81860"/>
                    <a:pt x="25652" y="79091"/>
                    <a:pt x="25819" y="75588"/>
                  </a:cubicBezTo>
                  <a:cubicBezTo>
                    <a:pt x="25952" y="72986"/>
                    <a:pt x="25552" y="70551"/>
                    <a:pt x="24584" y="68383"/>
                  </a:cubicBezTo>
                  <a:cubicBezTo>
                    <a:pt x="23217" y="65281"/>
                    <a:pt x="20882" y="63113"/>
                    <a:pt x="17679" y="61945"/>
                  </a:cubicBezTo>
                  <a:cubicBezTo>
                    <a:pt x="17279" y="61812"/>
                    <a:pt x="17179" y="61678"/>
                    <a:pt x="17212" y="61245"/>
                  </a:cubicBezTo>
                  <a:cubicBezTo>
                    <a:pt x="17279" y="57842"/>
                    <a:pt x="17346" y="54373"/>
                    <a:pt x="17413" y="51004"/>
                  </a:cubicBezTo>
                  <a:lnTo>
                    <a:pt x="17479" y="47235"/>
                  </a:lnTo>
                  <a:cubicBezTo>
                    <a:pt x="17479" y="47101"/>
                    <a:pt x="17479" y="47001"/>
                    <a:pt x="17513" y="46868"/>
                  </a:cubicBezTo>
                  <a:cubicBezTo>
                    <a:pt x="21916" y="54006"/>
                    <a:pt x="24818" y="59710"/>
                    <a:pt x="26886" y="65381"/>
                  </a:cubicBezTo>
                  <a:cubicBezTo>
                    <a:pt x="28287" y="69184"/>
                    <a:pt x="29021" y="72153"/>
                    <a:pt x="29254" y="75055"/>
                  </a:cubicBezTo>
                  <a:cubicBezTo>
                    <a:pt x="29855" y="81759"/>
                    <a:pt x="27853" y="86830"/>
                    <a:pt x="23183" y="90566"/>
                  </a:cubicBezTo>
                  <a:cubicBezTo>
                    <a:pt x="23083" y="90632"/>
                    <a:pt x="23017" y="90699"/>
                    <a:pt x="22850" y="90799"/>
                  </a:cubicBezTo>
                  <a:cubicBezTo>
                    <a:pt x="22816" y="90833"/>
                    <a:pt x="22750" y="90866"/>
                    <a:pt x="22683" y="90899"/>
                  </a:cubicBezTo>
                  <a:cubicBezTo>
                    <a:pt x="22550" y="90466"/>
                    <a:pt x="22383" y="89999"/>
                    <a:pt x="22249" y="89565"/>
                  </a:cubicBezTo>
                  <a:cubicBezTo>
                    <a:pt x="21882" y="88398"/>
                    <a:pt x="21515" y="87297"/>
                    <a:pt x="21115" y="86196"/>
                  </a:cubicBezTo>
                  <a:cubicBezTo>
                    <a:pt x="20715" y="85162"/>
                    <a:pt x="20882" y="84595"/>
                    <a:pt x="21816" y="8386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19"/>
            <p:cNvSpPr/>
            <p:nvPr/>
          </p:nvSpPr>
          <p:spPr>
            <a:xfrm>
              <a:off x="4919338" y="3137050"/>
              <a:ext cx="356100" cy="1371000"/>
            </a:xfrm>
            <a:custGeom>
              <a:rect b="b" l="l" r="r" t="t"/>
              <a:pathLst>
                <a:path extrusionOk="0" h="54840" w="14244">
                  <a:moveTo>
                    <a:pt x="6438" y="11942"/>
                  </a:moveTo>
                  <a:cubicBezTo>
                    <a:pt x="4603" y="13777"/>
                    <a:pt x="3169" y="15645"/>
                    <a:pt x="2102" y="17680"/>
                  </a:cubicBezTo>
                  <a:cubicBezTo>
                    <a:pt x="267" y="21216"/>
                    <a:pt x="200" y="25052"/>
                    <a:pt x="1935" y="29388"/>
                  </a:cubicBezTo>
                  <a:lnTo>
                    <a:pt x="2001" y="29522"/>
                  </a:lnTo>
                  <a:lnTo>
                    <a:pt x="2102" y="29455"/>
                  </a:lnTo>
                  <a:cubicBezTo>
                    <a:pt x="5437" y="27987"/>
                    <a:pt x="7872" y="25519"/>
                    <a:pt x="10441" y="22884"/>
                  </a:cubicBezTo>
                  <a:cubicBezTo>
                    <a:pt x="10941" y="22350"/>
                    <a:pt x="11475" y="21816"/>
                    <a:pt x="12009" y="21282"/>
                  </a:cubicBezTo>
                  <a:cubicBezTo>
                    <a:pt x="12042" y="21349"/>
                    <a:pt x="12042" y="21449"/>
                    <a:pt x="12042" y="21516"/>
                  </a:cubicBezTo>
                  <a:cubicBezTo>
                    <a:pt x="12075" y="21783"/>
                    <a:pt x="12075" y="22050"/>
                    <a:pt x="12075" y="22283"/>
                  </a:cubicBezTo>
                  <a:cubicBezTo>
                    <a:pt x="11909" y="23984"/>
                    <a:pt x="10941" y="25285"/>
                    <a:pt x="10141" y="26219"/>
                  </a:cubicBezTo>
                  <a:cubicBezTo>
                    <a:pt x="9607" y="26820"/>
                    <a:pt x="9073" y="27420"/>
                    <a:pt x="8573" y="27987"/>
                  </a:cubicBezTo>
                  <a:cubicBezTo>
                    <a:pt x="8006" y="28621"/>
                    <a:pt x="7405" y="29255"/>
                    <a:pt x="6838" y="29922"/>
                  </a:cubicBezTo>
                  <a:cubicBezTo>
                    <a:pt x="4070" y="33124"/>
                    <a:pt x="2335" y="36093"/>
                    <a:pt x="1368" y="39229"/>
                  </a:cubicBezTo>
                  <a:cubicBezTo>
                    <a:pt x="200" y="43098"/>
                    <a:pt x="0" y="47334"/>
                    <a:pt x="767" y="52138"/>
                  </a:cubicBezTo>
                  <a:cubicBezTo>
                    <a:pt x="867" y="52738"/>
                    <a:pt x="1001" y="53339"/>
                    <a:pt x="1168" y="53906"/>
                  </a:cubicBezTo>
                  <a:cubicBezTo>
                    <a:pt x="1234" y="54206"/>
                    <a:pt x="1301" y="54473"/>
                    <a:pt x="1368" y="54740"/>
                  </a:cubicBezTo>
                  <a:lnTo>
                    <a:pt x="1368" y="54840"/>
                  </a:lnTo>
                  <a:lnTo>
                    <a:pt x="1735" y="54806"/>
                  </a:lnTo>
                  <a:lnTo>
                    <a:pt x="1735" y="54740"/>
                  </a:lnTo>
                  <a:cubicBezTo>
                    <a:pt x="1801" y="54606"/>
                    <a:pt x="1868" y="54473"/>
                    <a:pt x="1901" y="54339"/>
                  </a:cubicBezTo>
                  <a:cubicBezTo>
                    <a:pt x="2001" y="54039"/>
                    <a:pt x="2135" y="53739"/>
                    <a:pt x="2268" y="53505"/>
                  </a:cubicBezTo>
                  <a:cubicBezTo>
                    <a:pt x="3069" y="52071"/>
                    <a:pt x="3236" y="50870"/>
                    <a:pt x="2802" y="49636"/>
                  </a:cubicBezTo>
                  <a:cubicBezTo>
                    <a:pt x="2802" y="49569"/>
                    <a:pt x="2802" y="49503"/>
                    <a:pt x="2769" y="49436"/>
                  </a:cubicBezTo>
                  <a:lnTo>
                    <a:pt x="2769" y="49369"/>
                  </a:lnTo>
                  <a:cubicBezTo>
                    <a:pt x="2235" y="45300"/>
                    <a:pt x="2902" y="41864"/>
                    <a:pt x="4803" y="38828"/>
                  </a:cubicBezTo>
                  <a:cubicBezTo>
                    <a:pt x="6071" y="36827"/>
                    <a:pt x="7639" y="34992"/>
                    <a:pt x="9140" y="33224"/>
                  </a:cubicBezTo>
                  <a:lnTo>
                    <a:pt x="9407" y="32924"/>
                  </a:lnTo>
                  <a:cubicBezTo>
                    <a:pt x="10641" y="31490"/>
                    <a:pt x="12009" y="29722"/>
                    <a:pt x="12809" y="27654"/>
                  </a:cubicBezTo>
                  <a:cubicBezTo>
                    <a:pt x="14010" y="24551"/>
                    <a:pt x="14244" y="21149"/>
                    <a:pt x="13543" y="17246"/>
                  </a:cubicBezTo>
                  <a:cubicBezTo>
                    <a:pt x="13410" y="16579"/>
                    <a:pt x="13176" y="15945"/>
                    <a:pt x="13009" y="15445"/>
                  </a:cubicBezTo>
                  <a:cubicBezTo>
                    <a:pt x="12909" y="15145"/>
                    <a:pt x="12742" y="15078"/>
                    <a:pt x="12609" y="15045"/>
                  </a:cubicBezTo>
                  <a:cubicBezTo>
                    <a:pt x="12476" y="15011"/>
                    <a:pt x="12309" y="15045"/>
                    <a:pt x="12075" y="15311"/>
                  </a:cubicBezTo>
                  <a:cubicBezTo>
                    <a:pt x="12009" y="15412"/>
                    <a:pt x="11942" y="15478"/>
                    <a:pt x="11875" y="15545"/>
                  </a:cubicBezTo>
                  <a:cubicBezTo>
                    <a:pt x="11842" y="15612"/>
                    <a:pt x="11808" y="15645"/>
                    <a:pt x="11742" y="15712"/>
                  </a:cubicBezTo>
                  <a:cubicBezTo>
                    <a:pt x="9273" y="18580"/>
                    <a:pt x="6505" y="21016"/>
                    <a:pt x="3469" y="22917"/>
                  </a:cubicBezTo>
                  <a:cubicBezTo>
                    <a:pt x="3436" y="22917"/>
                    <a:pt x="3402" y="22950"/>
                    <a:pt x="3369" y="22984"/>
                  </a:cubicBezTo>
                  <a:cubicBezTo>
                    <a:pt x="3236" y="23084"/>
                    <a:pt x="3102" y="23150"/>
                    <a:pt x="2969" y="23184"/>
                  </a:cubicBezTo>
                  <a:cubicBezTo>
                    <a:pt x="2869" y="23217"/>
                    <a:pt x="2702" y="23217"/>
                    <a:pt x="2635" y="23184"/>
                  </a:cubicBezTo>
                  <a:cubicBezTo>
                    <a:pt x="2602" y="23150"/>
                    <a:pt x="2602" y="22984"/>
                    <a:pt x="2635" y="22917"/>
                  </a:cubicBezTo>
                  <a:cubicBezTo>
                    <a:pt x="2835" y="22483"/>
                    <a:pt x="3002" y="22150"/>
                    <a:pt x="3169" y="21816"/>
                  </a:cubicBezTo>
                  <a:cubicBezTo>
                    <a:pt x="4336" y="19881"/>
                    <a:pt x="5838" y="18214"/>
                    <a:pt x="7305" y="16712"/>
                  </a:cubicBezTo>
                  <a:cubicBezTo>
                    <a:pt x="10007" y="13910"/>
                    <a:pt x="11341" y="10875"/>
                    <a:pt x="11408" y="7372"/>
                  </a:cubicBezTo>
                  <a:cubicBezTo>
                    <a:pt x="11442" y="5671"/>
                    <a:pt x="11375" y="3670"/>
                    <a:pt x="10641" y="1768"/>
                  </a:cubicBezTo>
                  <a:cubicBezTo>
                    <a:pt x="10508" y="1368"/>
                    <a:pt x="10274" y="1001"/>
                    <a:pt x="10074" y="634"/>
                  </a:cubicBezTo>
                  <a:cubicBezTo>
                    <a:pt x="9974" y="467"/>
                    <a:pt x="9907" y="334"/>
                    <a:pt x="9807" y="167"/>
                  </a:cubicBezTo>
                  <a:lnTo>
                    <a:pt x="9707" y="0"/>
                  </a:lnTo>
                  <a:lnTo>
                    <a:pt x="9607" y="134"/>
                  </a:lnTo>
                  <a:cubicBezTo>
                    <a:pt x="9407" y="367"/>
                    <a:pt x="9340" y="501"/>
                    <a:pt x="9307" y="668"/>
                  </a:cubicBezTo>
                  <a:cubicBezTo>
                    <a:pt x="8906" y="2369"/>
                    <a:pt x="8173" y="3670"/>
                    <a:pt x="6972" y="4570"/>
                  </a:cubicBezTo>
                  <a:cubicBezTo>
                    <a:pt x="6571" y="4871"/>
                    <a:pt x="6138" y="5137"/>
                    <a:pt x="5704" y="5371"/>
                  </a:cubicBezTo>
                  <a:cubicBezTo>
                    <a:pt x="5404" y="5538"/>
                    <a:pt x="5137" y="5705"/>
                    <a:pt x="4870" y="5871"/>
                  </a:cubicBezTo>
                  <a:cubicBezTo>
                    <a:pt x="4670" y="6005"/>
                    <a:pt x="4470" y="6272"/>
                    <a:pt x="4503" y="6472"/>
                  </a:cubicBezTo>
                  <a:lnTo>
                    <a:pt x="4537" y="6705"/>
                  </a:lnTo>
                  <a:cubicBezTo>
                    <a:pt x="4670" y="7573"/>
                    <a:pt x="4837" y="8440"/>
                    <a:pt x="5070" y="9307"/>
                  </a:cubicBezTo>
                  <a:cubicBezTo>
                    <a:pt x="5404" y="10475"/>
                    <a:pt x="6104" y="11142"/>
                    <a:pt x="7138" y="11275"/>
                  </a:cubicBezTo>
                  <a:lnTo>
                    <a:pt x="7172" y="11342"/>
                  </a:lnTo>
                  <a:cubicBezTo>
                    <a:pt x="7138" y="11375"/>
                    <a:pt x="7072" y="11409"/>
                    <a:pt x="7005" y="11475"/>
                  </a:cubicBezTo>
                  <a:cubicBezTo>
                    <a:pt x="6838" y="11609"/>
                    <a:pt x="6638" y="11776"/>
                    <a:pt x="6438" y="11942"/>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19"/>
            <p:cNvSpPr/>
            <p:nvPr/>
          </p:nvSpPr>
          <p:spPr>
            <a:xfrm>
              <a:off x="3906938" y="2633350"/>
              <a:ext cx="499550" cy="617975"/>
            </a:xfrm>
            <a:custGeom>
              <a:rect b="b" l="l" r="r" t="t"/>
              <a:pathLst>
                <a:path extrusionOk="0" h="24719" w="19982">
                  <a:moveTo>
                    <a:pt x="334" y="24685"/>
                  </a:moveTo>
                  <a:cubicBezTo>
                    <a:pt x="401" y="24652"/>
                    <a:pt x="467" y="24618"/>
                    <a:pt x="501" y="24585"/>
                  </a:cubicBezTo>
                  <a:cubicBezTo>
                    <a:pt x="634" y="24518"/>
                    <a:pt x="768" y="24452"/>
                    <a:pt x="901" y="24351"/>
                  </a:cubicBezTo>
                  <a:cubicBezTo>
                    <a:pt x="1068" y="24218"/>
                    <a:pt x="1235" y="24085"/>
                    <a:pt x="1401" y="23951"/>
                  </a:cubicBezTo>
                  <a:cubicBezTo>
                    <a:pt x="1502" y="23851"/>
                    <a:pt x="1635" y="23751"/>
                    <a:pt x="1768" y="23651"/>
                  </a:cubicBezTo>
                  <a:cubicBezTo>
                    <a:pt x="5438" y="20615"/>
                    <a:pt x="8273" y="17980"/>
                    <a:pt x="10641" y="15378"/>
                  </a:cubicBezTo>
                  <a:cubicBezTo>
                    <a:pt x="12643" y="13143"/>
                    <a:pt x="15145" y="10108"/>
                    <a:pt x="16746" y="6472"/>
                  </a:cubicBezTo>
                  <a:lnTo>
                    <a:pt x="17079" y="5705"/>
                  </a:lnTo>
                  <a:lnTo>
                    <a:pt x="17646" y="5872"/>
                  </a:lnTo>
                  <a:cubicBezTo>
                    <a:pt x="18147" y="5972"/>
                    <a:pt x="18614" y="6105"/>
                    <a:pt x="19081" y="6239"/>
                  </a:cubicBezTo>
                  <a:cubicBezTo>
                    <a:pt x="19314" y="6305"/>
                    <a:pt x="19614" y="6372"/>
                    <a:pt x="19815" y="6205"/>
                  </a:cubicBezTo>
                  <a:cubicBezTo>
                    <a:pt x="19948" y="6072"/>
                    <a:pt x="19981" y="5838"/>
                    <a:pt x="19915" y="5471"/>
                  </a:cubicBezTo>
                  <a:lnTo>
                    <a:pt x="19881" y="5271"/>
                  </a:lnTo>
                  <a:cubicBezTo>
                    <a:pt x="19848" y="4971"/>
                    <a:pt x="19781" y="4704"/>
                    <a:pt x="19748" y="4404"/>
                  </a:cubicBezTo>
                  <a:cubicBezTo>
                    <a:pt x="19314" y="2302"/>
                    <a:pt x="17980" y="901"/>
                    <a:pt x="15645" y="134"/>
                  </a:cubicBezTo>
                  <a:cubicBezTo>
                    <a:pt x="15512" y="67"/>
                    <a:pt x="15345" y="67"/>
                    <a:pt x="15178" y="67"/>
                  </a:cubicBezTo>
                  <a:cubicBezTo>
                    <a:pt x="15045" y="34"/>
                    <a:pt x="14944" y="34"/>
                    <a:pt x="14811" y="34"/>
                  </a:cubicBezTo>
                  <a:lnTo>
                    <a:pt x="14644" y="1"/>
                  </a:lnTo>
                  <a:lnTo>
                    <a:pt x="14678" y="168"/>
                  </a:lnTo>
                  <a:cubicBezTo>
                    <a:pt x="14711" y="334"/>
                    <a:pt x="14711" y="468"/>
                    <a:pt x="14744" y="601"/>
                  </a:cubicBezTo>
                  <a:cubicBezTo>
                    <a:pt x="14811" y="868"/>
                    <a:pt x="14844" y="1135"/>
                    <a:pt x="14878" y="1402"/>
                  </a:cubicBezTo>
                  <a:cubicBezTo>
                    <a:pt x="14911" y="1635"/>
                    <a:pt x="14878" y="1802"/>
                    <a:pt x="14811" y="1902"/>
                  </a:cubicBezTo>
                  <a:cubicBezTo>
                    <a:pt x="14411" y="2503"/>
                    <a:pt x="14311" y="3270"/>
                    <a:pt x="14544" y="3970"/>
                  </a:cubicBezTo>
                  <a:cubicBezTo>
                    <a:pt x="14744" y="4671"/>
                    <a:pt x="15211" y="5238"/>
                    <a:pt x="15845" y="5505"/>
                  </a:cubicBezTo>
                  <a:cubicBezTo>
                    <a:pt x="15912" y="5538"/>
                    <a:pt x="15979" y="5571"/>
                    <a:pt x="16079" y="5605"/>
                  </a:cubicBezTo>
                  <a:lnTo>
                    <a:pt x="16079" y="5605"/>
                  </a:lnTo>
                  <a:lnTo>
                    <a:pt x="16079" y="5638"/>
                  </a:lnTo>
                  <a:lnTo>
                    <a:pt x="16079" y="5671"/>
                  </a:lnTo>
                  <a:cubicBezTo>
                    <a:pt x="15979" y="5838"/>
                    <a:pt x="15878" y="6005"/>
                    <a:pt x="15778" y="6172"/>
                  </a:cubicBezTo>
                  <a:cubicBezTo>
                    <a:pt x="13510" y="9908"/>
                    <a:pt x="10675" y="13577"/>
                    <a:pt x="7072" y="17346"/>
                  </a:cubicBezTo>
                  <a:cubicBezTo>
                    <a:pt x="5738" y="18747"/>
                    <a:pt x="4304" y="20148"/>
                    <a:pt x="2936" y="21483"/>
                  </a:cubicBezTo>
                  <a:cubicBezTo>
                    <a:pt x="2269" y="22117"/>
                    <a:pt x="1602" y="22784"/>
                    <a:pt x="934" y="23417"/>
                  </a:cubicBezTo>
                  <a:cubicBezTo>
                    <a:pt x="734" y="23618"/>
                    <a:pt x="534" y="23851"/>
                    <a:pt x="334" y="24051"/>
                  </a:cubicBezTo>
                  <a:cubicBezTo>
                    <a:pt x="267" y="24151"/>
                    <a:pt x="167" y="24218"/>
                    <a:pt x="67" y="24318"/>
                  </a:cubicBezTo>
                  <a:lnTo>
                    <a:pt x="0" y="24418"/>
                  </a:lnTo>
                  <a:lnTo>
                    <a:pt x="267" y="24718"/>
                  </a:lnTo>
                  <a:close/>
                  <a:moveTo>
                    <a:pt x="16779" y="3537"/>
                  </a:moveTo>
                  <a:cubicBezTo>
                    <a:pt x="16779" y="3637"/>
                    <a:pt x="16779" y="3737"/>
                    <a:pt x="16746" y="3870"/>
                  </a:cubicBezTo>
                  <a:cubicBezTo>
                    <a:pt x="16746" y="3904"/>
                    <a:pt x="16746" y="3937"/>
                    <a:pt x="16746" y="3970"/>
                  </a:cubicBezTo>
                  <a:cubicBezTo>
                    <a:pt x="16646" y="3970"/>
                    <a:pt x="16546" y="3937"/>
                    <a:pt x="16412" y="3937"/>
                  </a:cubicBezTo>
                  <a:cubicBezTo>
                    <a:pt x="16112" y="3870"/>
                    <a:pt x="15845" y="3837"/>
                    <a:pt x="15545" y="3770"/>
                  </a:cubicBezTo>
                  <a:cubicBezTo>
                    <a:pt x="15411" y="3737"/>
                    <a:pt x="15278" y="3637"/>
                    <a:pt x="15245" y="3537"/>
                  </a:cubicBezTo>
                  <a:cubicBezTo>
                    <a:pt x="15211" y="3437"/>
                    <a:pt x="15278" y="3336"/>
                    <a:pt x="15311" y="3270"/>
                  </a:cubicBezTo>
                  <a:cubicBezTo>
                    <a:pt x="15545" y="3003"/>
                    <a:pt x="15979" y="2503"/>
                    <a:pt x="16312" y="2503"/>
                  </a:cubicBezTo>
                  <a:lnTo>
                    <a:pt x="16312" y="2503"/>
                  </a:lnTo>
                  <a:cubicBezTo>
                    <a:pt x="16679" y="2503"/>
                    <a:pt x="16746" y="2869"/>
                    <a:pt x="16779" y="3403"/>
                  </a:cubicBezTo>
                  <a:close/>
                  <a:moveTo>
                    <a:pt x="17646" y="2903"/>
                  </a:moveTo>
                  <a:cubicBezTo>
                    <a:pt x="17646" y="2836"/>
                    <a:pt x="17646" y="2736"/>
                    <a:pt x="17646" y="2636"/>
                  </a:cubicBezTo>
                  <a:cubicBezTo>
                    <a:pt x="18380" y="3203"/>
                    <a:pt x="18847" y="3904"/>
                    <a:pt x="19147" y="4771"/>
                  </a:cubicBezTo>
                  <a:lnTo>
                    <a:pt x="19114" y="4804"/>
                  </a:lnTo>
                  <a:lnTo>
                    <a:pt x="19081" y="4771"/>
                  </a:lnTo>
                  <a:cubicBezTo>
                    <a:pt x="18947" y="4737"/>
                    <a:pt x="18847" y="4704"/>
                    <a:pt x="18747" y="4637"/>
                  </a:cubicBezTo>
                  <a:cubicBezTo>
                    <a:pt x="18680" y="4604"/>
                    <a:pt x="18614" y="4537"/>
                    <a:pt x="18547" y="4471"/>
                  </a:cubicBezTo>
                  <a:cubicBezTo>
                    <a:pt x="18480" y="4404"/>
                    <a:pt x="18447" y="4371"/>
                    <a:pt x="18380" y="4304"/>
                  </a:cubicBezTo>
                  <a:cubicBezTo>
                    <a:pt x="18280" y="4270"/>
                    <a:pt x="18180" y="4204"/>
                    <a:pt x="18080" y="4137"/>
                  </a:cubicBezTo>
                  <a:cubicBezTo>
                    <a:pt x="17913" y="4037"/>
                    <a:pt x="17713" y="3937"/>
                    <a:pt x="17680" y="3837"/>
                  </a:cubicBezTo>
                  <a:cubicBezTo>
                    <a:pt x="17613" y="3570"/>
                    <a:pt x="17646" y="3270"/>
                    <a:pt x="17646" y="2903"/>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19"/>
            <p:cNvSpPr/>
            <p:nvPr/>
          </p:nvSpPr>
          <p:spPr>
            <a:xfrm>
              <a:off x="5349638" y="3560675"/>
              <a:ext cx="144300" cy="130975"/>
            </a:xfrm>
            <a:custGeom>
              <a:rect b="b" l="l" r="r" t="t"/>
              <a:pathLst>
                <a:path extrusionOk="0" h="5239" w="5772">
                  <a:moveTo>
                    <a:pt x="1335" y="5205"/>
                  </a:moveTo>
                  <a:cubicBezTo>
                    <a:pt x="1435" y="5205"/>
                    <a:pt x="1535" y="5238"/>
                    <a:pt x="1601" y="5238"/>
                  </a:cubicBezTo>
                  <a:cubicBezTo>
                    <a:pt x="1968" y="5238"/>
                    <a:pt x="2335" y="5071"/>
                    <a:pt x="2636" y="4771"/>
                  </a:cubicBezTo>
                  <a:cubicBezTo>
                    <a:pt x="2836" y="4604"/>
                    <a:pt x="3002" y="4404"/>
                    <a:pt x="3169" y="4204"/>
                  </a:cubicBezTo>
                  <a:cubicBezTo>
                    <a:pt x="3236" y="4137"/>
                    <a:pt x="3269" y="4071"/>
                    <a:pt x="3336" y="4004"/>
                  </a:cubicBezTo>
                  <a:cubicBezTo>
                    <a:pt x="4437" y="4171"/>
                    <a:pt x="5137" y="3770"/>
                    <a:pt x="5471" y="2703"/>
                  </a:cubicBezTo>
                  <a:cubicBezTo>
                    <a:pt x="5771" y="1669"/>
                    <a:pt x="5337" y="501"/>
                    <a:pt x="4470" y="101"/>
                  </a:cubicBezTo>
                  <a:lnTo>
                    <a:pt x="4270" y="1"/>
                  </a:lnTo>
                  <a:lnTo>
                    <a:pt x="4303" y="234"/>
                  </a:lnTo>
                  <a:cubicBezTo>
                    <a:pt x="4303" y="401"/>
                    <a:pt x="4337" y="535"/>
                    <a:pt x="4337" y="701"/>
                  </a:cubicBezTo>
                  <a:cubicBezTo>
                    <a:pt x="4370" y="1035"/>
                    <a:pt x="4403" y="1369"/>
                    <a:pt x="4504" y="1669"/>
                  </a:cubicBezTo>
                  <a:cubicBezTo>
                    <a:pt x="4637" y="2036"/>
                    <a:pt x="4570" y="2236"/>
                    <a:pt x="4270" y="2403"/>
                  </a:cubicBezTo>
                  <a:cubicBezTo>
                    <a:pt x="3936" y="2569"/>
                    <a:pt x="3703" y="2503"/>
                    <a:pt x="3503" y="2203"/>
                  </a:cubicBezTo>
                  <a:cubicBezTo>
                    <a:pt x="3403" y="2002"/>
                    <a:pt x="3303" y="1802"/>
                    <a:pt x="3236" y="1602"/>
                  </a:cubicBezTo>
                  <a:cubicBezTo>
                    <a:pt x="3169" y="1502"/>
                    <a:pt x="3136" y="1402"/>
                    <a:pt x="3103" y="1302"/>
                  </a:cubicBezTo>
                  <a:lnTo>
                    <a:pt x="3069" y="1202"/>
                  </a:lnTo>
                  <a:lnTo>
                    <a:pt x="2736" y="1302"/>
                  </a:lnTo>
                  <a:lnTo>
                    <a:pt x="2736" y="1402"/>
                  </a:lnTo>
                  <a:cubicBezTo>
                    <a:pt x="2736" y="1502"/>
                    <a:pt x="2702" y="1602"/>
                    <a:pt x="2702" y="1702"/>
                  </a:cubicBezTo>
                  <a:cubicBezTo>
                    <a:pt x="2702" y="1969"/>
                    <a:pt x="2669" y="2236"/>
                    <a:pt x="2736" y="2469"/>
                  </a:cubicBezTo>
                  <a:cubicBezTo>
                    <a:pt x="2869" y="2870"/>
                    <a:pt x="2802" y="3036"/>
                    <a:pt x="2435" y="3203"/>
                  </a:cubicBezTo>
                  <a:cubicBezTo>
                    <a:pt x="2369" y="3237"/>
                    <a:pt x="2302" y="3237"/>
                    <a:pt x="2235" y="3270"/>
                  </a:cubicBezTo>
                  <a:cubicBezTo>
                    <a:pt x="2035" y="3370"/>
                    <a:pt x="1868" y="3437"/>
                    <a:pt x="1668" y="3503"/>
                  </a:cubicBezTo>
                  <a:cubicBezTo>
                    <a:pt x="1368" y="3570"/>
                    <a:pt x="1201" y="3570"/>
                    <a:pt x="1101" y="3503"/>
                  </a:cubicBezTo>
                  <a:cubicBezTo>
                    <a:pt x="968" y="3403"/>
                    <a:pt x="901" y="3237"/>
                    <a:pt x="901" y="2936"/>
                  </a:cubicBezTo>
                  <a:cubicBezTo>
                    <a:pt x="868" y="2736"/>
                    <a:pt x="868" y="2503"/>
                    <a:pt x="834" y="2269"/>
                  </a:cubicBezTo>
                  <a:cubicBezTo>
                    <a:pt x="834" y="2169"/>
                    <a:pt x="834" y="2069"/>
                    <a:pt x="834" y="1969"/>
                  </a:cubicBezTo>
                  <a:lnTo>
                    <a:pt x="834" y="1602"/>
                  </a:lnTo>
                  <a:lnTo>
                    <a:pt x="601" y="1902"/>
                  </a:lnTo>
                  <a:cubicBezTo>
                    <a:pt x="0" y="2703"/>
                    <a:pt x="167" y="3537"/>
                    <a:pt x="401" y="4237"/>
                  </a:cubicBezTo>
                  <a:cubicBezTo>
                    <a:pt x="601" y="4738"/>
                    <a:pt x="934" y="5105"/>
                    <a:pt x="1335" y="5205"/>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232" name="Shape 232"/>
        <p:cNvGrpSpPr/>
        <p:nvPr/>
      </p:nvGrpSpPr>
      <p:grpSpPr>
        <a:xfrm>
          <a:off x="0" y="0"/>
          <a:ext cx="0" cy="0"/>
          <a:chOff x="0" y="0"/>
          <a:chExt cx="0" cy="0"/>
        </a:xfrm>
      </p:grpSpPr>
      <p:sp>
        <p:nvSpPr>
          <p:cNvPr id="233" name="Google Shape;233;p20"/>
          <p:cNvSpPr txBox="1"/>
          <p:nvPr>
            <p:ph type="title"/>
          </p:nvPr>
        </p:nvSpPr>
        <p:spPr>
          <a:xfrm>
            <a:off x="2416650" y="2028206"/>
            <a:ext cx="4310700" cy="619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US"/>
              <a:t>Usury</a:t>
            </a:r>
            <a:endParaRPr/>
          </a:p>
        </p:txBody>
      </p:sp>
      <p:sp>
        <p:nvSpPr>
          <p:cNvPr id="234" name="Google Shape;234;p20"/>
          <p:cNvSpPr txBox="1"/>
          <p:nvPr>
            <p:ph idx="2" type="title"/>
          </p:nvPr>
        </p:nvSpPr>
        <p:spPr>
          <a:xfrm>
            <a:off x="4060050" y="1552200"/>
            <a:ext cx="1023900" cy="619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4800"/>
              <a:buNone/>
            </a:pPr>
            <a:r>
              <a:rPr lang="en-US"/>
              <a:t>02</a:t>
            </a:r>
            <a:endParaRPr/>
          </a:p>
        </p:txBody>
      </p:sp>
      <p:sp>
        <p:nvSpPr>
          <p:cNvPr id="235" name="Google Shape;235;p20"/>
          <p:cNvSpPr txBox="1"/>
          <p:nvPr>
            <p:ph idx="1" type="subTitle"/>
          </p:nvPr>
        </p:nvSpPr>
        <p:spPr>
          <a:xfrm>
            <a:off x="2997600" y="2788800"/>
            <a:ext cx="3148800" cy="8025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400"/>
              <a:buNone/>
            </a:pPr>
            <a:r>
              <a:rPr lang="en-US"/>
              <a:t>what is usury and why it is unethical in the religion?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1"/>
          <p:cNvSpPr txBox="1"/>
          <p:nvPr>
            <p:ph idx="1" type="subTitle"/>
          </p:nvPr>
        </p:nvSpPr>
        <p:spPr>
          <a:xfrm flipH="1">
            <a:off x="5303788" y="2609004"/>
            <a:ext cx="2394600" cy="1701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400"/>
              <a:buNone/>
            </a:pPr>
            <a:r>
              <a:rPr lang="en-US"/>
              <a:t>Hadith</a:t>
            </a:r>
            <a:endParaRPr/>
          </a:p>
        </p:txBody>
      </p:sp>
      <p:sp>
        <p:nvSpPr>
          <p:cNvPr id="241" name="Google Shape;241;p21"/>
          <p:cNvSpPr txBox="1"/>
          <p:nvPr>
            <p:ph idx="2" type="subTitle"/>
          </p:nvPr>
        </p:nvSpPr>
        <p:spPr>
          <a:xfrm>
            <a:off x="971418" y="2823052"/>
            <a:ext cx="3341790" cy="5706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1400"/>
              <a:buNone/>
            </a:pPr>
            <a:r>
              <a:rPr lang="en-US"/>
              <a:t>“Whatever (debt) you lay out as usury, so that it may increase in the property of men, it will not increase for Allah. Whatever you give as charity, desiring Allah’s pleasure- it is those charity givers who will get manifold.”</a:t>
            </a:r>
            <a:endParaRPr/>
          </a:p>
        </p:txBody>
      </p:sp>
      <p:sp>
        <p:nvSpPr>
          <p:cNvPr id="242" name="Google Shape;242;p21"/>
          <p:cNvSpPr txBox="1"/>
          <p:nvPr>
            <p:ph idx="3" type="subTitle"/>
          </p:nvPr>
        </p:nvSpPr>
        <p:spPr>
          <a:xfrm flipH="1">
            <a:off x="1445013" y="2605404"/>
            <a:ext cx="2394600" cy="173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400"/>
              <a:buNone/>
            </a:pPr>
            <a:r>
              <a:rPr lang="en-US"/>
              <a:t>Quran</a:t>
            </a:r>
            <a:endParaRPr/>
          </a:p>
        </p:txBody>
      </p:sp>
      <p:sp>
        <p:nvSpPr>
          <p:cNvPr id="243" name="Google Shape;243;p21"/>
          <p:cNvSpPr txBox="1"/>
          <p:nvPr>
            <p:ph idx="4" type="subTitle"/>
          </p:nvPr>
        </p:nvSpPr>
        <p:spPr>
          <a:xfrm>
            <a:off x="4936478" y="2826652"/>
            <a:ext cx="3129220" cy="5670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1400"/>
              <a:buNone/>
            </a:pPr>
            <a:r>
              <a:rPr lang="en-US"/>
              <a:t>“Here will certainly come a time for mankind when everyone will take reba and if he does not do so, its dust will reach him." </a:t>
            </a:r>
            <a:endParaRPr/>
          </a:p>
        </p:txBody>
      </p:sp>
      <p:sp>
        <p:nvSpPr>
          <p:cNvPr id="244" name="Google Shape;244;p21"/>
          <p:cNvSpPr txBox="1"/>
          <p:nvPr>
            <p:ph type="title"/>
          </p:nvPr>
        </p:nvSpPr>
        <p:spPr>
          <a:xfrm>
            <a:off x="720000" y="541975"/>
            <a:ext cx="7704000" cy="314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500"/>
              <a:buNone/>
            </a:pPr>
            <a:r>
              <a:rPr lang="en-US"/>
              <a:t>Usury </a:t>
            </a:r>
            <a:endParaRPr/>
          </a:p>
        </p:txBody>
      </p:sp>
      <p:sp>
        <p:nvSpPr>
          <p:cNvPr id="245" name="Google Shape;245;p21"/>
          <p:cNvSpPr/>
          <p:nvPr/>
        </p:nvSpPr>
        <p:spPr>
          <a:xfrm>
            <a:off x="2033300" y="1199910"/>
            <a:ext cx="1219200" cy="1218900"/>
          </a:xfrm>
          <a:prstGeom prst="star8">
            <a:avLst>
              <a:gd fmla="val 37500" name="adj"/>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21"/>
          <p:cNvSpPr/>
          <p:nvPr/>
        </p:nvSpPr>
        <p:spPr>
          <a:xfrm>
            <a:off x="5888400" y="1203510"/>
            <a:ext cx="1219200" cy="1218900"/>
          </a:xfrm>
          <a:prstGeom prst="star8">
            <a:avLst>
              <a:gd fmla="val 37500" name="adj"/>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47" name="Google Shape;247;p21"/>
          <p:cNvGrpSpPr/>
          <p:nvPr/>
        </p:nvGrpSpPr>
        <p:grpSpPr>
          <a:xfrm>
            <a:off x="2232291" y="1396656"/>
            <a:ext cx="827401" cy="825402"/>
            <a:chOff x="1716400" y="2939575"/>
            <a:chExt cx="1128325" cy="1125600"/>
          </a:xfrm>
        </p:grpSpPr>
        <p:sp>
          <p:nvSpPr>
            <p:cNvPr id="248" name="Google Shape;248;p21"/>
            <p:cNvSpPr/>
            <p:nvPr/>
          </p:nvSpPr>
          <p:spPr>
            <a:xfrm>
              <a:off x="1716400" y="2939575"/>
              <a:ext cx="1128325" cy="1125600"/>
            </a:xfrm>
            <a:custGeom>
              <a:rect b="b" l="l" r="r" t="t"/>
              <a:pathLst>
                <a:path extrusionOk="0" h="45024" w="45133">
                  <a:moveTo>
                    <a:pt x="22516" y="853"/>
                  </a:moveTo>
                  <a:cubicBezTo>
                    <a:pt x="22883" y="853"/>
                    <a:pt x="23150" y="920"/>
                    <a:pt x="23350" y="1187"/>
                  </a:cubicBezTo>
                  <a:cubicBezTo>
                    <a:pt x="23484" y="1420"/>
                    <a:pt x="23651" y="1587"/>
                    <a:pt x="23784" y="1787"/>
                  </a:cubicBezTo>
                  <a:cubicBezTo>
                    <a:pt x="23884" y="1987"/>
                    <a:pt x="23884" y="2188"/>
                    <a:pt x="23751" y="2388"/>
                  </a:cubicBezTo>
                  <a:cubicBezTo>
                    <a:pt x="23484" y="2821"/>
                    <a:pt x="23117" y="3122"/>
                    <a:pt x="22717" y="3422"/>
                  </a:cubicBezTo>
                  <a:cubicBezTo>
                    <a:pt x="22672" y="3452"/>
                    <a:pt x="22620" y="3468"/>
                    <a:pt x="22567" y="3468"/>
                  </a:cubicBezTo>
                  <a:cubicBezTo>
                    <a:pt x="22503" y="3468"/>
                    <a:pt x="22438" y="3444"/>
                    <a:pt x="22383" y="3388"/>
                  </a:cubicBezTo>
                  <a:cubicBezTo>
                    <a:pt x="22049" y="3122"/>
                    <a:pt x="21683" y="2821"/>
                    <a:pt x="21416" y="2454"/>
                  </a:cubicBezTo>
                  <a:cubicBezTo>
                    <a:pt x="21249" y="2221"/>
                    <a:pt x="21216" y="1954"/>
                    <a:pt x="21416" y="1721"/>
                  </a:cubicBezTo>
                  <a:cubicBezTo>
                    <a:pt x="21549" y="1487"/>
                    <a:pt x="21716" y="1287"/>
                    <a:pt x="21916" y="1053"/>
                  </a:cubicBezTo>
                  <a:cubicBezTo>
                    <a:pt x="22083" y="887"/>
                    <a:pt x="22350" y="853"/>
                    <a:pt x="22516" y="853"/>
                  </a:cubicBezTo>
                  <a:close/>
                  <a:moveTo>
                    <a:pt x="7806" y="6891"/>
                  </a:moveTo>
                  <a:cubicBezTo>
                    <a:pt x="8106" y="6891"/>
                    <a:pt x="8440" y="6958"/>
                    <a:pt x="8773" y="7024"/>
                  </a:cubicBezTo>
                  <a:cubicBezTo>
                    <a:pt x="9007" y="7058"/>
                    <a:pt x="9140" y="7225"/>
                    <a:pt x="9174" y="7458"/>
                  </a:cubicBezTo>
                  <a:cubicBezTo>
                    <a:pt x="9207" y="7692"/>
                    <a:pt x="9240" y="7958"/>
                    <a:pt x="9240" y="8125"/>
                  </a:cubicBezTo>
                  <a:cubicBezTo>
                    <a:pt x="9207" y="8425"/>
                    <a:pt x="9207" y="8626"/>
                    <a:pt x="9174" y="8859"/>
                  </a:cubicBezTo>
                  <a:cubicBezTo>
                    <a:pt x="9174" y="9026"/>
                    <a:pt x="9040" y="9126"/>
                    <a:pt x="8907" y="9126"/>
                  </a:cubicBezTo>
                  <a:cubicBezTo>
                    <a:pt x="8473" y="9159"/>
                    <a:pt x="8039" y="9159"/>
                    <a:pt x="7606" y="9159"/>
                  </a:cubicBezTo>
                  <a:cubicBezTo>
                    <a:pt x="7306" y="9126"/>
                    <a:pt x="7105" y="8959"/>
                    <a:pt x="7039" y="8626"/>
                  </a:cubicBezTo>
                  <a:cubicBezTo>
                    <a:pt x="7005" y="8359"/>
                    <a:pt x="6939" y="8058"/>
                    <a:pt x="6939" y="7792"/>
                  </a:cubicBezTo>
                  <a:cubicBezTo>
                    <a:pt x="6939" y="7391"/>
                    <a:pt x="7406" y="6891"/>
                    <a:pt x="7806" y="6891"/>
                  </a:cubicBezTo>
                  <a:close/>
                  <a:moveTo>
                    <a:pt x="37154" y="6877"/>
                  </a:moveTo>
                  <a:cubicBezTo>
                    <a:pt x="37522" y="6877"/>
                    <a:pt x="37799" y="7044"/>
                    <a:pt x="38028" y="7358"/>
                  </a:cubicBezTo>
                  <a:cubicBezTo>
                    <a:pt x="38161" y="7525"/>
                    <a:pt x="38228" y="7692"/>
                    <a:pt x="38194" y="7892"/>
                  </a:cubicBezTo>
                  <a:cubicBezTo>
                    <a:pt x="38161" y="8159"/>
                    <a:pt x="38128" y="8425"/>
                    <a:pt x="38061" y="8692"/>
                  </a:cubicBezTo>
                  <a:cubicBezTo>
                    <a:pt x="38028" y="8959"/>
                    <a:pt x="37827" y="9093"/>
                    <a:pt x="37561" y="9126"/>
                  </a:cubicBezTo>
                  <a:cubicBezTo>
                    <a:pt x="37397" y="9176"/>
                    <a:pt x="37229" y="9193"/>
                    <a:pt x="37059" y="9193"/>
                  </a:cubicBezTo>
                  <a:cubicBezTo>
                    <a:pt x="36779" y="9193"/>
                    <a:pt x="36496" y="9147"/>
                    <a:pt x="36226" y="9126"/>
                  </a:cubicBezTo>
                  <a:cubicBezTo>
                    <a:pt x="36026" y="9126"/>
                    <a:pt x="35959" y="8992"/>
                    <a:pt x="35959" y="8792"/>
                  </a:cubicBezTo>
                  <a:cubicBezTo>
                    <a:pt x="35926" y="8559"/>
                    <a:pt x="35893" y="8292"/>
                    <a:pt x="35893" y="8159"/>
                  </a:cubicBezTo>
                  <a:cubicBezTo>
                    <a:pt x="35893" y="7058"/>
                    <a:pt x="36160" y="6991"/>
                    <a:pt x="36960" y="6891"/>
                  </a:cubicBezTo>
                  <a:cubicBezTo>
                    <a:pt x="37028" y="6881"/>
                    <a:pt x="37092" y="6877"/>
                    <a:pt x="37154" y="6877"/>
                  </a:cubicBezTo>
                  <a:close/>
                  <a:moveTo>
                    <a:pt x="16279" y="5657"/>
                  </a:moveTo>
                  <a:cubicBezTo>
                    <a:pt x="17313" y="5657"/>
                    <a:pt x="18313" y="5890"/>
                    <a:pt x="19281" y="6190"/>
                  </a:cubicBezTo>
                  <a:cubicBezTo>
                    <a:pt x="19381" y="6224"/>
                    <a:pt x="19448" y="6291"/>
                    <a:pt x="19514" y="6324"/>
                  </a:cubicBezTo>
                  <a:cubicBezTo>
                    <a:pt x="20015" y="6591"/>
                    <a:pt x="20482" y="6958"/>
                    <a:pt x="20982" y="7325"/>
                  </a:cubicBezTo>
                  <a:cubicBezTo>
                    <a:pt x="20815" y="7558"/>
                    <a:pt x="20682" y="7758"/>
                    <a:pt x="20515" y="7992"/>
                  </a:cubicBezTo>
                  <a:cubicBezTo>
                    <a:pt x="20115" y="7658"/>
                    <a:pt x="19648" y="7491"/>
                    <a:pt x="19181" y="7291"/>
                  </a:cubicBezTo>
                  <a:cubicBezTo>
                    <a:pt x="18747" y="7124"/>
                    <a:pt x="18313" y="7024"/>
                    <a:pt x="17846" y="7024"/>
                  </a:cubicBezTo>
                  <a:cubicBezTo>
                    <a:pt x="17580" y="7024"/>
                    <a:pt x="17313" y="6991"/>
                    <a:pt x="17046" y="6991"/>
                  </a:cubicBezTo>
                  <a:cubicBezTo>
                    <a:pt x="16445" y="6991"/>
                    <a:pt x="15912" y="7191"/>
                    <a:pt x="15478" y="7625"/>
                  </a:cubicBezTo>
                  <a:cubicBezTo>
                    <a:pt x="15211" y="7925"/>
                    <a:pt x="14911" y="8225"/>
                    <a:pt x="14644" y="8559"/>
                  </a:cubicBezTo>
                  <a:cubicBezTo>
                    <a:pt x="14177" y="9226"/>
                    <a:pt x="13877" y="9960"/>
                    <a:pt x="13744" y="10760"/>
                  </a:cubicBezTo>
                  <a:cubicBezTo>
                    <a:pt x="13706" y="10765"/>
                    <a:pt x="13670" y="10767"/>
                    <a:pt x="13634" y="10767"/>
                  </a:cubicBezTo>
                  <a:cubicBezTo>
                    <a:pt x="13411" y="10767"/>
                    <a:pt x="13211" y="10689"/>
                    <a:pt x="13010" y="10660"/>
                  </a:cubicBezTo>
                  <a:cubicBezTo>
                    <a:pt x="13010" y="10527"/>
                    <a:pt x="12976" y="10427"/>
                    <a:pt x="13010" y="10327"/>
                  </a:cubicBezTo>
                  <a:cubicBezTo>
                    <a:pt x="13076" y="9193"/>
                    <a:pt x="13477" y="8159"/>
                    <a:pt x="14211" y="7258"/>
                  </a:cubicBezTo>
                  <a:cubicBezTo>
                    <a:pt x="14477" y="6891"/>
                    <a:pt x="14778" y="6524"/>
                    <a:pt x="15111" y="6190"/>
                  </a:cubicBezTo>
                  <a:cubicBezTo>
                    <a:pt x="15411" y="5824"/>
                    <a:pt x="15812" y="5690"/>
                    <a:pt x="16279" y="5657"/>
                  </a:cubicBezTo>
                  <a:close/>
                  <a:moveTo>
                    <a:pt x="28821" y="5657"/>
                  </a:moveTo>
                  <a:cubicBezTo>
                    <a:pt x="29321" y="5690"/>
                    <a:pt x="29722" y="5857"/>
                    <a:pt x="30055" y="6190"/>
                  </a:cubicBezTo>
                  <a:cubicBezTo>
                    <a:pt x="30756" y="6891"/>
                    <a:pt x="31289" y="7725"/>
                    <a:pt x="31756" y="8626"/>
                  </a:cubicBezTo>
                  <a:cubicBezTo>
                    <a:pt x="31790" y="8659"/>
                    <a:pt x="31790" y="8692"/>
                    <a:pt x="31790" y="8726"/>
                  </a:cubicBezTo>
                  <a:cubicBezTo>
                    <a:pt x="32023" y="9326"/>
                    <a:pt x="32057" y="9960"/>
                    <a:pt x="32190" y="10660"/>
                  </a:cubicBezTo>
                  <a:cubicBezTo>
                    <a:pt x="31890" y="10694"/>
                    <a:pt x="31656" y="10760"/>
                    <a:pt x="31423" y="10794"/>
                  </a:cubicBezTo>
                  <a:cubicBezTo>
                    <a:pt x="31356" y="10594"/>
                    <a:pt x="31323" y="10393"/>
                    <a:pt x="31256" y="10193"/>
                  </a:cubicBezTo>
                  <a:cubicBezTo>
                    <a:pt x="30989" y="9459"/>
                    <a:pt x="30722" y="8726"/>
                    <a:pt x="30122" y="8159"/>
                  </a:cubicBezTo>
                  <a:cubicBezTo>
                    <a:pt x="29988" y="8025"/>
                    <a:pt x="29888" y="7892"/>
                    <a:pt x="29755" y="7758"/>
                  </a:cubicBezTo>
                  <a:cubicBezTo>
                    <a:pt x="29286" y="7201"/>
                    <a:pt x="28661" y="6979"/>
                    <a:pt x="27950" y="6979"/>
                  </a:cubicBezTo>
                  <a:cubicBezTo>
                    <a:pt x="27853" y="6979"/>
                    <a:pt x="27754" y="6983"/>
                    <a:pt x="27653" y="6991"/>
                  </a:cubicBezTo>
                  <a:cubicBezTo>
                    <a:pt x="27353" y="7024"/>
                    <a:pt x="27086" y="6991"/>
                    <a:pt x="26786" y="7058"/>
                  </a:cubicBezTo>
                  <a:cubicBezTo>
                    <a:pt x="26019" y="7225"/>
                    <a:pt x="25318" y="7491"/>
                    <a:pt x="24651" y="7958"/>
                  </a:cubicBezTo>
                  <a:cubicBezTo>
                    <a:pt x="24418" y="7792"/>
                    <a:pt x="24318" y="7558"/>
                    <a:pt x="24151" y="7325"/>
                  </a:cubicBezTo>
                  <a:cubicBezTo>
                    <a:pt x="24885" y="6824"/>
                    <a:pt x="25552" y="6224"/>
                    <a:pt x="26453" y="6024"/>
                  </a:cubicBezTo>
                  <a:cubicBezTo>
                    <a:pt x="27220" y="5857"/>
                    <a:pt x="28020" y="5657"/>
                    <a:pt x="28821" y="5657"/>
                  </a:cubicBezTo>
                  <a:close/>
                  <a:moveTo>
                    <a:pt x="17079" y="7758"/>
                  </a:moveTo>
                  <a:cubicBezTo>
                    <a:pt x="17379" y="7758"/>
                    <a:pt x="17713" y="7758"/>
                    <a:pt x="18013" y="7792"/>
                  </a:cubicBezTo>
                  <a:cubicBezTo>
                    <a:pt x="18647" y="7858"/>
                    <a:pt x="19247" y="8092"/>
                    <a:pt x="19815" y="8425"/>
                  </a:cubicBezTo>
                  <a:cubicBezTo>
                    <a:pt x="19848" y="8459"/>
                    <a:pt x="19881" y="8492"/>
                    <a:pt x="19948" y="8559"/>
                  </a:cubicBezTo>
                  <a:cubicBezTo>
                    <a:pt x="19047" y="9359"/>
                    <a:pt x="18213" y="10193"/>
                    <a:pt x="18013" y="11494"/>
                  </a:cubicBezTo>
                  <a:cubicBezTo>
                    <a:pt x="17813" y="11361"/>
                    <a:pt x="17646" y="11294"/>
                    <a:pt x="17480" y="11194"/>
                  </a:cubicBezTo>
                  <a:cubicBezTo>
                    <a:pt x="16961" y="10950"/>
                    <a:pt x="16470" y="10790"/>
                    <a:pt x="15905" y="10790"/>
                  </a:cubicBezTo>
                  <a:cubicBezTo>
                    <a:pt x="15852" y="10790"/>
                    <a:pt x="15799" y="10791"/>
                    <a:pt x="15745" y="10794"/>
                  </a:cubicBezTo>
                  <a:lnTo>
                    <a:pt x="14544" y="10794"/>
                  </a:lnTo>
                  <a:cubicBezTo>
                    <a:pt x="14544" y="10460"/>
                    <a:pt x="14678" y="10227"/>
                    <a:pt x="14744" y="9993"/>
                  </a:cubicBezTo>
                  <a:cubicBezTo>
                    <a:pt x="15011" y="9259"/>
                    <a:pt x="15478" y="8692"/>
                    <a:pt x="16012" y="8192"/>
                  </a:cubicBezTo>
                  <a:cubicBezTo>
                    <a:pt x="16312" y="7892"/>
                    <a:pt x="16679" y="7758"/>
                    <a:pt x="17079" y="7758"/>
                  </a:cubicBezTo>
                  <a:close/>
                  <a:moveTo>
                    <a:pt x="28008" y="7755"/>
                  </a:moveTo>
                  <a:cubicBezTo>
                    <a:pt x="28521" y="7755"/>
                    <a:pt x="28947" y="7954"/>
                    <a:pt x="29288" y="8325"/>
                  </a:cubicBezTo>
                  <a:cubicBezTo>
                    <a:pt x="29488" y="8592"/>
                    <a:pt x="29722" y="8859"/>
                    <a:pt x="29922" y="9126"/>
                  </a:cubicBezTo>
                  <a:cubicBezTo>
                    <a:pt x="30222" y="9526"/>
                    <a:pt x="30389" y="10027"/>
                    <a:pt x="30556" y="10494"/>
                  </a:cubicBezTo>
                  <a:cubicBezTo>
                    <a:pt x="30589" y="10560"/>
                    <a:pt x="30589" y="10660"/>
                    <a:pt x="30589" y="10794"/>
                  </a:cubicBezTo>
                  <a:lnTo>
                    <a:pt x="29922" y="10794"/>
                  </a:lnTo>
                  <a:cubicBezTo>
                    <a:pt x="29799" y="10786"/>
                    <a:pt x="29679" y="10781"/>
                    <a:pt x="29559" y="10781"/>
                  </a:cubicBezTo>
                  <a:cubicBezTo>
                    <a:pt x="28701" y="10781"/>
                    <a:pt x="27914" y="10996"/>
                    <a:pt x="27153" y="11494"/>
                  </a:cubicBezTo>
                  <a:cubicBezTo>
                    <a:pt x="27120" y="11394"/>
                    <a:pt x="27086" y="11327"/>
                    <a:pt x="27086" y="11261"/>
                  </a:cubicBezTo>
                  <a:cubicBezTo>
                    <a:pt x="26853" y="10494"/>
                    <a:pt x="26519" y="9826"/>
                    <a:pt x="25919" y="9259"/>
                  </a:cubicBezTo>
                  <a:cubicBezTo>
                    <a:pt x="25652" y="9026"/>
                    <a:pt x="25419" y="8792"/>
                    <a:pt x="25185" y="8559"/>
                  </a:cubicBezTo>
                  <a:cubicBezTo>
                    <a:pt x="25252" y="8492"/>
                    <a:pt x="25252" y="8492"/>
                    <a:pt x="25252" y="8459"/>
                  </a:cubicBezTo>
                  <a:cubicBezTo>
                    <a:pt x="25852" y="8092"/>
                    <a:pt x="26486" y="7825"/>
                    <a:pt x="27220" y="7792"/>
                  </a:cubicBezTo>
                  <a:cubicBezTo>
                    <a:pt x="27420" y="7758"/>
                    <a:pt x="27653" y="7758"/>
                    <a:pt x="27887" y="7758"/>
                  </a:cubicBezTo>
                  <a:cubicBezTo>
                    <a:pt x="27928" y="7756"/>
                    <a:pt x="27968" y="7755"/>
                    <a:pt x="28008" y="7755"/>
                  </a:cubicBezTo>
                  <a:close/>
                  <a:moveTo>
                    <a:pt x="34371" y="14492"/>
                  </a:moveTo>
                  <a:cubicBezTo>
                    <a:pt x="34639" y="14492"/>
                    <a:pt x="34879" y="14636"/>
                    <a:pt x="35092" y="14697"/>
                  </a:cubicBezTo>
                  <a:cubicBezTo>
                    <a:pt x="35726" y="14930"/>
                    <a:pt x="36260" y="15330"/>
                    <a:pt x="36760" y="15797"/>
                  </a:cubicBezTo>
                  <a:cubicBezTo>
                    <a:pt x="37160" y="16198"/>
                    <a:pt x="37360" y="16665"/>
                    <a:pt x="37327" y="17232"/>
                  </a:cubicBezTo>
                  <a:cubicBezTo>
                    <a:pt x="37327" y="17499"/>
                    <a:pt x="37327" y="17765"/>
                    <a:pt x="37294" y="18032"/>
                  </a:cubicBezTo>
                  <a:cubicBezTo>
                    <a:pt x="37194" y="18666"/>
                    <a:pt x="36960" y="19233"/>
                    <a:pt x="36660" y="19767"/>
                  </a:cubicBezTo>
                  <a:cubicBezTo>
                    <a:pt x="36627" y="19800"/>
                    <a:pt x="36593" y="19834"/>
                    <a:pt x="36560" y="19867"/>
                  </a:cubicBezTo>
                  <a:cubicBezTo>
                    <a:pt x="36093" y="19467"/>
                    <a:pt x="35693" y="19033"/>
                    <a:pt x="35226" y="18666"/>
                  </a:cubicBezTo>
                  <a:cubicBezTo>
                    <a:pt x="34759" y="18299"/>
                    <a:pt x="34191" y="18099"/>
                    <a:pt x="33591" y="17966"/>
                  </a:cubicBezTo>
                  <a:cubicBezTo>
                    <a:pt x="33691" y="17765"/>
                    <a:pt x="33791" y="17599"/>
                    <a:pt x="33858" y="17432"/>
                  </a:cubicBezTo>
                  <a:cubicBezTo>
                    <a:pt x="34125" y="16898"/>
                    <a:pt x="34325" y="16298"/>
                    <a:pt x="34292" y="15664"/>
                  </a:cubicBezTo>
                  <a:cubicBezTo>
                    <a:pt x="34292" y="15297"/>
                    <a:pt x="34292" y="14897"/>
                    <a:pt x="34292" y="14496"/>
                  </a:cubicBezTo>
                  <a:cubicBezTo>
                    <a:pt x="34318" y="14493"/>
                    <a:pt x="34345" y="14492"/>
                    <a:pt x="34371" y="14492"/>
                  </a:cubicBezTo>
                  <a:close/>
                  <a:moveTo>
                    <a:pt x="10808" y="14496"/>
                  </a:moveTo>
                  <a:cubicBezTo>
                    <a:pt x="10808" y="14630"/>
                    <a:pt x="10808" y="14730"/>
                    <a:pt x="10808" y="14863"/>
                  </a:cubicBezTo>
                  <a:cubicBezTo>
                    <a:pt x="10841" y="15297"/>
                    <a:pt x="10841" y="15764"/>
                    <a:pt x="10875" y="16198"/>
                  </a:cubicBezTo>
                  <a:cubicBezTo>
                    <a:pt x="10942" y="16831"/>
                    <a:pt x="11208" y="17398"/>
                    <a:pt x="11542" y="17966"/>
                  </a:cubicBezTo>
                  <a:cubicBezTo>
                    <a:pt x="10274" y="18166"/>
                    <a:pt x="9407" y="19000"/>
                    <a:pt x="8607" y="19900"/>
                  </a:cubicBezTo>
                  <a:cubicBezTo>
                    <a:pt x="8540" y="19834"/>
                    <a:pt x="8506" y="19834"/>
                    <a:pt x="8506" y="19800"/>
                  </a:cubicBezTo>
                  <a:cubicBezTo>
                    <a:pt x="8140" y="19166"/>
                    <a:pt x="7839" y="18533"/>
                    <a:pt x="7839" y="17765"/>
                  </a:cubicBezTo>
                  <a:cubicBezTo>
                    <a:pt x="7806" y="17565"/>
                    <a:pt x="7806" y="17365"/>
                    <a:pt x="7806" y="17165"/>
                  </a:cubicBezTo>
                  <a:cubicBezTo>
                    <a:pt x="7773" y="16631"/>
                    <a:pt x="7973" y="16198"/>
                    <a:pt x="8373" y="15831"/>
                  </a:cubicBezTo>
                  <a:cubicBezTo>
                    <a:pt x="8573" y="15664"/>
                    <a:pt x="8740" y="15464"/>
                    <a:pt x="8940" y="15297"/>
                  </a:cubicBezTo>
                  <a:cubicBezTo>
                    <a:pt x="9440" y="14930"/>
                    <a:pt x="10008" y="14697"/>
                    <a:pt x="10608" y="14496"/>
                  </a:cubicBezTo>
                  <a:close/>
                  <a:moveTo>
                    <a:pt x="10708" y="12929"/>
                  </a:moveTo>
                  <a:cubicBezTo>
                    <a:pt x="10741" y="13162"/>
                    <a:pt x="10808" y="13429"/>
                    <a:pt x="10841" y="13629"/>
                  </a:cubicBezTo>
                  <a:cubicBezTo>
                    <a:pt x="10408" y="13796"/>
                    <a:pt x="10008" y="13929"/>
                    <a:pt x="9607" y="14063"/>
                  </a:cubicBezTo>
                  <a:cubicBezTo>
                    <a:pt x="8873" y="14330"/>
                    <a:pt x="8306" y="14863"/>
                    <a:pt x="7706" y="15397"/>
                  </a:cubicBezTo>
                  <a:cubicBezTo>
                    <a:pt x="7372" y="15731"/>
                    <a:pt x="7172" y="16131"/>
                    <a:pt x="7072" y="16598"/>
                  </a:cubicBezTo>
                  <a:cubicBezTo>
                    <a:pt x="7039" y="16598"/>
                    <a:pt x="7039" y="16631"/>
                    <a:pt x="7039" y="16665"/>
                  </a:cubicBezTo>
                  <a:cubicBezTo>
                    <a:pt x="7039" y="17532"/>
                    <a:pt x="7005" y="18332"/>
                    <a:pt x="7339" y="19133"/>
                  </a:cubicBezTo>
                  <a:cubicBezTo>
                    <a:pt x="7539" y="19600"/>
                    <a:pt x="7706" y="20067"/>
                    <a:pt x="8039" y="20467"/>
                  </a:cubicBezTo>
                  <a:cubicBezTo>
                    <a:pt x="7806" y="20634"/>
                    <a:pt x="7606" y="20768"/>
                    <a:pt x="7339" y="20934"/>
                  </a:cubicBezTo>
                  <a:cubicBezTo>
                    <a:pt x="7306" y="20868"/>
                    <a:pt x="7272" y="20801"/>
                    <a:pt x="7239" y="20734"/>
                  </a:cubicBezTo>
                  <a:cubicBezTo>
                    <a:pt x="7005" y="20401"/>
                    <a:pt x="6739" y="20034"/>
                    <a:pt x="6505" y="19700"/>
                  </a:cubicBezTo>
                  <a:cubicBezTo>
                    <a:pt x="6238" y="19333"/>
                    <a:pt x="6138" y="18900"/>
                    <a:pt x="6038" y="18466"/>
                  </a:cubicBezTo>
                  <a:cubicBezTo>
                    <a:pt x="5871" y="17732"/>
                    <a:pt x="5704" y="16998"/>
                    <a:pt x="5704" y="16231"/>
                  </a:cubicBezTo>
                  <a:cubicBezTo>
                    <a:pt x="5704" y="15764"/>
                    <a:pt x="5871" y="15364"/>
                    <a:pt x="6205" y="15030"/>
                  </a:cubicBezTo>
                  <a:cubicBezTo>
                    <a:pt x="6939" y="14330"/>
                    <a:pt x="7773" y="13796"/>
                    <a:pt x="8673" y="13329"/>
                  </a:cubicBezTo>
                  <a:cubicBezTo>
                    <a:pt x="8840" y="13229"/>
                    <a:pt x="9007" y="13195"/>
                    <a:pt x="9174" y="13162"/>
                  </a:cubicBezTo>
                  <a:cubicBezTo>
                    <a:pt x="9641" y="13062"/>
                    <a:pt x="10074" y="12995"/>
                    <a:pt x="10541" y="12929"/>
                  </a:cubicBezTo>
                  <a:close/>
                  <a:moveTo>
                    <a:pt x="34592" y="12929"/>
                  </a:moveTo>
                  <a:cubicBezTo>
                    <a:pt x="35793" y="13029"/>
                    <a:pt x="36860" y="13396"/>
                    <a:pt x="37827" y="14129"/>
                  </a:cubicBezTo>
                  <a:cubicBezTo>
                    <a:pt x="38194" y="14430"/>
                    <a:pt x="38595" y="14730"/>
                    <a:pt x="38928" y="15063"/>
                  </a:cubicBezTo>
                  <a:cubicBezTo>
                    <a:pt x="39262" y="15397"/>
                    <a:pt x="39395" y="15764"/>
                    <a:pt x="39395" y="16231"/>
                  </a:cubicBezTo>
                  <a:cubicBezTo>
                    <a:pt x="39429" y="17232"/>
                    <a:pt x="39195" y="18232"/>
                    <a:pt x="38895" y="19200"/>
                  </a:cubicBezTo>
                  <a:cubicBezTo>
                    <a:pt x="38861" y="19300"/>
                    <a:pt x="38795" y="19400"/>
                    <a:pt x="38761" y="19500"/>
                  </a:cubicBezTo>
                  <a:cubicBezTo>
                    <a:pt x="38461" y="20000"/>
                    <a:pt x="38128" y="20434"/>
                    <a:pt x="37761" y="20934"/>
                  </a:cubicBezTo>
                  <a:cubicBezTo>
                    <a:pt x="37527" y="20768"/>
                    <a:pt x="37327" y="20634"/>
                    <a:pt x="37094" y="20467"/>
                  </a:cubicBezTo>
                  <a:cubicBezTo>
                    <a:pt x="37460" y="20067"/>
                    <a:pt x="37627" y="19600"/>
                    <a:pt x="37794" y="19100"/>
                  </a:cubicBezTo>
                  <a:cubicBezTo>
                    <a:pt x="37961" y="18699"/>
                    <a:pt x="38061" y="18266"/>
                    <a:pt x="38061" y="17799"/>
                  </a:cubicBezTo>
                  <a:cubicBezTo>
                    <a:pt x="38061" y="17665"/>
                    <a:pt x="38094" y="17565"/>
                    <a:pt x="38094" y="17432"/>
                  </a:cubicBezTo>
                  <a:cubicBezTo>
                    <a:pt x="38194" y="16598"/>
                    <a:pt x="37961" y="15864"/>
                    <a:pt x="37327" y="15297"/>
                  </a:cubicBezTo>
                  <a:cubicBezTo>
                    <a:pt x="37027" y="15063"/>
                    <a:pt x="36793" y="14797"/>
                    <a:pt x="36493" y="14596"/>
                  </a:cubicBezTo>
                  <a:cubicBezTo>
                    <a:pt x="35859" y="14129"/>
                    <a:pt x="35125" y="13829"/>
                    <a:pt x="34292" y="13662"/>
                  </a:cubicBezTo>
                  <a:cubicBezTo>
                    <a:pt x="34325" y="13429"/>
                    <a:pt x="34392" y="13195"/>
                    <a:pt x="34425" y="12962"/>
                  </a:cubicBezTo>
                  <a:cubicBezTo>
                    <a:pt x="34492" y="12929"/>
                    <a:pt x="34558" y="12929"/>
                    <a:pt x="34592" y="12929"/>
                  </a:cubicBezTo>
                  <a:close/>
                  <a:moveTo>
                    <a:pt x="2119" y="21230"/>
                  </a:moveTo>
                  <a:cubicBezTo>
                    <a:pt x="2221" y="21230"/>
                    <a:pt x="2328" y="21263"/>
                    <a:pt x="2435" y="21335"/>
                  </a:cubicBezTo>
                  <a:cubicBezTo>
                    <a:pt x="2869" y="21568"/>
                    <a:pt x="3169" y="21968"/>
                    <a:pt x="3470" y="22369"/>
                  </a:cubicBezTo>
                  <a:cubicBezTo>
                    <a:pt x="3536" y="22469"/>
                    <a:pt x="3536" y="22569"/>
                    <a:pt x="3470" y="22669"/>
                  </a:cubicBezTo>
                  <a:cubicBezTo>
                    <a:pt x="3169" y="23069"/>
                    <a:pt x="2869" y="23436"/>
                    <a:pt x="2435" y="23703"/>
                  </a:cubicBezTo>
                  <a:cubicBezTo>
                    <a:pt x="2346" y="23757"/>
                    <a:pt x="2238" y="23791"/>
                    <a:pt x="2131" y="23791"/>
                  </a:cubicBezTo>
                  <a:cubicBezTo>
                    <a:pt x="2038" y="23791"/>
                    <a:pt x="1946" y="23765"/>
                    <a:pt x="1868" y="23703"/>
                  </a:cubicBezTo>
                  <a:cubicBezTo>
                    <a:pt x="1602" y="23536"/>
                    <a:pt x="1335" y="23369"/>
                    <a:pt x="1101" y="23136"/>
                  </a:cubicBezTo>
                  <a:cubicBezTo>
                    <a:pt x="934" y="23002"/>
                    <a:pt x="901" y="22769"/>
                    <a:pt x="901" y="22535"/>
                  </a:cubicBezTo>
                  <a:cubicBezTo>
                    <a:pt x="901" y="22235"/>
                    <a:pt x="968" y="21935"/>
                    <a:pt x="1235" y="21735"/>
                  </a:cubicBezTo>
                  <a:cubicBezTo>
                    <a:pt x="1468" y="21601"/>
                    <a:pt x="1668" y="21468"/>
                    <a:pt x="1868" y="21301"/>
                  </a:cubicBezTo>
                  <a:cubicBezTo>
                    <a:pt x="1946" y="21255"/>
                    <a:pt x="2030" y="21230"/>
                    <a:pt x="2119" y="21230"/>
                  </a:cubicBezTo>
                  <a:close/>
                  <a:moveTo>
                    <a:pt x="43024" y="21228"/>
                  </a:moveTo>
                  <a:cubicBezTo>
                    <a:pt x="43134" y="21228"/>
                    <a:pt x="43249" y="21263"/>
                    <a:pt x="43365" y="21335"/>
                  </a:cubicBezTo>
                  <a:cubicBezTo>
                    <a:pt x="43598" y="21501"/>
                    <a:pt x="43798" y="21668"/>
                    <a:pt x="44032" y="21868"/>
                  </a:cubicBezTo>
                  <a:cubicBezTo>
                    <a:pt x="44199" y="22035"/>
                    <a:pt x="44232" y="22302"/>
                    <a:pt x="44232" y="22535"/>
                  </a:cubicBezTo>
                  <a:cubicBezTo>
                    <a:pt x="44232" y="22869"/>
                    <a:pt x="44132" y="23136"/>
                    <a:pt x="43865" y="23303"/>
                  </a:cubicBezTo>
                  <a:cubicBezTo>
                    <a:pt x="43698" y="23436"/>
                    <a:pt x="43498" y="23570"/>
                    <a:pt x="43331" y="23703"/>
                  </a:cubicBezTo>
                  <a:cubicBezTo>
                    <a:pt x="43221" y="23766"/>
                    <a:pt x="43111" y="23799"/>
                    <a:pt x="43004" y="23799"/>
                  </a:cubicBezTo>
                  <a:cubicBezTo>
                    <a:pt x="42885" y="23799"/>
                    <a:pt x="42770" y="23758"/>
                    <a:pt x="42664" y="23670"/>
                  </a:cubicBezTo>
                  <a:cubicBezTo>
                    <a:pt x="42264" y="23403"/>
                    <a:pt x="41964" y="23069"/>
                    <a:pt x="41697" y="22702"/>
                  </a:cubicBezTo>
                  <a:cubicBezTo>
                    <a:pt x="41597" y="22569"/>
                    <a:pt x="41597" y="22435"/>
                    <a:pt x="41697" y="22335"/>
                  </a:cubicBezTo>
                  <a:cubicBezTo>
                    <a:pt x="41997" y="22002"/>
                    <a:pt x="42297" y="21668"/>
                    <a:pt x="42631" y="21401"/>
                  </a:cubicBezTo>
                  <a:cubicBezTo>
                    <a:pt x="42744" y="21288"/>
                    <a:pt x="42880" y="21228"/>
                    <a:pt x="43024" y="21228"/>
                  </a:cubicBezTo>
                  <a:close/>
                  <a:moveTo>
                    <a:pt x="8573" y="25171"/>
                  </a:moveTo>
                  <a:cubicBezTo>
                    <a:pt x="9007" y="25571"/>
                    <a:pt x="9440" y="26005"/>
                    <a:pt x="9907" y="26372"/>
                  </a:cubicBezTo>
                  <a:cubicBezTo>
                    <a:pt x="10374" y="26738"/>
                    <a:pt x="10942" y="26939"/>
                    <a:pt x="11509" y="27072"/>
                  </a:cubicBezTo>
                  <a:cubicBezTo>
                    <a:pt x="11342" y="27472"/>
                    <a:pt x="11175" y="27839"/>
                    <a:pt x="11008" y="28240"/>
                  </a:cubicBezTo>
                  <a:cubicBezTo>
                    <a:pt x="10875" y="28607"/>
                    <a:pt x="10808" y="28973"/>
                    <a:pt x="10841" y="29374"/>
                  </a:cubicBezTo>
                  <a:cubicBezTo>
                    <a:pt x="10841" y="29741"/>
                    <a:pt x="10841" y="30141"/>
                    <a:pt x="10841" y="30541"/>
                  </a:cubicBezTo>
                  <a:cubicBezTo>
                    <a:pt x="10675" y="30541"/>
                    <a:pt x="10575" y="30508"/>
                    <a:pt x="10475" y="30475"/>
                  </a:cubicBezTo>
                  <a:cubicBezTo>
                    <a:pt x="9541" y="30241"/>
                    <a:pt x="8807" y="29674"/>
                    <a:pt x="8173" y="28973"/>
                  </a:cubicBezTo>
                  <a:cubicBezTo>
                    <a:pt x="7939" y="28740"/>
                    <a:pt x="7839" y="28473"/>
                    <a:pt x="7806" y="28173"/>
                  </a:cubicBezTo>
                  <a:cubicBezTo>
                    <a:pt x="7739" y="27205"/>
                    <a:pt x="7906" y="26271"/>
                    <a:pt x="8373" y="25438"/>
                  </a:cubicBezTo>
                  <a:cubicBezTo>
                    <a:pt x="8406" y="25371"/>
                    <a:pt x="8440" y="25304"/>
                    <a:pt x="8473" y="25271"/>
                  </a:cubicBezTo>
                  <a:cubicBezTo>
                    <a:pt x="8506" y="25237"/>
                    <a:pt x="8540" y="25204"/>
                    <a:pt x="8573" y="25171"/>
                  </a:cubicBezTo>
                  <a:close/>
                  <a:moveTo>
                    <a:pt x="36560" y="25171"/>
                  </a:moveTo>
                  <a:cubicBezTo>
                    <a:pt x="36560" y="25171"/>
                    <a:pt x="36593" y="25171"/>
                    <a:pt x="36593" y="25204"/>
                  </a:cubicBezTo>
                  <a:cubicBezTo>
                    <a:pt x="36993" y="25838"/>
                    <a:pt x="37260" y="26472"/>
                    <a:pt x="37294" y="27239"/>
                  </a:cubicBezTo>
                  <a:cubicBezTo>
                    <a:pt x="37294" y="27439"/>
                    <a:pt x="37327" y="27639"/>
                    <a:pt x="37327" y="27839"/>
                  </a:cubicBezTo>
                  <a:cubicBezTo>
                    <a:pt x="37360" y="28373"/>
                    <a:pt x="37194" y="28840"/>
                    <a:pt x="36760" y="29207"/>
                  </a:cubicBezTo>
                  <a:cubicBezTo>
                    <a:pt x="36560" y="29374"/>
                    <a:pt x="36393" y="29574"/>
                    <a:pt x="36193" y="29741"/>
                  </a:cubicBezTo>
                  <a:cubicBezTo>
                    <a:pt x="35659" y="30141"/>
                    <a:pt x="35092" y="30374"/>
                    <a:pt x="34492" y="30541"/>
                  </a:cubicBezTo>
                  <a:lnTo>
                    <a:pt x="34292" y="30541"/>
                  </a:lnTo>
                  <a:cubicBezTo>
                    <a:pt x="34292" y="30174"/>
                    <a:pt x="34292" y="29874"/>
                    <a:pt x="34292" y="29541"/>
                  </a:cubicBezTo>
                  <a:cubicBezTo>
                    <a:pt x="34358" y="28707"/>
                    <a:pt x="34091" y="27939"/>
                    <a:pt x="33691" y="27239"/>
                  </a:cubicBezTo>
                  <a:cubicBezTo>
                    <a:pt x="33658" y="27205"/>
                    <a:pt x="33658" y="27172"/>
                    <a:pt x="33591" y="27105"/>
                  </a:cubicBezTo>
                  <a:cubicBezTo>
                    <a:pt x="34191" y="26939"/>
                    <a:pt x="34759" y="26738"/>
                    <a:pt x="35226" y="26372"/>
                  </a:cubicBezTo>
                  <a:cubicBezTo>
                    <a:pt x="35693" y="26005"/>
                    <a:pt x="36126" y="25571"/>
                    <a:pt x="36560" y="25171"/>
                  </a:cubicBezTo>
                  <a:close/>
                  <a:moveTo>
                    <a:pt x="7406" y="24103"/>
                  </a:moveTo>
                  <a:cubicBezTo>
                    <a:pt x="7606" y="24270"/>
                    <a:pt x="7806" y="24403"/>
                    <a:pt x="7973" y="24537"/>
                  </a:cubicBezTo>
                  <a:cubicBezTo>
                    <a:pt x="7773" y="24937"/>
                    <a:pt x="7606" y="25337"/>
                    <a:pt x="7406" y="25704"/>
                  </a:cubicBezTo>
                  <a:cubicBezTo>
                    <a:pt x="7072" y="26438"/>
                    <a:pt x="7039" y="27205"/>
                    <a:pt x="7039" y="27973"/>
                  </a:cubicBezTo>
                  <a:cubicBezTo>
                    <a:pt x="7005" y="28340"/>
                    <a:pt x="7105" y="28707"/>
                    <a:pt x="7272" y="29040"/>
                  </a:cubicBezTo>
                  <a:cubicBezTo>
                    <a:pt x="7439" y="29307"/>
                    <a:pt x="7606" y="29507"/>
                    <a:pt x="7806" y="29707"/>
                  </a:cubicBezTo>
                  <a:cubicBezTo>
                    <a:pt x="8073" y="29974"/>
                    <a:pt x="8340" y="30241"/>
                    <a:pt x="8607" y="30441"/>
                  </a:cubicBezTo>
                  <a:cubicBezTo>
                    <a:pt x="9274" y="30908"/>
                    <a:pt x="10008" y="31208"/>
                    <a:pt x="10841" y="31342"/>
                  </a:cubicBezTo>
                  <a:cubicBezTo>
                    <a:pt x="10808" y="31609"/>
                    <a:pt x="10741" y="31842"/>
                    <a:pt x="10708" y="32076"/>
                  </a:cubicBezTo>
                  <a:cubicBezTo>
                    <a:pt x="10641" y="32076"/>
                    <a:pt x="10589" y="32090"/>
                    <a:pt x="10542" y="32090"/>
                  </a:cubicBezTo>
                  <a:cubicBezTo>
                    <a:pt x="10519" y="32090"/>
                    <a:pt x="10497" y="32087"/>
                    <a:pt x="10475" y="32076"/>
                  </a:cubicBezTo>
                  <a:cubicBezTo>
                    <a:pt x="9607" y="31976"/>
                    <a:pt x="8740" y="31842"/>
                    <a:pt x="8006" y="31342"/>
                  </a:cubicBezTo>
                  <a:cubicBezTo>
                    <a:pt x="7372" y="30908"/>
                    <a:pt x="6739" y="30508"/>
                    <a:pt x="6205" y="29974"/>
                  </a:cubicBezTo>
                  <a:cubicBezTo>
                    <a:pt x="5871" y="29641"/>
                    <a:pt x="5704" y="29240"/>
                    <a:pt x="5704" y="28773"/>
                  </a:cubicBezTo>
                  <a:cubicBezTo>
                    <a:pt x="5704" y="27739"/>
                    <a:pt x="5938" y="26772"/>
                    <a:pt x="6272" y="25804"/>
                  </a:cubicBezTo>
                  <a:cubicBezTo>
                    <a:pt x="6305" y="25638"/>
                    <a:pt x="6405" y="25471"/>
                    <a:pt x="6505" y="25337"/>
                  </a:cubicBezTo>
                  <a:cubicBezTo>
                    <a:pt x="6739" y="24971"/>
                    <a:pt x="7005" y="24637"/>
                    <a:pt x="7239" y="24270"/>
                  </a:cubicBezTo>
                  <a:cubicBezTo>
                    <a:pt x="7272" y="24237"/>
                    <a:pt x="7339" y="24170"/>
                    <a:pt x="7406" y="24103"/>
                  </a:cubicBezTo>
                  <a:close/>
                  <a:moveTo>
                    <a:pt x="37727" y="24137"/>
                  </a:moveTo>
                  <a:cubicBezTo>
                    <a:pt x="37794" y="24203"/>
                    <a:pt x="37861" y="24270"/>
                    <a:pt x="37927" y="24337"/>
                  </a:cubicBezTo>
                  <a:cubicBezTo>
                    <a:pt x="38161" y="24670"/>
                    <a:pt x="38428" y="25004"/>
                    <a:pt x="38661" y="25337"/>
                  </a:cubicBezTo>
                  <a:cubicBezTo>
                    <a:pt x="38895" y="25704"/>
                    <a:pt x="38995" y="26138"/>
                    <a:pt x="39095" y="26538"/>
                  </a:cubicBezTo>
                  <a:cubicBezTo>
                    <a:pt x="39262" y="27306"/>
                    <a:pt x="39429" y="28073"/>
                    <a:pt x="39395" y="28840"/>
                  </a:cubicBezTo>
                  <a:cubicBezTo>
                    <a:pt x="39395" y="29274"/>
                    <a:pt x="39262" y="29641"/>
                    <a:pt x="38962" y="29974"/>
                  </a:cubicBezTo>
                  <a:cubicBezTo>
                    <a:pt x="38228" y="30708"/>
                    <a:pt x="37360" y="31242"/>
                    <a:pt x="36460" y="31709"/>
                  </a:cubicBezTo>
                  <a:cubicBezTo>
                    <a:pt x="36226" y="31809"/>
                    <a:pt x="35993" y="31876"/>
                    <a:pt x="35793" y="31909"/>
                  </a:cubicBezTo>
                  <a:cubicBezTo>
                    <a:pt x="35359" y="32009"/>
                    <a:pt x="34925" y="32076"/>
                    <a:pt x="34425" y="32142"/>
                  </a:cubicBezTo>
                  <a:cubicBezTo>
                    <a:pt x="34392" y="31842"/>
                    <a:pt x="34325" y="31609"/>
                    <a:pt x="34292" y="31342"/>
                  </a:cubicBezTo>
                  <a:cubicBezTo>
                    <a:pt x="34892" y="31308"/>
                    <a:pt x="35359" y="31075"/>
                    <a:pt x="35859" y="30841"/>
                  </a:cubicBezTo>
                  <a:cubicBezTo>
                    <a:pt x="36193" y="30675"/>
                    <a:pt x="36493" y="30441"/>
                    <a:pt x="36793" y="30208"/>
                  </a:cubicBezTo>
                  <a:cubicBezTo>
                    <a:pt x="36993" y="30041"/>
                    <a:pt x="37160" y="29874"/>
                    <a:pt x="37360" y="29707"/>
                  </a:cubicBezTo>
                  <a:cubicBezTo>
                    <a:pt x="37894" y="29207"/>
                    <a:pt x="38161" y="28573"/>
                    <a:pt x="38094" y="27839"/>
                  </a:cubicBezTo>
                  <a:cubicBezTo>
                    <a:pt x="38061" y="27472"/>
                    <a:pt x="38094" y="27105"/>
                    <a:pt x="38028" y="26772"/>
                  </a:cubicBezTo>
                  <a:cubicBezTo>
                    <a:pt x="37894" y="25971"/>
                    <a:pt x="37594" y="25271"/>
                    <a:pt x="37094" y="24570"/>
                  </a:cubicBezTo>
                  <a:cubicBezTo>
                    <a:pt x="37294" y="24403"/>
                    <a:pt x="37527" y="24270"/>
                    <a:pt x="37727" y="24137"/>
                  </a:cubicBezTo>
                  <a:close/>
                  <a:moveTo>
                    <a:pt x="27153" y="33543"/>
                  </a:moveTo>
                  <a:cubicBezTo>
                    <a:pt x="27653" y="33844"/>
                    <a:pt x="28154" y="34077"/>
                    <a:pt x="28688" y="34177"/>
                  </a:cubicBezTo>
                  <a:cubicBezTo>
                    <a:pt x="28988" y="34244"/>
                    <a:pt x="29288" y="34244"/>
                    <a:pt x="29622" y="34244"/>
                  </a:cubicBezTo>
                  <a:cubicBezTo>
                    <a:pt x="29722" y="34255"/>
                    <a:pt x="29825" y="34259"/>
                    <a:pt x="29932" y="34259"/>
                  </a:cubicBezTo>
                  <a:cubicBezTo>
                    <a:pt x="30144" y="34259"/>
                    <a:pt x="30366" y="34244"/>
                    <a:pt x="30589" y="34244"/>
                  </a:cubicBezTo>
                  <a:cubicBezTo>
                    <a:pt x="30622" y="34577"/>
                    <a:pt x="30455" y="34811"/>
                    <a:pt x="30389" y="35044"/>
                  </a:cubicBezTo>
                  <a:cubicBezTo>
                    <a:pt x="30155" y="35745"/>
                    <a:pt x="29655" y="36312"/>
                    <a:pt x="29121" y="36846"/>
                  </a:cubicBezTo>
                  <a:cubicBezTo>
                    <a:pt x="28821" y="37113"/>
                    <a:pt x="28487" y="37279"/>
                    <a:pt x="28054" y="37279"/>
                  </a:cubicBezTo>
                  <a:cubicBezTo>
                    <a:pt x="27620" y="37246"/>
                    <a:pt x="27186" y="37246"/>
                    <a:pt x="26753" y="37179"/>
                  </a:cubicBezTo>
                  <a:cubicBezTo>
                    <a:pt x="26186" y="37079"/>
                    <a:pt x="25685" y="36846"/>
                    <a:pt x="25185" y="36512"/>
                  </a:cubicBezTo>
                  <a:cubicBezTo>
                    <a:pt x="25285" y="36412"/>
                    <a:pt x="25385" y="36312"/>
                    <a:pt x="25452" y="36212"/>
                  </a:cubicBezTo>
                  <a:cubicBezTo>
                    <a:pt x="25619" y="36079"/>
                    <a:pt x="25752" y="35945"/>
                    <a:pt x="25886" y="35812"/>
                  </a:cubicBezTo>
                  <a:cubicBezTo>
                    <a:pt x="26519" y="35211"/>
                    <a:pt x="26886" y="34511"/>
                    <a:pt x="27086" y="33677"/>
                  </a:cubicBezTo>
                  <a:cubicBezTo>
                    <a:pt x="27120" y="33643"/>
                    <a:pt x="27120" y="33610"/>
                    <a:pt x="27153" y="33543"/>
                  </a:cubicBezTo>
                  <a:close/>
                  <a:moveTo>
                    <a:pt x="17947" y="33577"/>
                  </a:moveTo>
                  <a:cubicBezTo>
                    <a:pt x="18113" y="33944"/>
                    <a:pt x="18247" y="34344"/>
                    <a:pt x="18414" y="34711"/>
                  </a:cubicBezTo>
                  <a:cubicBezTo>
                    <a:pt x="18580" y="35078"/>
                    <a:pt x="18847" y="35411"/>
                    <a:pt x="19147" y="35678"/>
                  </a:cubicBezTo>
                  <a:cubicBezTo>
                    <a:pt x="19414" y="35945"/>
                    <a:pt x="19681" y="36179"/>
                    <a:pt x="19981" y="36479"/>
                  </a:cubicBezTo>
                  <a:cubicBezTo>
                    <a:pt x="19714" y="36712"/>
                    <a:pt x="19448" y="36812"/>
                    <a:pt x="19214" y="36912"/>
                  </a:cubicBezTo>
                  <a:cubicBezTo>
                    <a:pt x="18580" y="37213"/>
                    <a:pt x="17913" y="37279"/>
                    <a:pt x="17213" y="37279"/>
                  </a:cubicBezTo>
                  <a:cubicBezTo>
                    <a:pt x="17174" y="37282"/>
                    <a:pt x="17137" y="37283"/>
                    <a:pt x="17099" y="37283"/>
                  </a:cubicBezTo>
                  <a:cubicBezTo>
                    <a:pt x="16617" y="37283"/>
                    <a:pt x="16219" y="37084"/>
                    <a:pt x="15878" y="36712"/>
                  </a:cubicBezTo>
                  <a:cubicBezTo>
                    <a:pt x="15712" y="36512"/>
                    <a:pt x="15511" y="36345"/>
                    <a:pt x="15345" y="36112"/>
                  </a:cubicBezTo>
                  <a:cubicBezTo>
                    <a:pt x="14944" y="35578"/>
                    <a:pt x="14678" y="34978"/>
                    <a:pt x="14511" y="34244"/>
                  </a:cubicBezTo>
                  <a:lnTo>
                    <a:pt x="14978" y="34244"/>
                  </a:lnTo>
                  <a:cubicBezTo>
                    <a:pt x="15445" y="34244"/>
                    <a:pt x="15945" y="34244"/>
                    <a:pt x="16412" y="34177"/>
                  </a:cubicBezTo>
                  <a:cubicBezTo>
                    <a:pt x="16979" y="34110"/>
                    <a:pt x="17480" y="33877"/>
                    <a:pt x="17947" y="33577"/>
                  </a:cubicBezTo>
                  <a:close/>
                  <a:moveTo>
                    <a:pt x="8129" y="35835"/>
                  </a:moveTo>
                  <a:cubicBezTo>
                    <a:pt x="8395" y="35835"/>
                    <a:pt x="8656" y="35873"/>
                    <a:pt x="8907" y="35912"/>
                  </a:cubicBezTo>
                  <a:cubicBezTo>
                    <a:pt x="9074" y="35912"/>
                    <a:pt x="9174" y="36045"/>
                    <a:pt x="9174" y="36179"/>
                  </a:cubicBezTo>
                  <a:cubicBezTo>
                    <a:pt x="9207" y="36412"/>
                    <a:pt x="9207" y="36646"/>
                    <a:pt x="9240" y="36912"/>
                  </a:cubicBezTo>
                  <a:cubicBezTo>
                    <a:pt x="9240" y="37113"/>
                    <a:pt x="9207" y="37346"/>
                    <a:pt x="9174" y="37613"/>
                  </a:cubicBezTo>
                  <a:cubicBezTo>
                    <a:pt x="9140" y="37813"/>
                    <a:pt x="9007" y="37947"/>
                    <a:pt x="8773" y="38013"/>
                  </a:cubicBezTo>
                  <a:cubicBezTo>
                    <a:pt x="8440" y="38113"/>
                    <a:pt x="8106" y="38147"/>
                    <a:pt x="7773" y="38147"/>
                  </a:cubicBezTo>
                  <a:cubicBezTo>
                    <a:pt x="7406" y="38113"/>
                    <a:pt x="6939" y="37646"/>
                    <a:pt x="6939" y="37246"/>
                  </a:cubicBezTo>
                  <a:cubicBezTo>
                    <a:pt x="6939" y="36946"/>
                    <a:pt x="7005" y="36646"/>
                    <a:pt x="7072" y="36345"/>
                  </a:cubicBezTo>
                  <a:cubicBezTo>
                    <a:pt x="7105" y="36079"/>
                    <a:pt x="7306" y="35945"/>
                    <a:pt x="7539" y="35912"/>
                  </a:cubicBezTo>
                  <a:cubicBezTo>
                    <a:pt x="7736" y="35855"/>
                    <a:pt x="7934" y="35835"/>
                    <a:pt x="8129" y="35835"/>
                  </a:cubicBezTo>
                  <a:close/>
                  <a:moveTo>
                    <a:pt x="37494" y="35878"/>
                  </a:moveTo>
                  <a:cubicBezTo>
                    <a:pt x="37827" y="35912"/>
                    <a:pt x="38028" y="36112"/>
                    <a:pt x="38094" y="36412"/>
                  </a:cubicBezTo>
                  <a:cubicBezTo>
                    <a:pt x="38128" y="36679"/>
                    <a:pt x="38194" y="36979"/>
                    <a:pt x="38194" y="37246"/>
                  </a:cubicBezTo>
                  <a:cubicBezTo>
                    <a:pt x="38194" y="37646"/>
                    <a:pt x="37761" y="38113"/>
                    <a:pt x="37360" y="38147"/>
                  </a:cubicBezTo>
                  <a:cubicBezTo>
                    <a:pt x="37027" y="38147"/>
                    <a:pt x="36693" y="38080"/>
                    <a:pt x="36393" y="38013"/>
                  </a:cubicBezTo>
                  <a:cubicBezTo>
                    <a:pt x="36126" y="37980"/>
                    <a:pt x="35993" y="37780"/>
                    <a:pt x="35959" y="37546"/>
                  </a:cubicBezTo>
                  <a:cubicBezTo>
                    <a:pt x="35926" y="37346"/>
                    <a:pt x="35893" y="37179"/>
                    <a:pt x="35893" y="37013"/>
                  </a:cubicBezTo>
                  <a:cubicBezTo>
                    <a:pt x="35893" y="36712"/>
                    <a:pt x="35926" y="36479"/>
                    <a:pt x="35959" y="36212"/>
                  </a:cubicBezTo>
                  <a:cubicBezTo>
                    <a:pt x="35959" y="36012"/>
                    <a:pt x="36059" y="35912"/>
                    <a:pt x="36260" y="35912"/>
                  </a:cubicBezTo>
                  <a:cubicBezTo>
                    <a:pt x="36660" y="35878"/>
                    <a:pt x="37094" y="35878"/>
                    <a:pt x="37494" y="35878"/>
                  </a:cubicBezTo>
                  <a:close/>
                  <a:moveTo>
                    <a:pt x="31423" y="34244"/>
                  </a:moveTo>
                  <a:cubicBezTo>
                    <a:pt x="31656" y="34277"/>
                    <a:pt x="31890" y="34344"/>
                    <a:pt x="32190" y="34377"/>
                  </a:cubicBezTo>
                  <a:cubicBezTo>
                    <a:pt x="32123" y="34744"/>
                    <a:pt x="32057" y="35111"/>
                    <a:pt x="32023" y="35445"/>
                  </a:cubicBezTo>
                  <a:cubicBezTo>
                    <a:pt x="31923" y="36345"/>
                    <a:pt x="31456" y="37046"/>
                    <a:pt x="30956" y="37746"/>
                  </a:cubicBezTo>
                  <a:cubicBezTo>
                    <a:pt x="30689" y="38180"/>
                    <a:pt x="30389" y="38547"/>
                    <a:pt x="30022" y="38914"/>
                  </a:cubicBezTo>
                  <a:cubicBezTo>
                    <a:pt x="29722" y="39181"/>
                    <a:pt x="29388" y="39348"/>
                    <a:pt x="29021" y="39348"/>
                  </a:cubicBezTo>
                  <a:cubicBezTo>
                    <a:pt x="28936" y="39350"/>
                    <a:pt x="28851" y="39351"/>
                    <a:pt x="28767" y="39351"/>
                  </a:cubicBezTo>
                  <a:cubicBezTo>
                    <a:pt x="27655" y="39351"/>
                    <a:pt x="26575" y="39145"/>
                    <a:pt x="25552" y="38680"/>
                  </a:cubicBezTo>
                  <a:cubicBezTo>
                    <a:pt x="25052" y="38414"/>
                    <a:pt x="24618" y="38047"/>
                    <a:pt x="24151" y="37713"/>
                  </a:cubicBezTo>
                  <a:cubicBezTo>
                    <a:pt x="24318" y="37480"/>
                    <a:pt x="24451" y="37279"/>
                    <a:pt x="24618" y="37046"/>
                  </a:cubicBezTo>
                  <a:cubicBezTo>
                    <a:pt x="25018" y="37379"/>
                    <a:pt x="25519" y="37580"/>
                    <a:pt x="25986" y="37746"/>
                  </a:cubicBezTo>
                  <a:cubicBezTo>
                    <a:pt x="26386" y="37913"/>
                    <a:pt x="26786" y="38013"/>
                    <a:pt x="27220" y="38013"/>
                  </a:cubicBezTo>
                  <a:cubicBezTo>
                    <a:pt x="27520" y="38013"/>
                    <a:pt x="27787" y="38047"/>
                    <a:pt x="28087" y="38047"/>
                  </a:cubicBezTo>
                  <a:cubicBezTo>
                    <a:pt x="28688" y="38047"/>
                    <a:pt x="29221" y="37846"/>
                    <a:pt x="29622" y="37413"/>
                  </a:cubicBezTo>
                  <a:cubicBezTo>
                    <a:pt x="29955" y="37079"/>
                    <a:pt x="30289" y="36746"/>
                    <a:pt x="30556" y="36379"/>
                  </a:cubicBezTo>
                  <a:cubicBezTo>
                    <a:pt x="30956" y="35778"/>
                    <a:pt x="31223" y="35111"/>
                    <a:pt x="31356" y="34411"/>
                  </a:cubicBezTo>
                  <a:cubicBezTo>
                    <a:pt x="31389" y="34377"/>
                    <a:pt x="31389" y="34311"/>
                    <a:pt x="31423" y="34244"/>
                  </a:cubicBezTo>
                  <a:close/>
                  <a:moveTo>
                    <a:pt x="13710" y="34244"/>
                  </a:moveTo>
                  <a:cubicBezTo>
                    <a:pt x="13777" y="34477"/>
                    <a:pt x="13810" y="34711"/>
                    <a:pt x="13877" y="34911"/>
                  </a:cubicBezTo>
                  <a:cubicBezTo>
                    <a:pt x="14077" y="35478"/>
                    <a:pt x="14277" y="36012"/>
                    <a:pt x="14644" y="36479"/>
                  </a:cubicBezTo>
                  <a:cubicBezTo>
                    <a:pt x="14978" y="36879"/>
                    <a:pt x="15311" y="37246"/>
                    <a:pt x="15678" y="37580"/>
                  </a:cubicBezTo>
                  <a:cubicBezTo>
                    <a:pt x="16014" y="37885"/>
                    <a:pt x="16434" y="38051"/>
                    <a:pt x="16887" y="38051"/>
                  </a:cubicBezTo>
                  <a:cubicBezTo>
                    <a:pt x="16929" y="38051"/>
                    <a:pt x="16971" y="38049"/>
                    <a:pt x="17013" y="38047"/>
                  </a:cubicBezTo>
                  <a:cubicBezTo>
                    <a:pt x="17480" y="38047"/>
                    <a:pt x="17913" y="38047"/>
                    <a:pt x="18380" y="37980"/>
                  </a:cubicBezTo>
                  <a:cubicBezTo>
                    <a:pt x="19147" y="37846"/>
                    <a:pt x="19848" y="37546"/>
                    <a:pt x="20515" y="37046"/>
                  </a:cubicBezTo>
                  <a:cubicBezTo>
                    <a:pt x="20648" y="37246"/>
                    <a:pt x="20782" y="37480"/>
                    <a:pt x="20982" y="37746"/>
                  </a:cubicBezTo>
                  <a:cubicBezTo>
                    <a:pt x="20915" y="37780"/>
                    <a:pt x="20849" y="37813"/>
                    <a:pt x="20782" y="37846"/>
                  </a:cubicBezTo>
                  <a:cubicBezTo>
                    <a:pt x="19881" y="38647"/>
                    <a:pt x="18814" y="39114"/>
                    <a:pt x="17646" y="39247"/>
                  </a:cubicBezTo>
                  <a:cubicBezTo>
                    <a:pt x="17179" y="39281"/>
                    <a:pt x="16746" y="39348"/>
                    <a:pt x="16279" y="39348"/>
                  </a:cubicBezTo>
                  <a:cubicBezTo>
                    <a:pt x="16240" y="39350"/>
                    <a:pt x="16201" y="39352"/>
                    <a:pt x="16163" y="39352"/>
                  </a:cubicBezTo>
                  <a:cubicBezTo>
                    <a:pt x="15745" y="39352"/>
                    <a:pt x="15384" y="39184"/>
                    <a:pt x="15078" y="38847"/>
                  </a:cubicBezTo>
                  <a:cubicBezTo>
                    <a:pt x="14377" y="38147"/>
                    <a:pt x="13844" y="37313"/>
                    <a:pt x="13377" y="36412"/>
                  </a:cubicBezTo>
                  <a:cubicBezTo>
                    <a:pt x="13310" y="36312"/>
                    <a:pt x="13277" y="36212"/>
                    <a:pt x="13243" y="36112"/>
                  </a:cubicBezTo>
                  <a:cubicBezTo>
                    <a:pt x="13110" y="35545"/>
                    <a:pt x="13043" y="34978"/>
                    <a:pt x="12976" y="34377"/>
                  </a:cubicBezTo>
                  <a:cubicBezTo>
                    <a:pt x="13243" y="34344"/>
                    <a:pt x="13477" y="34277"/>
                    <a:pt x="13710" y="34244"/>
                  </a:cubicBezTo>
                  <a:close/>
                  <a:moveTo>
                    <a:pt x="22617" y="5323"/>
                  </a:moveTo>
                  <a:cubicBezTo>
                    <a:pt x="22717" y="5657"/>
                    <a:pt x="22817" y="5957"/>
                    <a:pt x="22917" y="6257"/>
                  </a:cubicBezTo>
                  <a:cubicBezTo>
                    <a:pt x="23184" y="7124"/>
                    <a:pt x="23517" y="7925"/>
                    <a:pt x="24184" y="8592"/>
                  </a:cubicBezTo>
                  <a:cubicBezTo>
                    <a:pt x="24618" y="9026"/>
                    <a:pt x="25085" y="9493"/>
                    <a:pt x="25519" y="9960"/>
                  </a:cubicBezTo>
                  <a:cubicBezTo>
                    <a:pt x="26052" y="10494"/>
                    <a:pt x="26353" y="11194"/>
                    <a:pt x="26419" y="11961"/>
                  </a:cubicBezTo>
                  <a:cubicBezTo>
                    <a:pt x="26419" y="12061"/>
                    <a:pt x="26419" y="12161"/>
                    <a:pt x="26453" y="12295"/>
                  </a:cubicBezTo>
                  <a:cubicBezTo>
                    <a:pt x="26523" y="12482"/>
                    <a:pt x="26659" y="12587"/>
                    <a:pt x="26814" y="12587"/>
                  </a:cubicBezTo>
                  <a:cubicBezTo>
                    <a:pt x="26880" y="12587"/>
                    <a:pt x="26950" y="12568"/>
                    <a:pt x="27020" y="12528"/>
                  </a:cubicBezTo>
                  <a:cubicBezTo>
                    <a:pt x="27120" y="12462"/>
                    <a:pt x="27186" y="12395"/>
                    <a:pt x="27287" y="12328"/>
                  </a:cubicBezTo>
                  <a:cubicBezTo>
                    <a:pt x="27885" y="11793"/>
                    <a:pt x="28603" y="11525"/>
                    <a:pt x="29411" y="11525"/>
                  </a:cubicBezTo>
                  <a:cubicBezTo>
                    <a:pt x="29459" y="11525"/>
                    <a:pt x="29507" y="11526"/>
                    <a:pt x="29555" y="11528"/>
                  </a:cubicBezTo>
                  <a:lnTo>
                    <a:pt x="30789" y="11528"/>
                  </a:lnTo>
                  <a:cubicBezTo>
                    <a:pt x="30873" y="11531"/>
                    <a:pt x="30957" y="11533"/>
                    <a:pt x="31041" y="11533"/>
                  </a:cubicBezTo>
                  <a:cubicBezTo>
                    <a:pt x="31818" y="11533"/>
                    <a:pt x="32568" y="11389"/>
                    <a:pt x="33291" y="11027"/>
                  </a:cubicBezTo>
                  <a:cubicBezTo>
                    <a:pt x="33658" y="10860"/>
                    <a:pt x="33991" y="10660"/>
                    <a:pt x="34325" y="10494"/>
                  </a:cubicBezTo>
                  <a:lnTo>
                    <a:pt x="34692" y="10293"/>
                  </a:lnTo>
                  <a:cubicBezTo>
                    <a:pt x="34725" y="10327"/>
                    <a:pt x="34725" y="10327"/>
                    <a:pt x="34759" y="10360"/>
                  </a:cubicBezTo>
                  <a:cubicBezTo>
                    <a:pt x="34592" y="10660"/>
                    <a:pt x="34458" y="10961"/>
                    <a:pt x="34292" y="11261"/>
                  </a:cubicBezTo>
                  <a:cubicBezTo>
                    <a:pt x="33858" y="12061"/>
                    <a:pt x="33524" y="12895"/>
                    <a:pt x="33524" y="13829"/>
                  </a:cubicBezTo>
                  <a:cubicBezTo>
                    <a:pt x="33524" y="14463"/>
                    <a:pt x="33524" y="15063"/>
                    <a:pt x="33524" y="15697"/>
                  </a:cubicBezTo>
                  <a:cubicBezTo>
                    <a:pt x="33524" y="16464"/>
                    <a:pt x="33257" y="17132"/>
                    <a:pt x="32757" y="17732"/>
                  </a:cubicBezTo>
                  <a:cubicBezTo>
                    <a:pt x="32690" y="17832"/>
                    <a:pt x="32590" y="17932"/>
                    <a:pt x="32524" y="18032"/>
                  </a:cubicBezTo>
                  <a:cubicBezTo>
                    <a:pt x="32424" y="18266"/>
                    <a:pt x="32524" y="18499"/>
                    <a:pt x="32757" y="18599"/>
                  </a:cubicBezTo>
                  <a:cubicBezTo>
                    <a:pt x="32857" y="18599"/>
                    <a:pt x="32957" y="18633"/>
                    <a:pt x="33057" y="18633"/>
                  </a:cubicBezTo>
                  <a:cubicBezTo>
                    <a:pt x="33925" y="18699"/>
                    <a:pt x="34625" y="19033"/>
                    <a:pt x="35226" y="19633"/>
                  </a:cubicBezTo>
                  <a:cubicBezTo>
                    <a:pt x="35592" y="20000"/>
                    <a:pt x="35959" y="20367"/>
                    <a:pt x="36326" y="20734"/>
                  </a:cubicBezTo>
                  <a:cubicBezTo>
                    <a:pt x="37027" y="21501"/>
                    <a:pt x="37927" y="21902"/>
                    <a:pt x="38895" y="22169"/>
                  </a:cubicBezTo>
                  <a:cubicBezTo>
                    <a:pt x="39195" y="22235"/>
                    <a:pt x="39462" y="22335"/>
                    <a:pt x="39829" y="22469"/>
                  </a:cubicBezTo>
                  <a:cubicBezTo>
                    <a:pt x="39495" y="22669"/>
                    <a:pt x="39162" y="22736"/>
                    <a:pt x="38861" y="22802"/>
                  </a:cubicBezTo>
                  <a:cubicBezTo>
                    <a:pt x="37927" y="23069"/>
                    <a:pt x="37060" y="23469"/>
                    <a:pt x="36393" y="24170"/>
                  </a:cubicBezTo>
                  <a:cubicBezTo>
                    <a:pt x="35993" y="24604"/>
                    <a:pt x="35592" y="25004"/>
                    <a:pt x="35159" y="25404"/>
                  </a:cubicBezTo>
                  <a:cubicBezTo>
                    <a:pt x="34592" y="25938"/>
                    <a:pt x="33891" y="26271"/>
                    <a:pt x="33091" y="26338"/>
                  </a:cubicBezTo>
                  <a:cubicBezTo>
                    <a:pt x="32857" y="26338"/>
                    <a:pt x="32624" y="26338"/>
                    <a:pt x="32524" y="26605"/>
                  </a:cubicBezTo>
                  <a:cubicBezTo>
                    <a:pt x="32424" y="26872"/>
                    <a:pt x="32590" y="27039"/>
                    <a:pt x="32724" y="27205"/>
                  </a:cubicBezTo>
                  <a:cubicBezTo>
                    <a:pt x="33291" y="27839"/>
                    <a:pt x="33558" y="28573"/>
                    <a:pt x="33524" y="29440"/>
                  </a:cubicBezTo>
                  <a:cubicBezTo>
                    <a:pt x="33524" y="29941"/>
                    <a:pt x="33524" y="30441"/>
                    <a:pt x="33524" y="30942"/>
                  </a:cubicBezTo>
                  <a:cubicBezTo>
                    <a:pt x="33491" y="31976"/>
                    <a:pt x="33825" y="32910"/>
                    <a:pt x="34325" y="33777"/>
                  </a:cubicBezTo>
                  <a:cubicBezTo>
                    <a:pt x="34492" y="34044"/>
                    <a:pt x="34625" y="34344"/>
                    <a:pt x="34759" y="34611"/>
                  </a:cubicBezTo>
                  <a:cubicBezTo>
                    <a:pt x="34725" y="34644"/>
                    <a:pt x="34725" y="34644"/>
                    <a:pt x="34692" y="34678"/>
                  </a:cubicBezTo>
                  <a:cubicBezTo>
                    <a:pt x="34425" y="34511"/>
                    <a:pt x="34125" y="34377"/>
                    <a:pt x="33825" y="34211"/>
                  </a:cubicBezTo>
                  <a:cubicBezTo>
                    <a:pt x="32991" y="33777"/>
                    <a:pt x="32157" y="33443"/>
                    <a:pt x="31223" y="33443"/>
                  </a:cubicBezTo>
                  <a:cubicBezTo>
                    <a:pt x="30822" y="33443"/>
                    <a:pt x="30407" y="33458"/>
                    <a:pt x="29997" y="33458"/>
                  </a:cubicBezTo>
                  <a:cubicBezTo>
                    <a:pt x="29792" y="33458"/>
                    <a:pt x="29588" y="33454"/>
                    <a:pt x="29388" y="33443"/>
                  </a:cubicBezTo>
                  <a:cubicBezTo>
                    <a:pt x="28621" y="33443"/>
                    <a:pt x="27920" y="33176"/>
                    <a:pt x="27353" y="32676"/>
                  </a:cubicBezTo>
                  <a:cubicBezTo>
                    <a:pt x="27253" y="32609"/>
                    <a:pt x="27153" y="32543"/>
                    <a:pt x="27086" y="32476"/>
                  </a:cubicBezTo>
                  <a:cubicBezTo>
                    <a:pt x="26991" y="32423"/>
                    <a:pt x="26898" y="32397"/>
                    <a:pt x="26815" y="32397"/>
                  </a:cubicBezTo>
                  <a:cubicBezTo>
                    <a:pt x="26636" y="32397"/>
                    <a:pt x="26498" y="32516"/>
                    <a:pt x="26453" y="32743"/>
                  </a:cubicBezTo>
                  <a:cubicBezTo>
                    <a:pt x="26419" y="32810"/>
                    <a:pt x="26419" y="32876"/>
                    <a:pt x="26419" y="32943"/>
                  </a:cubicBezTo>
                  <a:cubicBezTo>
                    <a:pt x="26386" y="33810"/>
                    <a:pt x="26052" y="34544"/>
                    <a:pt x="25419" y="35145"/>
                  </a:cubicBezTo>
                  <a:cubicBezTo>
                    <a:pt x="25052" y="35511"/>
                    <a:pt x="24651" y="35912"/>
                    <a:pt x="24284" y="36279"/>
                  </a:cubicBezTo>
                  <a:cubicBezTo>
                    <a:pt x="23551" y="36979"/>
                    <a:pt x="23184" y="37846"/>
                    <a:pt x="22917" y="38780"/>
                  </a:cubicBezTo>
                  <a:cubicBezTo>
                    <a:pt x="22817" y="39081"/>
                    <a:pt x="22717" y="39381"/>
                    <a:pt x="22617" y="39681"/>
                  </a:cubicBezTo>
                  <a:lnTo>
                    <a:pt x="22550" y="39681"/>
                  </a:lnTo>
                  <a:cubicBezTo>
                    <a:pt x="22450" y="39381"/>
                    <a:pt x="22350" y="39047"/>
                    <a:pt x="22250" y="38747"/>
                  </a:cubicBezTo>
                  <a:cubicBezTo>
                    <a:pt x="21983" y="37846"/>
                    <a:pt x="21616" y="36979"/>
                    <a:pt x="20915" y="36312"/>
                  </a:cubicBezTo>
                  <a:cubicBezTo>
                    <a:pt x="20448" y="35878"/>
                    <a:pt x="20015" y="35478"/>
                    <a:pt x="19614" y="35011"/>
                  </a:cubicBezTo>
                  <a:cubicBezTo>
                    <a:pt x="19081" y="34477"/>
                    <a:pt x="18814" y="33810"/>
                    <a:pt x="18747" y="33076"/>
                  </a:cubicBezTo>
                  <a:cubicBezTo>
                    <a:pt x="18714" y="32943"/>
                    <a:pt x="18714" y="32843"/>
                    <a:pt x="18680" y="32709"/>
                  </a:cubicBezTo>
                  <a:cubicBezTo>
                    <a:pt x="18634" y="32524"/>
                    <a:pt x="18490" y="32402"/>
                    <a:pt x="18317" y="32402"/>
                  </a:cubicBezTo>
                  <a:cubicBezTo>
                    <a:pt x="18242" y="32402"/>
                    <a:pt x="18161" y="32425"/>
                    <a:pt x="18080" y="32476"/>
                  </a:cubicBezTo>
                  <a:cubicBezTo>
                    <a:pt x="18013" y="32509"/>
                    <a:pt x="17913" y="32576"/>
                    <a:pt x="17846" y="32643"/>
                  </a:cubicBezTo>
                  <a:cubicBezTo>
                    <a:pt x="17213" y="33210"/>
                    <a:pt x="16479" y="33477"/>
                    <a:pt x="15612" y="33477"/>
                  </a:cubicBezTo>
                  <a:cubicBezTo>
                    <a:pt x="15395" y="33460"/>
                    <a:pt x="15186" y="33460"/>
                    <a:pt x="14978" y="33460"/>
                  </a:cubicBezTo>
                  <a:cubicBezTo>
                    <a:pt x="14769" y="33460"/>
                    <a:pt x="14561" y="33460"/>
                    <a:pt x="14344" y="33443"/>
                  </a:cubicBezTo>
                  <a:cubicBezTo>
                    <a:pt x="14272" y="33441"/>
                    <a:pt x="14200" y="33439"/>
                    <a:pt x="14129" y="33439"/>
                  </a:cubicBezTo>
                  <a:cubicBezTo>
                    <a:pt x="13334" y="33439"/>
                    <a:pt x="12546" y="33610"/>
                    <a:pt x="11842" y="33977"/>
                  </a:cubicBezTo>
                  <a:cubicBezTo>
                    <a:pt x="11475" y="34144"/>
                    <a:pt x="11142" y="34344"/>
                    <a:pt x="10808" y="34511"/>
                  </a:cubicBezTo>
                  <a:cubicBezTo>
                    <a:pt x="10675" y="34577"/>
                    <a:pt x="10575" y="34611"/>
                    <a:pt x="10408" y="34711"/>
                  </a:cubicBezTo>
                  <a:cubicBezTo>
                    <a:pt x="10508" y="34344"/>
                    <a:pt x="10675" y="34044"/>
                    <a:pt x="10841" y="33777"/>
                  </a:cubicBezTo>
                  <a:cubicBezTo>
                    <a:pt x="11308" y="32943"/>
                    <a:pt x="11642" y="32042"/>
                    <a:pt x="11609" y="31042"/>
                  </a:cubicBezTo>
                  <a:cubicBezTo>
                    <a:pt x="11609" y="30475"/>
                    <a:pt x="11609" y="29874"/>
                    <a:pt x="11609" y="29307"/>
                  </a:cubicBezTo>
                  <a:cubicBezTo>
                    <a:pt x="11609" y="28540"/>
                    <a:pt x="11876" y="27873"/>
                    <a:pt x="12376" y="27272"/>
                  </a:cubicBezTo>
                  <a:cubicBezTo>
                    <a:pt x="12443" y="27172"/>
                    <a:pt x="12543" y="27072"/>
                    <a:pt x="12609" y="26972"/>
                  </a:cubicBezTo>
                  <a:cubicBezTo>
                    <a:pt x="12743" y="26705"/>
                    <a:pt x="12643" y="26472"/>
                    <a:pt x="12376" y="26405"/>
                  </a:cubicBezTo>
                  <a:cubicBezTo>
                    <a:pt x="12276" y="26372"/>
                    <a:pt x="12176" y="26338"/>
                    <a:pt x="12076" y="26338"/>
                  </a:cubicBezTo>
                  <a:cubicBezTo>
                    <a:pt x="11242" y="26305"/>
                    <a:pt x="10508" y="25971"/>
                    <a:pt x="9907" y="25337"/>
                  </a:cubicBezTo>
                  <a:cubicBezTo>
                    <a:pt x="9507" y="24937"/>
                    <a:pt x="9140" y="24570"/>
                    <a:pt x="8740" y="24203"/>
                  </a:cubicBezTo>
                  <a:cubicBezTo>
                    <a:pt x="8073" y="23469"/>
                    <a:pt x="7206" y="23103"/>
                    <a:pt x="6305" y="22836"/>
                  </a:cubicBezTo>
                  <a:cubicBezTo>
                    <a:pt x="6005" y="22769"/>
                    <a:pt x="5704" y="22636"/>
                    <a:pt x="5371" y="22535"/>
                  </a:cubicBezTo>
                  <a:cubicBezTo>
                    <a:pt x="5671" y="22369"/>
                    <a:pt x="5971" y="22269"/>
                    <a:pt x="6305" y="22169"/>
                  </a:cubicBezTo>
                  <a:cubicBezTo>
                    <a:pt x="7206" y="21902"/>
                    <a:pt x="8039" y="21568"/>
                    <a:pt x="8740" y="20868"/>
                  </a:cubicBezTo>
                  <a:cubicBezTo>
                    <a:pt x="9174" y="20401"/>
                    <a:pt x="9574" y="19967"/>
                    <a:pt x="10041" y="19533"/>
                  </a:cubicBezTo>
                  <a:cubicBezTo>
                    <a:pt x="10608" y="19033"/>
                    <a:pt x="11275" y="18733"/>
                    <a:pt x="12009" y="18666"/>
                  </a:cubicBezTo>
                  <a:cubicBezTo>
                    <a:pt x="12142" y="18666"/>
                    <a:pt x="12276" y="18666"/>
                    <a:pt x="12376" y="18599"/>
                  </a:cubicBezTo>
                  <a:cubicBezTo>
                    <a:pt x="12643" y="18533"/>
                    <a:pt x="12743" y="18299"/>
                    <a:pt x="12609" y="18066"/>
                  </a:cubicBezTo>
                  <a:cubicBezTo>
                    <a:pt x="12576" y="17966"/>
                    <a:pt x="12509" y="17899"/>
                    <a:pt x="12443" y="17832"/>
                  </a:cubicBezTo>
                  <a:cubicBezTo>
                    <a:pt x="11876" y="17165"/>
                    <a:pt x="11575" y="16398"/>
                    <a:pt x="11609" y="15530"/>
                  </a:cubicBezTo>
                  <a:cubicBezTo>
                    <a:pt x="11609" y="15130"/>
                    <a:pt x="11609" y="14697"/>
                    <a:pt x="11609" y="14296"/>
                  </a:cubicBezTo>
                  <a:cubicBezTo>
                    <a:pt x="11642" y="13429"/>
                    <a:pt x="11509" y="12595"/>
                    <a:pt x="11108" y="11794"/>
                  </a:cubicBezTo>
                  <a:cubicBezTo>
                    <a:pt x="10942" y="11461"/>
                    <a:pt x="10741" y="11094"/>
                    <a:pt x="10575" y="10760"/>
                  </a:cubicBezTo>
                  <a:cubicBezTo>
                    <a:pt x="10508" y="10627"/>
                    <a:pt x="10441" y="10527"/>
                    <a:pt x="10408" y="10360"/>
                  </a:cubicBezTo>
                  <a:lnTo>
                    <a:pt x="10408" y="10360"/>
                  </a:lnTo>
                  <a:cubicBezTo>
                    <a:pt x="10741" y="10460"/>
                    <a:pt x="11042" y="10627"/>
                    <a:pt x="11342" y="10794"/>
                  </a:cubicBezTo>
                  <a:cubicBezTo>
                    <a:pt x="12142" y="11227"/>
                    <a:pt x="13010" y="11561"/>
                    <a:pt x="13944" y="11561"/>
                  </a:cubicBezTo>
                  <a:lnTo>
                    <a:pt x="15712" y="11561"/>
                  </a:lnTo>
                  <a:cubicBezTo>
                    <a:pt x="16512" y="11561"/>
                    <a:pt x="17213" y="11828"/>
                    <a:pt x="17813" y="12328"/>
                  </a:cubicBezTo>
                  <a:cubicBezTo>
                    <a:pt x="17913" y="12428"/>
                    <a:pt x="17980" y="12495"/>
                    <a:pt x="18080" y="12528"/>
                  </a:cubicBezTo>
                  <a:cubicBezTo>
                    <a:pt x="18167" y="12583"/>
                    <a:pt x="18254" y="12609"/>
                    <a:pt x="18334" y="12609"/>
                  </a:cubicBezTo>
                  <a:cubicBezTo>
                    <a:pt x="18499" y="12609"/>
                    <a:pt x="18635" y="12497"/>
                    <a:pt x="18680" y="12295"/>
                  </a:cubicBezTo>
                  <a:cubicBezTo>
                    <a:pt x="18714" y="12195"/>
                    <a:pt x="18714" y="12095"/>
                    <a:pt x="18747" y="11961"/>
                  </a:cubicBezTo>
                  <a:cubicBezTo>
                    <a:pt x="18780" y="11161"/>
                    <a:pt x="19114" y="10494"/>
                    <a:pt x="19681" y="9926"/>
                  </a:cubicBezTo>
                  <a:cubicBezTo>
                    <a:pt x="20048" y="9526"/>
                    <a:pt x="20448" y="9126"/>
                    <a:pt x="20849" y="8759"/>
                  </a:cubicBezTo>
                  <a:cubicBezTo>
                    <a:pt x="21582" y="8058"/>
                    <a:pt x="21949" y="7191"/>
                    <a:pt x="22250" y="6257"/>
                  </a:cubicBezTo>
                  <a:cubicBezTo>
                    <a:pt x="22316" y="5924"/>
                    <a:pt x="22416" y="5623"/>
                    <a:pt x="22516" y="5323"/>
                  </a:cubicBezTo>
                  <a:close/>
                  <a:moveTo>
                    <a:pt x="22565" y="41569"/>
                  </a:moveTo>
                  <a:cubicBezTo>
                    <a:pt x="22630" y="41569"/>
                    <a:pt x="22695" y="41594"/>
                    <a:pt x="22750" y="41649"/>
                  </a:cubicBezTo>
                  <a:cubicBezTo>
                    <a:pt x="23117" y="41916"/>
                    <a:pt x="23450" y="42183"/>
                    <a:pt x="23717" y="42583"/>
                  </a:cubicBezTo>
                  <a:cubicBezTo>
                    <a:pt x="23884" y="42817"/>
                    <a:pt x="23917" y="43050"/>
                    <a:pt x="23751" y="43284"/>
                  </a:cubicBezTo>
                  <a:cubicBezTo>
                    <a:pt x="23584" y="43517"/>
                    <a:pt x="23417" y="43784"/>
                    <a:pt x="23217" y="43984"/>
                  </a:cubicBezTo>
                  <a:cubicBezTo>
                    <a:pt x="23050" y="44151"/>
                    <a:pt x="22817" y="44184"/>
                    <a:pt x="22583" y="44218"/>
                  </a:cubicBezTo>
                  <a:cubicBezTo>
                    <a:pt x="22250" y="44184"/>
                    <a:pt x="21983" y="44118"/>
                    <a:pt x="21783" y="43851"/>
                  </a:cubicBezTo>
                  <a:cubicBezTo>
                    <a:pt x="21649" y="43651"/>
                    <a:pt x="21482" y="43450"/>
                    <a:pt x="21349" y="43217"/>
                  </a:cubicBezTo>
                  <a:cubicBezTo>
                    <a:pt x="21249" y="43050"/>
                    <a:pt x="21282" y="42850"/>
                    <a:pt x="21382" y="42650"/>
                  </a:cubicBezTo>
                  <a:cubicBezTo>
                    <a:pt x="21616" y="42216"/>
                    <a:pt x="22016" y="41916"/>
                    <a:pt x="22416" y="41616"/>
                  </a:cubicBezTo>
                  <a:cubicBezTo>
                    <a:pt x="22461" y="41586"/>
                    <a:pt x="22513" y="41569"/>
                    <a:pt x="22565" y="41569"/>
                  </a:cubicBezTo>
                  <a:close/>
                  <a:moveTo>
                    <a:pt x="22487" y="1"/>
                  </a:moveTo>
                  <a:cubicBezTo>
                    <a:pt x="22116" y="1"/>
                    <a:pt x="21760" y="119"/>
                    <a:pt x="21449" y="386"/>
                  </a:cubicBezTo>
                  <a:cubicBezTo>
                    <a:pt x="21149" y="653"/>
                    <a:pt x="20949" y="987"/>
                    <a:pt x="20715" y="1287"/>
                  </a:cubicBezTo>
                  <a:cubicBezTo>
                    <a:pt x="20382" y="1821"/>
                    <a:pt x="20382" y="2354"/>
                    <a:pt x="20715" y="2855"/>
                  </a:cubicBezTo>
                  <a:cubicBezTo>
                    <a:pt x="20915" y="3155"/>
                    <a:pt x="21149" y="3388"/>
                    <a:pt x="21382" y="3655"/>
                  </a:cubicBezTo>
                  <a:cubicBezTo>
                    <a:pt x="21549" y="3822"/>
                    <a:pt x="21749" y="3956"/>
                    <a:pt x="21949" y="4089"/>
                  </a:cubicBezTo>
                  <a:cubicBezTo>
                    <a:pt x="21849" y="4756"/>
                    <a:pt x="21382" y="6257"/>
                    <a:pt x="21216" y="6491"/>
                  </a:cubicBezTo>
                  <a:cubicBezTo>
                    <a:pt x="21182" y="6457"/>
                    <a:pt x="21115" y="6424"/>
                    <a:pt x="21049" y="6391"/>
                  </a:cubicBezTo>
                  <a:cubicBezTo>
                    <a:pt x="20715" y="6157"/>
                    <a:pt x="20382" y="5890"/>
                    <a:pt x="20015" y="5657"/>
                  </a:cubicBezTo>
                  <a:cubicBezTo>
                    <a:pt x="19481" y="5357"/>
                    <a:pt x="18847" y="5223"/>
                    <a:pt x="18247" y="5090"/>
                  </a:cubicBezTo>
                  <a:cubicBezTo>
                    <a:pt x="17846" y="5023"/>
                    <a:pt x="17446" y="4956"/>
                    <a:pt x="17013" y="4856"/>
                  </a:cubicBezTo>
                  <a:cubicBezTo>
                    <a:pt x="17313" y="4623"/>
                    <a:pt x="17580" y="4389"/>
                    <a:pt x="17813" y="4156"/>
                  </a:cubicBezTo>
                  <a:cubicBezTo>
                    <a:pt x="18514" y="3522"/>
                    <a:pt x="18614" y="2688"/>
                    <a:pt x="18347" y="1987"/>
                  </a:cubicBezTo>
                  <a:cubicBezTo>
                    <a:pt x="18147" y="1520"/>
                    <a:pt x="17780" y="1187"/>
                    <a:pt x="17379" y="853"/>
                  </a:cubicBezTo>
                  <a:cubicBezTo>
                    <a:pt x="17167" y="691"/>
                    <a:pt x="16866" y="608"/>
                    <a:pt x="16550" y="608"/>
                  </a:cubicBezTo>
                  <a:cubicBezTo>
                    <a:pt x="16021" y="608"/>
                    <a:pt x="15449" y="840"/>
                    <a:pt x="15178" y="1320"/>
                  </a:cubicBezTo>
                  <a:cubicBezTo>
                    <a:pt x="14978" y="1721"/>
                    <a:pt x="14844" y="2154"/>
                    <a:pt x="14911" y="2588"/>
                  </a:cubicBezTo>
                  <a:cubicBezTo>
                    <a:pt x="14973" y="3056"/>
                    <a:pt x="15474" y="3495"/>
                    <a:pt x="15920" y="3495"/>
                  </a:cubicBezTo>
                  <a:cubicBezTo>
                    <a:pt x="15951" y="3495"/>
                    <a:pt x="15982" y="3493"/>
                    <a:pt x="16012" y="3489"/>
                  </a:cubicBezTo>
                  <a:cubicBezTo>
                    <a:pt x="16312" y="3489"/>
                    <a:pt x="16479" y="3322"/>
                    <a:pt x="16479" y="3088"/>
                  </a:cubicBezTo>
                  <a:cubicBezTo>
                    <a:pt x="16512" y="2855"/>
                    <a:pt x="16345" y="2688"/>
                    <a:pt x="16112" y="2621"/>
                  </a:cubicBezTo>
                  <a:cubicBezTo>
                    <a:pt x="15745" y="2521"/>
                    <a:pt x="15712" y="2521"/>
                    <a:pt x="15778" y="2154"/>
                  </a:cubicBezTo>
                  <a:cubicBezTo>
                    <a:pt x="15812" y="1954"/>
                    <a:pt x="15878" y="1754"/>
                    <a:pt x="16012" y="1587"/>
                  </a:cubicBezTo>
                  <a:cubicBezTo>
                    <a:pt x="16117" y="1429"/>
                    <a:pt x="16390" y="1333"/>
                    <a:pt x="16615" y="1333"/>
                  </a:cubicBezTo>
                  <a:cubicBezTo>
                    <a:pt x="16674" y="1333"/>
                    <a:pt x="16730" y="1340"/>
                    <a:pt x="16779" y="1354"/>
                  </a:cubicBezTo>
                  <a:cubicBezTo>
                    <a:pt x="17346" y="1554"/>
                    <a:pt x="17813" y="2254"/>
                    <a:pt x="17746" y="2855"/>
                  </a:cubicBezTo>
                  <a:cubicBezTo>
                    <a:pt x="17713" y="3188"/>
                    <a:pt x="17480" y="3422"/>
                    <a:pt x="17279" y="3655"/>
                  </a:cubicBezTo>
                  <a:cubicBezTo>
                    <a:pt x="16946" y="3989"/>
                    <a:pt x="16512" y="4222"/>
                    <a:pt x="16145" y="4489"/>
                  </a:cubicBezTo>
                  <a:cubicBezTo>
                    <a:pt x="15578" y="4823"/>
                    <a:pt x="14978" y="5090"/>
                    <a:pt x="14344" y="5223"/>
                  </a:cubicBezTo>
                  <a:cubicBezTo>
                    <a:pt x="14211" y="5256"/>
                    <a:pt x="14077" y="5290"/>
                    <a:pt x="13910" y="5323"/>
                  </a:cubicBezTo>
                  <a:cubicBezTo>
                    <a:pt x="13610" y="5398"/>
                    <a:pt x="13310" y="5436"/>
                    <a:pt x="12996" y="5436"/>
                  </a:cubicBezTo>
                  <a:cubicBezTo>
                    <a:pt x="12891" y="5436"/>
                    <a:pt x="12784" y="5432"/>
                    <a:pt x="12676" y="5423"/>
                  </a:cubicBezTo>
                  <a:cubicBezTo>
                    <a:pt x="12109" y="5390"/>
                    <a:pt x="11675" y="5023"/>
                    <a:pt x="11609" y="4489"/>
                  </a:cubicBezTo>
                  <a:cubicBezTo>
                    <a:pt x="11575" y="4222"/>
                    <a:pt x="11609" y="3922"/>
                    <a:pt x="11642" y="3622"/>
                  </a:cubicBezTo>
                  <a:cubicBezTo>
                    <a:pt x="11642" y="3455"/>
                    <a:pt x="11775" y="3355"/>
                    <a:pt x="11909" y="3255"/>
                  </a:cubicBezTo>
                  <a:cubicBezTo>
                    <a:pt x="12068" y="3124"/>
                    <a:pt x="12222" y="3063"/>
                    <a:pt x="12374" y="3063"/>
                  </a:cubicBezTo>
                  <a:cubicBezTo>
                    <a:pt x="12572" y="3063"/>
                    <a:pt x="12769" y="3167"/>
                    <a:pt x="12976" y="3355"/>
                  </a:cubicBezTo>
                  <a:cubicBezTo>
                    <a:pt x="13243" y="3555"/>
                    <a:pt x="13243" y="3589"/>
                    <a:pt x="13043" y="3889"/>
                  </a:cubicBezTo>
                  <a:cubicBezTo>
                    <a:pt x="12910" y="4122"/>
                    <a:pt x="12943" y="4356"/>
                    <a:pt x="13110" y="4489"/>
                  </a:cubicBezTo>
                  <a:cubicBezTo>
                    <a:pt x="13188" y="4552"/>
                    <a:pt x="13282" y="4585"/>
                    <a:pt x="13380" y="4585"/>
                  </a:cubicBezTo>
                  <a:cubicBezTo>
                    <a:pt x="13490" y="4585"/>
                    <a:pt x="13605" y="4544"/>
                    <a:pt x="13710" y="4456"/>
                  </a:cubicBezTo>
                  <a:cubicBezTo>
                    <a:pt x="14077" y="4156"/>
                    <a:pt x="14244" y="3388"/>
                    <a:pt x="13844" y="2988"/>
                  </a:cubicBezTo>
                  <a:cubicBezTo>
                    <a:pt x="13577" y="2721"/>
                    <a:pt x="13310" y="2521"/>
                    <a:pt x="12976" y="2388"/>
                  </a:cubicBezTo>
                  <a:cubicBezTo>
                    <a:pt x="12798" y="2324"/>
                    <a:pt x="12620" y="2295"/>
                    <a:pt x="12448" y="2295"/>
                  </a:cubicBezTo>
                  <a:cubicBezTo>
                    <a:pt x="11812" y="2295"/>
                    <a:pt x="11251" y="2690"/>
                    <a:pt x="11042" y="3188"/>
                  </a:cubicBezTo>
                  <a:cubicBezTo>
                    <a:pt x="10775" y="3822"/>
                    <a:pt x="10741" y="4523"/>
                    <a:pt x="11075" y="5156"/>
                  </a:cubicBezTo>
                  <a:cubicBezTo>
                    <a:pt x="11457" y="5889"/>
                    <a:pt x="12113" y="6226"/>
                    <a:pt x="12897" y="6226"/>
                  </a:cubicBezTo>
                  <a:cubicBezTo>
                    <a:pt x="12934" y="6226"/>
                    <a:pt x="12972" y="6225"/>
                    <a:pt x="13010" y="6224"/>
                  </a:cubicBezTo>
                  <a:cubicBezTo>
                    <a:pt x="13343" y="6190"/>
                    <a:pt x="13643" y="6157"/>
                    <a:pt x="13944" y="6124"/>
                  </a:cubicBezTo>
                  <a:lnTo>
                    <a:pt x="13944" y="6124"/>
                  </a:lnTo>
                  <a:cubicBezTo>
                    <a:pt x="13543" y="6791"/>
                    <a:pt x="13143" y="7425"/>
                    <a:pt x="12743" y="8092"/>
                  </a:cubicBezTo>
                  <a:cubicBezTo>
                    <a:pt x="12543" y="8425"/>
                    <a:pt x="12443" y="8826"/>
                    <a:pt x="12376" y="9226"/>
                  </a:cubicBezTo>
                  <a:cubicBezTo>
                    <a:pt x="12309" y="9560"/>
                    <a:pt x="12242" y="9926"/>
                    <a:pt x="12176" y="10293"/>
                  </a:cubicBezTo>
                  <a:cubicBezTo>
                    <a:pt x="11876" y="10227"/>
                    <a:pt x="10308" y="9359"/>
                    <a:pt x="9974" y="9059"/>
                  </a:cubicBezTo>
                  <a:cubicBezTo>
                    <a:pt x="10008" y="8859"/>
                    <a:pt x="10008" y="8692"/>
                    <a:pt x="10041" y="8492"/>
                  </a:cubicBezTo>
                  <a:cubicBezTo>
                    <a:pt x="10074" y="8025"/>
                    <a:pt x="10074" y="7591"/>
                    <a:pt x="9907" y="7158"/>
                  </a:cubicBezTo>
                  <a:cubicBezTo>
                    <a:pt x="9774" y="6758"/>
                    <a:pt x="9541" y="6424"/>
                    <a:pt x="9074" y="6291"/>
                  </a:cubicBezTo>
                  <a:cubicBezTo>
                    <a:pt x="8707" y="6224"/>
                    <a:pt x="8340" y="6157"/>
                    <a:pt x="7939" y="6090"/>
                  </a:cubicBezTo>
                  <a:cubicBezTo>
                    <a:pt x="7900" y="6086"/>
                    <a:pt x="7860" y="6084"/>
                    <a:pt x="7821" y="6084"/>
                  </a:cubicBezTo>
                  <a:cubicBezTo>
                    <a:pt x="7561" y="6084"/>
                    <a:pt x="7304" y="6175"/>
                    <a:pt x="7072" y="6291"/>
                  </a:cubicBezTo>
                  <a:cubicBezTo>
                    <a:pt x="6472" y="6624"/>
                    <a:pt x="6138" y="7158"/>
                    <a:pt x="6138" y="7825"/>
                  </a:cubicBezTo>
                  <a:cubicBezTo>
                    <a:pt x="6171" y="8125"/>
                    <a:pt x="6171" y="8425"/>
                    <a:pt x="6238" y="8692"/>
                  </a:cubicBezTo>
                  <a:cubicBezTo>
                    <a:pt x="6338" y="9359"/>
                    <a:pt x="6739" y="9793"/>
                    <a:pt x="7439" y="9926"/>
                  </a:cubicBezTo>
                  <a:cubicBezTo>
                    <a:pt x="7659" y="9982"/>
                    <a:pt x="7890" y="10006"/>
                    <a:pt x="8119" y="10006"/>
                  </a:cubicBezTo>
                  <a:cubicBezTo>
                    <a:pt x="8307" y="10006"/>
                    <a:pt x="8493" y="9990"/>
                    <a:pt x="8673" y="9960"/>
                  </a:cubicBezTo>
                  <a:cubicBezTo>
                    <a:pt x="8840" y="9960"/>
                    <a:pt x="8973" y="9960"/>
                    <a:pt x="9107" y="9926"/>
                  </a:cubicBezTo>
                  <a:cubicBezTo>
                    <a:pt x="9574" y="10560"/>
                    <a:pt x="10274" y="11895"/>
                    <a:pt x="10308" y="12161"/>
                  </a:cubicBezTo>
                  <a:cubicBezTo>
                    <a:pt x="10241" y="12161"/>
                    <a:pt x="10174" y="12161"/>
                    <a:pt x="10108" y="12195"/>
                  </a:cubicBezTo>
                  <a:cubicBezTo>
                    <a:pt x="9674" y="12261"/>
                    <a:pt x="9274" y="12328"/>
                    <a:pt x="8840" y="12428"/>
                  </a:cubicBezTo>
                  <a:cubicBezTo>
                    <a:pt x="8306" y="12528"/>
                    <a:pt x="7839" y="12862"/>
                    <a:pt x="7372" y="13129"/>
                  </a:cubicBezTo>
                  <a:cubicBezTo>
                    <a:pt x="6972" y="13396"/>
                    <a:pt x="6605" y="13662"/>
                    <a:pt x="6171" y="13963"/>
                  </a:cubicBezTo>
                  <a:cubicBezTo>
                    <a:pt x="6205" y="13562"/>
                    <a:pt x="6238" y="13229"/>
                    <a:pt x="6238" y="12895"/>
                  </a:cubicBezTo>
                  <a:cubicBezTo>
                    <a:pt x="6305" y="11895"/>
                    <a:pt x="5671" y="11194"/>
                    <a:pt x="5071" y="10961"/>
                  </a:cubicBezTo>
                  <a:cubicBezTo>
                    <a:pt x="4792" y="10856"/>
                    <a:pt x="4504" y="10806"/>
                    <a:pt x="4211" y="10806"/>
                  </a:cubicBezTo>
                  <a:cubicBezTo>
                    <a:pt x="3944" y="10806"/>
                    <a:pt x="3673" y="10848"/>
                    <a:pt x="3403" y="10927"/>
                  </a:cubicBezTo>
                  <a:cubicBezTo>
                    <a:pt x="2869" y="11094"/>
                    <a:pt x="2335" y="11761"/>
                    <a:pt x="2335" y="12328"/>
                  </a:cubicBezTo>
                  <a:cubicBezTo>
                    <a:pt x="2335" y="12962"/>
                    <a:pt x="2602" y="13462"/>
                    <a:pt x="3103" y="13829"/>
                  </a:cubicBezTo>
                  <a:cubicBezTo>
                    <a:pt x="3259" y="13959"/>
                    <a:pt x="3470" y="14018"/>
                    <a:pt x="3686" y="14018"/>
                  </a:cubicBezTo>
                  <a:cubicBezTo>
                    <a:pt x="4025" y="14018"/>
                    <a:pt x="4374" y="13873"/>
                    <a:pt x="4537" y="13629"/>
                  </a:cubicBezTo>
                  <a:cubicBezTo>
                    <a:pt x="4670" y="13429"/>
                    <a:pt x="4670" y="13195"/>
                    <a:pt x="4504" y="13029"/>
                  </a:cubicBezTo>
                  <a:cubicBezTo>
                    <a:pt x="4429" y="12954"/>
                    <a:pt x="4333" y="12910"/>
                    <a:pt x="4228" y="12910"/>
                  </a:cubicBezTo>
                  <a:cubicBezTo>
                    <a:pt x="4145" y="12910"/>
                    <a:pt x="4058" y="12937"/>
                    <a:pt x="3970" y="12995"/>
                  </a:cubicBezTo>
                  <a:cubicBezTo>
                    <a:pt x="3937" y="13029"/>
                    <a:pt x="3870" y="13062"/>
                    <a:pt x="3836" y="13095"/>
                  </a:cubicBezTo>
                  <a:cubicBezTo>
                    <a:pt x="3790" y="13142"/>
                    <a:pt x="3736" y="13167"/>
                    <a:pt x="3682" y="13167"/>
                  </a:cubicBezTo>
                  <a:cubicBezTo>
                    <a:pt x="3620" y="13167"/>
                    <a:pt x="3556" y="13134"/>
                    <a:pt x="3503" y="13062"/>
                  </a:cubicBezTo>
                  <a:cubicBezTo>
                    <a:pt x="3470" y="12995"/>
                    <a:pt x="3403" y="12962"/>
                    <a:pt x="3336" y="12895"/>
                  </a:cubicBezTo>
                  <a:cubicBezTo>
                    <a:pt x="3069" y="12528"/>
                    <a:pt x="3069" y="12195"/>
                    <a:pt x="3303" y="11861"/>
                  </a:cubicBezTo>
                  <a:cubicBezTo>
                    <a:pt x="3436" y="11628"/>
                    <a:pt x="3636" y="11594"/>
                    <a:pt x="3870" y="11561"/>
                  </a:cubicBezTo>
                  <a:cubicBezTo>
                    <a:pt x="3994" y="11545"/>
                    <a:pt x="4117" y="11535"/>
                    <a:pt x="4237" y="11535"/>
                  </a:cubicBezTo>
                  <a:cubicBezTo>
                    <a:pt x="4630" y="11535"/>
                    <a:pt x="4990" y="11644"/>
                    <a:pt x="5271" y="12028"/>
                  </a:cubicBezTo>
                  <a:cubicBezTo>
                    <a:pt x="5438" y="12261"/>
                    <a:pt x="5504" y="12528"/>
                    <a:pt x="5504" y="12795"/>
                  </a:cubicBezTo>
                  <a:cubicBezTo>
                    <a:pt x="5504" y="13496"/>
                    <a:pt x="5371" y="14163"/>
                    <a:pt x="5137" y="14797"/>
                  </a:cubicBezTo>
                  <a:cubicBezTo>
                    <a:pt x="4971" y="15297"/>
                    <a:pt x="4804" y="15831"/>
                    <a:pt x="4437" y="16231"/>
                  </a:cubicBezTo>
                  <a:cubicBezTo>
                    <a:pt x="4370" y="16298"/>
                    <a:pt x="4370" y="16364"/>
                    <a:pt x="4303" y="16431"/>
                  </a:cubicBezTo>
                  <a:cubicBezTo>
                    <a:pt x="4037" y="16765"/>
                    <a:pt x="3803" y="17132"/>
                    <a:pt x="3470" y="17432"/>
                  </a:cubicBezTo>
                  <a:cubicBezTo>
                    <a:pt x="3255" y="17628"/>
                    <a:pt x="3002" y="17729"/>
                    <a:pt x="2742" y="17729"/>
                  </a:cubicBezTo>
                  <a:cubicBezTo>
                    <a:pt x="2517" y="17729"/>
                    <a:pt x="2285" y="17653"/>
                    <a:pt x="2069" y="17499"/>
                  </a:cubicBezTo>
                  <a:cubicBezTo>
                    <a:pt x="1835" y="17332"/>
                    <a:pt x="1668" y="17098"/>
                    <a:pt x="1501" y="16898"/>
                  </a:cubicBezTo>
                  <a:cubicBezTo>
                    <a:pt x="1435" y="16765"/>
                    <a:pt x="1401" y="16598"/>
                    <a:pt x="1401" y="16464"/>
                  </a:cubicBezTo>
                  <a:cubicBezTo>
                    <a:pt x="1435" y="16031"/>
                    <a:pt x="1702" y="15797"/>
                    <a:pt x="2169" y="15731"/>
                  </a:cubicBezTo>
                  <a:cubicBezTo>
                    <a:pt x="2263" y="15714"/>
                    <a:pt x="2337" y="15703"/>
                    <a:pt x="2397" y="15703"/>
                  </a:cubicBezTo>
                  <a:cubicBezTo>
                    <a:pt x="2570" y="15703"/>
                    <a:pt x="2619" y="15791"/>
                    <a:pt x="2669" y="16064"/>
                  </a:cubicBezTo>
                  <a:cubicBezTo>
                    <a:pt x="2669" y="16098"/>
                    <a:pt x="2669" y="16098"/>
                    <a:pt x="2702" y="16098"/>
                  </a:cubicBezTo>
                  <a:cubicBezTo>
                    <a:pt x="2769" y="16331"/>
                    <a:pt x="2936" y="16464"/>
                    <a:pt x="3136" y="16464"/>
                  </a:cubicBezTo>
                  <a:cubicBezTo>
                    <a:pt x="3336" y="16431"/>
                    <a:pt x="3503" y="16298"/>
                    <a:pt x="3536" y="16064"/>
                  </a:cubicBezTo>
                  <a:cubicBezTo>
                    <a:pt x="3636" y="15497"/>
                    <a:pt x="3169" y="14930"/>
                    <a:pt x="2602" y="14897"/>
                  </a:cubicBezTo>
                  <a:cubicBezTo>
                    <a:pt x="2520" y="14889"/>
                    <a:pt x="2439" y="14885"/>
                    <a:pt x="2360" y="14885"/>
                  </a:cubicBezTo>
                  <a:cubicBezTo>
                    <a:pt x="2085" y="14885"/>
                    <a:pt x="1827" y="14934"/>
                    <a:pt x="1568" y="15063"/>
                  </a:cubicBezTo>
                  <a:cubicBezTo>
                    <a:pt x="734" y="15430"/>
                    <a:pt x="401" y="16498"/>
                    <a:pt x="901" y="17265"/>
                  </a:cubicBezTo>
                  <a:cubicBezTo>
                    <a:pt x="1135" y="17632"/>
                    <a:pt x="1435" y="17932"/>
                    <a:pt x="1802" y="18166"/>
                  </a:cubicBezTo>
                  <a:cubicBezTo>
                    <a:pt x="2106" y="18358"/>
                    <a:pt x="2465" y="18458"/>
                    <a:pt x="2818" y="18458"/>
                  </a:cubicBezTo>
                  <a:cubicBezTo>
                    <a:pt x="3200" y="18458"/>
                    <a:pt x="3575" y="18341"/>
                    <a:pt x="3870" y="18099"/>
                  </a:cubicBezTo>
                  <a:cubicBezTo>
                    <a:pt x="4203" y="17832"/>
                    <a:pt x="4470" y="17465"/>
                    <a:pt x="4770" y="17165"/>
                  </a:cubicBezTo>
                  <a:cubicBezTo>
                    <a:pt x="4837" y="17132"/>
                    <a:pt x="4871" y="17065"/>
                    <a:pt x="4937" y="16998"/>
                  </a:cubicBezTo>
                  <a:cubicBezTo>
                    <a:pt x="5037" y="17465"/>
                    <a:pt x="5104" y="17899"/>
                    <a:pt x="5171" y="18332"/>
                  </a:cubicBezTo>
                  <a:cubicBezTo>
                    <a:pt x="5371" y="19166"/>
                    <a:pt x="5604" y="19967"/>
                    <a:pt x="6205" y="20634"/>
                  </a:cubicBezTo>
                  <a:cubicBezTo>
                    <a:pt x="6338" y="20801"/>
                    <a:pt x="6438" y="21001"/>
                    <a:pt x="6572" y="21201"/>
                  </a:cubicBezTo>
                  <a:cubicBezTo>
                    <a:pt x="6305" y="21368"/>
                    <a:pt x="4604" y="21835"/>
                    <a:pt x="4170" y="21902"/>
                  </a:cubicBezTo>
                  <a:cubicBezTo>
                    <a:pt x="4037" y="21735"/>
                    <a:pt x="3870" y="21535"/>
                    <a:pt x="3736" y="21368"/>
                  </a:cubicBezTo>
                  <a:cubicBezTo>
                    <a:pt x="3470" y="21068"/>
                    <a:pt x="3169" y="20768"/>
                    <a:pt x="2802" y="20601"/>
                  </a:cubicBezTo>
                  <a:cubicBezTo>
                    <a:pt x="2580" y="20489"/>
                    <a:pt x="2347" y="20419"/>
                    <a:pt x="2120" y="20419"/>
                  </a:cubicBezTo>
                  <a:cubicBezTo>
                    <a:pt x="1940" y="20419"/>
                    <a:pt x="1764" y="20464"/>
                    <a:pt x="1602" y="20567"/>
                  </a:cubicBezTo>
                  <a:cubicBezTo>
                    <a:pt x="1268" y="20768"/>
                    <a:pt x="1001" y="20968"/>
                    <a:pt x="701" y="21201"/>
                  </a:cubicBezTo>
                  <a:cubicBezTo>
                    <a:pt x="367" y="21435"/>
                    <a:pt x="201" y="21768"/>
                    <a:pt x="134" y="22135"/>
                  </a:cubicBezTo>
                  <a:cubicBezTo>
                    <a:pt x="0" y="22669"/>
                    <a:pt x="100" y="23203"/>
                    <a:pt x="467" y="23603"/>
                  </a:cubicBezTo>
                  <a:cubicBezTo>
                    <a:pt x="734" y="23903"/>
                    <a:pt x="1034" y="24103"/>
                    <a:pt x="1335" y="24337"/>
                  </a:cubicBezTo>
                  <a:cubicBezTo>
                    <a:pt x="1602" y="24504"/>
                    <a:pt x="1877" y="24587"/>
                    <a:pt x="2152" y="24587"/>
                  </a:cubicBezTo>
                  <a:cubicBezTo>
                    <a:pt x="2427" y="24587"/>
                    <a:pt x="2702" y="24504"/>
                    <a:pt x="2969" y="24337"/>
                  </a:cubicBezTo>
                  <a:cubicBezTo>
                    <a:pt x="3303" y="24137"/>
                    <a:pt x="3570" y="23870"/>
                    <a:pt x="3803" y="23570"/>
                  </a:cubicBezTo>
                  <a:cubicBezTo>
                    <a:pt x="3937" y="23436"/>
                    <a:pt x="4037" y="23269"/>
                    <a:pt x="4170" y="23103"/>
                  </a:cubicBezTo>
                  <a:cubicBezTo>
                    <a:pt x="5071" y="23269"/>
                    <a:pt x="6338" y="23670"/>
                    <a:pt x="6572" y="23836"/>
                  </a:cubicBezTo>
                  <a:cubicBezTo>
                    <a:pt x="6171" y="24470"/>
                    <a:pt x="5604" y="25004"/>
                    <a:pt x="5438" y="25771"/>
                  </a:cubicBezTo>
                  <a:cubicBezTo>
                    <a:pt x="5271" y="26505"/>
                    <a:pt x="5071" y="27239"/>
                    <a:pt x="4904" y="28006"/>
                  </a:cubicBezTo>
                  <a:cubicBezTo>
                    <a:pt x="4704" y="27739"/>
                    <a:pt x="4470" y="27506"/>
                    <a:pt x="4270" y="27239"/>
                  </a:cubicBezTo>
                  <a:cubicBezTo>
                    <a:pt x="3845" y="26769"/>
                    <a:pt x="3330" y="26569"/>
                    <a:pt x="2825" y="26569"/>
                  </a:cubicBezTo>
                  <a:cubicBezTo>
                    <a:pt x="2577" y="26569"/>
                    <a:pt x="2332" y="26617"/>
                    <a:pt x="2102" y="26705"/>
                  </a:cubicBezTo>
                  <a:cubicBezTo>
                    <a:pt x="1568" y="26872"/>
                    <a:pt x="1201" y="27272"/>
                    <a:pt x="901" y="27706"/>
                  </a:cubicBezTo>
                  <a:cubicBezTo>
                    <a:pt x="467" y="28440"/>
                    <a:pt x="701" y="29474"/>
                    <a:pt x="1435" y="29874"/>
                  </a:cubicBezTo>
                  <a:cubicBezTo>
                    <a:pt x="1727" y="30060"/>
                    <a:pt x="2061" y="30161"/>
                    <a:pt x="2421" y="30161"/>
                  </a:cubicBezTo>
                  <a:cubicBezTo>
                    <a:pt x="2513" y="30161"/>
                    <a:pt x="2607" y="30155"/>
                    <a:pt x="2702" y="30141"/>
                  </a:cubicBezTo>
                  <a:cubicBezTo>
                    <a:pt x="3203" y="30074"/>
                    <a:pt x="3636" y="29440"/>
                    <a:pt x="3536" y="28940"/>
                  </a:cubicBezTo>
                  <a:cubicBezTo>
                    <a:pt x="3503" y="28707"/>
                    <a:pt x="3336" y="28573"/>
                    <a:pt x="3136" y="28573"/>
                  </a:cubicBezTo>
                  <a:cubicBezTo>
                    <a:pt x="2936" y="28573"/>
                    <a:pt x="2769" y="28673"/>
                    <a:pt x="2702" y="28873"/>
                  </a:cubicBezTo>
                  <a:cubicBezTo>
                    <a:pt x="2669" y="28940"/>
                    <a:pt x="2669" y="29007"/>
                    <a:pt x="2669" y="29107"/>
                  </a:cubicBezTo>
                  <a:cubicBezTo>
                    <a:pt x="2636" y="29207"/>
                    <a:pt x="2569" y="29274"/>
                    <a:pt x="2435" y="29307"/>
                  </a:cubicBezTo>
                  <a:cubicBezTo>
                    <a:pt x="2169" y="29307"/>
                    <a:pt x="1935" y="29274"/>
                    <a:pt x="1702" y="29107"/>
                  </a:cubicBezTo>
                  <a:cubicBezTo>
                    <a:pt x="1468" y="28940"/>
                    <a:pt x="1335" y="28540"/>
                    <a:pt x="1435" y="28273"/>
                  </a:cubicBezTo>
                  <a:cubicBezTo>
                    <a:pt x="1595" y="27726"/>
                    <a:pt x="2283" y="27304"/>
                    <a:pt x="2840" y="27304"/>
                  </a:cubicBezTo>
                  <a:cubicBezTo>
                    <a:pt x="2861" y="27304"/>
                    <a:pt x="2882" y="27304"/>
                    <a:pt x="2902" y="27306"/>
                  </a:cubicBezTo>
                  <a:cubicBezTo>
                    <a:pt x="3236" y="27339"/>
                    <a:pt x="3470" y="27539"/>
                    <a:pt x="3703" y="27773"/>
                  </a:cubicBezTo>
                  <a:cubicBezTo>
                    <a:pt x="4003" y="28073"/>
                    <a:pt x="4237" y="28440"/>
                    <a:pt x="4470" y="28807"/>
                  </a:cubicBezTo>
                  <a:cubicBezTo>
                    <a:pt x="4904" y="29440"/>
                    <a:pt x="5171" y="30141"/>
                    <a:pt x="5304" y="30875"/>
                  </a:cubicBezTo>
                  <a:cubicBezTo>
                    <a:pt x="5338" y="31008"/>
                    <a:pt x="5371" y="31108"/>
                    <a:pt x="5404" y="31242"/>
                  </a:cubicBezTo>
                  <a:cubicBezTo>
                    <a:pt x="5471" y="31642"/>
                    <a:pt x="5538" y="32076"/>
                    <a:pt x="5471" y="32476"/>
                  </a:cubicBezTo>
                  <a:cubicBezTo>
                    <a:pt x="5404" y="32976"/>
                    <a:pt x="5071" y="33343"/>
                    <a:pt x="4570" y="33443"/>
                  </a:cubicBezTo>
                  <a:cubicBezTo>
                    <a:pt x="4435" y="33473"/>
                    <a:pt x="4300" y="33490"/>
                    <a:pt x="4165" y="33490"/>
                  </a:cubicBezTo>
                  <a:cubicBezTo>
                    <a:pt x="4000" y="33490"/>
                    <a:pt x="3835" y="33465"/>
                    <a:pt x="3670" y="33410"/>
                  </a:cubicBezTo>
                  <a:cubicBezTo>
                    <a:pt x="3536" y="33377"/>
                    <a:pt x="3436" y="33310"/>
                    <a:pt x="3336" y="33210"/>
                  </a:cubicBezTo>
                  <a:cubicBezTo>
                    <a:pt x="3069" y="32843"/>
                    <a:pt x="3069" y="32476"/>
                    <a:pt x="3403" y="32109"/>
                  </a:cubicBezTo>
                  <a:cubicBezTo>
                    <a:pt x="3533" y="31960"/>
                    <a:pt x="3601" y="31894"/>
                    <a:pt x="3688" y="31894"/>
                  </a:cubicBezTo>
                  <a:cubicBezTo>
                    <a:pt x="3757" y="31894"/>
                    <a:pt x="3837" y="31935"/>
                    <a:pt x="3970" y="32009"/>
                  </a:cubicBezTo>
                  <a:cubicBezTo>
                    <a:pt x="4064" y="32072"/>
                    <a:pt x="4166" y="32105"/>
                    <a:pt x="4265" y="32105"/>
                  </a:cubicBezTo>
                  <a:cubicBezTo>
                    <a:pt x="4376" y="32105"/>
                    <a:pt x="4482" y="32064"/>
                    <a:pt x="4570" y="31976"/>
                  </a:cubicBezTo>
                  <a:cubicBezTo>
                    <a:pt x="4704" y="31809"/>
                    <a:pt x="4704" y="31575"/>
                    <a:pt x="4537" y="31375"/>
                  </a:cubicBezTo>
                  <a:cubicBezTo>
                    <a:pt x="4331" y="31131"/>
                    <a:pt x="4019" y="31004"/>
                    <a:pt x="3709" y="31004"/>
                  </a:cubicBezTo>
                  <a:cubicBezTo>
                    <a:pt x="3467" y="31004"/>
                    <a:pt x="3226" y="31081"/>
                    <a:pt x="3036" y="31242"/>
                  </a:cubicBezTo>
                  <a:cubicBezTo>
                    <a:pt x="2769" y="31509"/>
                    <a:pt x="2569" y="31809"/>
                    <a:pt x="2435" y="32176"/>
                  </a:cubicBezTo>
                  <a:cubicBezTo>
                    <a:pt x="2169" y="32943"/>
                    <a:pt x="2669" y="33910"/>
                    <a:pt x="3470" y="34110"/>
                  </a:cubicBezTo>
                  <a:cubicBezTo>
                    <a:pt x="3723" y="34174"/>
                    <a:pt x="3977" y="34197"/>
                    <a:pt x="4239" y="34197"/>
                  </a:cubicBezTo>
                  <a:cubicBezTo>
                    <a:pt x="4391" y="34197"/>
                    <a:pt x="4545" y="34189"/>
                    <a:pt x="4704" y="34177"/>
                  </a:cubicBezTo>
                  <a:cubicBezTo>
                    <a:pt x="5538" y="34044"/>
                    <a:pt x="6238" y="33176"/>
                    <a:pt x="6238" y="32443"/>
                  </a:cubicBezTo>
                  <a:cubicBezTo>
                    <a:pt x="6238" y="32009"/>
                    <a:pt x="6238" y="31575"/>
                    <a:pt x="6238" y="31108"/>
                  </a:cubicBezTo>
                  <a:cubicBezTo>
                    <a:pt x="6272" y="31108"/>
                    <a:pt x="6305" y="31142"/>
                    <a:pt x="6338" y="31175"/>
                  </a:cubicBezTo>
                  <a:cubicBezTo>
                    <a:pt x="6972" y="31575"/>
                    <a:pt x="7572" y="31976"/>
                    <a:pt x="8206" y="32343"/>
                  </a:cubicBezTo>
                  <a:cubicBezTo>
                    <a:pt x="8540" y="32543"/>
                    <a:pt x="8907" y="32609"/>
                    <a:pt x="9274" y="32709"/>
                  </a:cubicBezTo>
                  <a:cubicBezTo>
                    <a:pt x="9641" y="32776"/>
                    <a:pt x="10008" y="32810"/>
                    <a:pt x="10341" y="32876"/>
                  </a:cubicBezTo>
                  <a:cubicBezTo>
                    <a:pt x="10274" y="33210"/>
                    <a:pt x="9407" y="34778"/>
                    <a:pt x="9107" y="35078"/>
                  </a:cubicBezTo>
                  <a:cubicBezTo>
                    <a:pt x="8973" y="35078"/>
                    <a:pt x="8773" y="35044"/>
                    <a:pt x="8607" y="35044"/>
                  </a:cubicBezTo>
                  <a:cubicBezTo>
                    <a:pt x="8426" y="35019"/>
                    <a:pt x="8245" y="35003"/>
                    <a:pt x="8066" y="35003"/>
                  </a:cubicBezTo>
                  <a:cubicBezTo>
                    <a:pt x="7783" y="35003"/>
                    <a:pt x="7505" y="35042"/>
                    <a:pt x="7239" y="35145"/>
                  </a:cubicBezTo>
                  <a:cubicBezTo>
                    <a:pt x="6805" y="35278"/>
                    <a:pt x="6505" y="35545"/>
                    <a:pt x="6372" y="35978"/>
                  </a:cubicBezTo>
                  <a:cubicBezTo>
                    <a:pt x="6238" y="36345"/>
                    <a:pt x="6205" y="36746"/>
                    <a:pt x="6171" y="37146"/>
                  </a:cubicBezTo>
                  <a:cubicBezTo>
                    <a:pt x="6138" y="37480"/>
                    <a:pt x="6238" y="37780"/>
                    <a:pt x="6405" y="38047"/>
                  </a:cubicBezTo>
                  <a:cubicBezTo>
                    <a:pt x="6672" y="38547"/>
                    <a:pt x="7105" y="38814"/>
                    <a:pt x="7606" y="38914"/>
                  </a:cubicBezTo>
                  <a:cubicBezTo>
                    <a:pt x="7715" y="38929"/>
                    <a:pt x="7824" y="38935"/>
                    <a:pt x="7930" y="38935"/>
                  </a:cubicBezTo>
                  <a:cubicBezTo>
                    <a:pt x="8311" y="38935"/>
                    <a:pt x="8676" y="38851"/>
                    <a:pt x="9040" y="38747"/>
                  </a:cubicBezTo>
                  <a:cubicBezTo>
                    <a:pt x="9541" y="38580"/>
                    <a:pt x="9841" y="38247"/>
                    <a:pt x="9974" y="37746"/>
                  </a:cubicBezTo>
                  <a:cubicBezTo>
                    <a:pt x="10108" y="37346"/>
                    <a:pt x="10108" y="36912"/>
                    <a:pt x="10041" y="36512"/>
                  </a:cubicBezTo>
                  <a:cubicBezTo>
                    <a:pt x="10041" y="36312"/>
                    <a:pt x="10008" y="36112"/>
                    <a:pt x="10008" y="35878"/>
                  </a:cubicBezTo>
                  <a:cubicBezTo>
                    <a:pt x="10708" y="35478"/>
                    <a:pt x="11442" y="35078"/>
                    <a:pt x="12176" y="34678"/>
                  </a:cubicBezTo>
                  <a:cubicBezTo>
                    <a:pt x="12376" y="35478"/>
                    <a:pt x="12343" y="36245"/>
                    <a:pt x="12743" y="36912"/>
                  </a:cubicBezTo>
                  <a:cubicBezTo>
                    <a:pt x="13143" y="37580"/>
                    <a:pt x="13577" y="38247"/>
                    <a:pt x="13977" y="38881"/>
                  </a:cubicBezTo>
                  <a:cubicBezTo>
                    <a:pt x="13643" y="38847"/>
                    <a:pt x="13310" y="38847"/>
                    <a:pt x="13010" y="38814"/>
                  </a:cubicBezTo>
                  <a:cubicBezTo>
                    <a:pt x="12965" y="38811"/>
                    <a:pt x="12921" y="38810"/>
                    <a:pt x="12878" y="38810"/>
                  </a:cubicBezTo>
                  <a:cubicBezTo>
                    <a:pt x="11809" y="38810"/>
                    <a:pt x="11004" y="39582"/>
                    <a:pt x="10908" y="40415"/>
                  </a:cubicBezTo>
                  <a:cubicBezTo>
                    <a:pt x="10875" y="40749"/>
                    <a:pt x="10908" y="41082"/>
                    <a:pt x="10908" y="41416"/>
                  </a:cubicBezTo>
                  <a:cubicBezTo>
                    <a:pt x="10966" y="42051"/>
                    <a:pt x="11673" y="42736"/>
                    <a:pt x="12446" y="42736"/>
                  </a:cubicBezTo>
                  <a:cubicBezTo>
                    <a:pt x="12566" y="42736"/>
                    <a:pt x="12688" y="42719"/>
                    <a:pt x="12810" y="42683"/>
                  </a:cubicBezTo>
                  <a:cubicBezTo>
                    <a:pt x="13176" y="42583"/>
                    <a:pt x="13510" y="42383"/>
                    <a:pt x="13777" y="42116"/>
                  </a:cubicBezTo>
                  <a:cubicBezTo>
                    <a:pt x="14144" y="41716"/>
                    <a:pt x="14177" y="41149"/>
                    <a:pt x="13877" y="40715"/>
                  </a:cubicBezTo>
                  <a:cubicBezTo>
                    <a:pt x="13721" y="40537"/>
                    <a:pt x="13551" y="40433"/>
                    <a:pt x="13385" y="40433"/>
                  </a:cubicBezTo>
                  <a:cubicBezTo>
                    <a:pt x="13302" y="40433"/>
                    <a:pt x="13221" y="40459"/>
                    <a:pt x="13143" y="40515"/>
                  </a:cubicBezTo>
                  <a:cubicBezTo>
                    <a:pt x="12943" y="40648"/>
                    <a:pt x="12910" y="40915"/>
                    <a:pt x="13143" y="41216"/>
                  </a:cubicBezTo>
                  <a:cubicBezTo>
                    <a:pt x="13243" y="41349"/>
                    <a:pt x="13243" y="41482"/>
                    <a:pt x="13110" y="41582"/>
                  </a:cubicBezTo>
                  <a:cubicBezTo>
                    <a:pt x="13043" y="41649"/>
                    <a:pt x="12976" y="41716"/>
                    <a:pt x="12910" y="41749"/>
                  </a:cubicBezTo>
                  <a:cubicBezTo>
                    <a:pt x="12733" y="41887"/>
                    <a:pt x="12550" y="41946"/>
                    <a:pt x="12379" y="41946"/>
                  </a:cubicBezTo>
                  <a:cubicBezTo>
                    <a:pt x="11971" y="41946"/>
                    <a:pt x="11632" y="41606"/>
                    <a:pt x="11609" y="41182"/>
                  </a:cubicBezTo>
                  <a:cubicBezTo>
                    <a:pt x="11575" y="40682"/>
                    <a:pt x="11609" y="40215"/>
                    <a:pt x="12042" y="39848"/>
                  </a:cubicBezTo>
                  <a:cubicBezTo>
                    <a:pt x="12276" y="39681"/>
                    <a:pt x="12543" y="39581"/>
                    <a:pt x="12810" y="39581"/>
                  </a:cubicBezTo>
                  <a:cubicBezTo>
                    <a:pt x="13277" y="39581"/>
                    <a:pt x="13744" y="39681"/>
                    <a:pt x="14211" y="39781"/>
                  </a:cubicBezTo>
                  <a:cubicBezTo>
                    <a:pt x="14944" y="39915"/>
                    <a:pt x="15645" y="40181"/>
                    <a:pt x="16279" y="40648"/>
                  </a:cubicBezTo>
                  <a:cubicBezTo>
                    <a:pt x="16345" y="40682"/>
                    <a:pt x="16412" y="40715"/>
                    <a:pt x="16479" y="40749"/>
                  </a:cubicBezTo>
                  <a:cubicBezTo>
                    <a:pt x="16846" y="40982"/>
                    <a:pt x="17146" y="41282"/>
                    <a:pt x="17480" y="41582"/>
                  </a:cubicBezTo>
                  <a:cubicBezTo>
                    <a:pt x="17813" y="41883"/>
                    <a:pt x="17913" y="42617"/>
                    <a:pt x="17546" y="43017"/>
                  </a:cubicBezTo>
                  <a:cubicBezTo>
                    <a:pt x="17379" y="43217"/>
                    <a:pt x="17179" y="43417"/>
                    <a:pt x="16946" y="43584"/>
                  </a:cubicBezTo>
                  <a:cubicBezTo>
                    <a:pt x="16840" y="43666"/>
                    <a:pt x="16714" y="43703"/>
                    <a:pt x="16586" y="43703"/>
                  </a:cubicBezTo>
                  <a:cubicBezTo>
                    <a:pt x="16350" y="43703"/>
                    <a:pt x="16108" y="43578"/>
                    <a:pt x="15978" y="43384"/>
                  </a:cubicBezTo>
                  <a:cubicBezTo>
                    <a:pt x="15812" y="43150"/>
                    <a:pt x="15778" y="42917"/>
                    <a:pt x="15778" y="42650"/>
                  </a:cubicBezTo>
                  <a:cubicBezTo>
                    <a:pt x="15778" y="42516"/>
                    <a:pt x="15845" y="42450"/>
                    <a:pt x="15978" y="42416"/>
                  </a:cubicBezTo>
                  <a:lnTo>
                    <a:pt x="16145" y="42416"/>
                  </a:lnTo>
                  <a:cubicBezTo>
                    <a:pt x="16379" y="42350"/>
                    <a:pt x="16546" y="42150"/>
                    <a:pt x="16512" y="41949"/>
                  </a:cubicBezTo>
                  <a:cubicBezTo>
                    <a:pt x="16479" y="41716"/>
                    <a:pt x="16312" y="41549"/>
                    <a:pt x="16045" y="41549"/>
                  </a:cubicBezTo>
                  <a:cubicBezTo>
                    <a:pt x="16013" y="41545"/>
                    <a:pt x="15981" y="41543"/>
                    <a:pt x="15948" y="41543"/>
                  </a:cubicBezTo>
                  <a:cubicBezTo>
                    <a:pt x="15474" y="41543"/>
                    <a:pt x="14976" y="41984"/>
                    <a:pt x="14944" y="42483"/>
                  </a:cubicBezTo>
                  <a:cubicBezTo>
                    <a:pt x="14911" y="42883"/>
                    <a:pt x="14978" y="43250"/>
                    <a:pt x="15145" y="43617"/>
                  </a:cubicBezTo>
                  <a:cubicBezTo>
                    <a:pt x="15407" y="44165"/>
                    <a:pt x="16030" y="44411"/>
                    <a:pt x="16578" y="44411"/>
                  </a:cubicBezTo>
                  <a:cubicBezTo>
                    <a:pt x="16864" y="44411"/>
                    <a:pt x="17130" y="44344"/>
                    <a:pt x="17313" y="44218"/>
                  </a:cubicBezTo>
                  <a:cubicBezTo>
                    <a:pt x="17646" y="43951"/>
                    <a:pt x="17980" y="43684"/>
                    <a:pt x="18247" y="43317"/>
                  </a:cubicBezTo>
                  <a:cubicBezTo>
                    <a:pt x="18614" y="42750"/>
                    <a:pt x="18580" y="41683"/>
                    <a:pt x="18147" y="41182"/>
                  </a:cubicBezTo>
                  <a:cubicBezTo>
                    <a:pt x="17980" y="41015"/>
                    <a:pt x="17846" y="40849"/>
                    <a:pt x="17680" y="40715"/>
                  </a:cubicBezTo>
                  <a:cubicBezTo>
                    <a:pt x="17480" y="40515"/>
                    <a:pt x="17279" y="40348"/>
                    <a:pt x="17046" y="40148"/>
                  </a:cubicBezTo>
                  <a:cubicBezTo>
                    <a:pt x="17513" y="40081"/>
                    <a:pt x="17913" y="40015"/>
                    <a:pt x="18313" y="39915"/>
                  </a:cubicBezTo>
                  <a:cubicBezTo>
                    <a:pt x="19181" y="39748"/>
                    <a:pt x="20015" y="39481"/>
                    <a:pt x="20715" y="38881"/>
                  </a:cubicBezTo>
                  <a:cubicBezTo>
                    <a:pt x="20882" y="38747"/>
                    <a:pt x="21082" y="38647"/>
                    <a:pt x="21316" y="38480"/>
                  </a:cubicBezTo>
                  <a:cubicBezTo>
                    <a:pt x="21516" y="39314"/>
                    <a:pt x="21883" y="40081"/>
                    <a:pt x="21983" y="40915"/>
                  </a:cubicBezTo>
                  <a:cubicBezTo>
                    <a:pt x="21783" y="41082"/>
                    <a:pt x="21616" y="41216"/>
                    <a:pt x="21416" y="41382"/>
                  </a:cubicBezTo>
                  <a:cubicBezTo>
                    <a:pt x="21115" y="41616"/>
                    <a:pt x="20849" y="41916"/>
                    <a:pt x="20682" y="42250"/>
                  </a:cubicBezTo>
                  <a:cubicBezTo>
                    <a:pt x="20482" y="42683"/>
                    <a:pt x="20415" y="43117"/>
                    <a:pt x="20648" y="43517"/>
                  </a:cubicBezTo>
                  <a:cubicBezTo>
                    <a:pt x="20815" y="43817"/>
                    <a:pt x="21049" y="44118"/>
                    <a:pt x="21249" y="44418"/>
                  </a:cubicBezTo>
                  <a:cubicBezTo>
                    <a:pt x="21549" y="44818"/>
                    <a:pt x="21983" y="44952"/>
                    <a:pt x="22450" y="45018"/>
                  </a:cubicBezTo>
                  <a:cubicBezTo>
                    <a:pt x="22496" y="45022"/>
                    <a:pt x="22543" y="45023"/>
                    <a:pt x="22589" y="45023"/>
                  </a:cubicBezTo>
                  <a:cubicBezTo>
                    <a:pt x="23002" y="45023"/>
                    <a:pt x="23384" y="44888"/>
                    <a:pt x="23684" y="44618"/>
                  </a:cubicBezTo>
                  <a:cubicBezTo>
                    <a:pt x="23951" y="44351"/>
                    <a:pt x="24184" y="44051"/>
                    <a:pt x="24384" y="43751"/>
                  </a:cubicBezTo>
                  <a:cubicBezTo>
                    <a:pt x="24718" y="43250"/>
                    <a:pt x="24718" y="42683"/>
                    <a:pt x="24384" y="42150"/>
                  </a:cubicBezTo>
                  <a:cubicBezTo>
                    <a:pt x="24184" y="41816"/>
                    <a:pt x="23951" y="41549"/>
                    <a:pt x="23651" y="41316"/>
                  </a:cubicBezTo>
                  <a:cubicBezTo>
                    <a:pt x="23484" y="41182"/>
                    <a:pt x="23317" y="41049"/>
                    <a:pt x="23184" y="40915"/>
                  </a:cubicBezTo>
                  <a:cubicBezTo>
                    <a:pt x="23217" y="40448"/>
                    <a:pt x="23717" y="38747"/>
                    <a:pt x="23884" y="38514"/>
                  </a:cubicBezTo>
                  <a:cubicBezTo>
                    <a:pt x="25585" y="39848"/>
                    <a:pt x="26119" y="39748"/>
                    <a:pt x="28087" y="40148"/>
                  </a:cubicBezTo>
                  <a:cubicBezTo>
                    <a:pt x="27787" y="40415"/>
                    <a:pt x="27520" y="40615"/>
                    <a:pt x="27287" y="40815"/>
                  </a:cubicBezTo>
                  <a:cubicBezTo>
                    <a:pt x="26453" y="41582"/>
                    <a:pt x="26353" y="42783"/>
                    <a:pt x="27153" y="43617"/>
                  </a:cubicBezTo>
                  <a:cubicBezTo>
                    <a:pt x="27387" y="43851"/>
                    <a:pt x="27653" y="44084"/>
                    <a:pt x="27954" y="44251"/>
                  </a:cubicBezTo>
                  <a:cubicBezTo>
                    <a:pt x="28118" y="44357"/>
                    <a:pt x="28328" y="44405"/>
                    <a:pt x="28549" y="44405"/>
                  </a:cubicBezTo>
                  <a:cubicBezTo>
                    <a:pt x="28955" y="44405"/>
                    <a:pt x="29396" y="44243"/>
                    <a:pt x="29655" y="43984"/>
                  </a:cubicBezTo>
                  <a:cubicBezTo>
                    <a:pt x="30055" y="43584"/>
                    <a:pt x="30222" y="43117"/>
                    <a:pt x="30189" y="42550"/>
                  </a:cubicBezTo>
                  <a:cubicBezTo>
                    <a:pt x="30189" y="42049"/>
                    <a:pt x="29855" y="41649"/>
                    <a:pt x="29355" y="41549"/>
                  </a:cubicBezTo>
                  <a:cubicBezTo>
                    <a:pt x="29288" y="41532"/>
                    <a:pt x="29221" y="41524"/>
                    <a:pt x="29155" y="41524"/>
                  </a:cubicBezTo>
                  <a:cubicBezTo>
                    <a:pt x="29088" y="41524"/>
                    <a:pt x="29021" y="41532"/>
                    <a:pt x="28954" y="41549"/>
                  </a:cubicBezTo>
                  <a:cubicBezTo>
                    <a:pt x="28754" y="41582"/>
                    <a:pt x="28621" y="41749"/>
                    <a:pt x="28621" y="41949"/>
                  </a:cubicBezTo>
                  <a:cubicBezTo>
                    <a:pt x="28621" y="42116"/>
                    <a:pt x="28721" y="42283"/>
                    <a:pt x="28921" y="42350"/>
                  </a:cubicBezTo>
                  <a:cubicBezTo>
                    <a:pt x="28988" y="42383"/>
                    <a:pt x="29088" y="42383"/>
                    <a:pt x="29188" y="42416"/>
                  </a:cubicBezTo>
                  <a:cubicBezTo>
                    <a:pt x="29221" y="42450"/>
                    <a:pt x="29321" y="42516"/>
                    <a:pt x="29321" y="42550"/>
                  </a:cubicBezTo>
                  <a:cubicBezTo>
                    <a:pt x="29421" y="42850"/>
                    <a:pt x="29221" y="43384"/>
                    <a:pt x="28988" y="43551"/>
                  </a:cubicBezTo>
                  <a:cubicBezTo>
                    <a:pt x="28855" y="43624"/>
                    <a:pt x="28716" y="43665"/>
                    <a:pt x="28576" y="43665"/>
                  </a:cubicBezTo>
                  <a:cubicBezTo>
                    <a:pt x="28399" y="43665"/>
                    <a:pt x="28221" y="43599"/>
                    <a:pt x="28054" y="43450"/>
                  </a:cubicBezTo>
                  <a:cubicBezTo>
                    <a:pt x="27854" y="43317"/>
                    <a:pt x="27687" y="43117"/>
                    <a:pt x="27520" y="42917"/>
                  </a:cubicBezTo>
                  <a:cubicBezTo>
                    <a:pt x="27353" y="42683"/>
                    <a:pt x="27320" y="42450"/>
                    <a:pt x="27353" y="42150"/>
                  </a:cubicBezTo>
                  <a:cubicBezTo>
                    <a:pt x="27420" y="41816"/>
                    <a:pt x="27620" y="41582"/>
                    <a:pt x="27854" y="41349"/>
                  </a:cubicBezTo>
                  <a:cubicBezTo>
                    <a:pt x="28187" y="41015"/>
                    <a:pt x="28554" y="40782"/>
                    <a:pt x="28954" y="40548"/>
                  </a:cubicBezTo>
                  <a:cubicBezTo>
                    <a:pt x="29488" y="40181"/>
                    <a:pt x="30089" y="39948"/>
                    <a:pt x="30722" y="39781"/>
                  </a:cubicBezTo>
                  <a:cubicBezTo>
                    <a:pt x="30922" y="39748"/>
                    <a:pt x="31089" y="39681"/>
                    <a:pt x="31256" y="39681"/>
                  </a:cubicBezTo>
                  <a:cubicBezTo>
                    <a:pt x="31656" y="39614"/>
                    <a:pt x="32090" y="39581"/>
                    <a:pt x="32490" y="39581"/>
                  </a:cubicBezTo>
                  <a:cubicBezTo>
                    <a:pt x="33024" y="39614"/>
                    <a:pt x="33391" y="39981"/>
                    <a:pt x="33491" y="40482"/>
                  </a:cubicBezTo>
                  <a:cubicBezTo>
                    <a:pt x="33558" y="40782"/>
                    <a:pt x="33558" y="41082"/>
                    <a:pt x="33491" y="41382"/>
                  </a:cubicBezTo>
                  <a:cubicBezTo>
                    <a:pt x="33424" y="41516"/>
                    <a:pt x="33358" y="41649"/>
                    <a:pt x="33257" y="41716"/>
                  </a:cubicBezTo>
                  <a:cubicBezTo>
                    <a:pt x="33091" y="41849"/>
                    <a:pt x="32916" y="41916"/>
                    <a:pt x="32736" y="41916"/>
                  </a:cubicBezTo>
                  <a:cubicBezTo>
                    <a:pt x="32557" y="41916"/>
                    <a:pt x="32373" y="41849"/>
                    <a:pt x="32190" y="41716"/>
                  </a:cubicBezTo>
                  <a:cubicBezTo>
                    <a:pt x="31890" y="41482"/>
                    <a:pt x="31890" y="41416"/>
                    <a:pt x="32090" y="41082"/>
                  </a:cubicBezTo>
                  <a:cubicBezTo>
                    <a:pt x="32190" y="40882"/>
                    <a:pt x="32190" y="40648"/>
                    <a:pt x="32023" y="40515"/>
                  </a:cubicBezTo>
                  <a:cubicBezTo>
                    <a:pt x="31940" y="40448"/>
                    <a:pt x="31840" y="40415"/>
                    <a:pt x="31736" y="40415"/>
                  </a:cubicBezTo>
                  <a:cubicBezTo>
                    <a:pt x="31631" y="40415"/>
                    <a:pt x="31523" y="40448"/>
                    <a:pt x="31423" y="40515"/>
                  </a:cubicBezTo>
                  <a:cubicBezTo>
                    <a:pt x="31056" y="40815"/>
                    <a:pt x="30856" y="41582"/>
                    <a:pt x="31289" y="42016"/>
                  </a:cubicBezTo>
                  <a:cubicBezTo>
                    <a:pt x="31556" y="42316"/>
                    <a:pt x="31856" y="42516"/>
                    <a:pt x="32223" y="42650"/>
                  </a:cubicBezTo>
                  <a:cubicBezTo>
                    <a:pt x="32359" y="42697"/>
                    <a:pt x="32501" y="42719"/>
                    <a:pt x="32645" y="42719"/>
                  </a:cubicBezTo>
                  <a:cubicBezTo>
                    <a:pt x="33309" y="42719"/>
                    <a:pt x="33993" y="42241"/>
                    <a:pt x="34158" y="41582"/>
                  </a:cubicBezTo>
                  <a:cubicBezTo>
                    <a:pt x="34258" y="41182"/>
                    <a:pt x="34258" y="40815"/>
                    <a:pt x="34225" y="40415"/>
                  </a:cubicBezTo>
                  <a:cubicBezTo>
                    <a:pt x="34158" y="40048"/>
                    <a:pt x="34025" y="39714"/>
                    <a:pt x="33758" y="39414"/>
                  </a:cubicBezTo>
                  <a:cubicBezTo>
                    <a:pt x="33349" y="39006"/>
                    <a:pt x="32864" y="38801"/>
                    <a:pt x="32302" y="38801"/>
                  </a:cubicBezTo>
                  <a:cubicBezTo>
                    <a:pt x="32222" y="38801"/>
                    <a:pt x="32140" y="38805"/>
                    <a:pt x="32057" y="38814"/>
                  </a:cubicBezTo>
                  <a:cubicBezTo>
                    <a:pt x="31756" y="38814"/>
                    <a:pt x="31456" y="38847"/>
                    <a:pt x="31156" y="38847"/>
                  </a:cubicBezTo>
                  <a:cubicBezTo>
                    <a:pt x="31556" y="38213"/>
                    <a:pt x="31957" y="37580"/>
                    <a:pt x="32357" y="36912"/>
                  </a:cubicBezTo>
                  <a:cubicBezTo>
                    <a:pt x="32790" y="36245"/>
                    <a:pt x="32757" y="35445"/>
                    <a:pt x="32957" y="34644"/>
                  </a:cubicBezTo>
                  <a:cubicBezTo>
                    <a:pt x="33658" y="35145"/>
                    <a:pt x="34492" y="35378"/>
                    <a:pt x="35159" y="35945"/>
                  </a:cubicBezTo>
                  <a:cubicBezTo>
                    <a:pt x="35125" y="36012"/>
                    <a:pt x="35125" y="36112"/>
                    <a:pt x="35125" y="36179"/>
                  </a:cubicBezTo>
                  <a:cubicBezTo>
                    <a:pt x="35092" y="36579"/>
                    <a:pt x="35059" y="36946"/>
                    <a:pt x="35092" y="37346"/>
                  </a:cubicBezTo>
                  <a:cubicBezTo>
                    <a:pt x="35125" y="37846"/>
                    <a:pt x="35292" y="38313"/>
                    <a:pt x="35759" y="38580"/>
                  </a:cubicBezTo>
                  <a:cubicBezTo>
                    <a:pt x="36161" y="38793"/>
                    <a:pt x="36596" y="38905"/>
                    <a:pt x="37041" y="38905"/>
                  </a:cubicBezTo>
                  <a:cubicBezTo>
                    <a:pt x="37224" y="38905"/>
                    <a:pt x="37409" y="38886"/>
                    <a:pt x="37594" y="38847"/>
                  </a:cubicBezTo>
                  <a:cubicBezTo>
                    <a:pt x="38528" y="38680"/>
                    <a:pt x="39062" y="37813"/>
                    <a:pt x="38962" y="37013"/>
                  </a:cubicBezTo>
                  <a:cubicBezTo>
                    <a:pt x="38928" y="36746"/>
                    <a:pt x="38895" y="36479"/>
                    <a:pt x="38861" y="36212"/>
                  </a:cubicBezTo>
                  <a:cubicBezTo>
                    <a:pt x="38728" y="35578"/>
                    <a:pt x="38328" y="35211"/>
                    <a:pt x="37694" y="35078"/>
                  </a:cubicBezTo>
                  <a:cubicBezTo>
                    <a:pt x="37460" y="35011"/>
                    <a:pt x="37194" y="35011"/>
                    <a:pt x="36960" y="35011"/>
                  </a:cubicBezTo>
                  <a:cubicBezTo>
                    <a:pt x="36627" y="35011"/>
                    <a:pt x="36293" y="35044"/>
                    <a:pt x="35926" y="35078"/>
                  </a:cubicBezTo>
                  <a:cubicBezTo>
                    <a:pt x="35526" y="34344"/>
                    <a:pt x="35125" y="33643"/>
                    <a:pt x="34725" y="32876"/>
                  </a:cubicBezTo>
                  <a:cubicBezTo>
                    <a:pt x="35526" y="32676"/>
                    <a:pt x="36293" y="32709"/>
                    <a:pt x="36960" y="32309"/>
                  </a:cubicBezTo>
                  <a:cubicBezTo>
                    <a:pt x="37627" y="31909"/>
                    <a:pt x="38261" y="31509"/>
                    <a:pt x="38928" y="31075"/>
                  </a:cubicBezTo>
                  <a:lnTo>
                    <a:pt x="38928" y="31075"/>
                  </a:lnTo>
                  <a:cubicBezTo>
                    <a:pt x="38928" y="31242"/>
                    <a:pt x="38895" y="31375"/>
                    <a:pt x="38895" y="31475"/>
                  </a:cubicBezTo>
                  <a:cubicBezTo>
                    <a:pt x="38861" y="31876"/>
                    <a:pt x="38828" y="32276"/>
                    <a:pt x="38895" y="32676"/>
                  </a:cubicBezTo>
                  <a:cubicBezTo>
                    <a:pt x="39062" y="33343"/>
                    <a:pt x="39495" y="33844"/>
                    <a:pt x="40162" y="34077"/>
                  </a:cubicBezTo>
                  <a:cubicBezTo>
                    <a:pt x="40399" y="34156"/>
                    <a:pt x="40650" y="34190"/>
                    <a:pt x="40902" y="34190"/>
                  </a:cubicBezTo>
                  <a:cubicBezTo>
                    <a:pt x="41184" y="34190"/>
                    <a:pt x="41466" y="34147"/>
                    <a:pt x="41730" y="34077"/>
                  </a:cubicBezTo>
                  <a:cubicBezTo>
                    <a:pt x="42231" y="33910"/>
                    <a:pt x="42731" y="33277"/>
                    <a:pt x="42764" y="32776"/>
                  </a:cubicBezTo>
                  <a:cubicBezTo>
                    <a:pt x="42798" y="32109"/>
                    <a:pt x="42531" y="31575"/>
                    <a:pt x="42030" y="31175"/>
                  </a:cubicBezTo>
                  <a:cubicBezTo>
                    <a:pt x="41869" y="31040"/>
                    <a:pt x="41653" y="30976"/>
                    <a:pt x="41431" y="30976"/>
                  </a:cubicBezTo>
                  <a:cubicBezTo>
                    <a:pt x="41103" y="30976"/>
                    <a:pt x="40762" y="31116"/>
                    <a:pt x="40563" y="31375"/>
                  </a:cubicBezTo>
                  <a:cubicBezTo>
                    <a:pt x="40429" y="31575"/>
                    <a:pt x="40429" y="31775"/>
                    <a:pt x="40596" y="31942"/>
                  </a:cubicBezTo>
                  <a:cubicBezTo>
                    <a:pt x="40671" y="32036"/>
                    <a:pt x="40778" y="32077"/>
                    <a:pt x="40893" y="32077"/>
                  </a:cubicBezTo>
                  <a:cubicBezTo>
                    <a:pt x="40982" y="32077"/>
                    <a:pt x="41076" y="32053"/>
                    <a:pt x="41163" y="32009"/>
                  </a:cubicBezTo>
                  <a:cubicBezTo>
                    <a:pt x="41196" y="31976"/>
                    <a:pt x="41263" y="31909"/>
                    <a:pt x="41297" y="31876"/>
                  </a:cubicBezTo>
                  <a:cubicBezTo>
                    <a:pt x="41341" y="31876"/>
                    <a:pt x="41400" y="31861"/>
                    <a:pt x="41455" y="31861"/>
                  </a:cubicBezTo>
                  <a:cubicBezTo>
                    <a:pt x="41482" y="31861"/>
                    <a:pt x="41508" y="31864"/>
                    <a:pt x="41530" y="31876"/>
                  </a:cubicBezTo>
                  <a:cubicBezTo>
                    <a:pt x="41797" y="32009"/>
                    <a:pt x="42030" y="32509"/>
                    <a:pt x="41997" y="32776"/>
                  </a:cubicBezTo>
                  <a:cubicBezTo>
                    <a:pt x="41930" y="33110"/>
                    <a:pt x="41663" y="33377"/>
                    <a:pt x="41297" y="33443"/>
                  </a:cubicBezTo>
                  <a:cubicBezTo>
                    <a:pt x="41130" y="33477"/>
                    <a:pt x="40996" y="33477"/>
                    <a:pt x="40830" y="33477"/>
                  </a:cubicBezTo>
                  <a:cubicBezTo>
                    <a:pt x="40096" y="33477"/>
                    <a:pt x="39595" y="32876"/>
                    <a:pt x="39629" y="32242"/>
                  </a:cubicBezTo>
                  <a:cubicBezTo>
                    <a:pt x="39629" y="31775"/>
                    <a:pt x="39695" y="31308"/>
                    <a:pt x="39795" y="30841"/>
                  </a:cubicBezTo>
                  <a:cubicBezTo>
                    <a:pt x="39962" y="30108"/>
                    <a:pt x="40229" y="29407"/>
                    <a:pt x="40663" y="28773"/>
                  </a:cubicBezTo>
                  <a:cubicBezTo>
                    <a:pt x="40729" y="28707"/>
                    <a:pt x="40763" y="28607"/>
                    <a:pt x="40830" y="28540"/>
                  </a:cubicBezTo>
                  <a:cubicBezTo>
                    <a:pt x="41063" y="28206"/>
                    <a:pt x="41330" y="27873"/>
                    <a:pt x="41630" y="27572"/>
                  </a:cubicBezTo>
                  <a:cubicBezTo>
                    <a:pt x="41839" y="27363"/>
                    <a:pt x="42094" y="27263"/>
                    <a:pt x="42356" y="27263"/>
                  </a:cubicBezTo>
                  <a:cubicBezTo>
                    <a:pt x="42596" y="27263"/>
                    <a:pt x="42842" y="27347"/>
                    <a:pt x="43064" y="27506"/>
                  </a:cubicBezTo>
                  <a:cubicBezTo>
                    <a:pt x="43298" y="27672"/>
                    <a:pt x="43465" y="27906"/>
                    <a:pt x="43632" y="28106"/>
                  </a:cubicBezTo>
                  <a:cubicBezTo>
                    <a:pt x="43732" y="28240"/>
                    <a:pt x="43765" y="28406"/>
                    <a:pt x="43698" y="28573"/>
                  </a:cubicBezTo>
                  <a:cubicBezTo>
                    <a:pt x="43598" y="29007"/>
                    <a:pt x="43331" y="29240"/>
                    <a:pt x="42898" y="29274"/>
                  </a:cubicBezTo>
                  <a:cubicBezTo>
                    <a:pt x="42835" y="29280"/>
                    <a:pt x="42782" y="29284"/>
                    <a:pt x="42736" y="29284"/>
                  </a:cubicBezTo>
                  <a:cubicBezTo>
                    <a:pt x="42539" y="29284"/>
                    <a:pt x="42485" y="29211"/>
                    <a:pt x="42431" y="28940"/>
                  </a:cubicBezTo>
                  <a:cubicBezTo>
                    <a:pt x="42364" y="28673"/>
                    <a:pt x="42197" y="28540"/>
                    <a:pt x="41964" y="28540"/>
                  </a:cubicBezTo>
                  <a:cubicBezTo>
                    <a:pt x="41764" y="28540"/>
                    <a:pt x="41597" y="28740"/>
                    <a:pt x="41563" y="28973"/>
                  </a:cubicBezTo>
                  <a:cubicBezTo>
                    <a:pt x="41497" y="29407"/>
                    <a:pt x="41930" y="30108"/>
                    <a:pt x="42497" y="30108"/>
                  </a:cubicBezTo>
                  <a:cubicBezTo>
                    <a:pt x="42564" y="30113"/>
                    <a:pt x="42631" y="30116"/>
                    <a:pt x="42697" y="30116"/>
                  </a:cubicBezTo>
                  <a:cubicBezTo>
                    <a:pt x="43030" y="30116"/>
                    <a:pt x="43359" y="30046"/>
                    <a:pt x="43665" y="29907"/>
                  </a:cubicBezTo>
                  <a:cubicBezTo>
                    <a:pt x="44465" y="29474"/>
                    <a:pt x="44632" y="28273"/>
                    <a:pt x="44232" y="27739"/>
                  </a:cubicBezTo>
                  <a:cubicBezTo>
                    <a:pt x="43998" y="27406"/>
                    <a:pt x="43698" y="27105"/>
                    <a:pt x="43331" y="26839"/>
                  </a:cubicBezTo>
                  <a:cubicBezTo>
                    <a:pt x="43085" y="26654"/>
                    <a:pt x="42718" y="26561"/>
                    <a:pt x="42345" y="26561"/>
                  </a:cubicBezTo>
                  <a:cubicBezTo>
                    <a:pt x="41909" y="26561"/>
                    <a:pt x="41466" y="26687"/>
                    <a:pt x="41196" y="26939"/>
                  </a:cubicBezTo>
                  <a:cubicBezTo>
                    <a:pt x="40896" y="27239"/>
                    <a:pt x="40629" y="27539"/>
                    <a:pt x="40329" y="27839"/>
                  </a:cubicBezTo>
                  <a:cubicBezTo>
                    <a:pt x="40296" y="27906"/>
                    <a:pt x="40229" y="27939"/>
                    <a:pt x="40162" y="28006"/>
                  </a:cubicBezTo>
                  <a:cubicBezTo>
                    <a:pt x="40096" y="27606"/>
                    <a:pt x="40029" y="27239"/>
                    <a:pt x="39962" y="26872"/>
                  </a:cubicBezTo>
                  <a:cubicBezTo>
                    <a:pt x="39795" y="25938"/>
                    <a:pt x="39529" y="25037"/>
                    <a:pt x="38895" y="24303"/>
                  </a:cubicBezTo>
                  <a:cubicBezTo>
                    <a:pt x="38728" y="24170"/>
                    <a:pt x="38628" y="23970"/>
                    <a:pt x="38495" y="23770"/>
                  </a:cubicBezTo>
                  <a:cubicBezTo>
                    <a:pt x="39328" y="23570"/>
                    <a:pt x="40096" y="23169"/>
                    <a:pt x="40930" y="23103"/>
                  </a:cubicBezTo>
                  <a:cubicBezTo>
                    <a:pt x="41096" y="23269"/>
                    <a:pt x="41263" y="23469"/>
                    <a:pt x="41397" y="23636"/>
                  </a:cubicBezTo>
                  <a:cubicBezTo>
                    <a:pt x="41663" y="23970"/>
                    <a:pt x="41964" y="24237"/>
                    <a:pt x="42331" y="24403"/>
                  </a:cubicBezTo>
                  <a:cubicBezTo>
                    <a:pt x="42529" y="24512"/>
                    <a:pt x="42747" y="24571"/>
                    <a:pt x="42969" y="24571"/>
                  </a:cubicBezTo>
                  <a:cubicBezTo>
                    <a:pt x="43157" y="24571"/>
                    <a:pt x="43348" y="24529"/>
                    <a:pt x="43531" y="24437"/>
                  </a:cubicBezTo>
                  <a:cubicBezTo>
                    <a:pt x="43832" y="24237"/>
                    <a:pt x="44132" y="24003"/>
                    <a:pt x="44432" y="23803"/>
                  </a:cubicBezTo>
                  <a:cubicBezTo>
                    <a:pt x="44699" y="23603"/>
                    <a:pt x="44866" y="23303"/>
                    <a:pt x="44966" y="23002"/>
                  </a:cubicBezTo>
                  <a:cubicBezTo>
                    <a:pt x="45133" y="22435"/>
                    <a:pt x="45033" y="21868"/>
                    <a:pt x="44666" y="21401"/>
                  </a:cubicBezTo>
                  <a:cubicBezTo>
                    <a:pt x="44399" y="21101"/>
                    <a:pt x="44065" y="20868"/>
                    <a:pt x="43732" y="20634"/>
                  </a:cubicBezTo>
                  <a:cubicBezTo>
                    <a:pt x="43478" y="20476"/>
                    <a:pt x="43225" y="20400"/>
                    <a:pt x="42975" y="20400"/>
                  </a:cubicBezTo>
                  <a:cubicBezTo>
                    <a:pt x="42698" y="20400"/>
                    <a:pt x="42426" y="20492"/>
                    <a:pt x="42164" y="20667"/>
                  </a:cubicBezTo>
                  <a:cubicBezTo>
                    <a:pt x="41864" y="20868"/>
                    <a:pt x="41630" y="21101"/>
                    <a:pt x="41363" y="21368"/>
                  </a:cubicBezTo>
                  <a:cubicBezTo>
                    <a:pt x="41196" y="21535"/>
                    <a:pt x="41096" y="21702"/>
                    <a:pt x="40930" y="21868"/>
                  </a:cubicBezTo>
                  <a:cubicBezTo>
                    <a:pt x="40363" y="21802"/>
                    <a:pt x="38761" y="21301"/>
                    <a:pt x="38528" y="21168"/>
                  </a:cubicBezTo>
                  <a:cubicBezTo>
                    <a:pt x="38561" y="21101"/>
                    <a:pt x="38595" y="21068"/>
                    <a:pt x="38628" y="21001"/>
                  </a:cubicBezTo>
                  <a:cubicBezTo>
                    <a:pt x="38895" y="20667"/>
                    <a:pt x="39162" y="20301"/>
                    <a:pt x="39362" y="19934"/>
                  </a:cubicBezTo>
                  <a:cubicBezTo>
                    <a:pt x="39695" y="19400"/>
                    <a:pt x="39829" y="18766"/>
                    <a:pt x="39962" y="18132"/>
                  </a:cubicBezTo>
                  <a:cubicBezTo>
                    <a:pt x="40029" y="17765"/>
                    <a:pt x="40096" y="17365"/>
                    <a:pt x="40196" y="16931"/>
                  </a:cubicBezTo>
                  <a:cubicBezTo>
                    <a:pt x="40262" y="17065"/>
                    <a:pt x="40329" y="17132"/>
                    <a:pt x="40363" y="17198"/>
                  </a:cubicBezTo>
                  <a:cubicBezTo>
                    <a:pt x="40663" y="17499"/>
                    <a:pt x="40930" y="17865"/>
                    <a:pt x="41297" y="18099"/>
                  </a:cubicBezTo>
                  <a:cubicBezTo>
                    <a:pt x="41616" y="18330"/>
                    <a:pt x="41955" y="18438"/>
                    <a:pt x="42298" y="18438"/>
                  </a:cubicBezTo>
                  <a:cubicBezTo>
                    <a:pt x="42598" y="18438"/>
                    <a:pt x="42902" y="18355"/>
                    <a:pt x="43198" y="18199"/>
                  </a:cubicBezTo>
                  <a:cubicBezTo>
                    <a:pt x="43665" y="17966"/>
                    <a:pt x="44032" y="17599"/>
                    <a:pt x="44299" y="17132"/>
                  </a:cubicBezTo>
                  <a:cubicBezTo>
                    <a:pt x="44566" y="16631"/>
                    <a:pt x="44432" y="15797"/>
                    <a:pt x="44065" y="15397"/>
                  </a:cubicBezTo>
                  <a:cubicBezTo>
                    <a:pt x="43667" y="15030"/>
                    <a:pt x="43242" y="14859"/>
                    <a:pt x="42736" y="14859"/>
                  </a:cubicBezTo>
                  <a:cubicBezTo>
                    <a:pt x="42691" y="14859"/>
                    <a:pt x="42644" y="14861"/>
                    <a:pt x="42597" y="14863"/>
                  </a:cubicBezTo>
                  <a:cubicBezTo>
                    <a:pt x="42030" y="14863"/>
                    <a:pt x="41563" y="15330"/>
                    <a:pt x="41563" y="15864"/>
                  </a:cubicBezTo>
                  <a:cubicBezTo>
                    <a:pt x="41563" y="15964"/>
                    <a:pt x="41563" y="16064"/>
                    <a:pt x="41597" y="16164"/>
                  </a:cubicBezTo>
                  <a:cubicBezTo>
                    <a:pt x="41663" y="16331"/>
                    <a:pt x="41830" y="16431"/>
                    <a:pt x="42030" y="16431"/>
                  </a:cubicBezTo>
                  <a:cubicBezTo>
                    <a:pt x="42197" y="16431"/>
                    <a:pt x="42364" y="16298"/>
                    <a:pt x="42397" y="16131"/>
                  </a:cubicBezTo>
                  <a:cubicBezTo>
                    <a:pt x="42431" y="16064"/>
                    <a:pt x="42431" y="15997"/>
                    <a:pt x="42431" y="15931"/>
                  </a:cubicBezTo>
                  <a:cubicBezTo>
                    <a:pt x="42460" y="15786"/>
                    <a:pt x="42514" y="15691"/>
                    <a:pt x="42638" y="15691"/>
                  </a:cubicBezTo>
                  <a:cubicBezTo>
                    <a:pt x="42656" y="15691"/>
                    <a:pt x="42676" y="15693"/>
                    <a:pt x="42698" y="15697"/>
                  </a:cubicBezTo>
                  <a:cubicBezTo>
                    <a:pt x="42898" y="15731"/>
                    <a:pt x="43098" y="15731"/>
                    <a:pt x="43298" y="15797"/>
                  </a:cubicBezTo>
                  <a:cubicBezTo>
                    <a:pt x="43698" y="15997"/>
                    <a:pt x="43865" y="16498"/>
                    <a:pt x="43598" y="16898"/>
                  </a:cubicBezTo>
                  <a:cubicBezTo>
                    <a:pt x="43465" y="17065"/>
                    <a:pt x="43298" y="17265"/>
                    <a:pt x="43131" y="17398"/>
                  </a:cubicBezTo>
                  <a:cubicBezTo>
                    <a:pt x="42902" y="17602"/>
                    <a:pt x="42653" y="17689"/>
                    <a:pt x="42370" y="17689"/>
                  </a:cubicBezTo>
                  <a:cubicBezTo>
                    <a:pt x="42282" y="17689"/>
                    <a:pt x="42192" y="17681"/>
                    <a:pt x="42097" y="17665"/>
                  </a:cubicBezTo>
                  <a:cubicBezTo>
                    <a:pt x="41830" y="17599"/>
                    <a:pt x="41630" y="17432"/>
                    <a:pt x="41463" y="17265"/>
                  </a:cubicBezTo>
                  <a:cubicBezTo>
                    <a:pt x="40930" y="16665"/>
                    <a:pt x="40496" y="15997"/>
                    <a:pt x="40162" y="15264"/>
                  </a:cubicBezTo>
                  <a:cubicBezTo>
                    <a:pt x="39962" y="14830"/>
                    <a:pt x="39862" y="14363"/>
                    <a:pt x="39762" y="13929"/>
                  </a:cubicBezTo>
                  <a:cubicBezTo>
                    <a:pt x="39662" y="13496"/>
                    <a:pt x="39629" y="13062"/>
                    <a:pt x="39629" y="12628"/>
                  </a:cubicBezTo>
                  <a:cubicBezTo>
                    <a:pt x="39595" y="12161"/>
                    <a:pt x="40096" y="11594"/>
                    <a:pt x="40563" y="11528"/>
                  </a:cubicBezTo>
                  <a:cubicBezTo>
                    <a:pt x="40685" y="11515"/>
                    <a:pt x="40798" y="11508"/>
                    <a:pt x="40907" y="11508"/>
                  </a:cubicBezTo>
                  <a:cubicBezTo>
                    <a:pt x="41096" y="11508"/>
                    <a:pt x="41273" y="11531"/>
                    <a:pt x="41463" y="11594"/>
                  </a:cubicBezTo>
                  <a:cubicBezTo>
                    <a:pt x="41563" y="11628"/>
                    <a:pt x="41697" y="11694"/>
                    <a:pt x="41764" y="11794"/>
                  </a:cubicBezTo>
                  <a:cubicBezTo>
                    <a:pt x="42064" y="12128"/>
                    <a:pt x="42030" y="12562"/>
                    <a:pt x="41730" y="12895"/>
                  </a:cubicBezTo>
                  <a:cubicBezTo>
                    <a:pt x="41589" y="13036"/>
                    <a:pt x="41509" y="13128"/>
                    <a:pt x="41409" y="13128"/>
                  </a:cubicBezTo>
                  <a:cubicBezTo>
                    <a:pt x="41344" y="13128"/>
                    <a:pt x="41269" y="13088"/>
                    <a:pt x="41163" y="12995"/>
                  </a:cubicBezTo>
                  <a:cubicBezTo>
                    <a:pt x="41073" y="12920"/>
                    <a:pt x="40976" y="12886"/>
                    <a:pt x="40881" y="12886"/>
                  </a:cubicBezTo>
                  <a:cubicBezTo>
                    <a:pt x="40766" y="12886"/>
                    <a:pt x="40654" y="12937"/>
                    <a:pt x="40563" y="13029"/>
                  </a:cubicBezTo>
                  <a:cubicBezTo>
                    <a:pt x="40429" y="13195"/>
                    <a:pt x="40429" y="13429"/>
                    <a:pt x="40596" y="13629"/>
                  </a:cubicBezTo>
                  <a:cubicBezTo>
                    <a:pt x="40755" y="13828"/>
                    <a:pt x="41093" y="13992"/>
                    <a:pt x="41439" y="13992"/>
                  </a:cubicBezTo>
                  <a:cubicBezTo>
                    <a:pt x="41672" y="13992"/>
                    <a:pt x="41909" y="13917"/>
                    <a:pt x="42097" y="13729"/>
                  </a:cubicBezTo>
                  <a:cubicBezTo>
                    <a:pt x="42364" y="13496"/>
                    <a:pt x="42531" y="13229"/>
                    <a:pt x="42664" y="12895"/>
                  </a:cubicBezTo>
                  <a:cubicBezTo>
                    <a:pt x="42998" y="12095"/>
                    <a:pt x="42464" y="11094"/>
                    <a:pt x="41630" y="10894"/>
                  </a:cubicBezTo>
                  <a:cubicBezTo>
                    <a:pt x="41380" y="10822"/>
                    <a:pt x="41139" y="10789"/>
                    <a:pt x="40898" y="10789"/>
                  </a:cubicBezTo>
                  <a:cubicBezTo>
                    <a:pt x="40689" y="10789"/>
                    <a:pt x="40479" y="10814"/>
                    <a:pt x="40262" y="10860"/>
                  </a:cubicBezTo>
                  <a:cubicBezTo>
                    <a:pt x="39595" y="11061"/>
                    <a:pt x="38995" y="11661"/>
                    <a:pt x="38895" y="12328"/>
                  </a:cubicBezTo>
                  <a:cubicBezTo>
                    <a:pt x="38861" y="12728"/>
                    <a:pt x="38895" y="13095"/>
                    <a:pt x="38895" y="13496"/>
                  </a:cubicBezTo>
                  <a:cubicBezTo>
                    <a:pt x="38895" y="13629"/>
                    <a:pt x="38895" y="13729"/>
                    <a:pt x="38928" y="13929"/>
                  </a:cubicBezTo>
                  <a:cubicBezTo>
                    <a:pt x="38828" y="13863"/>
                    <a:pt x="38795" y="13829"/>
                    <a:pt x="38761" y="13829"/>
                  </a:cubicBezTo>
                  <a:cubicBezTo>
                    <a:pt x="38161" y="13429"/>
                    <a:pt x="37561" y="13029"/>
                    <a:pt x="36960" y="12662"/>
                  </a:cubicBezTo>
                  <a:cubicBezTo>
                    <a:pt x="36593" y="12462"/>
                    <a:pt x="36193" y="12362"/>
                    <a:pt x="35793" y="12295"/>
                  </a:cubicBezTo>
                  <a:cubicBezTo>
                    <a:pt x="35459" y="12228"/>
                    <a:pt x="35125" y="12161"/>
                    <a:pt x="34759" y="12128"/>
                  </a:cubicBezTo>
                  <a:cubicBezTo>
                    <a:pt x="34892" y="11728"/>
                    <a:pt x="35726" y="10193"/>
                    <a:pt x="36026" y="9893"/>
                  </a:cubicBezTo>
                  <a:cubicBezTo>
                    <a:pt x="36160" y="9926"/>
                    <a:pt x="36293" y="9926"/>
                    <a:pt x="36460" y="9960"/>
                  </a:cubicBezTo>
                  <a:cubicBezTo>
                    <a:pt x="36650" y="9973"/>
                    <a:pt x="36841" y="9987"/>
                    <a:pt x="37032" y="9987"/>
                  </a:cubicBezTo>
                  <a:cubicBezTo>
                    <a:pt x="37308" y="9987"/>
                    <a:pt x="37584" y="9958"/>
                    <a:pt x="37861" y="9860"/>
                  </a:cubicBezTo>
                  <a:cubicBezTo>
                    <a:pt x="38294" y="9726"/>
                    <a:pt x="38628" y="9459"/>
                    <a:pt x="38761" y="9026"/>
                  </a:cubicBezTo>
                  <a:cubicBezTo>
                    <a:pt x="38861" y="8659"/>
                    <a:pt x="38895" y="8325"/>
                    <a:pt x="38962" y="7992"/>
                  </a:cubicBezTo>
                  <a:cubicBezTo>
                    <a:pt x="39089" y="7007"/>
                    <a:pt x="38248" y="6083"/>
                    <a:pt x="37304" y="6083"/>
                  </a:cubicBezTo>
                  <a:cubicBezTo>
                    <a:pt x="37256" y="6083"/>
                    <a:pt x="37208" y="6086"/>
                    <a:pt x="37160" y="6090"/>
                  </a:cubicBezTo>
                  <a:cubicBezTo>
                    <a:pt x="36827" y="6124"/>
                    <a:pt x="36493" y="6157"/>
                    <a:pt x="36193" y="6224"/>
                  </a:cubicBezTo>
                  <a:cubicBezTo>
                    <a:pt x="35626" y="6357"/>
                    <a:pt x="35259" y="6724"/>
                    <a:pt x="35159" y="7291"/>
                  </a:cubicBezTo>
                  <a:cubicBezTo>
                    <a:pt x="35092" y="7591"/>
                    <a:pt x="35059" y="7892"/>
                    <a:pt x="35059" y="8192"/>
                  </a:cubicBezTo>
                  <a:cubicBezTo>
                    <a:pt x="35059" y="8492"/>
                    <a:pt x="35092" y="8792"/>
                    <a:pt x="35125" y="9059"/>
                  </a:cubicBezTo>
                  <a:cubicBezTo>
                    <a:pt x="34292" y="9626"/>
                    <a:pt x="33191" y="10227"/>
                    <a:pt x="32924" y="10260"/>
                  </a:cubicBezTo>
                  <a:cubicBezTo>
                    <a:pt x="32757" y="9493"/>
                    <a:pt x="32757" y="8726"/>
                    <a:pt x="32357" y="8058"/>
                  </a:cubicBezTo>
                  <a:cubicBezTo>
                    <a:pt x="31957" y="7391"/>
                    <a:pt x="31556" y="6758"/>
                    <a:pt x="31156" y="6124"/>
                  </a:cubicBezTo>
                  <a:lnTo>
                    <a:pt x="31156" y="6124"/>
                  </a:lnTo>
                  <a:cubicBezTo>
                    <a:pt x="31456" y="6157"/>
                    <a:pt x="31790" y="6157"/>
                    <a:pt x="32090" y="6190"/>
                  </a:cubicBezTo>
                  <a:cubicBezTo>
                    <a:pt x="32149" y="6195"/>
                    <a:pt x="32207" y="6197"/>
                    <a:pt x="32265" y="6197"/>
                  </a:cubicBezTo>
                  <a:cubicBezTo>
                    <a:pt x="33063" y="6197"/>
                    <a:pt x="33778" y="5774"/>
                    <a:pt x="34058" y="5090"/>
                  </a:cubicBezTo>
                  <a:cubicBezTo>
                    <a:pt x="34292" y="4556"/>
                    <a:pt x="34292" y="3989"/>
                    <a:pt x="34158" y="3422"/>
                  </a:cubicBezTo>
                  <a:cubicBezTo>
                    <a:pt x="33991" y="2788"/>
                    <a:pt x="33358" y="2288"/>
                    <a:pt x="32690" y="2288"/>
                  </a:cubicBezTo>
                  <a:cubicBezTo>
                    <a:pt x="32090" y="2288"/>
                    <a:pt x="31590" y="2555"/>
                    <a:pt x="31223" y="3022"/>
                  </a:cubicBezTo>
                  <a:cubicBezTo>
                    <a:pt x="30889" y="3422"/>
                    <a:pt x="31023" y="4189"/>
                    <a:pt x="31456" y="4489"/>
                  </a:cubicBezTo>
                  <a:cubicBezTo>
                    <a:pt x="31529" y="4548"/>
                    <a:pt x="31615" y="4574"/>
                    <a:pt x="31703" y="4574"/>
                  </a:cubicBezTo>
                  <a:cubicBezTo>
                    <a:pt x="31815" y="4574"/>
                    <a:pt x="31930" y="4531"/>
                    <a:pt x="32023" y="4456"/>
                  </a:cubicBezTo>
                  <a:cubicBezTo>
                    <a:pt x="32157" y="4322"/>
                    <a:pt x="32190" y="4089"/>
                    <a:pt x="32057" y="3922"/>
                  </a:cubicBezTo>
                  <a:cubicBezTo>
                    <a:pt x="32057" y="3855"/>
                    <a:pt x="31990" y="3822"/>
                    <a:pt x="31957" y="3789"/>
                  </a:cubicBezTo>
                  <a:cubicBezTo>
                    <a:pt x="31890" y="3655"/>
                    <a:pt x="31890" y="3555"/>
                    <a:pt x="31990" y="3455"/>
                  </a:cubicBezTo>
                  <a:cubicBezTo>
                    <a:pt x="32157" y="3255"/>
                    <a:pt x="32357" y="3122"/>
                    <a:pt x="32624" y="3088"/>
                  </a:cubicBezTo>
                  <a:cubicBezTo>
                    <a:pt x="32672" y="3074"/>
                    <a:pt x="32723" y="3067"/>
                    <a:pt x="32773" y="3067"/>
                  </a:cubicBezTo>
                  <a:cubicBezTo>
                    <a:pt x="33068" y="3067"/>
                    <a:pt x="33372" y="3299"/>
                    <a:pt x="33458" y="3555"/>
                  </a:cubicBezTo>
                  <a:cubicBezTo>
                    <a:pt x="33491" y="3755"/>
                    <a:pt x="33524" y="3922"/>
                    <a:pt x="33524" y="4122"/>
                  </a:cubicBezTo>
                  <a:cubicBezTo>
                    <a:pt x="33524" y="4930"/>
                    <a:pt x="32992" y="5425"/>
                    <a:pt x="32262" y="5425"/>
                  </a:cubicBezTo>
                  <a:cubicBezTo>
                    <a:pt x="32238" y="5425"/>
                    <a:pt x="32214" y="5424"/>
                    <a:pt x="32190" y="5423"/>
                  </a:cubicBezTo>
                  <a:cubicBezTo>
                    <a:pt x="31790" y="5390"/>
                    <a:pt x="31356" y="5323"/>
                    <a:pt x="30922" y="5256"/>
                  </a:cubicBezTo>
                  <a:cubicBezTo>
                    <a:pt x="30155" y="5090"/>
                    <a:pt x="29455" y="4823"/>
                    <a:pt x="28821" y="4356"/>
                  </a:cubicBezTo>
                  <a:cubicBezTo>
                    <a:pt x="28754" y="4322"/>
                    <a:pt x="28654" y="4289"/>
                    <a:pt x="28587" y="4222"/>
                  </a:cubicBezTo>
                  <a:cubicBezTo>
                    <a:pt x="28254" y="3956"/>
                    <a:pt x="27920" y="3689"/>
                    <a:pt x="27620" y="3388"/>
                  </a:cubicBezTo>
                  <a:cubicBezTo>
                    <a:pt x="27253" y="3022"/>
                    <a:pt x="27220" y="2454"/>
                    <a:pt x="27553" y="2021"/>
                  </a:cubicBezTo>
                  <a:cubicBezTo>
                    <a:pt x="27720" y="1821"/>
                    <a:pt x="27920" y="1621"/>
                    <a:pt x="28154" y="1454"/>
                  </a:cubicBezTo>
                  <a:cubicBezTo>
                    <a:pt x="28272" y="1359"/>
                    <a:pt x="28411" y="1315"/>
                    <a:pt x="28550" y="1315"/>
                  </a:cubicBezTo>
                  <a:cubicBezTo>
                    <a:pt x="28804" y="1315"/>
                    <a:pt x="29059" y="1462"/>
                    <a:pt x="29188" y="1721"/>
                  </a:cubicBezTo>
                  <a:cubicBezTo>
                    <a:pt x="29321" y="1921"/>
                    <a:pt x="29355" y="2154"/>
                    <a:pt x="29321" y="2388"/>
                  </a:cubicBezTo>
                  <a:cubicBezTo>
                    <a:pt x="29321" y="2488"/>
                    <a:pt x="29255" y="2555"/>
                    <a:pt x="29155" y="2588"/>
                  </a:cubicBezTo>
                  <a:cubicBezTo>
                    <a:pt x="29088" y="2588"/>
                    <a:pt x="29021" y="2588"/>
                    <a:pt x="28988" y="2621"/>
                  </a:cubicBezTo>
                  <a:cubicBezTo>
                    <a:pt x="28721" y="2688"/>
                    <a:pt x="28587" y="2855"/>
                    <a:pt x="28587" y="3088"/>
                  </a:cubicBezTo>
                  <a:cubicBezTo>
                    <a:pt x="28621" y="3288"/>
                    <a:pt x="28788" y="3455"/>
                    <a:pt x="29054" y="3489"/>
                  </a:cubicBezTo>
                  <a:cubicBezTo>
                    <a:pt x="29085" y="3493"/>
                    <a:pt x="29116" y="3495"/>
                    <a:pt x="29146" y="3495"/>
                  </a:cubicBezTo>
                  <a:cubicBezTo>
                    <a:pt x="29626" y="3495"/>
                    <a:pt x="30157" y="3025"/>
                    <a:pt x="30189" y="2555"/>
                  </a:cubicBezTo>
                  <a:cubicBezTo>
                    <a:pt x="30189" y="2154"/>
                    <a:pt x="30122" y="1787"/>
                    <a:pt x="29988" y="1454"/>
                  </a:cubicBezTo>
                  <a:cubicBezTo>
                    <a:pt x="29719" y="870"/>
                    <a:pt x="29087" y="604"/>
                    <a:pt x="28530" y="604"/>
                  </a:cubicBezTo>
                  <a:cubicBezTo>
                    <a:pt x="28259" y="604"/>
                    <a:pt x="28006" y="667"/>
                    <a:pt x="27820" y="787"/>
                  </a:cubicBezTo>
                  <a:cubicBezTo>
                    <a:pt x="27453" y="1053"/>
                    <a:pt x="27120" y="1320"/>
                    <a:pt x="26886" y="1721"/>
                  </a:cubicBezTo>
                  <a:cubicBezTo>
                    <a:pt x="26486" y="2354"/>
                    <a:pt x="26486" y="3222"/>
                    <a:pt x="26986" y="3822"/>
                  </a:cubicBezTo>
                  <a:cubicBezTo>
                    <a:pt x="27253" y="4122"/>
                    <a:pt x="27587" y="4389"/>
                    <a:pt x="27887" y="4689"/>
                  </a:cubicBezTo>
                  <a:cubicBezTo>
                    <a:pt x="27920" y="4756"/>
                    <a:pt x="27987" y="4789"/>
                    <a:pt x="28054" y="4856"/>
                  </a:cubicBezTo>
                  <a:cubicBezTo>
                    <a:pt x="27587" y="4956"/>
                    <a:pt x="27153" y="5023"/>
                    <a:pt x="26686" y="5123"/>
                  </a:cubicBezTo>
                  <a:cubicBezTo>
                    <a:pt x="25852" y="5290"/>
                    <a:pt x="25052" y="5557"/>
                    <a:pt x="24384" y="6157"/>
                  </a:cubicBezTo>
                  <a:cubicBezTo>
                    <a:pt x="24218" y="6291"/>
                    <a:pt x="24018" y="6391"/>
                    <a:pt x="23817" y="6524"/>
                  </a:cubicBezTo>
                  <a:cubicBezTo>
                    <a:pt x="23751" y="6391"/>
                    <a:pt x="23717" y="6257"/>
                    <a:pt x="23684" y="6124"/>
                  </a:cubicBezTo>
                  <a:cubicBezTo>
                    <a:pt x="23584" y="5824"/>
                    <a:pt x="23484" y="5523"/>
                    <a:pt x="23417" y="5223"/>
                  </a:cubicBezTo>
                  <a:cubicBezTo>
                    <a:pt x="23350" y="4990"/>
                    <a:pt x="23284" y="4789"/>
                    <a:pt x="23217" y="4589"/>
                  </a:cubicBezTo>
                  <a:cubicBezTo>
                    <a:pt x="23084" y="4222"/>
                    <a:pt x="23217" y="3989"/>
                    <a:pt x="23517" y="3789"/>
                  </a:cubicBezTo>
                  <a:cubicBezTo>
                    <a:pt x="23884" y="3522"/>
                    <a:pt x="24218" y="3188"/>
                    <a:pt x="24418" y="2755"/>
                  </a:cubicBezTo>
                  <a:cubicBezTo>
                    <a:pt x="24651" y="2354"/>
                    <a:pt x="24718" y="1921"/>
                    <a:pt x="24485" y="1487"/>
                  </a:cubicBezTo>
                  <a:cubicBezTo>
                    <a:pt x="24284" y="1187"/>
                    <a:pt x="24051" y="887"/>
                    <a:pt x="23851" y="620"/>
                  </a:cubicBezTo>
                  <a:cubicBezTo>
                    <a:pt x="23651" y="320"/>
                    <a:pt x="23384" y="186"/>
                    <a:pt x="23050" y="86"/>
                  </a:cubicBezTo>
                  <a:cubicBezTo>
                    <a:pt x="22861" y="30"/>
                    <a:pt x="22672" y="1"/>
                    <a:pt x="22487"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21"/>
            <p:cNvSpPr/>
            <p:nvPr/>
          </p:nvSpPr>
          <p:spPr>
            <a:xfrm>
              <a:off x="1997425" y="3224300"/>
              <a:ext cx="562100" cy="557200"/>
            </a:xfrm>
            <a:custGeom>
              <a:rect b="b" l="l" r="r" t="t"/>
              <a:pathLst>
                <a:path extrusionOk="0" h="22288" w="22484">
                  <a:moveTo>
                    <a:pt x="12722" y="759"/>
                  </a:moveTo>
                  <a:cubicBezTo>
                    <a:pt x="12751" y="759"/>
                    <a:pt x="12781" y="763"/>
                    <a:pt x="12810" y="772"/>
                  </a:cubicBezTo>
                  <a:cubicBezTo>
                    <a:pt x="13510" y="973"/>
                    <a:pt x="13777" y="1540"/>
                    <a:pt x="13977" y="2173"/>
                  </a:cubicBezTo>
                  <a:cubicBezTo>
                    <a:pt x="14044" y="2340"/>
                    <a:pt x="14044" y="2540"/>
                    <a:pt x="14077" y="2707"/>
                  </a:cubicBezTo>
                  <a:cubicBezTo>
                    <a:pt x="14044" y="2740"/>
                    <a:pt x="14011" y="2740"/>
                    <a:pt x="14011" y="2774"/>
                  </a:cubicBezTo>
                  <a:cubicBezTo>
                    <a:pt x="13377" y="2273"/>
                    <a:pt x="12610" y="2107"/>
                    <a:pt x="11876" y="1873"/>
                  </a:cubicBezTo>
                  <a:cubicBezTo>
                    <a:pt x="11943" y="1406"/>
                    <a:pt x="12109" y="1039"/>
                    <a:pt x="12510" y="806"/>
                  </a:cubicBezTo>
                  <a:cubicBezTo>
                    <a:pt x="12580" y="782"/>
                    <a:pt x="12651" y="759"/>
                    <a:pt x="12722" y="759"/>
                  </a:cubicBezTo>
                  <a:close/>
                  <a:moveTo>
                    <a:pt x="9941" y="772"/>
                  </a:moveTo>
                  <a:cubicBezTo>
                    <a:pt x="10108" y="772"/>
                    <a:pt x="10308" y="906"/>
                    <a:pt x="10408" y="1006"/>
                  </a:cubicBezTo>
                  <a:cubicBezTo>
                    <a:pt x="10675" y="1273"/>
                    <a:pt x="10708" y="1406"/>
                    <a:pt x="10775" y="1873"/>
                  </a:cubicBezTo>
                  <a:cubicBezTo>
                    <a:pt x="10041" y="2107"/>
                    <a:pt x="9274" y="2273"/>
                    <a:pt x="8640" y="2807"/>
                  </a:cubicBezTo>
                  <a:cubicBezTo>
                    <a:pt x="8540" y="2073"/>
                    <a:pt x="8874" y="1540"/>
                    <a:pt x="9274" y="1073"/>
                  </a:cubicBezTo>
                  <a:cubicBezTo>
                    <a:pt x="9441" y="872"/>
                    <a:pt x="9708" y="806"/>
                    <a:pt x="9941" y="772"/>
                  </a:cubicBezTo>
                  <a:close/>
                  <a:moveTo>
                    <a:pt x="5762" y="2599"/>
                  </a:moveTo>
                  <a:cubicBezTo>
                    <a:pt x="6195" y="2599"/>
                    <a:pt x="6636" y="2690"/>
                    <a:pt x="7006" y="2974"/>
                  </a:cubicBezTo>
                  <a:cubicBezTo>
                    <a:pt x="7106" y="3074"/>
                    <a:pt x="7206" y="3174"/>
                    <a:pt x="7339" y="3274"/>
                  </a:cubicBezTo>
                  <a:cubicBezTo>
                    <a:pt x="6939" y="3408"/>
                    <a:pt x="6572" y="3508"/>
                    <a:pt x="6205" y="3674"/>
                  </a:cubicBezTo>
                  <a:cubicBezTo>
                    <a:pt x="5872" y="3808"/>
                    <a:pt x="5538" y="4008"/>
                    <a:pt x="5171" y="4175"/>
                  </a:cubicBezTo>
                  <a:cubicBezTo>
                    <a:pt x="4904" y="3941"/>
                    <a:pt x="4838" y="3608"/>
                    <a:pt x="4804" y="3274"/>
                  </a:cubicBezTo>
                  <a:cubicBezTo>
                    <a:pt x="4771" y="2941"/>
                    <a:pt x="5104" y="2607"/>
                    <a:pt x="5538" y="2607"/>
                  </a:cubicBezTo>
                  <a:cubicBezTo>
                    <a:pt x="5612" y="2602"/>
                    <a:pt x="5687" y="2599"/>
                    <a:pt x="5762" y="2599"/>
                  </a:cubicBezTo>
                  <a:close/>
                  <a:moveTo>
                    <a:pt x="16939" y="2567"/>
                  </a:moveTo>
                  <a:cubicBezTo>
                    <a:pt x="17215" y="2567"/>
                    <a:pt x="17443" y="2662"/>
                    <a:pt x="17647" y="2807"/>
                  </a:cubicBezTo>
                  <a:cubicBezTo>
                    <a:pt x="17813" y="2941"/>
                    <a:pt x="17847" y="3141"/>
                    <a:pt x="17847" y="3341"/>
                  </a:cubicBezTo>
                  <a:cubicBezTo>
                    <a:pt x="17813" y="3641"/>
                    <a:pt x="17713" y="3941"/>
                    <a:pt x="17480" y="4175"/>
                  </a:cubicBezTo>
                  <a:cubicBezTo>
                    <a:pt x="16779" y="3808"/>
                    <a:pt x="16112" y="3408"/>
                    <a:pt x="15278" y="3341"/>
                  </a:cubicBezTo>
                  <a:cubicBezTo>
                    <a:pt x="15612" y="2974"/>
                    <a:pt x="15945" y="2740"/>
                    <a:pt x="16379" y="2674"/>
                  </a:cubicBezTo>
                  <a:cubicBezTo>
                    <a:pt x="16513" y="2640"/>
                    <a:pt x="16679" y="2607"/>
                    <a:pt x="16813" y="2574"/>
                  </a:cubicBezTo>
                  <a:cubicBezTo>
                    <a:pt x="16856" y="2569"/>
                    <a:pt x="16898" y="2567"/>
                    <a:pt x="16939" y="2567"/>
                  </a:cubicBezTo>
                  <a:close/>
                  <a:moveTo>
                    <a:pt x="3456" y="4603"/>
                  </a:moveTo>
                  <a:cubicBezTo>
                    <a:pt x="3482" y="4603"/>
                    <a:pt x="3509" y="4605"/>
                    <a:pt x="3537" y="4608"/>
                  </a:cubicBezTo>
                  <a:cubicBezTo>
                    <a:pt x="3837" y="4642"/>
                    <a:pt x="4137" y="4742"/>
                    <a:pt x="4371" y="4975"/>
                  </a:cubicBezTo>
                  <a:cubicBezTo>
                    <a:pt x="4037" y="5643"/>
                    <a:pt x="3637" y="6343"/>
                    <a:pt x="3537" y="7144"/>
                  </a:cubicBezTo>
                  <a:cubicBezTo>
                    <a:pt x="3103" y="6777"/>
                    <a:pt x="2903" y="6376"/>
                    <a:pt x="2803" y="5909"/>
                  </a:cubicBezTo>
                  <a:cubicBezTo>
                    <a:pt x="2769" y="5576"/>
                    <a:pt x="2736" y="5242"/>
                    <a:pt x="2936" y="4909"/>
                  </a:cubicBezTo>
                  <a:cubicBezTo>
                    <a:pt x="3056" y="4729"/>
                    <a:pt x="3229" y="4603"/>
                    <a:pt x="3456" y="4603"/>
                  </a:cubicBezTo>
                  <a:close/>
                  <a:moveTo>
                    <a:pt x="19162" y="4612"/>
                  </a:moveTo>
                  <a:cubicBezTo>
                    <a:pt x="19244" y="4612"/>
                    <a:pt x="19328" y="4622"/>
                    <a:pt x="19415" y="4642"/>
                  </a:cubicBezTo>
                  <a:cubicBezTo>
                    <a:pt x="19548" y="4675"/>
                    <a:pt x="19615" y="4775"/>
                    <a:pt x="19681" y="4875"/>
                  </a:cubicBezTo>
                  <a:cubicBezTo>
                    <a:pt x="19982" y="5309"/>
                    <a:pt x="19848" y="5743"/>
                    <a:pt x="19782" y="6176"/>
                  </a:cubicBezTo>
                  <a:cubicBezTo>
                    <a:pt x="19681" y="6543"/>
                    <a:pt x="19448" y="6843"/>
                    <a:pt x="19181" y="7144"/>
                  </a:cubicBezTo>
                  <a:cubicBezTo>
                    <a:pt x="19048" y="6743"/>
                    <a:pt x="18948" y="6376"/>
                    <a:pt x="18781" y="6009"/>
                  </a:cubicBezTo>
                  <a:cubicBezTo>
                    <a:pt x="18647" y="5676"/>
                    <a:pt x="18447" y="5342"/>
                    <a:pt x="18280" y="4975"/>
                  </a:cubicBezTo>
                  <a:cubicBezTo>
                    <a:pt x="18547" y="4762"/>
                    <a:pt x="18836" y="4612"/>
                    <a:pt x="19162" y="4612"/>
                  </a:cubicBezTo>
                  <a:close/>
                  <a:moveTo>
                    <a:pt x="19715" y="8411"/>
                  </a:moveTo>
                  <a:cubicBezTo>
                    <a:pt x="20215" y="8411"/>
                    <a:pt x="20649" y="8511"/>
                    <a:pt x="21016" y="8811"/>
                  </a:cubicBezTo>
                  <a:cubicBezTo>
                    <a:pt x="21283" y="9012"/>
                    <a:pt x="21549" y="9212"/>
                    <a:pt x="21650" y="9545"/>
                  </a:cubicBezTo>
                  <a:cubicBezTo>
                    <a:pt x="21716" y="9846"/>
                    <a:pt x="21650" y="10046"/>
                    <a:pt x="21416" y="10246"/>
                  </a:cubicBezTo>
                  <a:cubicBezTo>
                    <a:pt x="21183" y="10413"/>
                    <a:pt x="20916" y="10546"/>
                    <a:pt x="20582" y="10546"/>
                  </a:cubicBezTo>
                  <a:cubicBezTo>
                    <a:pt x="20449" y="10179"/>
                    <a:pt x="20349" y="9812"/>
                    <a:pt x="20215" y="9445"/>
                  </a:cubicBezTo>
                  <a:cubicBezTo>
                    <a:pt x="20082" y="9112"/>
                    <a:pt x="19882" y="8778"/>
                    <a:pt x="19715" y="8411"/>
                  </a:cubicBezTo>
                  <a:close/>
                  <a:moveTo>
                    <a:pt x="2795" y="8406"/>
                  </a:moveTo>
                  <a:cubicBezTo>
                    <a:pt x="2842" y="8406"/>
                    <a:pt x="2888" y="8408"/>
                    <a:pt x="2936" y="8411"/>
                  </a:cubicBezTo>
                  <a:cubicBezTo>
                    <a:pt x="2769" y="8778"/>
                    <a:pt x="2569" y="9145"/>
                    <a:pt x="2436" y="9512"/>
                  </a:cubicBezTo>
                  <a:cubicBezTo>
                    <a:pt x="2269" y="9846"/>
                    <a:pt x="2169" y="10212"/>
                    <a:pt x="2069" y="10579"/>
                  </a:cubicBezTo>
                  <a:cubicBezTo>
                    <a:pt x="1735" y="10546"/>
                    <a:pt x="1468" y="10446"/>
                    <a:pt x="1235" y="10246"/>
                  </a:cubicBezTo>
                  <a:cubicBezTo>
                    <a:pt x="1035" y="10079"/>
                    <a:pt x="901" y="9812"/>
                    <a:pt x="1001" y="9545"/>
                  </a:cubicBezTo>
                  <a:cubicBezTo>
                    <a:pt x="1135" y="9178"/>
                    <a:pt x="1402" y="8978"/>
                    <a:pt x="1702" y="8745"/>
                  </a:cubicBezTo>
                  <a:cubicBezTo>
                    <a:pt x="2031" y="8535"/>
                    <a:pt x="2388" y="8406"/>
                    <a:pt x="2795" y="8406"/>
                  </a:cubicBezTo>
                  <a:close/>
                  <a:moveTo>
                    <a:pt x="2069" y="11714"/>
                  </a:moveTo>
                  <a:cubicBezTo>
                    <a:pt x="2302" y="12414"/>
                    <a:pt x="2469" y="13181"/>
                    <a:pt x="3003" y="13815"/>
                  </a:cubicBezTo>
                  <a:cubicBezTo>
                    <a:pt x="2905" y="13829"/>
                    <a:pt x="2811" y="13836"/>
                    <a:pt x="2719" y="13836"/>
                  </a:cubicBezTo>
                  <a:cubicBezTo>
                    <a:pt x="2372" y="13836"/>
                    <a:pt x="2066" y="13740"/>
                    <a:pt x="1802" y="13582"/>
                  </a:cubicBezTo>
                  <a:cubicBezTo>
                    <a:pt x="1468" y="13348"/>
                    <a:pt x="1102" y="13148"/>
                    <a:pt x="1001" y="12714"/>
                  </a:cubicBezTo>
                  <a:cubicBezTo>
                    <a:pt x="935" y="12414"/>
                    <a:pt x="1001" y="12214"/>
                    <a:pt x="1202" y="12047"/>
                  </a:cubicBezTo>
                  <a:cubicBezTo>
                    <a:pt x="1468" y="11814"/>
                    <a:pt x="1635" y="11747"/>
                    <a:pt x="2069" y="11714"/>
                  </a:cubicBezTo>
                  <a:close/>
                  <a:moveTo>
                    <a:pt x="20582" y="11680"/>
                  </a:moveTo>
                  <a:cubicBezTo>
                    <a:pt x="21049" y="11747"/>
                    <a:pt x="21416" y="11880"/>
                    <a:pt x="21650" y="12314"/>
                  </a:cubicBezTo>
                  <a:cubicBezTo>
                    <a:pt x="21683" y="12347"/>
                    <a:pt x="21716" y="12447"/>
                    <a:pt x="21683" y="12514"/>
                  </a:cubicBezTo>
                  <a:cubicBezTo>
                    <a:pt x="21616" y="12814"/>
                    <a:pt x="21483" y="13115"/>
                    <a:pt x="21216" y="13315"/>
                  </a:cubicBezTo>
                  <a:cubicBezTo>
                    <a:pt x="20779" y="13627"/>
                    <a:pt x="20341" y="13852"/>
                    <a:pt x="19795" y="13852"/>
                  </a:cubicBezTo>
                  <a:cubicBezTo>
                    <a:pt x="19757" y="13852"/>
                    <a:pt x="19720" y="13851"/>
                    <a:pt x="19681" y="13848"/>
                  </a:cubicBezTo>
                  <a:cubicBezTo>
                    <a:pt x="20148" y="13181"/>
                    <a:pt x="20349" y="12414"/>
                    <a:pt x="20582" y="11680"/>
                  </a:cubicBezTo>
                  <a:close/>
                  <a:moveTo>
                    <a:pt x="3537" y="15116"/>
                  </a:moveTo>
                  <a:cubicBezTo>
                    <a:pt x="3637" y="15917"/>
                    <a:pt x="4037" y="16584"/>
                    <a:pt x="4404" y="17284"/>
                  </a:cubicBezTo>
                  <a:cubicBezTo>
                    <a:pt x="4137" y="17484"/>
                    <a:pt x="3870" y="17618"/>
                    <a:pt x="3570" y="17651"/>
                  </a:cubicBezTo>
                  <a:cubicBezTo>
                    <a:pt x="3236" y="17651"/>
                    <a:pt x="3036" y="17551"/>
                    <a:pt x="2903" y="17318"/>
                  </a:cubicBezTo>
                  <a:cubicBezTo>
                    <a:pt x="2769" y="16984"/>
                    <a:pt x="2769" y="16684"/>
                    <a:pt x="2803" y="16350"/>
                  </a:cubicBezTo>
                  <a:cubicBezTo>
                    <a:pt x="2903" y="15883"/>
                    <a:pt x="3103" y="15483"/>
                    <a:pt x="3537" y="15116"/>
                  </a:cubicBezTo>
                  <a:close/>
                  <a:moveTo>
                    <a:pt x="19148" y="15116"/>
                  </a:moveTo>
                  <a:cubicBezTo>
                    <a:pt x="19681" y="15583"/>
                    <a:pt x="19815" y="16150"/>
                    <a:pt x="19882" y="16751"/>
                  </a:cubicBezTo>
                  <a:cubicBezTo>
                    <a:pt x="19915" y="17017"/>
                    <a:pt x="19782" y="17251"/>
                    <a:pt x="19615" y="17484"/>
                  </a:cubicBezTo>
                  <a:cubicBezTo>
                    <a:pt x="19515" y="17651"/>
                    <a:pt x="19315" y="17651"/>
                    <a:pt x="19114" y="17651"/>
                  </a:cubicBezTo>
                  <a:cubicBezTo>
                    <a:pt x="18814" y="17618"/>
                    <a:pt x="18514" y="17518"/>
                    <a:pt x="18280" y="17284"/>
                  </a:cubicBezTo>
                  <a:cubicBezTo>
                    <a:pt x="18614" y="16584"/>
                    <a:pt x="19048" y="15917"/>
                    <a:pt x="19148" y="15116"/>
                  </a:cubicBezTo>
                  <a:close/>
                  <a:moveTo>
                    <a:pt x="11410" y="2595"/>
                  </a:moveTo>
                  <a:cubicBezTo>
                    <a:pt x="11814" y="2595"/>
                    <a:pt x="12195" y="2790"/>
                    <a:pt x="12576" y="2907"/>
                  </a:cubicBezTo>
                  <a:cubicBezTo>
                    <a:pt x="12910" y="3007"/>
                    <a:pt x="13177" y="3207"/>
                    <a:pt x="13477" y="3374"/>
                  </a:cubicBezTo>
                  <a:cubicBezTo>
                    <a:pt x="13544" y="3408"/>
                    <a:pt x="13644" y="3474"/>
                    <a:pt x="13677" y="3508"/>
                  </a:cubicBezTo>
                  <a:cubicBezTo>
                    <a:pt x="14044" y="3908"/>
                    <a:pt x="14478" y="4075"/>
                    <a:pt x="15011" y="4075"/>
                  </a:cubicBezTo>
                  <a:cubicBezTo>
                    <a:pt x="15345" y="4075"/>
                    <a:pt x="15679" y="4141"/>
                    <a:pt x="15979" y="4308"/>
                  </a:cubicBezTo>
                  <a:cubicBezTo>
                    <a:pt x="16312" y="4475"/>
                    <a:pt x="16646" y="4608"/>
                    <a:pt x="16946" y="4809"/>
                  </a:cubicBezTo>
                  <a:cubicBezTo>
                    <a:pt x="17180" y="4942"/>
                    <a:pt x="17380" y="5109"/>
                    <a:pt x="17513" y="5309"/>
                  </a:cubicBezTo>
                  <a:cubicBezTo>
                    <a:pt x="17747" y="5609"/>
                    <a:pt x="17880" y="5943"/>
                    <a:pt x="18047" y="6243"/>
                  </a:cubicBezTo>
                  <a:cubicBezTo>
                    <a:pt x="18280" y="6710"/>
                    <a:pt x="18381" y="7210"/>
                    <a:pt x="18381" y="7744"/>
                  </a:cubicBezTo>
                  <a:cubicBezTo>
                    <a:pt x="18414" y="8044"/>
                    <a:pt x="18547" y="8378"/>
                    <a:pt x="18781" y="8611"/>
                  </a:cubicBezTo>
                  <a:cubicBezTo>
                    <a:pt x="19248" y="9045"/>
                    <a:pt x="19515" y="9612"/>
                    <a:pt x="19648" y="10212"/>
                  </a:cubicBezTo>
                  <a:cubicBezTo>
                    <a:pt x="19748" y="10513"/>
                    <a:pt x="19815" y="10813"/>
                    <a:pt x="19882" y="11113"/>
                  </a:cubicBezTo>
                  <a:cubicBezTo>
                    <a:pt x="19882" y="11580"/>
                    <a:pt x="19681" y="11980"/>
                    <a:pt x="19581" y="12381"/>
                  </a:cubicBezTo>
                  <a:cubicBezTo>
                    <a:pt x="19448" y="12714"/>
                    <a:pt x="19281" y="12981"/>
                    <a:pt x="19114" y="13281"/>
                  </a:cubicBezTo>
                  <a:cubicBezTo>
                    <a:pt x="19081" y="13348"/>
                    <a:pt x="19014" y="13448"/>
                    <a:pt x="18948" y="13481"/>
                  </a:cubicBezTo>
                  <a:cubicBezTo>
                    <a:pt x="18681" y="13715"/>
                    <a:pt x="18547" y="14015"/>
                    <a:pt x="18447" y="14315"/>
                  </a:cubicBezTo>
                  <a:cubicBezTo>
                    <a:pt x="18414" y="14382"/>
                    <a:pt x="18381" y="14482"/>
                    <a:pt x="18381" y="14582"/>
                  </a:cubicBezTo>
                  <a:cubicBezTo>
                    <a:pt x="18414" y="15283"/>
                    <a:pt x="18180" y="15883"/>
                    <a:pt x="17813" y="16484"/>
                  </a:cubicBezTo>
                  <a:cubicBezTo>
                    <a:pt x="17680" y="16684"/>
                    <a:pt x="17580" y="16917"/>
                    <a:pt x="17413" y="17117"/>
                  </a:cubicBezTo>
                  <a:cubicBezTo>
                    <a:pt x="17113" y="17484"/>
                    <a:pt x="16679" y="17618"/>
                    <a:pt x="16279" y="17851"/>
                  </a:cubicBezTo>
                  <a:cubicBezTo>
                    <a:pt x="15979" y="18018"/>
                    <a:pt x="15645" y="18118"/>
                    <a:pt x="15278" y="18152"/>
                  </a:cubicBezTo>
                  <a:cubicBezTo>
                    <a:pt x="15231" y="18175"/>
                    <a:pt x="15167" y="18199"/>
                    <a:pt x="15110" y="18199"/>
                  </a:cubicBezTo>
                  <a:cubicBezTo>
                    <a:pt x="15087" y="18199"/>
                    <a:pt x="15064" y="18195"/>
                    <a:pt x="15045" y="18185"/>
                  </a:cubicBezTo>
                  <a:cubicBezTo>
                    <a:pt x="15009" y="18181"/>
                    <a:pt x="14974" y="18180"/>
                    <a:pt x="14939" y="18180"/>
                  </a:cubicBezTo>
                  <a:cubicBezTo>
                    <a:pt x="14647" y="18180"/>
                    <a:pt x="14379" y="18296"/>
                    <a:pt x="14111" y="18385"/>
                  </a:cubicBezTo>
                  <a:cubicBezTo>
                    <a:pt x="14044" y="18418"/>
                    <a:pt x="13977" y="18485"/>
                    <a:pt x="13911" y="18552"/>
                  </a:cubicBezTo>
                  <a:cubicBezTo>
                    <a:pt x="13711" y="18685"/>
                    <a:pt x="13510" y="18852"/>
                    <a:pt x="13344" y="18985"/>
                  </a:cubicBezTo>
                  <a:cubicBezTo>
                    <a:pt x="13010" y="19252"/>
                    <a:pt x="12610" y="19386"/>
                    <a:pt x="12209" y="19486"/>
                  </a:cubicBezTo>
                  <a:cubicBezTo>
                    <a:pt x="11958" y="19542"/>
                    <a:pt x="11683" y="19668"/>
                    <a:pt x="11384" y="19668"/>
                  </a:cubicBezTo>
                  <a:cubicBezTo>
                    <a:pt x="11326" y="19668"/>
                    <a:pt x="11268" y="19663"/>
                    <a:pt x="11209" y="19653"/>
                  </a:cubicBezTo>
                  <a:cubicBezTo>
                    <a:pt x="11109" y="19653"/>
                    <a:pt x="10975" y="19619"/>
                    <a:pt x="10875" y="19586"/>
                  </a:cubicBezTo>
                  <a:cubicBezTo>
                    <a:pt x="10508" y="19486"/>
                    <a:pt x="10175" y="19386"/>
                    <a:pt x="9808" y="19252"/>
                  </a:cubicBezTo>
                  <a:cubicBezTo>
                    <a:pt x="9441" y="19119"/>
                    <a:pt x="9141" y="18919"/>
                    <a:pt x="8874" y="18652"/>
                  </a:cubicBezTo>
                  <a:cubicBezTo>
                    <a:pt x="8574" y="18352"/>
                    <a:pt x="8207" y="18185"/>
                    <a:pt x="7773" y="18185"/>
                  </a:cubicBezTo>
                  <a:cubicBezTo>
                    <a:pt x="7206" y="18185"/>
                    <a:pt x="6706" y="18018"/>
                    <a:pt x="6205" y="17751"/>
                  </a:cubicBezTo>
                  <a:cubicBezTo>
                    <a:pt x="5938" y="17618"/>
                    <a:pt x="5671" y="17451"/>
                    <a:pt x="5405" y="17251"/>
                  </a:cubicBezTo>
                  <a:cubicBezTo>
                    <a:pt x="5004" y="16951"/>
                    <a:pt x="4838" y="16484"/>
                    <a:pt x="4637" y="16083"/>
                  </a:cubicBezTo>
                  <a:cubicBezTo>
                    <a:pt x="4471" y="15783"/>
                    <a:pt x="4337" y="15450"/>
                    <a:pt x="4304" y="15116"/>
                  </a:cubicBezTo>
                  <a:cubicBezTo>
                    <a:pt x="4304" y="15016"/>
                    <a:pt x="4270" y="14916"/>
                    <a:pt x="4270" y="14816"/>
                  </a:cubicBezTo>
                  <a:cubicBezTo>
                    <a:pt x="4337" y="14482"/>
                    <a:pt x="4170" y="14182"/>
                    <a:pt x="4070" y="13915"/>
                  </a:cubicBezTo>
                  <a:cubicBezTo>
                    <a:pt x="4037" y="13848"/>
                    <a:pt x="3970" y="13782"/>
                    <a:pt x="3937" y="13715"/>
                  </a:cubicBezTo>
                  <a:cubicBezTo>
                    <a:pt x="3403" y="13215"/>
                    <a:pt x="3136" y="12614"/>
                    <a:pt x="2970" y="11947"/>
                  </a:cubicBezTo>
                  <a:cubicBezTo>
                    <a:pt x="2903" y="11714"/>
                    <a:pt x="2836" y="11480"/>
                    <a:pt x="2803" y="11247"/>
                  </a:cubicBezTo>
                  <a:cubicBezTo>
                    <a:pt x="2736" y="10780"/>
                    <a:pt x="2970" y="10346"/>
                    <a:pt x="3103" y="9912"/>
                  </a:cubicBezTo>
                  <a:cubicBezTo>
                    <a:pt x="3203" y="9579"/>
                    <a:pt x="3403" y="9278"/>
                    <a:pt x="3537" y="8978"/>
                  </a:cubicBezTo>
                  <a:cubicBezTo>
                    <a:pt x="3603" y="8912"/>
                    <a:pt x="3637" y="8845"/>
                    <a:pt x="3703" y="8778"/>
                  </a:cubicBezTo>
                  <a:cubicBezTo>
                    <a:pt x="4004" y="8578"/>
                    <a:pt x="4104" y="8244"/>
                    <a:pt x="4237" y="7944"/>
                  </a:cubicBezTo>
                  <a:cubicBezTo>
                    <a:pt x="4270" y="7877"/>
                    <a:pt x="4270" y="7811"/>
                    <a:pt x="4270" y="7744"/>
                  </a:cubicBezTo>
                  <a:cubicBezTo>
                    <a:pt x="4237" y="7044"/>
                    <a:pt x="4471" y="6410"/>
                    <a:pt x="4838" y="5809"/>
                  </a:cubicBezTo>
                  <a:cubicBezTo>
                    <a:pt x="4971" y="5609"/>
                    <a:pt x="5104" y="5376"/>
                    <a:pt x="5238" y="5176"/>
                  </a:cubicBezTo>
                  <a:cubicBezTo>
                    <a:pt x="5538" y="4809"/>
                    <a:pt x="5972" y="4642"/>
                    <a:pt x="6372" y="4442"/>
                  </a:cubicBezTo>
                  <a:cubicBezTo>
                    <a:pt x="6672" y="4275"/>
                    <a:pt x="7006" y="4175"/>
                    <a:pt x="7339" y="4108"/>
                  </a:cubicBezTo>
                  <a:cubicBezTo>
                    <a:pt x="7439" y="4108"/>
                    <a:pt x="7539" y="4075"/>
                    <a:pt x="7640" y="4075"/>
                  </a:cubicBezTo>
                  <a:cubicBezTo>
                    <a:pt x="7693" y="4085"/>
                    <a:pt x="7744" y="4090"/>
                    <a:pt x="7794" y="4090"/>
                  </a:cubicBezTo>
                  <a:cubicBezTo>
                    <a:pt x="8059" y="4090"/>
                    <a:pt x="8288" y="3959"/>
                    <a:pt x="8540" y="3875"/>
                  </a:cubicBezTo>
                  <a:cubicBezTo>
                    <a:pt x="8640" y="3841"/>
                    <a:pt x="8707" y="3775"/>
                    <a:pt x="8774" y="3708"/>
                  </a:cubicBezTo>
                  <a:cubicBezTo>
                    <a:pt x="8940" y="3574"/>
                    <a:pt x="9107" y="3408"/>
                    <a:pt x="9307" y="3274"/>
                  </a:cubicBezTo>
                  <a:cubicBezTo>
                    <a:pt x="9641" y="3041"/>
                    <a:pt x="10041" y="2874"/>
                    <a:pt x="10475" y="2774"/>
                  </a:cubicBezTo>
                  <a:cubicBezTo>
                    <a:pt x="10708" y="2740"/>
                    <a:pt x="10975" y="2640"/>
                    <a:pt x="11242" y="2607"/>
                  </a:cubicBezTo>
                  <a:cubicBezTo>
                    <a:pt x="11299" y="2599"/>
                    <a:pt x="11354" y="2595"/>
                    <a:pt x="11410" y="2595"/>
                  </a:cubicBezTo>
                  <a:close/>
                  <a:moveTo>
                    <a:pt x="17480" y="18051"/>
                  </a:moveTo>
                  <a:cubicBezTo>
                    <a:pt x="17747" y="18418"/>
                    <a:pt x="17947" y="18785"/>
                    <a:pt x="17780" y="19252"/>
                  </a:cubicBezTo>
                  <a:cubicBezTo>
                    <a:pt x="17747" y="19319"/>
                    <a:pt x="17680" y="19419"/>
                    <a:pt x="17580" y="19486"/>
                  </a:cubicBezTo>
                  <a:cubicBezTo>
                    <a:pt x="17371" y="19625"/>
                    <a:pt x="17161" y="19684"/>
                    <a:pt x="16929" y="19684"/>
                  </a:cubicBezTo>
                  <a:cubicBezTo>
                    <a:pt x="16829" y="19684"/>
                    <a:pt x="16724" y="19673"/>
                    <a:pt x="16613" y="19653"/>
                  </a:cubicBezTo>
                  <a:cubicBezTo>
                    <a:pt x="16112" y="19553"/>
                    <a:pt x="15679" y="19352"/>
                    <a:pt x="15278" y="18919"/>
                  </a:cubicBezTo>
                  <a:cubicBezTo>
                    <a:pt x="16112" y="18852"/>
                    <a:pt x="16779" y="18452"/>
                    <a:pt x="17480" y="18051"/>
                  </a:cubicBezTo>
                  <a:close/>
                  <a:moveTo>
                    <a:pt x="5171" y="18085"/>
                  </a:moveTo>
                  <a:cubicBezTo>
                    <a:pt x="5872" y="18418"/>
                    <a:pt x="6505" y="18852"/>
                    <a:pt x="7373" y="18919"/>
                  </a:cubicBezTo>
                  <a:cubicBezTo>
                    <a:pt x="6872" y="19486"/>
                    <a:pt x="6272" y="19653"/>
                    <a:pt x="5671" y="19686"/>
                  </a:cubicBezTo>
                  <a:cubicBezTo>
                    <a:pt x="5438" y="19686"/>
                    <a:pt x="5171" y="19553"/>
                    <a:pt x="4971" y="19419"/>
                  </a:cubicBezTo>
                  <a:cubicBezTo>
                    <a:pt x="4871" y="19319"/>
                    <a:pt x="4804" y="19086"/>
                    <a:pt x="4804" y="18919"/>
                  </a:cubicBezTo>
                  <a:cubicBezTo>
                    <a:pt x="4838" y="18619"/>
                    <a:pt x="4938" y="18318"/>
                    <a:pt x="5171" y="18085"/>
                  </a:cubicBezTo>
                  <a:close/>
                  <a:moveTo>
                    <a:pt x="14044" y="19452"/>
                  </a:moveTo>
                  <a:cubicBezTo>
                    <a:pt x="14044" y="19986"/>
                    <a:pt x="13944" y="20420"/>
                    <a:pt x="13644" y="20820"/>
                  </a:cubicBezTo>
                  <a:cubicBezTo>
                    <a:pt x="13444" y="21087"/>
                    <a:pt x="13277" y="21354"/>
                    <a:pt x="12910" y="21421"/>
                  </a:cubicBezTo>
                  <a:cubicBezTo>
                    <a:pt x="12830" y="21451"/>
                    <a:pt x="12753" y="21466"/>
                    <a:pt x="12679" y="21466"/>
                  </a:cubicBezTo>
                  <a:cubicBezTo>
                    <a:pt x="12506" y="21466"/>
                    <a:pt x="12350" y="21384"/>
                    <a:pt x="12209" y="21220"/>
                  </a:cubicBezTo>
                  <a:cubicBezTo>
                    <a:pt x="12043" y="20987"/>
                    <a:pt x="11909" y="20720"/>
                    <a:pt x="11876" y="20386"/>
                  </a:cubicBezTo>
                  <a:cubicBezTo>
                    <a:pt x="12643" y="20153"/>
                    <a:pt x="13377" y="19953"/>
                    <a:pt x="14044" y="19452"/>
                  </a:cubicBezTo>
                  <a:close/>
                  <a:moveTo>
                    <a:pt x="8607" y="19519"/>
                  </a:moveTo>
                  <a:lnTo>
                    <a:pt x="8607" y="19519"/>
                  </a:lnTo>
                  <a:cubicBezTo>
                    <a:pt x="8974" y="19686"/>
                    <a:pt x="9307" y="19853"/>
                    <a:pt x="9641" y="20020"/>
                  </a:cubicBezTo>
                  <a:cubicBezTo>
                    <a:pt x="10008" y="20153"/>
                    <a:pt x="10375" y="20253"/>
                    <a:pt x="10742" y="20386"/>
                  </a:cubicBezTo>
                  <a:cubicBezTo>
                    <a:pt x="10775" y="20787"/>
                    <a:pt x="10608" y="21087"/>
                    <a:pt x="10341" y="21320"/>
                  </a:cubicBezTo>
                  <a:cubicBezTo>
                    <a:pt x="10207" y="21455"/>
                    <a:pt x="10061" y="21514"/>
                    <a:pt x="9916" y="21514"/>
                  </a:cubicBezTo>
                  <a:cubicBezTo>
                    <a:pt x="9701" y="21514"/>
                    <a:pt x="9486" y="21386"/>
                    <a:pt x="9307" y="21187"/>
                  </a:cubicBezTo>
                  <a:cubicBezTo>
                    <a:pt x="8840" y="20720"/>
                    <a:pt x="8574" y="20320"/>
                    <a:pt x="8607" y="19519"/>
                  </a:cubicBezTo>
                  <a:close/>
                  <a:moveTo>
                    <a:pt x="12623" y="1"/>
                  </a:moveTo>
                  <a:cubicBezTo>
                    <a:pt x="12493" y="1"/>
                    <a:pt x="12368" y="34"/>
                    <a:pt x="12243" y="105"/>
                  </a:cubicBezTo>
                  <a:cubicBezTo>
                    <a:pt x="11976" y="239"/>
                    <a:pt x="11709" y="405"/>
                    <a:pt x="11542" y="706"/>
                  </a:cubicBezTo>
                  <a:cubicBezTo>
                    <a:pt x="11476" y="806"/>
                    <a:pt x="11409" y="906"/>
                    <a:pt x="11309" y="1006"/>
                  </a:cubicBezTo>
                  <a:cubicBezTo>
                    <a:pt x="11209" y="839"/>
                    <a:pt x="11142" y="706"/>
                    <a:pt x="11042" y="572"/>
                  </a:cubicBezTo>
                  <a:cubicBezTo>
                    <a:pt x="10759" y="258"/>
                    <a:pt x="10446" y="2"/>
                    <a:pt x="10019" y="2"/>
                  </a:cubicBezTo>
                  <a:cubicBezTo>
                    <a:pt x="9994" y="2"/>
                    <a:pt x="9968" y="3"/>
                    <a:pt x="9941" y="5"/>
                  </a:cubicBezTo>
                  <a:cubicBezTo>
                    <a:pt x="9541" y="39"/>
                    <a:pt x="9141" y="172"/>
                    <a:pt x="8840" y="472"/>
                  </a:cubicBezTo>
                  <a:cubicBezTo>
                    <a:pt x="8373" y="973"/>
                    <a:pt x="7940" y="1506"/>
                    <a:pt x="7873" y="2240"/>
                  </a:cubicBezTo>
                  <a:cubicBezTo>
                    <a:pt x="7873" y="2374"/>
                    <a:pt x="7840" y="2507"/>
                    <a:pt x="7806" y="2674"/>
                  </a:cubicBezTo>
                  <a:cubicBezTo>
                    <a:pt x="7673" y="2574"/>
                    <a:pt x="7573" y="2474"/>
                    <a:pt x="7473" y="2407"/>
                  </a:cubicBezTo>
                  <a:cubicBezTo>
                    <a:pt x="6945" y="2062"/>
                    <a:pt x="6392" y="1840"/>
                    <a:pt x="5814" y="1840"/>
                  </a:cubicBezTo>
                  <a:cubicBezTo>
                    <a:pt x="5443" y="1840"/>
                    <a:pt x="5062" y="1931"/>
                    <a:pt x="4671" y="2140"/>
                  </a:cubicBezTo>
                  <a:cubicBezTo>
                    <a:pt x="4437" y="2240"/>
                    <a:pt x="4270" y="2407"/>
                    <a:pt x="4170" y="2674"/>
                  </a:cubicBezTo>
                  <a:cubicBezTo>
                    <a:pt x="4070" y="2974"/>
                    <a:pt x="4004" y="3274"/>
                    <a:pt x="4104" y="3608"/>
                  </a:cubicBezTo>
                  <a:cubicBezTo>
                    <a:pt x="4137" y="3708"/>
                    <a:pt x="4137" y="3841"/>
                    <a:pt x="4170" y="3941"/>
                  </a:cubicBezTo>
                  <a:cubicBezTo>
                    <a:pt x="4004" y="3941"/>
                    <a:pt x="3904" y="3941"/>
                    <a:pt x="3803" y="3908"/>
                  </a:cubicBezTo>
                  <a:cubicBezTo>
                    <a:pt x="3699" y="3873"/>
                    <a:pt x="3594" y="3858"/>
                    <a:pt x="3489" y="3858"/>
                  </a:cubicBezTo>
                  <a:cubicBezTo>
                    <a:pt x="3294" y="3858"/>
                    <a:pt x="3098" y="3910"/>
                    <a:pt x="2903" y="3975"/>
                  </a:cubicBezTo>
                  <a:cubicBezTo>
                    <a:pt x="2636" y="4041"/>
                    <a:pt x="2469" y="4208"/>
                    <a:pt x="2336" y="4475"/>
                  </a:cubicBezTo>
                  <a:cubicBezTo>
                    <a:pt x="2069" y="4942"/>
                    <a:pt x="1969" y="5376"/>
                    <a:pt x="2069" y="5909"/>
                  </a:cubicBezTo>
                  <a:cubicBezTo>
                    <a:pt x="2169" y="6443"/>
                    <a:pt x="2302" y="6943"/>
                    <a:pt x="2669" y="7377"/>
                  </a:cubicBezTo>
                  <a:cubicBezTo>
                    <a:pt x="2736" y="7444"/>
                    <a:pt x="2769" y="7511"/>
                    <a:pt x="2836" y="7611"/>
                  </a:cubicBezTo>
                  <a:cubicBezTo>
                    <a:pt x="2603" y="7677"/>
                    <a:pt x="2402" y="7677"/>
                    <a:pt x="2202" y="7711"/>
                  </a:cubicBezTo>
                  <a:cubicBezTo>
                    <a:pt x="1602" y="7877"/>
                    <a:pt x="1068" y="8178"/>
                    <a:pt x="701" y="8645"/>
                  </a:cubicBezTo>
                  <a:cubicBezTo>
                    <a:pt x="134" y="9345"/>
                    <a:pt x="1" y="9912"/>
                    <a:pt x="501" y="10546"/>
                  </a:cubicBezTo>
                  <a:cubicBezTo>
                    <a:pt x="568" y="10679"/>
                    <a:pt x="701" y="10780"/>
                    <a:pt x="801" y="10846"/>
                  </a:cubicBezTo>
                  <a:cubicBezTo>
                    <a:pt x="901" y="10946"/>
                    <a:pt x="1035" y="11046"/>
                    <a:pt x="1202" y="11146"/>
                  </a:cubicBezTo>
                  <a:cubicBezTo>
                    <a:pt x="1035" y="11247"/>
                    <a:pt x="901" y="11313"/>
                    <a:pt x="768" y="11413"/>
                  </a:cubicBezTo>
                  <a:cubicBezTo>
                    <a:pt x="434" y="11680"/>
                    <a:pt x="168" y="12047"/>
                    <a:pt x="201" y="12514"/>
                  </a:cubicBezTo>
                  <a:cubicBezTo>
                    <a:pt x="234" y="12914"/>
                    <a:pt x="368" y="13348"/>
                    <a:pt x="701" y="13648"/>
                  </a:cubicBezTo>
                  <a:cubicBezTo>
                    <a:pt x="1202" y="14115"/>
                    <a:pt x="1769" y="14516"/>
                    <a:pt x="2503" y="14582"/>
                  </a:cubicBezTo>
                  <a:cubicBezTo>
                    <a:pt x="2603" y="14582"/>
                    <a:pt x="2703" y="14616"/>
                    <a:pt x="2836" y="14649"/>
                  </a:cubicBezTo>
                  <a:cubicBezTo>
                    <a:pt x="2769" y="14749"/>
                    <a:pt x="2703" y="14849"/>
                    <a:pt x="2636" y="14949"/>
                  </a:cubicBezTo>
                  <a:cubicBezTo>
                    <a:pt x="2402" y="15216"/>
                    <a:pt x="2236" y="15550"/>
                    <a:pt x="2169" y="15883"/>
                  </a:cubicBezTo>
                  <a:cubicBezTo>
                    <a:pt x="2102" y="16183"/>
                    <a:pt x="2036" y="16484"/>
                    <a:pt x="2002" y="16784"/>
                  </a:cubicBezTo>
                  <a:cubicBezTo>
                    <a:pt x="1969" y="17251"/>
                    <a:pt x="2202" y="17651"/>
                    <a:pt x="2469" y="18018"/>
                  </a:cubicBezTo>
                  <a:cubicBezTo>
                    <a:pt x="2636" y="18285"/>
                    <a:pt x="2936" y="18352"/>
                    <a:pt x="3236" y="18385"/>
                  </a:cubicBezTo>
                  <a:cubicBezTo>
                    <a:pt x="3320" y="18402"/>
                    <a:pt x="3403" y="18410"/>
                    <a:pt x="3487" y="18410"/>
                  </a:cubicBezTo>
                  <a:cubicBezTo>
                    <a:pt x="3570" y="18410"/>
                    <a:pt x="3653" y="18402"/>
                    <a:pt x="3737" y="18385"/>
                  </a:cubicBezTo>
                  <a:cubicBezTo>
                    <a:pt x="3870" y="18385"/>
                    <a:pt x="4004" y="18352"/>
                    <a:pt x="4137" y="18318"/>
                  </a:cubicBezTo>
                  <a:lnTo>
                    <a:pt x="4137" y="18318"/>
                  </a:lnTo>
                  <a:cubicBezTo>
                    <a:pt x="4104" y="18518"/>
                    <a:pt x="4070" y="18652"/>
                    <a:pt x="4070" y="18785"/>
                  </a:cubicBezTo>
                  <a:cubicBezTo>
                    <a:pt x="3970" y="19419"/>
                    <a:pt x="4237" y="19919"/>
                    <a:pt x="4804" y="20220"/>
                  </a:cubicBezTo>
                  <a:cubicBezTo>
                    <a:pt x="5104" y="20370"/>
                    <a:pt x="5405" y="20445"/>
                    <a:pt x="5719" y="20445"/>
                  </a:cubicBezTo>
                  <a:cubicBezTo>
                    <a:pt x="5824" y="20445"/>
                    <a:pt x="5930" y="20436"/>
                    <a:pt x="6038" y="20420"/>
                  </a:cubicBezTo>
                  <a:cubicBezTo>
                    <a:pt x="6605" y="20320"/>
                    <a:pt x="7139" y="20186"/>
                    <a:pt x="7573" y="19819"/>
                  </a:cubicBezTo>
                  <a:cubicBezTo>
                    <a:pt x="7640" y="19753"/>
                    <a:pt x="7706" y="19686"/>
                    <a:pt x="7806" y="19653"/>
                  </a:cubicBezTo>
                  <a:cubicBezTo>
                    <a:pt x="7840" y="19819"/>
                    <a:pt x="7873" y="19919"/>
                    <a:pt x="7873" y="20053"/>
                  </a:cubicBezTo>
                  <a:cubicBezTo>
                    <a:pt x="8107" y="21120"/>
                    <a:pt x="8607" y="21921"/>
                    <a:pt x="9708" y="22221"/>
                  </a:cubicBezTo>
                  <a:cubicBezTo>
                    <a:pt x="9813" y="22251"/>
                    <a:pt x="9911" y="22268"/>
                    <a:pt x="10005" y="22268"/>
                  </a:cubicBezTo>
                  <a:cubicBezTo>
                    <a:pt x="10121" y="22268"/>
                    <a:pt x="10231" y="22243"/>
                    <a:pt x="10341" y="22188"/>
                  </a:cubicBezTo>
                  <a:cubicBezTo>
                    <a:pt x="10642" y="22054"/>
                    <a:pt x="10942" y="21921"/>
                    <a:pt x="11109" y="21587"/>
                  </a:cubicBezTo>
                  <a:cubicBezTo>
                    <a:pt x="11175" y="21487"/>
                    <a:pt x="11242" y="21387"/>
                    <a:pt x="11342" y="21287"/>
                  </a:cubicBezTo>
                  <a:cubicBezTo>
                    <a:pt x="11442" y="21454"/>
                    <a:pt x="11509" y="21587"/>
                    <a:pt x="11609" y="21721"/>
                  </a:cubicBezTo>
                  <a:cubicBezTo>
                    <a:pt x="11909" y="22054"/>
                    <a:pt x="12243" y="22288"/>
                    <a:pt x="12676" y="22288"/>
                  </a:cubicBezTo>
                  <a:cubicBezTo>
                    <a:pt x="13110" y="22254"/>
                    <a:pt x="13544" y="22088"/>
                    <a:pt x="13844" y="21787"/>
                  </a:cubicBezTo>
                  <a:cubicBezTo>
                    <a:pt x="14344" y="21287"/>
                    <a:pt x="14745" y="20687"/>
                    <a:pt x="14778" y="19919"/>
                  </a:cubicBezTo>
                  <a:cubicBezTo>
                    <a:pt x="14778" y="19819"/>
                    <a:pt x="14811" y="19753"/>
                    <a:pt x="14845" y="19619"/>
                  </a:cubicBezTo>
                  <a:cubicBezTo>
                    <a:pt x="14978" y="19719"/>
                    <a:pt x="15045" y="19786"/>
                    <a:pt x="15112" y="19819"/>
                  </a:cubicBezTo>
                  <a:cubicBezTo>
                    <a:pt x="15412" y="20086"/>
                    <a:pt x="15712" y="20220"/>
                    <a:pt x="16046" y="20320"/>
                  </a:cubicBezTo>
                  <a:cubicBezTo>
                    <a:pt x="16346" y="20386"/>
                    <a:pt x="16679" y="20453"/>
                    <a:pt x="16980" y="20453"/>
                  </a:cubicBezTo>
                  <a:cubicBezTo>
                    <a:pt x="17010" y="20455"/>
                    <a:pt x="17040" y="20456"/>
                    <a:pt x="17069" y="20456"/>
                  </a:cubicBezTo>
                  <a:cubicBezTo>
                    <a:pt x="17498" y="20456"/>
                    <a:pt x="17871" y="20238"/>
                    <a:pt x="18214" y="20020"/>
                  </a:cubicBezTo>
                  <a:cubicBezTo>
                    <a:pt x="18481" y="19853"/>
                    <a:pt x="18514" y="19519"/>
                    <a:pt x="18581" y="19219"/>
                  </a:cubicBezTo>
                  <a:cubicBezTo>
                    <a:pt x="18614" y="19086"/>
                    <a:pt x="18581" y="18919"/>
                    <a:pt x="18581" y="18785"/>
                  </a:cubicBezTo>
                  <a:cubicBezTo>
                    <a:pt x="18547" y="18619"/>
                    <a:pt x="18514" y="18485"/>
                    <a:pt x="18514" y="18318"/>
                  </a:cubicBezTo>
                  <a:lnTo>
                    <a:pt x="18514" y="18318"/>
                  </a:lnTo>
                  <a:cubicBezTo>
                    <a:pt x="18681" y="18352"/>
                    <a:pt x="18848" y="18385"/>
                    <a:pt x="18981" y="18418"/>
                  </a:cubicBezTo>
                  <a:cubicBezTo>
                    <a:pt x="19045" y="18423"/>
                    <a:pt x="19110" y="18426"/>
                    <a:pt x="19175" y="18426"/>
                  </a:cubicBezTo>
                  <a:cubicBezTo>
                    <a:pt x="19549" y="18426"/>
                    <a:pt x="19926" y="18336"/>
                    <a:pt x="20182" y="18051"/>
                  </a:cubicBezTo>
                  <a:cubicBezTo>
                    <a:pt x="20415" y="17785"/>
                    <a:pt x="20582" y="17418"/>
                    <a:pt x="20615" y="17051"/>
                  </a:cubicBezTo>
                  <a:cubicBezTo>
                    <a:pt x="20649" y="16317"/>
                    <a:pt x="20515" y="15583"/>
                    <a:pt x="20015" y="14949"/>
                  </a:cubicBezTo>
                  <a:cubicBezTo>
                    <a:pt x="19948" y="14882"/>
                    <a:pt x="19882" y="14782"/>
                    <a:pt x="19815" y="14682"/>
                  </a:cubicBezTo>
                  <a:cubicBezTo>
                    <a:pt x="19915" y="14649"/>
                    <a:pt x="20015" y="14616"/>
                    <a:pt x="20082" y="14616"/>
                  </a:cubicBezTo>
                  <a:cubicBezTo>
                    <a:pt x="20816" y="14582"/>
                    <a:pt x="21349" y="14215"/>
                    <a:pt x="21850" y="13782"/>
                  </a:cubicBezTo>
                  <a:cubicBezTo>
                    <a:pt x="22250" y="13448"/>
                    <a:pt x="22383" y="13014"/>
                    <a:pt x="22450" y="12547"/>
                  </a:cubicBezTo>
                  <a:cubicBezTo>
                    <a:pt x="22483" y="12447"/>
                    <a:pt x="22450" y="12314"/>
                    <a:pt x="22417" y="12247"/>
                  </a:cubicBezTo>
                  <a:cubicBezTo>
                    <a:pt x="22283" y="11880"/>
                    <a:pt x="22117" y="11580"/>
                    <a:pt x="21783" y="11380"/>
                  </a:cubicBezTo>
                  <a:cubicBezTo>
                    <a:pt x="21683" y="11313"/>
                    <a:pt x="21583" y="11247"/>
                    <a:pt x="21483" y="11146"/>
                  </a:cubicBezTo>
                  <a:cubicBezTo>
                    <a:pt x="21616" y="11046"/>
                    <a:pt x="21683" y="10980"/>
                    <a:pt x="21783" y="10946"/>
                  </a:cubicBezTo>
                  <a:cubicBezTo>
                    <a:pt x="22117" y="10746"/>
                    <a:pt x="22283" y="10446"/>
                    <a:pt x="22417" y="10112"/>
                  </a:cubicBezTo>
                  <a:cubicBezTo>
                    <a:pt x="22483" y="9946"/>
                    <a:pt x="22483" y="9745"/>
                    <a:pt x="22417" y="9579"/>
                  </a:cubicBezTo>
                  <a:cubicBezTo>
                    <a:pt x="22283" y="9012"/>
                    <a:pt x="22016" y="8578"/>
                    <a:pt x="21516" y="8278"/>
                  </a:cubicBezTo>
                  <a:cubicBezTo>
                    <a:pt x="21082" y="7978"/>
                    <a:pt x="20649" y="7744"/>
                    <a:pt x="20115" y="7711"/>
                  </a:cubicBezTo>
                  <a:cubicBezTo>
                    <a:pt x="20015" y="7677"/>
                    <a:pt x="19915" y="7644"/>
                    <a:pt x="19815" y="7644"/>
                  </a:cubicBezTo>
                  <a:cubicBezTo>
                    <a:pt x="19915" y="7511"/>
                    <a:pt x="19982" y="7410"/>
                    <a:pt x="20048" y="7310"/>
                  </a:cubicBezTo>
                  <a:cubicBezTo>
                    <a:pt x="20649" y="6410"/>
                    <a:pt x="20849" y="5476"/>
                    <a:pt x="20315" y="4442"/>
                  </a:cubicBezTo>
                  <a:cubicBezTo>
                    <a:pt x="20215" y="4242"/>
                    <a:pt x="20082" y="4108"/>
                    <a:pt x="19882" y="4041"/>
                  </a:cubicBezTo>
                  <a:cubicBezTo>
                    <a:pt x="19643" y="3946"/>
                    <a:pt x="19404" y="3867"/>
                    <a:pt x="19165" y="3867"/>
                  </a:cubicBezTo>
                  <a:cubicBezTo>
                    <a:pt x="19070" y="3867"/>
                    <a:pt x="18975" y="3880"/>
                    <a:pt x="18881" y="3908"/>
                  </a:cubicBezTo>
                  <a:cubicBezTo>
                    <a:pt x="18747" y="3941"/>
                    <a:pt x="18647" y="3941"/>
                    <a:pt x="18514" y="3975"/>
                  </a:cubicBezTo>
                  <a:cubicBezTo>
                    <a:pt x="18514" y="3841"/>
                    <a:pt x="18547" y="3708"/>
                    <a:pt x="18581" y="3608"/>
                  </a:cubicBezTo>
                  <a:cubicBezTo>
                    <a:pt x="18681" y="3207"/>
                    <a:pt x="18547" y="2874"/>
                    <a:pt x="18414" y="2540"/>
                  </a:cubicBezTo>
                  <a:cubicBezTo>
                    <a:pt x="18381" y="2440"/>
                    <a:pt x="18314" y="2340"/>
                    <a:pt x="18214" y="2273"/>
                  </a:cubicBezTo>
                  <a:cubicBezTo>
                    <a:pt x="17914" y="2073"/>
                    <a:pt x="17613" y="1873"/>
                    <a:pt x="17246" y="1873"/>
                  </a:cubicBezTo>
                  <a:cubicBezTo>
                    <a:pt x="17164" y="1869"/>
                    <a:pt x="17081" y="1867"/>
                    <a:pt x="16999" y="1867"/>
                  </a:cubicBezTo>
                  <a:cubicBezTo>
                    <a:pt x="16349" y="1867"/>
                    <a:pt x="15711" y="1996"/>
                    <a:pt x="15178" y="2440"/>
                  </a:cubicBezTo>
                  <a:cubicBezTo>
                    <a:pt x="15078" y="2507"/>
                    <a:pt x="14978" y="2574"/>
                    <a:pt x="14845" y="2674"/>
                  </a:cubicBezTo>
                  <a:cubicBezTo>
                    <a:pt x="14811" y="2507"/>
                    <a:pt x="14778" y="2374"/>
                    <a:pt x="14778" y="2273"/>
                  </a:cubicBezTo>
                  <a:cubicBezTo>
                    <a:pt x="14578" y="1206"/>
                    <a:pt x="14077" y="372"/>
                    <a:pt x="12977" y="72"/>
                  </a:cubicBezTo>
                  <a:cubicBezTo>
                    <a:pt x="12853" y="25"/>
                    <a:pt x="12736" y="1"/>
                    <a:pt x="1262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21"/>
            <p:cNvSpPr/>
            <p:nvPr/>
          </p:nvSpPr>
          <p:spPr>
            <a:xfrm>
              <a:off x="1942400" y="3482925"/>
              <a:ext cx="34200" cy="39225"/>
            </a:xfrm>
            <a:custGeom>
              <a:rect b="b" l="l" r="r" t="t"/>
              <a:pathLst>
                <a:path extrusionOk="0" h="1569" w="1368">
                  <a:moveTo>
                    <a:pt x="734" y="1"/>
                  </a:moveTo>
                  <a:cubicBezTo>
                    <a:pt x="334" y="1"/>
                    <a:pt x="0" y="334"/>
                    <a:pt x="0" y="768"/>
                  </a:cubicBezTo>
                  <a:cubicBezTo>
                    <a:pt x="0" y="1202"/>
                    <a:pt x="300" y="1569"/>
                    <a:pt x="701" y="1569"/>
                  </a:cubicBezTo>
                  <a:cubicBezTo>
                    <a:pt x="1101" y="1569"/>
                    <a:pt x="1368" y="1268"/>
                    <a:pt x="1368" y="801"/>
                  </a:cubicBezTo>
                  <a:cubicBezTo>
                    <a:pt x="1368" y="301"/>
                    <a:pt x="1134" y="1"/>
                    <a:pt x="73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p21"/>
            <p:cNvSpPr/>
            <p:nvPr/>
          </p:nvSpPr>
          <p:spPr>
            <a:xfrm>
              <a:off x="2583675" y="3482950"/>
              <a:ext cx="36725" cy="39225"/>
            </a:xfrm>
            <a:custGeom>
              <a:rect b="b" l="l" r="r" t="t"/>
              <a:pathLst>
                <a:path extrusionOk="0" h="1569" w="1469">
                  <a:moveTo>
                    <a:pt x="717" y="0"/>
                  </a:moveTo>
                  <a:cubicBezTo>
                    <a:pt x="647" y="0"/>
                    <a:pt x="575" y="11"/>
                    <a:pt x="501" y="33"/>
                  </a:cubicBezTo>
                  <a:cubicBezTo>
                    <a:pt x="168" y="133"/>
                    <a:pt x="34" y="333"/>
                    <a:pt x="34" y="800"/>
                  </a:cubicBezTo>
                  <a:cubicBezTo>
                    <a:pt x="1" y="1067"/>
                    <a:pt x="68" y="1267"/>
                    <a:pt x="301" y="1434"/>
                  </a:cubicBezTo>
                  <a:cubicBezTo>
                    <a:pt x="423" y="1526"/>
                    <a:pt x="567" y="1569"/>
                    <a:pt x="709" y="1569"/>
                  </a:cubicBezTo>
                  <a:cubicBezTo>
                    <a:pt x="876" y="1569"/>
                    <a:pt x="1042" y="1509"/>
                    <a:pt x="1168" y="1401"/>
                  </a:cubicBezTo>
                  <a:cubicBezTo>
                    <a:pt x="1435" y="1134"/>
                    <a:pt x="1469" y="700"/>
                    <a:pt x="1302" y="367"/>
                  </a:cubicBezTo>
                  <a:cubicBezTo>
                    <a:pt x="1172" y="133"/>
                    <a:pt x="961" y="0"/>
                    <a:pt x="717"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p21"/>
            <p:cNvSpPr/>
            <p:nvPr/>
          </p:nvSpPr>
          <p:spPr>
            <a:xfrm>
              <a:off x="2260950" y="3806500"/>
              <a:ext cx="39225" cy="34275"/>
            </a:xfrm>
            <a:custGeom>
              <a:rect b="b" l="l" r="r" t="t"/>
              <a:pathLst>
                <a:path extrusionOk="0" h="1371" w="1569">
                  <a:moveTo>
                    <a:pt x="801" y="1"/>
                  </a:moveTo>
                  <a:cubicBezTo>
                    <a:pt x="267" y="1"/>
                    <a:pt x="1" y="234"/>
                    <a:pt x="1" y="668"/>
                  </a:cubicBezTo>
                  <a:cubicBezTo>
                    <a:pt x="1" y="1049"/>
                    <a:pt x="334" y="1370"/>
                    <a:pt x="741" y="1370"/>
                  </a:cubicBezTo>
                  <a:cubicBezTo>
                    <a:pt x="761" y="1370"/>
                    <a:pt x="781" y="1370"/>
                    <a:pt x="801" y="1368"/>
                  </a:cubicBezTo>
                  <a:cubicBezTo>
                    <a:pt x="1235" y="1368"/>
                    <a:pt x="1568" y="1068"/>
                    <a:pt x="1568" y="668"/>
                  </a:cubicBezTo>
                  <a:cubicBezTo>
                    <a:pt x="1568" y="267"/>
                    <a:pt x="1302" y="1"/>
                    <a:pt x="80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21"/>
            <p:cNvSpPr/>
            <p:nvPr/>
          </p:nvSpPr>
          <p:spPr>
            <a:xfrm>
              <a:off x="2260950" y="3164375"/>
              <a:ext cx="39225" cy="34225"/>
            </a:xfrm>
            <a:custGeom>
              <a:rect b="b" l="l" r="r" t="t"/>
              <a:pathLst>
                <a:path extrusionOk="0" h="1369" w="1569">
                  <a:moveTo>
                    <a:pt x="768" y="0"/>
                  </a:moveTo>
                  <a:cubicBezTo>
                    <a:pt x="334" y="0"/>
                    <a:pt x="1" y="301"/>
                    <a:pt x="1" y="701"/>
                  </a:cubicBezTo>
                  <a:cubicBezTo>
                    <a:pt x="1" y="1135"/>
                    <a:pt x="267" y="1368"/>
                    <a:pt x="768" y="1368"/>
                  </a:cubicBezTo>
                  <a:cubicBezTo>
                    <a:pt x="1268" y="1368"/>
                    <a:pt x="1568" y="1101"/>
                    <a:pt x="1568" y="701"/>
                  </a:cubicBezTo>
                  <a:cubicBezTo>
                    <a:pt x="1568" y="301"/>
                    <a:pt x="1235" y="0"/>
                    <a:pt x="768"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p21"/>
            <p:cNvSpPr/>
            <p:nvPr/>
          </p:nvSpPr>
          <p:spPr>
            <a:xfrm>
              <a:off x="2486950" y="3710100"/>
              <a:ext cx="39225" cy="38050"/>
            </a:xfrm>
            <a:custGeom>
              <a:rect b="b" l="l" r="r" t="t"/>
              <a:pathLst>
                <a:path extrusionOk="0" h="1522" w="1569">
                  <a:moveTo>
                    <a:pt x="885" y="1"/>
                  </a:moveTo>
                  <a:cubicBezTo>
                    <a:pt x="725" y="1"/>
                    <a:pt x="565" y="68"/>
                    <a:pt x="434" y="221"/>
                  </a:cubicBezTo>
                  <a:cubicBezTo>
                    <a:pt x="367" y="287"/>
                    <a:pt x="267" y="354"/>
                    <a:pt x="201" y="421"/>
                  </a:cubicBezTo>
                  <a:cubicBezTo>
                    <a:pt x="34" y="621"/>
                    <a:pt x="0" y="854"/>
                    <a:pt x="100" y="1121"/>
                  </a:cubicBezTo>
                  <a:cubicBezTo>
                    <a:pt x="234" y="1355"/>
                    <a:pt x="434" y="1522"/>
                    <a:pt x="701" y="1522"/>
                  </a:cubicBezTo>
                  <a:cubicBezTo>
                    <a:pt x="1135" y="1522"/>
                    <a:pt x="1535" y="1155"/>
                    <a:pt x="1568" y="721"/>
                  </a:cubicBezTo>
                  <a:cubicBezTo>
                    <a:pt x="1568" y="421"/>
                    <a:pt x="1435" y="154"/>
                    <a:pt x="1135" y="54"/>
                  </a:cubicBezTo>
                  <a:cubicBezTo>
                    <a:pt x="1054" y="19"/>
                    <a:pt x="969" y="1"/>
                    <a:pt x="885"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21"/>
            <p:cNvSpPr/>
            <p:nvPr/>
          </p:nvSpPr>
          <p:spPr>
            <a:xfrm>
              <a:off x="2034125" y="3710200"/>
              <a:ext cx="39225" cy="37600"/>
            </a:xfrm>
            <a:custGeom>
              <a:rect b="b" l="l" r="r" t="t"/>
              <a:pathLst>
                <a:path extrusionOk="0" h="1504" w="1569">
                  <a:moveTo>
                    <a:pt x="716" y="1"/>
                  </a:moveTo>
                  <a:cubicBezTo>
                    <a:pt x="607" y="1"/>
                    <a:pt x="498" y="27"/>
                    <a:pt x="401" y="83"/>
                  </a:cubicBezTo>
                  <a:cubicBezTo>
                    <a:pt x="134" y="217"/>
                    <a:pt x="0" y="483"/>
                    <a:pt x="34" y="750"/>
                  </a:cubicBezTo>
                  <a:cubicBezTo>
                    <a:pt x="101" y="1117"/>
                    <a:pt x="367" y="1417"/>
                    <a:pt x="734" y="1484"/>
                  </a:cubicBezTo>
                  <a:cubicBezTo>
                    <a:pt x="791" y="1497"/>
                    <a:pt x="846" y="1503"/>
                    <a:pt x="899" y="1503"/>
                  </a:cubicBezTo>
                  <a:cubicBezTo>
                    <a:pt x="1257" y="1503"/>
                    <a:pt x="1535" y="1223"/>
                    <a:pt x="1535" y="817"/>
                  </a:cubicBezTo>
                  <a:cubicBezTo>
                    <a:pt x="1568" y="517"/>
                    <a:pt x="1335" y="350"/>
                    <a:pt x="1135" y="150"/>
                  </a:cubicBezTo>
                  <a:cubicBezTo>
                    <a:pt x="1018" y="53"/>
                    <a:pt x="867" y="1"/>
                    <a:pt x="716"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p21"/>
            <p:cNvSpPr/>
            <p:nvPr/>
          </p:nvSpPr>
          <p:spPr>
            <a:xfrm>
              <a:off x="2033300" y="3256950"/>
              <a:ext cx="40875" cy="37650"/>
            </a:xfrm>
            <a:custGeom>
              <a:rect b="b" l="l" r="r" t="t"/>
              <a:pathLst>
                <a:path extrusionOk="0" h="1506" w="1635">
                  <a:moveTo>
                    <a:pt x="1001" y="0"/>
                  </a:moveTo>
                  <a:cubicBezTo>
                    <a:pt x="534" y="0"/>
                    <a:pt x="234" y="234"/>
                    <a:pt x="100" y="601"/>
                  </a:cubicBezTo>
                  <a:cubicBezTo>
                    <a:pt x="0" y="934"/>
                    <a:pt x="100" y="1234"/>
                    <a:pt x="400" y="1401"/>
                  </a:cubicBezTo>
                  <a:cubicBezTo>
                    <a:pt x="512" y="1471"/>
                    <a:pt x="629" y="1505"/>
                    <a:pt x="744" y="1505"/>
                  </a:cubicBezTo>
                  <a:cubicBezTo>
                    <a:pt x="906" y="1505"/>
                    <a:pt x="1065" y="1437"/>
                    <a:pt x="1201" y="1301"/>
                  </a:cubicBezTo>
                  <a:cubicBezTo>
                    <a:pt x="1268" y="1268"/>
                    <a:pt x="1334" y="1201"/>
                    <a:pt x="1401" y="1134"/>
                  </a:cubicBezTo>
                  <a:cubicBezTo>
                    <a:pt x="1601" y="934"/>
                    <a:pt x="1635" y="701"/>
                    <a:pt x="1535" y="434"/>
                  </a:cubicBezTo>
                  <a:cubicBezTo>
                    <a:pt x="1434" y="167"/>
                    <a:pt x="1201" y="0"/>
                    <a:pt x="1001"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p21"/>
            <p:cNvSpPr/>
            <p:nvPr/>
          </p:nvSpPr>
          <p:spPr>
            <a:xfrm>
              <a:off x="2486950" y="3256825"/>
              <a:ext cx="39225" cy="38200"/>
            </a:xfrm>
            <a:custGeom>
              <a:rect b="b" l="l" r="r" t="t"/>
              <a:pathLst>
                <a:path extrusionOk="0" h="1528" w="1569">
                  <a:moveTo>
                    <a:pt x="758" y="1"/>
                  </a:moveTo>
                  <a:cubicBezTo>
                    <a:pt x="490" y="1"/>
                    <a:pt x="256" y="161"/>
                    <a:pt x="134" y="405"/>
                  </a:cubicBezTo>
                  <a:cubicBezTo>
                    <a:pt x="0" y="672"/>
                    <a:pt x="34" y="906"/>
                    <a:pt x="267" y="1139"/>
                  </a:cubicBezTo>
                  <a:cubicBezTo>
                    <a:pt x="334" y="1206"/>
                    <a:pt x="367" y="1273"/>
                    <a:pt x="434" y="1339"/>
                  </a:cubicBezTo>
                  <a:cubicBezTo>
                    <a:pt x="562" y="1468"/>
                    <a:pt x="718" y="1527"/>
                    <a:pt x="875" y="1527"/>
                  </a:cubicBezTo>
                  <a:cubicBezTo>
                    <a:pt x="963" y="1527"/>
                    <a:pt x="1051" y="1509"/>
                    <a:pt x="1135" y="1473"/>
                  </a:cubicBezTo>
                  <a:cubicBezTo>
                    <a:pt x="1401" y="1373"/>
                    <a:pt x="1568" y="1106"/>
                    <a:pt x="1568" y="839"/>
                  </a:cubicBezTo>
                  <a:cubicBezTo>
                    <a:pt x="1568" y="439"/>
                    <a:pt x="1235" y="72"/>
                    <a:pt x="834" y="5"/>
                  </a:cubicBezTo>
                  <a:cubicBezTo>
                    <a:pt x="809" y="2"/>
                    <a:pt x="783" y="1"/>
                    <a:pt x="75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21"/>
            <p:cNvSpPr/>
            <p:nvPr/>
          </p:nvSpPr>
          <p:spPr>
            <a:xfrm>
              <a:off x="2394375" y="3804825"/>
              <a:ext cx="39225" cy="35175"/>
            </a:xfrm>
            <a:custGeom>
              <a:rect b="b" l="l" r="r" t="t"/>
              <a:pathLst>
                <a:path extrusionOk="0" h="1407" w="1569">
                  <a:moveTo>
                    <a:pt x="868" y="1"/>
                  </a:moveTo>
                  <a:cubicBezTo>
                    <a:pt x="401" y="1"/>
                    <a:pt x="1" y="301"/>
                    <a:pt x="1" y="735"/>
                  </a:cubicBezTo>
                  <a:cubicBezTo>
                    <a:pt x="34" y="801"/>
                    <a:pt x="34" y="901"/>
                    <a:pt x="34" y="1002"/>
                  </a:cubicBezTo>
                  <a:cubicBezTo>
                    <a:pt x="95" y="1246"/>
                    <a:pt x="268" y="1406"/>
                    <a:pt x="501" y="1406"/>
                  </a:cubicBezTo>
                  <a:cubicBezTo>
                    <a:pt x="523" y="1406"/>
                    <a:pt x="545" y="1405"/>
                    <a:pt x="568" y="1402"/>
                  </a:cubicBezTo>
                  <a:cubicBezTo>
                    <a:pt x="868" y="1402"/>
                    <a:pt x="1168" y="1302"/>
                    <a:pt x="1368" y="1068"/>
                  </a:cubicBezTo>
                  <a:cubicBezTo>
                    <a:pt x="1468" y="1002"/>
                    <a:pt x="1535" y="835"/>
                    <a:pt x="1535" y="735"/>
                  </a:cubicBezTo>
                  <a:cubicBezTo>
                    <a:pt x="1569" y="368"/>
                    <a:pt x="1202" y="1"/>
                    <a:pt x="86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21"/>
            <p:cNvSpPr/>
            <p:nvPr/>
          </p:nvSpPr>
          <p:spPr>
            <a:xfrm>
              <a:off x="2390200" y="3164375"/>
              <a:ext cx="43400" cy="35875"/>
            </a:xfrm>
            <a:custGeom>
              <a:rect b="b" l="l" r="r" t="t"/>
              <a:pathLst>
                <a:path extrusionOk="0" h="1435" w="1736">
                  <a:moveTo>
                    <a:pt x="802" y="0"/>
                  </a:moveTo>
                  <a:cubicBezTo>
                    <a:pt x="301" y="34"/>
                    <a:pt x="1" y="634"/>
                    <a:pt x="268" y="1035"/>
                  </a:cubicBezTo>
                  <a:cubicBezTo>
                    <a:pt x="435" y="1335"/>
                    <a:pt x="768" y="1435"/>
                    <a:pt x="1102" y="1435"/>
                  </a:cubicBezTo>
                  <a:cubicBezTo>
                    <a:pt x="1335" y="1401"/>
                    <a:pt x="1602" y="1135"/>
                    <a:pt x="1669" y="868"/>
                  </a:cubicBezTo>
                  <a:cubicBezTo>
                    <a:pt x="1736" y="668"/>
                    <a:pt x="1702" y="501"/>
                    <a:pt x="1535" y="367"/>
                  </a:cubicBezTo>
                  <a:cubicBezTo>
                    <a:pt x="1335" y="134"/>
                    <a:pt x="1035" y="67"/>
                    <a:pt x="802"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21"/>
            <p:cNvSpPr/>
            <p:nvPr/>
          </p:nvSpPr>
          <p:spPr>
            <a:xfrm>
              <a:off x="2128350" y="3804825"/>
              <a:ext cx="38400" cy="35150"/>
            </a:xfrm>
            <a:custGeom>
              <a:rect b="b" l="l" r="r" t="t"/>
              <a:pathLst>
                <a:path extrusionOk="0" h="1406" w="1536">
                  <a:moveTo>
                    <a:pt x="701" y="1"/>
                  </a:moveTo>
                  <a:cubicBezTo>
                    <a:pt x="368" y="1"/>
                    <a:pt x="34" y="334"/>
                    <a:pt x="1" y="668"/>
                  </a:cubicBezTo>
                  <a:cubicBezTo>
                    <a:pt x="1" y="901"/>
                    <a:pt x="101" y="1068"/>
                    <a:pt x="268" y="1168"/>
                  </a:cubicBezTo>
                  <a:cubicBezTo>
                    <a:pt x="368" y="1235"/>
                    <a:pt x="501" y="1302"/>
                    <a:pt x="635" y="1335"/>
                  </a:cubicBezTo>
                  <a:cubicBezTo>
                    <a:pt x="761" y="1383"/>
                    <a:pt x="878" y="1406"/>
                    <a:pt x="984" y="1406"/>
                  </a:cubicBezTo>
                  <a:cubicBezTo>
                    <a:pt x="1322" y="1406"/>
                    <a:pt x="1535" y="1167"/>
                    <a:pt x="1535" y="735"/>
                  </a:cubicBezTo>
                  <a:cubicBezTo>
                    <a:pt x="1535" y="334"/>
                    <a:pt x="1168" y="1"/>
                    <a:pt x="70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p21"/>
            <p:cNvSpPr/>
            <p:nvPr/>
          </p:nvSpPr>
          <p:spPr>
            <a:xfrm>
              <a:off x="2582850" y="3615525"/>
              <a:ext cx="38375" cy="39225"/>
            </a:xfrm>
            <a:custGeom>
              <a:rect b="b" l="l" r="r" t="t"/>
              <a:pathLst>
                <a:path extrusionOk="0" h="1569" w="1535">
                  <a:moveTo>
                    <a:pt x="734" y="1"/>
                  </a:moveTo>
                  <a:cubicBezTo>
                    <a:pt x="634" y="67"/>
                    <a:pt x="467" y="67"/>
                    <a:pt x="367" y="134"/>
                  </a:cubicBezTo>
                  <a:cubicBezTo>
                    <a:pt x="101" y="301"/>
                    <a:pt x="0" y="601"/>
                    <a:pt x="0" y="901"/>
                  </a:cubicBezTo>
                  <a:cubicBezTo>
                    <a:pt x="0" y="1202"/>
                    <a:pt x="201" y="1368"/>
                    <a:pt x="434" y="1502"/>
                  </a:cubicBezTo>
                  <a:cubicBezTo>
                    <a:pt x="534" y="1546"/>
                    <a:pt x="631" y="1569"/>
                    <a:pt x="721" y="1569"/>
                  </a:cubicBezTo>
                  <a:cubicBezTo>
                    <a:pt x="901" y="1569"/>
                    <a:pt x="1057" y="1480"/>
                    <a:pt x="1168" y="1302"/>
                  </a:cubicBezTo>
                  <a:cubicBezTo>
                    <a:pt x="1235" y="1202"/>
                    <a:pt x="1301" y="1068"/>
                    <a:pt x="1335" y="935"/>
                  </a:cubicBezTo>
                  <a:cubicBezTo>
                    <a:pt x="1535" y="434"/>
                    <a:pt x="1301" y="34"/>
                    <a:pt x="73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p21"/>
            <p:cNvSpPr/>
            <p:nvPr/>
          </p:nvSpPr>
          <p:spPr>
            <a:xfrm>
              <a:off x="2128350" y="3164975"/>
              <a:ext cx="38400" cy="35275"/>
            </a:xfrm>
            <a:custGeom>
              <a:rect b="b" l="l" r="r" t="t"/>
              <a:pathLst>
                <a:path extrusionOk="0" h="1411" w="1536">
                  <a:moveTo>
                    <a:pt x="1034" y="1"/>
                  </a:moveTo>
                  <a:cubicBezTo>
                    <a:pt x="1002" y="1"/>
                    <a:pt x="969" y="4"/>
                    <a:pt x="935" y="10"/>
                  </a:cubicBezTo>
                  <a:cubicBezTo>
                    <a:pt x="668" y="43"/>
                    <a:pt x="401" y="177"/>
                    <a:pt x="168" y="310"/>
                  </a:cubicBezTo>
                  <a:cubicBezTo>
                    <a:pt x="34" y="377"/>
                    <a:pt x="1" y="544"/>
                    <a:pt x="1" y="710"/>
                  </a:cubicBezTo>
                  <a:cubicBezTo>
                    <a:pt x="34" y="1077"/>
                    <a:pt x="368" y="1411"/>
                    <a:pt x="701" y="1411"/>
                  </a:cubicBezTo>
                  <a:cubicBezTo>
                    <a:pt x="1168" y="1411"/>
                    <a:pt x="1535" y="1077"/>
                    <a:pt x="1535" y="677"/>
                  </a:cubicBezTo>
                  <a:cubicBezTo>
                    <a:pt x="1535" y="284"/>
                    <a:pt x="1343" y="1"/>
                    <a:pt x="103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21"/>
            <p:cNvSpPr/>
            <p:nvPr/>
          </p:nvSpPr>
          <p:spPr>
            <a:xfrm>
              <a:off x="2580350" y="3350350"/>
              <a:ext cx="40050" cy="38375"/>
            </a:xfrm>
            <a:custGeom>
              <a:rect b="b" l="l" r="r" t="t"/>
              <a:pathLst>
                <a:path extrusionOk="0" h="1535" w="1602">
                  <a:moveTo>
                    <a:pt x="821" y="0"/>
                  </a:moveTo>
                  <a:cubicBezTo>
                    <a:pt x="731" y="0"/>
                    <a:pt x="634" y="22"/>
                    <a:pt x="534" y="67"/>
                  </a:cubicBezTo>
                  <a:cubicBezTo>
                    <a:pt x="134" y="267"/>
                    <a:pt x="0" y="601"/>
                    <a:pt x="167" y="1034"/>
                  </a:cubicBezTo>
                  <a:cubicBezTo>
                    <a:pt x="334" y="1401"/>
                    <a:pt x="501" y="1535"/>
                    <a:pt x="834" y="1535"/>
                  </a:cubicBezTo>
                  <a:cubicBezTo>
                    <a:pt x="1335" y="1501"/>
                    <a:pt x="1602" y="1234"/>
                    <a:pt x="1501" y="801"/>
                  </a:cubicBezTo>
                  <a:cubicBezTo>
                    <a:pt x="1468" y="634"/>
                    <a:pt x="1368" y="434"/>
                    <a:pt x="1268" y="267"/>
                  </a:cubicBezTo>
                  <a:cubicBezTo>
                    <a:pt x="1157" y="89"/>
                    <a:pt x="1001" y="0"/>
                    <a:pt x="821"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21"/>
            <p:cNvSpPr/>
            <p:nvPr/>
          </p:nvSpPr>
          <p:spPr>
            <a:xfrm>
              <a:off x="1939900" y="3350250"/>
              <a:ext cx="41700" cy="38475"/>
            </a:xfrm>
            <a:custGeom>
              <a:rect b="b" l="l" r="r" t="t"/>
              <a:pathLst>
                <a:path extrusionOk="0" h="1539" w="1668">
                  <a:moveTo>
                    <a:pt x="820" y="0"/>
                  </a:moveTo>
                  <a:cubicBezTo>
                    <a:pt x="634" y="0"/>
                    <a:pt x="463" y="110"/>
                    <a:pt x="334" y="304"/>
                  </a:cubicBezTo>
                  <a:cubicBezTo>
                    <a:pt x="267" y="404"/>
                    <a:pt x="234" y="538"/>
                    <a:pt x="200" y="638"/>
                  </a:cubicBezTo>
                  <a:cubicBezTo>
                    <a:pt x="0" y="1138"/>
                    <a:pt x="234" y="1505"/>
                    <a:pt x="801" y="1539"/>
                  </a:cubicBezTo>
                  <a:cubicBezTo>
                    <a:pt x="901" y="1505"/>
                    <a:pt x="1068" y="1505"/>
                    <a:pt x="1168" y="1438"/>
                  </a:cubicBezTo>
                  <a:cubicBezTo>
                    <a:pt x="1668" y="1138"/>
                    <a:pt x="1668" y="404"/>
                    <a:pt x="1134" y="104"/>
                  </a:cubicBezTo>
                  <a:cubicBezTo>
                    <a:pt x="1028" y="33"/>
                    <a:pt x="922" y="0"/>
                    <a:pt x="820"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21"/>
            <p:cNvSpPr/>
            <p:nvPr/>
          </p:nvSpPr>
          <p:spPr>
            <a:xfrm>
              <a:off x="1941550" y="3616275"/>
              <a:ext cx="36725" cy="38450"/>
            </a:xfrm>
            <a:custGeom>
              <a:rect b="b" l="l" r="r" t="t"/>
              <a:pathLst>
                <a:path extrusionOk="0" h="1538" w="1469">
                  <a:moveTo>
                    <a:pt x="756" y="0"/>
                  </a:moveTo>
                  <a:cubicBezTo>
                    <a:pt x="650" y="0"/>
                    <a:pt x="532" y="23"/>
                    <a:pt x="401" y="71"/>
                  </a:cubicBezTo>
                  <a:cubicBezTo>
                    <a:pt x="134" y="171"/>
                    <a:pt x="1" y="404"/>
                    <a:pt x="68" y="705"/>
                  </a:cubicBezTo>
                  <a:cubicBezTo>
                    <a:pt x="101" y="838"/>
                    <a:pt x="168" y="1005"/>
                    <a:pt x="234" y="1138"/>
                  </a:cubicBezTo>
                  <a:cubicBezTo>
                    <a:pt x="339" y="1399"/>
                    <a:pt x="504" y="1538"/>
                    <a:pt x="715" y="1538"/>
                  </a:cubicBezTo>
                  <a:cubicBezTo>
                    <a:pt x="774" y="1538"/>
                    <a:pt x="836" y="1527"/>
                    <a:pt x="901" y="1505"/>
                  </a:cubicBezTo>
                  <a:cubicBezTo>
                    <a:pt x="1202" y="1438"/>
                    <a:pt x="1469" y="1138"/>
                    <a:pt x="1469" y="838"/>
                  </a:cubicBezTo>
                  <a:cubicBezTo>
                    <a:pt x="1389" y="335"/>
                    <a:pt x="1163" y="0"/>
                    <a:pt x="75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21"/>
            <p:cNvSpPr/>
            <p:nvPr/>
          </p:nvSpPr>
          <p:spPr>
            <a:xfrm>
              <a:off x="2109175" y="3332200"/>
              <a:ext cx="341950" cy="340675"/>
            </a:xfrm>
            <a:custGeom>
              <a:rect b="b" l="l" r="r" t="t"/>
              <a:pathLst>
                <a:path extrusionOk="0" h="13627" w="13678">
                  <a:moveTo>
                    <a:pt x="6210" y="779"/>
                  </a:moveTo>
                  <a:cubicBezTo>
                    <a:pt x="6244" y="779"/>
                    <a:pt x="6276" y="783"/>
                    <a:pt x="6305" y="793"/>
                  </a:cubicBezTo>
                  <a:cubicBezTo>
                    <a:pt x="6489" y="810"/>
                    <a:pt x="6672" y="818"/>
                    <a:pt x="6855" y="818"/>
                  </a:cubicBezTo>
                  <a:cubicBezTo>
                    <a:pt x="7039" y="818"/>
                    <a:pt x="7222" y="810"/>
                    <a:pt x="7406" y="793"/>
                  </a:cubicBezTo>
                  <a:cubicBezTo>
                    <a:pt x="7442" y="784"/>
                    <a:pt x="7482" y="780"/>
                    <a:pt x="7525" y="780"/>
                  </a:cubicBezTo>
                  <a:cubicBezTo>
                    <a:pt x="7642" y="780"/>
                    <a:pt x="7775" y="811"/>
                    <a:pt x="7873" y="860"/>
                  </a:cubicBezTo>
                  <a:cubicBezTo>
                    <a:pt x="8273" y="993"/>
                    <a:pt x="8640" y="1093"/>
                    <a:pt x="8974" y="1393"/>
                  </a:cubicBezTo>
                  <a:cubicBezTo>
                    <a:pt x="9040" y="1460"/>
                    <a:pt x="9140" y="1493"/>
                    <a:pt x="9241" y="1493"/>
                  </a:cubicBezTo>
                  <a:cubicBezTo>
                    <a:pt x="9674" y="1527"/>
                    <a:pt x="10041" y="1727"/>
                    <a:pt x="10441" y="1927"/>
                  </a:cubicBezTo>
                  <a:cubicBezTo>
                    <a:pt x="10541" y="1994"/>
                    <a:pt x="10675" y="2060"/>
                    <a:pt x="10742" y="2160"/>
                  </a:cubicBezTo>
                  <a:cubicBezTo>
                    <a:pt x="10942" y="2461"/>
                    <a:pt x="11175" y="2694"/>
                    <a:pt x="11475" y="2928"/>
                  </a:cubicBezTo>
                  <a:cubicBezTo>
                    <a:pt x="11576" y="2994"/>
                    <a:pt x="11642" y="3094"/>
                    <a:pt x="11709" y="3195"/>
                  </a:cubicBezTo>
                  <a:cubicBezTo>
                    <a:pt x="11909" y="3561"/>
                    <a:pt x="12109" y="3962"/>
                    <a:pt x="12176" y="4395"/>
                  </a:cubicBezTo>
                  <a:cubicBezTo>
                    <a:pt x="12176" y="4529"/>
                    <a:pt x="12209" y="4629"/>
                    <a:pt x="12276" y="4696"/>
                  </a:cubicBezTo>
                  <a:cubicBezTo>
                    <a:pt x="12576" y="5063"/>
                    <a:pt x="12710" y="5463"/>
                    <a:pt x="12843" y="5896"/>
                  </a:cubicBezTo>
                  <a:cubicBezTo>
                    <a:pt x="12876" y="6063"/>
                    <a:pt x="12843" y="6230"/>
                    <a:pt x="12843" y="6397"/>
                  </a:cubicBezTo>
                  <a:cubicBezTo>
                    <a:pt x="12843" y="6664"/>
                    <a:pt x="12810" y="6931"/>
                    <a:pt x="12843" y="7164"/>
                  </a:cubicBezTo>
                  <a:cubicBezTo>
                    <a:pt x="12910" y="7464"/>
                    <a:pt x="12876" y="7698"/>
                    <a:pt x="12776" y="7965"/>
                  </a:cubicBezTo>
                  <a:cubicBezTo>
                    <a:pt x="12643" y="8298"/>
                    <a:pt x="12510" y="8665"/>
                    <a:pt x="12243" y="8932"/>
                  </a:cubicBezTo>
                  <a:cubicBezTo>
                    <a:pt x="12209" y="8999"/>
                    <a:pt x="12176" y="9099"/>
                    <a:pt x="12176" y="9199"/>
                  </a:cubicBezTo>
                  <a:cubicBezTo>
                    <a:pt x="12143" y="9632"/>
                    <a:pt x="11942" y="9999"/>
                    <a:pt x="11742" y="10400"/>
                  </a:cubicBezTo>
                  <a:cubicBezTo>
                    <a:pt x="11676" y="10533"/>
                    <a:pt x="11509" y="10633"/>
                    <a:pt x="11375" y="10767"/>
                  </a:cubicBezTo>
                  <a:cubicBezTo>
                    <a:pt x="11209" y="10967"/>
                    <a:pt x="11008" y="11134"/>
                    <a:pt x="10808" y="11334"/>
                  </a:cubicBezTo>
                  <a:cubicBezTo>
                    <a:pt x="10708" y="11434"/>
                    <a:pt x="10642" y="11567"/>
                    <a:pt x="10508" y="11634"/>
                  </a:cubicBezTo>
                  <a:cubicBezTo>
                    <a:pt x="10141" y="11867"/>
                    <a:pt x="9741" y="12068"/>
                    <a:pt x="9307" y="12134"/>
                  </a:cubicBezTo>
                  <a:cubicBezTo>
                    <a:pt x="9140" y="12134"/>
                    <a:pt x="9007" y="12201"/>
                    <a:pt x="8874" y="12301"/>
                  </a:cubicBezTo>
                  <a:cubicBezTo>
                    <a:pt x="8473" y="12601"/>
                    <a:pt x="8006" y="12768"/>
                    <a:pt x="7506" y="12835"/>
                  </a:cubicBezTo>
                  <a:cubicBezTo>
                    <a:pt x="7373" y="12835"/>
                    <a:pt x="7224" y="12820"/>
                    <a:pt x="7071" y="12820"/>
                  </a:cubicBezTo>
                  <a:cubicBezTo>
                    <a:pt x="6994" y="12820"/>
                    <a:pt x="6917" y="12824"/>
                    <a:pt x="6839" y="12835"/>
                  </a:cubicBezTo>
                  <a:cubicBezTo>
                    <a:pt x="6728" y="12835"/>
                    <a:pt x="6602" y="12850"/>
                    <a:pt x="6481" y="12850"/>
                  </a:cubicBezTo>
                  <a:cubicBezTo>
                    <a:pt x="6420" y="12850"/>
                    <a:pt x="6361" y="12846"/>
                    <a:pt x="6305" y="12835"/>
                  </a:cubicBezTo>
                  <a:cubicBezTo>
                    <a:pt x="6072" y="12835"/>
                    <a:pt x="5871" y="12768"/>
                    <a:pt x="5671" y="12701"/>
                  </a:cubicBezTo>
                  <a:cubicBezTo>
                    <a:pt x="5338" y="12601"/>
                    <a:pt x="5004" y="12468"/>
                    <a:pt x="4737" y="12234"/>
                  </a:cubicBezTo>
                  <a:cubicBezTo>
                    <a:pt x="4671" y="12168"/>
                    <a:pt x="4571" y="12134"/>
                    <a:pt x="4470" y="12134"/>
                  </a:cubicBezTo>
                  <a:cubicBezTo>
                    <a:pt x="4037" y="12101"/>
                    <a:pt x="3670" y="11901"/>
                    <a:pt x="3303" y="11734"/>
                  </a:cubicBezTo>
                  <a:cubicBezTo>
                    <a:pt x="3170" y="11634"/>
                    <a:pt x="3036" y="11467"/>
                    <a:pt x="2903" y="11367"/>
                  </a:cubicBezTo>
                  <a:cubicBezTo>
                    <a:pt x="2703" y="11167"/>
                    <a:pt x="2502" y="10967"/>
                    <a:pt x="2336" y="10767"/>
                  </a:cubicBezTo>
                  <a:cubicBezTo>
                    <a:pt x="2202" y="10633"/>
                    <a:pt x="2035" y="10533"/>
                    <a:pt x="1935" y="10366"/>
                  </a:cubicBezTo>
                  <a:cubicBezTo>
                    <a:pt x="1769" y="9999"/>
                    <a:pt x="1568" y="9599"/>
                    <a:pt x="1535" y="9165"/>
                  </a:cubicBezTo>
                  <a:cubicBezTo>
                    <a:pt x="1502" y="9065"/>
                    <a:pt x="1468" y="8965"/>
                    <a:pt x="1402" y="8899"/>
                  </a:cubicBezTo>
                  <a:cubicBezTo>
                    <a:pt x="1101" y="8532"/>
                    <a:pt x="935" y="8131"/>
                    <a:pt x="868" y="7698"/>
                  </a:cubicBezTo>
                  <a:cubicBezTo>
                    <a:pt x="801" y="7364"/>
                    <a:pt x="835" y="7031"/>
                    <a:pt x="868" y="6697"/>
                  </a:cubicBezTo>
                  <a:cubicBezTo>
                    <a:pt x="868" y="6630"/>
                    <a:pt x="868" y="6564"/>
                    <a:pt x="868" y="6530"/>
                  </a:cubicBezTo>
                  <a:cubicBezTo>
                    <a:pt x="734" y="5830"/>
                    <a:pt x="1035" y="5263"/>
                    <a:pt x="1402" y="4729"/>
                  </a:cubicBezTo>
                  <a:cubicBezTo>
                    <a:pt x="1468" y="4629"/>
                    <a:pt x="1502" y="4529"/>
                    <a:pt x="1535" y="4462"/>
                  </a:cubicBezTo>
                  <a:cubicBezTo>
                    <a:pt x="1568" y="3995"/>
                    <a:pt x="1769" y="3595"/>
                    <a:pt x="1969" y="3228"/>
                  </a:cubicBezTo>
                  <a:cubicBezTo>
                    <a:pt x="2035" y="3094"/>
                    <a:pt x="2202" y="2994"/>
                    <a:pt x="2302" y="2861"/>
                  </a:cubicBezTo>
                  <a:cubicBezTo>
                    <a:pt x="2502" y="2661"/>
                    <a:pt x="2703" y="2494"/>
                    <a:pt x="2903" y="2294"/>
                  </a:cubicBezTo>
                  <a:cubicBezTo>
                    <a:pt x="3003" y="2194"/>
                    <a:pt x="3103" y="2027"/>
                    <a:pt x="3203" y="1960"/>
                  </a:cubicBezTo>
                  <a:cubicBezTo>
                    <a:pt x="3603" y="1760"/>
                    <a:pt x="4003" y="1560"/>
                    <a:pt x="4437" y="1493"/>
                  </a:cubicBezTo>
                  <a:cubicBezTo>
                    <a:pt x="4537" y="1460"/>
                    <a:pt x="4671" y="1427"/>
                    <a:pt x="4771" y="1360"/>
                  </a:cubicBezTo>
                  <a:cubicBezTo>
                    <a:pt x="5138" y="1093"/>
                    <a:pt x="5538" y="960"/>
                    <a:pt x="5972" y="826"/>
                  </a:cubicBezTo>
                  <a:cubicBezTo>
                    <a:pt x="6042" y="803"/>
                    <a:pt x="6130" y="779"/>
                    <a:pt x="6210" y="779"/>
                  </a:cubicBezTo>
                  <a:close/>
                  <a:moveTo>
                    <a:pt x="6871" y="0"/>
                  </a:moveTo>
                  <a:cubicBezTo>
                    <a:pt x="6641" y="0"/>
                    <a:pt x="6408" y="10"/>
                    <a:pt x="6172" y="26"/>
                  </a:cubicBezTo>
                  <a:cubicBezTo>
                    <a:pt x="5705" y="59"/>
                    <a:pt x="5304" y="226"/>
                    <a:pt x="4904" y="426"/>
                  </a:cubicBezTo>
                  <a:cubicBezTo>
                    <a:pt x="4504" y="593"/>
                    <a:pt x="4104" y="759"/>
                    <a:pt x="3703" y="893"/>
                  </a:cubicBezTo>
                  <a:cubicBezTo>
                    <a:pt x="3236" y="1060"/>
                    <a:pt x="2769" y="1260"/>
                    <a:pt x="2402" y="1660"/>
                  </a:cubicBezTo>
                  <a:cubicBezTo>
                    <a:pt x="2269" y="1794"/>
                    <a:pt x="2169" y="1927"/>
                    <a:pt x="2002" y="2060"/>
                  </a:cubicBezTo>
                  <a:cubicBezTo>
                    <a:pt x="1435" y="2494"/>
                    <a:pt x="1101" y="3128"/>
                    <a:pt x="901" y="3795"/>
                  </a:cubicBezTo>
                  <a:cubicBezTo>
                    <a:pt x="768" y="4129"/>
                    <a:pt x="634" y="4462"/>
                    <a:pt x="468" y="4762"/>
                  </a:cubicBezTo>
                  <a:cubicBezTo>
                    <a:pt x="267" y="5263"/>
                    <a:pt x="34" y="5763"/>
                    <a:pt x="67" y="6330"/>
                  </a:cubicBezTo>
                  <a:cubicBezTo>
                    <a:pt x="67" y="6497"/>
                    <a:pt x="101" y="6697"/>
                    <a:pt x="67" y="6897"/>
                  </a:cubicBezTo>
                  <a:cubicBezTo>
                    <a:pt x="1" y="7631"/>
                    <a:pt x="201" y="8265"/>
                    <a:pt x="534" y="8932"/>
                  </a:cubicBezTo>
                  <a:cubicBezTo>
                    <a:pt x="668" y="9232"/>
                    <a:pt x="801" y="9566"/>
                    <a:pt x="901" y="9899"/>
                  </a:cubicBezTo>
                  <a:cubicBezTo>
                    <a:pt x="1101" y="10400"/>
                    <a:pt x="1302" y="10867"/>
                    <a:pt x="1702" y="11267"/>
                  </a:cubicBezTo>
                  <a:cubicBezTo>
                    <a:pt x="1835" y="11400"/>
                    <a:pt x="2002" y="11534"/>
                    <a:pt x="2102" y="11667"/>
                  </a:cubicBezTo>
                  <a:cubicBezTo>
                    <a:pt x="2569" y="12234"/>
                    <a:pt x="3170" y="12535"/>
                    <a:pt x="3803" y="12768"/>
                  </a:cubicBezTo>
                  <a:cubicBezTo>
                    <a:pt x="4104" y="12868"/>
                    <a:pt x="4404" y="12968"/>
                    <a:pt x="4704" y="13135"/>
                  </a:cubicBezTo>
                  <a:cubicBezTo>
                    <a:pt x="5265" y="13416"/>
                    <a:pt x="5850" y="13625"/>
                    <a:pt x="6438" y="13625"/>
                  </a:cubicBezTo>
                  <a:cubicBezTo>
                    <a:pt x="6550" y="13625"/>
                    <a:pt x="6661" y="13618"/>
                    <a:pt x="6772" y="13602"/>
                  </a:cubicBezTo>
                  <a:lnTo>
                    <a:pt x="6972" y="13602"/>
                  </a:lnTo>
                  <a:cubicBezTo>
                    <a:pt x="7098" y="13618"/>
                    <a:pt x="7224" y="13626"/>
                    <a:pt x="7349" y="13626"/>
                  </a:cubicBezTo>
                  <a:cubicBezTo>
                    <a:pt x="7754" y="13626"/>
                    <a:pt x="8150" y="13539"/>
                    <a:pt x="8507" y="13335"/>
                  </a:cubicBezTo>
                  <a:cubicBezTo>
                    <a:pt x="9140" y="13035"/>
                    <a:pt x="9808" y="12801"/>
                    <a:pt x="10475" y="12535"/>
                  </a:cubicBezTo>
                  <a:cubicBezTo>
                    <a:pt x="10908" y="12368"/>
                    <a:pt x="11209" y="12101"/>
                    <a:pt x="11509" y="11767"/>
                  </a:cubicBezTo>
                  <a:cubicBezTo>
                    <a:pt x="11609" y="11667"/>
                    <a:pt x="11676" y="11567"/>
                    <a:pt x="11776" y="11500"/>
                  </a:cubicBezTo>
                  <a:cubicBezTo>
                    <a:pt x="12143" y="11167"/>
                    <a:pt x="12443" y="10833"/>
                    <a:pt x="12610" y="10366"/>
                  </a:cubicBezTo>
                  <a:cubicBezTo>
                    <a:pt x="12843" y="9666"/>
                    <a:pt x="13143" y="8999"/>
                    <a:pt x="13444" y="8298"/>
                  </a:cubicBezTo>
                  <a:cubicBezTo>
                    <a:pt x="13544" y="8131"/>
                    <a:pt x="13610" y="7965"/>
                    <a:pt x="13610" y="7764"/>
                  </a:cubicBezTo>
                  <a:cubicBezTo>
                    <a:pt x="13644" y="7297"/>
                    <a:pt x="13677" y="6830"/>
                    <a:pt x="13677" y="6363"/>
                  </a:cubicBezTo>
                  <a:cubicBezTo>
                    <a:pt x="13677" y="5796"/>
                    <a:pt x="13477" y="5296"/>
                    <a:pt x="13243" y="4796"/>
                  </a:cubicBezTo>
                  <a:cubicBezTo>
                    <a:pt x="13077" y="4462"/>
                    <a:pt x="12910" y="4095"/>
                    <a:pt x="12776" y="3728"/>
                  </a:cubicBezTo>
                  <a:cubicBezTo>
                    <a:pt x="12610" y="3228"/>
                    <a:pt x="12409" y="2761"/>
                    <a:pt x="12043" y="2361"/>
                  </a:cubicBezTo>
                  <a:cubicBezTo>
                    <a:pt x="11909" y="2227"/>
                    <a:pt x="11742" y="2127"/>
                    <a:pt x="11609" y="1960"/>
                  </a:cubicBezTo>
                  <a:cubicBezTo>
                    <a:pt x="11142" y="1393"/>
                    <a:pt x="10541" y="1060"/>
                    <a:pt x="9841" y="826"/>
                  </a:cubicBezTo>
                  <a:cubicBezTo>
                    <a:pt x="9574" y="759"/>
                    <a:pt x="9307" y="659"/>
                    <a:pt x="9074" y="526"/>
                  </a:cubicBezTo>
                  <a:cubicBezTo>
                    <a:pt x="8379" y="114"/>
                    <a:pt x="7645" y="0"/>
                    <a:pt x="6871"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21"/>
            <p:cNvSpPr/>
            <p:nvPr/>
          </p:nvSpPr>
          <p:spPr>
            <a:xfrm>
              <a:off x="2220100" y="3441250"/>
              <a:ext cx="120925" cy="121775"/>
            </a:xfrm>
            <a:custGeom>
              <a:rect b="b" l="l" r="r" t="t"/>
              <a:pathLst>
                <a:path extrusionOk="0" h="4871" w="4837">
                  <a:moveTo>
                    <a:pt x="2435" y="801"/>
                  </a:moveTo>
                  <a:cubicBezTo>
                    <a:pt x="3469" y="834"/>
                    <a:pt x="4036" y="1434"/>
                    <a:pt x="4070" y="2435"/>
                  </a:cubicBezTo>
                  <a:cubicBezTo>
                    <a:pt x="4070" y="3436"/>
                    <a:pt x="3436" y="4003"/>
                    <a:pt x="2402" y="4103"/>
                  </a:cubicBezTo>
                  <a:cubicBezTo>
                    <a:pt x="1434" y="4003"/>
                    <a:pt x="767" y="3436"/>
                    <a:pt x="801" y="2435"/>
                  </a:cubicBezTo>
                  <a:cubicBezTo>
                    <a:pt x="801" y="1434"/>
                    <a:pt x="1434" y="801"/>
                    <a:pt x="2435" y="801"/>
                  </a:cubicBezTo>
                  <a:close/>
                  <a:moveTo>
                    <a:pt x="2435" y="0"/>
                  </a:moveTo>
                  <a:cubicBezTo>
                    <a:pt x="1001" y="133"/>
                    <a:pt x="100" y="967"/>
                    <a:pt x="0" y="2435"/>
                  </a:cubicBezTo>
                  <a:cubicBezTo>
                    <a:pt x="100" y="3903"/>
                    <a:pt x="1001" y="4870"/>
                    <a:pt x="2435" y="4870"/>
                  </a:cubicBezTo>
                  <a:cubicBezTo>
                    <a:pt x="3870" y="4870"/>
                    <a:pt x="4837" y="3903"/>
                    <a:pt x="4837" y="2468"/>
                  </a:cubicBezTo>
                  <a:cubicBezTo>
                    <a:pt x="4837" y="1001"/>
                    <a:pt x="3870" y="133"/>
                    <a:pt x="2435"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21"/>
            <p:cNvSpPr/>
            <p:nvPr/>
          </p:nvSpPr>
          <p:spPr>
            <a:xfrm>
              <a:off x="2151700" y="3480850"/>
              <a:ext cx="38400" cy="43075"/>
            </a:xfrm>
            <a:custGeom>
              <a:rect b="b" l="l" r="r" t="t"/>
              <a:pathLst>
                <a:path extrusionOk="0" h="1723" w="1536">
                  <a:moveTo>
                    <a:pt x="818" y="1"/>
                  </a:moveTo>
                  <a:cubicBezTo>
                    <a:pt x="570" y="1"/>
                    <a:pt x="329" y="140"/>
                    <a:pt x="134" y="417"/>
                  </a:cubicBezTo>
                  <a:cubicBezTo>
                    <a:pt x="1" y="551"/>
                    <a:pt x="1" y="718"/>
                    <a:pt x="1" y="918"/>
                  </a:cubicBezTo>
                  <a:cubicBezTo>
                    <a:pt x="1" y="1251"/>
                    <a:pt x="268" y="1585"/>
                    <a:pt x="601" y="1685"/>
                  </a:cubicBezTo>
                  <a:cubicBezTo>
                    <a:pt x="667" y="1710"/>
                    <a:pt x="734" y="1722"/>
                    <a:pt x="801" y="1722"/>
                  </a:cubicBezTo>
                  <a:cubicBezTo>
                    <a:pt x="1009" y="1722"/>
                    <a:pt x="1217" y="1603"/>
                    <a:pt x="1368" y="1351"/>
                  </a:cubicBezTo>
                  <a:cubicBezTo>
                    <a:pt x="1469" y="1218"/>
                    <a:pt x="1502" y="1051"/>
                    <a:pt x="1535" y="884"/>
                  </a:cubicBezTo>
                  <a:cubicBezTo>
                    <a:pt x="1502" y="451"/>
                    <a:pt x="1302" y="117"/>
                    <a:pt x="968" y="17"/>
                  </a:cubicBezTo>
                  <a:cubicBezTo>
                    <a:pt x="918" y="6"/>
                    <a:pt x="868" y="1"/>
                    <a:pt x="81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21"/>
            <p:cNvSpPr/>
            <p:nvPr/>
          </p:nvSpPr>
          <p:spPr>
            <a:xfrm>
              <a:off x="2255125" y="3593550"/>
              <a:ext cx="48375" cy="37950"/>
            </a:xfrm>
            <a:custGeom>
              <a:rect b="b" l="l" r="r" t="t"/>
              <a:pathLst>
                <a:path extrusionOk="0" h="1518" w="1935">
                  <a:moveTo>
                    <a:pt x="1157" y="0"/>
                  </a:moveTo>
                  <a:cubicBezTo>
                    <a:pt x="1115" y="0"/>
                    <a:pt x="1074" y="5"/>
                    <a:pt x="1034" y="12"/>
                  </a:cubicBezTo>
                  <a:lnTo>
                    <a:pt x="801" y="12"/>
                  </a:lnTo>
                  <a:cubicBezTo>
                    <a:pt x="300" y="46"/>
                    <a:pt x="0" y="680"/>
                    <a:pt x="267" y="1113"/>
                  </a:cubicBezTo>
                  <a:cubicBezTo>
                    <a:pt x="450" y="1357"/>
                    <a:pt x="689" y="1518"/>
                    <a:pt x="984" y="1518"/>
                  </a:cubicBezTo>
                  <a:cubicBezTo>
                    <a:pt x="1011" y="1518"/>
                    <a:pt x="1039" y="1516"/>
                    <a:pt x="1068" y="1513"/>
                  </a:cubicBezTo>
                  <a:cubicBezTo>
                    <a:pt x="1401" y="1480"/>
                    <a:pt x="1735" y="1247"/>
                    <a:pt x="1835" y="946"/>
                  </a:cubicBezTo>
                  <a:cubicBezTo>
                    <a:pt x="1935" y="646"/>
                    <a:pt x="1835" y="379"/>
                    <a:pt x="1568" y="146"/>
                  </a:cubicBezTo>
                  <a:cubicBezTo>
                    <a:pt x="1440" y="44"/>
                    <a:pt x="1294" y="0"/>
                    <a:pt x="1157"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p21"/>
            <p:cNvSpPr/>
            <p:nvPr/>
          </p:nvSpPr>
          <p:spPr>
            <a:xfrm>
              <a:off x="2257625" y="3373575"/>
              <a:ext cx="48375" cy="38500"/>
            </a:xfrm>
            <a:custGeom>
              <a:rect b="b" l="l" r="r" t="t"/>
              <a:pathLst>
                <a:path extrusionOk="0" h="1540" w="1935">
                  <a:moveTo>
                    <a:pt x="958" y="1"/>
                  </a:moveTo>
                  <a:cubicBezTo>
                    <a:pt x="929" y="1"/>
                    <a:pt x="898" y="2"/>
                    <a:pt x="867" y="5"/>
                  </a:cubicBezTo>
                  <a:cubicBezTo>
                    <a:pt x="534" y="5"/>
                    <a:pt x="167" y="305"/>
                    <a:pt x="67" y="606"/>
                  </a:cubicBezTo>
                  <a:cubicBezTo>
                    <a:pt x="0" y="872"/>
                    <a:pt x="134" y="1206"/>
                    <a:pt x="434" y="1373"/>
                  </a:cubicBezTo>
                  <a:cubicBezTo>
                    <a:pt x="567" y="1473"/>
                    <a:pt x="767" y="1506"/>
                    <a:pt x="901" y="1540"/>
                  </a:cubicBezTo>
                  <a:cubicBezTo>
                    <a:pt x="934" y="1540"/>
                    <a:pt x="934" y="1506"/>
                    <a:pt x="934" y="1506"/>
                  </a:cubicBezTo>
                  <a:lnTo>
                    <a:pt x="1134" y="1506"/>
                  </a:lnTo>
                  <a:cubicBezTo>
                    <a:pt x="1635" y="1439"/>
                    <a:pt x="1935" y="839"/>
                    <a:pt x="1668" y="439"/>
                  </a:cubicBezTo>
                  <a:cubicBezTo>
                    <a:pt x="1515" y="164"/>
                    <a:pt x="1279" y="1"/>
                    <a:pt x="95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p21"/>
            <p:cNvSpPr/>
            <p:nvPr/>
          </p:nvSpPr>
          <p:spPr>
            <a:xfrm>
              <a:off x="2183400" y="3404525"/>
              <a:ext cx="41725" cy="40150"/>
            </a:xfrm>
            <a:custGeom>
              <a:rect b="b" l="l" r="r" t="t"/>
              <a:pathLst>
                <a:path extrusionOk="0" h="1606" w="1669">
                  <a:moveTo>
                    <a:pt x="865" y="1"/>
                  </a:moveTo>
                  <a:cubicBezTo>
                    <a:pt x="410" y="1"/>
                    <a:pt x="0" y="359"/>
                    <a:pt x="0" y="869"/>
                  </a:cubicBezTo>
                  <a:cubicBezTo>
                    <a:pt x="0" y="1341"/>
                    <a:pt x="208" y="1605"/>
                    <a:pt x="681" y="1605"/>
                  </a:cubicBezTo>
                  <a:cubicBezTo>
                    <a:pt x="709" y="1605"/>
                    <a:pt x="738" y="1604"/>
                    <a:pt x="768" y="1602"/>
                  </a:cubicBezTo>
                  <a:cubicBezTo>
                    <a:pt x="1068" y="1602"/>
                    <a:pt x="1501" y="1269"/>
                    <a:pt x="1568" y="935"/>
                  </a:cubicBezTo>
                  <a:cubicBezTo>
                    <a:pt x="1668" y="568"/>
                    <a:pt x="1501" y="201"/>
                    <a:pt x="1201" y="68"/>
                  </a:cubicBezTo>
                  <a:cubicBezTo>
                    <a:pt x="1090" y="22"/>
                    <a:pt x="976" y="1"/>
                    <a:pt x="865"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p21"/>
            <p:cNvSpPr/>
            <p:nvPr/>
          </p:nvSpPr>
          <p:spPr>
            <a:xfrm>
              <a:off x="2336000" y="3560050"/>
              <a:ext cx="46425" cy="39800"/>
            </a:xfrm>
            <a:custGeom>
              <a:rect b="b" l="l" r="r" t="t"/>
              <a:pathLst>
                <a:path extrusionOk="0" h="1592" w="1857">
                  <a:moveTo>
                    <a:pt x="936" y="1"/>
                  </a:moveTo>
                  <a:cubicBezTo>
                    <a:pt x="687" y="1"/>
                    <a:pt x="494" y="126"/>
                    <a:pt x="301" y="318"/>
                  </a:cubicBezTo>
                  <a:cubicBezTo>
                    <a:pt x="101" y="585"/>
                    <a:pt x="1" y="919"/>
                    <a:pt x="134" y="1219"/>
                  </a:cubicBezTo>
                  <a:cubicBezTo>
                    <a:pt x="268" y="1486"/>
                    <a:pt x="501" y="1586"/>
                    <a:pt x="835" y="1586"/>
                  </a:cubicBezTo>
                  <a:cubicBezTo>
                    <a:pt x="860" y="1590"/>
                    <a:pt x="885" y="1591"/>
                    <a:pt x="911" y="1591"/>
                  </a:cubicBezTo>
                  <a:cubicBezTo>
                    <a:pt x="1360" y="1591"/>
                    <a:pt x="1856" y="1050"/>
                    <a:pt x="1635" y="418"/>
                  </a:cubicBezTo>
                  <a:cubicBezTo>
                    <a:pt x="1535" y="185"/>
                    <a:pt x="1368" y="51"/>
                    <a:pt x="1102" y="18"/>
                  </a:cubicBezTo>
                  <a:cubicBezTo>
                    <a:pt x="1043" y="7"/>
                    <a:pt x="988" y="1"/>
                    <a:pt x="936"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21"/>
            <p:cNvSpPr/>
            <p:nvPr/>
          </p:nvSpPr>
          <p:spPr>
            <a:xfrm>
              <a:off x="2183400" y="3559625"/>
              <a:ext cx="40050" cy="40700"/>
            </a:xfrm>
            <a:custGeom>
              <a:rect b="b" l="l" r="r" t="t"/>
              <a:pathLst>
                <a:path extrusionOk="0" h="1628" w="1602">
                  <a:moveTo>
                    <a:pt x="683" y="0"/>
                  </a:moveTo>
                  <a:cubicBezTo>
                    <a:pt x="577" y="0"/>
                    <a:pt x="470" y="23"/>
                    <a:pt x="367" y="68"/>
                  </a:cubicBezTo>
                  <a:cubicBezTo>
                    <a:pt x="100" y="202"/>
                    <a:pt x="0" y="435"/>
                    <a:pt x="0" y="736"/>
                  </a:cubicBezTo>
                  <a:cubicBezTo>
                    <a:pt x="0" y="1103"/>
                    <a:pt x="134" y="1369"/>
                    <a:pt x="434" y="1503"/>
                  </a:cubicBezTo>
                  <a:cubicBezTo>
                    <a:pt x="567" y="1586"/>
                    <a:pt x="709" y="1628"/>
                    <a:pt x="851" y="1628"/>
                  </a:cubicBezTo>
                  <a:cubicBezTo>
                    <a:pt x="993" y="1628"/>
                    <a:pt x="1135" y="1586"/>
                    <a:pt x="1268" y="1503"/>
                  </a:cubicBezTo>
                  <a:cubicBezTo>
                    <a:pt x="1535" y="1369"/>
                    <a:pt x="1568" y="1136"/>
                    <a:pt x="1602" y="869"/>
                  </a:cubicBezTo>
                  <a:cubicBezTo>
                    <a:pt x="1602" y="569"/>
                    <a:pt x="1401" y="402"/>
                    <a:pt x="1235" y="235"/>
                  </a:cubicBezTo>
                  <a:cubicBezTo>
                    <a:pt x="1081" y="82"/>
                    <a:pt x="885" y="0"/>
                    <a:pt x="683"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21"/>
            <p:cNvSpPr/>
            <p:nvPr/>
          </p:nvSpPr>
          <p:spPr>
            <a:xfrm>
              <a:off x="2337675" y="3405300"/>
              <a:ext cx="40875" cy="39300"/>
            </a:xfrm>
            <a:custGeom>
              <a:rect b="b" l="l" r="r" t="t"/>
              <a:pathLst>
                <a:path extrusionOk="0" h="1572" w="1635">
                  <a:moveTo>
                    <a:pt x="691" y="1"/>
                  </a:moveTo>
                  <a:cubicBezTo>
                    <a:pt x="272" y="1"/>
                    <a:pt x="34" y="263"/>
                    <a:pt x="34" y="704"/>
                  </a:cubicBezTo>
                  <a:cubicBezTo>
                    <a:pt x="0" y="1171"/>
                    <a:pt x="401" y="1571"/>
                    <a:pt x="901" y="1571"/>
                  </a:cubicBezTo>
                  <a:cubicBezTo>
                    <a:pt x="1368" y="1571"/>
                    <a:pt x="1635" y="1338"/>
                    <a:pt x="1602" y="838"/>
                  </a:cubicBezTo>
                  <a:cubicBezTo>
                    <a:pt x="1602" y="371"/>
                    <a:pt x="1268" y="4"/>
                    <a:pt x="768" y="4"/>
                  </a:cubicBezTo>
                  <a:cubicBezTo>
                    <a:pt x="741" y="2"/>
                    <a:pt x="716" y="1"/>
                    <a:pt x="69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21"/>
            <p:cNvSpPr/>
            <p:nvPr/>
          </p:nvSpPr>
          <p:spPr>
            <a:xfrm>
              <a:off x="2371025" y="3480825"/>
              <a:ext cx="41725" cy="43675"/>
            </a:xfrm>
            <a:custGeom>
              <a:rect b="b" l="l" r="r" t="t"/>
              <a:pathLst>
                <a:path extrusionOk="0" h="1747" w="1669">
                  <a:moveTo>
                    <a:pt x="766" y="1"/>
                  </a:moveTo>
                  <a:cubicBezTo>
                    <a:pt x="547" y="1"/>
                    <a:pt x="332" y="126"/>
                    <a:pt x="168" y="352"/>
                  </a:cubicBezTo>
                  <a:cubicBezTo>
                    <a:pt x="67" y="519"/>
                    <a:pt x="34" y="685"/>
                    <a:pt x="1" y="852"/>
                  </a:cubicBezTo>
                  <a:cubicBezTo>
                    <a:pt x="1" y="852"/>
                    <a:pt x="34" y="852"/>
                    <a:pt x="34" y="885"/>
                  </a:cubicBezTo>
                  <a:lnTo>
                    <a:pt x="34" y="1019"/>
                  </a:lnTo>
                  <a:cubicBezTo>
                    <a:pt x="34" y="1352"/>
                    <a:pt x="268" y="1553"/>
                    <a:pt x="534" y="1686"/>
                  </a:cubicBezTo>
                  <a:cubicBezTo>
                    <a:pt x="618" y="1728"/>
                    <a:pt x="702" y="1747"/>
                    <a:pt x="784" y="1747"/>
                  </a:cubicBezTo>
                  <a:cubicBezTo>
                    <a:pt x="962" y="1747"/>
                    <a:pt x="1131" y="1657"/>
                    <a:pt x="1268" y="1519"/>
                  </a:cubicBezTo>
                  <a:cubicBezTo>
                    <a:pt x="1302" y="1453"/>
                    <a:pt x="1335" y="1419"/>
                    <a:pt x="1402" y="1352"/>
                  </a:cubicBezTo>
                  <a:cubicBezTo>
                    <a:pt x="1669" y="986"/>
                    <a:pt x="1569" y="452"/>
                    <a:pt x="1168" y="152"/>
                  </a:cubicBezTo>
                  <a:cubicBezTo>
                    <a:pt x="1040" y="49"/>
                    <a:pt x="902" y="1"/>
                    <a:pt x="766"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6" name="Google Shape;276;p21"/>
          <p:cNvGrpSpPr/>
          <p:nvPr/>
        </p:nvGrpSpPr>
        <p:grpSpPr>
          <a:xfrm>
            <a:off x="6060753" y="1382166"/>
            <a:ext cx="874479" cy="861591"/>
            <a:chOff x="4727725" y="2914600"/>
            <a:chExt cx="1192525" cy="1174950"/>
          </a:xfrm>
        </p:grpSpPr>
        <p:sp>
          <p:nvSpPr>
            <p:cNvPr id="277" name="Google Shape;277;p21"/>
            <p:cNvSpPr/>
            <p:nvPr/>
          </p:nvSpPr>
          <p:spPr>
            <a:xfrm>
              <a:off x="4727725" y="2914600"/>
              <a:ext cx="1192525" cy="1174950"/>
            </a:xfrm>
            <a:custGeom>
              <a:rect b="b" l="l" r="r" t="t"/>
              <a:pathLst>
                <a:path extrusionOk="0" h="46998" w="47701">
                  <a:moveTo>
                    <a:pt x="32145" y="2407"/>
                  </a:moveTo>
                  <a:cubicBezTo>
                    <a:pt x="32460" y="2407"/>
                    <a:pt x="32775" y="2441"/>
                    <a:pt x="33090" y="2519"/>
                  </a:cubicBezTo>
                  <a:cubicBezTo>
                    <a:pt x="33624" y="2653"/>
                    <a:pt x="34058" y="2986"/>
                    <a:pt x="34325" y="3453"/>
                  </a:cubicBezTo>
                  <a:cubicBezTo>
                    <a:pt x="34491" y="3754"/>
                    <a:pt x="34525" y="4054"/>
                    <a:pt x="34358" y="4321"/>
                  </a:cubicBezTo>
                  <a:cubicBezTo>
                    <a:pt x="34124" y="4654"/>
                    <a:pt x="33958" y="4988"/>
                    <a:pt x="33724" y="5288"/>
                  </a:cubicBezTo>
                  <a:cubicBezTo>
                    <a:pt x="33563" y="5510"/>
                    <a:pt x="33389" y="5610"/>
                    <a:pt x="33189" y="5610"/>
                  </a:cubicBezTo>
                  <a:cubicBezTo>
                    <a:pt x="33057" y="5610"/>
                    <a:pt x="32915" y="5567"/>
                    <a:pt x="32757" y="5488"/>
                  </a:cubicBezTo>
                  <a:cubicBezTo>
                    <a:pt x="32657" y="5422"/>
                    <a:pt x="32557" y="5388"/>
                    <a:pt x="32457" y="5355"/>
                  </a:cubicBezTo>
                  <a:cubicBezTo>
                    <a:pt x="32190" y="5221"/>
                    <a:pt x="32056" y="4988"/>
                    <a:pt x="31990" y="4721"/>
                  </a:cubicBezTo>
                  <a:cubicBezTo>
                    <a:pt x="31923" y="4421"/>
                    <a:pt x="32123" y="4287"/>
                    <a:pt x="32356" y="4154"/>
                  </a:cubicBezTo>
                  <a:cubicBezTo>
                    <a:pt x="32390" y="4221"/>
                    <a:pt x="32423" y="4321"/>
                    <a:pt x="32457" y="4387"/>
                  </a:cubicBezTo>
                  <a:cubicBezTo>
                    <a:pt x="32544" y="4533"/>
                    <a:pt x="32681" y="4627"/>
                    <a:pt x="32826" y="4627"/>
                  </a:cubicBezTo>
                  <a:cubicBezTo>
                    <a:pt x="32847" y="4627"/>
                    <a:pt x="32869" y="4625"/>
                    <a:pt x="32890" y="4621"/>
                  </a:cubicBezTo>
                  <a:cubicBezTo>
                    <a:pt x="33124" y="4621"/>
                    <a:pt x="33257" y="4488"/>
                    <a:pt x="33290" y="4287"/>
                  </a:cubicBezTo>
                  <a:cubicBezTo>
                    <a:pt x="33357" y="3987"/>
                    <a:pt x="33290" y="3720"/>
                    <a:pt x="33057" y="3520"/>
                  </a:cubicBezTo>
                  <a:cubicBezTo>
                    <a:pt x="32851" y="3383"/>
                    <a:pt x="32629" y="3293"/>
                    <a:pt x="32403" y="3293"/>
                  </a:cubicBezTo>
                  <a:cubicBezTo>
                    <a:pt x="32299" y="3293"/>
                    <a:pt x="32194" y="3311"/>
                    <a:pt x="32090" y="3353"/>
                  </a:cubicBezTo>
                  <a:cubicBezTo>
                    <a:pt x="31189" y="3787"/>
                    <a:pt x="30922" y="4588"/>
                    <a:pt x="31356" y="5388"/>
                  </a:cubicBezTo>
                  <a:cubicBezTo>
                    <a:pt x="31422" y="5555"/>
                    <a:pt x="31523" y="5688"/>
                    <a:pt x="31623" y="5855"/>
                  </a:cubicBezTo>
                  <a:cubicBezTo>
                    <a:pt x="31489" y="5889"/>
                    <a:pt x="31389" y="5955"/>
                    <a:pt x="31256" y="5955"/>
                  </a:cubicBezTo>
                  <a:cubicBezTo>
                    <a:pt x="30655" y="6122"/>
                    <a:pt x="30122" y="6456"/>
                    <a:pt x="29655" y="6889"/>
                  </a:cubicBezTo>
                  <a:cubicBezTo>
                    <a:pt x="29154" y="7323"/>
                    <a:pt x="28854" y="7923"/>
                    <a:pt x="28821" y="8590"/>
                  </a:cubicBezTo>
                  <a:cubicBezTo>
                    <a:pt x="28787" y="9424"/>
                    <a:pt x="28887" y="10225"/>
                    <a:pt x="29221" y="10992"/>
                  </a:cubicBezTo>
                  <a:cubicBezTo>
                    <a:pt x="29254" y="11059"/>
                    <a:pt x="29254" y="11126"/>
                    <a:pt x="29288" y="11226"/>
                  </a:cubicBezTo>
                  <a:cubicBezTo>
                    <a:pt x="28733" y="11115"/>
                    <a:pt x="28224" y="10935"/>
                    <a:pt x="27704" y="10935"/>
                  </a:cubicBezTo>
                  <a:cubicBezTo>
                    <a:pt x="27599" y="10935"/>
                    <a:pt x="27493" y="10942"/>
                    <a:pt x="27386" y="10959"/>
                  </a:cubicBezTo>
                  <a:cubicBezTo>
                    <a:pt x="26786" y="11026"/>
                    <a:pt x="26185" y="11126"/>
                    <a:pt x="25552" y="11226"/>
                  </a:cubicBezTo>
                  <a:cubicBezTo>
                    <a:pt x="25585" y="11126"/>
                    <a:pt x="25652" y="11026"/>
                    <a:pt x="25718" y="10925"/>
                  </a:cubicBezTo>
                  <a:cubicBezTo>
                    <a:pt x="26252" y="10058"/>
                    <a:pt x="26586" y="9057"/>
                    <a:pt x="26986" y="8090"/>
                  </a:cubicBezTo>
                  <a:cubicBezTo>
                    <a:pt x="27153" y="7556"/>
                    <a:pt x="27353" y="7056"/>
                    <a:pt x="27386" y="6489"/>
                  </a:cubicBezTo>
                  <a:cubicBezTo>
                    <a:pt x="27386" y="6389"/>
                    <a:pt x="27420" y="6255"/>
                    <a:pt x="27386" y="6155"/>
                  </a:cubicBezTo>
                  <a:cubicBezTo>
                    <a:pt x="27353" y="5755"/>
                    <a:pt x="27486" y="5355"/>
                    <a:pt x="27686" y="5021"/>
                  </a:cubicBezTo>
                  <a:cubicBezTo>
                    <a:pt x="27953" y="4554"/>
                    <a:pt x="28187" y="4087"/>
                    <a:pt x="28587" y="3720"/>
                  </a:cubicBezTo>
                  <a:cubicBezTo>
                    <a:pt x="29321" y="3087"/>
                    <a:pt x="30155" y="2686"/>
                    <a:pt x="31089" y="2519"/>
                  </a:cubicBezTo>
                  <a:cubicBezTo>
                    <a:pt x="31441" y="2449"/>
                    <a:pt x="31793" y="2407"/>
                    <a:pt x="32145" y="2407"/>
                  </a:cubicBezTo>
                  <a:close/>
                  <a:moveTo>
                    <a:pt x="15696" y="2408"/>
                  </a:moveTo>
                  <a:cubicBezTo>
                    <a:pt x="16790" y="2408"/>
                    <a:pt x="17808" y="2728"/>
                    <a:pt x="18713" y="3387"/>
                  </a:cubicBezTo>
                  <a:cubicBezTo>
                    <a:pt x="19047" y="3620"/>
                    <a:pt x="19314" y="3920"/>
                    <a:pt x="19581" y="4254"/>
                  </a:cubicBezTo>
                  <a:cubicBezTo>
                    <a:pt x="19747" y="4454"/>
                    <a:pt x="19881" y="4721"/>
                    <a:pt x="20014" y="4955"/>
                  </a:cubicBezTo>
                  <a:cubicBezTo>
                    <a:pt x="20248" y="5321"/>
                    <a:pt x="20381" y="5722"/>
                    <a:pt x="20348" y="6189"/>
                  </a:cubicBezTo>
                  <a:cubicBezTo>
                    <a:pt x="20315" y="6689"/>
                    <a:pt x="20415" y="7189"/>
                    <a:pt x="20615" y="7690"/>
                  </a:cubicBezTo>
                  <a:cubicBezTo>
                    <a:pt x="20748" y="7990"/>
                    <a:pt x="20815" y="8290"/>
                    <a:pt x="20948" y="8590"/>
                  </a:cubicBezTo>
                  <a:cubicBezTo>
                    <a:pt x="21315" y="9491"/>
                    <a:pt x="21615" y="10392"/>
                    <a:pt x="22183" y="11226"/>
                  </a:cubicBezTo>
                  <a:cubicBezTo>
                    <a:pt x="21497" y="11063"/>
                    <a:pt x="20832" y="10940"/>
                    <a:pt x="20164" y="10940"/>
                  </a:cubicBezTo>
                  <a:cubicBezTo>
                    <a:pt x="19597" y="10940"/>
                    <a:pt x="19029" y="11029"/>
                    <a:pt x="18447" y="11259"/>
                  </a:cubicBezTo>
                  <a:cubicBezTo>
                    <a:pt x="18547" y="10859"/>
                    <a:pt x="18680" y="10492"/>
                    <a:pt x="18747" y="10158"/>
                  </a:cubicBezTo>
                  <a:cubicBezTo>
                    <a:pt x="18914" y="9591"/>
                    <a:pt x="18914" y="8991"/>
                    <a:pt x="18847" y="8390"/>
                  </a:cubicBezTo>
                  <a:cubicBezTo>
                    <a:pt x="18780" y="7790"/>
                    <a:pt x="18513" y="7290"/>
                    <a:pt x="18046" y="6856"/>
                  </a:cubicBezTo>
                  <a:cubicBezTo>
                    <a:pt x="17513" y="6356"/>
                    <a:pt x="17179" y="6222"/>
                    <a:pt x="16078" y="5855"/>
                  </a:cubicBezTo>
                  <a:cubicBezTo>
                    <a:pt x="16178" y="5722"/>
                    <a:pt x="16245" y="5622"/>
                    <a:pt x="16312" y="5488"/>
                  </a:cubicBezTo>
                  <a:cubicBezTo>
                    <a:pt x="16779" y="4788"/>
                    <a:pt x="16679" y="3887"/>
                    <a:pt x="15711" y="3387"/>
                  </a:cubicBezTo>
                  <a:cubicBezTo>
                    <a:pt x="15610" y="3336"/>
                    <a:pt x="15487" y="3313"/>
                    <a:pt x="15359" y="3313"/>
                  </a:cubicBezTo>
                  <a:cubicBezTo>
                    <a:pt x="15064" y="3313"/>
                    <a:pt x="14740" y="3434"/>
                    <a:pt x="14577" y="3620"/>
                  </a:cubicBezTo>
                  <a:cubicBezTo>
                    <a:pt x="14410" y="3820"/>
                    <a:pt x="14344" y="4054"/>
                    <a:pt x="14444" y="4287"/>
                  </a:cubicBezTo>
                  <a:cubicBezTo>
                    <a:pt x="14510" y="4488"/>
                    <a:pt x="14644" y="4621"/>
                    <a:pt x="14844" y="4621"/>
                  </a:cubicBezTo>
                  <a:cubicBezTo>
                    <a:pt x="14869" y="4625"/>
                    <a:pt x="14894" y="4627"/>
                    <a:pt x="14917" y="4627"/>
                  </a:cubicBezTo>
                  <a:cubicBezTo>
                    <a:pt x="15077" y="4627"/>
                    <a:pt x="15190" y="4529"/>
                    <a:pt x="15278" y="4354"/>
                  </a:cubicBezTo>
                  <a:cubicBezTo>
                    <a:pt x="15311" y="4287"/>
                    <a:pt x="15344" y="4221"/>
                    <a:pt x="15344" y="4154"/>
                  </a:cubicBezTo>
                  <a:cubicBezTo>
                    <a:pt x="15911" y="4321"/>
                    <a:pt x="15778" y="4955"/>
                    <a:pt x="15411" y="5255"/>
                  </a:cubicBezTo>
                  <a:cubicBezTo>
                    <a:pt x="15211" y="5422"/>
                    <a:pt x="14977" y="5522"/>
                    <a:pt x="14744" y="5588"/>
                  </a:cubicBezTo>
                  <a:cubicBezTo>
                    <a:pt x="14686" y="5605"/>
                    <a:pt x="14627" y="5613"/>
                    <a:pt x="14569" y="5613"/>
                  </a:cubicBezTo>
                  <a:cubicBezTo>
                    <a:pt x="14396" y="5613"/>
                    <a:pt x="14227" y="5538"/>
                    <a:pt x="14077" y="5388"/>
                  </a:cubicBezTo>
                  <a:cubicBezTo>
                    <a:pt x="13743" y="5055"/>
                    <a:pt x="13510" y="4654"/>
                    <a:pt x="13310" y="4221"/>
                  </a:cubicBezTo>
                  <a:cubicBezTo>
                    <a:pt x="13176" y="3920"/>
                    <a:pt x="13276" y="3620"/>
                    <a:pt x="13443" y="3387"/>
                  </a:cubicBezTo>
                  <a:cubicBezTo>
                    <a:pt x="13810" y="2853"/>
                    <a:pt x="14344" y="2519"/>
                    <a:pt x="14977" y="2453"/>
                  </a:cubicBezTo>
                  <a:cubicBezTo>
                    <a:pt x="15220" y="2423"/>
                    <a:pt x="15460" y="2408"/>
                    <a:pt x="15696" y="2408"/>
                  </a:cubicBezTo>
                  <a:close/>
                  <a:moveTo>
                    <a:pt x="15290" y="6708"/>
                  </a:moveTo>
                  <a:cubicBezTo>
                    <a:pt x="15910" y="6708"/>
                    <a:pt x="16502" y="6880"/>
                    <a:pt x="17046" y="7223"/>
                  </a:cubicBezTo>
                  <a:cubicBezTo>
                    <a:pt x="17746" y="7656"/>
                    <a:pt x="18013" y="8257"/>
                    <a:pt x="17980" y="9091"/>
                  </a:cubicBezTo>
                  <a:cubicBezTo>
                    <a:pt x="17946" y="9991"/>
                    <a:pt x="17613" y="10825"/>
                    <a:pt x="17146" y="11593"/>
                  </a:cubicBezTo>
                  <a:cubicBezTo>
                    <a:pt x="17079" y="11693"/>
                    <a:pt x="17012" y="11726"/>
                    <a:pt x="16879" y="11726"/>
                  </a:cubicBezTo>
                  <a:lnTo>
                    <a:pt x="16378" y="11726"/>
                  </a:lnTo>
                  <a:cubicBezTo>
                    <a:pt x="15478" y="11726"/>
                    <a:pt x="14711" y="11459"/>
                    <a:pt x="13977" y="10992"/>
                  </a:cubicBezTo>
                  <a:cubicBezTo>
                    <a:pt x="13543" y="10725"/>
                    <a:pt x="13276" y="10325"/>
                    <a:pt x="13176" y="9825"/>
                  </a:cubicBezTo>
                  <a:cubicBezTo>
                    <a:pt x="13043" y="8991"/>
                    <a:pt x="13243" y="8224"/>
                    <a:pt x="13676" y="7523"/>
                  </a:cubicBezTo>
                  <a:cubicBezTo>
                    <a:pt x="13977" y="7056"/>
                    <a:pt x="14410" y="6789"/>
                    <a:pt x="14977" y="6722"/>
                  </a:cubicBezTo>
                  <a:cubicBezTo>
                    <a:pt x="15082" y="6713"/>
                    <a:pt x="15186" y="6708"/>
                    <a:pt x="15290" y="6708"/>
                  </a:cubicBezTo>
                  <a:close/>
                  <a:moveTo>
                    <a:pt x="32335" y="6711"/>
                  </a:moveTo>
                  <a:cubicBezTo>
                    <a:pt x="32516" y="6711"/>
                    <a:pt x="32701" y="6726"/>
                    <a:pt x="32890" y="6756"/>
                  </a:cubicBezTo>
                  <a:cubicBezTo>
                    <a:pt x="33657" y="6856"/>
                    <a:pt x="34091" y="7423"/>
                    <a:pt x="34358" y="8123"/>
                  </a:cubicBezTo>
                  <a:cubicBezTo>
                    <a:pt x="34558" y="8724"/>
                    <a:pt x="34658" y="9291"/>
                    <a:pt x="34525" y="9891"/>
                  </a:cubicBezTo>
                  <a:cubicBezTo>
                    <a:pt x="34391" y="10392"/>
                    <a:pt x="34158" y="10759"/>
                    <a:pt x="33724" y="11026"/>
                  </a:cubicBezTo>
                  <a:cubicBezTo>
                    <a:pt x="33028" y="11437"/>
                    <a:pt x="32271" y="11729"/>
                    <a:pt x="31368" y="11729"/>
                  </a:cubicBezTo>
                  <a:cubicBezTo>
                    <a:pt x="31320" y="11729"/>
                    <a:pt x="31271" y="11728"/>
                    <a:pt x="31222" y="11726"/>
                  </a:cubicBezTo>
                  <a:cubicBezTo>
                    <a:pt x="31133" y="11758"/>
                    <a:pt x="31053" y="11773"/>
                    <a:pt x="30981" y="11773"/>
                  </a:cubicBezTo>
                  <a:cubicBezTo>
                    <a:pt x="30677" y="11773"/>
                    <a:pt x="30510" y="11509"/>
                    <a:pt x="30322" y="11159"/>
                  </a:cubicBezTo>
                  <a:cubicBezTo>
                    <a:pt x="29888" y="10358"/>
                    <a:pt x="29721" y="9524"/>
                    <a:pt x="29755" y="8624"/>
                  </a:cubicBezTo>
                  <a:cubicBezTo>
                    <a:pt x="29788" y="8257"/>
                    <a:pt x="29921" y="7923"/>
                    <a:pt x="30155" y="7690"/>
                  </a:cubicBezTo>
                  <a:cubicBezTo>
                    <a:pt x="30759" y="7031"/>
                    <a:pt x="31498" y="6711"/>
                    <a:pt x="32335" y="6711"/>
                  </a:cubicBezTo>
                  <a:close/>
                  <a:moveTo>
                    <a:pt x="23884" y="985"/>
                  </a:moveTo>
                  <a:cubicBezTo>
                    <a:pt x="24151" y="1285"/>
                    <a:pt x="24417" y="1585"/>
                    <a:pt x="24684" y="1886"/>
                  </a:cubicBezTo>
                  <a:cubicBezTo>
                    <a:pt x="25518" y="2786"/>
                    <a:pt x="26119" y="3820"/>
                    <a:pt x="26386" y="5055"/>
                  </a:cubicBezTo>
                  <a:cubicBezTo>
                    <a:pt x="26619" y="5855"/>
                    <a:pt x="26552" y="6689"/>
                    <a:pt x="26252" y="7490"/>
                  </a:cubicBezTo>
                  <a:cubicBezTo>
                    <a:pt x="25885" y="8490"/>
                    <a:pt x="25518" y="9491"/>
                    <a:pt x="24985" y="10392"/>
                  </a:cubicBezTo>
                  <a:cubicBezTo>
                    <a:pt x="24684" y="10859"/>
                    <a:pt x="24351" y="11259"/>
                    <a:pt x="24017" y="11693"/>
                  </a:cubicBezTo>
                  <a:cubicBezTo>
                    <a:pt x="23984" y="11726"/>
                    <a:pt x="23917" y="11759"/>
                    <a:pt x="23850" y="11793"/>
                  </a:cubicBezTo>
                  <a:cubicBezTo>
                    <a:pt x="23417" y="11392"/>
                    <a:pt x="23083" y="10959"/>
                    <a:pt x="22783" y="10458"/>
                  </a:cubicBezTo>
                  <a:cubicBezTo>
                    <a:pt x="22183" y="9424"/>
                    <a:pt x="21716" y="8290"/>
                    <a:pt x="21349" y="7123"/>
                  </a:cubicBezTo>
                  <a:cubicBezTo>
                    <a:pt x="21115" y="6456"/>
                    <a:pt x="21148" y="5688"/>
                    <a:pt x="21315" y="4988"/>
                  </a:cubicBezTo>
                  <a:cubicBezTo>
                    <a:pt x="21582" y="4021"/>
                    <a:pt x="22016" y="3120"/>
                    <a:pt x="22650" y="2353"/>
                  </a:cubicBezTo>
                  <a:cubicBezTo>
                    <a:pt x="22983" y="1952"/>
                    <a:pt x="23317" y="1585"/>
                    <a:pt x="23650" y="1185"/>
                  </a:cubicBezTo>
                  <a:cubicBezTo>
                    <a:pt x="23717" y="1118"/>
                    <a:pt x="23784" y="1085"/>
                    <a:pt x="23884" y="985"/>
                  </a:cubicBezTo>
                  <a:close/>
                  <a:moveTo>
                    <a:pt x="21349" y="11993"/>
                  </a:moveTo>
                  <a:lnTo>
                    <a:pt x="21349" y="11993"/>
                  </a:lnTo>
                  <a:cubicBezTo>
                    <a:pt x="22082" y="12126"/>
                    <a:pt x="22716" y="12460"/>
                    <a:pt x="23383" y="12793"/>
                  </a:cubicBezTo>
                  <a:cubicBezTo>
                    <a:pt x="23350" y="13327"/>
                    <a:pt x="23317" y="13861"/>
                    <a:pt x="23283" y="14428"/>
                  </a:cubicBezTo>
                  <a:cubicBezTo>
                    <a:pt x="22783" y="14361"/>
                    <a:pt x="22316" y="14328"/>
                    <a:pt x="21782" y="14295"/>
                  </a:cubicBezTo>
                  <a:cubicBezTo>
                    <a:pt x="21649" y="13527"/>
                    <a:pt x="21482" y="12793"/>
                    <a:pt x="21349" y="11993"/>
                  </a:cubicBezTo>
                  <a:close/>
                  <a:moveTo>
                    <a:pt x="26386" y="11993"/>
                  </a:moveTo>
                  <a:cubicBezTo>
                    <a:pt x="26219" y="12793"/>
                    <a:pt x="26085" y="13527"/>
                    <a:pt x="25919" y="14295"/>
                  </a:cubicBezTo>
                  <a:cubicBezTo>
                    <a:pt x="25418" y="14328"/>
                    <a:pt x="24951" y="14361"/>
                    <a:pt x="24417" y="14428"/>
                  </a:cubicBezTo>
                  <a:cubicBezTo>
                    <a:pt x="24384" y="13861"/>
                    <a:pt x="24351" y="13327"/>
                    <a:pt x="24317" y="12793"/>
                  </a:cubicBezTo>
                  <a:cubicBezTo>
                    <a:pt x="24985" y="12493"/>
                    <a:pt x="25652" y="12126"/>
                    <a:pt x="26386" y="11993"/>
                  </a:cubicBezTo>
                  <a:close/>
                  <a:moveTo>
                    <a:pt x="20213" y="11851"/>
                  </a:moveTo>
                  <a:cubicBezTo>
                    <a:pt x="20305" y="11851"/>
                    <a:pt x="20360" y="11911"/>
                    <a:pt x="20415" y="11993"/>
                  </a:cubicBezTo>
                  <a:cubicBezTo>
                    <a:pt x="20448" y="12093"/>
                    <a:pt x="20481" y="12160"/>
                    <a:pt x="20548" y="12260"/>
                  </a:cubicBezTo>
                  <a:cubicBezTo>
                    <a:pt x="20715" y="12660"/>
                    <a:pt x="20915" y="13828"/>
                    <a:pt x="20915" y="14328"/>
                  </a:cubicBezTo>
                  <a:cubicBezTo>
                    <a:pt x="20415" y="14495"/>
                    <a:pt x="19914" y="14661"/>
                    <a:pt x="19381" y="14828"/>
                  </a:cubicBezTo>
                  <a:cubicBezTo>
                    <a:pt x="18914" y="14061"/>
                    <a:pt x="18447" y="13294"/>
                    <a:pt x="17946" y="12493"/>
                  </a:cubicBezTo>
                  <a:cubicBezTo>
                    <a:pt x="18413" y="12193"/>
                    <a:pt x="18880" y="12026"/>
                    <a:pt x="19381" y="11926"/>
                  </a:cubicBezTo>
                  <a:cubicBezTo>
                    <a:pt x="19647" y="11893"/>
                    <a:pt x="19881" y="11859"/>
                    <a:pt x="20148" y="11859"/>
                  </a:cubicBezTo>
                  <a:cubicBezTo>
                    <a:pt x="20171" y="11854"/>
                    <a:pt x="20193" y="11851"/>
                    <a:pt x="20213" y="11851"/>
                  </a:cubicBezTo>
                  <a:close/>
                  <a:moveTo>
                    <a:pt x="27591" y="11856"/>
                  </a:moveTo>
                  <a:cubicBezTo>
                    <a:pt x="28330" y="11856"/>
                    <a:pt x="29042" y="12057"/>
                    <a:pt x="29755" y="12460"/>
                  </a:cubicBezTo>
                  <a:cubicBezTo>
                    <a:pt x="29288" y="13294"/>
                    <a:pt x="28821" y="14061"/>
                    <a:pt x="28354" y="14828"/>
                  </a:cubicBezTo>
                  <a:cubicBezTo>
                    <a:pt x="27787" y="14661"/>
                    <a:pt x="27320" y="14495"/>
                    <a:pt x="26819" y="14328"/>
                  </a:cubicBezTo>
                  <a:cubicBezTo>
                    <a:pt x="26752" y="13794"/>
                    <a:pt x="27053" y="12460"/>
                    <a:pt x="27420" y="11859"/>
                  </a:cubicBezTo>
                  <a:cubicBezTo>
                    <a:pt x="27477" y="11857"/>
                    <a:pt x="27534" y="11856"/>
                    <a:pt x="27591" y="11856"/>
                  </a:cubicBezTo>
                  <a:close/>
                  <a:moveTo>
                    <a:pt x="36077" y="4411"/>
                  </a:moveTo>
                  <a:cubicBezTo>
                    <a:pt x="36247" y="4411"/>
                    <a:pt x="36430" y="4449"/>
                    <a:pt x="36626" y="4521"/>
                  </a:cubicBezTo>
                  <a:cubicBezTo>
                    <a:pt x="37393" y="4788"/>
                    <a:pt x="37794" y="5388"/>
                    <a:pt x="38127" y="6055"/>
                  </a:cubicBezTo>
                  <a:cubicBezTo>
                    <a:pt x="38628" y="6989"/>
                    <a:pt x="38794" y="7990"/>
                    <a:pt x="38728" y="9057"/>
                  </a:cubicBezTo>
                  <a:cubicBezTo>
                    <a:pt x="38661" y="9758"/>
                    <a:pt x="38327" y="10392"/>
                    <a:pt x="37960" y="10992"/>
                  </a:cubicBezTo>
                  <a:cubicBezTo>
                    <a:pt x="37760" y="11326"/>
                    <a:pt x="37493" y="11593"/>
                    <a:pt x="37127" y="11793"/>
                  </a:cubicBezTo>
                  <a:cubicBezTo>
                    <a:pt x="36393" y="12193"/>
                    <a:pt x="35892" y="12827"/>
                    <a:pt x="35359" y="13461"/>
                  </a:cubicBezTo>
                  <a:cubicBezTo>
                    <a:pt x="34758" y="14228"/>
                    <a:pt x="34124" y="14995"/>
                    <a:pt x="33691" y="15896"/>
                  </a:cubicBezTo>
                  <a:cubicBezTo>
                    <a:pt x="33691" y="15896"/>
                    <a:pt x="33657" y="15896"/>
                    <a:pt x="33624" y="15929"/>
                  </a:cubicBezTo>
                  <a:cubicBezTo>
                    <a:pt x="33290" y="14695"/>
                    <a:pt x="32823" y="13561"/>
                    <a:pt x="31756" y="12693"/>
                  </a:cubicBezTo>
                  <a:cubicBezTo>
                    <a:pt x="31923" y="12660"/>
                    <a:pt x="31990" y="12627"/>
                    <a:pt x="32090" y="12627"/>
                  </a:cubicBezTo>
                  <a:cubicBezTo>
                    <a:pt x="32957" y="12493"/>
                    <a:pt x="33757" y="12160"/>
                    <a:pt x="34458" y="11626"/>
                  </a:cubicBezTo>
                  <a:cubicBezTo>
                    <a:pt x="34925" y="11292"/>
                    <a:pt x="35259" y="10792"/>
                    <a:pt x="35392" y="10192"/>
                  </a:cubicBezTo>
                  <a:cubicBezTo>
                    <a:pt x="35525" y="9558"/>
                    <a:pt x="35525" y="8924"/>
                    <a:pt x="35359" y="8324"/>
                  </a:cubicBezTo>
                  <a:cubicBezTo>
                    <a:pt x="35325" y="8190"/>
                    <a:pt x="35292" y="8090"/>
                    <a:pt x="35292" y="7957"/>
                  </a:cubicBezTo>
                  <a:lnTo>
                    <a:pt x="35792" y="7957"/>
                  </a:lnTo>
                  <a:cubicBezTo>
                    <a:pt x="36660" y="7957"/>
                    <a:pt x="37293" y="7356"/>
                    <a:pt x="37193" y="6322"/>
                  </a:cubicBezTo>
                  <a:cubicBezTo>
                    <a:pt x="37161" y="5906"/>
                    <a:pt x="36698" y="5520"/>
                    <a:pt x="36307" y="5520"/>
                  </a:cubicBezTo>
                  <a:cubicBezTo>
                    <a:pt x="36291" y="5520"/>
                    <a:pt x="36275" y="5520"/>
                    <a:pt x="36259" y="5522"/>
                  </a:cubicBezTo>
                  <a:cubicBezTo>
                    <a:pt x="36092" y="5555"/>
                    <a:pt x="35959" y="5622"/>
                    <a:pt x="35826" y="5722"/>
                  </a:cubicBezTo>
                  <a:cubicBezTo>
                    <a:pt x="35659" y="5855"/>
                    <a:pt x="35625" y="6089"/>
                    <a:pt x="35692" y="6255"/>
                  </a:cubicBezTo>
                  <a:cubicBezTo>
                    <a:pt x="35792" y="6456"/>
                    <a:pt x="35926" y="6522"/>
                    <a:pt x="36159" y="6522"/>
                  </a:cubicBezTo>
                  <a:cubicBezTo>
                    <a:pt x="36226" y="6489"/>
                    <a:pt x="36293" y="6489"/>
                    <a:pt x="36359" y="6489"/>
                  </a:cubicBezTo>
                  <a:cubicBezTo>
                    <a:pt x="36393" y="6889"/>
                    <a:pt x="36293" y="7056"/>
                    <a:pt x="35926" y="7123"/>
                  </a:cubicBezTo>
                  <a:cubicBezTo>
                    <a:pt x="35873" y="7130"/>
                    <a:pt x="35821" y="7134"/>
                    <a:pt x="35769" y="7134"/>
                  </a:cubicBezTo>
                  <a:cubicBezTo>
                    <a:pt x="35589" y="7134"/>
                    <a:pt x="35414" y="7085"/>
                    <a:pt x="35259" y="6956"/>
                  </a:cubicBezTo>
                  <a:cubicBezTo>
                    <a:pt x="35192" y="6889"/>
                    <a:pt x="35092" y="6823"/>
                    <a:pt x="34992" y="6789"/>
                  </a:cubicBezTo>
                  <a:cubicBezTo>
                    <a:pt x="34658" y="6589"/>
                    <a:pt x="34558" y="6255"/>
                    <a:pt x="34691" y="5922"/>
                  </a:cubicBezTo>
                  <a:cubicBezTo>
                    <a:pt x="34825" y="5588"/>
                    <a:pt x="34992" y="5288"/>
                    <a:pt x="35158" y="4988"/>
                  </a:cubicBezTo>
                  <a:cubicBezTo>
                    <a:pt x="35389" y="4596"/>
                    <a:pt x="35699" y="4411"/>
                    <a:pt x="36077" y="4411"/>
                  </a:cubicBezTo>
                  <a:close/>
                  <a:moveTo>
                    <a:pt x="11675" y="4421"/>
                  </a:moveTo>
                  <a:cubicBezTo>
                    <a:pt x="12009" y="4421"/>
                    <a:pt x="12309" y="4521"/>
                    <a:pt x="12509" y="4854"/>
                  </a:cubicBezTo>
                  <a:cubicBezTo>
                    <a:pt x="12676" y="5188"/>
                    <a:pt x="12876" y="5522"/>
                    <a:pt x="13009" y="5889"/>
                  </a:cubicBezTo>
                  <a:cubicBezTo>
                    <a:pt x="13176" y="6289"/>
                    <a:pt x="13076" y="6556"/>
                    <a:pt x="12676" y="6789"/>
                  </a:cubicBezTo>
                  <a:cubicBezTo>
                    <a:pt x="12476" y="6923"/>
                    <a:pt x="12275" y="7123"/>
                    <a:pt x="12009" y="7123"/>
                  </a:cubicBezTo>
                  <a:cubicBezTo>
                    <a:pt x="11978" y="7125"/>
                    <a:pt x="11948" y="7126"/>
                    <a:pt x="11920" y="7126"/>
                  </a:cubicBezTo>
                  <a:cubicBezTo>
                    <a:pt x="11547" y="7126"/>
                    <a:pt x="11372" y="6923"/>
                    <a:pt x="11341" y="6489"/>
                  </a:cubicBezTo>
                  <a:cubicBezTo>
                    <a:pt x="11442" y="6489"/>
                    <a:pt x="11508" y="6522"/>
                    <a:pt x="11608" y="6522"/>
                  </a:cubicBezTo>
                  <a:cubicBezTo>
                    <a:pt x="11808" y="6522"/>
                    <a:pt x="11975" y="6422"/>
                    <a:pt x="12042" y="6255"/>
                  </a:cubicBezTo>
                  <a:cubicBezTo>
                    <a:pt x="12109" y="6055"/>
                    <a:pt x="12042" y="5889"/>
                    <a:pt x="11909" y="5722"/>
                  </a:cubicBezTo>
                  <a:cubicBezTo>
                    <a:pt x="11784" y="5597"/>
                    <a:pt x="11601" y="5529"/>
                    <a:pt x="11412" y="5529"/>
                  </a:cubicBezTo>
                  <a:cubicBezTo>
                    <a:pt x="11249" y="5529"/>
                    <a:pt x="11081" y="5580"/>
                    <a:pt x="10941" y="5688"/>
                  </a:cubicBezTo>
                  <a:cubicBezTo>
                    <a:pt x="10341" y="6155"/>
                    <a:pt x="10374" y="7156"/>
                    <a:pt x="11008" y="7656"/>
                  </a:cubicBezTo>
                  <a:cubicBezTo>
                    <a:pt x="11247" y="7836"/>
                    <a:pt x="11513" y="7962"/>
                    <a:pt x="11830" y="7962"/>
                  </a:cubicBezTo>
                  <a:cubicBezTo>
                    <a:pt x="11867" y="7962"/>
                    <a:pt x="11904" y="7960"/>
                    <a:pt x="11942" y="7957"/>
                  </a:cubicBezTo>
                  <a:lnTo>
                    <a:pt x="12442" y="7957"/>
                  </a:lnTo>
                  <a:cubicBezTo>
                    <a:pt x="12409" y="8123"/>
                    <a:pt x="12376" y="8290"/>
                    <a:pt x="12342" y="8424"/>
                  </a:cubicBezTo>
                  <a:cubicBezTo>
                    <a:pt x="12175" y="9057"/>
                    <a:pt x="12209" y="9691"/>
                    <a:pt x="12376" y="10292"/>
                  </a:cubicBezTo>
                  <a:cubicBezTo>
                    <a:pt x="12542" y="10892"/>
                    <a:pt x="12876" y="11392"/>
                    <a:pt x="13410" y="11726"/>
                  </a:cubicBezTo>
                  <a:cubicBezTo>
                    <a:pt x="14110" y="12193"/>
                    <a:pt x="14844" y="12527"/>
                    <a:pt x="15678" y="12627"/>
                  </a:cubicBezTo>
                  <a:cubicBezTo>
                    <a:pt x="15745" y="12627"/>
                    <a:pt x="15811" y="12660"/>
                    <a:pt x="15945" y="12693"/>
                  </a:cubicBezTo>
                  <a:cubicBezTo>
                    <a:pt x="14911" y="13561"/>
                    <a:pt x="14444" y="14661"/>
                    <a:pt x="14110" y="15962"/>
                  </a:cubicBezTo>
                  <a:cubicBezTo>
                    <a:pt x="14043" y="15862"/>
                    <a:pt x="13977" y="15796"/>
                    <a:pt x="13943" y="15729"/>
                  </a:cubicBezTo>
                  <a:cubicBezTo>
                    <a:pt x="13443" y="14762"/>
                    <a:pt x="12709" y="13961"/>
                    <a:pt x="12042" y="13094"/>
                  </a:cubicBezTo>
                  <a:cubicBezTo>
                    <a:pt x="11542" y="12460"/>
                    <a:pt x="10941" y="11960"/>
                    <a:pt x="10241" y="11559"/>
                  </a:cubicBezTo>
                  <a:cubicBezTo>
                    <a:pt x="10174" y="11559"/>
                    <a:pt x="10107" y="11493"/>
                    <a:pt x="10074" y="11426"/>
                  </a:cubicBezTo>
                  <a:cubicBezTo>
                    <a:pt x="9640" y="10825"/>
                    <a:pt x="9240" y="10225"/>
                    <a:pt x="9073" y="9491"/>
                  </a:cubicBezTo>
                  <a:cubicBezTo>
                    <a:pt x="8873" y="8457"/>
                    <a:pt x="8973" y="7423"/>
                    <a:pt x="9407" y="6456"/>
                  </a:cubicBezTo>
                  <a:cubicBezTo>
                    <a:pt x="9607" y="5922"/>
                    <a:pt x="9874" y="5422"/>
                    <a:pt x="10274" y="5021"/>
                  </a:cubicBezTo>
                  <a:cubicBezTo>
                    <a:pt x="10674" y="4654"/>
                    <a:pt x="11141" y="4454"/>
                    <a:pt x="11675" y="4421"/>
                  </a:cubicBezTo>
                  <a:close/>
                  <a:moveTo>
                    <a:pt x="17246" y="12894"/>
                  </a:moveTo>
                  <a:cubicBezTo>
                    <a:pt x="17713" y="13694"/>
                    <a:pt x="18146" y="14495"/>
                    <a:pt x="18580" y="15295"/>
                  </a:cubicBezTo>
                  <a:cubicBezTo>
                    <a:pt x="18180" y="15662"/>
                    <a:pt x="17779" y="16029"/>
                    <a:pt x="17346" y="16396"/>
                  </a:cubicBezTo>
                  <a:cubicBezTo>
                    <a:pt x="16712" y="15862"/>
                    <a:pt x="15978" y="15395"/>
                    <a:pt x="15511" y="14628"/>
                  </a:cubicBezTo>
                  <a:cubicBezTo>
                    <a:pt x="15911" y="13894"/>
                    <a:pt x="16478" y="13327"/>
                    <a:pt x="17246" y="12894"/>
                  </a:cubicBezTo>
                  <a:close/>
                  <a:moveTo>
                    <a:pt x="30488" y="12894"/>
                  </a:moveTo>
                  <a:cubicBezTo>
                    <a:pt x="31222" y="13327"/>
                    <a:pt x="31789" y="13894"/>
                    <a:pt x="32190" y="14628"/>
                  </a:cubicBezTo>
                  <a:cubicBezTo>
                    <a:pt x="31756" y="15429"/>
                    <a:pt x="31022" y="15862"/>
                    <a:pt x="30388" y="16396"/>
                  </a:cubicBezTo>
                  <a:cubicBezTo>
                    <a:pt x="29955" y="16029"/>
                    <a:pt x="29588" y="15696"/>
                    <a:pt x="29154" y="15329"/>
                  </a:cubicBezTo>
                  <a:cubicBezTo>
                    <a:pt x="29521" y="14495"/>
                    <a:pt x="30021" y="13727"/>
                    <a:pt x="30488" y="12894"/>
                  </a:cubicBezTo>
                  <a:close/>
                  <a:moveTo>
                    <a:pt x="7188" y="11782"/>
                  </a:moveTo>
                  <a:cubicBezTo>
                    <a:pt x="7843" y="11782"/>
                    <a:pt x="8491" y="11874"/>
                    <a:pt x="9140" y="12060"/>
                  </a:cubicBezTo>
                  <a:cubicBezTo>
                    <a:pt x="9974" y="12326"/>
                    <a:pt x="10674" y="12760"/>
                    <a:pt x="11208" y="13427"/>
                  </a:cubicBezTo>
                  <a:cubicBezTo>
                    <a:pt x="11642" y="14028"/>
                    <a:pt x="12109" y="14595"/>
                    <a:pt x="12542" y="15195"/>
                  </a:cubicBezTo>
                  <a:cubicBezTo>
                    <a:pt x="13076" y="15862"/>
                    <a:pt x="13443" y="16663"/>
                    <a:pt x="13676" y="17463"/>
                  </a:cubicBezTo>
                  <a:cubicBezTo>
                    <a:pt x="13710" y="17530"/>
                    <a:pt x="13710" y="17564"/>
                    <a:pt x="13710" y="17664"/>
                  </a:cubicBezTo>
                  <a:cubicBezTo>
                    <a:pt x="13610" y="17697"/>
                    <a:pt x="13476" y="17730"/>
                    <a:pt x="13376" y="17764"/>
                  </a:cubicBezTo>
                  <a:cubicBezTo>
                    <a:pt x="12859" y="17880"/>
                    <a:pt x="12342" y="17930"/>
                    <a:pt x="11829" y="17930"/>
                  </a:cubicBezTo>
                  <a:cubicBezTo>
                    <a:pt x="11316" y="17930"/>
                    <a:pt x="10808" y="17880"/>
                    <a:pt x="10307" y="17797"/>
                  </a:cubicBezTo>
                  <a:cubicBezTo>
                    <a:pt x="9774" y="17730"/>
                    <a:pt x="9240" y="17664"/>
                    <a:pt x="8740" y="17564"/>
                  </a:cubicBezTo>
                  <a:cubicBezTo>
                    <a:pt x="7906" y="17430"/>
                    <a:pt x="7205" y="17063"/>
                    <a:pt x="6638" y="16529"/>
                  </a:cubicBezTo>
                  <a:cubicBezTo>
                    <a:pt x="5737" y="15662"/>
                    <a:pt x="5104" y="14661"/>
                    <a:pt x="4737" y="13494"/>
                  </a:cubicBezTo>
                  <a:cubicBezTo>
                    <a:pt x="4603" y="13094"/>
                    <a:pt x="4470" y="12693"/>
                    <a:pt x="4336" y="12226"/>
                  </a:cubicBezTo>
                  <a:cubicBezTo>
                    <a:pt x="4803" y="12126"/>
                    <a:pt x="5204" y="12060"/>
                    <a:pt x="5604" y="11960"/>
                  </a:cubicBezTo>
                  <a:cubicBezTo>
                    <a:pt x="6138" y="11841"/>
                    <a:pt x="6665" y="11782"/>
                    <a:pt x="7188" y="11782"/>
                  </a:cubicBezTo>
                  <a:close/>
                  <a:moveTo>
                    <a:pt x="40605" y="11813"/>
                  </a:moveTo>
                  <a:cubicBezTo>
                    <a:pt x="41228" y="11813"/>
                    <a:pt x="41846" y="11889"/>
                    <a:pt x="42464" y="12026"/>
                  </a:cubicBezTo>
                  <a:cubicBezTo>
                    <a:pt x="42764" y="12093"/>
                    <a:pt x="43031" y="12160"/>
                    <a:pt x="43364" y="12260"/>
                  </a:cubicBezTo>
                  <a:cubicBezTo>
                    <a:pt x="43298" y="12460"/>
                    <a:pt x="43264" y="12627"/>
                    <a:pt x="43231" y="12827"/>
                  </a:cubicBezTo>
                  <a:cubicBezTo>
                    <a:pt x="42897" y="13761"/>
                    <a:pt x="42564" y="14661"/>
                    <a:pt x="41963" y="15495"/>
                  </a:cubicBezTo>
                  <a:cubicBezTo>
                    <a:pt x="41330" y="16396"/>
                    <a:pt x="40562" y="17097"/>
                    <a:pt x="39495" y="17463"/>
                  </a:cubicBezTo>
                  <a:cubicBezTo>
                    <a:pt x="39095" y="17597"/>
                    <a:pt x="38628" y="17664"/>
                    <a:pt x="38161" y="17697"/>
                  </a:cubicBezTo>
                  <a:cubicBezTo>
                    <a:pt x="37431" y="17788"/>
                    <a:pt x="36701" y="17935"/>
                    <a:pt x="35972" y="17935"/>
                  </a:cubicBezTo>
                  <a:cubicBezTo>
                    <a:pt x="35901" y="17935"/>
                    <a:pt x="35830" y="17933"/>
                    <a:pt x="35759" y="17930"/>
                  </a:cubicBezTo>
                  <a:cubicBezTo>
                    <a:pt x="35225" y="17897"/>
                    <a:pt x="34725" y="17797"/>
                    <a:pt x="34191" y="17730"/>
                  </a:cubicBezTo>
                  <a:cubicBezTo>
                    <a:pt x="34124" y="17730"/>
                    <a:pt x="34091" y="17697"/>
                    <a:pt x="33958" y="17630"/>
                  </a:cubicBezTo>
                  <a:cubicBezTo>
                    <a:pt x="34158" y="17130"/>
                    <a:pt x="34325" y="16630"/>
                    <a:pt x="34558" y="16196"/>
                  </a:cubicBezTo>
                  <a:cubicBezTo>
                    <a:pt x="34758" y="15796"/>
                    <a:pt x="35025" y="15395"/>
                    <a:pt x="35292" y="15028"/>
                  </a:cubicBezTo>
                  <a:cubicBezTo>
                    <a:pt x="35692" y="14495"/>
                    <a:pt x="36126" y="13961"/>
                    <a:pt x="36526" y="13427"/>
                  </a:cubicBezTo>
                  <a:cubicBezTo>
                    <a:pt x="37127" y="12693"/>
                    <a:pt x="37927" y="12226"/>
                    <a:pt x="38828" y="12026"/>
                  </a:cubicBezTo>
                  <a:cubicBezTo>
                    <a:pt x="39427" y="11881"/>
                    <a:pt x="40018" y="11813"/>
                    <a:pt x="40605" y="11813"/>
                  </a:cubicBezTo>
                  <a:close/>
                  <a:moveTo>
                    <a:pt x="15144" y="15562"/>
                  </a:moveTo>
                  <a:cubicBezTo>
                    <a:pt x="15745" y="16096"/>
                    <a:pt x="16312" y="16630"/>
                    <a:pt x="16879" y="17130"/>
                  </a:cubicBezTo>
                  <a:cubicBezTo>
                    <a:pt x="16679" y="17597"/>
                    <a:pt x="16478" y="18031"/>
                    <a:pt x="16245" y="18464"/>
                  </a:cubicBezTo>
                  <a:cubicBezTo>
                    <a:pt x="15778" y="18231"/>
                    <a:pt x="15311" y="17997"/>
                    <a:pt x="14811" y="17764"/>
                  </a:cubicBezTo>
                  <a:cubicBezTo>
                    <a:pt x="14844" y="17030"/>
                    <a:pt x="14911" y="16296"/>
                    <a:pt x="15144" y="15562"/>
                  </a:cubicBezTo>
                  <a:close/>
                  <a:moveTo>
                    <a:pt x="32590" y="15562"/>
                  </a:moveTo>
                  <a:cubicBezTo>
                    <a:pt x="32823" y="16263"/>
                    <a:pt x="32857" y="16996"/>
                    <a:pt x="32890" y="17764"/>
                  </a:cubicBezTo>
                  <a:cubicBezTo>
                    <a:pt x="32423" y="17997"/>
                    <a:pt x="31956" y="18231"/>
                    <a:pt x="31456" y="18464"/>
                  </a:cubicBezTo>
                  <a:cubicBezTo>
                    <a:pt x="31256" y="18031"/>
                    <a:pt x="31056" y="17564"/>
                    <a:pt x="30822" y="17130"/>
                  </a:cubicBezTo>
                  <a:cubicBezTo>
                    <a:pt x="31389" y="16596"/>
                    <a:pt x="31990" y="16096"/>
                    <a:pt x="32590" y="15562"/>
                  </a:cubicBezTo>
                  <a:close/>
                  <a:moveTo>
                    <a:pt x="21853" y="15144"/>
                  </a:moveTo>
                  <a:cubicBezTo>
                    <a:pt x="22234" y="15144"/>
                    <a:pt x="22608" y="15187"/>
                    <a:pt x="22983" y="15262"/>
                  </a:cubicBezTo>
                  <a:cubicBezTo>
                    <a:pt x="23246" y="15319"/>
                    <a:pt x="23506" y="15341"/>
                    <a:pt x="23763" y="15341"/>
                  </a:cubicBezTo>
                  <a:cubicBezTo>
                    <a:pt x="24254" y="15341"/>
                    <a:pt x="24736" y="15261"/>
                    <a:pt x="25218" y="15195"/>
                  </a:cubicBezTo>
                  <a:cubicBezTo>
                    <a:pt x="25421" y="15165"/>
                    <a:pt x="25630" y="15150"/>
                    <a:pt x="25841" y="15150"/>
                  </a:cubicBezTo>
                  <a:cubicBezTo>
                    <a:pt x="26569" y="15150"/>
                    <a:pt x="27318" y="15326"/>
                    <a:pt x="27887" y="15662"/>
                  </a:cubicBezTo>
                  <a:cubicBezTo>
                    <a:pt x="27219" y="16896"/>
                    <a:pt x="26586" y="18131"/>
                    <a:pt x="25718" y="19231"/>
                  </a:cubicBezTo>
                  <a:cubicBezTo>
                    <a:pt x="25093" y="18919"/>
                    <a:pt x="24484" y="18768"/>
                    <a:pt x="23879" y="18768"/>
                  </a:cubicBezTo>
                  <a:cubicBezTo>
                    <a:pt x="23258" y="18768"/>
                    <a:pt x="22641" y="18927"/>
                    <a:pt x="22016" y="19231"/>
                  </a:cubicBezTo>
                  <a:cubicBezTo>
                    <a:pt x="21148" y="18131"/>
                    <a:pt x="20515" y="16896"/>
                    <a:pt x="19814" y="15629"/>
                  </a:cubicBezTo>
                  <a:cubicBezTo>
                    <a:pt x="20181" y="15462"/>
                    <a:pt x="20548" y="15329"/>
                    <a:pt x="20948" y="15229"/>
                  </a:cubicBezTo>
                  <a:cubicBezTo>
                    <a:pt x="21255" y="15170"/>
                    <a:pt x="21556" y="15144"/>
                    <a:pt x="21853" y="15144"/>
                  </a:cubicBezTo>
                  <a:close/>
                  <a:moveTo>
                    <a:pt x="14344" y="18564"/>
                  </a:moveTo>
                  <a:cubicBezTo>
                    <a:pt x="14811" y="18864"/>
                    <a:pt x="15244" y="19165"/>
                    <a:pt x="15711" y="19465"/>
                  </a:cubicBezTo>
                  <a:cubicBezTo>
                    <a:pt x="15411" y="19865"/>
                    <a:pt x="15111" y="20265"/>
                    <a:pt x="14844" y="20699"/>
                  </a:cubicBezTo>
                  <a:cubicBezTo>
                    <a:pt x="14110" y="20432"/>
                    <a:pt x="13376" y="20199"/>
                    <a:pt x="12609" y="19932"/>
                  </a:cubicBezTo>
                  <a:cubicBezTo>
                    <a:pt x="13109" y="19365"/>
                    <a:pt x="13710" y="18998"/>
                    <a:pt x="14344" y="18564"/>
                  </a:cubicBezTo>
                  <a:close/>
                  <a:moveTo>
                    <a:pt x="33391" y="18564"/>
                  </a:moveTo>
                  <a:cubicBezTo>
                    <a:pt x="33991" y="18998"/>
                    <a:pt x="34625" y="19365"/>
                    <a:pt x="35092" y="19932"/>
                  </a:cubicBezTo>
                  <a:cubicBezTo>
                    <a:pt x="34358" y="20199"/>
                    <a:pt x="33624" y="20432"/>
                    <a:pt x="32890" y="20699"/>
                  </a:cubicBezTo>
                  <a:cubicBezTo>
                    <a:pt x="32623" y="20299"/>
                    <a:pt x="32323" y="19899"/>
                    <a:pt x="32023" y="19465"/>
                  </a:cubicBezTo>
                  <a:cubicBezTo>
                    <a:pt x="32490" y="19165"/>
                    <a:pt x="32924" y="18864"/>
                    <a:pt x="33391" y="18564"/>
                  </a:cubicBezTo>
                  <a:close/>
                  <a:moveTo>
                    <a:pt x="42231" y="17579"/>
                  </a:moveTo>
                  <a:cubicBezTo>
                    <a:pt x="42608" y="17579"/>
                    <a:pt x="42985" y="17615"/>
                    <a:pt x="43331" y="17730"/>
                  </a:cubicBezTo>
                  <a:cubicBezTo>
                    <a:pt x="44365" y="18031"/>
                    <a:pt x="45199" y="18664"/>
                    <a:pt x="45866" y="19532"/>
                  </a:cubicBezTo>
                  <a:cubicBezTo>
                    <a:pt x="46200" y="19965"/>
                    <a:pt x="46500" y="20432"/>
                    <a:pt x="46667" y="20966"/>
                  </a:cubicBezTo>
                  <a:cubicBezTo>
                    <a:pt x="46800" y="21533"/>
                    <a:pt x="46733" y="22067"/>
                    <a:pt x="46467" y="22534"/>
                  </a:cubicBezTo>
                  <a:cubicBezTo>
                    <a:pt x="46343" y="22812"/>
                    <a:pt x="46105" y="23004"/>
                    <a:pt x="45778" y="23004"/>
                  </a:cubicBezTo>
                  <a:cubicBezTo>
                    <a:pt x="45752" y="23004"/>
                    <a:pt x="45726" y="23003"/>
                    <a:pt x="45699" y="23001"/>
                  </a:cubicBezTo>
                  <a:cubicBezTo>
                    <a:pt x="45299" y="22967"/>
                    <a:pt x="44899" y="22967"/>
                    <a:pt x="44498" y="22934"/>
                  </a:cubicBezTo>
                  <a:cubicBezTo>
                    <a:pt x="44132" y="22867"/>
                    <a:pt x="43931" y="22600"/>
                    <a:pt x="43931" y="22234"/>
                  </a:cubicBezTo>
                  <a:cubicBezTo>
                    <a:pt x="43931" y="22133"/>
                    <a:pt x="43898" y="22033"/>
                    <a:pt x="43898" y="21900"/>
                  </a:cubicBezTo>
                  <a:cubicBezTo>
                    <a:pt x="43931" y="21733"/>
                    <a:pt x="43931" y="21566"/>
                    <a:pt x="44031" y="21433"/>
                  </a:cubicBezTo>
                  <a:cubicBezTo>
                    <a:pt x="44155" y="21185"/>
                    <a:pt x="44292" y="21065"/>
                    <a:pt x="44481" y="21065"/>
                  </a:cubicBezTo>
                  <a:cubicBezTo>
                    <a:pt x="44598" y="21065"/>
                    <a:pt x="44734" y="21111"/>
                    <a:pt x="44899" y="21199"/>
                  </a:cubicBezTo>
                  <a:cubicBezTo>
                    <a:pt x="44799" y="21300"/>
                    <a:pt x="44765" y="21333"/>
                    <a:pt x="44699" y="21433"/>
                  </a:cubicBezTo>
                  <a:cubicBezTo>
                    <a:pt x="44632" y="21600"/>
                    <a:pt x="44632" y="21767"/>
                    <a:pt x="44732" y="21933"/>
                  </a:cubicBezTo>
                  <a:cubicBezTo>
                    <a:pt x="44843" y="22044"/>
                    <a:pt x="44953" y="22109"/>
                    <a:pt x="45102" y="22109"/>
                  </a:cubicBezTo>
                  <a:cubicBezTo>
                    <a:pt x="45132" y="22109"/>
                    <a:pt x="45165" y="22106"/>
                    <a:pt x="45199" y="22100"/>
                  </a:cubicBezTo>
                  <a:cubicBezTo>
                    <a:pt x="45466" y="22033"/>
                    <a:pt x="45699" y="21833"/>
                    <a:pt x="45733" y="21566"/>
                  </a:cubicBezTo>
                  <a:cubicBezTo>
                    <a:pt x="45833" y="21166"/>
                    <a:pt x="45733" y="20799"/>
                    <a:pt x="45433" y="20566"/>
                  </a:cubicBezTo>
                  <a:cubicBezTo>
                    <a:pt x="45108" y="20345"/>
                    <a:pt x="44783" y="20240"/>
                    <a:pt x="44480" y="20240"/>
                  </a:cubicBezTo>
                  <a:cubicBezTo>
                    <a:pt x="44005" y="20240"/>
                    <a:pt x="43583" y="20497"/>
                    <a:pt x="43298" y="20966"/>
                  </a:cubicBezTo>
                  <a:cubicBezTo>
                    <a:pt x="43198" y="21099"/>
                    <a:pt x="43131" y="21233"/>
                    <a:pt x="43064" y="21433"/>
                  </a:cubicBezTo>
                  <a:cubicBezTo>
                    <a:pt x="42831" y="21199"/>
                    <a:pt x="42597" y="20999"/>
                    <a:pt x="42364" y="20833"/>
                  </a:cubicBezTo>
                  <a:cubicBezTo>
                    <a:pt x="41784" y="20385"/>
                    <a:pt x="41142" y="20103"/>
                    <a:pt x="40421" y="20103"/>
                  </a:cubicBezTo>
                  <a:cubicBezTo>
                    <a:pt x="40230" y="20103"/>
                    <a:pt x="40032" y="20123"/>
                    <a:pt x="39828" y="20165"/>
                  </a:cubicBezTo>
                  <a:cubicBezTo>
                    <a:pt x="39628" y="20232"/>
                    <a:pt x="39428" y="20299"/>
                    <a:pt x="39261" y="20399"/>
                  </a:cubicBezTo>
                  <a:cubicBezTo>
                    <a:pt x="38528" y="20766"/>
                    <a:pt x="37860" y="21266"/>
                    <a:pt x="37360" y="21933"/>
                  </a:cubicBezTo>
                  <a:cubicBezTo>
                    <a:pt x="37327" y="21967"/>
                    <a:pt x="37293" y="22000"/>
                    <a:pt x="37227" y="22067"/>
                  </a:cubicBezTo>
                  <a:cubicBezTo>
                    <a:pt x="37026" y="21466"/>
                    <a:pt x="36893" y="20833"/>
                    <a:pt x="36526" y="20299"/>
                  </a:cubicBezTo>
                  <a:cubicBezTo>
                    <a:pt x="36126" y="19798"/>
                    <a:pt x="35759" y="19331"/>
                    <a:pt x="35359" y="18831"/>
                  </a:cubicBezTo>
                  <a:lnTo>
                    <a:pt x="35759" y="18831"/>
                  </a:lnTo>
                  <a:cubicBezTo>
                    <a:pt x="36760" y="18831"/>
                    <a:pt x="37760" y="18664"/>
                    <a:pt x="38761" y="18498"/>
                  </a:cubicBezTo>
                  <a:cubicBezTo>
                    <a:pt x="39562" y="18364"/>
                    <a:pt x="40329" y="18131"/>
                    <a:pt x="41029" y="17697"/>
                  </a:cubicBezTo>
                  <a:cubicBezTo>
                    <a:pt x="41229" y="17597"/>
                    <a:pt x="41496" y="17597"/>
                    <a:pt x="41730" y="17597"/>
                  </a:cubicBezTo>
                  <a:cubicBezTo>
                    <a:pt x="41895" y="17587"/>
                    <a:pt x="42063" y="17579"/>
                    <a:pt x="42231" y="17579"/>
                  </a:cubicBezTo>
                  <a:close/>
                  <a:moveTo>
                    <a:pt x="5804" y="17564"/>
                  </a:moveTo>
                  <a:cubicBezTo>
                    <a:pt x="6238" y="17564"/>
                    <a:pt x="6671" y="17630"/>
                    <a:pt x="7072" y="17897"/>
                  </a:cubicBezTo>
                  <a:cubicBezTo>
                    <a:pt x="7539" y="18197"/>
                    <a:pt x="8106" y="18364"/>
                    <a:pt x="8706" y="18431"/>
                  </a:cubicBezTo>
                  <a:cubicBezTo>
                    <a:pt x="9507" y="18564"/>
                    <a:pt x="10307" y="18698"/>
                    <a:pt x="11141" y="18798"/>
                  </a:cubicBezTo>
                  <a:cubicBezTo>
                    <a:pt x="11275" y="18809"/>
                    <a:pt x="11412" y="18813"/>
                    <a:pt x="11554" y="18813"/>
                  </a:cubicBezTo>
                  <a:cubicBezTo>
                    <a:pt x="11838" y="18813"/>
                    <a:pt x="12142" y="18798"/>
                    <a:pt x="12476" y="18798"/>
                  </a:cubicBezTo>
                  <a:cubicBezTo>
                    <a:pt x="11508" y="19732"/>
                    <a:pt x="10741" y="20732"/>
                    <a:pt x="10541" y="22067"/>
                  </a:cubicBezTo>
                  <a:cubicBezTo>
                    <a:pt x="10441" y="22000"/>
                    <a:pt x="10407" y="21967"/>
                    <a:pt x="10374" y="21933"/>
                  </a:cubicBezTo>
                  <a:cubicBezTo>
                    <a:pt x="9907" y="21300"/>
                    <a:pt x="9273" y="20833"/>
                    <a:pt x="8606" y="20432"/>
                  </a:cubicBezTo>
                  <a:cubicBezTo>
                    <a:pt x="8195" y="20208"/>
                    <a:pt x="7774" y="20099"/>
                    <a:pt x="7348" y="20099"/>
                  </a:cubicBezTo>
                  <a:cubicBezTo>
                    <a:pt x="7014" y="20099"/>
                    <a:pt x="6676" y="20167"/>
                    <a:pt x="6338" y="20299"/>
                  </a:cubicBezTo>
                  <a:cubicBezTo>
                    <a:pt x="5804" y="20499"/>
                    <a:pt x="5337" y="20766"/>
                    <a:pt x="4937" y="21166"/>
                  </a:cubicBezTo>
                  <a:cubicBezTo>
                    <a:pt x="4870" y="21266"/>
                    <a:pt x="4770" y="21333"/>
                    <a:pt x="4670" y="21433"/>
                  </a:cubicBezTo>
                  <a:cubicBezTo>
                    <a:pt x="4570" y="21266"/>
                    <a:pt x="4503" y="21099"/>
                    <a:pt x="4437" y="20966"/>
                  </a:cubicBezTo>
                  <a:cubicBezTo>
                    <a:pt x="4181" y="20519"/>
                    <a:pt x="3750" y="20235"/>
                    <a:pt x="3245" y="20235"/>
                  </a:cubicBezTo>
                  <a:cubicBezTo>
                    <a:pt x="2959" y="20235"/>
                    <a:pt x="2649" y="20327"/>
                    <a:pt x="2335" y="20532"/>
                  </a:cubicBezTo>
                  <a:cubicBezTo>
                    <a:pt x="2001" y="20732"/>
                    <a:pt x="1835" y="21300"/>
                    <a:pt x="2001" y="21666"/>
                  </a:cubicBezTo>
                  <a:cubicBezTo>
                    <a:pt x="2068" y="21833"/>
                    <a:pt x="2235" y="21967"/>
                    <a:pt x="2435" y="22033"/>
                  </a:cubicBezTo>
                  <a:cubicBezTo>
                    <a:pt x="2499" y="22065"/>
                    <a:pt x="2567" y="22080"/>
                    <a:pt x="2632" y="22080"/>
                  </a:cubicBezTo>
                  <a:cubicBezTo>
                    <a:pt x="2771" y="22080"/>
                    <a:pt x="2901" y="22013"/>
                    <a:pt x="2969" y="21900"/>
                  </a:cubicBezTo>
                  <a:cubicBezTo>
                    <a:pt x="3102" y="21733"/>
                    <a:pt x="3102" y="21566"/>
                    <a:pt x="2969" y="21366"/>
                  </a:cubicBezTo>
                  <a:cubicBezTo>
                    <a:pt x="2935" y="21300"/>
                    <a:pt x="2869" y="21266"/>
                    <a:pt x="2835" y="21199"/>
                  </a:cubicBezTo>
                  <a:cubicBezTo>
                    <a:pt x="2959" y="21117"/>
                    <a:pt x="3096" y="21060"/>
                    <a:pt x="3229" y="21060"/>
                  </a:cubicBezTo>
                  <a:cubicBezTo>
                    <a:pt x="3311" y="21060"/>
                    <a:pt x="3393" y="21082"/>
                    <a:pt x="3469" y="21133"/>
                  </a:cubicBezTo>
                  <a:cubicBezTo>
                    <a:pt x="3703" y="21300"/>
                    <a:pt x="3836" y="21533"/>
                    <a:pt x="3836" y="21867"/>
                  </a:cubicBezTo>
                  <a:cubicBezTo>
                    <a:pt x="3836" y="22033"/>
                    <a:pt x="3803" y="22234"/>
                    <a:pt x="3769" y="22400"/>
                  </a:cubicBezTo>
                  <a:cubicBezTo>
                    <a:pt x="3769" y="22600"/>
                    <a:pt x="3536" y="22867"/>
                    <a:pt x="3302" y="22901"/>
                  </a:cubicBezTo>
                  <a:cubicBezTo>
                    <a:pt x="3009" y="22979"/>
                    <a:pt x="2716" y="23011"/>
                    <a:pt x="2423" y="23011"/>
                  </a:cubicBezTo>
                  <a:cubicBezTo>
                    <a:pt x="2216" y="23011"/>
                    <a:pt x="2009" y="22995"/>
                    <a:pt x="1801" y="22967"/>
                  </a:cubicBezTo>
                  <a:cubicBezTo>
                    <a:pt x="1534" y="22967"/>
                    <a:pt x="1334" y="22734"/>
                    <a:pt x="1201" y="22500"/>
                  </a:cubicBezTo>
                  <a:cubicBezTo>
                    <a:pt x="934" y="21900"/>
                    <a:pt x="867" y="21300"/>
                    <a:pt x="1134" y="20699"/>
                  </a:cubicBezTo>
                  <a:cubicBezTo>
                    <a:pt x="1701" y="19432"/>
                    <a:pt x="2635" y="18464"/>
                    <a:pt x="3903" y="17864"/>
                  </a:cubicBezTo>
                  <a:cubicBezTo>
                    <a:pt x="4236" y="17730"/>
                    <a:pt x="4570" y="17664"/>
                    <a:pt x="4937" y="17597"/>
                  </a:cubicBezTo>
                  <a:cubicBezTo>
                    <a:pt x="5204" y="17564"/>
                    <a:pt x="5537" y="17564"/>
                    <a:pt x="5804" y="17564"/>
                  </a:cubicBezTo>
                  <a:close/>
                  <a:moveTo>
                    <a:pt x="35531" y="20758"/>
                  </a:moveTo>
                  <a:cubicBezTo>
                    <a:pt x="35710" y="20758"/>
                    <a:pt x="35841" y="20836"/>
                    <a:pt x="35926" y="21033"/>
                  </a:cubicBezTo>
                  <a:cubicBezTo>
                    <a:pt x="36159" y="21600"/>
                    <a:pt x="36393" y="22267"/>
                    <a:pt x="36359" y="23067"/>
                  </a:cubicBezTo>
                  <a:cubicBezTo>
                    <a:pt x="36143" y="23084"/>
                    <a:pt x="35917" y="23093"/>
                    <a:pt x="35692" y="23093"/>
                  </a:cubicBezTo>
                  <a:cubicBezTo>
                    <a:pt x="35467" y="23093"/>
                    <a:pt x="35242" y="23084"/>
                    <a:pt x="35025" y="23067"/>
                  </a:cubicBezTo>
                  <a:cubicBezTo>
                    <a:pt x="34869" y="23056"/>
                    <a:pt x="34714" y="23053"/>
                    <a:pt x="34558" y="23053"/>
                  </a:cubicBezTo>
                  <a:cubicBezTo>
                    <a:pt x="34247" y="23053"/>
                    <a:pt x="33935" y="23067"/>
                    <a:pt x="33624" y="23067"/>
                  </a:cubicBezTo>
                  <a:cubicBezTo>
                    <a:pt x="33491" y="22500"/>
                    <a:pt x="33391" y="22000"/>
                    <a:pt x="33290" y="21433"/>
                  </a:cubicBezTo>
                  <a:cubicBezTo>
                    <a:pt x="33991" y="21166"/>
                    <a:pt x="34658" y="20833"/>
                    <a:pt x="35425" y="20766"/>
                  </a:cubicBezTo>
                  <a:cubicBezTo>
                    <a:pt x="35462" y="20761"/>
                    <a:pt x="35498" y="20758"/>
                    <a:pt x="35531" y="20758"/>
                  </a:cubicBezTo>
                  <a:close/>
                  <a:moveTo>
                    <a:pt x="12129" y="20757"/>
                  </a:moveTo>
                  <a:cubicBezTo>
                    <a:pt x="12154" y="20757"/>
                    <a:pt x="12180" y="20760"/>
                    <a:pt x="12209" y="20766"/>
                  </a:cubicBezTo>
                  <a:cubicBezTo>
                    <a:pt x="12409" y="20799"/>
                    <a:pt x="12676" y="20799"/>
                    <a:pt x="12876" y="20866"/>
                  </a:cubicBezTo>
                  <a:cubicBezTo>
                    <a:pt x="13376" y="21033"/>
                    <a:pt x="13843" y="21199"/>
                    <a:pt x="14310" y="21400"/>
                  </a:cubicBezTo>
                  <a:cubicBezTo>
                    <a:pt x="14377" y="21400"/>
                    <a:pt x="14410" y="21433"/>
                    <a:pt x="14444" y="21466"/>
                  </a:cubicBezTo>
                  <a:cubicBezTo>
                    <a:pt x="14310" y="21967"/>
                    <a:pt x="14210" y="22500"/>
                    <a:pt x="14110" y="23034"/>
                  </a:cubicBezTo>
                  <a:cubicBezTo>
                    <a:pt x="13209" y="23101"/>
                    <a:pt x="12275" y="23101"/>
                    <a:pt x="11341" y="23101"/>
                  </a:cubicBezTo>
                  <a:cubicBezTo>
                    <a:pt x="11341" y="22300"/>
                    <a:pt x="11508" y="21600"/>
                    <a:pt x="11875" y="20933"/>
                  </a:cubicBezTo>
                  <a:cubicBezTo>
                    <a:pt x="11930" y="20822"/>
                    <a:pt x="12009" y="20757"/>
                    <a:pt x="12129" y="20757"/>
                  </a:cubicBezTo>
                  <a:close/>
                  <a:moveTo>
                    <a:pt x="19047" y="16029"/>
                  </a:moveTo>
                  <a:cubicBezTo>
                    <a:pt x="19781" y="17263"/>
                    <a:pt x="20548" y="18464"/>
                    <a:pt x="21082" y="19798"/>
                  </a:cubicBezTo>
                  <a:cubicBezTo>
                    <a:pt x="20515" y="20099"/>
                    <a:pt x="20081" y="20566"/>
                    <a:pt x="19747" y="21133"/>
                  </a:cubicBezTo>
                  <a:cubicBezTo>
                    <a:pt x="19447" y="21700"/>
                    <a:pt x="19247" y="22300"/>
                    <a:pt x="19247" y="22967"/>
                  </a:cubicBezTo>
                  <a:cubicBezTo>
                    <a:pt x="18455" y="23081"/>
                    <a:pt x="17662" y="23119"/>
                    <a:pt x="16869" y="23119"/>
                  </a:cubicBezTo>
                  <a:cubicBezTo>
                    <a:pt x="16261" y="23119"/>
                    <a:pt x="15653" y="23096"/>
                    <a:pt x="15044" y="23067"/>
                  </a:cubicBezTo>
                  <a:cubicBezTo>
                    <a:pt x="15044" y="22634"/>
                    <a:pt x="15111" y="22234"/>
                    <a:pt x="15244" y="21833"/>
                  </a:cubicBezTo>
                  <a:cubicBezTo>
                    <a:pt x="15544" y="21066"/>
                    <a:pt x="16045" y="20432"/>
                    <a:pt x="16545" y="19798"/>
                  </a:cubicBezTo>
                  <a:cubicBezTo>
                    <a:pt x="16712" y="19565"/>
                    <a:pt x="16879" y="19298"/>
                    <a:pt x="16979" y="19031"/>
                  </a:cubicBezTo>
                  <a:cubicBezTo>
                    <a:pt x="17312" y="18297"/>
                    <a:pt x="17546" y="17530"/>
                    <a:pt x="18113" y="16896"/>
                  </a:cubicBezTo>
                  <a:cubicBezTo>
                    <a:pt x="18380" y="16596"/>
                    <a:pt x="18713" y="16329"/>
                    <a:pt x="19047" y="16029"/>
                  </a:cubicBezTo>
                  <a:close/>
                  <a:moveTo>
                    <a:pt x="28654" y="16062"/>
                  </a:moveTo>
                  <a:cubicBezTo>
                    <a:pt x="29154" y="16463"/>
                    <a:pt x="29655" y="16796"/>
                    <a:pt x="29921" y="17330"/>
                  </a:cubicBezTo>
                  <a:cubicBezTo>
                    <a:pt x="30222" y="17864"/>
                    <a:pt x="30488" y="18431"/>
                    <a:pt x="30722" y="18998"/>
                  </a:cubicBezTo>
                  <a:cubicBezTo>
                    <a:pt x="30855" y="19298"/>
                    <a:pt x="30989" y="19565"/>
                    <a:pt x="31222" y="19832"/>
                  </a:cubicBezTo>
                  <a:cubicBezTo>
                    <a:pt x="31689" y="20466"/>
                    <a:pt x="32223" y="21099"/>
                    <a:pt x="32457" y="21867"/>
                  </a:cubicBezTo>
                  <a:cubicBezTo>
                    <a:pt x="32590" y="22234"/>
                    <a:pt x="32657" y="22634"/>
                    <a:pt x="32757" y="23067"/>
                  </a:cubicBezTo>
                  <a:cubicBezTo>
                    <a:pt x="32119" y="23096"/>
                    <a:pt x="31495" y="23119"/>
                    <a:pt x="30877" y="23119"/>
                  </a:cubicBezTo>
                  <a:cubicBezTo>
                    <a:pt x="30072" y="23119"/>
                    <a:pt x="29280" y="23081"/>
                    <a:pt x="28487" y="22967"/>
                  </a:cubicBezTo>
                  <a:cubicBezTo>
                    <a:pt x="28420" y="21600"/>
                    <a:pt x="27787" y="20532"/>
                    <a:pt x="26652" y="19765"/>
                  </a:cubicBezTo>
                  <a:cubicBezTo>
                    <a:pt x="27153" y="18464"/>
                    <a:pt x="27920" y="17297"/>
                    <a:pt x="28654" y="16062"/>
                  </a:cubicBezTo>
                  <a:close/>
                  <a:moveTo>
                    <a:pt x="7234" y="21007"/>
                  </a:moveTo>
                  <a:cubicBezTo>
                    <a:pt x="7524" y="21007"/>
                    <a:pt x="7815" y="21087"/>
                    <a:pt x="8106" y="21233"/>
                  </a:cubicBezTo>
                  <a:cubicBezTo>
                    <a:pt x="8840" y="21600"/>
                    <a:pt x="9473" y="22167"/>
                    <a:pt x="9907" y="22901"/>
                  </a:cubicBezTo>
                  <a:cubicBezTo>
                    <a:pt x="10007" y="23101"/>
                    <a:pt x="10141" y="23301"/>
                    <a:pt x="10241" y="23501"/>
                  </a:cubicBezTo>
                  <a:cubicBezTo>
                    <a:pt x="9774" y="24502"/>
                    <a:pt x="9107" y="25269"/>
                    <a:pt x="8139" y="25803"/>
                  </a:cubicBezTo>
                  <a:cubicBezTo>
                    <a:pt x="7853" y="25955"/>
                    <a:pt x="7567" y="26032"/>
                    <a:pt x="7281" y="26032"/>
                  </a:cubicBezTo>
                  <a:cubicBezTo>
                    <a:pt x="7067" y="26032"/>
                    <a:pt x="6853" y="25989"/>
                    <a:pt x="6638" y="25903"/>
                  </a:cubicBezTo>
                  <a:cubicBezTo>
                    <a:pt x="5838" y="25603"/>
                    <a:pt x="5270" y="25036"/>
                    <a:pt x="4904" y="24268"/>
                  </a:cubicBezTo>
                  <a:cubicBezTo>
                    <a:pt x="4637" y="23768"/>
                    <a:pt x="4637" y="23234"/>
                    <a:pt x="4904" y="22734"/>
                  </a:cubicBezTo>
                  <a:cubicBezTo>
                    <a:pt x="5304" y="21967"/>
                    <a:pt x="5871" y="21400"/>
                    <a:pt x="6705" y="21099"/>
                  </a:cubicBezTo>
                  <a:cubicBezTo>
                    <a:pt x="6881" y="21036"/>
                    <a:pt x="7057" y="21007"/>
                    <a:pt x="7234" y="21007"/>
                  </a:cubicBezTo>
                  <a:close/>
                  <a:moveTo>
                    <a:pt x="40456" y="21014"/>
                  </a:moveTo>
                  <a:cubicBezTo>
                    <a:pt x="40657" y="21014"/>
                    <a:pt x="40860" y="21052"/>
                    <a:pt x="41063" y="21133"/>
                  </a:cubicBezTo>
                  <a:cubicBezTo>
                    <a:pt x="41863" y="21433"/>
                    <a:pt x="42464" y="22000"/>
                    <a:pt x="42831" y="22767"/>
                  </a:cubicBezTo>
                  <a:cubicBezTo>
                    <a:pt x="43064" y="23268"/>
                    <a:pt x="43064" y="23801"/>
                    <a:pt x="42831" y="24302"/>
                  </a:cubicBezTo>
                  <a:cubicBezTo>
                    <a:pt x="42430" y="25069"/>
                    <a:pt x="41830" y="25636"/>
                    <a:pt x="40963" y="25936"/>
                  </a:cubicBezTo>
                  <a:cubicBezTo>
                    <a:pt x="40896" y="25970"/>
                    <a:pt x="40796" y="26003"/>
                    <a:pt x="40729" y="26003"/>
                  </a:cubicBezTo>
                  <a:cubicBezTo>
                    <a:pt x="40629" y="26036"/>
                    <a:pt x="40529" y="26036"/>
                    <a:pt x="40429" y="26036"/>
                  </a:cubicBezTo>
                  <a:cubicBezTo>
                    <a:pt x="40095" y="26036"/>
                    <a:pt x="39795" y="25936"/>
                    <a:pt x="39495" y="25769"/>
                  </a:cubicBezTo>
                  <a:cubicBezTo>
                    <a:pt x="38628" y="25269"/>
                    <a:pt x="37994" y="24535"/>
                    <a:pt x="37527" y="23668"/>
                  </a:cubicBezTo>
                  <a:cubicBezTo>
                    <a:pt x="37493" y="23534"/>
                    <a:pt x="37493" y="23468"/>
                    <a:pt x="37560" y="23368"/>
                  </a:cubicBezTo>
                  <a:cubicBezTo>
                    <a:pt x="38027" y="22467"/>
                    <a:pt x="38661" y="21733"/>
                    <a:pt x="39595" y="21233"/>
                  </a:cubicBezTo>
                  <a:cubicBezTo>
                    <a:pt x="39872" y="21094"/>
                    <a:pt x="40162" y="21014"/>
                    <a:pt x="40456" y="21014"/>
                  </a:cubicBezTo>
                  <a:close/>
                  <a:moveTo>
                    <a:pt x="11341" y="23935"/>
                  </a:moveTo>
                  <a:cubicBezTo>
                    <a:pt x="12275" y="23935"/>
                    <a:pt x="13209" y="23935"/>
                    <a:pt x="14110" y="24001"/>
                  </a:cubicBezTo>
                  <a:cubicBezTo>
                    <a:pt x="14210" y="24535"/>
                    <a:pt x="14310" y="25036"/>
                    <a:pt x="14444" y="25603"/>
                  </a:cubicBezTo>
                  <a:cubicBezTo>
                    <a:pt x="13777" y="25869"/>
                    <a:pt x="13109" y="26136"/>
                    <a:pt x="12409" y="26270"/>
                  </a:cubicBezTo>
                  <a:cubicBezTo>
                    <a:pt x="12315" y="26287"/>
                    <a:pt x="12238" y="26297"/>
                    <a:pt x="12174" y="26297"/>
                  </a:cubicBezTo>
                  <a:cubicBezTo>
                    <a:pt x="11986" y="26297"/>
                    <a:pt x="11899" y="26209"/>
                    <a:pt x="11775" y="25936"/>
                  </a:cubicBezTo>
                  <a:cubicBezTo>
                    <a:pt x="11508" y="25336"/>
                    <a:pt x="11341" y="24669"/>
                    <a:pt x="11341" y="23935"/>
                  </a:cubicBezTo>
                  <a:close/>
                  <a:moveTo>
                    <a:pt x="35260" y="23929"/>
                  </a:moveTo>
                  <a:cubicBezTo>
                    <a:pt x="35629" y="23929"/>
                    <a:pt x="36006" y="23935"/>
                    <a:pt x="36393" y="23935"/>
                  </a:cubicBezTo>
                  <a:cubicBezTo>
                    <a:pt x="36359" y="24235"/>
                    <a:pt x="36359" y="24468"/>
                    <a:pt x="36326" y="24735"/>
                  </a:cubicBezTo>
                  <a:cubicBezTo>
                    <a:pt x="36193" y="25136"/>
                    <a:pt x="36092" y="25569"/>
                    <a:pt x="35926" y="25970"/>
                  </a:cubicBezTo>
                  <a:cubicBezTo>
                    <a:pt x="35827" y="26215"/>
                    <a:pt x="35747" y="26298"/>
                    <a:pt x="35579" y="26298"/>
                  </a:cubicBezTo>
                  <a:cubicBezTo>
                    <a:pt x="35518" y="26298"/>
                    <a:pt x="35447" y="26287"/>
                    <a:pt x="35359" y="26270"/>
                  </a:cubicBezTo>
                  <a:cubicBezTo>
                    <a:pt x="35158" y="26236"/>
                    <a:pt x="34958" y="26203"/>
                    <a:pt x="34758" y="26136"/>
                  </a:cubicBezTo>
                  <a:cubicBezTo>
                    <a:pt x="34258" y="25970"/>
                    <a:pt x="33757" y="25803"/>
                    <a:pt x="33290" y="25636"/>
                  </a:cubicBezTo>
                  <a:cubicBezTo>
                    <a:pt x="33391" y="25069"/>
                    <a:pt x="33491" y="24535"/>
                    <a:pt x="33624" y="24001"/>
                  </a:cubicBezTo>
                  <a:cubicBezTo>
                    <a:pt x="34164" y="23941"/>
                    <a:pt x="34705" y="23929"/>
                    <a:pt x="35260" y="23929"/>
                  </a:cubicBezTo>
                  <a:close/>
                  <a:moveTo>
                    <a:pt x="23850" y="19576"/>
                  </a:moveTo>
                  <a:cubicBezTo>
                    <a:pt x="24229" y="19576"/>
                    <a:pt x="24610" y="19660"/>
                    <a:pt x="24985" y="19832"/>
                  </a:cubicBezTo>
                  <a:cubicBezTo>
                    <a:pt x="25552" y="20065"/>
                    <a:pt x="26085" y="20399"/>
                    <a:pt x="26586" y="20766"/>
                  </a:cubicBezTo>
                  <a:cubicBezTo>
                    <a:pt x="27253" y="21266"/>
                    <a:pt x="27586" y="22000"/>
                    <a:pt x="27653" y="22834"/>
                  </a:cubicBezTo>
                  <a:cubicBezTo>
                    <a:pt x="27653" y="23067"/>
                    <a:pt x="27653" y="23301"/>
                    <a:pt x="27653" y="23534"/>
                  </a:cubicBezTo>
                  <a:lnTo>
                    <a:pt x="27653" y="24102"/>
                  </a:lnTo>
                  <a:cubicBezTo>
                    <a:pt x="27620" y="25036"/>
                    <a:pt x="27219" y="25803"/>
                    <a:pt x="26486" y="26336"/>
                  </a:cubicBezTo>
                  <a:cubicBezTo>
                    <a:pt x="26019" y="26670"/>
                    <a:pt x="25518" y="26937"/>
                    <a:pt x="25018" y="27204"/>
                  </a:cubicBezTo>
                  <a:cubicBezTo>
                    <a:pt x="24634" y="27371"/>
                    <a:pt x="24242" y="27454"/>
                    <a:pt x="23855" y="27454"/>
                  </a:cubicBezTo>
                  <a:cubicBezTo>
                    <a:pt x="23467" y="27454"/>
                    <a:pt x="23083" y="27371"/>
                    <a:pt x="22716" y="27204"/>
                  </a:cubicBezTo>
                  <a:cubicBezTo>
                    <a:pt x="22216" y="26937"/>
                    <a:pt x="21716" y="26670"/>
                    <a:pt x="21249" y="26336"/>
                  </a:cubicBezTo>
                  <a:cubicBezTo>
                    <a:pt x="20581" y="25869"/>
                    <a:pt x="20181" y="25236"/>
                    <a:pt x="20114" y="24435"/>
                  </a:cubicBezTo>
                  <a:cubicBezTo>
                    <a:pt x="20048" y="23835"/>
                    <a:pt x="20048" y="23201"/>
                    <a:pt x="20114" y="22634"/>
                  </a:cubicBezTo>
                  <a:cubicBezTo>
                    <a:pt x="20214" y="21767"/>
                    <a:pt x="20648" y="21066"/>
                    <a:pt x="21382" y="20566"/>
                  </a:cubicBezTo>
                  <a:cubicBezTo>
                    <a:pt x="21782" y="20332"/>
                    <a:pt x="22149" y="20099"/>
                    <a:pt x="22583" y="19899"/>
                  </a:cubicBezTo>
                  <a:cubicBezTo>
                    <a:pt x="22991" y="19685"/>
                    <a:pt x="23419" y="19576"/>
                    <a:pt x="23850" y="19576"/>
                  </a:cubicBezTo>
                  <a:close/>
                  <a:moveTo>
                    <a:pt x="14844" y="26336"/>
                  </a:moveTo>
                  <a:cubicBezTo>
                    <a:pt x="15111" y="26770"/>
                    <a:pt x="15411" y="27170"/>
                    <a:pt x="15711" y="27571"/>
                  </a:cubicBezTo>
                  <a:cubicBezTo>
                    <a:pt x="15244" y="27871"/>
                    <a:pt x="14811" y="28171"/>
                    <a:pt x="14344" y="28471"/>
                  </a:cubicBezTo>
                  <a:cubicBezTo>
                    <a:pt x="13710" y="28071"/>
                    <a:pt x="13109" y="27671"/>
                    <a:pt x="12609" y="27104"/>
                  </a:cubicBezTo>
                  <a:cubicBezTo>
                    <a:pt x="13376" y="26837"/>
                    <a:pt x="14110" y="26603"/>
                    <a:pt x="14844" y="26336"/>
                  </a:cubicBezTo>
                  <a:close/>
                  <a:moveTo>
                    <a:pt x="32890" y="26336"/>
                  </a:moveTo>
                  <a:cubicBezTo>
                    <a:pt x="33591" y="26603"/>
                    <a:pt x="34325" y="26837"/>
                    <a:pt x="35092" y="27104"/>
                  </a:cubicBezTo>
                  <a:cubicBezTo>
                    <a:pt x="34625" y="27671"/>
                    <a:pt x="33991" y="28038"/>
                    <a:pt x="33391" y="28471"/>
                  </a:cubicBezTo>
                  <a:cubicBezTo>
                    <a:pt x="32924" y="28171"/>
                    <a:pt x="32490" y="27871"/>
                    <a:pt x="32023" y="27571"/>
                  </a:cubicBezTo>
                  <a:cubicBezTo>
                    <a:pt x="32323" y="27170"/>
                    <a:pt x="32590" y="26770"/>
                    <a:pt x="32890" y="26336"/>
                  </a:cubicBezTo>
                  <a:close/>
                  <a:moveTo>
                    <a:pt x="45799" y="24035"/>
                  </a:moveTo>
                  <a:cubicBezTo>
                    <a:pt x="46133" y="24035"/>
                    <a:pt x="46367" y="24268"/>
                    <a:pt x="46500" y="24535"/>
                  </a:cubicBezTo>
                  <a:cubicBezTo>
                    <a:pt x="46767" y="25136"/>
                    <a:pt x="46800" y="25736"/>
                    <a:pt x="46533" y="26370"/>
                  </a:cubicBezTo>
                  <a:cubicBezTo>
                    <a:pt x="46000" y="27637"/>
                    <a:pt x="45066" y="28571"/>
                    <a:pt x="43831" y="29139"/>
                  </a:cubicBezTo>
                  <a:cubicBezTo>
                    <a:pt x="43198" y="29439"/>
                    <a:pt x="42497" y="29472"/>
                    <a:pt x="41830" y="29472"/>
                  </a:cubicBezTo>
                  <a:cubicBezTo>
                    <a:pt x="41396" y="29472"/>
                    <a:pt x="41029" y="29372"/>
                    <a:pt x="40662" y="29139"/>
                  </a:cubicBezTo>
                  <a:cubicBezTo>
                    <a:pt x="40029" y="28738"/>
                    <a:pt x="39295" y="28605"/>
                    <a:pt x="38561" y="28505"/>
                  </a:cubicBezTo>
                  <a:cubicBezTo>
                    <a:pt x="37719" y="28369"/>
                    <a:pt x="36855" y="28211"/>
                    <a:pt x="35951" y="28211"/>
                  </a:cubicBezTo>
                  <a:cubicBezTo>
                    <a:pt x="35745" y="28211"/>
                    <a:pt x="35536" y="28219"/>
                    <a:pt x="35325" y="28238"/>
                  </a:cubicBezTo>
                  <a:cubicBezTo>
                    <a:pt x="35759" y="27704"/>
                    <a:pt x="36159" y="27237"/>
                    <a:pt x="36526" y="26703"/>
                  </a:cubicBezTo>
                  <a:cubicBezTo>
                    <a:pt x="36893" y="26203"/>
                    <a:pt x="37026" y="25603"/>
                    <a:pt x="37227" y="24969"/>
                  </a:cubicBezTo>
                  <a:cubicBezTo>
                    <a:pt x="37293" y="25036"/>
                    <a:pt x="37327" y="25069"/>
                    <a:pt x="37360" y="25102"/>
                  </a:cubicBezTo>
                  <a:cubicBezTo>
                    <a:pt x="37860" y="25803"/>
                    <a:pt x="38528" y="26270"/>
                    <a:pt x="39261" y="26670"/>
                  </a:cubicBezTo>
                  <a:cubicBezTo>
                    <a:pt x="39637" y="26848"/>
                    <a:pt x="40036" y="26944"/>
                    <a:pt x="40438" y="26944"/>
                  </a:cubicBezTo>
                  <a:cubicBezTo>
                    <a:pt x="40714" y="26944"/>
                    <a:pt x="40991" y="26899"/>
                    <a:pt x="41263" y="26803"/>
                  </a:cubicBezTo>
                  <a:cubicBezTo>
                    <a:pt x="41830" y="26603"/>
                    <a:pt x="42364" y="26303"/>
                    <a:pt x="42797" y="25869"/>
                  </a:cubicBezTo>
                  <a:cubicBezTo>
                    <a:pt x="42864" y="25769"/>
                    <a:pt x="42931" y="25703"/>
                    <a:pt x="43031" y="25603"/>
                  </a:cubicBezTo>
                  <a:cubicBezTo>
                    <a:pt x="43131" y="25769"/>
                    <a:pt x="43198" y="25903"/>
                    <a:pt x="43264" y="26003"/>
                  </a:cubicBezTo>
                  <a:cubicBezTo>
                    <a:pt x="43522" y="26498"/>
                    <a:pt x="43947" y="26812"/>
                    <a:pt x="44466" y="26812"/>
                  </a:cubicBezTo>
                  <a:cubicBezTo>
                    <a:pt x="44752" y="26812"/>
                    <a:pt x="45067" y="26717"/>
                    <a:pt x="45399" y="26503"/>
                  </a:cubicBezTo>
                  <a:cubicBezTo>
                    <a:pt x="45666" y="26303"/>
                    <a:pt x="45833" y="25803"/>
                    <a:pt x="45733" y="25469"/>
                  </a:cubicBezTo>
                  <a:cubicBezTo>
                    <a:pt x="45666" y="25169"/>
                    <a:pt x="45433" y="25002"/>
                    <a:pt x="45166" y="24969"/>
                  </a:cubicBezTo>
                  <a:cubicBezTo>
                    <a:pt x="45132" y="24963"/>
                    <a:pt x="45101" y="24961"/>
                    <a:pt x="45071" y="24961"/>
                  </a:cubicBezTo>
                  <a:cubicBezTo>
                    <a:pt x="44922" y="24961"/>
                    <a:pt x="44815" y="25030"/>
                    <a:pt x="44732" y="25169"/>
                  </a:cubicBezTo>
                  <a:cubicBezTo>
                    <a:pt x="44632" y="25302"/>
                    <a:pt x="44632" y="25469"/>
                    <a:pt x="44732" y="25636"/>
                  </a:cubicBezTo>
                  <a:cubicBezTo>
                    <a:pt x="44765" y="25703"/>
                    <a:pt x="44832" y="25769"/>
                    <a:pt x="44899" y="25836"/>
                  </a:cubicBezTo>
                  <a:cubicBezTo>
                    <a:pt x="44757" y="25912"/>
                    <a:pt x="44621" y="25947"/>
                    <a:pt x="44497" y="25947"/>
                  </a:cubicBezTo>
                  <a:cubicBezTo>
                    <a:pt x="44183" y="25947"/>
                    <a:pt x="43946" y="25719"/>
                    <a:pt x="43898" y="25336"/>
                  </a:cubicBezTo>
                  <a:cubicBezTo>
                    <a:pt x="43865" y="25102"/>
                    <a:pt x="43865" y="24835"/>
                    <a:pt x="43931" y="24602"/>
                  </a:cubicBezTo>
                  <a:cubicBezTo>
                    <a:pt x="43998" y="24335"/>
                    <a:pt x="44198" y="24135"/>
                    <a:pt x="44465" y="24102"/>
                  </a:cubicBezTo>
                  <a:cubicBezTo>
                    <a:pt x="44899" y="24068"/>
                    <a:pt x="45366" y="24035"/>
                    <a:pt x="45799" y="24035"/>
                  </a:cubicBezTo>
                  <a:close/>
                  <a:moveTo>
                    <a:pt x="1945" y="24031"/>
                  </a:moveTo>
                  <a:cubicBezTo>
                    <a:pt x="1974" y="24031"/>
                    <a:pt x="2004" y="24032"/>
                    <a:pt x="2035" y="24035"/>
                  </a:cubicBezTo>
                  <a:cubicBezTo>
                    <a:pt x="2402" y="24035"/>
                    <a:pt x="2802" y="24068"/>
                    <a:pt x="3169" y="24102"/>
                  </a:cubicBezTo>
                  <a:cubicBezTo>
                    <a:pt x="3569" y="24135"/>
                    <a:pt x="3769" y="24402"/>
                    <a:pt x="3769" y="24802"/>
                  </a:cubicBezTo>
                  <a:cubicBezTo>
                    <a:pt x="3803" y="24935"/>
                    <a:pt x="3803" y="25036"/>
                    <a:pt x="3836" y="25136"/>
                  </a:cubicBezTo>
                  <a:cubicBezTo>
                    <a:pt x="3836" y="25469"/>
                    <a:pt x="3703" y="25703"/>
                    <a:pt x="3469" y="25903"/>
                  </a:cubicBezTo>
                  <a:cubicBezTo>
                    <a:pt x="3394" y="25965"/>
                    <a:pt x="3315" y="25990"/>
                    <a:pt x="3233" y="25990"/>
                  </a:cubicBezTo>
                  <a:cubicBezTo>
                    <a:pt x="3095" y="25990"/>
                    <a:pt x="2948" y="25920"/>
                    <a:pt x="2802" y="25836"/>
                  </a:cubicBezTo>
                  <a:cubicBezTo>
                    <a:pt x="2869" y="25769"/>
                    <a:pt x="2935" y="25736"/>
                    <a:pt x="2969" y="25669"/>
                  </a:cubicBezTo>
                  <a:cubicBezTo>
                    <a:pt x="3102" y="25469"/>
                    <a:pt x="3102" y="25302"/>
                    <a:pt x="2969" y="25136"/>
                  </a:cubicBezTo>
                  <a:cubicBezTo>
                    <a:pt x="2891" y="25006"/>
                    <a:pt x="2754" y="24957"/>
                    <a:pt x="2602" y="24957"/>
                  </a:cubicBezTo>
                  <a:cubicBezTo>
                    <a:pt x="2558" y="24957"/>
                    <a:pt x="2513" y="24961"/>
                    <a:pt x="2468" y="24969"/>
                  </a:cubicBezTo>
                  <a:cubicBezTo>
                    <a:pt x="2168" y="25036"/>
                    <a:pt x="1901" y="25336"/>
                    <a:pt x="1935" y="25669"/>
                  </a:cubicBezTo>
                  <a:cubicBezTo>
                    <a:pt x="1968" y="26070"/>
                    <a:pt x="2102" y="26403"/>
                    <a:pt x="2502" y="26603"/>
                  </a:cubicBezTo>
                  <a:cubicBezTo>
                    <a:pt x="2759" y="26732"/>
                    <a:pt x="3013" y="26795"/>
                    <a:pt x="3252" y="26795"/>
                  </a:cubicBezTo>
                  <a:cubicBezTo>
                    <a:pt x="3757" y="26795"/>
                    <a:pt x="4198" y="26513"/>
                    <a:pt x="4470" y="25970"/>
                  </a:cubicBezTo>
                  <a:cubicBezTo>
                    <a:pt x="4537" y="25869"/>
                    <a:pt x="4603" y="25769"/>
                    <a:pt x="4670" y="25603"/>
                  </a:cubicBezTo>
                  <a:cubicBezTo>
                    <a:pt x="4803" y="25736"/>
                    <a:pt x="4904" y="25836"/>
                    <a:pt x="5037" y="25936"/>
                  </a:cubicBezTo>
                  <a:cubicBezTo>
                    <a:pt x="5537" y="26470"/>
                    <a:pt x="6171" y="26770"/>
                    <a:pt x="6905" y="26904"/>
                  </a:cubicBezTo>
                  <a:cubicBezTo>
                    <a:pt x="7056" y="26932"/>
                    <a:pt x="7211" y="26947"/>
                    <a:pt x="7365" y="26947"/>
                  </a:cubicBezTo>
                  <a:cubicBezTo>
                    <a:pt x="7755" y="26947"/>
                    <a:pt x="8148" y="26852"/>
                    <a:pt x="8506" y="26637"/>
                  </a:cubicBezTo>
                  <a:cubicBezTo>
                    <a:pt x="9207" y="26270"/>
                    <a:pt x="9840" y="25803"/>
                    <a:pt x="10341" y="25136"/>
                  </a:cubicBezTo>
                  <a:cubicBezTo>
                    <a:pt x="10374" y="25102"/>
                    <a:pt x="10407" y="25036"/>
                    <a:pt x="10474" y="24969"/>
                  </a:cubicBezTo>
                  <a:cubicBezTo>
                    <a:pt x="10708" y="25603"/>
                    <a:pt x="10808" y="26236"/>
                    <a:pt x="11208" y="26737"/>
                  </a:cubicBezTo>
                  <a:cubicBezTo>
                    <a:pt x="11575" y="27237"/>
                    <a:pt x="11975" y="27704"/>
                    <a:pt x="12376" y="28204"/>
                  </a:cubicBezTo>
                  <a:lnTo>
                    <a:pt x="12175" y="28204"/>
                  </a:lnTo>
                  <a:cubicBezTo>
                    <a:pt x="12091" y="28202"/>
                    <a:pt x="12007" y="28201"/>
                    <a:pt x="11923" y="28201"/>
                  </a:cubicBezTo>
                  <a:cubicBezTo>
                    <a:pt x="10882" y="28201"/>
                    <a:pt x="9892" y="28384"/>
                    <a:pt x="8873" y="28538"/>
                  </a:cubicBezTo>
                  <a:cubicBezTo>
                    <a:pt x="8106" y="28671"/>
                    <a:pt x="7372" y="28905"/>
                    <a:pt x="6705" y="29339"/>
                  </a:cubicBezTo>
                  <a:cubicBezTo>
                    <a:pt x="6605" y="29405"/>
                    <a:pt x="6438" y="29439"/>
                    <a:pt x="6305" y="29439"/>
                  </a:cubicBezTo>
                  <a:cubicBezTo>
                    <a:pt x="6072" y="29467"/>
                    <a:pt x="5846" y="29481"/>
                    <a:pt x="5627" y="29481"/>
                  </a:cubicBezTo>
                  <a:cubicBezTo>
                    <a:pt x="4049" y="29481"/>
                    <a:pt x="2797" y="28755"/>
                    <a:pt x="1801" y="27437"/>
                  </a:cubicBezTo>
                  <a:cubicBezTo>
                    <a:pt x="1434" y="26970"/>
                    <a:pt x="1168" y="26503"/>
                    <a:pt x="1034" y="25936"/>
                  </a:cubicBezTo>
                  <a:cubicBezTo>
                    <a:pt x="901" y="25436"/>
                    <a:pt x="1001" y="24902"/>
                    <a:pt x="1268" y="24468"/>
                  </a:cubicBezTo>
                  <a:cubicBezTo>
                    <a:pt x="1420" y="24194"/>
                    <a:pt x="1629" y="24031"/>
                    <a:pt x="1945" y="24031"/>
                  </a:cubicBezTo>
                  <a:close/>
                  <a:moveTo>
                    <a:pt x="16979" y="23930"/>
                  </a:moveTo>
                  <a:cubicBezTo>
                    <a:pt x="17734" y="23930"/>
                    <a:pt x="18479" y="23961"/>
                    <a:pt x="19214" y="24068"/>
                  </a:cubicBezTo>
                  <a:cubicBezTo>
                    <a:pt x="19314" y="25436"/>
                    <a:pt x="19881" y="26503"/>
                    <a:pt x="21082" y="27237"/>
                  </a:cubicBezTo>
                  <a:cubicBezTo>
                    <a:pt x="20548" y="28571"/>
                    <a:pt x="19781" y="29739"/>
                    <a:pt x="19047" y="30973"/>
                  </a:cubicBezTo>
                  <a:cubicBezTo>
                    <a:pt x="18580" y="30606"/>
                    <a:pt x="18113" y="30239"/>
                    <a:pt x="17813" y="29739"/>
                  </a:cubicBezTo>
                  <a:cubicBezTo>
                    <a:pt x="17479" y="29205"/>
                    <a:pt x="17246" y="28605"/>
                    <a:pt x="16979" y="28038"/>
                  </a:cubicBezTo>
                  <a:cubicBezTo>
                    <a:pt x="16845" y="27737"/>
                    <a:pt x="16679" y="27471"/>
                    <a:pt x="16512" y="27204"/>
                  </a:cubicBezTo>
                  <a:cubicBezTo>
                    <a:pt x="16045" y="26570"/>
                    <a:pt x="15544" y="25970"/>
                    <a:pt x="15244" y="25202"/>
                  </a:cubicBezTo>
                  <a:cubicBezTo>
                    <a:pt x="15111" y="24802"/>
                    <a:pt x="15044" y="24402"/>
                    <a:pt x="15011" y="23968"/>
                  </a:cubicBezTo>
                  <a:cubicBezTo>
                    <a:pt x="15674" y="23953"/>
                    <a:pt x="16330" y="23930"/>
                    <a:pt x="16979" y="23930"/>
                  </a:cubicBezTo>
                  <a:close/>
                  <a:moveTo>
                    <a:pt x="30751" y="23930"/>
                  </a:moveTo>
                  <a:cubicBezTo>
                    <a:pt x="31404" y="23930"/>
                    <a:pt x="32060" y="23953"/>
                    <a:pt x="32723" y="23968"/>
                  </a:cubicBezTo>
                  <a:cubicBezTo>
                    <a:pt x="32657" y="24569"/>
                    <a:pt x="32557" y="25169"/>
                    <a:pt x="32256" y="25669"/>
                  </a:cubicBezTo>
                  <a:cubicBezTo>
                    <a:pt x="31923" y="26203"/>
                    <a:pt x="31589" y="26703"/>
                    <a:pt x="31222" y="27170"/>
                  </a:cubicBezTo>
                  <a:cubicBezTo>
                    <a:pt x="31022" y="27471"/>
                    <a:pt x="30822" y="27737"/>
                    <a:pt x="30722" y="28071"/>
                  </a:cubicBezTo>
                  <a:cubicBezTo>
                    <a:pt x="30422" y="28805"/>
                    <a:pt x="30122" y="29539"/>
                    <a:pt x="29621" y="30139"/>
                  </a:cubicBezTo>
                  <a:cubicBezTo>
                    <a:pt x="29354" y="30473"/>
                    <a:pt x="29021" y="30706"/>
                    <a:pt x="28687" y="30973"/>
                  </a:cubicBezTo>
                  <a:cubicBezTo>
                    <a:pt x="28187" y="30206"/>
                    <a:pt x="26886" y="28071"/>
                    <a:pt x="26652" y="27237"/>
                  </a:cubicBezTo>
                  <a:cubicBezTo>
                    <a:pt x="27787" y="26470"/>
                    <a:pt x="28420" y="25436"/>
                    <a:pt x="28487" y="24068"/>
                  </a:cubicBezTo>
                  <a:cubicBezTo>
                    <a:pt x="29240" y="23961"/>
                    <a:pt x="29993" y="23930"/>
                    <a:pt x="30751" y="23930"/>
                  </a:cubicBezTo>
                  <a:close/>
                  <a:moveTo>
                    <a:pt x="16245" y="28571"/>
                  </a:moveTo>
                  <a:cubicBezTo>
                    <a:pt x="16478" y="29005"/>
                    <a:pt x="16679" y="29439"/>
                    <a:pt x="16912" y="29906"/>
                  </a:cubicBezTo>
                  <a:cubicBezTo>
                    <a:pt x="16345" y="30406"/>
                    <a:pt x="15745" y="30940"/>
                    <a:pt x="15144" y="31474"/>
                  </a:cubicBezTo>
                  <a:cubicBezTo>
                    <a:pt x="14877" y="30773"/>
                    <a:pt x="14877" y="30039"/>
                    <a:pt x="14811" y="29272"/>
                  </a:cubicBezTo>
                  <a:cubicBezTo>
                    <a:pt x="15311" y="29038"/>
                    <a:pt x="15778" y="28805"/>
                    <a:pt x="16245" y="28571"/>
                  </a:cubicBezTo>
                  <a:close/>
                  <a:moveTo>
                    <a:pt x="31456" y="28571"/>
                  </a:moveTo>
                  <a:cubicBezTo>
                    <a:pt x="31956" y="28805"/>
                    <a:pt x="32423" y="29038"/>
                    <a:pt x="32890" y="29272"/>
                  </a:cubicBezTo>
                  <a:cubicBezTo>
                    <a:pt x="32857" y="30006"/>
                    <a:pt x="32823" y="30740"/>
                    <a:pt x="32590" y="31474"/>
                  </a:cubicBezTo>
                  <a:cubicBezTo>
                    <a:pt x="31956" y="30940"/>
                    <a:pt x="31389" y="30439"/>
                    <a:pt x="30822" y="29906"/>
                  </a:cubicBezTo>
                  <a:cubicBezTo>
                    <a:pt x="31022" y="29472"/>
                    <a:pt x="31256" y="29005"/>
                    <a:pt x="31456" y="28571"/>
                  </a:cubicBezTo>
                  <a:close/>
                  <a:moveTo>
                    <a:pt x="25718" y="27804"/>
                  </a:moveTo>
                  <a:cubicBezTo>
                    <a:pt x="26586" y="28905"/>
                    <a:pt x="27219" y="30139"/>
                    <a:pt x="27887" y="31407"/>
                  </a:cubicBezTo>
                  <a:cubicBezTo>
                    <a:pt x="27320" y="31674"/>
                    <a:pt x="26752" y="31874"/>
                    <a:pt x="26152" y="31874"/>
                  </a:cubicBezTo>
                  <a:cubicBezTo>
                    <a:pt x="25618" y="31840"/>
                    <a:pt x="25085" y="31840"/>
                    <a:pt x="24551" y="31740"/>
                  </a:cubicBezTo>
                  <a:cubicBezTo>
                    <a:pt x="24342" y="31704"/>
                    <a:pt x="24134" y="31689"/>
                    <a:pt x="23926" y="31689"/>
                  </a:cubicBezTo>
                  <a:cubicBezTo>
                    <a:pt x="23567" y="31689"/>
                    <a:pt x="23208" y="31732"/>
                    <a:pt x="22850" y="31774"/>
                  </a:cubicBezTo>
                  <a:cubicBezTo>
                    <a:pt x="22501" y="31832"/>
                    <a:pt x="22152" y="31868"/>
                    <a:pt x="21803" y="31868"/>
                  </a:cubicBezTo>
                  <a:cubicBezTo>
                    <a:pt x="21551" y="31868"/>
                    <a:pt x="21300" y="31849"/>
                    <a:pt x="21048" y="31807"/>
                  </a:cubicBezTo>
                  <a:cubicBezTo>
                    <a:pt x="20615" y="31774"/>
                    <a:pt x="20248" y="31574"/>
                    <a:pt x="19814" y="31407"/>
                  </a:cubicBezTo>
                  <a:cubicBezTo>
                    <a:pt x="20481" y="30139"/>
                    <a:pt x="21148" y="28905"/>
                    <a:pt x="22016" y="27804"/>
                  </a:cubicBezTo>
                  <a:cubicBezTo>
                    <a:pt x="22607" y="28108"/>
                    <a:pt x="23225" y="28267"/>
                    <a:pt x="23855" y="28267"/>
                  </a:cubicBezTo>
                  <a:cubicBezTo>
                    <a:pt x="24468" y="28267"/>
                    <a:pt x="25093" y="28117"/>
                    <a:pt x="25718" y="27804"/>
                  </a:cubicBezTo>
                  <a:close/>
                  <a:moveTo>
                    <a:pt x="17312" y="30606"/>
                  </a:moveTo>
                  <a:cubicBezTo>
                    <a:pt x="17779" y="31007"/>
                    <a:pt x="18146" y="31373"/>
                    <a:pt x="18580" y="31740"/>
                  </a:cubicBezTo>
                  <a:cubicBezTo>
                    <a:pt x="18146" y="32541"/>
                    <a:pt x="17713" y="33308"/>
                    <a:pt x="17246" y="34142"/>
                  </a:cubicBezTo>
                  <a:cubicBezTo>
                    <a:pt x="17046" y="34009"/>
                    <a:pt x="16845" y="33942"/>
                    <a:pt x="16712" y="33775"/>
                  </a:cubicBezTo>
                  <a:cubicBezTo>
                    <a:pt x="16378" y="33442"/>
                    <a:pt x="16011" y="33108"/>
                    <a:pt x="15711" y="32741"/>
                  </a:cubicBezTo>
                  <a:cubicBezTo>
                    <a:pt x="15478" y="32474"/>
                    <a:pt x="15511" y="32408"/>
                    <a:pt x="15711" y="32107"/>
                  </a:cubicBezTo>
                  <a:cubicBezTo>
                    <a:pt x="15778" y="32041"/>
                    <a:pt x="15845" y="31941"/>
                    <a:pt x="15911" y="31874"/>
                  </a:cubicBezTo>
                  <a:cubicBezTo>
                    <a:pt x="16378" y="31440"/>
                    <a:pt x="16845" y="31040"/>
                    <a:pt x="17312" y="30606"/>
                  </a:cubicBezTo>
                  <a:close/>
                  <a:moveTo>
                    <a:pt x="30388" y="30640"/>
                  </a:moveTo>
                  <a:cubicBezTo>
                    <a:pt x="31022" y="31173"/>
                    <a:pt x="31756" y="31640"/>
                    <a:pt x="32190" y="32408"/>
                  </a:cubicBezTo>
                  <a:cubicBezTo>
                    <a:pt x="31823" y="33141"/>
                    <a:pt x="31222" y="33708"/>
                    <a:pt x="30488" y="34142"/>
                  </a:cubicBezTo>
                  <a:cubicBezTo>
                    <a:pt x="29988" y="33342"/>
                    <a:pt x="29554" y="32541"/>
                    <a:pt x="29154" y="31740"/>
                  </a:cubicBezTo>
                  <a:cubicBezTo>
                    <a:pt x="29554" y="31340"/>
                    <a:pt x="29955" y="31007"/>
                    <a:pt x="30388" y="30640"/>
                  </a:cubicBezTo>
                  <a:close/>
                  <a:moveTo>
                    <a:pt x="23283" y="32641"/>
                  </a:moveTo>
                  <a:cubicBezTo>
                    <a:pt x="23317" y="33175"/>
                    <a:pt x="23350" y="33708"/>
                    <a:pt x="23383" y="34242"/>
                  </a:cubicBezTo>
                  <a:cubicBezTo>
                    <a:pt x="22716" y="34576"/>
                    <a:pt x="22082" y="34909"/>
                    <a:pt x="21349" y="35043"/>
                  </a:cubicBezTo>
                  <a:cubicBezTo>
                    <a:pt x="21482" y="34242"/>
                    <a:pt x="21649" y="33508"/>
                    <a:pt x="21816" y="32741"/>
                  </a:cubicBezTo>
                  <a:cubicBezTo>
                    <a:pt x="22316" y="32708"/>
                    <a:pt x="22783" y="32674"/>
                    <a:pt x="23283" y="32641"/>
                  </a:cubicBezTo>
                  <a:close/>
                  <a:moveTo>
                    <a:pt x="24417" y="32641"/>
                  </a:moveTo>
                  <a:cubicBezTo>
                    <a:pt x="24951" y="32674"/>
                    <a:pt x="25418" y="32708"/>
                    <a:pt x="25919" y="32741"/>
                  </a:cubicBezTo>
                  <a:cubicBezTo>
                    <a:pt x="26085" y="33508"/>
                    <a:pt x="26219" y="34242"/>
                    <a:pt x="26386" y="35043"/>
                  </a:cubicBezTo>
                  <a:cubicBezTo>
                    <a:pt x="25652" y="34909"/>
                    <a:pt x="25018" y="34576"/>
                    <a:pt x="24317" y="34242"/>
                  </a:cubicBezTo>
                  <a:cubicBezTo>
                    <a:pt x="24351" y="33708"/>
                    <a:pt x="24384" y="33175"/>
                    <a:pt x="24417" y="32641"/>
                  </a:cubicBezTo>
                  <a:close/>
                  <a:moveTo>
                    <a:pt x="28320" y="32207"/>
                  </a:moveTo>
                  <a:cubicBezTo>
                    <a:pt x="28821" y="32975"/>
                    <a:pt x="29288" y="33742"/>
                    <a:pt x="29755" y="34542"/>
                  </a:cubicBezTo>
                  <a:cubicBezTo>
                    <a:pt x="29254" y="34876"/>
                    <a:pt x="28754" y="35009"/>
                    <a:pt x="28254" y="35143"/>
                  </a:cubicBezTo>
                  <a:lnTo>
                    <a:pt x="28053" y="35143"/>
                  </a:lnTo>
                  <a:cubicBezTo>
                    <a:pt x="27840" y="35182"/>
                    <a:pt x="27692" y="35206"/>
                    <a:pt x="27584" y="35206"/>
                  </a:cubicBezTo>
                  <a:cubicBezTo>
                    <a:pt x="27319" y="35206"/>
                    <a:pt x="27295" y="35059"/>
                    <a:pt x="27153" y="34609"/>
                  </a:cubicBezTo>
                  <a:cubicBezTo>
                    <a:pt x="26919" y="34009"/>
                    <a:pt x="26853" y="33342"/>
                    <a:pt x="26752" y="32708"/>
                  </a:cubicBezTo>
                  <a:cubicBezTo>
                    <a:pt x="27286" y="32541"/>
                    <a:pt x="27820" y="32374"/>
                    <a:pt x="28320" y="32207"/>
                  </a:cubicBezTo>
                  <a:close/>
                  <a:moveTo>
                    <a:pt x="19381" y="32174"/>
                  </a:moveTo>
                  <a:cubicBezTo>
                    <a:pt x="19681" y="32274"/>
                    <a:pt x="19914" y="32374"/>
                    <a:pt x="20181" y="32474"/>
                  </a:cubicBezTo>
                  <a:cubicBezTo>
                    <a:pt x="20415" y="32541"/>
                    <a:pt x="20648" y="32608"/>
                    <a:pt x="20915" y="32708"/>
                  </a:cubicBezTo>
                  <a:cubicBezTo>
                    <a:pt x="20915" y="32808"/>
                    <a:pt x="20948" y="32908"/>
                    <a:pt x="20915" y="33008"/>
                  </a:cubicBezTo>
                  <a:cubicBezTo>
                    <a:pt x="20782" y="33675"/>
                    <a:pt x="20748" y="34342"/>
                    <a:pt x="20448" y="34943"/>
                  </a:cubicBezTo>
                  <a:cubicBezTo>
                    <a:pt x="20361" y="35117"/>
                    <a:pt x="20248" y="35216"/>
                    <a:pt x="20087" y="35216"/>
                  </a:cubicBezTo>
                  <a:cubicBezTo>
                    <a:pt x="20064" y="35216"/>
                    <a:pt x="20040" y="35214"/>
                    <a:pt x="20014" y="35210"/>
                  </a:cubicBezTo>
                  <a:cubicBezTo>
                    <a:pt x="19314" y="35143"/>
                    <a:pt x="18680" y="34976"/>
                    <a:pt x="18080" y="34642"/>
                  </a:cubicBezTo>
                  <a:cubicBezTo>
                    <a:pt x="18046" y="34609"/>
                    <a:pt x="18046" y="34576"/>
                    <a:pt x="17980" y="34542"/>
                  </a:cubicBezTo>
                  <a:cubicBezTo>
                    <a:pt x="18447" y="33742"/>
                    <a:pt x="18914" y="32975"/>
                    <a:pt x="19381" y="32174"/>
                  </a:cubicBezTo>
                  <a:close/>
                  <a:moveTo>
                    <a:pt x="11681" y="29085"/>
                  </a:moveTo>
                  <a:cubicBezTo>
                    <a:pt x="12358" y="29085"/>
                    <a:pt x="13024" y="29180"/>
                    <a:pt x="13710" y="29339"/>
                  </a:cubicBezTo>
                  <a:cubicBezTo>
                    <a:pt x="13710" y="29472"/>
                    <a:pt x="13676" y="29606"/>
                    <a:pt x="13643" y="29706"/>
                  </a:cubicBezTo>
                  <a:cubicBezTo>
                    <a:pt x="13376" y="30540"/>
                    <a:pt x="12943" y="31340"/>
                    <a:pt x="12409" y="32074"/>
                  </a:cubicBezTo>
                  <a:cubicBezTo>
                    <a:pt x="12009" y="32574"/>
                    <a:pt x="11608" y="33075"/>
                    <a:pt x="11175" y="33608"/>
                  </a:cubicBezTo>
                  <a:cubicBezTo>
                    <a:pt x="10541" y="34376"/>
                    <a:pt x="9707" y="34843"/>
                    <a:pt x="8740" y="35076"/>
                  </a:cubicBezTo>
                  <a:cubicBezTo>
                    <a:pt x="8228" y="35185"/>
                    <a:pt x="7717" y="35235"/>
                    <a:pt x="7206" y="35235"/>
                  </a:cubicBezTo>
                  <a:cubicBezTo>
                    <a:pt x="6616" y="35235"/>
                    <a:pt x="6027" y="35168"/>
                    <a:pt x="5437" y="35043"/>
                  </a:cubicBezTo>
                  <a:cubicBezTo>
                    <a:pt x="5070" y="34943"/>
                    <a:pt x="4737" y="34876"/>
                    <a:pt x="4370" y="34809"/>
                  </a:cubicBezTo>
                  <a:cubicBezTo>
                    <a:pt x="4737" y="33241"/>
                    <a:pt x="5304" y="31874"/>
                    <a:pt x="6405" y="30740"/>
                  </a:cubicBezTo>
                  <a:cubicBezTo>
                    <a:pt x="7072" y="30039"/>
                    <a:pt x="7839" y="29572"/>
                    <a:pt x="8806" y="29439"/>
                  </a:cubicBezTo>
                  <a:cubicBezTo>
                    <a:pt x="9574" y="29339"/>
                    <a:pt x="10374" y="29205"/>
                    <a:pt x="11141" y="29105"/>
                  </a:cubicBezTo>
                  <a:cubicBezTo>
                    <a:pt x="11322" y="29091"/>
                    <a:pt x="11502" y="29085"/>
                    <a:pt x="11681" y="29085"/>
                  </a:cubicBezTo>
                  <a:close/>
                  <a:moveTo>
                    <a:pt x="35920" y="29100"/>
                  </a:moveTo>
                  <a:cubicBezTo>
                    <a:pt x="36544" y="29100"/>
                    <a:pt x="37169" y="29212"/>
                    <a:pt x="37794" y="29272"/>
                  </a:cubicBezTo>
                  <a:cubicBezTo>
                    <a:pt x="38261" y="29339"/>
                    <a:pt x="38761" y="29405"/>
                    <a:pt x="39228" y="29505"/>
                  </a:cubicBezTo>
                  <a:cubicBezTo>
                    <a:pt x="40062" y="29706"/>
                    <a:pt x="40762" y="30139"/>
                    <a:pt x="41363" y="30773"/>
                  </a:cubicBezTo>
                  <a:cubicBezTo>
                    <a:pt x="42130" y="31607"/>
                    <a:pt x="42664" y="32574"/>
                    <a:pt x="43031" y="33642"/>
                  </a:cubicBezTo>
                  <a:cubicBezTo>
                    <a:pt x="43131" y="33942"/>
                    <a:pt x="43198" y="34209"/>
                    <a:pt x="43298" y="34509"/>
                  </a:cubicBezTo>
                  <a:cubicBezTo>
                    <a:pt x="43331" y="34609"/>
                    <a:pt x="43331" y="34676"/>
                    <a:pt x="43331" y="34809"/>
                  </a:cubicBezTo>
                  <a:cubicBezTo>
                    <a:pt x="42964" y="34876"/>
                    <a:pt x="42630" y="34976"/>
                    <a:pt x="42297" y="35043"/>
                  </a:cubicBezTo>
                  <a:cubicBezTo>
                    <a:pt x="41707" y="35168"/>
                    <a:pt x="41118" y="35235"/>
                    <a:pt x="40528" y="35235"/>
                  </a:cubicBezTo>
                  <a:cubicBezTo>
                    <a:pt x="40017" y="35235"/>
                    <a:pt x="39506" y="35185"/>
                    <a:pt x="38995" y="35076"/>
                  </a:cubicBezTo>
                  <a:cubicBezTo>
                    <a:pt x="37994" y="34843"/>
                    <a:pt x="37160" y="34376"/>
                    <a:pt x="36493" y="33575"/>
                  </a:cubicBezTo>
                  <a:cubicBezTo>
                    <a:pt x="35859" y="32774"/>
                    <a:pt x="35158" y="31974"/>
                    <a:pt x="34658" y="31040"/>
                  </a:cubicBezTo>
                  <a:cubicBezTo>
                    <a:pt x="34425" y="30573"/>
                    <a:pt x="34258" y="30073"/>
                    <a:pt x="34058" y="29606"/>
                  </a:cubicBezTo>
                  <a:cubicBezTo>
                    <a:pt x="34024" y="29539"/>
                    <a:pt x="34024" y="29472"/>
                    <a:pt x="34024" y="29372"/>
                  </a:cubicBezTo>
                  <a:cubicBezTo>
                    <a:pt x="34591" y="29205"/>
                    <a:pt x="35125" y="29139"/>
                    <a:pt x="35692" y="29105"/>
                  </a:cubicBezTo>
                  <a:cubicBezTo>
                    <a:pt x="35768" y="29102"/>
                    <a:pt x="35844" y="29100"/>
                    <a:pt x="35920" y="29100"/>
                  </a:cubicBezTo>
                  <a:close/>
                  <a:moveTo>
                    <a:pt x="16549" y="35287"/>
                  </a:moveTo>
                  <a:cubicBezTo>
                    <a:pt x="16712" y="35287"/>
                    <a:pt x="16878" y="35295"/>
                    <a:pt x="17046" y="35310"/>
                  </a:cubicBezTo>
                  <a:cubicBezTo>
                    <a:pt x="17679" y="36210"/>
                    <a:pt x="18013" y="37178"/>
                    <a:pt x="17980" y="38278"/>
                  </a:cubicBezTo>
                  <a:cubicBezTo>
                    <a:pt x="17980" y="38812"/>
                    <a:pt x="17779" y="39246"/>
                    <a:pt x="17379" y="39579"/>
                  </a:cubicBezTo>
                  <a:cubicBezTo>
                    <a:pt x="16764" y="40107"/>
                    <a:pt x="16071" y="40325"/>
                    <a:pt x="15301" y="40325"/>
                  </a:cubicBezTo>
                  <a:cubicBezTo>
                    <a:pt x="15194" y="40325"/>
                    <a:pt x="15087" y="40321"/>
                    <a:pt x="14977" y="40313"/>
                  </a:cubicBezTo>
                  <a:cubicBezTo>
                    <a:pt x="14410" y="40246"/>
                    <a:pt x="13977" y="39980"/>
                    <a:pt x="13676" y="39513"/>
                  </a:cubicBezTo>
                  <a:cubicBezTo>
                    <a:pt x="13243" y="38812"/>
                    <a:pt x="13043" y="38045"/>
                    <a:pt x="13209" y="37178"/>
                  </a:cubicBezTo>
                  <a:cubicBezTo>
                    <a:pt x="13276" y="36711"/>
                    <a:pt x="13510" y="36344"/>
                    <a:pt x="13910" y="36077"/>
                  </a:cubicBezTo>
                  <a:cubicBezTo>
                    <a:pt x="14734" y="35537"/>
                    <a:pt x="15607" y="35287"/>
                    <a:pt x="16549" y="35287"/>
                  </a:cubicBezTo>
                  <a:close/>
                  <a:moveTo>
                    <a:pt x="31066" y="35273"/>
                  </a:moveTo>
                  <a:cubicBezTo>
                    <a:pt x="31987" y="35273"/>
                    <a:pt x="32851" y="35481"/>
                    <a:pt x="33657" y="35977"/>
                  </a:cubicBezTo>
                  <a:cubicBezTo>
                    <a:pt x="34158" y="36277"/>
                    <a:pt x="34458" y="36677"/>
                    <a:pt x="34525" y="37244"/>
                  </a:cubicBezTo>
                  <a:cubicBezTo>
                    <a:pt x="34658" y="38212"/>
                    <a:pt x="34458" y="39146"/>
                    <a:pt x="33724" y="39880"/>
                  </a:cubicBezTo>
                  <a:cubicBezTo>
                    <a:pt x="33491" y="40113"/>
                    <a:pt x="33157" y="40246"/>
                    <a:pt x="32823" y="40313"/>
                  </a:cubicBezTo>
                  <a:cubicBezTo>
                    <a:pt x="32699" y="40324"/>
                    <a:pt x="32576" y="40330"/>
                    <a:pt x="32455" y="40330"/>
                  </a:cubicBezTo>
                  <a:cubicBezTo>
                    <a:pt x="31830" y="40330"/>
                    <a:pt x="31248" y="40181"/>
                    <a:pt x="30689" y="39846"/>
                  </a:cubicBezTo>
                  <a:cubicBezTo>
                    <a:pt x="30021" y="39413"/>
                    <a:pt x="29688" y="38845"/>
                    <a:pt x="29755" y="38012"/>
                  </a:cubicBezTo>
                  <a:cubicBezTo>
                    <a:pt x="29721" y="37078"/>
                    <a:pt x="30122" y="36244"/>
                    <a:pt x="30589" y="35443"/>
                  </a:cubicBezTo>
                  <a:cubicBezTo>
                    <a:pt x="30655" y="35310"/>
                    <a:pt x="30722" y="35310"/>
                    <a:pt x="30855" y="35276"/>
                  </a:cubicBezTo>
                  <a:cubicBezTo>
                    <a:pt x="30926" y="35274"/>
                    <a:pt x="30996" y="35273"/>
                    <a:pt x="31066" y="35273"/>
                  </a:cubicBezTo>
                  <a:close/>
                  <a:moveTo>
                    <a:pt x="33657" y="31140"/>
                  </a:moveTo>
                  <a:cubicBezTo>
                    <a:pt x="33657" y="31140"/>
                    <a:pt x="33691" y="31140"/>
                    <a:pt x="33691" y="31173"/>
                  </a:cubicBezTo>
                  <a:cubicBezTo>
                    <a:pt x="34325" y="32374"/>
                    <a:pt x="35225" y="33408"/>
                    <a:pt x="36092" y="34409"/>
                  </a:cubicBezTo>
                  <a:cubicBezTo>
                    <a:pt x="36393" y="34743"/>
                    <a:pt x="36760" y="35009"/>
                    <a:pt x="37160" y="35243"/>
                  </a:cubicBezTo>
                  <a:cubicBezTo>
                    <a:pt x="37493" y="35443"/>
                    <a:pt x="37760" y="35677"/>
                    <a:pt x="37927" y="36010"/>
                  </a:cubicBezTo>
                  <a:cubicBezTo>
                    <a:pt x="38194" y="36477"/>
                    <a:pt x="38494" y="36944"/>
                    <a:pt x="38628" y="37478"/>
                  </a:cubicBezTo>
                  <a:cubicBezTo>
                    <a:pt x="38861" y="38545"/>
                    <a:pt x="38728" y="39579"/>
                    <a:pt x="38327" y="40613"/>
                  </a:cubicBezTo>
                  <a:cubicBezTo>
                    <a:pt x="38094" y="41147"/>
                    <a:pt x="37827" y="41647"/>
                    <a:pt x="37393" y="42048"/>
                  </a:cubicBezTo>
                  <a:cubicBezTo>
                    <a:pt x="37027" y="42386"/>
                    <a:pt x="36566" y="42605"/>
                    <a:pt x="36071" y="42605"/>
                  </a:cubicBezTo>
                  <a:cubicBezTo>
                    <a:pt x="35979" y="42605"/>
                    <a:pt x="35886" y="42597"/>
                    <a:pt x="35792" y="42581"/>
                  </a:cubicBezTo>
                  <a:cubicBezTo>
                    <a:pt x="35559" y="42548"/>
                    <a:pt x="35392" y="42415"/>
                    <a:pt x="35259" y="42215"/>
                  </a:cubicBezTo>
                  <a:cubicBezTo>
                    <a:pt x="35025" y="41881"/>
                    <a:pt x="34825" y="41514"/>
                    <a:pt x="34691" y="41114"/>
                  </a:cubicBezTo>
                  <a:cubicBezTo>
                    <a:pt x="34558" y="40747"/>
                    <a:pt x="34658" y="40447"/>
                    <a:pt x="34992" y="40280"/>
                  </a:cubicBezTo>
                  <a:cubicBezTo>
                    <a:pt x="35092" y="40213"/>
                    <a:pt x="35192" y="40146"/>
                    <a:pt x="35292" y="40080"/>
                  </a:cubicBezTo>
                  <a:cubicBezTo>
                    <a:pt x="35419" y="39953"/>
                    <a:pt x="35573" y="39906"/>
                    <a:pt x="35736" y="39906"/>
                  </a:cubicBezTo>
                  <a:cubicBezTo>
                    <a:pt x="35830" y="39906"/>
                    <a:pt x="35928" y="39922"/>
                    <a:pt x="36026" y="39946"/>
                  </a:cubicBezTo>
                  <a:cubicBezTo>
                    <a:pt x="36293" y="40013"/>
                    <a:pt x="36359" y="40180"/>
                    <a:pt x="36359" y="40580"/>
                  </a:cubicBezTo>
                  <a:cubicBezTo>
                    <a:pt x="36293" y="40547"/>
                    <a:pt x="36226" y="40547"/>
                    <a:pt x="36126" y="40547"/>
                  </a:cubicBezTo>
                  <a:cubicBezTo>
                    <a:pt x="36100" y="40542"/>
                    <a:pt x="36076" y="40540"/>
                    <a:pt x="36051" y="40540"/>
                  </a:cubicBezTo>
                  <a:cubicBezTo>
                    <a:pt x="35885" y="40540"/>
                    <a:pt x="35750" y="40639"/>
                    <a:pt x="35692" y="40814"/>
                  </a:cubicBezTo>
                  <a:cubicBezTo>
                    <a:pt x="35625" y="40980"/>
                    <a:pt x="35659" y="41147"/>
                    <a:pt x="35792" y="41314"/>
                  </a:cubicBezTo>
                  <a:cubicBezTo>
                    <a:pt x="35931" y="41453"/>
                    <a:pt x="36129" y="41532"/>
                    <a:pt x="36329" y="41532"/>
                  </a:cubicBezTo>
                  <a:cubicBezTo>
                    <a:pt x="36466" y="41532"/>
                    <a:pt x="36604" y="41495"/>
                    <a:pt x="36726" y="41414"/>
                  </a:cubicBezTo>
                  <a:cubicBezTo>
                    <a:pt x="37060" y="41180"/>
                    <a:pt x="37260" y="40880"/>
                    <a:pt x="37227" y="40413"/>
                  </a:cubicBezTo>
                  <a:cubicBezTo>
                    <a:pt x="37160" y="39579"/>
                    <a:pt x="36593" y="39079"/>
                    <a:pt x="35759" y="39079"/>
                  </a:cubicBezTo>
                  <a:lnTo>
                    <a:pt x="35292" y="39079"/>
                  </a:lnTo>
                  <a:cubicBezTo>
                    <a:pt x="35325" y="38946"/>
                    <a:pt x="35325" y="38812"/>
                    <a:pt x="35359" y="38712"/>
                  </a:cubicBezTo>
                  <a:cubicBezTo>
                    <a:pt x="35525" y="38112"/>
                    <a:pt x="35525" y="37511"/>
                    <a:pt x="35392" y="36911"/>
                  </a:cubicBezTo>
                  <a:cubicBezTo>
                    <a:pt x="35259" y="36210"/>
                    <a:pt x="34858" y="35643"/>
                    <a:pt x="34258" y="35276"/>
                  </a:cubicBezTo>
                  <a:cubicBezTo>
                    <a:pt x="33557" y="34843"/>
                    <a:pt x="32790" y="34509"/>
                    <a:pt x="31956" y="34409"/>
                  </a:cubicBezTo>
                  <a:cubicBezTo>
                    <a:pt x="31923" y="34409"/>
                    <a:pt x="31889" y="34409"/>
                    <a:pt x="31789" y="34376"/>
                  </a:cubicBezTo>
                  <a:cubicBezTo>
                    <a:pt x="32223" y="33875"/>
                    <a:pt x="32723" y="33475"/>
                    <a:pt x="32957" y="32908"/>
                  </a:cubicBezTo>
                  <a:cubicBezTo>
                    <a:pt x="33224" y="32307"/>
                    <a:pt x="33424" y="31740"/>
                    <a:pt x="33657" y="31140"/>
                  </a:cubicBezTo>
                  <a:close/>
                  <a:moveTo>
                    <a:pt x="14110" y="31107"/>
                  </a:moveTo>
                  <a:cubicBezTo>
                    <a:pt x="14410" y="32341"/>
                    <a:pt x="14911" y="33475"/>
                    <a:pt x="15945" y="34342"/>
                  </a:cubicBezTo>
                  <a:cubicBezTo>
                    <a:pt x="15511" y="34442"/>
                    <a:pt x="15111" y="34509"/>
                    <a:pt x="14777" y="34642"/>
                  </a:cubicBezTo>
                  <a:cubicBezTo>
                    <a:pt x="14277" y="34843"/>
                    <a:pt x="13777" y="35076"/>
                    <a:pt x="13343" y="35376"/>
                  </a:cubicBezTo>
                  <a:cubicBezTo>
                    <a:pt x="12642" y="35843"/>
                    <a:pt x="12309" y="36577"/>
                    <a:pt x="12242" y="37411"/>
                  </a:cubicBezTo>
                  <a:cubicBezTo>
                    <a:pt x="12209" y="37811"/>
                    <a:pt x="12242" y="38212"/>
                    <a:pt x="12342" y="38612"/>
                  </a:cubicBezTo>
                  <a:cubicBezTo>
                    <a:pt x="12376" y="38779"/>
                    <a:pt x="12409" y="38912"/>
                    <a:pt x="12442" y="39079"/>
                  </a:cubicBezTo>
                  <a:lnTo>
                    <a:pt x="12175" y="39079"/>
                  </a:lnTo>
                  <a:cubicBezTo>
                    <a:pt x="12093" y="39071"/>
                    <a:pt x="12014" y="39067"/>
                    <a:pt x="11937" y="39067"/>
                  </a:cubicBezTo>
                  <a:cubicBezTo>
                    <a:pt x="11674" y="39067"/>
                    <a:pt x="11441" y="39116"/>
                    <a:pt x="11208" y="39246"/>
                  </a:cubicBezTo>
                  <a:cubicBezTo>
                    <a:pt x="10574" y="39579"/>
                    <a:pt x="10474" y="40246"/>
                    <a:pt x="10508" y="40680"/>
                  </a:cubicBezTo>
                  <a:cubicBezTo>
                    <a:pt x="10541" y="41047"/>
                    <a:pt x="10908" y="41447"/>
                    <a:pt x="11275" y="41514"/>
                  </a:cubicBezTo>
                  <a:cubicBezTo>
                    <a:pt x="11318" y="41519"/>
                    <a:pt x="11360" y="41522"/>
                    <a:pt x="11400" y="41522"/>
                  </a:cubicBezTo>
                  <a:cubicBezTo>
                    <a:pt x="11607" y="41522"/>
                    <a:pt x="11774" y="41448"/>
                    <a:pt x="11942" y="41281"/>
                  </a:cubicBezTo>
                  <a:cubicBezTo>
                    <a:pt x="12075" y="41147"/>
                    <a:pt x="12109" y="40947"/>
                    <a:pt x="12009" y="40780"/>
                  </a:cubicBezTo>
                  <a:cubicBezTo>
                    <a:pt x="11951" y="40635"/>
                    <a:pt x="11817" y="40540"/>
                    <a:pt x="11651" y="40540"/>
                  </a:cubicBezTo>
                  <a:cubicBezTo>
                    <a:pt x="11626" y="40540"/>
                    <a:pt x="11601" y="40542"/>
                    <a:pt x="11575" y="40547"/>
                  </a:cubicBezTo>
                  <a:cubicBezTo>
                    <a:pt x="11508" y="40547"/>
                    <a:pt x="11442" y="40547"/>
                    <a:pt x="11341" y="40580"/>
                  </a:cubicBezTo>
                  <a:cubicBezTo>
                    <a:pt x="11366" y="40134"/>
                    <a:pt x="11630" y="39890"/>
                    <a:pt x="11970" y="39890"/>
                  </a:cubicBezTo>
                  <a:cubicBezTo>
                    <a:pt x="12087" y="39890"/>
                    <a:pt x="12214" y="39920"/>
                    <a:pt x="12342" y="39980"/>
                  </a:cubicBezTo>
                  <a:cubicBezTo>
                    <a:pt x="12509" y="40080"/>
                    <a:pt x="12709" y="40213"/>
                    <a:pt x="12876" y="40347"/>
                  </a:cubicBezTo>
                  <a:cubicBezTo>
                    <a:pt x="13076" y="40513"/>
                    <a:pt x="13109" y="40780"/>
                    <a:pt x="13043" y="41014"/>
                  </a:cubicBezTo>
                  <a:cubicBezTo>
                    <a:pt x="12943" y="41514"/>
                    <a:pt x="12676" y="41948"/>
                    <a:pt x="12376" y="42315"/>
                  </a:cubicBezTo>
                  <a:cubicBezTo>
                    <a:pt x="12230" y="42519"/>
                    <a:pt x="12007" y="42621"/>
                    <a:pt x="11775" y="42621"/>
                  </a:cubicBezTo>
                  <a:cubicBezTo>
                    <a:pt x="11742" y="42621"/>
                    <a:pt x="11708" y="42619"/>
                    <a:pt x="11675" y="42615"/>
                  </a:cubicBezTo>
                  <a:cubicBezTo>
                    <a:pt x="11041" y="42548"/>
                    <a:pt x="10474" y="42315"/>
                    <a:pt x="10074" y="41781"/>
                  </a:cubicBezTo>
                  <a:cubicBezTo>
                    <a:pt x="9240" y="40647"/>
                    <a:pt x="8873" y="39346"/>
                    <a:pt x="9006" y="37945"/>
                  </a:cubicBezTo>
                  <a:cubicBezTo>
                    <a:pt x="9073" y="37244"/>
                    <a:pt x="9373" y="36644"/>
                    <a:pt x="9740" y="36077"/>
                  </a:cubicBezTo>
                  <a:cubicBezTo>
                    <a:pt x="9940" y="35710"/>
                    <a:pt x="10207" y="35443"/>
                    <a:pt x="10574" y="35243"/>
                  </a:cubicBezTo>
                  <a:cubicBezTo>
                    <a:pt x="11308" y="34843"/>
                    <a:pt x="11842" y="34209"/>
                    <a:pt x="12342" y="33575"/>
                  </a:cubicBezTo>
                  <a:cubicBezTo>
                    <a:pt x="12943" y="32808"/>
                    <a:pt x="13576" y="32041"/>
                    <a:pt x="14010" y="31173"/>
                  </a:cubicBezTo>
                  <a:cubicBezTo>
                    <a:pt x="14010" y="31140"/>
                    <a:pt x="14043" y="31140"/>
                    <a:pt x="14110" y="31107"/>
                  </a:cubicBezTo>
                  <a:close/>
                  <a:moveTo>
                    <a:pt x="22216" y="35777"/>
                  </a:moveTo>
                  <a:cubicBezTo>
                    <a:pt x="21615" y="36644"/>
                    <a:pt x="21282" y="37578"/>
                    <a:pt x="20915" y="38512"/>
                  </a:cubicBezTo>
                  <a:cubicBezTo>
                    <a:pt x="20681" y="39079"/>
                    <a:pt x="20448" y="39613"/>
                    <a:pt x="20381" y="40213"/>
                  </a:cubicBezTo>
                  <a:cubicBezTo>
                    <a:pt x="20348" y="40447"/>
                    <a:pt x="20315" y="40680"/>
                    <a:pt x="20348" y="40880"/>
                  </a:cubicBezTo>
                  <a:cubicBezTo>
                    <a:pt x="20348" y="41247"/>
                    <a:pt x="20281" y="41581"/>
                    <a:pt x="20081" y="41914"/>
                  </a:cubicBezTo>
                  <a:cubicBezTo>
                    <a:pt x="19814" y="42381"/>
                    <a:pt x="19547" y="42882"/>
                    <a:pt x="19114" y="43282"/>
                  </a:cubicBezTo>
                  <a:cubicBezTo>
                    <a:pt x="18480" y="43882"/>
                    <a:pt x="17713" y="44283"/>
                    <a:pt x="16845" y="44483"/>
                  </a:cubicBezTo>
                  <a:cubicBezTo>
                    <a:pt x="16433" y="44565"/>
                    <a:pt x="16021" y="44622"/>
                    <a:pt x="15616" y="44622"/>
                  </a:cubicBezTo>
                  <a:cubicBezTo>
                    <a:pt x="15366" y="44622"/>
                    <a:pt x="15119" y="44600"/>
                    <a:pt x="14877" y="44550"/>
                  </a:cubicBezTo>
                  <a:cubicBezTo>
                    <a:pt x="14244" y="44449"/>
                    <a:pt x="13743" y="44116"/>
                    <a:pt x="13410" y="43616"/>
                  </a:cubicBezTo>
                  <a:cubicBezTo>
                    <a:pt x="13209" y="43315"/>
                    <a:pt x="13176" y="42982"/>
                    <a:pt x="13376" y="42682"/>
                  </a:cubicBezTo>
                  <a:cubicBezTo>
                    <a:pt x="13576" y="42348"/>
                    <a:pt x="13777" y="42014"/>
                    <a:pt x="14010" y="41714"/>
                  </a:cubicBezTo>
                  <a:cubicBezTo>
                    <a:pt x="14169" y="41516"/>
                    <a:pt x="14339" y="41424"/>
                    <a:pt x="14529" y="41424"/>
                  </a:cubicBezTo>
                  <a:cubicBezTo>
                    <a:pt x="14658" y="41424"/>
                    <a:pt x="14795" y="41466"/>
                    <a:pt x="14944" y="41547"/>
                  </a:cubicBezTo>
                  <a:cubicBezTo>
                    <a:pt x="15044" y="41581"/>
                    <a:pt x="15178" y="41647"/>
                    <a:pt x="15278" y="41681"/>
                  </a:cubicBezTo>
                  <a:cubicBezTo>
                    <a:pt x="15511" y="41814"/>
                    <a:pt x="15645" y="42048"/>
                    <a:pt x="15711" y="42281"/>
                  </a:cubicBezTo>
                  <a:cubicBezTo>
                    <a:pt x="15778" y="42581"/>
                    <a:pt x="15611" y="42748"/>
                    <a:pt x="15344" y="42882"/>
                  </a:cubicBezTo>
                  <a:cubicBezTo>
                    <a:pt x="15311" y="42815"/>
                    <a:pt x="15311" y="42715"/>
                    <a:pt x="15244" y="42648"/>
                  </a:cubicBezTo>
                  <a:cubicBezTo>
                    <a:pt x="15186" y="42503"/>
                    <a:pt x="15077" y="42408"/>
                    <a:pt x="14918" y="42408"/>
                  </a:cubicBezTo>
                  <a:cubicBezTo>
                    <a:pt x="14895" y="42408"/>
                    <a:pt x="14870" y="42410"/>
                    <a:pt x="14844" y="42415"/>
                  </a:cubicBezTo>
                  <a:cubicBezTo>
                    <a:pt x="14644" y="42415"/>
                    <a:pt x="14510" y="42515"/>
                    <a:pt x="14444" y="42682"/>
                  </a:cubicBezTo>
                  <a:cubicBezTo>
                    <a:pt x="14310" y="43048"/>
                    <a:pt x="14477" y="43482"/>
                    <a:pt x="14877" y="43616"/>
                  </a:cubicBezTo>
                  <a:cubicBezTo>
                    <a:pt x="15018" y="43679"/>
                    <a:pt x="15165" y="43709"/>
                    <a:pt x="15311" y="43709"/>
                  </a:cubicBezTo>
                  <a:cubicBezTo>
                    <a:pt x="15926" y="43709"/>
                    <a:pt x="16525" y="43182"/>
                    <a:pt x="16579" y="42481"/>
                  </a:cubicBezTo>
                  <a:cubicBezTo>
                    <a:pt x="16579" y="42148"/>
                    <a:pt x="16512" y="41881"/>
                    <a:pt x="16345" y="41614"/>
                  </a:cubicBezTo>
                  <a:cubicBezTo>
                    <a:pt x="16278" y="41481"/>
                    <a:pt x="16178" y="41347"/>
                    <a:pt x="16078" y="41180"/>
                  </a:cubicBezTo>
                  <a:cubicBezTo>
                    <a:pt x="16245" y="41147"/>
                    <a:pt x="16378" y="41080"/>
                    <a:pt x="16512" y="41047"/>
                  </a:cubicBezTo>
                  <a:cubicBezTo>
                    <a:pt x="17179" y="40880"/>
                    <a:pt x="17713" y="40513"/>
                    <a:pt x="18180" y="40046"/>
                  </a:cubicBezTo>
                  <a:cubicBezTo>
                    <a:pt x="18613" y="39613"/>
                    <a:pt x="18847" y="39046"/>
                    <a:pt x="18880" y="38412"/>
                  </a:cubicBezTo>
                  <a:cubicBezTo>
                    <a:pt x="18914" y="37545"/>
                    <a:pt x="18813" y="36744"/>
                    <a:pt x="18480" y="35943"/>
                  </a:cubicBezTo>
                  <a:cubicBezTo>
                    <a:pt x="18447" y="35910"/>
                    <a:pt x="18447" y="35877"/>
                    <a:pt x="18447" y="35810"/>
                  </a:cubicBezTo>
                  <a:lnTo>
                    <a:pt x="18447" y="35810"/>
                  </a:lnTo>
                  <a:cubicBezTo>
                    <a:pt x="18974" y="35921"/>
                    <a:pt x="19478" y="36101"/>
                    <a:pt x="20016" y="36101"/>
                  </a:cubicBezTo>
                  <a:cubicBezTo>
                    <a:pt x="20125" y="36101"/>
                    <a:pt x="20236" y="36094"/>
                    <a:pt x="20348" y="36077"/>
                  </a:cubicBezTo>
                  <a:cubicBezTo>
                    <a:pt x="20948" y="36010"/>
                    <a:pt x="21549" y="35877"/>
                    <a:pt x="22216" y="35777"/>
                  </a:cubicBezTo>
                  <a:close/>
                  <a:moveTo>
                    <a:pt x="25552" y="35777"/>
                  </a:moveTo>
                  <a:lnTo>
                    <a:pt x="25552" y="35777"/>
                  </a:lnTo>
                  <a:cubicBezTo>
                    <a:pt x="26229" y="35960"/>
                    <a:pt x="26906" y="36092"/>
                    <a:pt x="27588" y="36092"/>
                  </a:cubicBezTo>
                  <a:cubicBezTo>
                    <a:pt x="28150" y="36092"/>
                    <a:pt x="28715" y="36002"/>
                    <a:pt x="29288" y="35777"/>
                  </a:cubicBezTo>
                  <a:lnTo>
                    <a:pt x="29288" y="35777"/>
                  </a:lnTo>
                  <a:cubicBezTo>
                    <a:pt x="29254" y="35910"/>
                    <a:pt x="29254" y="35977"/>
                    <a:pt x="29221" y="36043"/>
                  </a:cubicBezTo>
                  <a:cubicBezTo>
                    <a:pt x="28887" y="36844"/>
                    <a:pt x="28787" y="37678"/>
                    <a:pt x="28854" y="38512"/>
                  </a:cubicBezTo>
                  <a:cubicBezTo>
                    <a:pt x="28887" y="39112"/>
                    <a:pt x="29154" y="39679"/>
                    <a:pt x="29588" y="40113"/>
                  </a:cubicBezTo>
                  <a:cubicBezTo>
                    <a:pt x="30055" y="40547"/>
                    <a:pt x="30589" y="40880"/>
                    <a:pt x="31222" y="41047"/>
                  </a:cubicBezTo>
                  <a:cubicBezTo>
                    <a:pt x="31356" y="41080"/>
                    <a:pt x="31489" y="41114"/>
                    <a:pt x="31656" y="41180"/>
                  </a:cubicBezTo>
                  <a:cubicBezTo>
                    <a:pt x="31556" y="41314"/>
                    <a:pt x="31489" y="41414"/>
                    <a:pt x="31422" y="41514"/>
                  </a:cubicBezTo>
                  <a:cubicBezTo>
                    <a:pt x="30955" y="42281"/>
                    <a:pt x="31089" y="43149"/>
                    <a:pt x="32023" y="43649"/>
                  </a:cubicBezTo>
                  <a:cubicBezTo>
                    <a:pt x="32150" y="43716"/>
                    <a:pt x="32285" y="43747"/>
                    <a:pt x="32419" y="43747"/>
                  </a:cubicBezTo>
                  <a:cubicBezTo>
                    <a:pt x="32882" y="43747"/>
                    <a:pt x="33324" y="43381"/>
                    <a:pt x="33324" y="42915"/>
                  </a:cubicBezTo>
                  <a:cubicBezTo>
                    <a:pt x="33324" y="42648"/>
                    <a:pt x="33190" y="42448"/>
                    <a:pt x="32957" y="42415"/>
                  </a:cubicBezTo>
                  <a:cubicBezTo>
                    <a:pt x="32917" y="42403"/>
                    <a:pt x="32879" y="42398"/>
                    <a:pt x="32842" y="42398"/>
                  </a:cubicBezTo>
                  <a:cubicBezTo>
                    <a:pt x="32667" y="42398"/>
                    <a:pt x="32534" y="42527"/>
                    <a:pt x="32423" y="42748"/>
                  </a:cubicBezTo>
                  <a:cubicBezTo>
                    <a:pt x="32423" y="42782"/>
                    <a:pt x="32390" y="42815"/>
                    <a:pt x="32390" y="42848"/>
                  </a:cubicBezTo>
                  <a:cubicBezTo>
                    <a:pt x="32023" y="42715"/>
                    <a:pt x="31923" y="42481"/>
                    <a:pt x="32056" y="42148"/>
                  </a:cubicBezTo>
                  <a:cubicBezTo>
                    <a:pt x="32156" y="41914"/>
                    <a:pt x="32290" y="41748"/>
                    <a:pt x="32557" y="41647"/>
                  </a:cubicBezTo>
                  <a:cubicBezTo>
                    <a:pt x="32623" y="41614"/>
                    <a:pt x="32723" y="41581"/>
                    <a:pt x="32790" y="41547"/>
                  </a:cubicBezTo>
                  <a:cubicBezTo>
                    <a:pt x="32939" y="41466"/>
                    <a:pt x="33076" y="41424"/>
                    <a:pt x="33205" y="41424"/>
                  </a:cubicBezTo>
                  <a:cubicBezTo>
                    <a:pt x="33395" y="41424"/>
                    <a:pt x="33565" y="41516"/>
                    <a:pt x="33724" y="41714"/>
                  </a:cubicBezTo>
                  <a:cubicBezTo>
                    <a:pt x="33924" y="41981"/>
                    <a:pt x="34091" y="42281"/>
                    <a:pt x="34258" y="42548"/>
                  </a:cubicBezTo>
                  <a:cubicBezTo>
                    <a:pt x="34591" y="43149"/>
                    <a:pt x="34425" y="43649"/>
                    <a:pt x="33924" y="44083"/>
                  </a:cubicBezTo>
                  <a:cubicBezTo>
                    <a:pt x="33366" y="44529"/>
                    <a:pt x="32761" y="44625"/>
                    <a:pt x="32129" y="44625"/>
                  </a:cubicBezTo>
                  <a:cubicBezTo>
                    <a:pt x="32006" y="44625"/>
                    <a:pt x="31881" y="44622"/>
                    <a:pt x="31756" y="44616"/>
                  </a:cubicBezTo>
                  <a:cubicBezTo>
                    <a:pt x="30789" y="44550"/>
                    <a:pt x="29855" y="44249"/>
                    <a:pt x="29087" y="43682"/>
                  </a:cubicBezTo>
                  <a:cubicBezTo>
                    <a:pt x="28754" y="43449"/>
                    <a:pt x="28420" y="43149"/>
                    <a:pt x="28187" y="42815"/>
                  </a:cubicBezTo>
                  <a:cubicBezTo>
                    <a:pt x="27920" y="42448"/>
                    <a:pt x="27720" y="42014"/>
                    <a:pt x="27486" y="41614"/>
                  </a:cubicBezTo>
                  <a:cubicBezTo>
                    <a:pt x="27420" y="41514"/>
                    <a:pt x="27386" y="41381"/>
                    <a:pt x="27420" y="41281"/>
                  </a:cubicBezTo>
                  <a:cubicBezTo>
                    <a:pt x="27453" y="40347"/>
                    <a:pt x="27186" y="39479"/>
                    <a:pt x="26853" y="38612"/>
                  </a:cubicBezTo>
                  <a:cubicBezTo>
                    <a:pt x="26486" y="37711"/>
                    <a:pt x="26152" y="36777"/>
                    <a:pt x="25585" y="35943"/>
                  </a:cubicBezTo>
                  <a:cubicBezTo>
                    <a:pt x="25585" y="35910"/>
                    <a:pt x="25585" y="35843"/>
                    <a:pt x="25552" y="35777"/>
                  </a:cubicBezTo>
                  <a:close/>
                  <a:moveTo>
                    <a:pt x="23850" y="35210"/>
                  </a:moveTo>
                  <a:cubicBezTo>
                    <a:pt x="24317" y="35643"/>
                    <a:pt x="24684" y="36144"/>
                    <a:pt x="24985" y="36644"/>
                  </a:cubicBezTo>
                  <a:cubicBezTo>
                    <a:pt x="25552" y="37678"/>
                    <a:pt x="25985" y="38745"/>
                    <a:pt x="26352" y="39846"/>
                  </a:cubicBezTo>
                  <a:cubicBezTo>
                    <a:pt x="26619" y="40613"/>
                    <a:pt x="26586" y="41414"/>
                    <a:pt x="26352" y="42215"/>
                  </a:cubicBezTo>
                  <a:cubicBezTo>
                    <a:pt x="26052" y="43149"/>
                    <a:pt x="25652" y="44016"/>
                    <a:pt x="25018" y="44750"/>
                  </a:cubicBezTo>
                  <a:cubicBezTo>
                    <a:pt x="24651" y="45183"/>
                    <a:pt x="24284" y="45617"/>
                    <a:pt x="23884" y="46051"/>
                  </a:cubicBezTo>
                  <a:cubicBezTo>
                    <a:pt x="23784" y="45951"/>
                    <a:pt x="23717" y="45917"/>
                    <a:pt x="23650" y="45850"/>
                  </a:cubicBezTo>
                  <a:cubicBezTo>
                    <a:pt x="22883" y="45017"/>
                    <a:pt x="22183" y="44183"/>
                    <a:pt x="21716" y="43149"/>
                  </a:cubicBezTo>
                  <a:cubicBezTo>
                    <a:pt x="21249" y="42114"/>
                    <a:pt x="21082" y="41114"/>
                    <a:pt x="21315" y="40013"/>
                  </a:cubicBezTo>
                  <a:cubicBezTo>
                    <a:pt x="21382" y="39713"/>
                    <a:pt x="21482" y="39379"/>
                    <a:pt x="21615" y="39079"/>
                  </a:cubicBezTo>
                  <a:cubicBezTo>
                    <a:pt x="21982" y="38245"/>
                    <a:pt x="22283" y="37378"/>
                    <a:pt x="22750" y="36611"/>
                  </a:cubicBezTo>
                  <a:cubicBezTo>
                    <a:pt x="23050" y="36110"/>
                    <a:pt x="23417" y="35677"/>
                    <a:pt x="23850" y="35210"/>
                  </a:cubicBezTo>
                  <a:close/>
                  <a:moveTo>
                    <a:pt x="23863" y="1"/>
                  </a:moveTo>
                  <a:cubicBezTo>
                    <a:pt x="23717" y="1"/>
                    <a:pt x="23567" y="51"/>
                    <a:pt x="23450" y="151"/>
                  </a:cubicBezTo>
                  <a:cubicBezTo>
                    <a:pt x="23350" y="285"/>
                    <a:pt x="23250" y="385"/>
                    <a:pt x="23150" y="485"/>
                  </a:cubicBezTo>
                  <a:cubicBezTo>
                    <a:pt x="22082" y="1519"/>
                    <a:pt x="21182" y="2653"/>
                    <a:pt x="20681" y="4054"/>
                  </a:cubicBezTo>
                  <a:cubicBezTo>
                    <a:pt x="20648" y="4121"/>
                    <a:pt x="20615" y="4187"/>
                    <a:pt x="20581" y="4254"/>
                  </a:cubicBezTo>
                  <a:cubicBezTo>
                    <a:pt x="20548" y="4187"/>
                    <a:pt x="20515" y="4187"/>
                    <a:pt x="20515" y="4154"/>
                  </a:cubicBezTo>
                  <a:cubicBezTo>
                    <a:pt x="19814" y="2886"/>
                    <a:pt x="18647" y="2219"/>
                    <a:pt x="17312" y="1819"/>
                  </a:cubicBezTo>
                  <a:cubicBezTo>
                    <a:pt x="16752" y="1655"/>
                    <a:pt x="16175" y="1574"/>
                    <a:pt x="15594" y="1574"/>
                  </a:cubicBezTo>
                  <a:cubicBezTo>
                    <a:pt x="15344" y="1574"/>
                    <a:pt x="15094" y="1589"/>
                    <a:pt x="14844" y="1619"/>
                  </a:cubicBezTo>
                  <a:cubicBezTo>
                    <a:pt x="13977" y="1719"/>
                    <a:pt x="13343" y="2153"/>
                    <a:pt x="12843" y="2820"/>
                  </a:cubicBezTo>
                  <a:cubicBezTo>
                    <a:pt x="12642" y="3053"/>
                    <a:pt x="12542" y="3387"/>
                    <a:pt x="12376" y="3687"/>
                  </a:cubicBezTo>
                  <a:cubicBezTo>
                    <a:pt x="12175" y="3654"/>
                    <a:pt x="11942" y="3587"/>
                    <a:pt x="11742" y="3587"/>
                  </a:cubicBezTo>
                  <a:cubicBezTo>
                    <a:pt x="10774" y="3620"/>
                    <a:pt x="9974" y="3987"/>
                    <a:pt x="9373" y="4788"/>
                  </a:cubicBezTo>
                  <a:cubicBezTo>
                    <a:pt x="9240" y="4955"/>
                    <a:pt x="9140" y="5155"/>
                    <a:pt x="9040" y="5321"/>
                  </a:cubicBezTo>
                  <a:cubicBezTo>
                    <a:pt x="8506" y="6255"/>
                    <a:pt x="8173" y="7223"/>
                    <a:pt x="8139" y="8290"/>
                  </a:cubicBezTo>
                  <a:cubicBezTo>
                    <a:pt x="8106" y="9224"/>
                    <a:pt x="8273" y="10058"/>
                    <a:pt x="8740" y="10892"/>
                  </a:cubicBezTo>
                  <a:cubicBezTo>
                    <a:pt x="8740" y="10925"/>
                    <a:pt x="8740" y="10959"/>
                    <a:pt x="8773" y="11026"/>
                  </a:cubicBezTo>
                  <a:lnTo>
                    <a:pt x="8606" y="11026"/>
                  </a:lnTo>
                  <a:cubicBezTo>
                    <a:pt x="8173" y="10992"/>
                    <a:pt x="7706" y="10959"/>
                    <a:pt x="7272" y="10925"/>
                  </a:cubicBezTo>
                  <a:cubicBezTo>
                    <a:pt x="7122" y="10909"/>
                    <a:pt x="6980" y="10900"/>
                    <a:pt x="6838" y="10900"/>
                  </a:cubicBezTo>
                  <a:cubicBezTo>
                    <a:pt x="6697" y="10900"/>
                    <a:pt x="6555" y="10909"/>
                    <a:pt x="6405" y="10925"/>
                  </a:cubicBezTo>
                  <a:cubicBezTo>
                    <a:pt x="5537" y="11059"/>
                    <a:pt x="4670" y="11226"/>
                    <a:pt x="3836" y="11493"/>
                  </a:cubicBezTo>
                  <a:cubicBezTo>
                    <a:pt x="3536" y="11559"/>
                    <a:pt x="3369" y="11893"/>
                    <a:pt x="3436" y="12160"/>
                  </a:cubicBezTo>
                  <a:cubicBezTo>
                    <a:pt x="3703" y="12994"/>
                    <a:pt x="3936" y="13794"/>
                    <a:pt x="4203" y="14595"/>
                  </a:cubicBezTo>
                  <a:cubicBezTo>
                    <a:pt x="4270" y="14795"/>
                    <a:pt x="4403" y="15028"/>
                    <a:pt x="4537" y="15195"/>
                  </a:cubicBezTo>
                  <a:cubicBezTo>
                    <a:pt x="4837" y="15662"/>
                    <a:pt x="5170" y="16129"/>
                    <a:pt x="5471" y="16563"/>
                  </a:cubicBezTo>
                  <a:cubicBezTo>
                    <a:pt x="5504" y="16596"/>
                    <a:pt x="5504" y="16663"/>
                    <a:pt x="5537" y="16730"/>
                  </a:cubicBezTo>
                  <a:lnTo>
                    <a:pt x="5137" y="16730"/>
                  </a:lnTo>
                  <a:cubicBezTo>
                    <a:pt x="4570" y="16763"/>
                    <a:pt x="4036" y="16863"/>
                    <a:pt x="3536" y="17097"/>
                  </a:cubicBezTo>
                  <a:cubicBezTo>
                    <a:pt x="2102" y="17797"/>
                    <a:pt x="1067" y="18864"/>
                    <a:pt x="400" y="20332"/>
                  </a:cubicBezTo>
                  <a:cubicBezTo>
                    <a:pt x="33" y="21099"/>
                    <a:pt x="67" y="21933"/>
                    <a:pt x="400" y="22701"/>
                  </a:cubicBezTo>
                  <a:cubicBezTo>
                    <a:pt x="534" y="23001"/>
                    <a:pt x="767" y="23268"/>
                    <a:pt x="967" y="23534"/>
                  </a:cubicBezTo>
                  <a:cubicBezTo>
                    <a:pt x="967" y="23534"/>
                    <a:pt x="934" y="23568"/>
                    <a:pt x="901" y="23601"/>
                  </a:cubicBezTo>
                  <a:cubicBezTo>
                    <a:pt x="133" y="24402"/>
                    <a:pt x="0" y="25369"/>
                    <a:pt x="300" y="26370"/>
                  </a:cubicBezTo>
                  <a:cubicBezTo>
                    <a:pt x="534" y="27204"/>
                    <a:pt x="1034" y="27904"/>
                    <a:pt x="1601" y="28505"/>
                  </a:cubicBezTo>
                  <a:cubicBezTo>
                    <a:pt x="2635" y="29539"/>
                    <a:pt x="3836" y="30273"/>
                    <a:pt x="5404" y="30273"/>
                  </a:cubicBezTo>
                  <a:cubicBezTo>
                    <a:pt x="5437" y="30273"/>
                    <a:pt x="5471" y="30306"/>
                    <a:pt x="5537" y="30306"/>
                  </a:cubicBezTo>
                  <a:cubicBezTo>
                    <a:pt x="5437" y="30439"/>
                    <a:pt x="5371" y="30540"/>
                    <a:pt x="5304" y="30640"/>
                  </a:cubicBezTo>
                  <a:cubicBezTo>
                    <a:pt x="4803" y="31340"/>
                    <a:pt x="4303" y="32041"/>
                    <a:pt x="4036" y="32875"/>
                  </a:cubicBezTo>
                  <a:cubicBezTo>
                    <a:pt x="3836" y="33508"/>
                    <a:pt x="3636" y="34175"/>
                    <a:pt x="3436" y="34843"/>
                  </a:cubicBezTo>
                  <a:cubicBezTo>
                    <a:pt x="3336" y="35109"/>
                    <a:pt x="3536" y="35443"/>
                    <a:pt x="3836" y="35510"/>
                  </a:cubicBezTo>
                  <a:cubicBezTo>
                    <a:pt x="4036" y="35576"/>
                    <a:pt x="4203" y="35643"/>
                    <a:pt x="4403" y="35677"/>
                  </a:cubicBezTo>
                  <a:cubicBezTo>
                    <a:pt x="5298" y="35900"/>
                    <a:pt x="6169" y="36100"/>
                    <a:pt x="7076" y="36100"/>
                  </a:cubicBezTo>
                  <a:cubicBezTo>
                    <a:pt x="7251" y="36100"/>
                    <a:pt x="7427" y="36093"/>
                    <a:pt x="7605" y="36077"/>
                  </a:cubicBezTo>
                  <a:cubicBezTo>
                    <a:pt x="8006" y="36010"/>
                    <a:pt x="8373" y="36010"/>
                    <a:pt x="8806" y="35977"/>
                  </a:cubicBezTo>
                  <a:lnTo>
                    <a:pt x="8806" y="35977"/>
                  </a:lnTo>
                  <a:cubicBezTo>
                    <a:pt x="8773" y="36010"/>
                    <a:pt x="8773" y="36077"/>
                    <a:pt x="8740" y="36110"/>
                  </a:cubicBezTo>
                  <a:cubicBezTo>
                    <a:pt x="8072" y="37211"/>
                    <a:pt x="8039" y="38412"/>
                    <a:pt x="8239" y="39613"/>
                  </a:cubicBezTo>
                  <a:cubicBezTo>
                    <a:pt x="8406" y="40580"/>
                    <a:pt x="8840" y="41481"/>
                    <a:pt x="9407" y="42248"/>
                  </a:cubicBezTo>
                  <a:cubicBezTo>
                    <a:pt x="9874" y="42915"/>
                    <a:pt x="10541" y="43249"/>
                    <a:pt x="11341" y="43382"/>
                  </a:cubicBezTo>
                  <a:cubicBezTo>
                    <a:pt x="11408" y="43389"/>
                    <a:pt x="11476" y="43391"/>
                    <a:pt x="11545" y="43391"/>
                  </a:cubicBezTo>
                  <a:cubicBezTo>
                    <a:pt x="11822" y="43391"/>
                    <a:pt x="12115" y="43349"/>
                    <a:pt x="12409" y="43349"/>
                  </a:cubicBezTo>
                  <a:cubicBezTo>
                    <a:pt x="12509" y="43582"/>
                    <a:pt x="12609" y="43849"/>
                    <a:pt x="12742" y="44083"/>
                  </a:cubicBezTo>
                  <a:cubicBezTo>
                    <a:pt x="13276" y="44883"/>
                    <a:pt x="14043" y="45350"/>
                    <a:pt x="15011" y="45417"/>
                  </a:cubicBezTo>
                  <a:cubicBezTo>
                    <a:pt x="15153" y="45424"/>
                    <a:pt x="15294" y="45428"/>
                    <a:pt x="15434" y="45428"/>
                  </a:cubicBezTo>
                  <a:cubicBezTo>
                    <a:pt x="16580" y="45428"/>
                    <a:pt x="17673" y="45181"/>
                    <a:pt x="18713" y="44616"/>
                  </a:cubicBezTo>
                  <a:cubicBezTo>
                    <a:pt x="19447" y="44183"/>
                    <a:pt x="20081" y="43616"/>
                    <a:pt x="20515" y="42882"/>
                  </a:cubicBezTo>
                  <a:cubicBezTo>
                    <a:pt x="20515" y="42848"/>
                    <a:pt x="20548" y="42815"/>
                    <a:pt x="20615" y="42748"/>
                  </a:cubicBezTo>
                  <a:cubicBezTo>
                    <a:pt x="20681" y="42915"/>
                    <a:pt x="20715" y="43048"/>
                    <a:pt x="20782" y="43149"/>
                  </a:cubicBezTo>
                  <a:cubicBezTo>
                    <a:pt x="21115" y="43949"/>
                    <a:pt x="21482" y="44716"/>
                    <a:pt x="22082" y="45350"/>
                  </a:cubicBezTo>
                  <a:cubicBezTo>
                    <a:pt x="22516" y="45850"/>
                    <a:pt x="22983" y="46351"/>
                    <a:pt x="23450" y="46851"/>
                  </a:cubicBezTo>
                  <a:cubicBezTo>
                    <a:pt x="23562" y="46947"/>
                    <a:pt x="23705" y="46997"/>
                    <a:pt x="23850" y="46997"/>
                  </a:cubicBezTo>
                  <a:cubicBezTo>
                    <a:pt x="24006" y="46997"/>
                    <a:pt x="24163" y="46939"/>
                    <a:pt x="24284" y="46818"/>
                  </a:cubicBezTo>
                  <a:cubicBezTo>
                    <a:pt x="24384" y="46718"/>
                    <a:pt x="24484" y="46618"/>
                    <a:pt x="24551" y="46551"/>
                  </a:cubicBezTo>
                  <a:cubicBezTo>
                    <a:pt x="25618" y="45517"/>
                    <a:pt x="26486" y="44383"/>
                    <a:pt x="27019" y="42982"/>
                  </a:cubicBezTo>
                  <a:cubicBezTo>
                    <a:pt x="27053" y="42915"/>
                    <a:pt x="27086" y="42848"/>
                    <a:pt x="27119" y="42748"/>
                  </a:cubicBezTo>
                  <a:cubicBezTo>
                    <a:pt x="27620" y="43582"/>
                    <a:pt x="28254" y="44183"/>
                    <a:pt x="29054" y="44650"/>
                  </a:cubicBezTo>
                  <a:cubicBezTo>
                    <a:pt x="30049" y="45190"/>
                    <a:pt x="31092" y="45439"/>
                    <a:pt x="32184" y="45439"/>
                  </a:cubicBezTo>
                  <a:cubicBezTo>
                    <a:pt x="32374" y="45439"/>
                    <a:pt x="32564" y="45432"/>
                    <a:pt x="32757" y="45417"/>
                  </a:cubicBezTo>
                  <a:cubicBezTo>
                    <a:pt x="33691" y="45317"/>
                    <a:pt x="34425" y="44850"/>
                    <a:pt x="34958" y="44083"/>
                  </a:cubicBezTo>
                  <a:cubicBezTo>
                    <a:pt x="35125" y="43849"/>
                    <a:pt x="35192" y="43582"/>
                    <a:pt x="35325" y="43315"/>
                  </a:cubicBezTo>
                  <a:lnTo>
                    <a:pt x="35425" y="43315"/>
                  </a:lnTo>
                  <a:cubicBezTo>
                    <a:pt x="35677" y="43386"/>
                    <a:pt x="35920" y="43420"/>
                    <a:pt x="36153" y="43420"/>
                  </a:cubicBezTo>
                  <a:cubicBezTo>
                    <a:pt x="36907" y="43420"/>
                    <a:pt x="37559" y="43067"/>
                    <a:pt x="38094" y="42481"/>
                  </a:cubicBezTo>
                  <a:cubicBezTo>
                    <a:pt x="38995" y="41481"/>
                    <a:pt x="39428" y="40313"/>
                    <a:pt x="39562" y="39012"/>
                  </a:cubicBezTo>
                  <a:cubicBezTo>
                    <a:pt x="39628" y="37945"/>
                    <a:pt x="39495" y="36977"/>
                    <a:pt x="38928" y="36043"/>
                  </a:cubicBezTo>
                  <a:cubicBezTo>
                    <a:pt x="38928" y="36043"/>
                    <a:pt x="38928" y="36010"/>
                    <a:pt x="38928" y="35943"/>
                  </a:cubicBezTo>
                  <a:cubicBezTo>
                    <a:pt x="38995" y="35943"/>
                    <a:pt x="39061" y="35977"/>
                    <a:pt x="39128" y="35977"/>
                  </a:cubicBezTo>
                  <a:cubicBezTo>
                    <a:pt x="39602" y="36059"/>
                    <a:pt x="40076" y="36116"/>
                    <a:pt x="40550" y="36116"/>
                  </a:cubicBezTo>
                  <a:cubicBezTo>
                    <a:pt x="40844" y="36116"/>
                    <a:pt x="41137" y="36094"/>
                    <a:pt x="41430" y="36043"/>
                  </a:cubicBezTo>
                  <a:cubicBezTo>
                    <a:pt x="42230" y="35910"/>
                    <a:pt x="43031" y="35710"/>
                    <a:pt x="43831" y="35543"/>
                  </a:cubicBezTo>
                  <a:cubicBezTo>
                    <a:pt x="44165" y="35443"/>
                    <a:pt x="44365" y="35143"/>
                    <a:pt x="44265" y="34809"/>
                  </a:cubicBezTo>
                  <a:cubicBezTo>
                    <a:pt x="44232" y="34709"/>
                    <a:pt x="44198" y="34642"/>
                    <a:pt x="44198" y="34542"/>
                  </a:cubicBezTo>
                  <a:cubicBezTo>
                    <a:pt x="43865" y="33342"/>
                    <a:pt x="43498" y="32141"/>
                    <a:pt x="42731" y="31107"/>
                  </a:cubicBezTo>
                  <a:cubicBezTo>
                    <a:pt x="42597" y="30906"/>
                    <a:pt x="42464" y="30706"/>
                    <a:pt x="42297" y="30506"/>
                  </a:cubicBezTo>
                  <a:cubicBezTo>
                    <a:pt x="42264" y="30473"/>
                    <a:pt x="42230" y="30373"/>
                    <a:pt x="42163" y="30273"/>
                  </a:cubicBezTo>
                  <a:lnTo>
                    <a:pt x="42731" y="30273"/>
                  </a:lnTo>
                  <a:cubicBezTo>
                    <a:pt x="43231" y="30239"/>
                    <a:pt x="43731" y="30106"/>
                    <a:pt x="44198" y="29906"/>
                  </a:cubicBezTo>
                  <a:cubicBezTo>
                    <a:pt x="45566" y="29205"/>
                    <a:pt x="46600" y="28204"/>
                    <a:pt x="47234" y="26803"/>
                  </a:cubicBezTo>
                  <a:cubicBezTo>
                    <a:pt x="47667" y="25903"/>
                    <a:pt x="47634" y="25036"/>
                    <a:pt x="47234" y="24135"/>
                  </a:cubicBezTo>
                  <a:cubicBezTo>
                    <a:pt x="47100" y="23901"/>
                    <a:pt x="46900" y="23735"/>
                    <a:pt x="46733" y="23501"/>
                  </a:cubicBezTo>
                  <a:cubicBezTo>
                    <a:pt x="46767" y="23468"/>
                    <a:pt x="46800" y="23434"/>
                    <a:pt x="46834" y="23401"/>
                  </a:cubicBezTo>
                  <a:cubicBezTo>
                    <a:pt x="47567" y="22634"/>
                    <a:pt x="47701" y="21700"/>
                    <a:pt x="47434" y="20699"/>
                  </a:cubicBezTo>
                  <a:cubicBezTo>
                    <a:pt x="47200" y="19865"/>
                    <a:pt x="46700" y="19131"/>
                    <a:pt x="46100" y="18531"/>
                  </a:cubicBezTo>
                  <a:cubicBezTo>
                    <a:pt x="45066" y="17463"/>
                    <a:pt x="43865" y="16730"/>
                    <a:pt x="42330" y="16730"/>
                  </a:cubicBezTo>
                  <a:cubicBezTo>
                    <a:pt x="42264" y="16730"/>
                    <a:pt x="42230" y="16730"/>
                    <a:pt x="42163" y="16696"/>
                  </a:cubicBezTo>
                  <a:cubicBezTo>
                    <a:pt x="42264" y="16596"/>
                    <a:pt x="42330" y="16529"/>
                    <a:pt x="42364" y="16429"/>
                  </a:cubicBezTo>
                  <a:cubicBezTo>
                    <a:pt x="42731" y="15862"/>
                    <a:pt x="43164" y="15329"/>
                    <a:pt x="43431" y="14728"/>
                  </a:cubicBezTo>
                  <a:cubicBezTo>
                    <a:pt x="43798" y="13894"/>
                    <a:pt x="43998" y="13027"/>
                    <a:pt x="44265" y="12160"/>
                  </a:cubicBezTo>
                  <a:cubicBezTo>
                    <a:pt x="44365" y="11893"/>
                    <a:pt x="44165" y="11559"/>
                    <a:pt x="43865" y="11493"/>
                  </a:cubicBezTo>
                  <a:cubicBezTo>
                    <a:pt x="43398" y="11359"/>
                    <a:pt x="42931" y="11259"/>
                    <a:pt x="42464" y="11159"/>
                  </a:cubicBezTo>
                  <a:cubicBezTo>
                    <a:pt x="41892" y="11035"/>
                    <a:pt x="41320" y="10910"/>
                    <a:pt x="40721" y="10910"/>
                  </a:cubicBezTo>
                  <a:cubicBezTo>
                    <a:pt x="40516" y="10910"/>
                    <a:pt x="40308" y="10925"/>
                    <a:pt x="40095" y="10959"/>
                  </a:cubicBezTo>
                  <a:cubicBezTo>
                    <a:pt x="39728" y="11026"/>
                    <a:pt x="39328" y="11026"/>
                    <a:pt x="38928" y="11059"/>
                  </a:cubicBezTo>
                  <a:cubicBezTo>
                    <a:pt x="38961" y="10992"/>
                    <a:pt x="38961" y="10959"/>
                    <a:pt x="38961" y="10925"/>
                  </a:cubicBezTo>
                  <a:cubicBezTo>
                    <a:pt x="39562" y="9925"/>
                    <a:pt x="39662" y="8857"/>
                    <a:pt x="39528" y="7723"/>
                  </a:cubicBezTo>
                  <a:cubicBezTo>
                    <a:pt x="39395" y="6622"/>
                    <a:pt x="38961" y="5622"/>
                    <a:pt x="38294" y="4754"/>
                  </a:cubicBezTo>
                  <a:cubicBezTo>
                    <a:pt x="37727" y="3987"/>
                    <a:pt x="36926" y="3620"/>
                    <a:pt x="35992" y="3587"/>
                  </a:cubicBezTo>
                  <a:cubicBezTo>
                    <a:pt x="35759" y="3587"/>
                    <a:pt x="35525" y="3654"/>
                    <a:pt x="35292" y="3720"/>
                  </a:cubicBezTo>
                  <a:cubicBezTo>
                    <a:pt x="35225" y="3487"/>
                    <a:pt x="35158" y="3220"/>
                    <a:pt x="35025" y="3020"/>
                  </a:cubicBezTo>
                  <a:cubicBezTo>
                    <a:pt x="34491" y="2219"/>
                    <a:pt x="33791" y="1719"/>
                    <a:pt x="32823" y="1619"/>
                  </a:cubicBezTo>
                  <a:cubicBezTo>
                    <a:pt x="32581" y="1595"/>
                    <a:pt x="32340" y="1583"/>
                    <a:pt x="32102" y="1583"/>
                  </a:cubicBezTo>
                  <a:cubicBezTo>
                    <a:pt x="30997" y="1583"/>
                    <a:pt x="29942" y="1843"/>
                    <a:pt x="28954" y="2419"/>
                  </a:cubicBezTo>
                  <a:cubicBezTo>
                    <a:pt x="28220" y="2853"/>
                    <a:pt x="27653" y="3387"/>
                    <a:pt x="27253" y="4054"/>
                  </a:cubicBezTo>
                  <a:cubicBezTo>
                    <a:pt x="27219" y="4121"/>
                    <a:pt x="27153" y="4187"/>
                    <a:pt x="27086" y="4254"/>
                  </a:cubicBezTo>
                  <a:cubicBezTo>
                    <a:pt x="27019" y="4087"/>
                    <a:pt x="26986" y="3987"/>
                    <a:pt x="26953" y="3887"/>
                  </a:cubicBezTo>
                  <a:cubicBezTo>
                    <a:pt x="26586" y="3087"/>
                    <a:pt x="26219" y="2286"/>
                    <a:pt x="25618" y="1652"/>
                  </a:cubicBezTo>
                  <a:cubicBezTo>
                    <a:pt x="25151" y="1152"/>
                    <a:pt x="24718" y="651"/>
                    <a:pt x="24251" y="151"/>
                  </a:cubicBezTo>
                  <a:cubicBezTo>
                    <a:pt x="24151" y="51"/>
                    <a:pt x="24009" y="1"/>
                    <a:pt x="2386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p21"/>
            <p:cNvSpPr/>
            <p:nvPr/>
          </p:nvSpPr>
          <p:spPr>
            <a:xfrm>
              <a:off x="4917850" y="3692675"/>
              <a:ext cx="62575" cy="55350"/>
            </a:xfrm>
            <a:custGeom>
              <a:rect b="b" l="l" r="r" t="t"/>
              <a:pathLst>
                <a:path extrusionOk="0" h="2214" w="2503">
                  <a:moveTo>
                    <a:pt x="1245" y="1"/>
                  </a:moveTo>
                  <a:cubicBezTo>
                    <a:pt x="479" y="1"/>
                    <a:pt x="123" y="383"/>
                    <a:pt x="34" y="1218"/>
                  </a:cubicBezTo>
                  <a:cubicBezTo>
                    <a:pt x="34" y="1251"/>
                    <a:pt x="34" y="1285"/>
                    <a:pt x="34" y="1318"/>
                  </a:cubicBezTo>
                  <a:cubicBezTo>
                    <a:pt x="0" y="1585"/>
                    <a:pt x="134" y="1818"/>
                    <a:pt x="367" y="1952"/>
                  </a:cubicBezTo>
                  <a:cubicBezTo>
                    <a:pt x="675" y="2126"/>
                    <a:pt x="935" y="2214"/>
                    <a:pt x="1167" y="2214"/>
                  </a:cubicBezTo>
                  <a:cubicBezTo>
                    <a:pt x="1515" y="2214"/>
                    <a:pt x="1802" y="2018"/>
                    <a:pt x="2102" y="1618"/>
                  </a:cubicBezTo>
                  <a:lnTo>
                    <a:pt x="2169" y="1518"/>
                  </a:lnTo>
                  <a:cubicBezTo>
                    <a:pt x="2502" y="1051"/>
                    <a:pt x="2269" y="317"/>
                    <a:pt x="1768" y="84"/>
                  </a:cubicBezTo>
                  <a:cubicBezTo>
                    <a:pt x="1702" y="50"/>
                    <a:pt x="1602" y="17"/>
                    <a:pt x="1535" y="17"/>
                  </a:cubicBezTo>
                  <a:cubicBezTo>
                    <a:pt x="1432" y="6"/>
                    <a:pt x="1336" y="1"/>
                    <a:pt x="1245"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21"/>
            <p:cNvSpPr/>
            <p:nvPr/>
          </p:nvSpPr>
          <p:spPr>
            <a:xfrm>
              <a:off x="5293125" y="3036450"/>
              <a:ext cx="64225" cy="60400"/>
            </a:xfrm>
            <a:custGeom>
              <a:rect b="b" l="l" r="r" t="t"/>
              <a:pathLst>
                <a:path extrusionOk="0" h="2416" w="2569">
                  <a:moveTo>
                    <a:pt x="1267" y="1"/>
                  </a:moveTo>
                  <a:cubicBezTo>
                    <a:pt x="1140" y="1"/>
                    <a:pt x="1008" y="43"/>
                    <a:pt x="867" y="114"/>
                  </a:cubicBezTo>
                  <a:cubicBezTo>
                    <a:pt x="134" y="548"/>
                    <a:pt x="0" y="1015"/>
                    <a:pt x="334" y="1815"/>
                  </a:cubicBezTo>
                  <a:cubicBezTo>
                    <a:pt x="334" y="1815"/>
                    <a:pt x="334" y="1815"/>
                    <a:pt x="367" y="1848"/>
                  </a:cubicBezTo>
                  <a:cubicBezTo>
                    <a:pt x="501" y="2249"/>
                    <a:pt x="801" y="2416"/>
                    <a:pt x="1201" y="2416"/>
                  </a:cubicBezTo>
                  <a:cubicBezTo>
                    <a:pt x="1635" y="2416"/>
                    <a:pt x="1801" y="2315"/>
                    <a:pt x="2002" y="2115"/>
                  </a:cubicBezTo>
                  <a:cubicBezTo>
                    <a:pt x="2569" y="1381"/>
                    <a:pt x="2435" y="614"/>
                    <a:pt x="1635" y="114"/>
                  </a:cubicBezTo>
                  <a:lnTo>
                    <a:pt x="1601" y="114"/>
                  </a:lnTo>
                  <a:cubicBezTo>
                    <a:pt x="1491" y="35"/>
                    <a:pt x="1381" y="1"/>
                    <a:pt x="1267"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21"/>
            <p:cNvSpPr/>
            <p:nvPr/>
          </p:nvSpPr>
          <p:spPr>
            <a:xfrm>
              <a:off x="5667725" y="3692900"/>
              <a:ext cx="63225" cy="55325"/>
            </a:xfrm>
            <a:custGeom>
              <a:rect b="b" l="l" r="r" t="t"/>
              <a:pathLst>
                <a:path extrusionOk="0" h="2213" w="2529">
                  <a:moveTo>
                    <a:pt x="1038" y="0"/>
                  </a:moveTo>
                  <a:cubicBezTo>
                    <a:pt x="814" y="0"/>
                    <a:pt x="602" y="83"/>
                    <a:pt x="461" y="308"/>
                  </a:cubicBezTo>
                  <a:cubicBezTo>
                    <a:pt x="360" y="442"/>
                    <a:pt x="260" y="608"/>
                    <a:pt x="194" y="775"/>
                  </a:cubicBezTo>
                  <a:cubicBezTo>
                    <a:pt x="0" y="1323"/>
                    <a:pt x="678" y="2213"/>
                    <a:pt x="1266" y="2213"/>
                  </a:cubicBezTo>
                  <a:cubicBezTo>
                    <a:pt x="1287" y="2213"/>
                    <a:pt x="1307" y="2212"/>
                    <a:pt x="1328" y="2210"/>
                  </a:cubicBezTo>
                  <a:cubicBezTo>
                    <a:pt x="1595" y="2176"/>
                    <a:pt x="1862" y="2076"/>
                    <a:pt x="2095" y="1976"/>
                  </a:cubicBezTo>
                  <a:cubicBezTo>
                    <a:pt x="2395" y="1843"/>
                    <a:pt x="2529" y="1609"/>
                    <a:pt x="2495" y="1309"/>
                  </a:cubicBezTo>
                  <a:cubicBezTo>
                    <a:pt x="2395" y="275"/>
                    <a:pt x="2128" y="108"/>
                    <a:pt x="1261" y="8"/>
                  </a:cubicBezTo>
                  <a:lnTo>
                    <a:pt x="1161" y="8"/>
                  </a:lnTo>
                  <a:cubicBezTo>
                    <a:pt x="1120" y="3"/>
                    <a:pt x="1079" y="0"/>
                    <a:pt x="1038"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p21"/>
            <p:cNvSpPr/>
            <p:nvPr/>
          </p:nvSpPr>
          <p:spPr>
            <a:xfrm>
              <a:off x="5291450" y="3909075"/>
              <a:ext cx="64225" cy="60075"/>
            </a:xfrm>
            <a:custGeom>
              <a:rect b="b" l="l" r="r" t="t"/>
              <a:pathLst>
                <a:path extrusionOk="0" h="2403" w="2569">
                  <a:moveTo>
                    <a:pt x="1101" y="0"/>
                  </a:moveTo>
                  <a:cubicBezTo>
                    <a:pt x="868" y="0"/>
                    <a:pt x="668" y="101"/>
                    <a:pt x="534" y="301"/>
                  </a:cubicBezTo>
                  <a:cubicBezTo>
                    <a:pt x="0" y="1068"/>
                    <a:pt x="134" y="1735"/>
                    <a:pt x="901" y="2235"/>
                  </a:cubicBezTo>
                  <a:cubicBezTo>
                    <a:pt x="1035" y="2302"/>
                    <a:pt x="1168" y="2335"/>
                    <a:pt x="1301" y="2402"/>
                  </a:cubicBezTo>
                  <a:cubicBezTo>
                    <a:pt x="1435" y="2369"/>
                    <a:pt x="1535" y="2335"/>
                    <a:pt x="1635" y="2302"/>
                  </a:cubicBezTo>
                  <a:cubicBezTo>
                    <a:pt x="2402" y="1902"/>
                    <a:pt x="2569" y="1401"/>
                    <a:pt x="2235" y="634"/>
                  </a:cubicBezTo>
                  <a:cubicBezTo>
                    <a:pt x="2202" y="534"/>
                    <a:pt x="2169" y="434"/>
                    <a:pt x="2102" y="367"/>
                  </a:cubicBezTo>
                  <a:cubicBezTo>
                    <a:pt x="1969" y="134"/>
                    <a:pt x="1768" y="0"/>
                    <a:pt x="1502"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21"/>
            <p:cNvSpPr/>
            <p:nvPr/>
          </p:nvSpPr>
          <p:spPr>
            <a:xfrm>
              <a:off x="5668375" y="3256825"/>
              <a:ext cx="61750" cy="55450"/>
            </a:xfrm>
            <a:custGeom>
              <a:rect b="b" l="l" r="r" t="t"/>
              <a:pathLst>
                <a:path extrusionOk="0" h="2218" w="2470">
                  <a:moveTo>
                    <a:pt x="1318" y="1"/>
                  </a:moveTo>
                  <a:cubicBezTo>
                    <a:pt x="982" y="1"/>
                    <a:pt x="704" y="189"/>
                    <a:pt x="401" y="572"/>
                  </a:cubicBezTo>
                  <a:cubicBezTo>
                    <a:pt x="1" y="1073"/>
                    <a:pt x="34" y="1573"/>
                    <a:pt x="501" y="2007"/>
                  </a:cubicBezTo>
                  <a:cubicBezTo>
                    <a:pt x="658" y="2152"/>
                    <a:pt x="908" y="2218"/>
                    <a:pt x="1171" y="2218"/>
                  </a:cubicBezTo>
                  <a:cubicBezTo>
                    <a:pt x="1635" y="2218"/>
                    <a:pt x="2142" y="2013"/>
                    <a:pt x="2269" y="1673"/>
                  </a:cubicBezTo>
                  <a:cubicBezTo>
                    <a:pt x="2369" y="1439"/>
                    <a:pt x="2436" y="1173"/>
                    <a:pt x="2469" y="1039"/>
                  </a:cubicBezTo>
                  <a:cubicBezTo>
                    <a:pt x="2469" y="572"/>
                    <a:pt x="2369" y="405"/>
                    <a:pt x="2069" y="239"/>
                  </a:cubicBezTo>
                  <a:cubicBezTo>
                    <a:pt x="1779" y="81"/>
                    <a:pt x="1536" y="1"/>
                    <a:pt x="131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21"/>
            <p:cNvSpPr/>
            <p:nvPr/>
          </p:nvSpPr>
          <p:spPr>
            <a:xfrm>
              <a:off x="4915350" y="3256950"/>
              <a:ext cx="64225" cy="55900"/>
            </a:xfrm>
            <a:custGeom>
              <a:rect b="b" l="l" r="r" t="t"/>
              <a:pathLst>
                <a:path extrusionOk="0" h="2236" w="2569">
                  <a:moveTo>
                    <a:pt x="1368" y="0"/>
                  </a:moveTo>
                  <a:cubicBezTo>
                    <a:pt x="1034" y="0"/>
                    <a:pt x="701" y="134"/>
                    <a:pt x="434" y="300"/>
                  </a:cubicBezTo>
                  <a:cubicBezTo>
                    <a:pt x="267" y="400"/>
                    <a:pt x="167" y="534"/>
                    <a:pt x="134" y="734"/>
                  </a:cubicBezTo>
                  <a:cubicBezTo>
                    <a:pt x="0" y="1434"/>
                    <a:pt x="401" y="2035"/>
                    <a:pt x="1135" y="2168"/>
                  </a:cubicBezTo>
                  <a:cubicBezTo>
                    <a:pt x="1268" y="2202"/>
                    <a:pt x="1368" y="2202"/>
                    <a:pt x="1501" y="2235"/>
                  </a:cubicBezTo>
                  <a:cubicBezTo>
                    <a:pt x="2002" y="2235"/>
                    <a:pt x="2302" y="1835"/>
                    <a:pt x="2435" y="1368"/>
                  </a:cubicBezTo>
                  <a:cubicBezTo>
                    <a:pt x="2569" y="834"/>
                    <a:pt x="1902" y="0"/>
                    <a:pt x="1368"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 name="Google Shape;284;p21"/>
            <p:cNvSpPr/>
            <p:nvPr/>
          </p:nvSpPr>
          <p:spPr>
            <a:xfrm>
              <a:off x="5303950" y="3642225"/>
              <a:ext cx="42575" cy="42550"/>
            </a:xfrm>
            <a:custGeom>
              <a:rect b="b" l="l" r="r" t="t"/>
              <a:pathLst>
                <a:path extrusionOk="0" h="1702" w="1703">
                  <a:moveTo>
                    <a:pt x="868" y="0"/>
                  </a:moveTo>
                  <a:cubicBezTo>
                    <a:pt x="434" y="0"/>
                    <a:pt x="134" y="134"/>
                    <a:pt x="68" y="467"/>
                  </a:cubicBezTo>
                  <a:cubicBezTo>
                    <a:pt x="1" y="701"/>
                    <a:pt x="1" y="934"/>
                    <a:pt x="34" y="1168"/>
                  </a:cubicBezTo>
                  <a:cubicBezTo>
                    <a:pt x="34" y="1435"/>
                    <a:pt x="201" y="1601"/>
                    <a:pt x="434" y="1668"/>
                  </a:cubicBezTo>
                  <a:cubicBezTo>
                    <a:pt x="568" y="1701"/>
                    <a:pt x="701" y="1701"/>
                    <a:pt x="735" y="1701"/>
                  </a:cubicBezTo>
                  <a:cubicBezTo>
                    <a:pt x="1435" y="1701"/>
                    <a:pt x="1702" y="1401"/>
                    <a:pt x="1635" y="767"/>
                  </a:cubicBezTo>
                  <a:cubicBezTo>
                    <a:pt x="1602" y="701"/>
                    <a:pt x="1602" y="601"/>
                    <a:pt x="1569" y="534"/>
                  </a:cubicBezTo>
                  <a:cubicBezTo>
                    <a:pt x="1502" y="200"/>
                    <a:pt x="1268" y="34"/>
                    <a:pt x="868"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21"/>
            <p:cNvSpPr/>
            <p:nvPr/>
          </p:nvSpPr>
          <p:spPr>
            <a:xfrm>
              <a:off x="5162200" y="3399550"/>
              <a:ext cx="45050" cy="44225"/>
            </a:xfrm>
            <a:custGeom>
              <a:rect b="b" l="l" r="r" t="t"/>
              <a:pathLst>
                <a:path extrusionOk="0" h="1769" w="1802">
                  <a:moveTo>
                    <a:pt x="801" y="0"/>
                  </a:moveTo>
                  <a:cubicBezTo>
                    <a:pt x="434" y="0"/>
                    <a:pt x="0" y="501"/>
                    <a:pt x="0" y="934"/>
                  </a:cubicBezTo>
                  <a:cubicBezTo>
                    <a:pt x="0" y="1334"/>
                    <a:pt x="500" y="1735"/>
                    <a:pt x="1001" y="1768"/>
                  </a:cubicBezTo>
                  <a:cubicBezTo>
                    <a:pt x="1368" y="1768"/>
                    <a:pt x="1768" y="1334"/>
                    <a:pt x="1768" y="901"/>
                  </a:cubicBezTo>
                  <a:cubicBezTo>
                    <a:pt x="1801" y="534"/>
                    <a:pt x="1234" y="0"/>
                    <a:pt x="801"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21"/>
            <p:cNvSpPr/>
            <p:nvPr/>
          </p:nvSpPr>
          <p:spPr>
            <a:xfrm>
              <a:off x="5441550" y="3399550"/>
              <a:ext cx="45075" cy="44225"/>
            </a:xfrm>
            <a:custGeom>
              <a:rect b="b" l="l" r="r" t="t"/>
              <a:pathLst>
                <a:path extrusionOk="0" h="1769" w="1803">
                  <a:moveTo>
                    <a:pt x="1001" y="0"/>
                  </a:moveTo>
                  <a:cubicBezTo>
                    <a:pt x="601" y="0"/>
                    <a:pt x="34" y="501"/>
                    <a:pt x="1" y="867"/>
                  </a:cubicBezTo>
                  <a:cubicBezTo>
                    <a:pt x="1" y="1301"/>
                    <a:pt x="401" y="1735"/>
                    <a:pt x="768" y="1768"/>
                  </a:cubicBezTo>
                  <a:cubicBezTo>
                    <a:pt x="1268" y="1768"/>
                    <a:pt x="1802" y="1368"/>
                    <a:pt x="1802" y="968"/>
                  </a:cubicBezTo>
                  <a:cubicBezTo>
                    <a:pt x="1802" y="534"/>
                    <a:pt x="1368" y="34"/>
                    <a:pt x="1001"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 name="Google Shape;287;p21"/>
            <p:cNvSpPr/>
            <p:nvPr/>
          </p:nvSpPr>
          <p:spPr>
            <a:xfrm>
              <a:off x="5303950" y="3320325"/>
              <a:ext cx="40900" cy="42600"/>
            </a:xfrm>
            <a:custGeom>
              <a:rect b="b" l="l" r="r" t="t"/>
              <a:pathLst>
                <a:path extrusionOk="0" h="1704" w="1636">
                  <a:moveTo>
                    <a:pt x="801" y="0"/>
                  </a:moveTo>
                  <a:cubicBezTo>
                    <a:pt x="268" y="0"/>
                    <a:pt x="1" y="234"/>
                    <a:pt x="1" y="667"/>
                  </a:cubicBezTo>
                  <a:cubicBezTo>
                    <a:pt x="1" y="1401"/>
                    <a:pt x="201" y="1668"/>
                    <a:pt x="801" y="1701"/>
                  </a:cubicBezTo>
                  <a:cubicBezTo>
                    <a:pt x="828" y="1703"/>
                    <a:pt x="854" y="1704"/>
                    <a:pt x="879" y="1704"/>
                  </a:cubicBezTo>
                  <a:cubicBezTo>
                    <a:pt x="1364" y="1704"/>
                    <a:pt x="1635" y="1400"/>
                    <a:pt x="1635" y="734"/>
                  </a:cubicBezTo>
                  <a:cubicBezTo>
                    <a:pt x="1635" y="234"/>
                    <a:pt x="1368" y="0"/>
                    <a:pt x="801"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21"/>
            <p:cNvSpPr/>
            <p:nvPr/>
          </p:nvSpPr>
          <p:spPr>
            <a:xfrm>
              <a:off x="5441550" y="3561325"/>
              <a:ext cx="45075" cy="44225"/>
            </a:xfrm>
            <a:custGeom>
              <a:rect b="b" l="l" r="r" t="t"/>
              <a:pathLst>
                <a:path extrusionOk="0" h="1769" w="1803">
                  <a:moveTo>
                    <a:pt x="801" y="0"/>
                  </a:moveTo>
                  <a:cubicBezTo>
                    <a:pt x="434" y="0"/>
                    <a:pt x="34" y="434"/>
                    <a:pt x="1" y="868"/>
                  </a:cubicBezTo>
                  <a:cubicBezTo>
                    <a:pt x="1" y="1268"/>
                    <a:pt x="534" y="1735"/>
                    <a:pt x="968" y="1768"/>
                  </a:cubicBezTo>
                  <a:cubicBezTo>
                    <a:pt x="1402" y="1768"/>
                    <a:pt x="1769" y="1168"/>
                    <a:pt x="1802" y="834"/>
                  </a:cubicBezTo>
                  <a:cubicBezTo>
                    <a:pt x="1802" y="434"/>
                    <a:pt x="1302" y="0"/>
                    <a:pt x="801"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21"/>
            <p:cNvSpPr/>
            <p:nvPr/>
          </p:nvSpPr>
          <p:spPr>
            <a:xfrm>
              <a:off x="5158850" y="3562000"/>
              <a:ext cx="49225" cy="43550"/>
            </a:xfrm>
            <a:custGeom>
              <a:rect b="b" l="l" r="r" t="t"/>
              <a:pathLst>
                <a:path extrusionOk="0" h="1742" w="1969">
                  <a:moveTo>
                    <a:pt x="1098" y="0"/>
                  </a:moveTo>
                  <a:cubicBezTo>
                    <a:pt x="947" y="0"/>
                    <a:pt x="778" y="83"/>
                    <a:pt x="634" y="140"/>
                  </a:cubicBezTo>
                  <a:cubicBezTo>
                    <a:pt x="134" y="374"/>
                    <a:pt x="1" y="741"/>
                    <a:pt x="268" y="1241"/>
                  </a:cubicBezTo>
                  <a:cubicBezTo>
                    <a:pt x="334" y="1374"/>
                    <a:pt x="434" y="1508"/>
                    <a:pt x="568" y="1608"/>
                  </a:cubicBezTo>
                  <a:cubicBezTo>
                    <a:pt x="668" y="1675"/>
                    <a:pt x="801" y="1708"/>
                    <a:pt x="868" y="1741"/>
                  </a:cubicBezTo>
                  <a:cubicBezTo>
                    <a:pt x="1235" y="1741"/>
                    <a:pt x="1435" y="1575"/>
                    <a:pt x="1635" y="1408"/>
                  </a:cubicBezTo>
                  <a:cubicBezTo>
                    <a:pt x="1902" y="1174"/>
                    <a:pt x="1969" y="907"/>
                    <a:pt x="1869" y="641"/>
                  </a:cubicBezTo>
                  <a:cubicBezTo>
                    <a:pt x="1735" y="307"/>
                    <a:pt x="1568" y="7"/>
                    <a:pt x="1168" y="7"/>
                  </a:cubicBezTo>
                  <a:cubicBezTo>
                    <a:pt x="1145" y="2"/>
                    <a:pt x="1122" y="0"/>
                    <a:pt x="1098"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21"/>
            <p:cNvSpPr/>
            <p:nvPr/>
          </p:nvSpPr>
          <p:spPr>
            <a:xfrm>
              <a:off x="4880325" y="3477800"/>
              <a:ext cx="50900" cy="49150"/>
            </a:xfrm>
            <a:custGeom>
              <a:rect b="b" l="l" r="r" t="t"/>
              <a:pathLst>
                <a:path extrusionOk="0" h="1966" w="2036">
                  <a:moveTo>
                    <a:pt x="832" y="1"/>
                  </a:moveTo>
                  <a:cubicBezTo>
                    <a:pt x="696" y="1"/>
                    <a:pt x="561" y="24"/>
                    <a:pt x="434" y="72"/>
                  </a:cubicBezTo>
                  <a:cubicBezTo>
                    <a:pt x="67" y="239"/>
                    <a:pt x="0" y="573"/>
                    <a:pt x="0" y="940"/>
                  </a:cubicBezTo>
                  <a:lnTo>
                    <a:pt x="0" y="973"/>
                  </a:lnTo>
                  <a:cubicBezTo>
                    <a:pt x="0" y="1040"/>
                    <a:pt x="0" y="1140"/>
                    <a:pt x="0" y="1207"/>
                  </a:cubicBezTo>
                  <a:cubicBezTo>
                    <a:pt x="34" y="1674"/>
                    <a:pt x="267" y="1907"/>
                    <a:pt x="734" y="1940"/>
                  </a:cubicBezTo>
                  <a:cubicBezTo>
                    <a:pt x="801" y="1957"/>
                    <a:pt x="876" y="1966"/>
                    <a:pt x="951" y="1966"/>
                  </a:cubicBezTo>
                  <a:cubicBezTo>
                    <a:pt x="1026" y="1966"/>
                    <a:pt x="1101" y="1957"/>
                    <a:pt x="1168" y="1940"/>
                  </a:cubicBezTo>
                  <a:cubicBezTo>
                    <a:pt x="1468" y="1840"/>
                    <a:pt x="1735" y="1707"/>
                    <a:pt x="1868" y="1407"/>
                  </a:cubicBezTo>
                  <a:cubicBezTo>
                    <a:pt x="2035" y="1073"/>
                    <a:pt x="1968" y="606"/>
                    <a:pt x="1735" y="373"/>
                  </a:cubicBezTo>
                  <a:cubicBezTo>
                    <a:pt x="1499" y="137"/>
                    <a:pt x="1162" y="1"/>
                    <a:pt x="832"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21"/>
            <p:cNvSpPr/>
            <p:nvPr/>
          </p:nvSpPr>
          <p:spPr>
            <a:xfrm>
              <a:off x="5509950" y="3112675"/>
              <a:ext cx="50875" cy="50925"/>
            </a:xfrm>
            <a:custGeom>
              <a:rect b="b" l="l" r="r" t="t"/>
              <a:pathLst>
                <a:path extrusionOk="0" h="2037" w="2035">
                  <a:moveTo>
                    <a:pt x="867" y="0"/>
                  </a:moveTo>
                  <a:cubicBezTo>
                    <a:pt x="400" y="0"/>
                    <a:pt x="0" y="534"/>
                    <a:pt x="0" y="1068"/>
                  </a:cubicBezTo>
                  <a:cubicBezTo>
                    <a:pt x="0" y="1601"/>
                    <a:pt x="434" y="2035"/>
                    <a:pt x="934" y="2035"/>
                  </a:cubicBezTo>
                  <a:cubicBezTo>
                    <a:pt x="948" y="2036"/>
                    <a:pt x="963" y="2036"/>
                    <a:pt x="977" y="2036"/>
                  </a:cubicBezTo>
                  <a:cubicBezTo>
                    <a:pt x="1498" y="2036"/>
                    <a:pt x="2035" y="1454"/>
                    <a:pt x="2035" y="934"/>
                  </a:cubicBezTo>
                  <a:cubicBezTo>
                    <a:pt x="2001" y="534"/>
                    <a:pt x="1368" y="0"/>
                    <a:pt x="867"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21"/>
            <p:cNvSpPr/>
            <p:nvPr/>
          </p:nvSpPr>
          <p:spPr>
            <a:xfrm>
              <a:off x="5087975" y="3840700"/>
              <a:ext cx="50900" cy="51725"/>
            </a:xfrm>
            <a:custGeom>
              <a:rect b="b" l="l" r="r" t="t"/>
              <a:pathLst>
                <a:path extrusionOk="0" h="2069" w="2036">
                  <a:moveTo>
                    <a:pt x="1101" y="0"/>
                  </a:moveTo>
                  <a:cubicBezTo>
                    <a:pt x="601" y="0"/>
                    <a:pt x="0" y="567"/>
                    <a:pt x="0" y="1101"/>
                  </a:cubicBezTo>
                  <a:cubicBezTo>
                    <a:pt x="0" y="1501"/>
                    <a:pt x="634" y="2035"/>
                    <a:pt x="1168" y="2068"/>
                  </a:cubicBezTo>
                  <a:cubicBezTo>
                    <a:pt x="1601" y="2068"/>
                    <a:pt x="2002" y="1568"/>
                    <a:pt x="2035" y="1001"/>
                  </a:cubicBezTo>
                  <a:cubicBezTo>
                    <a:pt x="2035" y="467"/>
                    <a:pt x="1635" y="34"/>
                    <a:pt x="1101"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21"/>
            <p:cNvSpPr/>
            <p:nvPr/>
          </p:nvSpPr>
          <p:spPr>
            <a:xfrm>
              <a:off x="5087975" y="3112675"/>
              <a:ext cx="50900" cy="51725"/>
            </a:xfrm>
            <a:custGeom>
              <a:rect b="b" l="l" r="r" t="t"/>
              <a:pathLst>
                <a:path extrusionOk="0" h="2069" w="2036">
                  <a:moveTo>
                    <a:pt x="1168" y="0"/>
                  </a:moveTo>
                  <a:cubicBezTo>
                    <a:pt x="667" y="0"/>
                    <a:pt x="0" y="534"/>
                    <a:pt x="0" y="968"/>
                  </a:cubicBezTo>
                  <a:cubicBezTo>
                    <a:pt x="0" y="1468"/>
                    <a:pt x="567" y="2068"/>
                    <a:pt x="1101" y="2068"/>
                  </a:cubicBezTo>
                  <a:cubicBezTo>
                    <a:pt x="1601" y="2035"/>
                    <a:pt x="2035" y="1601"/>
                    <a:pt x="2035" y="1068"/>
                  </a:cubicBezTo>
                  <a:cubicBezTo>
                    <a:pt x="2035" y="534"/>
                    <a:pt x="1601" y="0"/>
                    <a:pt x="1168"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p21"/>
            <p:cNvSpPr/>
            <p:nvPr/>
          </p:nvSpPr>
          <p:spPr>
            <a:xfrm>
              <a:off x="5719250" y="3477925"/>
              <a:ext cx="49225" cy="49225"/>
            </a:xfrm>
            <a:custGeom>
              <a:rect b="b" l="l" r="r" t="t"/>
              <a:pathLst>
                <a:path extrusionOk="0" h="1969" w="1969">
                  <a:moveTo>
                    <a:pt x="1068" y="1"/>
                  </a:moveTo>
                  <a:cubicBezTo>
                    <a:pt x="434" y="1"/>
                    <a:pt x="1" y="434"/>
                    <a:pt x="1" y="1001"/>
                  </a:cubicBezTo>
                  <a:cubicBezTo>
                    <a:pt x="1" y="1535"/>
                    <a:pt x="434" y="1969"/>
                    <a:pt x="1068" y="1969"/>
                  </a:cubicBezTo>
                  <a:cubicBezTo>
                    <a:pt x="1702" y="1969"/>
                    <a:pt x="1969" y="1669"/>
                    <a:pt x="1969" y="1001"/>
                  </a:cubicBezTo>
                  <a:cubicBezTo>
                    <a:pt x="1969" y="301"/>
                    <a:pt x="1702" y="1"/>
                    <a:pt x="106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p21"/>
            <p:cNvSpPr/>
            <p:nvPr/>
          </p:nvSpPr>
          <p:spPr>
            <a:xfrm>
              <a:off x="5509950" y="3840700"/>
              <a:ext cx="50875" cy="51725"/>
            </a:xfrm>
            <a:custGeom>
              <a:rect b="b" l="l" r="r" t="t"/>
              <a:pathLst>
                <a:path extrusionOk="0" h="2069" w="2035">
                  <a:moveTo>
                    <a:pt x="934" y="0"/>
                  </a:moveTo>
                  <a:cubicBezTo>
                    <a:pt x="434" y="34"/>
                    <a:pt x="0" y="467"/>
                    <a:pt x="0" y="1001"/>
                  </a:cubicBezTo>
                  <a:cubicBezTo>
                    <a:pt x="0" y="1535"/>
                    <a:pt x="434" y="2068"/>
                    <a:pt x="867" y="2068"/>
                  </a:cubicBezTo>
                  <a:cubicBezTo>
                    <a:pt x="1368" y="2068"/>
                    <a:pt x="2001" y="1535"/>
                    <a:pt x="2035" y="1134"/>
                  </a:cubicBezTo>
                  <a:cubicBezTo>
                    <a:pt x="2035" y="601"/>
                    <a:pt x="1468" y="0"/>
                    <a:pt x="934"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299" name="Shape 299"/>
        <p:cNvGrpSpPr/>
        <p:nvPr/>
      </p:nvGrpSpPr>
      <p:grpSpPr>
        <a:xfrm>
          <a:off x="0" y="0"/>
          <a:ext cx="0" cy="0"/>
          <a:chOff x="0" y="0"/>
          <a:chExt cx="0" cy="0"/>
        </a:xfrm>
      </p:grpSpPr>
      <p:sp>
        <p:nvSpPr>
          <p:cNvPr id="300" name="Google Shape;300;p22"/>
          <p:cNvSpPr txBox="1"/>
          <p:nvPr>
            <p:ph type="title"/>
          </p:nvPr>
        </p:nvSpPr>
        <p:spPr>
          <a:xfrm>
            <a:off x="1546346" y="853601"/>
            <a:ext cx="6051300" cy="4725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4800"/>
              <a:buNone/>
            </a:pPr>
            <a:r>
              <a:rPr lang="en-US" sz="4800"/>
              <a:t>Usury a </a:t>
            </a:r>
            <a:r>
              <a:rPr lang="en-US" sz="4800"/>
              <a:t>poisonous</a:t>
            </a:r>
            <a:r>
              <a:rPr lang="en-US" sz="4800"/>
              <a:t> killer </a:t>
            </a:r>
            <a:endParaRPr sz="4800"/>
          </a:p>
        </p:txBody>
      </p:sp>
      <p:sp>
        <p:nvSpPr>
          <p:cNvPr id="301" name="Google Shape;301;p22"/>
          <p:cNvSpPr txBox="1"/>
          <p:nvPr/>
        </p:nvSpPr>
        <p:spPr>
          <a:xfrm>
            <a:off x="2081250" y="853601"/>
            <a:ext cx="4981500" cy="1574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accent1"/>
              </a:buClr>
              <a:buSzPts val="1700"/>
              <a:buFont typeface="Livvic"/>
              <a:buNone/>
            </a:pPr>
            <a:r>
              <a:rPr b="0" i="0" lang="en-US" sz="2000" u="none" cap="none" strike="noStrike">
                <a:solidFill>
                  <a:schemeClr val="accent1"/>
                </a:solidFill>
                <a:latin typeface="Livvic"/>
                <a:ea typeface="Livvic"/>
                <a:cs typeface="Livvic"/>
                <a:sym typeface="Livvic"/>
              </a:rPr>
              <a:t>for any society</a:t>
            </a:r>
            <a:endParaRPr/>
          </a:p>
        </p:txBody>
      </p:sp>
      <p:sp>
        <p:nvSpPr>
          <p:cNvPr id="302" name="Google Shape;302;p22"/>
          <p:cNvSpPr txBox="1"/>
          <p:nvPr/>
        </p:nvSpPr>
        <p:spPr>
          <a:xfrm>
            <a:off x="2081250" y="2301850"/>
            <a:ext cx="5413200" cy="1493100"/>
          </a:xfrm>
          <a:prstGeom prst="rect">
            <a:avLst/>
          </a:prstGeom>
          <a:noFill/>
          <a:ln>
            <a:noFill/>
          </a:ln>
        </p:spPr>
        <p:txBody>
          <a:bodyPr anchorCtr="0" anchor="t" bIns="91425" lIns="91425" spcFirstLastPara="1" rIns="91425" wrap="square" tIns="91425">
            <a:spAutoFit/>
          </a:bodyPr>
          <a:lstStyle/>
          <a:p>
            <a:pPr indent="-336550" lvl="0" marL="457200" rtl="0" algn="l">
              <a:spcBef>
                <a:spcPts val="0"/>
              </a:spcBef>
              <a:spcAft>
                <a:spcPts val="0"/>
              </a:spcAft>
              <a:buClr>
                <a:schemeClr val="dk1"/>
              </a:buClr>
              <a:buSzPts val="1700"/>
              <a:buFont typeface="Livvic"/>
              <a:buChar char="●"/>
            </a:pPr>
            <a:r>
              <a:rPr lang="en-US" sz="1700">
                <a:solidFill>
                  <a:schemeClr val="dk1"/>
                </a:solidFill>
                <a:latin typeface="Livvic"/>
                <a:ea typeface="Livvic"/>
                <a:cs typeface="Livvic"/>
                <a:sym typeface="Livvic"/>
              </a:rPr>
              <a:t>Inequality in Distribution of Wealth in society</a:t>
            </a:r>
            <a:endParaRPr sz="1700">
              <a:solidFill>
                <a:schemeClr val="dk1"/>
              </a:solidFill>
              <a:latin typeface="Livvic"/>
              <a:ea typeface="Livvic"/>
              <a:cs typeface="Livvic"/>
              <a:sym typeface="Livvic"/>
            </a:endParaRPr>
          </a:p>
          <a:p>
            <a:pPr indent="-336550" lvl="0" marL="457200" rtl="0" algn="l">
              <a:spcBef>
                <a:spcPts val="0"/>
              </a:spcBef>
              <a:spcAft>
                <a:spcPts val="0"/>
              </a:spcAft>
              <a:buClr>
                <a:schemeClr val="dk1"/>
              </a:buClr>
              <a:buSzPts val="1700"/>
              <a:buFont typeface="Livvic"/>
              <a:buChar char="●"/>
            </a:pPr>
            <a:r>
              <a:rPr lang="en-US" sz="1700">
                <a:solidFill>
                  <a:schemeClr val="dk1"/>
                </a:solidFill>
                <a:latin typeface="Livvic"/>
                <a:ea typeface="Livvic"/>
                <a:cs typeface="Livvic"/>
                <a:sym typeface="Livvic"/>
              </a:rPr>
              <a:t>Dis Harmony and </a:t>
            </a:r>
            <a:r>
              <a:rPr lang="en-US" sz="1700">
                <a:solidFill>
                  <a:schemeClr val="dk1"/>
                </a:solidFill>
                <a:latin typeface="Livvic"/>
                <a:ea typeface="Livvic"/>
                <a:cs typeface="Livvic"/>
                <a:sym typeface="Livvic"/>
              </a:rPr>
              <a:t>disunity</a:t>
            </a:r>
            <a:r>
              <a:rPr lang="en-US" sz="1700">
                <a:solidFill>
                  <a:schemeClr val="dk1"/>
                </a:solidFill>
                <a:latin typeface="Livvic"/>
                <a:ea typeface="Livvic"/>
                <a:cs typeface="Livvic"/>
                <a:sym typeface="Livvic"/>
              </a:rPr>
              <a:t> among Society Members</a:t>
            </a:r>
            <a:endParaRPr sz="1700">
              <a:solidFill>
                <a:schemeClr val="dk1"/>
              </a:solidFill>
              <a:latin typeface="Livvic"/>
              <a:ea typeface="Livvic"/>
              <a:cs typeface="Livvic"/>
              <a:sym typeface="Livvic"/>
            </a:endParaRPr>
          </a:p>
          <a:p>
            <a:pPr indent="-336550" lvl="0" marL="457200" rtl="0" algn="l">
              <a:spcBef>
                <a:spcPts val="0"/>
              </a:spcBef>
              <a:spcAft>
                <a:spcPts val="0"/>
              </a:spcAft>
              <a:buClr>
                <a:schemeClr val="dk1"/>
              </a:buClr>
              <a:buSzPts val="1700"/>
              <a:buFont typeface="Livvic"/>
              <a:buChar char="●"/>
            </a:pPr>
            <a:r>
              <a:rPr lang="en-US" sz="1700">
                <a:solidFill>
                  <a:schemeClr val="dk1"/>
                </a:solidFill>
                <a:latin typeface="Livvic"/>
                <a:ea typeface="Livvic"/>
                <a:cs typeface="Livvic"/>
                <a:sym typeface="Livvic"/>
              </a:rPr>
              <a:t>Increasing Hatredness between rich and poor</a:t>
            </a:r>
            <a:endParaRPr sz="1700">
              <a:solidFill>
                <a:schemeClr val="dk1"/>
              </a:solidFill>
              <a:latin typeface="Livvic"/>
              <a:ea typeface="Livvic"/>
              <a:cs typeface="Livvic"/>
              <a:sym typeface="Livvic"/>
            </a:endParaRPr>
          </a:p>
          <a:p>
            <a:pPr indent="-336550" lvl="0" marL="457200" rtl="0" algn="l">
              <a:spcBef>
                <a:spcPts val="0"/>
              </a:spcBef>
              <a:spcAft>
                <a:spcPts val="0"/>
              </a:spcAft>
              <a:buClr>
                <a:schemeClr val="dk1"/>
              </a:buClr>
              <a:buSzPts val="1700"/>
              <a:buFont typeface="Livvic"/>
              <a:buChar char="●"/>
            </a:pPr>
            <a:r>
              <a:rPr lang="en-US" sz="1700">
                <a:solidFill>
                  <a:schemeClr val="dk1"/>
                </a:solidFill>
                <a:latin typeface="Livvic"/>
                <a:ea typeface="Livvic"/>
                <a:cs typeface="Livvic"/>
                <a:sym typeface="Livvic"/>
              </a:rPr>
              <a:t>Increase in Corruption</a:t>
            </a:r>
            <a:endParaRPr sz="1700">
              <a:solidFill>
                <a:schemeClr val="dk1"/>
              </a:solidFill>
              <a:latin typeface="Livvic"/>
              <a:ea typeface="Livvic"/>
              <a:cs typeface="Livvic"/>
              <a:sym typeface="Livvic"/>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306" name="Shape 306"/>
        <p:cNvGrpSpPr/>
        <p:nvPr/>
      </p:nvGrpSpPr>
      <p:grpSpPr>
        <a:xfrm>
          <a:off x="0" y="0"/>
          <a:ext cx="0" cy="0"/>
          <a:chOff x="0" y="0"/>
          <a:chExt cx="0" cy="0"/>
        </a:xfrm>
      </p:grpSpPr>
      <p:sp>
        <p:nvSpPr>
          <p:cNvPr id="307" name="Google Shape;307;p23"/>
          <p:cNvSpPr txBox="1"/>
          <p:nvPr>
            <p:ph type="title"/>
          </p:nvPr>
        </p:nvSpPr>
        <p:spPr>
          <a:xfrm>
            <a:off x="2416650" y="2028206"/>
            <a:ext cx="4310700" cy="619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US"/>
              <a:t>women rights</a:t>
            </a:r>
            <a:endParaRPr/>
          </a:p>
        </p:txBody>
      </p:sp>
      <p:sp>
        <p:nvSpPr>
          <p:cNvPr id="308" name="Google Shape;308;p23"/>
          <p:cNvSpPr txBox="1"/>
          <p:nvPr>
            <p:ph idx="2" type="title"/>
          </p:nvPr>
        </p:nvSpPr>
        <p:spPr>
          <a:xfrm>
            <a:off x="4060050" y="1552200"/>
            <a:ext cx="1023900" cy="619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4800"/>
              <a:buNone/>
            </a:pPr>
            <a:r>
              <a:rPr lang="en-US"/>
              <a:t>03</a:t>
            </a:r>
            <a:endParaRPr/>
          </a:p>
        </p:txBody>
      </p:sp>
      <p:sp>
        <p:nvSpPr>
          <p:cNvPr id="309" name="Google Shape;309;p23"/>
          <p:cNvSpPr txBox="1"/>
          <p:nvPr>
            <p:ph idx="1" type="subTitle"/>
          </p:nvPr>
        </p:nvSpPr>
        <p:spPr>
          <a:xfrm>
            <a:off x="2997600" y="2788800"/>
            <a:ext cx="3148800" cy="8025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400"/>
              <a:buNone/>
            </a:pPr>
            <a:r>
              <a:rPr lang="en-US"/>
              <a:t>what is the concept of women rights in Islam?</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313" name="Shape 313"/>
        <p:cNvGrpSpPr/>
        <p:nvPr/>
      </p:nvGrpSpPr>
      <p:grpSpPr>
        <a:xfrm>
          <a:off x="0" y="0"/>
          <a:ext cx="0" cy="0"/>
          <a:chOff x="0" y="0"/>
          <a:chExt cx="0" cy="0"/>
        </a:xfrm>
      </p:grpSpPr>
      <p:sp>
        <p:nvSpPr>
          <p:cNvPr id="314" name="Google Shape;314;p24"/>
          <p:cNvSpPr txBox="1"/>
          <p:nvPr>
            <p:ph idx="1" type="subTitle"/>
          </p:nvPr>
        </p:nvSpPr>
        <p:spPr>
          <a:xfrm>
            <a:off x="1232100" y="1403978"/>
            <a:ext cx="3339900" cy="13776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1600"/>
              <a:buNone/>
            </a:pPr>
            <a:r>
              <a:rPr lang="en-US" sz="1400"/>
              <a:t>“ O people! Verily you have got Certain </a:t>
            </a:r>
            <a:r>
              <a:rPr b="1" lang="en-US" sz="1400"/>
              <a:t>rights over your women </a:t>
            </a:r>
            <a:r>
              <a:rPr lang="en-US" sz="1400"/>
              <a:t>and your </a:t>
            </a:r>
            <a:r>
              <a:rPr b="1" lang="en-US" sz="1400"/>
              <a:t>women have certain rights over you</a:t>
            </a:r>
            <a:r>
              <a:rPr lang="en-US" sz="1400"/>
              <a:t>. It is your right upon them to </a:t>
            </a:r>
            <a:r>
              <a:rPr b="1" lang="en-US" sz="1400"/>
              <a:t>honor</a:t>
            </a:r>
            <a:r>
              <a:rPr lang="en-US" sz="1400"/>
              <a:t> their </a:t>
            </a:r>
            <a:r>
              <a:rPr b="1" lang="en-US" sz="1400"/>
              <a:t>conjugal rights</a:t>
            </a:r>
            <a:r>
              <a:rPr lang="en-US" sz="1400"/>
              <a:t>, and not to commit acts of impropriety , which if they do , you are authorized by Allah to </a:t>
            </a:r>
            <a:r>
              <a:rPr b="1" lang="en-US" sz="1400"/>
              <a:t>separate </a:t>
            </a:r>
            <a:r>
              <a:rPr lang="en-US" sz="1400"/>
              <a:t>them from your </a:t>
            </a:r>
            <a:r>
              <a:rPr b="1" lang="en-US" sz="1400"/>
              <a:t>beds</a:t>
            </a:r>
            <a:r>
              <a:rPr lang="en-US" sz="1400"/>
              <a:t> and </a:t>
            </a:r>
            <a:r>
              <a:rPr b="1" lang="en-US" sz="1400"/>
              <a:t>chastise</a:t>
            </a:r>
            <a:r>
              <a:rPr lang="en-US" sz="1400"/>
              <a:t> them, but </a:t>
            </a:r>
            <a:r>
              <a:rPr b="1" lang="en-US" sz="1400"/>
              <a:t>not severely</a:t>
            </a:r>
            <a:r>
              <a:rPr lang="en-US" sz="1400"/>
              <a:t>, and if they refrain, then clothe and </a:t>
            </a:r>
            <a:r>
              <a:rPr b="1" lang="en-US" sz="1400"/>
              <a:t>feed</a:t>
            </a:r>
            <a:r>
              <a:rPr lang="en-US" sz="1400"/>
              <a:t> them properly.</a:t>
            </a:r>
            <a:endParaRPr/>
          </a:p>
        </p:txBody>
      </p:sp>
      <p:grpSp>
        <p:nvGrpSpPr>
          <p:cNvPr id="315" name="Google Shape;315;p24"/>
          <p:cNvGrpSpPr/>
          <p:nvPr/>
        </p:nvGrpSpPr>
        <p:grpSpPr>
          <a:xfrm>
            <a:off x="5853762" y="819123"/>
            <a:ext cx="19672" cy="7951"/>
            <a:chOff x="2641197" y="2434951"/>
            <a:chExt cx="6395" cy="2585"/>
          </a:xfrm>
        </p:grpSpPr>
        <p:sp>
          <p:nvSpPr>
            <p:cNvPr id="316" name="Google Shape;316;p24"/>
            <p:cNvSpPr/>
            <p:nvPr/>
          </p:nvSpPr>
          <p:spPr>
            <a:xfrm>
              <a:off x="2641197" y="2436293"/>
              <a:ext cx="2585" cy="1243"/>
            </a:xfrm>
            <a:custGeom>
              <a:rect b="b" l="l" r="r" t="t"/>
              <a:pathLst>
                <a:path extrusionOk="0" h="75" w="156">
                  <a:moveTo>
                    <a:pt x="75" y="1"/>
                  </a:moveTo>
                  <a:cubicBezTo>
                    <a:pt x="75" y="1"/>
                    <a:pt x="75" y="75"/>
                    <a:pt x="1" y="75"/>
                  </a:cubicBezTo>
                  <a:cubicBezTo>
                    <a:pt x="75" y="75"/>
                    <a:pt x="75" y="1"/>
                    <a:pt x="156" y="1"/>
                  </a:cubicBezTo>
                  <a:close/>
                </a:path>
              </a:pathLst>
            </a:custGeom>
            <a:solidFill>
              <a:srgbClr val="6FBC3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 name="Google Shape;317;p24"/>
            <p:cNvSpPr/>
            <p:nvPr/>
          </p:nvSpPr>
          <p:spPr>
            <a:xfrm>
              <a:off x="2643765" y="2434951"/>
              <a:ext cx="3827" cy="1359"/>
            </a:xfrm>
            <a:custGeom>
              <a:rect b="b" l="l" r="r" t="t"/>
              <a:pathLst>
                <a:path extrusionOk="0" h="82" w="231">
                  <a:moveTo>
                    <a:pt x="230" y="1"/>
                  </a:moveTo>
                  <a:cubicBezTo>
                    <a:pt x="156" y="1"/>
                    <a:pt x="75" y="1"/>
                    <a:pt x="1" y="82"/>
                  </a:cubicBezTo>
                  <a:cubicBezTo>
                    <a:pt x="75" y="82"/>
                    <a:pt x="156" y="1"/>
                    <a:pt x="230" y="1"/>
                  </a:cubicBezTo>
                  <a:close/>
                </a:path>
              </a:pathLst>
            </a:custGeom>
            <a:solidFill>
              <a:srgbClr val="6FBC3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318" name="Google Shape;318;p24"/>
          <p:cNvPicPr preferRelativeResize="0"/>
          <p:nvPr/>
        </p:nvPicPr>
        <p:blipFill rotWithShape="1">
          <a:blip r:embed="rId3">
            <a:alphaModFix/>
          </a:blip>
          <a:srcRect b="25997" l="8057" r="17836" t="-256"/>
          <a:stretch/>
        </p:blipFill>
        <p:spPr>
          <a:xfrm>
            <a:off x="5404682" y="1315585"/>
            <a:ext cx="2507218" cy="2512330"/>
          </a:xfrm>
          <a:prstGeom prst="ellipse">
            <a:avLst/>
          </a:prstGeom>
          <a:noFill/>
          <a:ln cap="flat" cmpd="sng" w="19050">
            <a:solidFill>
              <a:schemeClr val="lt2"/>
            </a:solidFill>
            <a:prstDash val="solid"/>
            <a:round/>
            <a:headEnd len="sm" w="sm" type="none"/>
            <a:tailEnd len="sm" w="sm" type="none"/>
          </a:ln>
        </p:spPr>
      </p:pic>
      <p:sp>
        <p:nvSpPr>
          <p:cNvPr id="319" name="Google Shape;319;p24"/>
          <p:cNvSpPr txBox="1"/>
          <p:nvPr>
            <p:ph type="title"/>
          </p:nvPr>
        </p:nvSpPr>
        <p:spPr>
          <a:xfrm>
            <a:off x="720000" y="541975"/>
            <a:ext cx="7704000" cy="314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500"/>
              <a:buNone/>
            </a:pPr>
            <a:r>
              <a:rPr lang="en-US"/>
              <a:t>women rights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323" name="Shape 323"/>
        <p:cNvGrpSpPr/>
        <p:nvPr/>
      </p:nvGrpSpPr>
      <p:grpSpPr>
        <a:xfrm>
          <a:off x="0" y="0"/>
          <a:ext cx="0" cy="0"/>
          <a:chOff x="0" y="0"/>
          <a:chExt cx="0" cy="0"/>
        </a:xfrm>
      </p:grpSpPr>
      <p:sp>
        <p:nvSpPr>
          <p:cNvPr id="324" name="Google Shape;324;p25"/>
          <p:cNvSpPr txBox="1"/>
          <p:nvPr>
            <p:ph type="title"/>
          </p:nvPr>
        </p:nvSpPr>
        <p:spPr>
          <a:xfrm>
            <a:off x="2416650" y="2028206"/>
            <a:ext cx="4310700" cy="619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US"/>
              <a:t>slaves rights</a:t>
            </a:r>
            <a:endParaRPr/>
          </a:p>
        </p:txBody>
      </p:sp>
      <p:sp>
        <p:nvSpPr>
          <p:cNvPr id="325" name="Google Shape;325;p25"/>
          <p:cNvSpPr txBox="1"/>
          <p:nvPr>
            <p:ph idx="2" type="title"/>
          </p:nvPr>
        </p:nvSpPr>
        <p:spPr>
          <a:xfrm>
            <a:off x="4060050" y="1552200"/>
            <a:ext cx="1023900" cy="619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4800"/>
              <a:buNone/>
            </a:pPr>
            <a:r>
              <a:rPr lang="en-US"/>
              <a:t>04</a:t>
            </a:r>
            <a:endParaRPr/>
          </a:p>
        </p:txBody>
      </p:sp>
      <p:sp>
        <p:nvSpPr>
          <p:cNvPr id="326" name="Google Shape;326;p25"/>
          <p:cNvSpPr txBox="1"/>
          <p:nvPr>
            <p:ph idx="1" type="subTitle"/>
          </p:nvPr>
        </p:nvSpPr>
        <p:spPr>
          <a:xfrm>
            <a:off x="2997600" y="2788800"/>
            <a:ext cx="3148800" cy="8025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400"/>
              <a:buNone/>
            </a:pPr>
            <a:r>
              <a:rPr lang="en-US"/>
              <a:t>how Islam treats with the slaves of their boss?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26"/>
          <p:cNvSpPr txBox="1"/>
          <p:nvPr>
            <p:ph type="title"/>
          </p:nvPr>
        </p:nvSpPr>
        <p:spPr>
          <a:xfrm>
            <a:off x="5128750" y="1796348"/>
            <a:ext cx="3135900" cy="4611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4200"/>
              <a:buNone/>
            </a:pPr>
            <a:r>
              <a:rPr lang="en-US"/>
              <a:t>rights of slaves</a:t>
            </a:r>
            <a:endParaRPr/>
          </a:p>
        </p:txBody>
      </p:sp>
      <p:sp>
        <p:nvSpPr>
          <p:cNvPr id="332" name="Google Shape;332;p26"/>
          <p:cNvSpPr txBox="1"/>
          <p:nvPr>
            <p:ph idx="1" type="subTitle"/>
          </p:nvPr>
        </p:nvSpPr>
        <p:spPr>
          <a:xfrm>
            <a:off x="5128750" y="2331370"/>
            <a:ext cx="3135900" cy="1079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100"/>
              <a:buNone/>
            </a:pPr>
            <a:r>
              <a:rPr lang="en-US"/>
              <a:t>Islamic rules on slaves are emancipatory in that they improve the rights of slaves compared to what was already practiced in the 7th century</a:t>
            </a:r>
            <a:endParaRPr/>
          </a:p>
        </p:txBody>
      </p:sp>
      <p:pic>
        <p:nvPicPr>
          <p:cNvPr descr="Aniconism in Islam - Wikipedia" id="333" name="Google Shape;333;p26"/>
          <p:cNvPicPr preferRelativeResize="0"/>
          <p:nvPr/>
        </p:nvPicPr>
        <p:blipFill rotWithShape="1">
          <a:blip r:embed="rId3">
            <a:alphaModFix/>
          </a:blip>
          <a:srcRect b="0" l="0" r="33178" t="0"/>
          <a:stretch/>
        </p:blipFill>
        <p:spPr>
          <a:xfrm>
            <a:off x="0" y="0"/>
            <a:ext cx="4572000" cy="51435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337" name="Shape 337"/>
        <p:cNvGrpSpPr/>
        <p:nvPr/>
      </p:nvGrpSpPr>
      <p:grpSpPr>
        <a:xfrm>
          <a:off x="0" y="0"/>
          <a:ext cx="0" cy="0"/>
          <a:chOff x="0" y="0"/>
          <a:chExt cx="0" cy="0"/>
        </a:xfrm>
      </p:grpSpPr>
      <p:sp>
        <p:nvSpPr>
          <p:cNvPr id="338" name="Google Shape;338;p27"/>
          <p:cNvSpPr txBox="1"/>
          <p:nvPr>
            <p:ph type="title"/>
          </p:nvPr>
        </p:nvSpPr>
        <p:spPr>
          <a:xfrm>
            <a:off x="2416650" y="2028206"/>
            <a:ext cx="4310700" cy="619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US"/>
              <a:t>discrimination</a:t>
            </a:r>
            <a:endParaRPr/>
          </a:p>
        </p:txBody>
      </p:sp>
      <p:sp>
        <p:nvSpPr>
          <p:cNvPr id="339" name="Google Shape;339;p27"/>
          <p:cNvSpPr txBox="1"/>
          <p:nvPr>
            <p:ph idx="2" type="title"/>
          </p:nvPr>
        </p:nvSpPr>
        <p:spPr>
          <a:xfrm>
            <a:off x="4060050" y="1552200"/>
            <a:ext cx="1023900" cy="619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4800"/>
              <a:buNone/>
            </a:pPr>
            <a:r>
              <a:rPr lang="en-US"/>
              <a:t>05</a:t>
            </a:r>
            <a:endParaRPr/>
          </a:p>
        </p:txBody>
      </p:sp>
      <p:sp>
        <p:nvSpPr>
          <p:cNvPr id="340" name="Google Shape;340;p27"/>
          <p:cNvSpPr txBox="1"/>
          <p:nvPr>
            <p:ph idx="1" type="subTitle"/>
          </p:nvPr>
        </p:nvSpPr>
        <p:spPr>
          <a:xfrm>
            <a:off x="2997600" y="2788800"/>
            <a:ext cx="3148800" cy="8025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400"/>
              <a:buNone/>
            </a:pPr>
            <a:r>
              <a:rPr lang="en-US"/>
              <a:t>what is discrimination?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344" name="Shape 344"/>
        <p:cNvGrpSpPr/>
        <p:nvPr/>
      </p:nvGrpSpPr>
      <p:grpSpPr>
        <a:xfrm>
          <a:off x="0" y="0"/>
          <a:ext cx="0" cy="0"/>
          <a:chOff x="0" y="0"/>
          <a:chExt cx="0" cy="0"/>
        </a:xfrm>
      </p:grpSpPr>
      <p:sp>
        <p:nvSpPr>
          <p:cNvPr id="345" name="Google Shape;345;p28"/>
          <p:cNvSpPr txBox="1"/>
          <p:nvPr>
            <p:ph idx="1" type="subTitle"/>
          </p:nvPr>
        </p:nvSpPr>
        <p:spPr>
          <a:xfrm>
            <a:off x="2081250" y="1591649"/>
            <a:ext cx="4981500" cy="1574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700"/>
              <a:buNone/>
            </a:pPr>
            <a:r>
              <a:rPr lang="en-US" sz="1600"/>
              <a:t>“All mankind is from Adam and Eve, no arab has any type of superiority over non-arab and nor non arab has superiority over arab, also white has no superiority over black nor black over white, except the piety and good actions  ”</a:t>
            </a:r>
            <a:endParaRPr sz="1600"/>
          </a:p>
        </p:txBody>
      </p:sp>
      <p:sp>
        <p:nvSpPr>
          <p:cNvPr id="346" name="Google Shape;346;p28"/>
          <p:cNvSpPr txBox="1"/>
          <p:nvPr>
            <p:ph type="title"/>
          </p:nvPr>
        </p:nvSpPr>
        <p:spPr>
          <a:xfrm>
            <a:off x="2420983" y="3270949"/>
            <a:ext cx="4302034" cy="4725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4800"/>
              <a:buNone/>
            </a:pPr>
            <a:r>
              <a:rPr lang="en-US" sz="2800"/>
              <a:t>—Hazrat Muhammad (PBUH)</a:t>
            </a:r>
            <a:endParaRPr sz="2800"/>
          </a:p>
        </p:txBody>
      </p:sp>
      <p:sp>
        <p:nvSpPr>
          <p:cNvPr id="347" name="Google Shape;347;p28"/>
          <p:cNvSpPr txBox="1"/>
          <p:nvPr/>
        </p:nvSpPr>
        <p:spPr>
          <a:xfrm>
            <a:off x="720000" y="541975"/>
            <a:ext cx="7704000" cy="314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lt2"/>
              </a:buClr>
              <a:buSzPts val="4800"/>
              <a:buFont typeface="Redressed"/>
              <a:buNone/>
            </a:pPr>
            <a:r>
              <a:rPr lang="en-US" sz="3500">
                <a:solidFill>
                  <a:schemeClr val="lt2"/>
                </a:solidFill>
                <a:latin typeface="Redressed"/>
                <a:ea typeface="Redressed"/>
                <a:cs typeface="Redressed"/>
                <a:sym typeface="Redressed"/>
              </a:rPr>
              <a:t>discrimination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351" name="Shape 351"/>
        <p:cNvGrpSpPr/>
        <p:nvPr/>
      </p:nvGrpSpPr>
      <p:grpSpPr>
        <a:xfrm>
          <a:off x="0" y="0"/>
          <a:ext cx="0" cy="0"/>
          <a:chOff x="0" y="0"/>
          <a:chExt cx="0" cy="0"/>
        </a:xfrm>
      </p:grpSpPr>
      <p:sp>
        <p:nvSpPr>
          <p:cNvPr id="352" name="Google Shape;352;p29"/>
          <p:cNvSpPr txBox="1"/>
          <p:nvPr>
            <p:ph type="title"/>
          </p:nvPr>
        </p:nvSpPr>
        <p:spPr>
          <a:xfrm>
            <a:off x="1546346" y="808276"/>
            <a:ext cx="6051300" cy="4725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4800"/>
              <a:buNone/>
            </a:pPr>
            <a:r>
              <a:rPr lang="en-US" sz="4800"/>
              <a:t>discrimination</a:t>
            </a:r>
            <a:endParaRPr sz="4800"/>
          </a:p>
        </p:txBody>
      </p:sp>
      <p:sp>
        <p:nvSpPr>
          <p:cNvPr id="353" name="Google Shape;353;p29"/>
          <p:cNvSpPr txBox="1"/>
          <p:nvPr/>
        </p:nvSpPr>
        <p:spPr>
          <a:xfrm>
            <a:off x="1546350" y="1465375"/>
            <a:ext cx="5589900" cy="1574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1700"/>
              <a:buFont typeface="Livvic"/>
              <a:buNone/>
            </a:pPr>
            <a:r>
              <a:t/>
            </a:r>
            <a:endParaRPr/>
          </a:p>
        </p:txBody>
      </p:sp>
      <p:sp>
        <p:nvSpPr>
          <p:cNvPr id="354" name="Google Shape;354;p29"/>
          <p:cNvSpPr txBox="1"/>
          <p:nvPr/>
        </p:nvSpPr>
        <p:spPr>
          <a:xfrm>
            <a:off x="1634700" y="1825200"/>
            <a:ext cx="5413200" cy="1493100"/>
          </a:xfrm>
          <a:prstGeom prst="rect">
            <a:avLst/>
          </a:prstGeom>
          <a:noFill/>
          <a:ln>
            <a:noFill/>
          </a:ln>
        </p:spPr>
        <p:txBody>
          <a:bodyPr anchorCtr="0" anchor="t" bIns="91425" lIns="91425" spcFirstLastPara="1" rIns="91425" wrap="square" tIns="91425">
            <a:spAutoFit/>
          </a:bodyPr>
          <a:lstStyle/>
          <a:p>
            <a:pPr indent="-336550" lvl="0" marL="457200" rtl="0" algn="l">
              <a:spcBef>
                <a:spcPts val="0"/>
              </a:spcBef>
              <a:spcAft>
                <a:spcPts val="0"/>
              </a:spcAft>
              <a:buClr>
                <a:schemeClr val="dk1"/>
              </a:buClr>
              <a:buSzPts val="1700"/>
              <a:buFont typeface="Livvic"/>
              <a:buChar char="●"/>
            </a:pPr>
            <a:r>
              <a:rPr lang="en-US" sz="1700">
                <a:solidFill>
                  <a:schemeClr val="dk1"/>
                </a:solidFill>
                <a:latin typeface="Livvic"/>
                <a:ea typeface="Livvic"/>
                <a:cs typeface="Livvic"/>
                <a:sym typeface="Livvic"/>
              </a:rPr>
              <a:t>Prevention from racial discrimination and colorism.</a:t>
            </a:r>
            <a:endParaRPr sz="1700">
              <a:solidFill>
                <a:schemeClr val="dk1"/>
              </a:solidFill>
              <a:latin typeface="Livvic"/>
              <a:ea typeface="Livvic"/>
              <a:cs typeface="Livvic"/>
              <a:sym typeface="Livvic"/>
            </a:endParaRPr>
          </a:p>
          <a:p>
            <a:pPr indent="-336550" lvl="0" marL="457200" rtl="0" algn="l">
              <a:spcBef>
                <a:spcPts val="0"/>
              </a:spcBef>
              <a:spcAft>
                <a:spcPts val="0"/>
              </a:spcAft>
              <a:buClr>
                <a:schemeClr val="dk1"/>
              </a:buClr>
              <a:buSzPts val="1700"/>
              <a:buFont typeface="Livvic"/>
              <a:buChar char="●"/>
            </a:pPr>
            <a:r>
              <a:rPr lang="en-US" sz="1700">
                <a:solidFill>
                  <a:schemeClr val="dk1"/>
                </a:solidFill>
                <a:latin typeface="Livvic"/>
                <a:ea typeface="Livvic"/>
                <a:cs typeface="Livvic"/>
                <a:sym typeface="Livvic"/>
              </a:rPr>
              <a:t>Respect every ethnicity.</a:t>
            </a:r>
            <a:endParaRPr sz="1700">
              <a:solidFill>
                <a:schemeClr val="dk1"/>
              </a:solidFill>
              <a:latin typeface="Livvic"/>
              <a:ea typeface="Livvic"/>
              <a:cs typeface="Livvic"/>
              <a:sym typeface="Livvic"/>
            </a:endParaRPr>
          </a:p>
          <a:p>
            <a:pPr indent="-336550" lvl="0" marL="457200" rtl="0" algn="l">
              <a:spcBef>
                <a:spcPts val="0"/>
              </a:spcBef>
              <a:spcAft>
                <a:spcPts val="0"/>
              </a:spcAft>
              <a:buClr>
                <a:schemeClr val="dk1"/>
              </a:buClr>
              <a:buSzPts val="1700"/>
              <a:buFont typeface="Livvic"/>
              <a:buChar char="●"/>
            </a:pPr>
            <a:r>
              <a:rPr lang="en-US" sz="1700">
                <a:solidFill>
                  <a:schemeClr val="dk1"/>
                </a:solidFill>
                <a:latin typeface="Livvic"/>
                <a:ea typeface="Livvic"/>
                <a:cs typeface="Livvic"/>
                <a:sym typeface="Livvic"/>
              </a:rPr>
              <a:t>The beautiful example of Bilal (R.A)</a:t>
            </a:r>
            <a:endParaRPr sz="1700">
              <a:solidFill>
                <a:schemeClr val="dk1"/>
              </a:solidFill>
              <a:latin typeface="Livvic"/>
              <a:ea typeface="Livvic"/>
              <a:cs typeface="Livvic"/>
              <a:sym typeface="Livvic"/>
            </a:endParaRPr>
          </a:p>
          <a:p>
            <a:pPr indent="-336550" lvl="0" marL="457200" rtl="0" algn="l">
              <a:spcBef>
                <a:spcPts val="0"/>
              </a:spcBef>
              <a:spcAft>
                <a:spcPts val="0"/>
              </a:spcAft>
              <a:buClr>
                <a:schemeClr val="dk1"/>
              </a:buClr>
              <a:buSzPts val="1700"/>
              <a:buFont typeface="Livvic"/>
              <a:buChar char="●"/>
            </a:pPr>
            <a:r>
              <a:rPr lang="en-US" sz="1700">
                <a:solidFill>
                  <a:schemeClr val="dk1"/>
                </a:solidFill>
                <a:latin typeface="Livvic"/>
                <a:ea typeface="Livvic"/>
                <a:cs typeface="Livvic"/>
                <a:sym typeface="Livvic"/>
              </a:rPr>
              <a:t>Convention in following in this charter.</a:t>
            </a:r>
            <a:endParaRPr sz="1700">
              <a:solidFill>
                <a:schemeClr val="dk1"/>
              </a:solidFill>
              <a:latin typeface="Livvic"/>
              <a:ea typeface="Livvic"/>
              <a:cs typeface="Livvic"/>
              <a:sym typeface="Livvic"/>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30"/>
          <p:cNvSpPr txBox="1"/>
          <p:nvPr>
            <p:ph type="title"/>
          </p:nvPr>
        </p:nvSpPr>
        <p:spPr>
          <a:xfrm>
            <a:off x="2833950" y="3175150"/>
            <a:ext cx="3476100" cy="472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US"/>
              <a:t>94:4</a:t>
            </a:r>
            <a:endParaRPr/>
          </a:p>
        </p:txBody>
      </p:sp>
      <p:sp>
        <p:nvSpPr>
          <p:cNvPr id="360" name="Google Shape;360;p30"/>
          <p:cNvSpPr txBox="1"/>
          <p:nvPr>
            <p:ph idx="1" type="subTitle"/>
          </p:nvPr>
        </p:nvSpPr>
        <p:spPr>
          <a:xfrm>
            <a:off x="2081250" y="1495850"/>
            <a:ext cx="4981500" cy="1574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US"/>
              <a:t>“We have certainly created man in the best stature”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364" name="Shape 364"/>
        <p:cNvGrpSpPr/>
        <p:nvPr/>
      </p:nvGrpSpPr>
      <p:grpSpPr>
        <a:xfrm>
          <a:off x="0" y="0"/>
          <a:ext cx="0" cy="0"/>
          <a:chOff x="0" y="0"/>
          <a:chExt cx="0" cy="0"/>
        </a:xfrm>
      </p:grpSpPr>
      <p:sp>
        <p:nvSpPr>
          <p:cNvPr id="365" name="Google Shape;365;p31"/>
          <p:cNvSpPr txBox="1"/>
          <p:nvPr>
            <p:ph type="title"/>
          </p:nvPr>
        </p:nvSpPr>
        <p:spPr>
          <a:xfrm>
            <a:off x="2416650" y="2028206"/>
            <a:ext cx="4310700" cy="619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US"/>
              <a:t>conclusion</a:t>
            </a:r>
            <a:endParaRPr/>
          </a:p>
        </p:txBody>
      </p:sp>
      <p:sp>
        <p:nvSpPr>
          <p:cNvPr id="366" name="Google Shape;366;p31"/>
          <p:cNvSpPr txBox="1"/>
          <p:nvPr>
            <p:ph idx="2" type="title"/>
          </p:nvPr>
        </p:nvSpPr>
        <p:spPr>
          <a:xfrm>
            <a:off x="4060050" y="1552200"/>
            <a:ext cx="1023900" cy="619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4800"/>
              <a:buNone/>
            </a:pPr>
            <a:r>
              <a:rPr lang="en-US"/>
              <a:t>06</a:t>
            </a:r>
            <a:endParaRPr/>
          </a:p>
        </p:txBody>
      </p:sp>
      <p:sp>
        <p:nvSpPr>
          <p:cNvPr id="367" name="Google Shape;367;p31"/>
          <p:cNvSpPr txBox="1"/>
          <p:nvPr>
            <p:ph idx="1" type="subTitle"/>
          </p:nvPr>
        </p:nvSpPr>
        <p:spPr>
          <a:xfrm>
            <a:off x="2997600" y="2788800"/>
            <a:ext cx="3148800" cy="8025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400"/>
              <a:buNone/>
            </a:pPr>
            <a:r>
              <a:rPr lang="en-US"/>
              <a:t>human rights in the light of khutbah Hujja – tul - Widaa</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32"/>
          <p:cNvSpPr txBox="1"/>
          <p:nvPr>
            <p:ph idx="1" type="subTitle"/>
          </p:nvPr>
        </p:nvSpPr>
        <p:spPr>
          <a:xfrm>
            <a:off x="1436016" y="1910139"/>
            <a:ext cx="1890274" cy="448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US"/>
              <a:t>descrimination</a:t>
            </a:r>
            <a:endParaRPr/>
          </a:p>
        </p:txBody>
      </p:sp>
      <p:sp>
        <p:nvSpPr>
          <p:cNvPr id="373" name="Google Shape;373;p32"/>
          <p:cNvSpPr txBox="1"/>
          <p:nvPr>
            <p:ph idx="2" type="subTitle"/>
          </p:nvPr>
        </p:nvSpPr>
        <p:spPr>
          <a:xfrm>
            <a:off x="1294071" y="2261592"/>
            <a:ext cx="2174164" cy="5745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US"/>
              <a:t>no one has any type of superiority upon other</a:t>
            </a:r>
            <a:endParaRPr/>
          </a:p>
        </p:txBody>
      </p:sp>
      <p:sp>
        <p:nvSpPr>
          <p:cNvPr id="374" name="Google Shape;374;p32"/>
          <p:cNvSpPr txBox="1"/>
          <p:nvPr>
            <p:ph type="title"/>
          </p:nvPr>
        </p:nvSpPr>
        <p:spPr>
          <a:xfrm>
            <a:off x="720000" y="541975"/>
            <a:ext cx="7704000" cy="314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500"/>
              <a:buNone/>
            </a:pPr>
            <a:r>
              <a:rPr lang="en-US"/>
              <a:t>Conclusions</a:t>
            </a:r>
            <a:endParaRPr>
              <a:latin typeface="Montserrat"/>
              <a:ea typeface="Montserrat"/>
              <a:cs typeface="Montserrat"/>
              <a:sym typeface="Montserrat"/>
            </a:endParaRPr>
          </a:p>
        </p:txBody>
      </p:sp>
      <p:sp>
        <p:nvSpPr>
          <p:cNvPr id="375" name="Google Shape;375;p32"/>
          <p:cNvSpPr txBox="1"/>
          <p:nvPr>
            <p:ph idx="3" type="subTitle"/>
          </p:nvPr>
        </p:nvSpPr>
        <p:spPr>
          <a:xfrm>
            <a:off x="3468234" y="3364836"/>
            <a:ext cx="2048606" cy="448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US"/>
              <a:t>huqooq ul Ibaad </a:t>
            </a:r>
            <a:endParaRPr/>
          </a:p>
        </p:txBody>
      </p:sp>
      <p:sp>
        <p:nvSpPr>
          <p:cNvPr id="376" name="Google Shape;376;p32"/>
          <p:cNvSpPr txBox="1"/>
          <p:nvPr>
            <p:ph idx="4" type="subTitle"/>
          </p:nvPr>
        </p:nvSpPr>
        <p:spPr>
          <a:xfrm>
            <a:off x="3342513" y="3716289"/>
            <a:ext cx="2300049" cy="5745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US"/>
              <a:t>strictness on the huqooq ul Ibaad</a:t>
            </a:r>
            <a:endParaRPr/>
          </a:p>
        </p:txBody>
      </p:sp>
      <p:sp>
        <p:nvSpPr>
          <p:cNvPr id="377" name="Google Shape;377;p32"/>
          <p:cNvSpPr txBox="1"/>
          <p:nvPr>
            <p:ph idx="5" type="subTitle"/>
          </p:nvPr>
        </p:nvSpPr>
        <p:spPr>
          <a:xfrm>
            <a:off x="6251114" y="1879659"/>
            <a:ext cx="1059161" cy="448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US"/>
              <a:t>taq’wah</a:t>
            </a:r>
            <a:endParaRPr/>
          </a:p>
        </p:txBody>
      </p:sp>
      <p:sp>
        <p:nvSpPr>
          <p:cNvPr id="378" name="Google Shape;378;p32"/>
          <p:cNvSpPr txBox="1"/>
          <p:nvPr>
            <p:ph idx="6" type="subTitle"/>
          </p:nvPr>
        </p:nvSpPr>
        <p:spPr>
          <a:xfrm>
            <a:off x="5516840" y="2231109"/>
            <a:ext cx="2527708" cy="6018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US"/>
              <a:t>taq’wah is only standard of superiority</a:t>
            </a:r>
            <a:endParaRPr/>
          </a:p>
        </p:txBody>
      </p:sp>
      <p:grpSp>
        <p:nvGrpSpPr>
          <p:cNvPr id="379" name="Google Shape;379;p32"/>
          <p:cNvGrpSpPr/>
          <p:nvPr/>
        </p:nvGrpSpPr>
        <p:grpSpPr>
          <a:xfrm>
            <a:off x="2042903" y="1292044"/>
            <a:ext cx="676500" cy="676500"/>
            <a:chOff x="862380" y="1596578"/>
            <a:chExt cx="676500" cy="676500"/>
          </a:xfrm>
        </p:grpSpPr>
        <p:sp>
          <p:nvSpPr>
            <p:cNvPr id="380" name="Google Shape;380;p32"/>
            <p:cNvSpPr/>
            <p:nvPr/>
          </p:nvSpPr>
          <p:spPr>
            <a:xfrm>
              <a:off x="862380" y="1596578"/>
              <a:ext cx="676500" cy="676500"/>
            </a:xfrm>
            <a:prstGeom prst="ellipse">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81" name="Google Shape;381;p32"/>
            <p:cNvGrpSpPr/>
            <p:nvPr/>
          </p:nvGrpSpPr>
          <p:grpSpPr>
            <a:xfrm>
              <a:off x="888898" y="1626985"/>
              <a:ext cx="623443" cy="615683"/>
              <a:chOff x="862388" y="1600795"/>
              <a:chExt cx="676479" cy="668059"/>
            </a:xfrm>
          </p:grpSpPr>
          <p:sp>
            <p:nvSpPr>
              <p:cNvPr id="382" name="Google Shape;382;p32"/>
              <p:cNvSpPr/>
              <p:nvPr/>
            </p:nvSpPr>
            <p:spPr>
              <a:xfrm>
                <a:off x="1312979" y="1673821"/>
                <a:ext cx="152870" cy="331815"/>
              </a:xfrm>
              <a:custGeom>
                <a:rect b="b" l="l" r="r" t="t"/>
                <a:pathLst>
                  <a:path extrusionOk="0" h="27588" w="12710">
                    <a:moveTo>
                      <a:pt x="2569" y="2536"/>
                    </a:moveTo>
                    <a:lnTo>
                      <a:pt x="5671" y="2536"/>
                    </a:lnTo>
                    <a:cubicBezTo>
                      <a:pt x="8140" y="2536"/>
                      <a:pt x="10141" y="4571"/>
                      <a:pt x="10141" y="7039"/>
                    </a:cubicBezTo>
                    <a:lnTo>
                      <a:pt x="10141" y="27587"/>
                    </a:lnTo>
                    <a:lnTo>
                      <a:pt x="12710" y="25019"/>
                    </a:lnTo>
                    <a:lnTo>
                      <a:pt x="12710" y="7039"/>
                    </a:lnTo>
                    <a:cubicBezTo>
                      <a:pt x="12710" y="3136"/>
                      <a:pt x="9541" y="1"/>
                      <a:pt x="5671" y="1"/>
                    </a:cubicBezTo>
                    <a:lnTo>
                      <a:pt x="1"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 name="Google Shape;383;p32"/>
              <p:cNvSpPr/>
              <p:nvPr/>
            </p:nvSpPr>
            <p:spPr>
              <a:xfrm>
                <a:off x="943833" y="1673821"/>
                <a:ext cx="331815" cy="152473"/>
              </a:xfrm>
              <a:custGeom>
                <a:rect b="b" l="l" r="r" t="t"/>
                <a:pathLst>
                  <a:path extrusionOk="0" h="12677" w="27588">
                    <a:moveTo>
                      <a:pt x="2569" y="10108"/>
                    </a:moveTo>
                    <a:lnTo>
                      <a:pt x="2569" y="7039"/>
                    </a:lnTo>
                    <a:cubicBezTo>
                      <a:pt x="2569" y="4571"/>
                      <a:pt x="4571" y="2536"/>
                      <a:pt x="7039" y="2536"/>
                    </a:cubicBezTo>
                    <a:lnTo>
                      <a:pt x="27587" y="2536"/>
                    </a:lnTo>
                    <a:lnTo>
                      <a:pt x="25019" y="1"/>
                    </a:lnTo>
                    <a:lnTo>
                      <a:pt x="7039" y="1"/>
                    </a:lnTo>
                    <a:cubicBezTo>
                      <a:pt x="3170" y="1"/>
                      <a:pt x="1" y="3136"/>
                      <a:pt x="1" y="7039"/>
                    </a:cubicBezTo>
                    <a:lnTo>
                      <a:pt x="1" y="12677"/>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 name="Google Shape;384;p32"/>
              <p:cNvSpPr/>
              <p:nvPr/>
            </p:nvSpPr>
            <p:spPr>
              <a:xfrm>
                <a:off x="1134029" y="2042966"/>
                <a:ext cx="331803" cy="152870"/>
              </a:xfrm>
              <a:custGeom>
                <a:rect b="b" l="l" r="r" t="t"/>
                <a:pathLst>
                  <a:path extrusionOk="0" h="12710" w="27587">
                    <a:moveTo>
                      <a:pt x="25018" y="2569"/>
                    </a:moveTo>
                    <a:lnTo>
                      <a:pt x="25018" y="5671"/>
                    </a:lnTo>
                    <a:cubicBezTo>
                      <a:pt x="25018" y="8140"/>
                      <a:pt x="23017" y="10141"/>
                      <a:pt x="20548" y="10141"/>
                    </a:cubicBezTo>
                    <a:lnTo>
                      <a:pt x="0" y="10141"/>
                    </a:lnTo>
                    <a:lnTo>
                      <a:pt x="2535" y="12710"/>
                    </a:lnTo>
                    <a:lnTo>
                      <a:pt x="20548" y="12710"/>
                    </a:lnTo>
                    <a:cubicBezTo>
                      <a:pt x="24418" y="12710"/>
                      <a:pt x="27587" y="9541"/>
                      <a:pt x="27587" y="5671"/>
                    </a:cubicBezTo>
                    <a:lnTo>
                      <a:pt x="27587"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p32"/>
              <p:cNvSpPr/>
              <p:nvPr/>
            </p:nvSpPr>
            <p:spPr>
              <a:xfrm>
                <a:off x="943833" y="1863608"/>
                <a:ext cx="152473" cy="332212"/>
              </a:xfrm>
              <a:custGeom>
                <a:rect b="b" l="l" r="r" t="t"/>
                <a:pathLst>
                  <a:path extrusionOk="0" h="27621" w="12677">
                    <a:moveTo>
                      <a:pt x="10142" y="25052"/>
                    </a:moveTo>
                    <a:lnTo>
                      <a:pt x="7039" y="25052"/>
                    </a:lnTo>
                    <a:cubicBezTo>
                      <a:pt x="4571" y="25052"/>
                      <a:pt x="2569" y="23051"/>
                      <a:pt x="2569" y="20582"/>
                    </a:cubicBezTo>
                    <a:lnTo>
                      <a:pt x="2569" y="1"/>
                    </a:lnTo>
                    <a:lnTo>
                      <a:pt x="1" y="2569"/>
                    </a:lnTo>
                    <a:lnTo>
                      <a:pt x="1" y="20582"/>
                    </a:lnTo>
                    <a:cubicBezTo>
                      <a:pt x="1" y="24452"/>
                      <a:pt x="3137" y="27621"/>
                      <a:pt x="7039" y="27621"/>
                    </a:cubicBezTo>
                    <a:lnTo>
                      <a:pt x="12677" y="2762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 name="Google Shape;386;p32"/>
              <p:cNvSpPr/>
              <p:nvPr/>
            </p:nvSpPr>
            <p:spPr>
              <a:xfrm>
                <a:off x="1096716" y="1600795"/>
                <a:ext cx="320966" cy="221077"/>
              </a:xfrm>
              <a:custGeom>
                <a:rect b="b" l="l" r="r" t="t"/>
                <a:pathLst>
                  <a:path extrusionOk="0" h="18381" w="26686">
                    <a:moveTo>
                      <a:pt x="26686" y="14745"/>
                    </a:moveTo>
                    <a:lnTo>
                      <a:pt x="13977" y="2069"/>
                    </a:lnTo>
                    <a:cubicBezTo>
                      <a:pt x="12642" y="735"/>
                      <a:pt x="10874" y="1"/>
                      <a:pt x="9006" y="1"/>
                    </a:cubicBezTo>
                    <a:cubicBezTo>
                      <a:pt x="7105" y="1"/>
                      <a:pt x="5337" y="735"/>
                      <a:pt x="4003" y="2069"/>
                    </a:cubicBezTo>
                    <a:lnTo>
                      <a:pt x="0" y="6072"/>
                    </a:lnTo>
                    <a:lnTo>
                      <a:pt x="3636" y="6072"/>
                    </a:lnTo>
                    <a:lnTo>
                      <a:pt x="5804" y="3870"/>
                    </a:lnTo>
                    <a:cubicBezTo>
                      <a:pt x="6671" y="3036"/>
                      <a:pt x="7806" y="2569"/>
                      <a:pt x="9006" y="2569"/>
                    </a:cubicBezTo>
                    <a:cubicBezTo>
                      <a:pt x="10174" y="2569"/>
                      <a:pt x="11308" y="3036"/>
                      <a:pt x="12175" y="3870"/>
                    </a:cubicBezTo>
                    <a:lnTo>
                      <a:pt x="26686" y="1838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p32"/>
              <p:cNvSpPr/>
              <p:nvPr/>
            </p:nvSpPr>
            <p:spPr>
              <a:xfrm>
                <a:off x="1434960" y="1795803"/>
                <a:ext cx="12" cy="43744"/>
              </a:xfrm>
              <a:custGeom>
                <a:rect b="b" l="l" r="r" t="t"/>
                <a:pathLst>
                  <a:path extrusionOk="0" h="3637" w="1">
                    <a:moveTo>
                      <a:pt x="0" y="0"/>
                    </a:moveTo>
                    <a:lnTo>
                      <a:pt x="0" y="3636"/>
                    </a:lnTo>
                    <a:lnTo>
                      <a:pt x="0" y="3636"/>
                    </a:lnTo>
                    <a:lnTo>
                      <a:pt x="0"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p32"/>
              <p:cNvSpPr/>
              <p:nvPr/>
            </p:nvSpPr>
            <p:spPr>
              <a:xfrm>
                <a:off x="862388" y="1721971"/>
                <a:ext cx="229497" cy="320978"/>
              </a:xfrm>
              <a:custGeom>
                <a:rect b="b" l="l" r="r" t="t"/>
                <a:pathLst>
                  <a:path extrusionOk="0" h="26687" w="19081">
                    <a:moveTo>
                      <a:pt x="4570" y="14511"/>
                    </a:moveTo>
                    <a:lnTo>
                      <a:pt x="19081" y="1"/>
                    </a:lnTo>
                    <a:lnTo>
                      <a:pt x="15478" y="1"/>
                    </a:lnTo>
                    <a:lnTo>
                      <a:pt x="2769" y="12710"/>
                    </a:lnTo>
                    <a:cubicBezTo>
                      <a:pt x="0" y="15445"/>
                      <a:pt x="0" y="19915"/>
                      <a:pt x="2769" y="22684"/>
                    </a:cubicBezTo>
                    <a:lnTo>
                      <a:pt x="6772" y="26686"/>
                    </a:lnTo>
                    <a:lnTo>
                      <a:pt x="6772" y="23051"/>
                    </a:lnTo>
                    <a:lnTo>
                      <a:pt x="4570" y="20882"/>
                    </a:lnTo>
                    <a:cubicBezTo>
                      <a:pt x="2836" y="19114"/>
                      <a:pt x="2836" y="16279"/>
                      <a:pt x="4570" y="1451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p32"/>
              <p:cNvSpPr/>
              <p:nvPr/>
            </p:nvSpPr>
            <p:spPr>
              <a:xfrm>
                <a:off x="974735" y="2030132"/>
                <a:ext cx="12" cy="43732"/>
              </a:xfrm>
              <a:custGeom>
                <a:rect b="b" l="l" r="r" t="t"/>
                <a:pathLst>
                  <a:path extrusionOk="0" h="3636" w="1">
                    <a:moveTo>
                      <a:pt x="0" y="0"/>
                    </a:moveTo>
                    <a:lnTo>
                      <a:pt x="0" y="0"/>
                    </a:lnTo>
                    <a:lnTo>
                      <a:pt x="0" y="3636"/>
                    </a:lnTo>
                    <a:lnTo>
                      <a:pt x="0" y="3636"/>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 name="Google Shape;390;p32"/>
              <p:cNvSpPr/>
              <p:nvPr/>
            </p:nvSpPr>
            <p:spPr>
              <a:xfrm>
                <a:off x="991984" y="2047777"/>
                <a:ext cx="320978" cy="221077"/>
              </a:xfrm>
              <a:custGeom>
                <a:rect b="b" l="l" r="r" t="t"/>
                <a:pathLst>
                  <a:path extrusionOk="0" h="18381" w="26687">
                    <a:moveTo>
                      <a:pt x="23051" y="12310"/>
                    </a:moveTo>
                    <a:lnTo>
                      <a:pt x="20882" y="14511"/>
                    </a:lnTo>
                    <a:cubicBezTo>
                      <a:pt x="20015" y="15345"/>
                      <a:pt x="18914" y="15812"/>
                      <a:pt x="17713" y="15812"/>
                    </a:cubicBezTo>
                    <a:cubicBezTo>
                      <a:pt x="16513" y="15812"/>
                      <a:pt x="15378" y="15345"/>
                      <a:pt x="14511" y="14511"/>
                    </a:cubicBezTo>
                    <a:lnTo>
                      <a:pt x="1" y="1"/>
                    </a:lnTo>
                    <a:lnTo>
                      <a:pt x="1" y="3603"/>
                    </a:lnTo>
                    <a:lnTo>
                      <a:pt x="12710" y="16312"/>
                    </a:lnTo>
                    <a:cubicBezTo>
                      <a:pt x="14044" y="17647"/>
                      <a:pt x="15812" y="18381"/>
                      <a:pt x="17713" y="18381"/>
                    </a:cubicBezTo>
                    <a:cubicBezTo>
                      <a:pt x="19581" y="18381"/>
                      <a:pt x="21349" y="17647"/>
                      <a:pt x="22684" y="16312"/>
                    </a:cubicBezTo>
                    <a:lnTo>
                      <a:pt x="26687" y="12310"/>
                    </a:lnTo>
                    <a:lnTo>
                      <a:pt x="23051" y="1231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 name="Google Shape;391;p32"/>
              <p:cNvSpPr/>
              <p:nvPr/>
            </p:nvSpPr>
            <p:spPr>
              <a:xfrm>
                <a:off x="1316996" y="1826692"/>
                <a:ext cx="221871" cy="321387"/>
              </a:xfrm>
              <a:custGeom>
                <a:rect b="b" l="l" r="r" t="t"/>
                <a:pathLst>
                  <a:path extrusionOk="0" h="26721" w="18447">
                    <a:moveTo>
                      <a:pt x="16378" y="4004"/>
                    </a:moveTo>
                    <a:lnTo>
                      <a:pt x="12376" y="1"/>
                    </a:lnTo>
                    <a:lnTo>
                      <a:pt x="12376" y="3637"/>
                    </a:lnTo>
                    <a:lnTo>
                      <a:pt x="14577" y="5805"/>
                    </a:lnTo>
                    <a:cubicBezTo>
                      <a:pt x="15411" y="6672"/>
                      <a:pt x="15878" y="7773"/>
                      <a:pt x="15878" y="8974"/>
                    </a:cubicBezTo>
                    <a:cubicBezTo>
                      <a:pt x="15878" y="10175"/>
                      <a:pt x="15411" y="11309"/>
                      <a:pt x="14577" y="12176"/>
                    </a:cubicBezTo>
                    <a:lnTo>
                      <a:pt x="0" y="26720"/>
                    </a:lnTo>
                    <a:lnTo>
                      <a:pt x="3636" y="26720"/>
                    </a:lnTo>
                    <a:lnTo>
                      <a:pt x="16378" y="13978"/>
                    </a:lnTo>
                    <a:cubicBezTo>
                      <a:pt x="17713" y="12643"/>
                      <a:pt x="18447" y="10875"/>
                      <a:pt x="18447" y="9007"/>
                    </a:cubicBezTo>
                    <a:cubicBezTo>
                      <a:pt x="18447" y="7106"/>
                      <a:pt x="17713" y="5338"/>
                      <a:pt x="16378" y="4004"/>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 name="Google Shape;392;p32"/>
              <p:cNvSpPr/>
              <p:nvPr/>
            </p:nvSpPr>
            <p:spPr>
              <a:xfrm>
                <a:off x="1122386" y="1824695"/>
                <a:ext cx="164909" cy="323383"/>
              </a:xfrm>
              <a:custGeom>
                <a:rect b="b" l="l" r="r" t="t"/>
                <a:pathLst>
                  <a:path extrusionOk="0" h="26887" w="13711">
                    <a:moveTo>
                      <a:pt x="7473" y="367"/>
                    </a:moveTo>
                    <a:lnTo>
                      <a:pt x="6872" y="0"/>
                    </a:lnTo>
                    <a:lnTo>
                      <a:pt x="6239" y="367"/>
                    </a:lnTo>
                    <a:cubicBezTo>
                      <a:pt x="5972" y="534"/>
                      <a:pt x="1" y="4170"/>
                      <a:pt x="1" y="13643"/>
                    </a:cubicBezTo>
                    <a:lnTo>
                      <a:pt x="1" y="26886"/>
                    </a:lnTo>
                    <a:lnTo>
                      <a:pt x="2469" y="26886"/>
                    </a:lnTo>
                    <a:lnTo>
                      <a:pt x="2469" y="13643"/>
                    </a:lnTo>
                    <a:cubicBezTo>
                      <a:pt x="2469" y="7272"/>
                      <a:pt x="5505" y="4070"/>
                      <a:pt x="6839" y="2936"/>
                    </a:cubicBezTo>
                    <a:cubicBezTo>
                      <a:pt x="8207" y="4070"/>
                      <a:pt x="11242" y="7272"/>
                      <a:pt x="11242" y="13643"/>
                    </a:cubicBezTo>
                    <a:lnTo>
                      <a:pt x="11242" y="26886"/>
                    </a:lnTo>
                    <a:lnTo>
                      <a:pt x="13711" y="26886"/>
                    </a:lnTo>
                    <a:lnTo>
                      <a:pt x="13711" y="13643"/>
                    </a:lnTo>
                    <a:cubicBezTo>
                      <a:pt x="13711" y="4170"/>
                      <a:pt x="7740" y="534"/>
                      <a:pt x="7473" y="367"/>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 name="Google Shape;393;p32"/>
              <p:cNvSpPr/>
              <p:nvPr/>
            </p:nvSpPr>
            <p:spPr>
              <a:xfrm>
                <a:off x="983564" y="1929813"/>
                <a:ext cx="121971" cy="207438"/>
              </a:xfrm>
              <a:custGeom>
                <a:rect b="b" l="l" r="r" t="t"/>
                <a:pathLst>
                  <a:path extrusionOk="0" h="17247" w="10141">
                    <a:moveTo>
                      <a:pt x="2302" y="9407"/>
                    </a:moveTo>
                    <a:lnTo>
                      <a:pt x="2302" y="8840"/>
                    </a:lnTo>
                    <a:cubicBezTo>
                      <a:pt x="2302" y="5438"/>
                      <a:pt x="4070" y="3603"/>
                      <a:pt x="5004" y="2869"/>
                    </a:cubicBezTo>
                    <a:cubicBezTo>
                      <a:pt x="5938" y="3603"/>
                      <a:pt x="7672" y="5438"/>
                      <a:pt x="7672" y="8840"/>
                    </a:cubicBezTo>
                    <a:lnTo>
                      <a:pt x="7672" y="14778"/>
                    </a:lnTo>
                    <a:lnTo>
                      <a:pt x="10141" y="17246"/>
                    </a:lnTo>
                    <a:lnTo>
                      <a:pt x="10141" y="8840"/>
                    </a:lnTo>
                    <a:cubicBezTo>
                      <a:pt x="10141" y="2769"/>
                      <a:pt x="5738" y="401"/>
                      <a:pt x="5571" y="301"/>
                    </a:cubicBezTo>
                    <a:lnTo>
                      <a:pt x="5004" y="1"/>
                    </a:lnTo>
                    <a:lnTo>
                      <a:pt x="4437" y="301"/>
                    </a:lnTo>
                    <a:cubicBezTo>
                      <a:pt x="4270" y="368"/>
                      <a:pt x="701" y="2302"/>
                      <a:pt x="0" y="7072"/>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 name="Google Shape;394;p32"/>
              <p:cNvSpPr/>
              <p:nvPr/>
            </p:nvSpPr>
            <p:spPr>
              <a:xfrm>
                <a:off x="1304150" y="1929813"/>
                <a:ext cx="121983" cy="207438"/>
              </a:xfrm>
              <a:custGeom>
                <a:rect b="b" l="l" r="r" t="t"/>
                <a:pathLst>
                  <a:path extrusionOk="0" h="17247" w="10142">
                    <a:moveTo>
                      <a:pt x="2469" y="14778"/>
                    </a:moveTo>
                    <a:lnTo>
                      <a:pt x="2469" y="8840"/>
                    </a:lnTo>
                    <a:cubicBezTo>
                      <a:pt x="2469" y="5438"/>
                      <a:pt x="4204" y="3603"/>
                      <a:pt x="5138" y="2869"/>
                    </a:cubicBezTo>
                    <a:cubicBezTo>
                      <a:pt x="6072" y="3603"/>
                      <a:pt x="7840" y="5438"/>
                      <a:pt x="7840" y="8840"/>
                    </a:cubicBezTo>
                    <a:lnTo>
                      <a:pt x="7840" y="9407"/>
                    </a:lnTo>
                    <a:lnTo>
                      <a:pt x="10141" y="7106"/>
                    </a:lnTo>
                    <a:cubicBezTo>
                      <a:pt x="9441" y="2302"/>
                      <a:pt x="5872" y="401"/>
                      <a:pt x="5705" y="301"/>
                    </a:cubicBezTo>
                    <a:lnTo>
                      <a:pt x="5138" y="1"/>
                    </a:lnTo>
                    <a:lnTo>
                      <a:pt x="4571" y="301"/>
                    </a:lnTo>
                    <a:cubicBezTo>
                      <a:pt x="4404" y="401"/>
                      <a:pt x="1" y="2769"/>
                      <a:pt x="1" y="8874"/>
                    </a:cubicBezTo>
                    <a:lnTo>
                      <a:pt x="1" y="17246"/>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p32"/>
              <p:cNvSpPr/>
              <p:nvPr/>
            </p:nvSpPr>
            <p:spPr>
              <a:xfrm>
                <a:off x="1157701" y="1721971"/>
                <a:ext cx="94296" cy="94705"/>
              </a:xfrm>
              <a:custGeom>
                <a:rect b="b" l="l" r="r" t="t"/>
                <a:pathLst>
                  <a:path extrusionOk="0" h="7874" w="7840">
                    <a:moveTo>
                      <a:pt x="6705" y="2769"/>
                    </a:moveTo>
                    <a:lnTo>
                      <a:pt x="6705" y="1168"/>
                    </a:lnTo>
                    <a:lnTo>
                      <a:pt x="5071" y="1168"/>
                    </a:lnTo>
                    <a:lnTo>
                      <a:pt x="3936" y="1"/>
                    </a:lnTo>
                    <a:lnTo>
                      <a:pt x="2769" y="1168"/>
                    </a:lnTo>
                    <a:lnTo>
                      <a:pt x="1134" y="1168"/>
                    </a:lnTo>
                    <a:lnTo>
                      <a:pt x="1134" y="2769"/>
                    </a:lnTo>
                    <a:lnTo>
                      <a:pt x="0" y="3937"/>
                    </a:lnTo>
                    <a:lnTo>
                      <a:pt x="1134" y="5071"/>
                    </a:lnTo>
                    <a:lnTo>
                      <a:pt x="1134" y="6706"/>
                    </a:lnTo>
                    <a:lnTo>
                      <a:pt x="2769" y="6706"/>
                    </a:lnTo>
                    <a:lnTo>
                      <a:pt x="3936" y="7873"/>
                    </a:lnTo>
                    <a:lnTo>
                      <a:pt x="5071" y="6706"/>
                    </a:lnTo>
                    <a:lnTo>
                      <a:pt x="6705" y="6706"/>
                    </a:lnTo>
                    <a:lnTo>
                      <a:pt x="6705" y="5071"/>
                    </a:lnTo>
                    <a:lnTo>
                      <a:pt x="7839" y="3937"/>
                    </a:lnTo>
                    <a:close/>
                    <a:moveTo>
                      <a:pt x="5371" y="4537"/>
                    </a:moveTo>
                    <a:lnTo>
                      <a:pt x="5371" y="5371"/>
                    </a:lnTo>
                    <a:lnTo>
                      <a:pt x="4537" y="5371"/>
                    </a:lnTo>
                    <a:lnTo>
                      <a:pt x="3936" y="5972"/>
                    </a:lnTo>
                    <a:lnTo>
                      <a:pt x="3336" y="5371"/>
                    </a:lnTo>
                    <a:lnTo>
                      <a:pt x="2469" y="5371"/>
                    </a:lnTo>
                    <a:lnTo>
                      <a:pt x="2469" y="4537"/>
                    </a:lnTo>
                    <a:lnTo>
                      <a:pt x="1868" y="3937"/>
                    </a:lnTo>
                    <a:lnTo>
                      <a:pt x="2469" y="3336"/>
                    </a:lnTo>
                    <a:lnTo>
                      <a:pt x="2469" y="2469"/>
                    </a:lnTo>
                    <a:lnTo>
                      <a:pt x="3336" y="2469"/>
                    </a:lnTo>
                    <a:lnTo>
                      <a:pt x="3936" y="1869"/>
                    </a:lnTo>
                    <a:lnTo>
                      <a:pt x="4537" y="2469"/>
                    </a:lnTo>
                    <a:lnTo>
                      <a:pt x="5371" y="2469"/>
                    </a:lnTo>
                    <a:lnTo>
                      <a:pt x="5371" y="3336"/>
                    </a:lnTo>
                    <a:lnTo>
                      <a:pt x="5971" y="3937"/>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 name="Google Shape;396;p32"/>
              <p:cNvSpPr/>
              <p:nvPr/>
            </p:nvSpPr>
            <p:spPr>
              <a:xfrm>
                <a:off x="997204" y="1816672"/>
                <a:ext cx="94693" cy="94284"/>
              </a:xfrm>
              <a:custGeom>
                <a:rect b="b" l="l" r="r" t="t"/>
                <a:pathLst>
                  <a:path extrusionOk="0" h="7839" w="7873">
                    <a:moveTo>
                      <a:pt x="6705" y="2769"/>
                    </a:moveTo>
                    <a:lnTo>
                      <a:pt x="6705" y="1134"/>
                    </a:lnTo>
                    <a:lnTo>
                      <a:pt x="5071" y="1134"/>
                    </a:lnTo>
                    <a:lnTo>
                      <a:pt x="3937" y="0"/>
                    </a:lnTo>
                    <a:lnTo>
                      <a:pt x="2769" y="1134"/>
                    </a:lnTo>
                    <a:lnTo>
                      <a:pt x="1135" y="1134"/>
                    </a:lnTo>
                    <a:lnTo>
                      <a:pt x="1135" y="2769"/>
                    </a:lnTo>
                    <a:lnTo>
                      <a:pt x="0" y="3936"/>
                    </a:lnTo>
                    <a:lnTo>
                      <a:pt x="1135" y="5070"/>
                    </a:lnTo>
                    <a:lnTo>
                      <a:pt x="1135" y="6705"/>
                    </a:lnTo>
                    <a:lnTo>
                      <a:pt x="2769" y="6705"/>
                    </a:lnTo>
                    <a:lnTo>
                      <a:pt x="3937" y="7839"/>
                    </a:lnTo>
                    <a:lnTo>
                      <a:pt x="5071" y="6705"/>
                    </a:lnTo>
                    <a:lnTo>
                      <a:pt x="6705" y="6705"/>
                    </a:lnTo>
                    <a:lnTo>
                      <a:pt x="6705" y="5070"/>
                    </a:lnTo>
                    <a:lnTo>
                      <a:pt x="7873" y="3936"/>
                    </a:lnTo>
                    <a:close/>
                    <a:moveTo>
                      <a:pt x="5371" y="4537"/>
                    </a:moveTo>
                    <a:lnTo>
                      <a:pt x="5371" y="5371"/>
                    </a:lnTo>
                    <a:lnTo>
                      <a:pt x="4537" y="5371"/>
                    </a:lnTo>
                    <a:lnTo>
                      <a:pt x="3937" y="5971"/>
                    </a:lnTo>
                    <a:lnTo>
                      <a:pt x="3336" y="5371"/>
                    </a:lnTo>
                    <a:lnTo>
                      <a:pt x="2469" y="5371"/>
                    </a:lnTo>
                    <a:lnTo>
                      <a:pt x="2469" y="4537"/>
                    </a:lnTo>
                    <a:lnTo>
                      <a:pt x="1868" y="3936"/>
                    </a:lnTo>
                    <a:lnTo>
                      <a:pt x="2469" y="3336"/>
                    </a:lnTo>
                    <a:lnTo>
                      <a:pt x="2469" y="2468"/>
                    </a:lnTo>
                    <a:lnTo>
                      <a:pt x="3336" y="2468"/>
                    </a:lnTo>
                    <a:lnTo>
                      <a:pt x="3937" y="1868"/>
                    </a:lnTo>
                    <a:lnTo>
                      <a:pt x="4537" y="2468"/>
                    </a:lnTo>
                    <a:lnTo>
                      <a:pt x="5371" y="2468"/>
                    </a:lnTo>
                    <a:lnTo>
                      <a:pt x="5371" y="3336"/>
                    </a:lnTo>
                    <a:lnTo>
                      <a:pt x="5971" y="3936"/>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p32"/>
              <p:cNvSpPr/>
              <p:nvPr/>
            </p:nvSpPr>
            <p:spPr>
              <a:xfrm>
                <a:off x="1317790" y="1816672"/>
                <a:ext cx="94705" cy="94284"/>
              </a:xfrm>
              <a:custGeom>
                <a:rect b="b" l="l" r="r" t="t"/>
                <a:pathLst>
                  <a:path extrusionOk="0" h="7839" w="7874">
                    <a:moveTo>
                      <a:pt x="6739" y="2769"/>
                    </a:moveTo>
                    <a:lnTo>
                      <a:pt x="6739" y="1134"/>
                    </a:lnTo>
                    <a:lnTo>
                      <a:pt x="5104" y="1134"/>
                    </a:lnTo>
                    <a:lnTo>
                      <a:pt x="3937" y="0"/>
                    </a:lnTo>
                    <a:lnTo>
                      <a:pt x="2803" y="1134"/>
                    </a:lnTo>
                    <a:lnTo>
                      <a:pt x="1168" y="1134"/>
                    </a:lnTo>
                    <a:lnTo>
                      <a:pt x="1168" y="2769"/>
                    </a:lnTo>
                    <a:lnTo>
                      <a:pt x="1" y="3936"/>
                    </a:lnTo>
                    <a:lnTo>
                      <a:pt x="1168" y="5070"/>
                    </a:lnTo>
                    <a:lnTo>
                      <a:pt x="1168" y="6705"/>
                    </a:lnTo>
                    <a:lnTo>
                      <a:pt x="2803" y="6705"/>
                    </a:lnTo>
                    <a:lnTo>
                      <a:pt x="3937" y="7839"/>
                    </a:lnTo>
                    <a:lnTo>
                      <a:pt x="5104" y="6705"/>
                    </a:lnTo>
                    <a:lnTo>
                      <a:pt x="6739" y="6705"/>
                    </a:lnTo>
                    <a:lnTo>
                      <a:pt x="6739" y="5070"/>
                    </a:lnTo>
                    <a:lnTo>
                      <a:pt x="7873" y="3936"/>
                    </a:lnTo>
                    <a:close/>
                    <a:moveTo>
                      <a:pt x="5405" y="4537"/>
                    </a:moveTo>
                    <a:lnTo>
                      <a:pt x="5405" y="5371"/>
                    </a:lnTo>
                    <a:lnTo>
                      <a:pt x="4537" y="5371"/>
                    </a:lnTo>
                    <a:lnTo>
                      <a:pt x="3937" y="5971"/>
                    </a:lnTo>
                    <a:lnTo>
                      <a:pt x="3337" y="5371"/>
                    </a:lnTo>
                    <a:lnTo>
                      <a:pt x="2503" y="5371"/>
                    </a:lnTo>
                    <a:lnTo>
                      <a:pt x="2503" y="4537"/>
                    </a:lnTo>
                    <a:lnTo>
                      <a:pt x="1902" y="3936"/>
                    </a:lnTo>
                    <a:lnTo>
                      <a:pt x="2503" y="3336"/>
                    </a:lnTo>
                    <a:lnTo>
                      <a:pt x="2503" y="2468"/>
                    </a:lnTo>
                    <a:lnTo>
                      <a:pt x="3337" y="2468"/>
                    </a:lnTo>
                    <a:lnTo>
                      <a:pt x="3937" y="1868"/>
                    </a:lnTo>
                    <a:lnTo>
                      <a:pt x="4537" y="2468"/>
                    </a:lnTo>
                    <a:lnTo>
                      <a:pt x="5405" y="2468"/>
                    </a:lnTo>
                    <a:lnTo>
                      <a:pt x="5405" y="3336"/>
                    </a:lnTo>
                    <a:lnTo>
                      <a:pt x="6005" y="3936"/>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398" name="Google Shape;398;p32"/>
          <p:cNvGrpSpPr/>
          <p:nvPr/>
        </p:nvGrpSpPr>
        <p:grpSpPr>
          <a:xfrm>
            <a:off x="6442444" y="1231155"/>
            <a:ext cx="676500" cy="676500"/>
            <a:chOff x="4834305" y="1596578"/>
            <a:chExt cx="676500" cy="676500"/>
          </a:xfrm>
        </p:grpSpPr>
        <p:sp>
          <p:nvSpPr>
            <p:cNvPr id="399" name="Google Shape;399;p32"/>
            <p:cNvSpPr/>
            <p:nvPr/>
          </p:nvSpPr>
          <p:spPr>
            <a:xfrm>
              <a:off x="4834305" y="1596578"/>
              <a:ext cx="676500" cy="676500"/>
            </a:xfrm>
            <a:prstGeom prst="ellipse">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00" name="Google Shape;400;p32"/>
            <p:cNvGrpSpPr/>
            <p:nvPr/>
          </p:nvGrpSpPr>
          <p:grpSpPr>
            <a:xfrm>
              <a:off x="4914762" y="1644514"/>
              <a:ext cx="515586" cy="479664"/>
              <a:chOff x="1785625" y="3054300"/>
              <a:chExt cx="1476900" cy="1315950"/>
            </a:xfrm>
          </p:grpSpPr>
          <p:sp>
            <p:nvSpPr>
              <p:cNvPr id="401" name="Google Shape;401;p32"/>
              <p:cNvSpPr/>
              <p:nvPr/>
            </p:nvSpPr>
            <p:spPr>
              <a:xfrm>
                <a:off x="2012450" y="3054300"/>
                <a:ext cx="1023250" cy="1315950"/>
              </a:xfrm>
              <a:custGeom>
                <a:rect b="b" l="l" r="r" t="t"/>
                <a:pathLst>
                  <a:path extrusionOk="0" h="52638" w="40930">
                    <a:moveTo>
                      <a:pt x="39895" y="18647"/>
                    </a:moveTo>
                    <a:cubicBezTo>
                      <a:pt x="38895" y="16279"/>
                      <a:pt x="36927" y="14411"/>
                      <a:pt x="34491" y="13543"/>
                    </a:cubicBezTo>
                    <a:cubicBezTo>
                      <a:pt x="34091" y="13410"/>
                      <a:pt x="33691" y="13443"/>
                      <a:pt x="33357" y="13677"/>
                    </a:cubicBezTo>
                    <a:cubicBezTo>
                      <a:pt x="33024" y="13910"/>
                      <a:pt x="32824" y="14277"/>
                      <a:pt x="32824" y="14677"/>
                    </a:cubicBezTo>
                    <a:lnTo>
                      <a:pt x="32824" y="29054"/>
                    </a:lnTo>
                    <a:cubicBezTo>
                      <a:pt x="31689" y="29321"/>
                      <a:pt x="30522" y="29288"/>
                      <a:pt x="29421" y="28988"/>
                    </a:cubicBezTo>
                    <a:cubicBezTo>
                      <a:pt x="27553" y="28454"/>
                      <a:pt x="26019" y="27220"/>
                      <a:pt x="25151" y="25485"/>
                    </a:cubicBezTo>
                    <a:cubicBezTo>
                      <a:pt x="24284" y="23751"/>
                      <a:pt x="24151" y="21816"/>
                      <a:pt x="24818" y="19981"/>
                    </a:cubicBezTo>
                    <a:cubicBezTo>
                      <a:pt x="24818" y="19948"/>
                      <a:pt x="24818" y="19915"/>
                      <a:pt x="24851" y="19881"/>
                    </a:cubicBezTo>
                    <a:cubicBezTo>
                      <a:pt x="24851" y="19881"/>
                      <a:pt x="25618" y="17346"/>
                      <a:pt x="29388" y="15845"/>
                    </a:cubicBezTo>
                    <a:cubicBezTo>
                      <a:pt x="31089" y="15178"/>
                      <a:pt x="32123" y="13577"/>
                      <a:pt x="32056" y="11642"/>
                    </a:cubicBezTo>
                    <a:cubicBezTo>
                      <a:pt x="31990" y="9574"/>
                      <a:pt x="30622" y="6805"/>
                      <a:pt x="26919" y="5638"/>
                    </a:cubicBezTo>
                    <a:cubicBezTo>
                      <a:pt x="22116" y="4103"/>
                      <a:pt x="21149" y="0"/>
                      <a:pt x="20481" y="0"/>
                    </a:cubicBezTo>
                    <a:cubicBezTo>
                      <a:pt x="19781" y="0"/>
                      <a:pt x="18814" y="4103"/>
                      <a:pt x="14010" y="5638"/>
                    </a:cubicBezTo>
                    <a:cubicBezTo>
                      <a:pt x="10308" y="6805"/>
                      <a:pt x="8940" y="9574"/>
                      <a:pt x="8873" y="11642"/>
                    </a:cubicBezTo>
                    <a:cubicBezTo>
                      <a:pt x="8806" y="13577"/>
                      <a:pt x="9841" y="15178"/>
                      <a:pt x="11542" y="15845"/>
                    </a:cubicBezTo>
                    <a:cubicBezTo>
                      <a:pt x="15311" y="17313"/>
                      <a:pt x="16078" y="19814"/>
                      <a:pt x="16078" y="19881"/>
                    </a:cubicBezTo>
                    <a:cubicBezTo>
                      <a:pt x="16112" y="19915"/>
                      <a:pt x="16112" y="19948"/>
                      <a:pt x="16112" y="19981"/>
                    </a:cubicBezTo>
                    <a:cubicBezTo>
                      <a:pt x="16779" y="21816"/>
                      <a:pt x="16645" y="23751"/>
                      <a:pt x="15778" y="25485"/>
                    </a:cubicBezTo>
                    <a:cubicBezTo>
                      <a:pt x="14911" y="27220"/>
                      <a:pt x="13376" y="28454"/>
                      <a:pt x="11508" y="28988"/>
                    </a:cubicBezTo>
                    <a:cubicBezTo>
                      <a:pt x="10408" y="29288"/>
                      <a:pt x="9240" y="29321"/>
                      <a:pt x="8106" y="29054"/>
                    </a:cubicBezTo>
                    <a:lnTo>
                      <a:pt x="8106" y="14711"/>
                    </a:lnTo>
                    <a:cubicBezTo>
                      <a:pt x="8106" y="14311"/>
                      <a:pt x="7906" y="13910"/>
                      <a:pt x="7572" y="13677"/>
                    </a:cubicBezTo>
                    <a:cubicBezTo>
                      <a:pt x="7239" y="13443"/>
                      <a:pt x="6838" y="13410"/>
                      <a:pt x="6438" y="13543"/>
                    </a:cubicBezTo>
                    <a:cubicBezTo>
                      <a:pt x="4036" y="14411"/>
                      <a:pt x="2035" y="16279"/>
                      <a:pt x="1034" y="18680"/>
                    </a:cubicBezTo>
                    <a:cubicBezTo>
                      <a:pt x="0" y="21082"/>
                      <a:pt x="0" y="23751"/>
                      <a:pt x="1068" y="26152"/>
                    </a:cubicBezTo>
                    <a:cubicBezTo>
                      <a:pt x="1968" y="28187"/>
                      <a:pt x="3603" y="29855"/>
                      <a:pt x="5638" y="30789"/>
                    </a:cubicBezTo>
                    <a:lnTo>
                      <a:pt x="5638" y="51404"/>
                    </a:lnTo>
                    <a:cubicBezTo>
                      <a:pt x="5638" y="52071"/>
                      <a:pt x="6171" y="52638"/>
                      <a:pt x="6872" y="52638"/>
                    </a:cubicBezTo>
                    <a:lnTo>
                      <a:pt x="11709" y="52638"/>
                    </a:lnTo>
                    <a:cubicBezTo>
                      <a:pt x="12376" y="52638"/>
                      <a:pt x="12943" y="52104"/>
                      <a:pt x="12943" y="51404"/>
                    </a:cubicBezTo>
                    <a:lnTo>
                      <a:pt x="12943" y="41530"/>
                    </a:lnTo>
                    <a:cubicBezTo>
                      <a:pt x="12943" y="38861"/>
                      <a:pt x="13910" y="36360"/>
                      <a:pt x="15678" y="34525"/>
                    </a:cubicBezTo>
                    <a:cubicBezTo>
                      <a:pt x="17046" y="33091"/>
                      <a:pt x="18680" y="32290"/>
                      <a:pt x="20448" y="32123"/>
                    </a:cubicBezTo>
                    <a:cubicBezTo>
                      <a:pt x="22249" y="32290"/>
                      <a:pt x="23851" y="33091"/>
                      <a:pt x="25218" y="34525"/>
                    </a:cubicBezTo>
                    <a:cubicBezTo>
                      <a:pt x="27019" y="36360"/>
                      <a:pt x="27987" y="38861"/>
                      <a:pt x="27987" y="41530"/>
                    </a:cubicBezTo>
                    <a:lnTo>
                      <a:pt x="27987" y="51404"/>
                    </a:lnTo>
                    <a:cubicBezTo>
                      <a:pt x="27987" y="52071"/>
                      <a:pt x="28554" y="52638"/>
                      <a:pt x="29221" y="52638"/>
                    </a:cubicBezTo>
                    <a:lnTo>
                      <a:pt x="34058" y="52638"/>
                    </a:lnTo>
                    <a:cubicBezTo>
                      <a:pt x="34725" y="52638"/>
                      <a:pt x="35292" y="52104"/>
                      <a:pt x="35292" y="51404"/>
                    </a:cubicBezTo>
                    <a:lnTo>
                      <a:pt x="35292" y="30789"/>
                    </a:lnTo>
                    <a:cubicBezTo>
                      <a:pt x="37327" y="29855"/>
                      <a:pt x="38961" y="28187"/>
                      <a:pt x="39862" y="26152"/>
                    </a:cubicBezTo>
                    <a:cubicBezTo>
                      <a:pt x="40929" y="23717"/>
                      <a:pt x="40929" y="21082"/>
                      <a:pt x="39895" y="18647"/>
                    </a:cubicBezTo>
                    <a:close/>
                    <a:moveTo>
                      <a:pt x="3336" y="25152"/>
                    </a:moveTo>
                    <a:cubicBezTo>
                      <a:pt x="2569" y="23350"/>
                      <a:pt x="2535" y="21416"/>
                      <a:pt x="3303" y="19614"/>
                    </a:cubicBezTo>
                    <a:cubicBezTo>
                      <a:pt x="3803" y="18447"/>
                      <a:pt x="4603" y="17446"/>
                      <a:pt x="5638" y="16712"/>
                    </a:cubicBezTo>
                    <a:lnTo>
                      <a:pt x="5638" y="27954"/>
                    </a:lnTo>
                    <a:cubicBezTo>
                      <a:pt x="4637" y="27253"/>
                      <a:pt x="3836" y="26252"/>
                      <a:pt x="3336" y="25152"/>
                    </a:cubicBezTo>
                    <a:close/>
                    <a:moveTo>
                      <a:pt x="32824" y="50170"/>
                    </a:moveTo>
                    <a:lnTo>
                      <a:pt x="30455" y="50170"/>
                    </a:lnTo>
                    <a:lnTo>
                      <a:pt x="30455" y="41530"/>
                    </a:lnTo>
                    <a:cubicBezTo>
                      <a:pt x="30455" y="38194"/>
                      <a:pt x="29221" y="35092"/>
                      <a:pt x="27019" y="32790"/>
                    </a:cubicBezTo>
                    <a:cubicBezTo>
                      <a:pt x="25185" y="30922"/>
                      <a:pt x="23017" y="29855"/>
                      <a:pt x="20582" y="29655"/>
                    </a:cubicBezTo>
                    <a:cubicBezTo>
                      <a:pt x="20515" y="29655"/>
                      <a:pt x="20448" y="29655"/>
                      <a:pt x="20381" y="29655"/>
                    </a:cubicBezTo>
                    <a:cubicBezTo>
                      <a:pt x="17913" y="29855"/>
                      <a:pt x="15745" y="30922"/>
                      <a:pt x="13910" y="32790"/>
                    </a:cubicBezTo>
                    <a:cubicBezTo>
                      <a:pt x="11709" y="35092"/>
                      <a:pt x="10474" y="38194"/>
                      <a:pt x="10474" y="41530"/>
                    </a:cubicBezTo>
                    <a:lnTo>
                      <a:pt x="10474" y="50170"/>
                    </a:lnTo>
                    <a:lnTo>
                      <a:pt x="8106" y="50170"/>
                    </a:lnTo>
                    <a:lnTo>
                      <a:pt x="8106" y="31590"/>
                    </a:lnTo>
                    <a:cubicBezTo>
                      <a:pt x="9474" y="31790"/>
                      <a:pt x="10875" y="31723"/>
                      <a:pt x="12209" y="31356"/>
                    </a:cubicBezTo>
                    <a:cubicBezTo>
                      <a:pt x="14744" y="30622"/>
                      <a:pt x="16779" y="28954"/>
                      <a:pt x="17980" y="26619"/>
                    </a:cubicBezTo>
                    <a:cubicBezTo>
                      <a:pt x="19147" y="24318"/>
                      <a:pt x="19314" y="21616"/>
                      <a:pt x="18447" y="19181"/>
                    </a:cubicBezTo>
                    <a:cubicBezTo>
                      <a:pt x="18280" y="18647"/>
                      <a:pt x="17112" y="15378"/>
                      <a:pt x="12442" y="13543"/>
                    </a:cubicBezTo>
                    <a:cubicBezTo>
                      <a:pt x="11408" y="13143"/>
                      <a:pt x="11342" y="12109"/>
                      <a:pt x="11342" y="11709"/>
                    </a:cubicBezTo>
                    <a:cubicBezTo>
                      <a:pt x="11375" y="10474"/>
                      <a:pt x="12309" y="8740"/>
                      <a:pt x="14744" y="7973"/>
                    </a:cubicBezTo>
                    <a:cubicBezTo>
                      <a:pt x="17513" y="7105"/>
                      <a:pt x="19381" y="6071"/>
                      <a:pt x="20481" y="4770"/>
                    </a:cubicBezTo>
                    <a:cubicBezTo>
                      <a:pt x="21549" y="6071"/>
                      <a:pt x="23417" y="7105"/>
                      <a:pt x="26186" y="7973"/>
                    </a:cubicBezTo>
                    <a:cubicBezTo>
                      <a:pt x="28621" y="8740"/>
                      <a:pt x="29555" y="10474"/>
                      <a:pt x="29588" y="11709"/>
                    </a:cubicBezTo>
                    <a:cubicBezTo>
                      <a:pt x="29588" y="12109"/>
                      <a:pt x="29521" y="13143"/>
                      <a:pt x="28487" y="13543"/>
                    </a:cubicBezTo>
                    <a:cubicBezTo>
                      <a:pt x="23817" y="15378"/>
                      <a:pt x="22650" y="18647"/>
                      <a:pt x="22483" y="19181"/>
                    </a:cubicBezTo>
                    <a:cubicBezTo>
                      <a:pt x="21616" y="21616"/>
                      <a:pt x="21782" y="24318"/>
                      <a:pt x="22950" y="26619"/>
                    </a:cubicBezTo>
                    <a:cubicBezTo>
                      <a:pt x="24151" y="28954"/>
                      <a:pt x="26186" y="30622"/>
                      <a:pt x="28721" y="31356"/>
                    </a:cubicBezTo>
                    <a:cubicBezTo>
                      <a:pt x="30055" y="31723"/>
                      <a:pt x="31456" y="31790"/>
                      <a:pt x="32824" y="31590"/>
                    </a:cubicBezTo>
                    <a:lnTo>
                      <a:pt x="32824" y="50170"/>
                    </a:lnTo>
                    <a:close/>
                    <a:moveTo>
                      <a:pt x="37594" y="25152"/>
                    </a:moveTo>
                    <a:cubicBezTo>
                      <a:pt x="37093" y="26252"/>
                      <a:pt x="36293" y="27220"/>
                      <a:pt x="35292" y="27954"/>
                    </a:cubicBezTo>
                    <a:lnTo>
                      <a:pt x="35292" y="16712"/>
                    </a:lnTo>
                    <a:cubicBezTo>
                      <a:pt x="36326" y="17446"/>
                      <a:pt x="37127" y="18447"/>
                      <a:pt x="37627" y="19614"/>
                    </a:cubicBezTo>
                    <a:cubicBezTo>
                      <a:pt x="38394" y="21416"/>
                      <a:pt x="38394" y="23350"/>
                      <a:pt x="37594" y="25152"/>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 name="Google Shape;402;p32"/>
              <p:cNvSpPr/>
              <p:nvPr/>
            </p:nvSpPr>
            <p:spPr>
              <a:xfrm>
                <a:off x="1785625" y="3574675"/>
                <a:ext cx="342750" cy="795575"/>
              </a:xfrm>
              <a:custGeom>
                <a:rect b="b" l="l" r="r" t="t"/>
                <a:pathLst>
                  <a:path extrusionOk="0" h="31823" w="13710">
                    <a:moveTo>
                      <a:pt x="12476" y="31823"/>
                    </a:moveTo>
                    <a:lnTo>
                      <a:pt x="1234" y="31823"/>
                    </a:lnTo>
                    <a:cubicBezTo>
                      <a:pt x="567" y="31823"/>
                      <a:pt x="0" y="31256"/>
                      <a:pt x="0" y="30589"/>
                    </a:cubicBezTo>
                    <a:lnTo>
                      <a:pt x="0" y="27520"/>
                    </a:lnTo>
                    <a:cubicBezTo>
                      <a:pt x="0" y="26853"/>
                      <a:pt x="567" y="26286"/>
                      <a:pt x="1234" y="26286"/>
                    </a:cubicBezTo>
                    <a:lnTo>
                      <a:pt x="3536" y="26286"/>
                    </a:lnTo>
                    <a:lnTo>
                      <a:pt x="3536" y="16345"/>
                    </a:lnTo>
                    <a:lnTo>
                      <a:pt x="1234" y="16345"/>
                    </a:lnTo>
                    <a:cubicBezTo>
                      <a:pt x="567" y="16345"/>
                      <a:pt x="0" y="15812"/>
                      <a:pt x="0" y="15111"/>
                    </a:cubicBezTo>
                    <a:lnTo>
                      <a:pt x="0" y="12142"/>
                    </a:lnTo>
                    <a:cubicBezTo>
                      <a:pt x="0" y="11475"/>
                      <a:pt x="567" y="10908"/>
                      <a:pt x="1234" y="10908"/>
                    </a:cubicBezTo>
                    <a:lnTo>
                      <a:pt x="1801" y="10908"/>
                    </a:lnTo>
                    <a:cubicBezTo>
                      <a:pt x="1101" y="9841"/>
                      <a:pt x="667" y="8473"/>
                      <a:pt x="1001" y="6838"/>
                    </a:cubicBezTo>
                    <a:cubicBezTo>
                      <a:pt x="1835" y="2902"/>
                      <a:pt x="6371" y="334"/>
                      <a:pt x="6571" y="200"/>
                    </a:cubicBezTo>
                    <a:cubicBezTo>
                      <a:pt x="6972" y="0"/>
                      <a:pt x="7472" y="34"/>
                      <a:pt x="7839" y="300"/>
                    </a:cubicBezTo>
                    <a:cubicBezTo>
                      <a:pt x="8239" y="601"/>
                      <a:pt x="8406" y="1034"/>
                      <a:pt x="8339" y="1501"/>
                    </a:cubicBezTo>
                    <a:cubicBezTo>
                      <a:pt x="8306" y="1701"/>
                      <a:pt x="8039" y="7339"/>
                      <a:pt x="13043" y="10041"/>
                    </a:cubicBezTo>
                    <a:cubicBezTo>
                      <a:pt x="13443" y="10241"/>
                      <a:pt x="13710" y="10675"/>
                      <a:pt x="13710" y="11108"/>
                    </a:cubicBezTo>
                    <a:lnTo>
                      <a:pt x="13710" y="30589"/>
                    </a:lnTo>
                    <a:cubicBezTo>
                      <a:pt x="13710" y="31256"/>
                      <a:pt x="13143" y="31823"/>
                      <a:pt x="12476" y="31823"/>
                    </a:cubicBezTo>
                    <a:close/>
                    <a:moveTo>
                      <a:pt x="5471" y="29355"/>
                    </a:moveTo>
                    <a:lnTo>
                      <a:pt x="11241" y="29355"/>
                    </a:lnTo>
                    <a:lnTo>
                      <a:pt x="11241" y="11842"/>
                    </a:lnTo>
                    <a:cubicBezTo>
                      <a:pt x="7839" y="9741"/>
                      <a:pt x="6171" y="6071"/>
                      <a:pt x="5904" y="3569"/>
                    </a:cubicBezTo>
                    <a:cubicBezTo>
                      <a:pt x="4637" y="4503"/>
                      <a:pt x="3736" y="5871"/>
                      <a:pt x="3436" y="7339"/>
                    </a:cubicBezTo>
                    <a:cubicBezTo>
                      <a:pt x="2935" y="9774"/>
                      <a:pt x="5504" y="11008"/>
                      <a:pt x="5537" y="11008"/>
                    </a:cubicBezTo>
                    <a:cubicBezTo>
                      <a:pt x="6071" y="11275"/>
                      <a:pt x="6338" y="11842"/>
                      <a:pt x="6204" y="12409"/>
                    </a:cubicBezTo>
                    <a:cubicBezTo>
                      <a:pt x="6104" y="12976"/>
                      <a:pt x="5604" y="13376"/>
                      <a:pt x="5004" y="13376"/>
                    </a:cubicBezTo>
                    <a:lnTo>
                      <a:pt x="2468" y="13376"/>
                    </a:lnTo>
                    <a:lnTo>
                      <a:pt x="2468" y="13877"/>
                    </a:lnTo>
                    <a:lnTo>
                      <a:pt x="4737" y="13877"/>
                    </a:lnTo>
                    <a:cubicBezTo>
                      <a:pt x="5437" y="13877"/>
                      <a:pt x="5971" y="14444"/>
                      <a:pt x="5971" y="15111"/>
                    </a:cubicBezTo>
                    <a:lnTo>
                      <a:pt x="5971" y="27520"/>
                    </a:lnTo>
                    <a:cubicBezTo>
                      <a:pt x="5971" y="28187"/>
                      <a:pt x="5437" y="28754"/>
                      <a:pt x="4737" y="28754"/>
                    </a:cubicBezTo>
                    <a:lnTo>
                      <a:pt x="2468" y="28754"/>
                    </a:lnTo>
                    <a:lnTo>
                      <a:pt x="2468" y="29355"/>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p32"/>
              <p:cNvSpPr/>
              <p:nvPr/>
            </p:nvSpPr>
            <p:spPr>
              <a:xfrm>
                <a:off x="2919750" y="3574675"/>
                <a:ext cx="342775" cy="795575"/>
              </a:xfrm>
              <a:custGeom>
                <a:rect b="b" l="l" r="r" t="t"/>
                <a:pathLst>
                  <a:path extrusionOk="0" h="31823" w="13711">
                    <a:moveTo>
                      <a:pt x="12476" y="31823"/>
                    </a:moveTo>
                    <a:lnTo>
                      <a:pt x="1235" y="31823"/>
                    </a:lnTo>
                    <a:cubicBezTo>
                      <a:pt x="568" y="31823"/>
                      <a:pt x="1" y="31256"/>
                      <a:pt x="1" y="31022"/>
                    </a:cubicBezTo>
                    <a:lnTo>
                      <a:pt x="1" y="11142"/>
                    </a:lnTo>
                    <a:cubicBezTo>
                      <a:pt x="1" y="10241"/>
                      <a:pt x="268" y="10241"/>
                      <a:pt x="668" y="10041"/>
                    </a:cubicBezTo>
                    <a:cubicBezTo>
                      <a:pt x="5671" y="7339"/>
                      <a:pt x="5405" y="1735"/>
                      <a:pt x="5371" y="1501"/>
                    </a:cubicBezTo>
                    <a:cubicBezTo>
                      <a:pt x="5305" y="1034"/>
                      <a:pt x="5505" y="567"/>
                      <a:pt x="5872" y="300"/>
                    </a:cubicBezTo>
                    <a:cubicBezTo>
                      <a:pt x="6239" y="34"/>
                      <a:pt x="6739" y="0"/>
                      <a:pt x="7139" y="200"/>
                    </a:cubicBezTo>
                    <a:cubicBezTo>
                      <a:pt x="7373" y="334"/>
                      <a:pt x="11909" y="2902"/>
                      <a:pt x="12710" y="6838"/>
                    </a:cubicBezTo>
                    <a:cubicBezTo>
                      <a:pt x="13043" y="8473"/>
                      <a:pt x="12610" y="9841"/>
                      <a:pt x="11909" y="10908"/>
                    </a:cubicBezTo>
                    <a:lnTo>
                      <a:pt x="12476" y="10908"/>
                    </a:lnTo>
                    <a:cubicBezTo>
                      <a:pt x="13143" y="10908"/>
                      <a:pt x="13711" y="11475"/>
                      <a:pt x="13711" y="12142"/>
                    </a:cubicBezTo>
                    <a:lnTo>
                      <a:pt x="13711" y="15111"/>
                    </a:lnTo>
                    <a:cubicBezTo>
                      <a:pt x="13711" y="15812"/>
                      <a:pt x="13177" y="16345"/>
                      <a:pt x="12476" y="16345"/>
                    </a:cubicBezTo>
                    <a:lnTo>
                      <a:pt x="10208" y="16345"/>
                    </a:lnTo>
                    <a:lnTo>
                      <a:pt x="10208" y="26286"/>
                    </a:lnTo>
                    <a:lnTo>
                      <a:pt x="12476" y="26286"/>
                    </a:lnTo>
                    <a:cubicBezTo>
                      <a:pt x="13143" y="26286"/>
                      <a:pt x="13711" y="26853"/>
                      <a:pt x="13711" y="27520"/>
                    </a:cubicBezTo>
                    <a:lnTo>
                      <a:pt x="13711" y="30589"/>
                    </a:lnTo>
                    <a:cubicBezTo>
                      <a:pt x="13711" y="31256"/>
                      <a:pt x="13143" y="31823"/>
                      <a:pt x="12476" y="31823"/>
                    </a:cubicBezTo>
                    <a:close/>
                    <a:moveTo>
                      <a:pt x="8140" y="29355"/>
                    </a:moveTo>
                    <a:lnTo>
                      <a:pt x="11242" y="29355"/>
                    </a:lnTo>
                    <a:lnTo>
                      <a:pt x="11242" y="28754"/>
                    </a:lnTo>
                    <a:lnTo>
                      <a:pt x="8974" y="28754"/>
                    </a:lnTo>
                    <a:cubicBezTo>
                      <a:pt x="8273" y="28754"/>
                      <a:pt x="7740" y="28220"/>
                      <a:pt x="7740" y="27520"/>
                    </a:cubicBezTo>
                    <a:lnTo>
                      <a:pt x="7740" y="15111"/>
                    </a:lnTo>
                    <a:cubicBezTo>
                      <a:pt x="7740" y="14444"/>
                      <a:pt x="8273" y="13877"/>
                      <a:pt x="8974" y="13877"/>
                    </a:cubicBezTo>
                    <a:lnTo>
                      <a:pt x="11242" y="13877"/>
                    </a:lnTo>
                    <a:lnTo>
                      <a:pt x="11242" y="13376"/>
                    </a:lnTo>
                    <a:lnTo>
                      <a:pt x="8707" y="13376"/>
                    </a:lnTo>
                    <a:cubicBezTo>
                      <a:pt x="8107" y="13376"/>
                      <a:pt x="7606" y="12976"/>
                      <a:pt x="7506" y="12409"/>
                    </a:cubicBezTo>
                    <a:cubicBezTo>
                      <a:pt x="7373" y="11842"/>
                      <a:pt x="7640" y="11275"/>
                      <a:pt x="8173" y="11008"/>
                    </a:cubicBezTo>
                    <a:cubicBezTo>
                      <a:pt x="8273" y="10975"/>
                      <a:pt x="10775" y="9741"/>
                      <a:pt x="10308" y="7339"/>
                    </a:cubicBezTo>
                    <a:cubicBezTo>
                      <a:pt x="10008" y="5871"/>
                      <a:pt x="9074" y="4503"/>
                      <a:pt x="7840" y="3569"/>
                    </a:cubicBezTo>
                    <a:cubicBezTo>
                      <a:pt x="7539" y="6071"/>
                      <a:pt x="5872" y="9741"/>
                      <a:pt x="2469" y="11842"/>
                    </a:cubicBezTo>
                    <a:lnTo>
                      <a:pt x="2469" y="29355"/>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4" name="Google Shape;404;p32"/>
              <p:cNvSpPr/>
              <p:nvPr/>
            </p:nvSpPr>
            <p:spPr>
              <a:xfrm>
                <a:off x="2372700" y="3917425"/>
                <a:ext cx="303575" cy="303575"/>
              </a:xfrm>
              <a:custGeom>
                <a:rect b="b" l="l" r="r" t="t"/>
                <a:pathLst>
                  <a:path extrusionOk="0" h="12143" w="12143">
                    <a:moveTo>
                      <a:pt x="10341" y="4270"/>
                    </a:moveTo>
                    <a:lnTo>
                      <a:pt x="10341" y="1768"/>
                    </a:lnTo>
                    <a:lnTo>
                      <a:pt x="7839" y="1768"/>
                    </a:lnTo>
                    <a:lnTo>
                      <a:pt x="6071" y="0"/>
                    </a:lnTo>
                    <a:lnTo>
                      <a:pt x="4270" y="1768"/>
                    </a:lnTo>
                    <a:lnTo>
                      <a:pt x="1768" y="1768"/>
                    </a:lnTo>
                    <a:lnTo>
                      <a:pt x="1768" y="4270"/>
                    </a:lnTo>
                    <a:lnTo>
                      <a:pt x="0" y="6071"/>
                    </a:lnTo>
                    <a:lnTo>
                      <a:pt x="1768" y="7839"/>
                    </a:lnTo>
                    <a:lnTo>
                      <a:pt x="1768" y="10341"/>
                    </a:lnTo>
                    <a:lnTo>
                      <a:pt x="4270" y="10341"/>
                    </a:lnTo>
                    <a:lnTo>
                      <a:pt x="6071" y="12142"/>
                    </a:lnTo>
                    <a:lnTo>
                      <a:pt x="7839" y="10341"/>
                    </a:lnTo>
                    <a:lnTo>
                      <a:pt x="10341" y="10341"/>
                    </a:lnTo>
                    <a:lnTo>
                      <a:pt x="10341" y="7839"/>
                    </a:lnTo>
                    <a:lnTo>
                      <a:pt x="12142" y="6071"/>
                    </a:lnTo>
                    <a:close/>
                    <a:moveTo>
                      <a:pt x="8507" y="7072"/>
                    </a:moveTo>
                    <a:lnTo>
                      <a:pt x="8507" y="8506"/>
                    </a:lnTo>
                    <a:lnTo>
                      <a:pt x="7072" y="8506"/>
                    </a:lnTo>
                    <a:lnTo>
                      <a:pt x="6071" y="9540"/>
                    </a:lnTo>
                    <a:lnTo>
                      <a:pt x="5037" y="8506"/>
                    </a:lnTo>
                    <a:lnTo>
                      <a:pt x="3603" y="8506"/>
                    </a:lnTo>
                    <a:lnTo>
                      <a:pt x="3603" y="7072"/>
                    </a:lnTo>
                    <a:lnTo>
                      <a:pt x="2602" y="6071"/>
                    </a:lnTo>
                    <a:lnTo>
                      <a:pt x="3603" y="5037"/>
                    </a:lnTo>
                    <a:lnTo>
                      <a:pt x="3603" y="3603"/>
                    </a:lnTo>
                    <a:lnTo>
                      <a:pt x="5037" y="3603"/>
                    </a:lnTo>
                    <a:lnTo>
                      <a:pt x="6071" y="2569"/>
                    </a:lnTo>
                    <a:lnTo>
                      <a:pt x="7072" y="3603"/>
                    </a:lnTo>
                    <a:lnTo>
                      <a:pt x="8507" y="3603"/>
                    </a:lnTo>
                    <a:lnTo>
                      <a:pt x="8507" y="5037"/>
                    </a:lnTo>
                    <a:lnTo>
                      <a:pt x="9541" y="607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405" name="Google Shape;405;p32"/>
          <p:cNvGrpSpPr/>
          <p:nvPr/>
        </p:nvGrpSpPr>
        <p:grpSpPr>
          <a:xfrm>
            <a:off x="4154287" y="2832909"/>
            <a:ext cx="676500" cy="676500"/>
            <a:chOff x="4834305" y="2912811"/>
            <a:chExt cx="676500" cy="676500"/>
          </a:xfrm>
        </p:grpSpPr>
        <p:sp>
          <p:nvSpPr>
            <p:cNvPr id="406" name="Google Shape;406;p32"/>
            <p:cNvSpPr/>
            <p:nvPr/>
          </p:nvSpPr>
          <p:spPr>
            <a:xfrm>
              <a:off x="4834305" y="2912811"/>
              <a:ext cx="676500" cy="676500"/>
            </a:xfrm>
            <a:prstGeom prst="ellipse">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07" name="Google Shape;407;p32"/>
            <p:cNvGrpSpPr/>
            <p:nvPr/>
          </p:nvGrpSpPr>
          <p:grpSpPr>
            <a:xfrm>
              <a:off x="4848105" y="2926610"/>
              <a:ext cx="648901" cy="648901"/>
              <a:chOff x="4290725" y="2885000"/>
              <a:chExt cx="1516125" cy="1516125"/>
            </a:xfrm>
          </p:grpSpPr>
          <p:sp>
            <p:nvSpPr>
              <p:cNvPr id="408" name="Google Shape;408;p32"/>
              <p:cNvSpPr/>
              <p:nvPr/>
            </p:nvSpPr>
            <p:spPr>
              <a:xfrm>
                <a:off x="4856150" y="3460425"/>
                <a:ext cx="375275" cy="375300"/>
              </a:xfrm>
              <a:custGeom>
                <a:rect b="b" l="l" r="r" t="t"/>
                <a:pathLst>
                  <a:path extrusionOk="0" h="15012" w="15011">
                    <a:moveTo>
                      <a:pt x="2735" y="12276"/>
                    </a:moveTo>
                    <a:cubicBezTo>
                      <a:pt x="5471" y="15011"/>
                      <a:pt x="9940" y="15011"/>
                      <a:pt x="12676" y="12276"/>
                    </a:cubicBezTo>
                    <a:cubicBezTo>
                      <a:pt x="14344" y="10608"/>
                      <a:pt x="15011" y="8340"/>
                      <a:pt x="14677" y="6205"/>
                    </a:cubicBezTo>
                    <a:cubicBezTo>
                      <a:pt x="14677" y="7773"/>
                      <a:pt x="14110" y="9340"/>
                      <a:pt x="12909" y="10508"/>
                    </a:cubicBezTo>
                    <a:cubicBezTo>
                      <a:pt x="10608" y="12843"/>
                      <a:pt x="6805" y="12843"/>
                      <a:pt x="4503" y="10508"/>
                    </a:cubicBezTo>
                    <a:cubicBezTo>
                      <a:pt x="2168" y="8173"/>
                      <a:pt x="2168" y="4403"/>
                      <a:pt x="4503" y="2068"/>
                    </a:cubicBezTo>
                    <a:cubicBezTo>
                      <a:pt x="5671" y="901"/>
                      <a:pt x="7239" y="334"/>
                      <a:pt x="8806" y="334"/>
                    </a:cubicBezTo>
                    <a:cubicBezTo>
                      <a:pt x="6638" y="0"/>
                      <a:pt x="4370" y="667"/>
                      <a:pt x="2735" y="2302"/>
                    </a:cubicBezTo>
                    <a:cubicBezTo>
                      <a:pt x="0" y="5071"/>
                      <a:pt x="0" y="9540"/>
                      <a:pt x="2735" y="12276"/>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p32"/>
              <p:cNvSpPr/>
              <p:nvPr/>
            </p:nvSpPr>
            <p:spPr>
              <a:xfrm>
                <a:off x="4956200" y="3487100"/>
                <a:ext cx="252725" cy="251875"/>
              </a:xfrm>
              <a:custGeom>
                <a:rect b="b" l="l" r="r" t="t"/>
                <a:pathLst>
                  <a:path extrusionOk="0" h="10075" w="10109">
                    <a:moveTo>
                      <a:pt x="8607" y="3570"/>
                    </a:moveTo>
                    <a:lnTo>
                      <a:pt x="8607" y="1468"/>
                    </a:lnTo>
                    <a:lnTo>
                      <a:pt x="6539" y="1468"/>
                    </a:lnTo>
                    <a:lnTo>
                      <a:pt x="5038" y="1"/>
                    </a:lnTo>
                    <a:lnTo>
                      <a:pt x="3570" y="1468"/>
                    </a:lnTo>
                    <a:lnTo>
                      <a:pt x="1502" y="1468"/>
                    </a:lnTo>
                    <a:lnTo>
                      <a:pt x="1502" y="3570"/>
                    </a:lnTo>
                    <a:lnTo>
                      <a:pt x="1" y="5038"/>
                    </a:lnTo>
                    <a:lnTo>
                      <a:pt x="1502" y="6505"/>
                    </a:lnTo>
                    <a:lnTo>
                      <a:pt x="1502" y="8607"/>
                    </a:lnTo>
                    <a:lnTo>
                      <a:pt x="3570" y="8607"/>
                    </a:lnTo>
                    <a:lnTo>
                      <a:pt x="5038" y="10075"/>
                    </a:lnTo>
                    <a:lnTo>
                      <a:pt x="6539" y="8607"/>
                    </a:lnTo>
                    <a:lnTo>
                      <a:pt x="8607" y="8607"/>
                    </a:lnTo>
                    <a:lnTo>
                      <a:pt x="8607" y="6505"/>
                    </a:lnTo>
                    <a:lnTo>
                      <a:pt x="10108" y="5038"/>
                    </a:lnTo>
                    <a:close/>
                    <a:moveTo>
                      <a:pt x="6973" y="5838"/>
                    </a:moveTo>
                    <a:lnTo>
                      <a:pt x="6973" y="6972"/>
                    </a:lnTo>
                    <a:lnTo>
                      <a:pt x="5838" y="6972"/>
                    </a:lnTo>
                    <a:lnTo>
                      <a:pt x="5071" y="7773"/>
                    </a:lnTo>
                    <a:lnTo>
                      <a:pt x="4271" y="6972"/>
                    </a:lnTo>
                    <a:lnTo>
                      <a:pt x="3136" y="6972"/>
                    </a:lnTo>
                    <a:lnTo>
                      <a:pt x="3136" y="5838"/>
                    </a:lnTo>
                    <a:lnTo>
                      <a:pt x="2336" y="5038"/>
                    </a:lnTo>
                    <a:lnTo>
                      <a:pt x="3136" y="4237"/>
                    </a:lnTo>
                    <a:lnTo>
                      <a:pt x="3136" y="3103"/>
                    </a:lnTo>
                    <a:lnTo>
                      <a:pt x="4271" y="3103"/>
                    </a:lnTo>
                    <a:lnTo>
                      <a:pt x="5071" y="2302"/>
                    </a:lnTo>
                    <a:lnTo>
                      <a:pt x="5838" y="3103"/>
                    </a:lnTo>
                    <a:lnTo>
                      <a:pt x="6973" y="3103"/>
                    </a:lnTo>
                    <a:lnTo>
                      <a:pt x="6973" y="4237"/>
                    </a:lnTo>
                    <a:lnTo>
                      <a:pt x="7773" y="5038"/>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 name="Google Shape;410;p32"/>
              <p:cNvSpPr/>
              <p:nvPr/>
            </p:nvSpPr>
            <p:spPr>
              <a:xfrm>
                <a:off x="5228075" y="3251100"/>
                <a:ext cx="212675" cy="212675"/>
              </a:xfrm>
              <a:custGeom>
                <a:rect b="b" l="l" r="r" t="t"/>
                <a:pathLst>
                  <a:path extrusionOk="0" h="8507" w="8507">
                    <a:moveTo>
                      <a:pt x="1235" y="8507"/>
                    </a:moveTo>
                    <a:lnTo>
                      <a:pt x="8506" y="1235"/>
                    </a:lnTo>
                    <a:lnTo>
                      <a:pt x="7272" y="1"/>
                    </a:lnTo>
                    <a:lnTo>
                      <a:pt x="0" y="7272"/>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p32"/>
              <p:cNvSpPr/>
              <p:nvPr/>
            </p:nvSpPr>
            <p:spPr>
              <a:xfrm>
                <a:off x="5188050" y="3117675"/>
                <a:ext cx="215175" cy="305250"/>
              </a:xfrm>
              <a:custGeom>
                <a:rect b="b" l="l" r="r" t="t"/>
                <a:pathLst>
                  <a:path extrusionOk="0" h="12210" w="8607">
                    <a:moveTo>
                      <a:pt x="0" y="10975"/>
                    </a:moveTo>
                    <a:lnTo>
                      <a:pt x="1234" y="12209"/>
                    </a:lnTo>
                    <a:lnTo>
                      <a:pt x="8606" y="4871"/>
                    </a:lnTo>
                    <a:lnTo>
                      <a:pt x="3703" y="0"/>
                    </a:lnTo>
                    <a:lnTo>
                      <a:pt x="2469" y="1235"/>
                    </a:lnTo>
                    <a:lnTo>
                      <a:pt x="6105" y="487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p32"/>
              <p:cNvSpPr/>
              <p:nvPr/>
            </p:nvSpPr>
            <p:spPr>
              <a:xfrm>
                <a:off x="5268925" y="3289475"/>
                <a:ext cx="305250" cy="214325"/>
              </a:xfrm>
              <a:custGeom>
                <a:rect b="b" l="l" r="r" t="t"/>
                <a:pathLst>
                  <a:path extrusionOk="0" h="8573" w="12210">
                    <a:moveTo>
                      <a:pt x="1235" y="8573"/>
                    </a:moveTo>
                    <a:lnTo>
                      <a:pt x="7339" y="2468"/>
                    </a:lnTo>
                    <a:lnTo>
                      <a:pt x="10975" y="6104"/>
                    </a:lnTo>
                    <a:lnTo>
                      <a:pt x="12210" y="4870"/>
                    </a:lnTo>
                    <a:lnTo>
                      <a:pt x="7339" y="0"/>
                    </a:lnTo>
                    <a:lnTo>
                      <a:pt x="1" y="7339"/>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 name="Google Shape;413;p32"/>
              <p:cNvSpPr/>
              <p:nvPr/>
            </p:nvSpPr>
            <p:spPr>
              <a:xfrm>
                <a:off x="5228075" y="3822350"/>
                <a:ext cx="212675" cy="212675"/>
              </a:xfrm>
              <a:custGeom>
                <a:rect b="b" l="l" r="r" t="t"/>
                <a:pathLst>
                  <a:path extrusionOk="0" h="8507" w="8507">
                    <a:moveTo>
                      <a:pt x="0" y="1235"/>
                    </a:moveTo>
                    <a:lnTo>
                      <a:pt x="7272" y="8506"/>
                    </a:lnTo>
                    <a:lnTo>
                      <a:pt x="8506" y="7272"/>
                    </a:lnTo>
                    <a:lnTo>
                      <a:pt x="1235"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p32"/>
              <p:cNvSpPr/>
              <p:nvPr/>
            </p:nvSpPr>
            <p:spPr>
              <a:xfrm>
                <a:off x="5268925" y="3782325"/>
                <a:ext cx="305250" cy="214325"/>
              </a:xfrm>
              <a:custGeom>
                <a:rect b="b" l="l" r="r" t="t"/>
                <a:pathLst>
                  <a:path extrusionOk="0" h="8573" w="12210">
                    <a:moveTo>
                      <a:pt x="7339" y="6105"/>
                    </a:moveTo>
                    <a:lnTo>
                      <a:pt x="1235" y="0"/>
                    </a:lnTo>
                    <a:lnTo>
                      <a:pt x="1" y="1234"/>
                    </a:lnTo>
                    <a:lnTo>
                      <a:pt x="7339" y="8573"/>
                    </a:lnTo>
                    <a:lnTo>
                      <a:pt x="12210" y="3703"/>
                    </a:lnTo>
                    <a:lnTo>
                      <a:pt x="10975" y="2469"/>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p32"/>
              <p:cNvSpPr/>
              <p:nvPr/>
            </p:nvSpPr>
            <p:spPr>
              <a:xfrm>
                <a:off x="5188050" y="3862375"/>
                <a:ext cx="215175" cy="306075"/>
              </a:xfrm>
              <a:custGeom>
                <a:rect b="b" l="l" r="r" t="t"/>
                <a:pathLst>
                  <a:path extrusionOk="0" h="12243" w="8607">
                    <a:moveTo>
                      <a:pt x="0" y="1235"/>
                    </a:moveTo>
                    <a:lnTo>
                      <a:pt x="6105" y="7372"/>
                    </a:lnTo>
                    <a:lnTo>
                      <a:pt x="2469" y="11008"/>
                    </a:lnTo>
                    <a:lnTo>
                      <a:pt x="3703" y="12243"/>
                    </a:lnTo>
                    <a:lnTo>
                      <a:pt x="8606" y="7372"/>
                    </a:lnTo>
                    <a:lnTo>
                      <a:pt x="1234"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 name="Google Shape;416;p32"/>
              <p:cNvSpPr/>
              <p:nvPr/>
            </p:nvSpPr>
            <p:spPr>
              <a:xfrm>
                <a:off x="4656825" y="3822350"/>
                <a:ext cx="212675" cy="212675"/>
              </a:xfrm>
              <a:custGeom>
                <a:rect b="b" l="l" r="r" t="t"/>
                <a:pathLst>
                  <a:path extrusionOk="0" h="8507" w="8507">
                    <a:moveTo>
                      <a:pt x="7273" y="0"/>
                    </a:moveTo>
                    <a:lnTo>
                      <a:pt x="1" y="7272"/>
                    </a:lnTo>
                    <a:lnTo>
                      <a:pt x="1235" y="8506"/>
                    </a:lnTo>
                    <a:lnTo>
                      <a:pt x="8507" y="1235"/>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 name="Google Shape;417;p32"/>
              <p:cNvSpPr/>
              <p:nvPr/>
            </p:nvSpPr>
            <p:spPr>
              <a:xfrm>
                <a:off x="4695200" y="3862375"/>
                <a:ext cx="214325" cy="306075"/>
              </a:xfrm>
              <a:custGeom>
                <a:rect b="b" l="l" r="r" t="t"/>
                <a:pathLst>
                  <a:path extrusionOk="0" h="12243" w="8573">
                    <a:moveTo>
                      <a:pt x="8573" y="1235"/>
                    </a:moveTo>
                    <a:lnTo>
                      <a:pt x="7339" y="0"/>
                    </a:lnTo>
                    <a:lnTo>
                      <a:pt x="0" y="7372"/>
                    </a:lnTo>
                    <a:lnTo>
                      <a:pt x="4870" y="12243"/>
                    </a:lnTo>
                    <a:lnTo>
                      <a:pt x="6104" y="11008"/>
                    </a:lnTo>
                    <a:lnTo>
                      <a:pt x="2469" y="7372"/>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 name="Google Shape;418;p32"/>
              <p:cNvSpPr/>
              <p:nvPr/>
            </p:nvSpPr>
            <p:spPr>
              <a:xfrm>
                <a:off x="4523400" y="3782325"/>
                <a:ext cx="306075" cy="214325"/>
              </a:xfrm>
              <a:custGeom>
                <a:rect b="b" l="l" r="r" t="t"/>
                <a:pathLst>
                  <a:path extrusionOk="0" h="8573" w="12243">
                    <a:moveTo>
                      <a:pt x="11008" y="0"/>
                    </a:moveTo>
                    <a:lnTo>
                      <a:pt x="4871" y="6105"/>
                    </a:lnTo>
                    <a:lnTo>
                      <a:pt x="1235" y="2469"/>
                    </a:lnTo>
                    <a:lnTo>
                      <a:pt x="1" y="3703"/>
                    </a:lnTo>
                    <a:lnTo>
                      <a:pt x="4871" y="8573"/>
                    </a:lnTo>
                    <a:lnTo>
                      <a:pt x="12243" y="1234"/>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 name="Google Shape;419;p32"/>
              <p:cNvSpPr/>
              <p:nvPr/>
            </p:nvSpPr>
            <p:spPr>
              <a:xfrm>
                <a:off x="4656825" y="3251100"/>
                <a:ext cx="212675" cy="212675"/>
              </a:xfrm>
              <a:custGeom>
                <a:rect b="b" l="l" r="r" t="t"/>
                <a:pathLst>
                  <a:path extrusionOk="0" h="8507" w="8507">
                    <a:moveTo>
                      <a:pt x="8507" y="7272"/>
                    </a:moveTo>
                    <a:lnTo>
                      <a:pt x="1235" y="1"/>
                    </a:lnTo>
                    <a:lnTo>
                      <a:pt x="1" y="1235"/>
                    </a:lnTo>
                    <a:lnTo>
                      <a:pt x="7273" y="8507"/>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 name="Google Shape;420;p32"/>
              <p:cNvSpPr/>
              <p:nvPr/>
            </p:nvSpPr>
            <p:spPr>
              <a:xfrm>
                <a:off x="4523400" y="3289475"/>
                <a:ext cx="306075" cy="214325"/>
              </a:xfrm>
              <a:custGeom>
                <a:rect b="b" l="l" r="r" t="t"/>
                <a:pathLst>
                  <a:path extrusionOk="0" h="8573" w="12243">
                    <a:moveTo>
                      <a:pt x="4871" y="2468"/>
                    </a:moveTo>
                    <a:lnTo>
                      <a:pt x="11008" y="8573"/>
                    </a:lnTo>
                    <a:lnTo>
                      <a:pt x="12243" y="7339"/>
                    </a:lnTo>
                    <a:lnTo>
                      <a:pt x="4871" y="0"/>
                    </a:lnTo>
                    <a:lnTo>
                      <a:pt x="1" y="4870"/>
                    </a:lnTo>
                    <a:lnTo>
                      <a:pt x="1235" y="6104"/>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p32"/>
              <p:cNvSpPr/>
              <p:nvPr/>
            </p:nvSpPr>
            <p:spPr>
              <a:xfrm>
                <a:off x="4695200" y="3117675"/>
                <a:ext cx="214325" cy="305250"/>
              </a:xfrm>
              <a:custGeom>
                <a:rect b="b" l="l" r="r" t="t"/>
                <a:pathLst>
                  <a:path extrusionOk="0" h="12210" w="8573">
                    <a:moveTo>
                      <a:pt x="8573" y="10975"/>
                    </a:moveTo>
                    <a:lnTo>
                      <a:pt x="2469" y="4871"/>
                    </a:lnTo>
                    <a:lnTo>
                      <a:pt x="6104" y="1235"/>
                    </a:lnTo>
                    <a:lnTo>
                      <a:pt x="4870" y="0"/>
                    </a:lnTo>
                    <a:lnTo>
                      <a:pt x="0" y="4871"/>
                    </a:lnTo>
                    <a:lnTo>
                      <a:pt x="7339" y="12209"/>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p32"/>
              <p:cNvSpPr/>
              <p:nvPr/>
            </p:nvSpPr>
            <p:spPr>
              <a:xfrm>
                <a:off x="4290725" y="2885000"/>
                <a:ext cx="1516125" cy="1516125"/>
              </a:xfrm>
              <a:custGeom>
                <a:rect b="b" l="l" r="r" t="t"/>
                <a:pathLst>
                  <a:path extrusionOk="0" h="60645" w="60645">
                    <a:moveTo>
                      <a:pt x="52605" y="22283"/>
                    </a:moveTo>
                    <a:lnTo>
                      <a:pt x="46701" y="28221"/>
                    </a:lnTo>
                    <a:lnTo>
                      <a:pt x="44199" y="25719"/>
                    </a:lnTo>
                    <a:lnTo>
                      <a:pt x="41330" y="25719"/>
                    </a:lnTo>
                    <a:lnTo>
                      <a:pt x="43065" y="27454"/>
                    </a:lnTo>
                    <a:lnTo>
                      <a:pt x="43499" y="27454"/>
                    </a:lnTo>
                    <a:lnTo>
                      <a:pt x="45467" y="29455"/>
                    </a:lnTo>
                    <a:lnTo>
                      <a:pt x="45267" y="29655"/>
                    </a:lnTo>
                    <a:lnTo>
                      <a:pt x="44633" y="30289"/>
                    </a:lnTo>
                    <a:lnTo>
                      <a:pt x="30356" y="16012"/>
                    </a:lnTo>
                    <a:lnTo>
                      <a:pt x="30990" y="15378"/>
                    </a:lnTo>
                    <a:lnTo>
                      <a:pt x="31190" y="15178"/>
                    </a:lnTo>
                    <a:lnTo>
                      <a:pt x="31190" y="15178"/>
                    </a:lnTo>
                    <a:lnTo>
                      <a:pt x="33158" y="17146"/>
                    </a:lnTo>
                    <a:lnTo>
                      <a:pt x="33158" y="17580"/>
                    </a:lnTo>
                    <a:lnTo>
                      <a:pt x="34926" y="19315"/>
                    </a:lnTo>
                    <a:lnTo>
                      <a:pt x="34926" y="16446"/>
                    </a:lnTo>
                    <a:lnTo>
                      <a:pt x="32424" y="13944"/>
                    </a:lnTo>
                    <a:lnTo>
                      <a:pt x="38328" y="8040"/>
                    </a:lnTo>
                    <a:lnTo>
                      <a:pt x="30323" y="1"/>
                    </a:lnTo>
                    <a:lnTo>
                      <a:pt x="22283" y="8040"/>
                    </a:lnTo>
                    <a:lnTo>
                      <a:pt x="28221" y="13944"/>
                    </a:lnTo>
                    <a:lnTo>
                      <a:pt x="25719" y="16446"/>
                    </a:lnTo>
                    <a:lnTo>
                      <a:pt x="25719" y="19315"/>
                    </a:lnTo>
                    <a:lnTo>
                      <a:pt x="27487" y="17580"/>
                    </a:lnTo>
                    <a:lnTo>
                      <a:pt x="27487" y="17146"/>
                    </a:lnTo>
                    <a:lnTo>
                      <a:pt x="29455" y="15178"/>
                    </a:lnTo>
                    <a:lnTo>
                      <a:pt x="29655" y="15378"/>
                    </a:lnTo>
                    <a:lnTo>
                      <a:pt x="30289" y="16012"/>
                    </a:lnTo>
                    <a:lnTo>
                      <a:pt x="16012" y="30289"/>
                    </a:lnTo>
                    <a:lnTo>
                      <a:pt x="15379" y="29655"/>
                    </a:lnTo>
                    <a:lnTo>
                      <a:pt x="15178" y="29455"/>
                    </a:lnTo>
                    <a:lnTo>
                      <a:pt x="15178" y="29455"/>
                    </a:lnTo>
                    <a:lnTo>
                      <a:pt x="17146" y="27487"/>
                    </a:lnTo>
                    <a:lnTo>
                      <a:pt x="17580" y="27487"/>
                    </a:lnTo>
                    <a:lnTo>
                      <a:pt x="19315" y="25719"/>
                    </a:lnTo>
                    <a:lnTo>
                      <a:pt x="16446" y="25719"/>
                    </a:lnTo>
                    <a:lnTo>
                      <a:pt x="13944" y="28221"/>
                    </a:lnTo>
                    <a:lnTo>
                      <a:pt x="8040" y="22283"/>
                    </a:lnTo>
                    <a:lnTo>
                      <a:pt x="1" y="30323"/>
                    </a:lnTo>
                    <a:lnTo>
                      <a:pt x="8040" y="38328"/>
                    </a:lnTo>
                    <a:lnTo>
                      <a:pt x="13944" y="32424"/>
                    </a:lnTo>
                    <a:lnTo>
                      <a:pt x="16446" y="34926"/>
                    </a:lnTo>
                    <a:lnTo>
                      <a:pt x="19315" y="34926"/>
                    </a:lnTo>
                    <a:lnTo>
                      <a:pt x="17580" y="33158"/>
                    </a:lnTo>
                    <a:lnTo>
                      <a:pt x="17146" y="33158"/>
                    </a:lnTo>
                    <a:lnTo>
                      <a:pt x="15178" y="31190"/>
                    </a:lnTo>
                    <a:lnTo>
                      <a:pt x="15379" y="30990"/>
                    </a:lnTo>
                    <a:lnTo>
                      <a:pt x="16012" y="30356"/>
                    </a:lnTo>
                    <a:lnTo>
                      <a:pt x="30289" y="44633"/>
                    </a:lnTo>
                    <a:lnTo>
                      <a:pt x="29655" y="45267"/>
                    </a:lnTo>
                    <a:lnTo>
                      <a:pt x="29455" y="45467"/>
                    </a:lnTo>
                    <a:lnTo>
                      <a:pt x="27454" y="43499"/>
                    </a:lnTo>
                    <a:lnTo>
                      <a:pt x="27454" y="43065"/>
                    </a:lnTo>
                    <a:lnTo>
                      <a:pt x="25719" y="41330"/>
                    </a:lnTo>
                    <a:lnTo>
                      <a:pt x="25719" y="44199"/>
                    </a:lnTo>
                    <a:lnTo>
                      <a:pt x="28221" y="46701"/>
                    </a:lnTo>
                    <a:lnTo>
                      <a:pt x="22283" y="52605"/>
                    </a:lnTo>
                    <a:lnTo>
                      <a:pt x="30323" y="60644"/>
                    </a:lnTo>
                    <a:lnTo>
                      <a:pt x="38328" y="52605"/>
                    </a:lnTo>
                    <a:lnTo>
                      <a:pt x="32424" y="46701"/>
                    </a:lnTo>
                    <a:lnTo>
                      <a:pt x="32424" y="46701"/>
                    </a:lnTo>
                    <a:lnTo>
                      <a:pt x="34926" y="44199"/>
                    </a:lnTo>
                    <a:lnTo>
                      <a:pt x="34926" y="41330"/>
                    </a:lnTo>
                    <a:lnTo>
                      <a:pt x="33158" y="43065"/>
                    </a:lnTo>
                    <a:lnTo>
                      <a:pt x="33158" y="43499"/>
                    </a:lnTo>
                    <a:lnTo>
                      <a:pt x="31190" y="45467"/>
                    </a:lnTo>
                    <a:lnTo>
                      <a:pt x="31190" y="45467"/>
                    </a:lnTo>
                    <a:lnTo>
                      <a:pt x="30990" y="45267"/>
                    </a:lnTo>
                    <a:lnTo>
                      <a:pt x="30356" y="44633"/>
                    </a:lnTo>
                    <a:lnTo>
                      <a:pt x="44633" y="30389"/>
                    </a:lnTo>
                    <a:lnTo>
                      <a:pt x="45233" y="30990"/>
                    </a:lnTo>
                    <a:lnTo>
                      <a:pt x="45467" y="31190"/>
                    </a:lnTo>
                    <a:lnTo>
                      <a:pt x="43465" y="33191"/>
                    </a:lnTo>
                    <a:lnTo>
                      <a:pt x="43065" y="33191"/>
                    </a:lnTo>
                    <a:lnTo>
                      <a:pt x="41297" y="34926"/>
                    </a:lnTo>
                    <a:lnTo>
                      <a:pt x="44199" y="34926"/>
                    </a:lnTo>
                    <a:lnTo>
                      <a:pt x="46701" y="32424"/>
                    </a:lnTo>
                    <a:lnTo>
                      <a:pt x="46701" y="32424"/>
                    </a:lnTo>
                    <a:lnTo>
                      <a:pt x="52605" y="38362"/>
                    </a:lnTo>
                    <a:lnTo>
                      <a:pt x="60644" y="30323"/>
                    </a:lnTo>
                    <a:close/>
                    <a:moveTo>
                      <a:pt x="12710" y="31190"/>
                    </a:moveTo>
                    <a:lnTo>
                      <a:pt x="8040" y="35860"/>
                    </a:lnTo>
                    <a:lnTo>
                      <a:pt x="2503" y="30323"/>
                    </a:lnTo>
                    <a:lnTo>
                      <a:pt x="8040" y="24752"/>
                    </a:lnTo>
                    <a:lnTo>
                      <a:pt x="12710" y="29455"/>
                    </a:lnTo>
                    <a:lnTo>
                      <a:pt x="11843" y="30323"/>
                    </a:lnTo>
                    <a:lnTo>
                      <a:pt x="12710" y="31190"/>
                    </a:lnTo>
                    <a:close/>
                    <a:moveTo>
                      <a:pt x="29455" y="12710"/>
                    </a:moveTo>
                    <a:lnTo>
                      <a:pt x="29455" y="12710"/>
                    </a:lnTo>
                    <a:lnTo>
                      <a:pt x="29455" y="12710"/>
                    </a:lnTo>
                    <a:lnTo>
                      <a:pt x="24785" y="8007"/>
                    </a:lnTo>
                    <a:lnTo>
                      <a:pt x="30323" y="2469"/>
                    </a:lnTo>
                    <a:lnTo>
                      <a:pt x="35893" y="8007"/>
                    </a:lnTo>
                    <a:lnTo>
                      <a:pt x="31190" y="12710"/>
                    </a:lnTo>
                    <a:lnTo>
                      <a:pt x="30323" y="11843"/>
                    </a:lnTo>
                    <a:close/>
                    <a:moveTo>
                      <a:pt x="31190" y="47935"/>
                    </a:moveTo>
                    <a:lnTo>
                      <a:pt x="35893" y="52605"/>
                    </a:lnTo>
                    <a:lnTo>
                      <a:pt x="30323" y="58142"/>
                    </a:lnTo>
                    <a:lnTo>
                      <a:pt x="24785" y="52605"/>
                    </a:lnTo>
                    <a:lnTo>
                      <a:pt x="29455" y="47935"/>
                    </a:lnTo>
                    <a:lnTo>
                      <a:pt x="29455" y="47935"/>
                    </a:lnTo>
                    <a:lnTo>
                      <a:pt x="29455" y="47935"/>
                    </a:lnTo>
                    <a:lnTo>
                      <a:pt x="30323" y="48802"/>
                    </a:lnTo>
                    <a:close/>
                    <a:moveTo>
                      <a:pt x="30323" y="42198"/>
                    </a:moveTo>
                    <a:lnTo>
                      <a:pt x="18447" y="30323"/>
                    </a:lnTo>
                    <a:lnTo>
                      <a:pt x="30323" y="18447"/>
                    </a:lnTo>
                    <a:lnTo>
                      <a:pt x="42231" y="30323"/>
                    </a:lnTo>
                    <a:close/>
                    <a:moveTo>
                      <a:pt x="47935" y="31190"/>
                    </a:moveTo>
                    <a:lnTo>
                      <a:pt x="47935" y="31190"/>
                    </a:lnTo>
                    <a:lnTo>
                      <a:pt x="47935" y="31190"/>
                    </a:lnTo>
                    <a:lnTo>
                      <a:pt x="48802" y="30323"/>
                    </a:lnTo>
                    <a:lnTo>
                      <a:pt x="47935" y="29455"/>
                    </a:lnTo>
                    <a:lnTo>
                      <a:pt x="52605" y="24752"/>
                    </a:lnTo>
                    <a:lnTo>
                      <a:pt x="58176" y="30323"/>
                    </a:lnTo>
                    <a:lnTo>
                      <a:pt x="52605" y="3586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426" name="Shape 426"/>
        <p:cNvGrpSpPr/>
        <p:nvPr/>
      </p:nvGrpSpPr>
      <p:grpSpPr>
        <a:xfrm>
          <a:off x="0" y="0"/>
          <a:ext cx="0" cy="0"/>
          <a:chOff x="0" y="0"/>
          <a:chExt cx="0" cy="0"/>
        </a:xfrm>
      </p:grpSpPr>
      <p:sp>
        <p:nvSpPr>
          <p:cNvPr id="427" name="Google Shape;427;p33"/>
          <p:cNvSpPr txBox="1"/>
          <p:nvPr>
            <p:ph type="title"/>
          </p:nvPr>
        </p:nvSpPr>
        <p:spPr>
          <a:xfrm>
            <a:off x="1546371" y="2128476"/>
            <a:ext cx="6051258" cy="4725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4800"/>
              <a:buNone/>
            </a:pPr>
            <a:r>
              <a:rPr lang="en-US" sz="4800"/>
              <a:t>implementations</a:t>
            </a:r>
            <a:endParaRPr sz="4800"/>
          </a:p>
        </p:txBody>
      </p:sp>
      <p:sp>
        <p:nvSpPr>
          <p:cNvPr id="428" name="Google Shape;428;p33"/>
          <p:cNvSpPr txBox="1"/>
          <p:nvPr/>
        </p:nvSpPr>
        <p:spPr>
          <a:xfrm>
            <a:off x="2081250" y="2128476"/>
            <a:ext cx="4981500" cy="1574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accent1"/>
              </a:buClr>
              <a:buSzPts val="1700"/>
              <a:buFont typeface="Livvic"/>
              <a:buNone/>
            </a:pPr>
            <a:r>
              <a:rPr b="0" i="0" lang="en-US" sz="2000" u="none" cap="none" strike="noStrike">
                <a:solidFill>
                  <a:schemeClr val="accent1"/>
                </a:solidFill>
                <a:latin typeface="Livvic"/>
                <a:ea typeface="Livvic"/>
                <a:cs typeface="Livvic"/>
                <a:sym typeface="Livvic"/>
              </a:rPr>
              <a:t>of sayings of the prophet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34"/>
          <p:cNvSpPr txBox="1"/>
          <p:nvPr>
            <p:ph type="title"/>
          </p:nvPr>
        </p:nvSpPr>
        <p:spPr>
          <a:xfrm>
            <a:off x="720000" y="541975"/>
            <a:ext cx="7704000" cy="314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500"/>
              <a:buNone/>
            </a:pPr>
            <a:r>
              <a:rPr lang="en-US"/>
              <a:t>List of References</a:t>
            </a:r>
            <a:endParaRPr/>
          </a:p>
        </p:txBody>
      </p:sp>
      <p:sp>
        <p:nvSpPr>
          <p:cNvPr id="434" name="Google Shape;434;p34"/>
          <p:cNvSpPr txBox="1"/>
          <p:nvPr>
            <p:ph idx="1" type="body"/>
          </p:nvPr>
        </p:nvSpPr>
        <p:spPr>
          <a:xfrm>
            <a:off x="2024550" y="1330650"/>
            <a:ext cx="5094900" cy="2787000"/>
          </a:xfrm>
          <a:prstGeom prst="rect">
            <a:avLst/>
          </a:prstGeom>
          <a:noFill/>
          <a:ln>
            <a:noFill/>
          </a:ln>
        </p:spPr>
        <p:txBody>
          <a:bodyPr anchorCtr="0" anchor="t" bIns="91425" lIns="91425" spcFirstLastPara="1" rIns="91425" wrap="square" tIns="91425">
            <a:noAutofit/>
          </a:bodyPr>
          <a:lstStyle/>
          <a:p>
            <a:pPr indent="-323850" lvl="0" marL="457200" rtl="0" algn="l">
              <a:lnSpc>
                <a:spcPct val="100000"/>
              </a:lnSpc>
              <a:spcBef>
                <a:spcPts val="0"/>
              </a:spcBef>
              <a:spcAft>
                <a:spcPts val="0"/>
              </a:spcAft>
              <a:buClr>
                <a:schemeClr val="dk1"/>
              </a:buClr>
              <a:buSzPts val="1500"/>
              <a:buChar char="●"/>
            </a:pPr>
            <a:r>
              <a:rPr lang="en-US" u="sng">
                <a:solidFill>
                  <a:schemeClr val="dk1"/>
                </a:solidFill>
                <a:hlinkClick r:id="rId3">
                  <a:extLst>
                    <a:ext uri="{A12FA001-AC4F-418D-AE19-62706E023703}">
                      <ahyp:hlinkClr val="tx"/>
                    </a:ext>
                  </a:extLst>
                </a:hlinkClick>
              </a:rPr>
              <a:t>https://www.parhlo.com/10-important-articles-of-prophet-pbuhs-last-sermon-that-muslims-have-forgotten/</a:t>
            </a:r>
            <a:br>
              <a:rPr lang="en-US">
                <a:solidFill>
                  <a:schemeClr val="dk1"/>
                </a:solidFill>
              </a:rPr>
            </a:br>
            <a:endParaRPr>
              <a:solidFill>
                <a:schemeClr val="dk1"/>
              </a:solidFill>
            </a:endParaRPr>
          </a:p>
          <a:p>
            <a:pPr indent="-323850" lvl="0" marL="457200" rtl="0" algn="l">
              <a:lnSpc>
                <a:spcPct val="100000"/>
              </a:lnSpc>
              <a:spcBef>
                <a:spcPts val="0"/>
              </a:spcBef>
              <a:spcAft>
                <a:spcPts val="0"/>
              </a:spcAft>
              <a:buClr>
                <a:schemeClr val="dk1"/>
              </a:buClr>
              <a:buSzPts val="1500"/>
              <a:buChar char="●"/>
            </a:pPr>
            <a:r>
              <a:rPr lang="en-US" u="sng">
                <a:solidFill>
                  <a:schemeClr val="dk1"/>
                </a:solidFill>
                <a:hlinkClick r:id="rId4">
                  <a:extLst>
                    <a:ext uri="{A12FA001-AC4F-418D-AE19-62706E023703}">
                      <ahyp:hlinkClr val="tx"/>
                    </a:ext>
                  </a:extLst>
                </a:hlinkClick>
              </a:rPr>
              <a:t>https://www.iium.edu.my/deed/articles/thelastsermon.html</a:t>
            </a:r>
            <a:br>
              <a:rPr lang="en-US">
                <a:solidFill>
                  <a:schemeClr val="dk1"/>
                </a:solidFill>
              </a:rPr>
            </a:br>
            <a:endParaRPr>
              <a:solidFill>
                <a:schemeClr val="dk1"/>
              </a:solidFill>
            </a:endParaRPr>
          </a:p>
          <a:p>
            <a:pPr indent="-323850" lvl="0" marL="457200" rtl="0" algn="l">
              <a:lnSpc>
                <a:spcPct val="100000"/>
              </a:lnSpc>
              <a:spcBef>
                <a:spcPts val="0"/>
              </a:spcBef>
              <a:spcAft>
                <a:spcPts val="0"/>
              </a:spcAft>
              <a:buClr>
                <a:schemeClr val="dk1"/>
              </a:buClr>
              <a:buSzPts val="1500"/>
              <a:buChar char="●"/>
            </a:pPr>
            <a:r>
              <a:rPr lang="en-US" u="sng">
                <a:solidFill>
                  <a:schemeClr val="dk1"/>
                </a:solidFill>
                <a:hlinkClick r:id="rId5">
                  <a:extLst>
                    <a:ext uri="{A12FA001-AC4F-418D-AE19-62706E023703}">
                      <ahyp:hlinkClr val="tx"/>
                    </a:ext>
                  </a:extLst>
                </a:hlinkClick>
              </a:rPr>
              <a:t>https://www.daily-sun.com/post/251881/The-sermon-of-Hajjatul-Wida:-A-complete-charter-of-human-rights</a:t>
            </a:r>
            <a:endParaRPr>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35"/>
          <p:cNvSpPr txBox="1"/>
          <p:nvPr>
            <p:ph type="title"/>
          </p:nvPr>
        </p:nvSpPr>
        <p:spPr>
          <a:xfrm>
            <a:off x="1939350" y="1455324"/>
            <a:ext cx="5265300" cy="1971600"/>
          </a:xfrm>
          <a:prstGeom prst="rect">
            <a:avLst/>
          </a:prstGeom>
          <a:noFill/>
          <a:ln>
            <a:noFill/>
          </a:ln>
        </p:spPr>
        <p:txBody>
          <a:bodyPr anchorCtr="0" anchor="ctr" bIns="91425" lIns="91425" spcFirstLastPara="1" rIns="91425" wrap="square" tIns="91425">
            <a:noAutofit/>
          </a:bodyPr>
          <a:lstStyle/>
          <a:p>
            <a:pPr indent="0" lvl="0" marL="0" rtl="0" algn="ctr">
              <a:lnSpc>
                <a:spcPct val="70000"/>
              </a:lnSpc>
              <a:spcBef>
                <a:spcPts val="0"/>
              </a:spcBef>
              <a:spcAft>
                <a:spcPts val="0"/>
              </a:spcAft>
              <a:buSzPts val="4800"/>
              <a:buNone/>
            </a:pPr>
            <a:r>
              <a:rPr lang="en-US" sz="6600"/>
              <a:t>Jazak Allah</a:t>
            </a:r>
            <a:endParaRPr sz="6600"/>
          </a:p>
        </p:txBody>
      </p:sp>
      <p:sp>
        <p:nvSpPr>
          <p:cNvPr id="440" name="Google Shape;440;p35"/>
          <p:cNvSpPr txBox="1"/>
          <p:nvPr/>
        </p:nvSpPr>
        <p:spPr>
          <a:xfrm>
            <a:off x="2928763" y="2702382"/>
            <a:ext cx="3286473" cy="534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accent1"/>
              </a:buClr>
              <a:buSzPts val="1600"/>
              <a:buFont typeface="Livvic"/>
              <a:buNone/>
            </a:pPr>
            <a:r>
              <a:rPr b="0" i="0" lang="en-US" sz="1800" u="none" cap="none" strike="noStrike">
                <a:solidFill>
                  <a:schemeClr val="accent1"/>
                </a:solidFill>
                <a:latin typeface="Livvic"/>
                <a:ea typeface="Livvic"/>
                <a:cs typeface="Livvic"/>
                <a:sym typeface="Livvic"/>
              </a:rPr>
              <a:t>do you have any questions?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Arabic Culture by Slidesgo">
  <a:themeElements>
    <a:clrScheme name="Simple Light">
      <a:dk1>
        <a:srgbClr val="FFFFFF"/>
      </a:dk1>
      <a:lt1>
        <a:srgbClr val="0C1B33"/>
      </a:lt1>
      <a:dk2>
        <a:srgbClr val="000000"/>
      </a:dk2>
      <a:lt2>
        <a:srgbClr val="EBCD77"/>
      </a:lt2>
      <a:accent1>
        <a:srgbClr val="E9DFD1"/>
      </a:accent1>
      <a:accent2>
        <a:srgbClr val="5F4933"/>
      </a:accent2>
      <a:accent3>
        <a:srgbClr val="C26A32"/>
      </a:accent3>
      <a:accent4>
        <a:srgbClr val="867E5B"/>
      </a:accent4>
      <a:accent5>
        <a:srgbClr val="A88334"/>
      </a:accent5>
      <a:accent6>
        <a:srgbClr val="382914"/>
      </a:accent6>
      <a:hlink>
        <a:srgbClr val="382914"/>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